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4.xml" ContentType="application/vnd.openxmlformats-officedocument.drawingml.chart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7.xml" ContentType="application/vnd.openxmlformats-officedocument.drawingml.chart+xml"/>
  <Override PartName="/ppt/slides/charts/chart18.xml" ContentType="application/vnd.openxmlformats-officedocument.drawingml.chart+xml"/>
  <Override PartName="/ppt/slides/charts/chart19.xml" ContentType="application/vnd.openxmlformats-officedocument.drawingml.chart+xml"/>
  <Override PartName="/ppt/slides/charts/chart20.xml" ContentType="application/vnd.openxmlformats-officedocument.drawingml.chart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slides/charts/chart23.xml" ContentType="application/vnd.openxmlformats-officedocument.drawingml.chart+xml"/>
  <Override PartName="/ppt/slides/charts/chart24.xml" ContentType="application/vnd.openxmlformats-officedocument.drawingml.chart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slides/charts/chart28.xml" ContentType="application/vnd.openxmlformats-officedocument.drawingml.chart+xml"/>
  <Override PartName="/ppt/slides/charts/chart29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30.xml" ContentType="application/vnd.openxmlformats-officedocument.drawingml.chart+xml"/>
  <Override PartName="/ppt/slides/charts/chart31.xml" ContentType="application/vnd.openxmlformats-officedocument.drawingml.chart+xml"/>
  <Override PartName="/ppt/slides/charts/chart32.xml" ContentType="application/vnd.openxmlformats-officedocument.drawingml.chart+xml"/>
  <Override PartName="/ppt/slides/charts/chart33.xml" ContentType="application/vnd.openxmlformats-officedocument.drawingml.chart+xml"/>
  <Override PartName="/ppt/slides/charts/chart34.xml" ContentType="application/vnd.openxmlformats-officedocument.drawingml.chart+xml"/>
  <Override PartName="/ppt/slides/charts/chart35.xml" ContentType="application/vnd.openxmlformats-officedocument.drawingml.chart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slides/charts/chart38.xml" ContentType="application/vnd.openxmlformats-officedocument.drawingml.chart+xml"/>
  <Override PartName="/ppt/slides/charts/chart39.xml" ContentType="application/vnd.openxmlformats-officedocument.drawingml.chart+xml"/>
  <Override PartName="/ppt/slides/charts/chart40.xml" ContentType="application/vnd.openxmlformats-officedocument.drawingml.chart+xml"/>
  <Override PartName="/ppt/slides/charts/chart41.xml" ContentType="application/vnd.openxmlformats-officedocument.drawingml.chart+xml"/>
  <Override PartName="/ppt/slides/charts/chart42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811fe719a164cfa" /><Relationship Type="http://schemas.openxmlformats.org/officeDocument/2006/relationships/extended-properties" Target="/docProps/app.xml" Id="Rf80feaa4fdcb46ed" /><Relationship Type="http://schemas.openxmlformats.org/officeDocument/2006/relationships/officeDocument" Target="/ppt/presentation.xml" Id="R1324edc842f64f9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32b5d5f4afe40c1"/>
  </p:sldMasterIdLst>
  <p:notesMasterIdLst>
    <p:notesMasterId xmlns:r="http://schemas.openxmlformats.org/officeDocument/2006/relationships" r:id="Ra46807c2f3fe4684"/>
  </p:notesMasterIdLst>
  <p:sldIdLst>
    <p:sldId xmlns:r="http://schemas.openxmlformats.org/officeDocument/2006/relationships" id="256" r:id="R004352bbf28044cb"/>
    <p:sldId xmlns:r="http://schemas.openxmlformats.org/officeDocument/2006/relationships" id="257" r:id="Rb217ccb7bf5b4d79"/>
    <p:sldId xmlns:r="http://schemas.openxmlformats.org/officeDocument/2006/relationships" id="258" r:id="Red680f4fd82344b9"/>
    <p:sldId xmlns:r="http://schemas.openxmlformats.org/officeDocument/2006/relationships" id="259" r:id="R43b399d08c664758"/>
    <p:sldId xmlns:r="http://schemas.openxmlformats.org/officeDocument/2006/relationships" id="260" r:id="Rf423ab326fa54211"/>
    <p:sldId xmlns:r="http://schemas.openxmlformats.org/officeDocument/2006/relationships" id="261" r:id="R9a079f23621641cd"/>
    <p:sldId xmlns:r="http://schemas.openxmlformats.org/officeDocument/2006/relationships" id="262" r:id="R7365031c51e44cc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33a69570bd84f8c" /><Relationship Type="http://schemas.openxmlformats.org/officeDocument/2006/relationships/slideMaster" Target="/ppt/slideMasters/slideMaster1.xml" Id="Rd32b5d5f4afe40c1" /><Relationship Type="http://schemas.openxmlformats.org/officeDocument/2006/relationships/notesMaster" Target="/ppt/notesMasters/notesMaster1.xml" Id="Ra46807c2f3fe4684" /><Relationship Type="http://schemas.openxmlformats.org/officeDocument/2006/relationships/presProps" Target="/ppt/presProps.xml" Id="R89319b563cf94362" /><Relationship Type="http://schemas.openxmlformats.org/officeDocument/2006/relationships/tableStyles" Target="/ppt/tableStyles.xml" Id="R410c42bfe1aa4119" /><Relationship Type="http://schemas.openxmlformats.org/officeDocument/2006/relationships/slide" Target="/ppt/slides/slide1.xml" Id="R004352bbf28044cb" /><Relationship Type="http://schemas.openxmlformats.org/officeDocument/2006/relationships/slide" Target="/ppt/slides/slide2.xml" Id="Rb217ccb7bf5b4d79" /><Relationship Type="http://schemas.openxmlformats.org/officeDocument/2006/relationships/slide" Target="/ppt/slides/slide3.xml" Id="Red680f4fd82344b9" /><Relationship Type="http://schemas.openxmlformats.org/officeDocument/2006/relationships/slide" Target="/ppt/slides/slide4.xml" Id="R43b399d08c664758" /><Relationship Type="http://schemas.openxmlformats.org/officeDocument/2006/relationships/slide" Target="/ppt/slides/slide5.xml" Id="Rf423ab326fa54211" /><Relationship Type="http://schemas.openxmlformats.org/officeDocument/2006/relationships/slide" Target="/ppt/slides/slide6.xml" Id="R9a079f23621641cd" /><Relationship Type="http://schemas.openxmlformats.org/officeDocument/2006/relationships/slide" Target="/ppt/slides/slide7.xml" Id="R7365031c51e44cc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f3e9b2ea50a44e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d1b811baa0b4354" /><Relationship Type="http://schemas.openxmlformats.org/officeDocument/2006/relationships/notesMaster" Target="/ppt/notesMasters/notesMaster1.xml" Id="R7f9b6d89cb854a5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ebe789c239a4cec" /><Relationship Type="http://schemas.openxmlformats.org/officeDocument/2006/relationships/notesMaster" Target="/ppt/notesMasters/notesMaster1.xml" Id="R2c7c08f8c260477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99fa6a3997647f8" /><Relationship Type="http://schemas.openxmlformats.org/officeDocument/2006/relationships/notesMaster" Target="/ppt/notesMasters/notesMaster1.xml" Id="R9a1d27b3426d4ed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772e05037be4b64" /><Relationship Type="http://schemas.openxmlformats.org/officeDocument/2006/relationships/notesMaster" Target="/ppt/notesMasters/notesMaster1.xml" Id="R9a725cec1de8470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2e261d53f184257" /><Relationship Type="http://schemas.openxmlformats.org/officeDocument/2006/relationships/notesMaster" Target="/ppt/notesMasters/notesMaster1.xml" Id="Rd5cfc777b26a41a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765794d5ab84802" /><Relationship Type="http://schemas.openxmlformats.org/officeDocument/2006/relationships/notesMaster" Target="/ppt/notesMasters/notesMaster1.xml" Id="Rb1d862d033e04ab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1caa0ba30174928" /><Relationship Type="http://schemas.openxmlformats.org/officeDocument/2006/relationships/notesMaster" Target="/ppt/notesMasters/notesMaster1.xml" Id="Ree105c6f4eba4b7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BA source: Essler et al., The One-Dimensional Hubbard Model (Cambridge, 2005), Eqs.5.102–5.105 and6.44–6.47. BA uses fixed physical n=Ne/L, T=B=0. Actual near-n0.9 densities: U7 .896, U9 .902, U10 .898. Neutral source pole data: /Users/cosdis/Desktop/projects/HK_orbital_cluster/1d/response/results/twist50_common_mu_U0to12_n0p7_0p8_0p9/analysis_ba_step0p2_eta0p1/velocity_comparison.csv. No chemical-potential shift in neutral frequencies.</a:t>
            </a:r>
          </a:p>
          <a:p xmlns:a="http://schemas.openxmlformats.org/drawingml/2006/main">
            <a:r>
              <a:t>The MMHK markers are dominant-peak omega(q₁)/q₁ values at q₁=π/5 and eta/t=0.1. They are finite-q, broadening-dependent estimators, rather than a q→0 extrapolation.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13 panels cover U/t=0..12. Physical n=Ne/L. Coherent densities rho_c/s=sum_j exp(iqj)(nup +/- ndn)/sqrt(L); spin is 2Sz, divide spin intensity by4 for Sz. Same common chemical potentials and complete spin/translation ground ensembles as original50-twist campaign. Eta0.1 rebroadened original poles and re-extracted peak positions. Full range figures (omega/t0..65) accompany the deck. Literal source values: /Users/cosdis/Desktop/projects/HK_orbital_cluster/1d/response/results/twist50_common_mu_U0to12_n0p7_0p8_0p9/analysis_ba_step0p2_eta0p1/presentation_data.json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/Users/cosdis/Desktop/projects/HK_orbital_cluster/1d/response/results/twist50_common_mu_U0to12_n0p7_0p8_0p9/single_particle_eta0p1_k101_depth600/U*/n0p9/Akw.npz and metadata.json. The 13 panels show U/t=0..12, eta/t=0.1 and exactly 101 directly calculated physical momenta k_j=j*pi/100 without momentum interpolation. The 101-point grid selects20 folded phases, with11 inversion representatives. The common mu and reference density are those of the original50-twist campaign and are not retuned for this coarser spectral sampling. Per-spin A=-Im(Gup+Gdn)/(2*pi), with unit full-frequency weight. The display clips to omega/t=-6..10, while stored NPZ arrays cover -6..16. Addition Em(N+1)-E0-mu; removal E0-Em(N-1)-mu. Color range0..1.5, with an upper saturation arrow. Reference densities: U7 .896, U9 .902, U10 .898, otherwise .9.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13 panels cover U/t=0..12. Physical n=Ne/L. Coherent densities rho_c/s=sum_j exp(iqj)(nup +/- ndn)/sqrt(L); spin is 2Sz, divide spin intensity by4 for Sz. Same common chemical potentials and complete spin/translation ground ensembles as original50-twist campaign. Eta0.1 rebroadened original poles and re-extracted peak positions. Full range figures (omega/t0..65) accompany the deck. Literal source values: /Users/cosdis/Desktop/projects/HK_orbital_cluster/1d/response/results/twist50_common_mu_U0to12_n0p7_0p8_0p9/analysis_ba_step0p2_eta0p1/presentation_data.json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/Users/cosdis/Desktop/projects/HK_orbital_cluster/1d/response/results/twist50_common_mu_U0to12_n0p7_0p8_0p9/single_particle_eta0p1_k101_depth600/U*/n0p8/Akw.npz and metadata.json. The 13 panels show U/t=0..12, eta/t=0.1 and exactly 101 directly calculated physical momenta k_j=j*pi/100 without momentum interpolation. The 101-point grid selects20 folded phases, with11 inversion representatives. The common mu and reference density are those of the original50-twist campaign and are not retuned for this coarser spectral sampling. Per-spin A=-Im(Gup+Gdn)/(2*pi), with unit full-frequency weight. The display clips to omega/t=-6..10, while stored NPZ arrays cover -6..16. Addition Em(N+1)-E0-mu; removal E0-Em(N-1)-mu. Color range0..1.5, with an upper saturation arrow.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13 panels cover U/t=0..12. Physical n=Ne/L. Coherent densities rho_c/s=sum_j exp(iqj)(nup +/- ndn)/sqrt(L); spin is 2Sz, divide spin intensity by4 for Sz. Same common chemical potentials and complete spin/translation ground ensembles as original50-twist campaign. Eta0.1 rebroadened original poles and re-extracted peak positions. Full range figures (omega/t0..65) accompany the deck. Literal source values: /Users/cosdis/Desktop/projects/HK_orbital_cluster/1d/response/results/twist50_common_mu_U0to12_n0p7_0p8_0p9/analysis_ba_step0p2_eta0p1/presentation_data.json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/Users/cosdis/Desktop/projects/HK_orbital_cluster/1d/response/results/twist50_common_mu_U0to12_n0p7_0p8_0p9/single_particle_eta0p1_k101_depth600/U*/n0p7/Akw.npz and metadata.json. The 13 panels show U/t=0..12, eta/t=0.1 and exactly 101 directly calculated physical momenta k_j=j*pi/100 without momentum interpolation. The 101-point grid selects20 folded phases, with11 inversion representatives. The common mu and reference density are those of the original50-twist campaign and are not retuned for this coarser spectral sampling. Per-spin A=-Im(Gup+Gdn)/(2*pi), with unit full-frequency weight. The display clips to omega/t=-6..10, while stored NPZ arrays cover -6..16. Addition Em(N+1)-E0-mu; removal E0-Em(N-1)-mu. Color range0..1.5, with an upper saturation arrow.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5cf56d200049a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461701de4c490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2f8be159ea4ed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2be73b1dc74da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665d92719d441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7e941218be463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F6CD780-22D2-4374-8AA8-C8740670A7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C1388383-6848-447E-BC4B-BD5E0D1C799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0F25FF6-EF12-4D83-A308-389EF984A6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932B7E6-C559-46E3-9FB5-A8E4C8E01D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FBAA09E-6E5F-4039-9384-6EF655E3CA3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F807EE5-01B7-42F8-AB91-0B5CB2F8E05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325C00A-0B1A-4E23-8C1C-E5B6CC37913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55E892C-B051-40A5-8200-B850F8E80D7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2A108AE-E48F-4FA9-ACD2-CD3378C68C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9673831-C0E3-4086-A5E4-EFF500C44D6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4dee144f7174261" /><Relationship Type="http://schemas.openxmlformats.org/officeDocument/2006/relationships/slideLayout" Target="/ppt/slideLayouts/slideLayout1.xml" Id="R221e3fff80e74590" /><Relationship Type="http://schemas.openxmlformats.org/officeDocument/2006/relationships/slideLayout" Target="/ppt/slideLayouts/slideLayout2.xml" Id="R60680ce0a0064b97" /><Relationship Type="http://schemas.openxmlformats.org/officeDocument/2006/relationships/slideLayout" Target="/ppt/slideLayouts/slideLayout3.xml" Id="Rc32e498be7c046c6" /><Relationship Type="http://schemas.openxmlformats.org/officeDocument/2006/relationships/slideLayout" Target="/ppt/slideLayouts/slideLayout4.xml" Id="Ra6e7d4bc80c041a4" /><Relationship Type="http://schemas.openxmlformats.org/officeDocument/2006/relationships/slideLayout" Target="/ppt/slideLayouts/slideLayout5.xml" Id="R01b8116eab2e4673" /><Relationship Type="http://schemas.openxmlformats.org/officeDocument/2006/relationships/slideLayout" Target="/ppt/slideLayouts/slideLayout6.xml" Id="R219a219f4f33490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21e3fff80e74590"/>
    <p:sldLayoutId xmlns:r="http://schemas.openxmlformats.org/officeDocument/2006/relationships" id="2147483650" r:id="R60680ce0a0064b97"/>
    <p:sldLayoutId xmlns:r="http://schemas.openxmlformats.org/officeDocument/2006/relationships" id="2147483651" r:id="Rc32e498be7c046c6"/>
    <p:sldLayoutId xmlns:r="http://schemas.openxmlformats.org/officeDocument/2006/relationships" id="2147483652" r:id="Ra6e7d4bc80c041a4"/>
    <p:sldLayoutId xmlns:r="http://schemas.openxmlformats.org/officeDocument/2006/relationships" id="2147483653" r:id="R01b8116eab2e4673"/>
    <p:sldLayoutId xmlns:r="http://schemas.openxmlformats.org/officeDocument/2006/relationships" id="2147483654" r:id="R219a219f4f33490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fc5d13e5d3147f0" /><Relationship Type="http://schemas.openxmlformats.org/officeDocument/2006/relationships/chart" Target="/ppt/slides/charts/chart1.xml" Id="R3dd9e05f6ca14907" /><Relationship Type="http://schemas.openxmlformats.org/officeDocument/2006/relationships/chart" Target="/ppt/slides/charts/chart2.xml" Id="Rf286133435574a48" /><Relationship Type="http://schemas.openxmlformats.org/officeDocument/2006/relationships/chart" Target="/ppt/slides/charts/chart3.xml" Id="R4ab5604b37b54c9a" /><Relationship Type="http://schemas.openxmlformats.org/officeDocument/2006/relationships/notesSlide" Target="/ppt/notesSlides/notesSlide1.xml" Id="R45c75f1b550e4db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2fb295bc13d4ee9" /><Relationship Type="http://schemas.openxmlformats.org/officeDocument/2006/relationships/chart" Target="/ppt/slides/charts/chart4.xml" Id="R8281fa821bef4593" /><Relationship Type="http://schemas.openxmlformats.org/officeDocument/2006/relationships/chart" Target="/ppt/slides/charts/chart5.xml" Id="R10c0054816784148" /><Relationship Type="http://schemas.openxmlformats.org/officeDocument/2006/relationships/chart" Target="/ppt/slides/charts/chart6.xml" Id="R382999e84b934abd" /><Relationship Type="http://schemas.openxmlformats.org/officeDocument/2006/relationships/chart" Target="/ppt/slides/charts/chart7.xml" Id="Rc8caf36180af490d" /><Relationship Type="http://schemas.openxmlformats.org/officeDocument/2006/relationships/chart" Target="/ppt/slides/charts/chart8.xml" Id="R05f36f0ee0154f15" /><Relationship Type="http://schemas.openxmlformats.org/officeDocument/2006/relationships/chart" Target="/ppt/slides/charts/chart9.xml" Id="R9d4fe8ac0a78400d" /><Relationship Type="http://schemas.openxmlformats.org/officeDocument/2006/relationships/chart" Target="/ppt/slides/charts/chart10.xml" Id="R3b71b899ac4e435e" /><Relationship Type="http://schemas.openxmlformats.org/officeDocument/2006/relationships/chart" Target="/ppt/slides/charts/chart11.xml" Id="Rf5d314a31ba1455c" /><Relationship Type="http://schemas.openxmlformats.org/officeDocument/2006/relationships/chart" Target="/ppt/slides/charts/chart12.xml" Id="Rda3bb8ecce5844ac" /><Relationship Type="http://schemas.openxmlformats.org/officeDocument/2006/relationships/chart" Target="/ppt/slides/charts/chart13.xml" Id="R9b1ed87e368e445c" /><Relationship Type="http://schemas.openxmlformats.org/officeDocument/2006/relationships/chart" Target="/ppt/slides/charts/chart14.xml" Id="R2ed520df39e944d9" /><Relationship Type="http://schemas.openxmlformats.org/officeDocument/2006/relationships/chart" Target="/ppt/slides/charts/chart15.xml" Id="R5ab837f3e2874623" /><Relationship Type="http://schemas.openxmlformats.org/officeDocument/2006/relationships/chart" Target="/ppt/slides/charts/chart16.xml" Id="Ra5d113dd939c4bb0" /><Relationship Type="http://schemas.openxmlformats.org/officeDocument/2006/relationships/notesSlide" Target="/ppt/notesSlides/notesSlide2.xml" Id="Rf2ab682696c2436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13d9f1c75c47ed" /><Relationship Type="http://schemas.openxmlformats.org/officeDocument/2006/relationships/image" Target="/ppt/media/image.png" Id="Rc3825464f3a7492f" /><Relationship Type="http://schemas.openxmlformats.org/officeDocument/2006/relationships/notesSlide" Target="/ppt/notesSlides/notesSlide3.xml" Id="Rf8979e979177429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5912e62e76c4715" /><Relationship Type="http://schemas.openxmlformats.org/officeDocument/2006/relationships/chart" Target="/ppt/slides/charts/chart17.xml" Id="R5aa45d9472be4ad4" /><Relationship Type="http://schemas.openxmlformats.org/officeDocument/2006/relationships/chart" Target="/ppt/slides/charts/chart18.xml" Id="R84f1fbf5b70d4f6b" /><Relationship Type="http://schemas.openxmlformats.org/officeDocument/2006/relationships/chart" Target="/ppt/slides/charts/chart19.xml" Id="R4bf0bc8b28de4f20" /><Relationship Type="http://schemas.openxmlformats.org/officeDocument/2006/relationships/chart" Target="/ppt/slides/charts/chart20.xml" Id="R00236484f95e4f8b" /><Relationship Type="http://schemas.openxmlformats.org/officeDocument/2006/relationships/chart" Target="/ppt/slides/charts/chart21.xml" Id="Rac626251e20f4967" /><Relationship Type="http://schemas.openxmlformats.org/officeDocument/2006/relationships/chart" Target="/ppt/slides/charts/chart22.xml" Id="R6437b3fde2c74a36" /><Relationship Type="http://schemas.openxmlformats.org/officeDocument/2006/relationships/chart" Target="/ppt/slides/charts/chart23.xml" Id="Rb1b4a9bf85ab4af8" /><Relationship Type="http://schemas.openxmlformats.org/officeDocument/2006/relationships/chart" Target="/ppt/slides/charts/chart24.xml" Id="R0e7a0d4631bd4662" /><Relationship Type="http://schemas.openxmlformats.org/officeDocument/2006/relationships/chart" Target="/ppt/slides/charts/chart25.xml" Id="Rf17e71225b164fc1" /><Relationship Type="http://schemas.openxmlformats.org/officeDocument/2006/relationships/chart" Target="/ppt/slides/charts/chart26.xml" Id="R3074221a33454e19" /><Relationship Type="http://schemas.openxmlformats.org/officeDocument/2006/relationships/chart" Target="/ppt/slides/charts/chart27.xml" Id="R38aab112b4874dba" /><Relationship Type="http://schemas.openxmlformats.org/officeDocument/2006/relationships/chart" Target="/ppt/slides/charts/chart28.xml" Id="Rd67843b1a6144e10" /><Relationship Type="http://schemas.openxmlformats.org/officeDocument/2006/relationships/chart" Target="/ppt/slides/charts/chart29.xml" Id="R3b58af6d3b7f4299" /><Relationship Type="http://schemas.openxmlformats.org/officeDocument/2006/relationships/notesSlide" Target="/ppt/notesSlides/notesSlide4.xml" Id="Rbd394b72614a4ae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97bb74c220448cb" /><Relationship Type="http://schemas.openxmlformats.org/officeDocument/2006/relationships/image" Target="/ppt/media/image2.png" Id="Rc39e59023f7843e3" /><Relationship Type="http://schemas.openxmlformats.org/officeDocument/2006/relationships/notesSlide" Target="/ppt/notesSlides/notesSlide5.xml" Id="Ra0aaeb8a75d241d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e50b5fadc96410b" /><Relationship Type="http://schemas.openxmlformats.org/officeDocument/2006/relationships/chart" Target="/ppt/slides/charts/chart30.xml" Id="Re4f482e44f9d43ac" /><Relationship Type="http://schemas.openxmlformats.org/officeDocument/2006/relationships/chart" Target="/ppt/slides/charts/chart31.xml" Id="R1c30f6f40465441f" /><Relationship Type="http://schemas.openxmlformats.org/officeDocument/2006/relationships/chart" Target="/ppt/slides/charts/chart32.xml" Id="R2d6a28e71d7b4bae" /><Relationship Type="http://schemas.openxmlformats.org/officeDocument/2006/relationships/chart" Target="/ppt/slides/charts/chart33.xml" Id="R5f443cdb6e7a490a" /><Relationship Type="http://schemas.openxmlformats.org/officeDocument/2006/relationships/chart" Target="/ppt/slides/charts/chart34.xml" Id="R7c3ee6ba33924508" /><Relationship Type="http://schemas.openxmlformats.org/officeDocument/2006/relationships/chart" Target="/ppt/slides/charts/chart35.xml" Id="Rab8a48d6e3b54593" /><Relationship Type="http://schemas.openxmlformats.org/officeDocument/2006/relationships/chart" Target="/ppt/slides/charts/chart36.xml" Id="R315b31d9e89049c5" /><Relationship Type="http://schemas.openxmlformats.org/officeDocument/2006/relationships/chart" Target="/ppt/slides/charts/chart37.xml" Id="Rd82e6d989e6848a5" /><Relationship Type="http://schemas.openxmlformats.org/officeDocument/2006/relationships/chart" Target="/ppt/slides/charts/chart38.xml" Id="Rc6f9cfb012eb43d9" /><Relationship Type="http://schemas.openxmlformats.org/officeDocument/2006/relationships/chart" Target="/ppt/slides/charts/chart39.xml" Id="Redf23affdcb14a18" /><Relationship Type="http://schemas.openxmlformats.org/officeDocument/2006/relationships/chart" Target="/ppt/slides/charts/chart40.xml" Id="R71df098a21d549c0" /><Relationship Type="http://schemas.openxmlformats.org/officeDocument/2006/relationships/chart" Target="/ppt/slides/charts/chart41.xml" Id="R3b6dd19513a4488e" /><Relationship Type="http://schemas.openxmlformats.org/officeDocument/2006/relationships/chart" Target="/ppt/slides/charts/chart42.xml" Id="R5659ff9b272b4d06" /><Relationship Type="http://schemas.openxmlformats.org/officeDocument/2006/relationships/notesSlide" Target="/ppt/notesSlides/notesSlide6.xml" Id="R6e458d0b1a97497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72413710a0d4f29" /><Relationship Type="http://schemas.openxmlformats.org/officeDocument/2006/relationships/image" Target="/ppt/media/image3.png" Id="R222975efbaef4d8c" /><Relationship Type="http://schemas.openxmlformats.org/officeDocument/2006/relationships/notesSlide" Target="/ppt/notesSlides/notesSlide7.xml" Id="R796baf1569584151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_rels/chart5.xml.rels><Relationships xmlns="http://schemas.openxmlformats.org/package/2006/relationships"><Relationship Id="rIdChartSnapshot1" Type="http://schemas.openxmlformats.org/officeDocument/2006/relationships/package" Target="../../embeddings/chart-data-snapshot-005.xlsx"/></Relationships>
</file>

<file path=ppt/slides/charts/_rels/chart6.xml.rels><Relationships xmlns="http://schemas.openxmlformats.org/package/2006/relationships"><Relationship Id="rIdChartSnapshot1" Type="http://schemas.openxmlformats.org/officeDocument/2006/relationships/package" Target="../../embeddings/chart-data-snapshot-006.xlsx"/></Relationships>
</file>

<file path=ppt/slides/charts/_rels/chart7.xml.rels><Relationships xmlns="http://schemas.openxmlformats.org/package/2006/relationships"><Relationship Id="rIdChartSnapshot1" Type="http://schemas.openxmlformats.org/officeDocument/2006/relationships/package" Target="../../embeddings/chart-data-snapshot-007.xlsx"/></Relationships>
</file>

<file path=ppt/slides/charts/_rels/chart8.xml.rels><Relationships xmlns="http://schemas.openxmlformats.org/package/2006/relationships"><Relationship Id="rIdChartSnapshot1" Type="http://schemas.openxmlformats.org/officeDocument/2006/relationships/package" Target="../../embeddings/chart-data-snapshot-008.xlsx"/></Relationships>
</file>

<file path=ppt/slides/charts/_rels/chart9.xml.rels><Relationships xmlns="http://schemas.openxmlformats.org/package/2006/relationships"><Relationship Id="rIdChartSnapshot1" Type="http://schemas.openxmlformats.org/officeDocument/2006/relationships/package" Target="../../embeddings/chart-data-snapshot-009.xlsx"/></Relationships>
</file>

<file path=ppt/slides/charts/_rels/chart10.xml.rels><Relationships xmlns="http://schemas.openxmlformats.org/package/2006/relationships"><Relationship Id="rIdChartSnapshot1" Type="http://schemas.openxmlformats.org/officeDocument/2006/relationships/package" Target="../../embeddings/chart-data-snapshot-010.xlsx"/></Relationships>
</file>

<file path=ppt/slides/charts/_rels/chart11.xml.rels><Relationships xmlns="http://schemas.openxmlformats.org/package/2006/relationships"><Relationship Id="rIdChartSnapshot1" Type="http://schemas.openxmlformats.org/officeDocument/2006/relationships/package" Target="../../embeddings/chart-data-snapshot-011.xlsx"/></Relationships>
</file>

<file path=ppt/slides/charts/_rels/chart12.xml.rels><Relationships xmlns="http://schemas.openxmlformats.org/package/2006/relationships"><Relationship Id="rIdChartSnapshot1" Type="http://schemas.openxmlformats.org/officeDocument/2006/relationships/package" Target="../../embeddings/chart-data-snapshot-012.xlsx"/></Relationships>
</file>

<file path=ppt/slides/charts/_rels/chart13.xml.rels><Relationships xmlns="http://schemas.openxmlformats.org/package/2006/relationships"><Relationship Id="rIdChartSnapshot1" Type="http://schemas.openxmlformats.org/officeDocument/2006/relationships/package" Target="../../embeddings/chart-data-snapshot-013.xlsx"/></Relationships>
</file>

<file path=ppt/slides/charts/_rels/chart14.xml.rels><Relationships xmlns="http://schemas.openxmlformats.org/package/2006/relationships"><Relationship Id="rIdChartSnapshot1" Type="http://schemas.openxmlformats.org/officeDocument/2006/relationships/package" Target="../../embeddings/chart-data-snapshot-014.xlsx"/></Relationships>
</file>

<file path=ppt/slides/charts/_rels/chart15.xml.rels><Relationships xmlns="http://schemas.openxmlformats.org/package/2006/relationships"><Relationship Id="rIdChartSnapshot1" Type="http://schemas.openxmlformats.org/officeDocument/2006/relationships/package" Target="../../embeddings/chart-data-snapshot-015.xlsx"/></Relationships>
</file>

<file path=ppt/slides/charts/_rels/chart16.xml.rels><Relationships xmlns="http://schemas.openxmlformats.org/package/2006/relationships"><Relationship Id="rIdChartSnapshot1" Type="http://schemas.openxmlformats.org/officeDocument/2006/relationships/package" Target="../../embeddings/chart-data-snapshot-016.xlsx"/></Relationships>
</file>

<file path=ppt/slides/charts/_rels/chart17.xml.rels><Relationships xmlns="http://schemas.openxmlformats.org/package/2006/relationships"><Relationship Id="rIdChartSnapshot1" Type="http://schemas.openxmlformats.org/officeDocument/2006/relationships/package" Target="../../embeddings/chart-data-snapshot-017.xlsx"/></Relationships>
</file>

<file path=ppt/slides/charts/_rels/chart18.xml.rels><Relationships xmlns="http://schemas.openxmlformats.org/package/2006/relationships"><Relationship Id="rIdChartSnapshot1" Type="http://schemas.openxmlformats.org/officeDocument/2006/relationships/package" Target="../../embeddings/chart-data-snapshot-018.xlsx"/></Relationships>
</file>

<file path=ppt/slides/charts/_rels/chart19.xml.rels><Relationships xmlns="http://schemas.openxmlformats.org/package/2006/relationships"><Relationship Id="rIdChartSnapshot1" Type="http://schemas.openxmlformats.org/officeDocument/2006/relationships/package" Target="../../embeddings/chart-data-snapshot-019.xlsx"/></Relationships>
</file>

<file path=ppt/slides/charts/_rels/chart20.xml.rels><Relationships xmlns="http://schemas.openxmlformats.org/package/2006/relationships"><Relationship Id="rIdChartSnapshot1" Type="http://schemas.openxmlformats.org/officeDocument/2006/relationships/package" Target="../../embeddings/chart-data-snapshot-020.xlsx"/></Relationships>
</file>

<file path=ppt/slides/charts/_rels/chart21.xml.rels><Relationships xmlns="http://schemas.openxmlformats.org/package/2006/relationships"><Relationship Id="rIdChartSnapshot1" Type="http://schemas.openxmlformats.org/officeDocument/2006/relationships/package" Target="../../embeddings/chart-data-snapshot-021.xlsx"/></Relationships>
</file>

<file path=ppt/slides/charts/_rels/chart22.xml.rels><Relationships xmlns="http://schemas.openxmlformats.org/package/2006/relationships"><Relationship Id="rIdChartSnapshot1" Type="http://schemas.openxmlformats.org/officeDocument/2006/relationships/package" Target="../../embeddings/chart-data-snapshot-022.xlsx"/></Relationships>
</file>

<file path=ppt/slides/charts/_rels/chart23.xml.rels><Relationships xmlns="http://schemas.openxmlformats.org/package/2006/relationships"><Relationship Id="rIdChartSnapshot1" Type="http://schemas.openxmlformats.org/officeDocument/2006/relationships/package" Target="../../embeddings/chart-data-snapshot-023.xlsx"/></Relationships>
</file>

<file path=ppt/slides/charts/_rels/chart24.xml.rels><Relationships xmlns="http://schemas.openxmlformats.org/package/2006/relationships"><Relationship Id="rIdChartSnapshot1" Type="http://schemas.openxmlformats.org/officeDocument/2006/relationships/package" Target="../../embeddings/chart-data-snapshot-024.xlsx"/></Relationships>
</file>

<file path=ppt/slides/charts/_rels/chart25.xml.rels><Relationships xmlns="http://schemas.openxmlformats.org/package/2006/relationships"><Relationship Id="rIdChartSnapshot1" Type="http://schemas.openxmlformats.org/officeDocument/2006/relationships/package" Target="../../embeddings/chart-data-snapshot-025.xlsx"/></Relationships>
</file>

<file path=ppt/slides/charts/_rels/chart26.xml.rels><Relationships xmlns="http://schemas.openxmlformats.org/package/2006/relationships"><Relationship Id="rIdChartSnapshot1" Type="http://schemas.openxmlformats.org/officeDocument/2006/relationships/package" Target="../../embeddings/chart-data-snapshot-026.xlsx"/></Relationships>
</file>

<file path=ppt/slides/charts/_rels/chart27.xml.rels><Relationships xmlns="http://schemas.openxmlformats.org/package/2006/relationships"><Relationship Id="rIdChartSnapshot1" Type="http://schemas.openxmlformats.org/officeDocument/2006/relationships/package" Target="../../embeddings/chart-data-snapshot-027.xlsx"/></Relationships>
</file>

<file path=ppt/slides/charts/_rels/chart28.xml.rels><Relationships xmlns="http://schemas.openxmlformats.org/package/2006/relationships"><Relationship Id="rIdChartSnapshot1" Type="http://schemas.openxmlformats.org/officeDocument/2006/relationships/package" Target="../../embeddings/chart-data-snapshot-028.xlsx"/></Relationships>
</file>

<file path=ppt/slides/charts/_rels/chart29.xml.rels><Relationships xmlns="http://schemas.openxmlformats.org/package/2006/relationships"><Relationship Id="rIdChartSnapshot1" Type="http://schemas.openxmlformats.org/officeDocument/2006/relationships/package" Target="../../embeddings/chart-data-snapshot-029.xlsx"/></Relationships>
</file>

<file path=ppt/slides/charts/_rels/chart30.xml.rels><Relationships xmlns="http://schemas.openxmlformats.org/package/2006/relationships"><Relationship Id="rIdChartSnapshot1" Type="http://schemas.openxmlformats.org/officeDocument/2006/relationships/package" Target="../../embeddings/chart-data-snapshot-030.xlsx"/></Relationships>
</file>

<file path=ppt/slides/charts/_rels/chart31.xml.rels><Relationships xmlns="http://schemas.openxmlformats.org/package/2006/relationships"><Relationship Id="rIdChartSnapshot1" Type="http://schemas.openxmlformats.org/officeDocument/2006/relationships/package" Target="../../embeddings/chart-data-snapshot-031.xlsx"/></Relationships>
</file>

<file path=ppt/slides/charts/_rels/chart32.xml.rels><Relationships xmlns="http://schemas.openxmlformats.org/package/2006/relationships"><Relationship Id="rIdChartSnapshot1" Type="http://schemas.openxmlformats.org/officeDocument/2006/relationships/package" Target="../../embeddings/chart-data-snapshot-032.xlsx"/></Relationships>
</file>

<file path=ppt/slides/charts/_rels/chart33.xml.rels><Relationships xmlns="http://schemas.openxmlformats.org/package/2006/relationships"><Relationship Id="rIdChartSnapshot1" Type="http://schemas.openxmlformats.org/officeDocument/2006/relationships/package" Target="../../embeddings/chart-data-snapshot-033.xlsx"/></Relationships>
</file>

<file path=ppt/slides/charts/_rels/chart34.xml.rels><Relationships xmlns="http://schemas.openxmlformats.org/package/2006/relationships"><Relationship Id="rIdChartSnapshot1" Type="http://schemas.openxmlformats.org/officeDocument/2006/relationships/package" Target="../../embeddings/chart-data-snapshot-034.xlsx"/></Relationships>
</file>

<file path=ppt/slides/charts/_rels/chart35.xml.rels><Relationships xmlns="http://schemas.openxmlformats.org/package/2006/relationships"><Relationship Id="rIdChartSnapshot1" Type="http://schemas.openxmlformats.org/officeDocument/2006/relationships/package" Target="../../embeddings/chart-data-snapshot-035.xlsx"/></Relationships>
</file>

<file path=ppt/slides/charts/_rels/chart36.xml.rels><Relationships xmlns="http://schemas.openxmlformats.org/package/2006/relationships"><Relationship Id="rIdChartSnapshot1" Type="http://schemas.openxmlformats.org/officeDocument/2006/relationships/package" Target="../../embeddings/chart-data-snapshot-036.xlsx"/></Relationships>
</file>

<file path=ppt/slides/charts/_rels/chart37.xml.rels><Relationships xmlns="http://schemas.openxmlformats.org/package/2006/relationships"><Relationship Id="rIdChartSnapshot1" Type="http://schemas.openxmlformats.org/officeDocument/2006/relationships/package" Target="../../embeddings/chart-data-snapshot-037.xlsx"/></Relationships>
</file>

<file path=ppt/slides/charts/_rels/chart38.xml.rels><Relationships xmlns="http://schemas.openxmlformats.org/package/2006/relationships"><Relationship Id="rIdChartSnapshot1" Type="http://schemas.openxmlformats.org/officeDocument/2006/relationships/package" Target="../../embeddings/chart-data-snapshot-038.xlsx"/></Relationships>
</file>

<file path=ppt/slides/charts/_rels/chart39.xml.rels><Relationships xmlns="http://schemas.openxmlformats.org/package/2006/relationships"><Relationship Id="rIdChartSnapshot1" Type="http://schemas.openxmlformats.org/officeDocument/2006/relationships/package" Target="../../embeddings/chart-data-snapshot-039.xlsx"/></Relationships>
</file>

<file path=ppt/slides/charts/_rels/chart40.xml.rels><Relationships xmlns="http://schemas.openxmlformats.org/package/2006/relationships"><Relationship Id="rIdChartSnapshot1" Type="http://schemas.openxmlformats.org/officeDocument/2006/relationships/package" Target="../../embeddings/chart-data-snapshot-040.xlsx"/></Relationships>
</file>

<file path=ppt/slides/charts/_rels/chart41.xml.rels><Relationships xmlns="http://schemas.openxmlformats.org/package/2006/relationships"><Relationship Id="rIdChartSnapshot1" Type="http://schemas.openxmlformats.org/officeDocument/2006/relationships/package" Target="../../embeddings/chart-data-snapshot-041.xlsx"/></Relationships>
</file>

<file path=ppt/slides/charts/_rels/chart42.xml.rels><Relationships xmlns="http://schemas.openxmlformats.org/package/2006/relationships"><Relationship Id="rIdChartSnapshot1" Type="http://schemas.openxmlformats.org/officeDocument/2006/relationships/package" Target="../../embeddings/chart-data-snapshot-04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n = 0.7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>
              <a:solidFill>
                <a:srgbClr val="222222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scatterChart>
        <c:scatterStyle val="lineMarker"/>
        <c:varyColors val="0"/>
        <c:ser>
          <c:idx val="0"/>
          <c:order val="0"/>
          <c:tx>
            <c:v>BA charge</c:v>
          </c:tx>
          <c:spPr>
            <a:ln xmlns:a="http://schemas.openxmlformats.org/drawingml/2006/main" w="15240">
              <a:solidFill>
                <a:srgbClr val="C43C64"/>
              </a:solidFill>
              <a:prstDash val="solid"/>
            </a:ln>
          </c:spPr>
          <c:marker>
            <c:symbol val="none"/>
            <c:size val="5"/>
            <c:spPr>
              <a:solidFill xmlns:a="http://schemas.openxmlformats.org/drawingml/2006/main">
                <a:srgbClr val="C43C64"/>
              </a:solidFill>
            </c:spPr>
          </c:marker>
          <c:xVal>
            <c:numRef>
              <c:f>'Chart Data'!$A$2:$A$62</c:f>
              <c:numCache>
                <c:formatCode>General</c:formatCode>
                <c:ptCount val="61"/>
                <c:pt idx="0">
                  <c:v>0</c:v>
                </c:pt>
                <c:pt idx="1">
                  <c:v>0.2</c:v>
                </c:pt>
                <c:pt idx="2">
                  <c:v>0.4</c:v>
                </c:pt>
                <c:pt idx="3">
                  <c:v>0.6</c:v>
                </c:pt>
                <c:pt idx="4">
                  <c:v>0.8</c:v>
                </c:pt>
                <c:pt idx="5">
                  <c:v>1</c:v>
                </c:pt>
                <c:pt idx="6">
                  <c:v>1.2</c:v>
                </c:pt>
                <c:pt idx="7">
                  <c:v>1.4</c:v>
                </c:pt>
                <c:pt idx="8">
                  <c:v>1.6</c:v>
                </c:pt>
                <c:pt idx="9">
                  <c:v>1.8</c:v>
                </c:pt>
                <c:pt idx="10">
                  <c:v>2</c:v>
                </c:pt>
                <c:pt idx="11">
                  <c:v>2.2</c:v>
                </c:pt>
                <c:pt idx="12">
                  <c:v>2.4</c:v>
                </c:pt>
                <c:pt idx="13">
                  <c:v>2.6</c:v>
                </c:pt>
                <c:pt idx="14">
                  <c:v>2.8</c:v>
                </c:pt>
                <c:pt idx="15">
                  <c:v>3</c:v>
                </c:pt>
                <c:pt idx="16">
                  <c:v>3.2</c:v>
                </c:pt>
                <c:pt idx="17">
                  <c:v>3.4</c:v>
                </c:pt>
                <c:pt idx="18">
                  <c:v>3.6</c:v>
                </c:pt>
                <c:pt idx="19">
                  <c:v>3.8</c:v>
                </c:pt>
                <c:pt idx="20">
                  <c:v>4</c:v>
                </c:pt>
                <c:pt idx="21">
                  <c:v>4.2</c:v>
                </c:pt>
                <c:pt idx="22">
                  <c:v>4.4</c:v>
                </c:pt>
                <c:pt idx="23">
                  <c:v>4.6</c:v>
                </c:pt>
                <c:pt idx="24">
                  <c:v>4.8</c:v>
                </c:pt>
                <c:pt idx="25">
                  <c:v>5</c:v>
                </c:pt>
                <c:pt idx="26">
                  <c:v>5.2</c:v>
                </c:pt>
                <c:pt idx="27">
                  <c:v>5.4</c:v>
                </c:pt>
                <c:pt idx="28">
                  <c:v>5.6</c:v>
                </c:pt>
                <c:pt idx="29">
                  <c:v>5.8</c:v>
                </c:pt>
                <c:pt idx="30">
                  <c:v>6</c:v>
                </c:pt>
                <c:pt idx="31">
                  <c:v>6.2</c:v>
                </c:pt>
                <c:pt idx="32">
                  <c:v>6.4</c:v>
                </c:pt>
                <c:pt idx="33">
                  <c:v>6.6</c:v>
                </c:pt>
                <c:pt idx="34">
                  <c:v>6.8</c:v>
                </c:pt>
                <c:pt idx="35">
                  <c:v>7</c:v>
                </c:pt>
                <c:pt idx="36">
                  <c:v>7.2</c:v>
                </c:pt>
                <c:pt idx="37">
                  <c:v>7.4</c:v>
                </c:pt>
                <c:pt idx="38">
                  <c:v>7.6</c:v>
                </c:pt>
                <c:pt idx="39">
                  <c:v>7.8</c:v>
                </c:pt>
                <c:pt idx="40">
                  <c:v>8</c:v>
                </c:pt>
                <c:pt idx="41">
                  <c:v>8.2</c:v>
                </c:pt>
                <c:pt idx="42">
                  <c:v>8.4</c:v>
                </c:pt>
                <c:pt idx="43">
                  <c:v>8.6</c:v>
                </c:pt>
                <c:pt idx="44">
                  <c:v>8.8</c:v>
                </c:pt>
                <c:pt idx="45">
                  <c:v>9</c:v>
                </c:pt>
                <c:pt idx="46">
                  <c:v>9.2</c:v>
                </c:pt>
                <c:pt idx="47">
                  <c:v>9.4</c:v>
                </c:pt>
                <c:pt idx="48">
                  <c:v>9.6</c:v>
                </c:pt>
                <c:pt idx="49">
                  <c:v>9.8</c:v>
                </c:pt>
                <c:pt idx="50">
                  <c:v>10</c:v>
                </c:pt>
                <c:pt idx="51">
                  <c:v>10.2</c:v>
                </c:pt>
                <c:pt idx="52">
                  <c:v>10.4</c:v>
                </c:pt>
                <c:pt idx="53">
                  <c:v>10.6</c:v>
                </c:pt>
                <c:pt idx="54">
                  <c:v>10.8</c:v>
                </c:pt>
                <c:pt idx="55">
                  <c:v>11</c:v>
                </c:pt>
                <c:pt idx="56">
                  <c:v>11.2</c:v>
                </c:pt>
                <c:pt idx="57">
                  <c:v>11.4</c:v>
                </c:pt>
                <c:pt idx="58">
                  <c:v>11.6</c:v>
                </c:pt>
                <c:pt idx="59">
                  <c:v>11.8</c:v>
                </c:pt>
                <c:pt idx="60">
                  <c:v>12</c:v>
                </c:pt>
              </c:numCache>
            </c:numRef>
          </c:xVal>
          <c:yVal>
            <c:numRef>
              <c:f>'Chart Data'!$B$2:$B$62</c:f>
              <c:numCache>
                <c:formatCode>0.0</c:formatCode>
                <c:ptCount val="61"/>
                <c:pt idx="0">
                  <c:v>1.78201304838</c:v>
                </c:pt>
                <c:pt idx="1">
                  <c:v>1.81316945568</c:v>
                </c:pt>
                <c:pt idx="2">
                  <c:v>1.84292053422</c:v>
                </c:pt>
                <c:pt idx="3">
                  <c:v>1.87117497914</c:v>
                </c:pt>
                <c:pt idx="4">
                  <c:v>1.8978376655</c:v>
                </c:pt>
                <c:pt idx="5">
                  <c:v>1.9228160828</c:v>
                </c:pt>
                <c:pt idx="6">
                  <c:v>1.94602618483</c:v>
                </c:pt>
                <c:pt idx="7">
                  <c:v>1.96739755178</c:v>
                </c:pt>
                <c:pt idx="8">
                  <c:v>1.98687766579</c:v>
                </c:pt>
                <c:pt idx="9">
                  <c:v>2.00443509462</c:v>
                </c:pt>
                <c:pt idx="10">
                  <c:v>2.02006143223</c:v>
                </c:pt>
                <c:pt idx="11">
                  <c:v>2.0337719366</c:v>
                </c:pt>
                <c:pt idx="12">
                  <c:v>2.0456049112</c:v>
                </c:pt>
                <c:pt idx="13">
                  <c:v>2.05561997698</c:v>
                </c:pt>
                <c:pt idx="14">
                  <c:v>2.0638954602</c:v>
                </c:pt>
                <c:pt idx="15">
                  <c:v>2.07052516697</c:v>
                </c:pt>
                <c:pt idx="16">
                  <c:v>2.07561482704</c:v>
                </c:pt>
                <c:pt idx="17">
                  <c:v>2.07927846986</c:v>
                </c:pt>
                <c:pt idx="18">
                  <c:v>2.08163495375</c:v>
                </c:pt>
                <c:pt idx="19">
                  <c:v>2.0828048149</c:v>
                </c:pt>
                <c:pt idx="20">
                  <c:v>2.0829075446</c:v>
                </c:pt>
                <c:pt idx="21">
                  <c:v>2.08205934988</c:v>
                </c:pt>
                <c:pt idx="22">
                  <c:v>2.08037140748</c:v>
                </c:pt>
                <c:pt idx="23">
                  <c:v>2.07794858751</c:v>
                </c:pt>
                <c:pt idx="24">
                  <c:v>2.07488860048</c:v>
                </c:pt>
                <c:pt idx="25">
                  <c:v>2.07128150844</c:v>
                </c:pt>
                <c:pt idx="26">
                  <c:v>2.06720953647</c:v>
                </c:pt>
                <c:pt idx="27">
                  <c:v>2.0627471216</c:v>
                </c:pt>
                <c:pt idx="28">
                  <c:v>2.05796114135</c:v>
                </c:pt>
                <c:pt idx="29">
                  <c:v>2.05291127097</c:v>
                </c:pt>
                <c:pt idx="30">
                  <c:v>2.04765042675</c:v>
                </c:pt>
                <c:pt idx="31">
                  <c:v>2.04222526051</c:v>
                </c:pt>
                <c:pt idx="32">
                  <c:v>2.03667667793</c:v>
                </c:pt>
                <c:pt idx="33">
                  <c:v>2.03104036012</c:v>
                </c:pt>
                <c:pt idx="34">
                  <c:v>2.02534727324</c:v>
                </c:pt>
                <c:pt idx="35">
                  <c:v>2.01962415573</c:v>
                </c:pt>
                <c:pt idx="36">
                  <c:v>2.01389397617</c:v>
                </c:pt>
                <c:pt idx="37">
                  <c:v>2.00817635803</c:v>
                </c:pt>
                <c:pt idx="38">
                  <c:v>2.00248796925</c:v>
                </c:pt>
                <c:pt idx="39">
                  <c:v>1.99684287645</c:v>
                </c:pt>
                <c:pt idx="40">
                  <c:v>1.9912528647</c:v>
                </c:pt>
                <c:pt idx="41">
                  <c:v>1.98572772431</c:v>
                </c:pt>
                <c:pt idx="42">
                  <c:v>1.98027550677</c:v>
                </c:pt>
                <c:pt idx="43">
                  <c:v>1.97490275214</c:v>
                </c:pt>
                <c:pt idx="44">
                  <c:v>1.96961469028</c:v>
                </c:pt>
                <c:pt idx="45">
                  <c:v>1.96441541844</c:v>
                </c:pt>
                <c:pt idx="46">
                  <c:v>1.95930805739</c:v>
                </c:pt>
                <c:pt idx="47">
                  <c:v>1.95429488852</c:v>
                </c:pt>
                <c:pt idx="48">
                  <c:v>1.94937747384</c:v>
                </c:pt>
                <c:pt idx="49">
                  <c:v>1.94455676087</c:v>
                </c:pt>
                <c:pt idx="50">
                  <c:v>1.9398331741</c:v>
                </c:pt>
                <c:pt idx="51">
                  <c:v>1.9352066947</c:v>
                </c:pt>
                <c:pt idx="52">
                  <c:v>1.93067692978</c:v>
                </c:pt>
                <c:pt idx="53">
                  <c:v>1.92624317257</c:v>
                </c:pt>
                <c:pt idx="54">
                  <c:v>1.92190445456</c:v>
                </c:pt>
                <c:pt idx="55">
                  <c:v>1.91765959069</c:v>
                </c:pt>
                <c:pt idx="56">
                  <c:v>1.91350721834</c:v>
                </c:pt>
                <c:pt idx="57">
                  <c:v>1.90944583106</c:v>
                </c:pt>
                <c:pt idx="58">
                  <c:v>1.90547380758</c:v>
                </c:pt>
                <c:pt idx="59">
                  <c:v>1.90158943681</c:v>
                </c:pt>
                <c:pt idx="60">
                  <c:v>1.89779093923</c:v>
                </c:pt>
              </c:numCache>
            </c:numRef>
          </c:yVal>
        </c:ser>
        <c:ser>
          <c:idx val="1"/>
          <c:order val="1"/>
          <c:tx>
            <c:v>Peak/q charge</c:v>
          </c:tx>
          <c:spPr>
            <a:ln xmlns:a="http://schemas.openxmlformats.org/drawingml/2006/main" w="0">
              <a:noFill/>
              <a:prstDash val="solid"/>
            </a:ln>
          </c:spPr>
          <c:marker>
            <c:symbol val="circle"/>
            <c:size val="5"/>
            <c:spPr>
              <a:solidFill xmlns:a="http://schemas.openxmlformats.org/drawingml/2006/main">
                <a:srgbClr val="C43C64"/>
              </a:solidFill>
            </c:spPr>
          </c:marker>
          <c:xVal>
            <c:numRef>
              <c:f>'Chart Data'!$C$2:$C$14</c:f>
              <c:numCache>
                <c:formatCode>General</c:formatCode>
                <c:ptCount val="13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</c:numCache>
            </c:numRef>
          </c:xVal>
          <c:yVal>
            <c:numRef>
              <c:f>'Chart Data'!$D$2:$D$14</c:f>
              <c:numCache>
                <c:formatCode>0.0</c:formatCode>
                <c:ptCount val="13"/>
                <c:pt idx="0">
                  <c:v>1.80456890377</c:v>
                </c:pt>
                <c:pt idx="1">
                  <c:v>1.94691732004</c:v>
                </c:pt>
                <c:pt idx="2">
                  <c:v>2.0094763519</c:v>
                </c:pt>
                <c:pt idx="3">
                  <c:v>2.02327211138</c:v>
                </c:pt>
                <c:pt idx="4">
                  <c:v>2.01505974566</c:v>
                </c:pt>
                <c:pt idx="5">
                  <c:v>1.99889149193</c:v>
                </c:pt>
                <c:pt idx="6">
                  <c:v>1.98102748605</c:v>
                </c:pt>
                <c:pt idx="7">
                  <c:v>1.95703148442</c:v>
                </c:pt>
                <c:pt idx="8">
                  <c:v>1.93231744733</c:v>
                </c:pt>
                <c:pt idx="9">
                  <c:v>1.90897226096</c:v>
                </c:pt>
                <c:pt idx="10">
                  <c:v>1.88752671244</c:v>
                </c:pt>
                <c:pt idx="11">
                  <c:v>1.86810153797</c:v>
                </c:pt>
                <c:pt idx="12">
                  <c:v>1.85061997046</c:v>
                </c:pt>
              </c:numCache>
            </c:numRef>
          </c:yVal>
        </c:ser>
        <c:ser>
          <c:idx val="2"/>
          <c:order val="2"/>
          <c:tx>
            <c:v>BA spin</c:v>
          </c:tx>
          <c:spPr>
            <a:ln xmlns:a="http://schemas.openxmlformats.org/drawingml/2006/main" w="15240">
              <a:solidFill>
                <a:srgbClr val="234F91"/>
              </a:solidFill>
              <a:prstDash val="dash"/>
            </a:ln>
          </c:spPr>
          <c:marker>
            <c:symbol val="none"/>
            <c:size val="5"/>
            <c:spPr>
              <a:solidFill xmlns:a="http://schemas.openxmlformats.org/drawingml/2006/main">
                <a:srgbClr val="234F91"/>
              </a:solidFill>
            </c:spPr>
          </c:marker>
          <c:xVal>
            <c:numRef>
              <c:f>'Chart Data'!$E$2:$E$62</c:f>
              <c:numCache>
                <c:formatCode>General</c:formatCode>
                <c:ptCount val="61"/>
                <c:pt idx="0">
                  <c:v>0</c:v>
                </c:pt>
                <c:pt idx="1">
                  <c:v>0.2</c:v>
                </c:pt>
                <c:pt idx="2">
                  <c:v>0.4</c:v>
                </c:pt>
                <c:pt idx="3">
                  <c:v>0.6</c:v>
                </c:pt>
                <c:pt idx="4">
                  <c:v>0.8</c:v>
                </c:pt>
                <c:pt idx="5">
                  <c:v>1</c:v>
                </c:pt>
                <c:pt idx="6">
                  <c:v>1.2</c:v>
                </c:pt>
                <c:pt idx="7">
                  <c:v>1.4</c:v>
                </c:pt>
                <c:pt idx="8">
                  <c:v>1.6</c:v>
                </c:pt>
                <c:pt idx="9">
                  <c:v>1.8</c:v>
                </c:pt>
                <c:pt idx="10">
                  <c:v>2</c:v>
                </c:pt>
                <c:pt idx="11">
                  <c:v>2.2</c:v>
                </c:pt>
                <c:pt idx="12">
                  <c:v>2.4</c:v>
                </c:pt>
                <c:pt idx="13">
                  <c:v>2.6</c:v>
                </c:pt>
                <c:pt idx="14">
                  <c:v>2.8</c:v>
                </c:pt>
                <c:pt idx="15">
                  <c:v>3</c:v>
                </c:pt>
                <c:pt idx="16">
                  <c:v>3.2</c:v>
                </c:pt>
                <c:pt idx="17">
                  <c:v>3.4</c:v>
                </c:pt>
                <c:pt idx="18">
                  <c:v>3.6</c:v>
                </c:pt>
                <c:pt idx="19">
                  <c:v>3.8</c:v>
                </c:pt>
                <c:pt idx="20">
                  <c:v>4</c:v>
                </c:pt>
                <c:pt idx="21">
                  <c:v>4.2</c:v>
                </c:pt>
                <c:pt idx="22">
                  <c:v>4.4</c:v>
                </c:pt>
                <c:pt idx="23">
                  <c:v>4.6</c:v>
                </c:pt>
                <c:pt idx="24">
                  <c:v>4.8</c:v>
                </c:pt>
                <c:pt idx="25">
                  <c:v>5</c:v>
                </c:pt>
                <c:pt idx="26">
                  <c:v>5.2</c:v>
                </c:pt>
                <c:pt idx="27">
                  <c:v>5.4</c:v>
                </c:pt>
                <c:pt idx="28">
                  <c:v>5.6</c:v>
                </c:pt>
                <c:pt idx="29">
                  <c:v>5.8</c:v>
                </c:pt>
                <c:pt idx="30">
                  <c:v>6</c:v>
                </c:pt>
                <c:pt idx="31">
                  <c:v>6.2</c:v>
                </c:pt>
                <c:pt idx="32">
                  <c:v>6.4</c:v>
                </c:pt>
                <c:pt idx="33">
                  <c:v>6.6</c:v>
                </c:pt>
                <c:pt idx="34">
                  <c:v>6.8</c:v>
                </c:pt>
                <c:pt idx="35">
                  <c:v>7</c:v>
                </c:pt>
                <c:pt idx="36">
                  <c:v>7.2</c:v>
                </c:pt>
                <c:pt idx="37">
                  <c:v>7.4</c:v>
                </c:pt>
                <c:pt idx="38">
                  <c:v>7.6</c:v>
                </c:pt>
                <c:pt idx="39">
                  <c:v>7.8</c:v>
                </c:pt>
                <c:pt idx="40">
                  <c:v>8</c:v>
                </c:pt>
                <c:pt idx="41">
                  <c:v>8.2</c:v>
                </c:pt>
                <c:pt idx="42">
                  <c:v>8.4</c:v>
                </c:pt>
                <c:pt idx="43">
                  <c:v>8.6</c:v>
                </c:pt>
                <c:pt idx="44">
                  <c:v>8.8</c:v>
                </c:pt>
                <c:pt idx="45">
                  <c:v>9</c:v>
                </c:pt>
                <c:pt idx="46">
                  <c:v>9.2</c:v>
                </c:pt>
                <c:pt idx="47">
                  <c:v>9.4</c:v>
                </c:pt>
                <c:pt idx="48">
                  <c:v>9.6</c:v>
                </c:pt>
                <c:pt idx="49">
                  <c:v>9.8</c:v>
                </c:pt>
                <c:pt idx="50">
                  <c:v>10</c:v>
                </c:pt>
                <c:pt idx="51">
                  <c:v>10.2</c:v>
                </c:pt>
                <c:pt idx="52">
                  <c:v>10.4</c:v>
                </c:pt>
                <c:pt idx="53">
                  <c:v>10.6</c:v>
                </c:pt>
                <c:pt idx="54">
                  <c:v>10.8</c:v>
                </c:pt>
                <c:pt idx="55">
                  <c:v>11</c:v>
                </c:pt>
                <c:pt idx="56">
                  <c:v>11.2</c:v>
                </c:pt>
                <c:pt idx="57">
                  <c:v>11.4</c:v>
                </c:pt>
                <c:pt idx="58">
                  <c:v>11.6</c:v>
                </c:pt>
                <c:pt idx="59">
                  <c:v>11.8</c:v>
                </c:pt>
                <c:pt idx="60">
                  <c:v>12</c:v>
                </c:pt>
              </c:numCache>
            </c:numRef>
          </c:xVal>
          <c:yVal>
            <c:numRef>
              <c:f>'Chart Data'!$F$2:$F$62</c:f>
              <c:numCache>
                <c:formatCode>0.0</c:formatCode>
                <c:ptCount val="61"/>
                <c:pt idx="0">
                  <c:v>1.78201304838</c:v>
                </c:pt>
                <c:pt idx="1">
                  <c:v>1.75009489625</c:v>
                </c:pt>
                <c:pt idx="2">
                  <c:v>1.71802742888</c:v>
                </c:pt>
                <c:pt idx="3">
                  <c:v>1.68585097789</c:v>
                </c:pt>
                <c:pt idx="4">
                  <c:v>1.65360978392</c:v>
                </c:pt>
                <c:pt idx="5">
                  <c:v>1.62135191756</c:v>
                </c:pt>
                <c:pt idx="6">
                  <c:v>1.58912892193</c:v>
                </c:pt>
                <c:pt idx="7">
                  <c:v>1.55699522044</c:v>
                </c:pt>
                <c:pt idx="8">
                  <c:v>1.52500733105</c:v>
                </c:pt>
                <c:pt idx="9">
                  <c:v>1.49322293446</c:v>
                </c:pt>
                <c:pt idx="10">
                  <c:v>1.46169985012</c:v>
                </c:pt>
                <c:pt idx="11">
                  <c:v>1.43049497857</c:v>
                </c:pt>
                <c:pt idx="12">
                  <c:v>1.3996632687</c:v>
                </c:pt>
                <c:pt idx="13">
                  <c:v>1.36925676358</c:v>
                </c:pt>
                <c:pt idx="14">
                  <c:v>1.33932376929</c:v>
                </c:pt>
                <c:pt idx="15">
                  <c:v>1.30990817919</c:v>
                </c:pt>
                <c:pt idx="16">
                  <c:v>1.28104897204</c:v>
                </c:pt>
                <c:pt idx="17">
                  <c:v>1.25277988935</c:v>
                </c:pt>
                <c:pt idx="18">
                  <c:v>1.22512928529</c:v>
                </c:pt>
                <c:pt idx="19">
                  <c:v>1.19812013328</c:v>
                </c:pt>
                <c:pt idx="20">
                  <c:v>1.17177016726</c:v>
                </c:pt>
                <c:pt idx="21">
                  <c:v>1.14609213193</c:v>
                </c:pt>
                <c:pt idx="22">
                  <c:v>1.12109411545</c:v>
                </c:pt>
                <c:pt idx="23">
                  <c:v>1.0967799394</c:v>
                </c:pt>
                <c:pt idx="24">
                  <c:v>1.07314958286</c:v>
                </c:pt>
                <c:pt idx="25">
                  <c:v>1.05019962124</c:v>
                </c:pt>
                <c:pt idx="26">
                  <c:v>1.02792366372</c:v>
                </c:pt>
                <c:pt idx="27">
                  <c:v>1.00631277702</c:v>
                </c:pt>
                <c:pt idx="28">
                  <c:v>0.985355886507</c:v>
                </c:pt>
                <c:pt idx="29">
                  <c:v>0.965040148555</c:v>
                </c:pt>
                <c:pt idx="30">
                  <c:v>0.945351290516</c:v>
                </c:pt>
                <c:pt idx="31">
                  <c:v>0.926273916666</c:v>
                </c:pt>
                <c:pt idx="32">
                  <c:v>0.907791779975</c:v>
                </c:pt>
                <c:pt idx="33">
                  <c:v>0.889888020669</c:v>
                </c:pt>
                <c:pt idx="34">
                  <c:v>0.872545373304</c:v>
                </c:pt>
                <c:pt idx="35">
                  <c:v>0.855746344599</c:v>
                </c:pt>
                <c:pt idx="36">
                  <c:v>0.839473364512</c:v>
                </c:pt>
                <c:pt idx="37">
                  <c:v>0.823708913195</c:v>
                </c:pt>
                <c:pt idx="38">
                  <c:v>0.80843562642</c:v>
                </c:pt>
                <c:pt idx="39">
                  <c:v>0.793636382017</c:v>
                </c:pt>
                <c:pt idx="40">
                  <c:v>0.779294369678</c:v>
                </c:pt>
                <c:pt idx="41">
                  <c:v>0.765393146332</c:v>
                </c:pt>
                <c:pt idx="42">
                  <c:v>0.751916679097</c:v>
                </c:pt>
                <c:pt idx="43">
                  <c:v>0.73884937759</c:v>
                </c:pt>
                <c:pt idx="44">
                  <c:v>0.726176117214</c:v>
                </c:pt>
                <c:pt idx="45">
                  <c:v>0.713882254832</c:v>
                </c:pt>
                <c:pt idx="46">
                  <c:v>0.701953638061</c:v>
                </c:pt>
                <c:pt idx="47">
                  <c:v>0.690376609281</c:v>
                </c:pt>
                <c:pt idx="48">
                  <c:v>0.679138005269</c:v>
                </c:pt>
                <c:pt idx="49">
                  <c:v>0.668225153296</c:v>
                </c:pt>
                <c:pt idx="50">
                  <c:v>0.657625864337</c:v>
                </c:pt>
                <c:pt idx="51">
                  <c:v>0.647328424012</c:v>
                </c:pt>
                <c:pt idx="52">
                  <c:v>0.637321581741</c:v>
                </c:pt>
                <c:pt idx="53">
                  <c:v>0.627594538533</c:v>
                </c:pt>
                <c:pt idx="54">
                  <c:v>0.618136933768</c:v>
                </c:pt>
                <c:pt idx="55">
                  <c:v>0.608938831262</c:v>
                </c:pt>
                <c:pt idx="56">
                  <c:v>0.59999070486</c:v>
                </c:pt>
                <c:pt idx="57">
                  <c:v>0.591283423766</c:v>
                </c:pt>
                <c:pt idx="58">
                  <c:v>0.582808237768</c:v>
                </c:pt>
                <c:pt idx="59">
                  <c:v>0.574556762499</c:v>
                </c:pt>
                <c:pt idx="60">
                  <c:v>0.566520964839</c:v>
                </c:pt>
              </c:numCache>
            </c:numRef>
          </c:yVal>
        </c:ser>
        <c:ser>
          <c:idx val="3"/>
          <c:order val="3"/>
          <c:tx>
            <c:v>Peak/q spin</c:v>
          </c:tx>
          <c:spPr>
            <a:ln xmlns:a="http://schemas.openxmlformats.org/drawingml/2006/main" w="0">
              <a:noFill/>
              <a:prstDash val="dash"/>
            </a:ln>
          </c:spPr>
          <c:marker>
            <c:symbol val="square"/>
            <c:size val="5"/>
            <c:spPr>
              <a:solidFill xmlns:a="http://schemas.openxmlformats.org/drawingml/2006/main">
                <a:srgbClr val="234F91"/>
              </a:solidFill>
            </c:spPr>
          </c:marker>
          <c:xVal>
            <c:numRef>
              <c:f>'Chart Data'!$G$2:$G$14</c:f>
              <c:numCache>
                <c:formatCode>General</c:formatCode>
                <c:ptCount val="13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</c:numCache>
            </c:numRef>
          </c:xVal>
          <c:yVal>
            <c:numRef>
              <c:f>'Chart Data'!$H$2:$H$14</c:f>
              <c:numCache>
                <c:formatCode>0.0</c:formatCode>
                <c:ptCount val="13"/>
                <c:pt idx="0">
                  <c:v>1.80456890377</c:v>
                </c:pt>
                <c:pt idx="1">
                  <c:v>1.63692505672</c:v>
                </c:pt>
                <c:pt idx="2">
                  <c:v>1.29780273712</c:v>
                </c:pt>
                <c:pt idx="3">
                  <c:v>1.14946089305</c:v>
                </c:pt>
                <c:pt idx="4">
                  <c:v>1.02229881334</c:v>
                </c:pt>
                <c:pt idx="5">
                  <c:v>0.908780825263</c:v>
                </c:pt>
                <c:pt idx="6">
                  <c:v>0.803898047832</c:v>
                </c:pt>
                <c:pt idx="7">
                  <c:v>0.724014409335</c:v>
                </c:pt>
                <c:pt idx="8">
                  <c:v>0.661467025477</c:v>
                </c:pt>
                <c:pt idx="9">
                  <c:v>0.608708519921</c:v>
                </c:pt>
                <c:pt idx="10">
                  <c:v>0.56387213975</c:v>
                </c:pt>
                <c:pt idx="11">
                  <c:v>0.525438035502</c:v>
                </c:pt>
                <c:pt idx="12">
                  <c:v>0.492184864964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2.55"/>
          <c:min val="0"/>
        </c:scaling>
        <c:delete val="0"/>
        <c:axPos val="l"/>
        <c:majorGridlines>
          <c:spPr>
            <a:ln xmlns:a="http://schemas.openxmlformats.org/drawingml/2006/main" w="4763">
              <a:solidFill>
                <a:srgbClr val="EEEEEE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majorUnit val="0.5"/>
      </c:valAx>
      <c:valAx>
        <c:axId val="48650112"/>
        <c:scaling>
          <c:orientation val="minMax"/>
          <c:max val="12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majorUnit val="3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n = 0.8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>
              <a:solidFill>
                <a:srgbClr val="222222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scatterChart>
        <c:scatterStyle val="lineMarker"/>
        <c:varyColors val="0"/>
        <c:ser>
          <c:idx val="0"/>
          <c:order val="0"/>
          <c:tx>
            <c:v>BA charge</c:v>
          </c:tx>
          <c:spPr>
            <a:ln xmlns:a="http://schemas.openxmlformats.org/drawingml/2006/main" w="15240">
              <a:solidFill>
                <a:srgbClr val="C43C64"/>
              </a:solidFill>
              <a:prstDash val="solid"/>
            </a:ln>
          </c:spPr>
          <c:marker>
            <c:symbol val="none"/>
            <c:size val="5"/>
            <c:spPr>
              <a:solidFill xmlns:a="http://schemas.openxmlformats.org/drawingml/2006/main">
                <a:srgbClr val="C43C64"/>
              </a:solidFill>
            </c:spPr>
          </c:marker>
          <c:xVal>
            <c:numRef>
              <c:f>'Chart Data'!$A$2:$A$62</c:f>
              <c:numCache>
                <c:formatCode>General</c:formatCode>
                <c:ptCount val="61"/>
                <c:pt idx="0">
                  <c:v>0</c:v>
                </c:pt>
                <c:pt idx="1">
                  <c:v>0.2</c:v>
                </c:pt>
                <c:pt idx="2">
                  <c:v>0.4</c:v>
                </c:pt>
                <c:pt idx="3">
                  <c:v>0.6</c:v>
                </c:pt>
                <c:pt idx="4">
                  <c:v>0.8</c:v>
                </c:pt>
                <c:pt idx="5">
                  <c:v>1</c:v>
                </c:pt>
                <c:pt idx="6">
                  <c:v>1.2</c:v>
                </c:pt>
                <c:pt idx="7">
                  <c:v>1.4</c:v>
                </c:pt>
                <c:pt idx="8">
                  <c:v>1.6</c:v>
                </c:pt>
                <c:pt idx="9">
                  <c:v>1.8</c:v>
                </c:pt>
                <c:pt idx="10">
                  <c:v>2</c:v>
                </c:pt>
                <c:pt idx="11">
                  <c:v>2.2</c:v>
                </c:pt>
                <c:pt idx="12">
                  <c:v>2.4</c:v>
                </c:pt>
                <c:pt idx="13">
                  <c:v>2.6</c:v>
                </c:pt>
                <c:pt idx="14">
                  <c:v>2.8</c:v>
                </c:pt>
                <c:pt idx="15">
                  <c:v>3</c:v>
                </c:pt>
                <c:pt idx="16">
                  <c:v>3.2</c:v>
                </c:pt>
                <c:pt idx="17">
                  <c:v>3.4</c:v>
                </c:pt>
                <c:pt idx="18">
                  <c:v>3.6</c:v>
                </c:pt>
                <c:pt idx="19">
                  <c:v>3.8</c:v>
                </c:pt>
                <c:pt idx="20">
                  <c:v>4</c:v>
                </c:pt>
                <c:pt idx="21">
                  <c:v>4.2</c:v>
                </c:pt>
                <c:pt idx="22">
                  <c:v>4.4</c:v>
                </c:pt>
                <c:pt idx="23">
                  <c:v>4.6</c:v>
                </c:pt>
                <c:pt idx="24">
                  <c:v>4.8</c:v>
                </c:pt>
                <c:pt idx="25">
                  <c:v>5</c:v>
                </c:pt>
                <c:pt idx="26">
                  <c:v>5.2</c:v>
                </c:pt>
                <c:pt idx="27">
                  <c:v>5.4</c:v>
                </c:pt>
                <c:pt idx="28">
                  <c:v>5.6</c:v>
                </c:pt>
                <c:pt idx="29">
                  <c:v>5.8</c:v>
                </c:pt>
                <c:pt idx="30">
                  <c:v>6</c:v>
                </c:pt>
                <c:pt idx="31">
                  <c:v>6.2</c:v>
                </c:pt>
                <c:pt idx="32">
                  <c:v>6.4</c:v>
                </c:pt>
                <c:pt idx="33">
                  <c:v>6.6</c:v>
                </c:pt>
                <c:pt idx="34">
                  <c:v>6.8</c:v>
                </c:pt>
                <c:pt idx="35">
                  <c:v>7</c:v>
                </c:pt>
                <c:pt idx="36">
                  <c:v>7.2</c:v>
                </c:pt>
                <c:pt idx="37">
                  <c:v>7.4</c:v>
                </c:pt>
                <c:pt idx="38">
                  <c:v>7.6</c:v>
                </c:pt>
                <c:pt idx="39">
                  <c:v>7.8</c:v>
                </c:pt>
                <c:pt idx="40">
                  <c:v>8</c:v>
                </c:pt>
                <c:pt idx="41">
                  <c:v>8.2</c:v>
                </c:pt>
                <c:pt idx="42">
                  <c:v>8.4</c:v>
                </c:pt>
                <c:pt idx="43">
                  <c:v>8.6</c:v>
                </c:pt>
                <c:pt idx="44">
                  <c:v>8.8</c:v>
                </c:pt>
                <c:pt idx="45">
                  <c:v>9</c:v>
                </c:pt>
                <c:pt idx="46">
                  <c:v>9.2</c:v>
                </c:pt>
                <c:pt idx="47">
                  <c:v>9.4</c:v>
                </c:pt>
                <c:pt idx="48">
                  <c:v>9.6</c:v>
                </c:pt>
                <c:pt idx="49">
                  <c:v>9.8</c:v>
                </c:pt>
                <c:pt idx="50">
                  <c:v>10</c:v>
                </c:pt>
                <c:pt idx="51">
                  <c:v>10.2</c:v>
                </c:pt>
                <c:pt idx="52">
                  <c:v>10.4</c:v>
                </c:pt>
                <c:pt idx="53">
                  <c:v>10.6</c:v>
                </c:pt>
                <c:pt idx="54">
                  <c:v>10.8</c:v>
                </c:pt>
                <c:pt idx="55">
                  <c:v>11</c:v>
                </c:pt>
                <c:pt idx="56">
                  <c:v>11.2</c:v>
                </c:pt>
                <c:pt idx="57">
                  <c:v>11.4</c:v>
                </c:pt>
                <c:pt idx="58">
                  <c:v>11.6</c:v>
                </c:pt>
                <c:pt idx="59">
                  <c:v>11.8</c:v>
                </c:pt>
                <c:pt idx="60">
                  <c:v>12</c:v>
                </c:pt>
              </c:numCache>
            </c:numRef>
          </c:xVal>
          <c:yVal>
            <c:numRef>
              <c:f>'Chart Data'!$B$2:$B$62</c:f>
              <c:numCache>
                <c:formatCode>0.0</c:formatCode>
                <c:ptCount val="61"/>
                <c:pt idx="0">
                  <c:v>1.90211303259</c:v>
                </c:pt>
                <c:pt idx="1">
                  <c:v>1.93321870093</c:v>
                </c:pt>
                <c:pt idx="2">
                  <c:v>1.9627558731</c:v>
                </c:pt>
                <c:pt idx="3">
                  <c:v>1.99052774353</c:v>
                </c:pt>
                <c:pt idx="4">
                  <c:v>2.01631723256</c:v>
                </c:pt>
                <c:pt idx="5">
                  <c:v>2.03989648563</c:v>
                </c:pt>
                <c:pt idx="6">
                  <c:v>2.0610382071</c:v>
                </c:pt>
                <c:pt idx="7">
                  <c:v>2.07952848115</c:v>
                </c:pt>
                <c:pt idx="8">
                  <c:v>2.09518028398</c:v>
                </c:pt>
                <c:pt idx="9">
                  <c:v>2.10784653652</c:v>
                </c:pt>
                <c:pt idx="10">
                  <c:v>2.11743136413</c:v>
                </c:pt>
                <c:pt idx="11">
                  <c:v>2.12389828324</c:v>
                </c:pt>
                <c:pt idx="12">
                  <c:v>2.12727434085</c:v>
                </c:pt>
                <c:pt idx="13">
                  <c:v>2.12764974087</c:v>
                </c:pt>
                <c:pt idx="14">
                  <c:v>2.1251730938</c:v>
                </c:pt>
                <c:pt idx="15">
                  <c:v>2.12004298892</c:v>
                </c:pt>
                <c:pt idx="16">
                  <c:v>2.11249699397</c:v>
                </c:pt>
                <c:pt idx="17">
                  <c:v>2.10279937017</c:v>
                </c:pt>
                <c:pt idx="18">
                  <c:v>2.09122874757</c:v>
                </c:pt>
                <c:pt idx="19">
                  <c:v>2.07806678738</c:v>
                </c:pt>
                <c:pt idx="20">
                  <c:v>2.06358854173</c:v>
                </c:pt>
                <c:pt idx="21">
                  <c:v>2.04805488631</c:v>
                </c:pt>
                <c:pt idx="22">
                  <c:v>2.03170710621</c:v>
                </c:pt>
                <c:pt idx="23">
                  <c:v>2.01476349462</c:v>
                </c:pt>
                <c:pt idx="24">
                  <c:v>1.99741768526</c:v>
                </c:pt>
                <c:pt idx="25">
                  <c:v>1.97983837471</c:v>
                </c:pt>
                <c:pt idx="26">
                  <c:v>1.96217008326</c:v>
                </c:pt>
                <c:pt idx="27">
                  <c:v>1.94453463168</c:v>
                </c:pt>
                <c:pt idx="28">
                  <c:v>1.92703306068</c:v>
                </c:pt>
                <c:pt idx="29">
                  <c:v>1.90974777623</c:v>
                </c:pt>
                <c:pt idx="30">
                  <c:v>1.89274475814</c:v>
                </c:pt>
                <c:pt idx="31">
                  <c:v>1.87607571763</c:v>
                </c:pt>
                <c:pt idx="32">
                  <c:v>1.85978012905</c:v>
                </c:pt>
                <c:pt idx="33">
                  <c:v>1.84388709189</c:v>
                </c:pt>
                <c:pt idx="34">
                  <c:v>1.82841700164</c:v>
                </c:pt>
                <c:pt idx="35">
                  <c:v>1.81338302457</c:v>
                </c:pt>
                <c:pt idx="36">
                  <c:v>1.7987923818</c:v>
                </c:pt>
                <c:pt idx="37">
                  <c:v>1.78464745485</c:v>
                </c:pt>
                <c:pt idx="38">
                  <c:v>1.77094672854</c:v>
                </c:pt>
                <c:pt idx="39">
                  <c:v>1.75768558834</c:v>
                </c:pt>
                <c:pt idx="40">
                  <c:v>1.74485698991</c:v>
                </c:pt>
                <c:pt idx="41">
                  <c:v>1.73245201747</c:v>
                </c:pt>
                <c:pt idx="42">
                  <c:v>1.7204603465</c:v>
                </c:pt>
                <c:pt idx="43">
                  <c:v>1.70887062493</c:v>
                </c:pt>
                <c:pt idx="44">
                  <c:v>1.69767078511</c:v>
                </c:pt>
                <c:pt idx="45">
                  <c:v>1.68684829758</c:v>
                </c:pt>
                <c:pt idx="46">
                  <c:v>1.67639037608</c:v>
                </c:pt>
                <c:pt idx="47">
                  <c:v>1.66628414175</c:v>
                </c:pt>
                <c:pt idx="48">
                  <c:v>1.65651675356</c:v>
                </c:pt>
                <c:pt idx="49">
                  <c:v>1.64707551078</c:v>
                </c:pt>
                <c:pt idx="50">
                  <c:v>1.63794793232</c:v>
                </c:pt>
                <c:pt idx="51">
                  <c:v>1.62912181714</c:v>
                </c:pt>
                <c:pt idx="52">
                  <c:v>1.62058528923</c:v>
                </c:pt>
                <c:pt idx="53">
                  <c:v>1.6123268299</c:v>
                </c:pt>
                <c:pt idx="54">
                  <c:v>1.60433529985</c:v>
                </c:pt>
                <c:pt idx="55">
                  <c:v>1.59659995308</c:v>
                </c:pt>
                <c:pt idx="56">
                  <c:v>1.5891104441</c:v>
                </c:pt>
                <c:pt idx="57">
                  <c:v>1.58185682993</c:v>
                </c:pt>
                <c:pt idx="58">
                  <c:v>1.57482956799</c:v>
                </c:pt>
                <c:pt idx="59">
                  <c:v>1.56801951072</c:v>
                </c:pt>
                <c:pt idx="60">
                  <c:v>1.56141789776</c:v>
                </c:pt>
              </c:numCache>
            </c:numRef>
          </c:yVal>
        </c:ser>
        <c:ser>
          <c:idx val="1"/>
          <c:order val="1"/>
          <c:tx>
            <c:v>Peak/q charge</c:v>
          </c:tx>
          <c:spPr>
            <a:ln xmlns:a="http://schemas.openxmlformats.org/drawingml/2006/main" w="0">
              <a:noFill/>
              <a:prstDash val="solid"/>
            </a:ln>
          </c:spPr>
          <c:marker>
            <c:symbol val="circle"/>
            <c:size val="5"/>
            <c:spPr>
              <a:solidFill xmlns:a="http://schemas.openxmlformats.org/drawingml/2006/main">
                <a:srgbClr val="C43C64"/>
              </a:solidFill>
            </c:spPr>
          </c:marker>
          <c:xVal>
            <c:numRef>
              <c:f>'Chart Data'!$C$2:$C$14</c:f>
              <c:numCache>
                <c:formatCode>General</c:formatCode>
                <c:ptCount val="13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</c:numCache>
            </c:numRef>
          </c:xVal>
          <c:yVal>
            <c:numRef>
              <c:f>'Chart Data'!$D$2:$D$14</c:f>
              <c:numCache>
                <c:formatCode>0.0</c:formatCode>
                <c:ptCount val="13"/>
                <c:pt idx="0">
                  <c:v>1.88596039097</c:v>
                </c:pt>
                <c:pt idx="1">
                  <c:v>1.98465162609</c:v>
                </c:pt>
                <c:pt idx="2">
                  <c:v>2.0305355798</c:v>
                </c:pt>
                <c:pt idx="3">
                  <c:v>2.04811855578</c:v>
                </c:pt>
                <c:pt idx="4">
                  <c:v>2.02958437236</c:v>
                </c:pt>
                <c:pt idx="5">
                  <c:v>1.98150092099</c:v>
                </c:pt>
                <c:pt idx="6">
                  <c:v>1.90263258503</c:v>
                </c:pt>
                <c:pt idx="7">
                  <c:v>1.79889722738</c:v>
                </c:pt>
                <c:pt idx="8">
                  <c:v>1.71167123192</c:v>
                </c:pt>
                <c:pt idx="9">
                  <c:v>1.65354861685</c:v>
                </c:pt>
                <c:pt idx="10">
                  <c:v>1.60560233256</c:v>
                </c:pt>
                <c:pt idx="11">
                  <c:v>1.56554373693</c:v>
                </c:pt>
                <c:pt idx="12">
                  <c:v>1.53186732855</c:v>
                </c:pt>
              </c:numCache>
            </c:numRef>
          </c:yVal>
        </c:ser>
        <c:ser>
          <c:idx val="2"/>
          <c:order val="2"/>
          <c:tx>
            <c:v>BA spin</c:v>
          </c:tx>
          <c:spPr>
            <a:ln xmlns:a="http://schemas.openxmlformats.org/drawingml/2006/main" w="15240">
              <a:solidFill>
                <a:srgbClr val="234F91"/>
              </a:solidFill>
              <a:prstDash val="dash"/>
            </a:ln>
          </c:spPr>
          <c:marker>
            <c:symbol val="none"/>
            <c:size val="5"/>
            <c:spPr>
              <a:solidFill xmlns:a="http://schemas.openxmlformats.org/drawingml/2006/main">
                <a:srgbClr val="234F91"/>
              </a:solidFill>
            </c:spPr>
          </c:marker>
          <c:xVal>
            <c:numRef>
              <c:f>'Chart Data'!$E$2:$E$62</c:f>
              <c:numCache>
                <c:formatCode>General</c:formatCode>
                <c:ptCount val="61"/>
                <c:pt idx="0">
                  <c:v>0</c:v>
                </c:pt>
                <c:pt idx="1">
                  <c:v>0.2</c:v>
                </c:pt>
                <c:pt idx="2">
                  <c:v>0.4</c:v>
                </c:pt>
                <c:pt idx="3">
                  <c:v>0.6</c:v>
                </c:pt>
                <c:pt idx="4">
                  <c:v>0.8</c:v>
                </c:pt>
                <c:pt idx="5">
                  <c:v>1</c:v>
                </c:pt>
                <c:pt idx="6">
                  <c:v>1.2</c:v>
                </c:pt>
                <c:pt idx="7">
                  <c:v>1.4</c:v>
                </c:pt>
                <c:pt idx="8">
                  <c:v>1.6</c:v>
                </c:pt>
                <c:pt idx="9">
                  <c:v>1.8</c:v>
                </c:pt>
                <c:pt idx="10">
                  <c:v>2</c:v>
                </c:pt>
                <c:pt idx="11">
                  <c:v>2.2</c:v>
                </c:pt>
                <c:pt idx="12">
                  <c:v>2.4</c:v>
                </c:pt>
                <c:pt idx="13">
                  <c:v>2.6</c:v>
                </c:pt>
                <c:pt idx="14">
                  <c:v>2.8</c:v>
                </c:pt>
                <c:pt idx="15">
                  <c:v>3</c:v>
                </c:pt>
                <c:pt idx="16">
                  <c:v>3.2</c:v>
                </c:pt>
                <c:pt idx="17">
                  <c:v>3.4</c:v>
                </c:pt>
                <c:pt idx="18">
                  <c:v>3.6</c:v>
                </c:pt>
                <c:pt idx="19">
                  <c:v>3.8</c:v>
                </c:pt>
                <c:pt idx="20">
                  <c:v>4</c:v>
                </c:pt>
                <c:pt idx="21">
                  <c:v>4.2</c:v>
                </c:pt>
                <c:pt idx="22">
                  <c:v>4.4</c:v>
                </c:pt>
                <c:pt idx="23">
                  <c:v>4.6</c:v>
                </c:pt>
                <c:pt idx="24">
                  <c:v>4.8</c:v>
                </c:pt>
                <c:pt idx="25">
                  <c:v>5</c:v>
                </c:pt>
                <c:pt idx="26">
                  <c:v>5.2</c:v>
                </c:pt>
                <c:pt idx="27">
                  <c:v>5.4</c:v>
                </c:pt>
                <c:pt idx="28">
                  <c:v>5.6</c:v>
                </c:pt>
                <c:pt idx="29">
                  <c:v>5.8</c:v>
                </c:pt>
                <c:pt idx="30">
                  <c:v>6</c:v>
                </c:pt>
                <c:pt idx="31">
                  <c:v>6.2</c:v>
                </c:pt>
                <c:pt idx="32">
                  <c:v>6.4</c:v>
                </c:pt>
                <c:pt idx="33">
                  <c:v>6.6</c:v>
                </c:pt>
                <c:pt idx="34">
                  <c:v>6.8</c:v>
                </c:pt>
                <c:pt idx="35">
                  <c:v>7</c:v>
                </c:pt>
                <c:pt idx="36">
                  <c:v>7.2</c:v>
                </c:pt>
                <c:pt idx="37">
                  <c:v>7.4</c:v>
                </c:pt>
                <c:pt idx="38">
                  <c:v>7.6</c:v>
                </c:pt>
                <c:pt idx="39">
                  <c:v>7.8</c:v>
                </c:pt>
                <c:pt idx="40">
                  <c:v>8</c:v>
                </c:pt>
                <c:pt idx="41">
                  <c:v>8.2</c:v>
                </c:pt>
                <c:pt idx="42">
                  <c:v>8.4</c:v>
                </c:pt>
                <c:pt idx="43">
                  <c:v>8.6</c:v>
                </c:pt>
                <c:pt idx="44">
                  <c:v>8.8</c:v>
                </c:pt>
                <c:pt idx="45">
                  <c:v>9</c:v>
                </c:pt>
                <c:pt idx="46">
                  <c:v>9.2</c:v>
                </c:pt>
                <c:pt idx="47">
                  <c:v>9.4</c:v>
                </c:pt>
                <c:pt idx="48">
                  <c:v>9.6</c:v>
                </c:pt>
                <c:pt idx="49">
                  <c:v>9.8</c:v>
                </c:pt>
                <c:pt idx="50">
                  <c:v>10</c:v>
                </c:pt>
                <c:pt idx="51">
                  <c:v>10.2</c:v>
                </c:pt>
                <c:pt idx="52">
                  <c:v>10.4</c:v>
                </c:pt>
                <c:pt idx="53">
                  <c:v>10.6</c:v>
                </c:pt>
                <c:pt idx="54">
                  <c:v>10.8</c:v>
                </c:pt>
                <c:pt idx="55">
                  <c:v>11</c:v>
                </c:pt>
                <c:pt idx="56">
                  <c:v>11.2</c:v>
                </c:pt>
                <c:pt idx="57">
                  <c:v>11.4</c:v>
                </c:pt>
                <c:pt idx="58">
                  <c:v>11.6</c:v>
                </c:pt>
                <c:pt idx="59">
                  <c:v>11.8</c:v>
                </c:pt>
                <c:pt idx="60">
                  <c:v>12</c:v>
                </c:pt>
              </c:numCache>
            </c:numRef>
          </c:xVal>
          <c:yVal>
            <c:numRef>
              <c:f>'Chart Data'!$F$2:$F$62</c:f>
              <c:numCache>
                <c:formatCode>0.0</c:formatCode>
                <c:ptCount val="61"/>
                <c:pt idx="0">
                  <c:v>1.90211303259</c:v>
                </c:pt>
                <c:pt idx="1">
                  <c:v>1.87011796844</c:v>
                </c:pt>
                <c:pt idx="2">
                  <c:v>1.83780298936</c:v>
                </c:pt>
                <c:pt idx="3">
                  <c:v>1.80518430252</c:v>
                </c:pt>
                <c:pt idx="4">
                  <c:v>1.77228400862</c:v>
                </c:pt>
                <c:pt idx="5">
                  <c:v>1.73913092548</c:v>
                </c:pt>
                <c:pt idx="6">
                  <c:v>1.70576121695</c:v>
                </c:pt>
                <c:pt idx="7">
                  <c:v>1.67221875668</c:v>
                </c:pt>
                <c:pt idx="8">
                  <c:v>1.63855515424</c:v>
                </c:pt>
                <c:pt idx="9">
                  <c:v>1.60482938613</c:v>
                </c:pt>
                <c:pt idx="10">
                  <c:v>1.57110700295</c:v>
                </c:pt>
                <c:pt idx="11">
                  <c:v>1.53745892433</c:v>
                </c:pt>
                <c:pt idx="12">
                  <c:v>1.50395987787</c:v>
                </c:pt>
                <c:pt idx="13">
                  <c:v>1.47068657922</c:v>
                </c:pt>
                <c:pt idx="14">
                  <c:v>1.43771578035</c:v>
                </c:pt>
                <c:pt idx="15">
                  <c:v>1.40512232512</c:v>
                </c:pt>
                <c:pt idx="16">
                  <c:v>1.37297734503</c:v>
                </c:pt>
                <c:pt idx="17">
                  <c:v>1.34134670486</c:v>
                </c:pt>
                <c:pt idx="18">
                  <c:v>1.31028977421</c:v>
                </c:pt>
                <c:pt idx="19">
                  <c:v>1.27985856245</c:v>
                </c:pt>
                <c:pt idx="20">
                  <c:v>1.25009721882</c:v>
                </c:pt>
                <c:pt idx="21">
                  <c:v>1.22104187023</c:v>
                </c:pt>
                <c:pt idx="22">
                  <c:v>1.19272074912</c:v>
                </c:pt>
                <c:pt idx="23">
                  <c:v>1.16515455295</c:v>
                </c:pt>
                <c:pt idx="24">
                  <c:v>1.13835697432</c:v>
                </c:pt>
                <c:pt idx="25">
                  <c:v>1.112335344</c:v>
                </c:pt>
                <c:pt idx="26">
                  <c:v>1.08709133609</c:v>
                </c:pt>
                <c:pt idx="27">
                  <c:v>1.06262169414</c:v>
                </c:pt>
                <c:pt idx="28">
                  <c:v>1.03891894605</c:v>
                </c:pt>
                <c:pt idx="29">
                  <c:v>1.0159720849</c:v>
                </c:pt>
                <c:pt idx="30">
                  <c:v>0.993767200268</c:v>
                </c:pt>
                <c:pt idx="31">
                  <c:v>0.972288051324</c:v>
                </c:pt>
                <c:pt idx="32">
                  <c:v>0.951516577553</c:v>
                </c:pt>
                <c:pt idx="33">
                  <c:v>0.931433346917</c:v>
                </c:pt>
                <c:pt idx="34">
                  <c:v>0.912017943575</c:v>
                </c:pt>
                <c:pt idx="35">
                  <c:v>0.893249299075</c:v>
                </c:pt>
                <c:pt idx="36">
                  <c:v>0.875105971802</c:v>
                </c:pt>
                <c:pt idx="37">
                  <c:v>0.857566379955</c:v>
                </c:pt>
                <c:pt idx="38">
                  <c:v>0.840608993407</c:v>
                </c:pt>
                <c:pt idx="39">
                  <c:v>0.824212489611</c:v>
                </c:pt>
                <c:pt idx="40">
                  <c:v>0.808355878432</c:v>
                </c:pt>
                <c:pt idx="41">
                  <c:v>0.793018600366</c:v>
                </c:pt>
                <c:pt idx="42">
                  <c:v>0.778180602148</c:v>
                </c:pt>
                <c:pt idx="43">
                  <c:v>0.763822393329</c:v>
                </c:pt>
                <c:pt idx="44">
                  <c:v>0.749925086932</c:v>
                </c:pt>
                <c:pt idx="45">
                  <c:v>0.736470426909</c:v>
                </c:pt>
                <c:pt idx="46">
                  <c:v>0.723440804726</c:v>
                </c:pt>
                <c:pt idx="47">
                  <c:v>0.710819267096</c:v>
                </c:pt>
                <c:pt idx="48">
                  <c:v>0.698589516521</c:v>
                </c:pt>
                <c:pt idx="49">
                  <c:v>0.686735906121</c:v>
                </c:pt>
                <c:pt idx="50">
                  <c:v>0.675243429916</c:v>
                </c:pt>
                <c:pt idx="51">
                  <c:v>0.664097709603</c:v>
                </c:pt>
                <c:pt idx="52">
                  <c:v>0.653284978639</c:v>
                </c:pt>
                <c:pt idx="53">
                  <c:v>0.642792064346</c:v>
                </c:pt>
                <c:pt idx="54">
                  <c:v>0.632606368592</c:v>
                </c:pt>
                <c:pt idx="55">
                  <c:v>0.622715847533</c:v>
                </c:pt>
                <c:pt idx="56">
                  <c:v>0.613108990783</c:v>
                </c:pt>
                <c:pt idx="57">
                  <c:v>0.603774800322</c:v>
                </c:pt>
                <c:pt idx="58">
                  <c:v>0.5947027694</c:v>
                </c:pt>
                <c:pt idx="59">
                  <c:v>0.585882861616</c:v>
                </c:pt>
                <c:pt idx="60">
                  <c:v>0.577305490334</c:v>
                </c:pt>
              </c:numCache>
            </c:numRef>
          </c:yVal>
        </c:ser>
        <c:ser>
          <c:idx val="3"/>
          <c:order val="3"/>
          <c:tx>
            <c:v>Peak/q spin</c:v>
          </c:tx>
          <c:spPr>
            <a:ln xmlns:a="http://schemas.openxmlformats.org/drawingml/2006/main" w="0">
              <a:noFill/>
              <a:prstDash val="dash"/>
            </a:ln>
          </c:spPr>
          <c:marker>
            <c:symbol val="square"/>
            <c:size val="5"/>
            <c:spPr>
              <a:solidFill xmlns:a="http://schemas.openxmlformats.org/drawingml/2006/main">
                <a:srgbClr val="234F91"/>
              </a:solidFill>
            </c:spPr>
          </c:marker>
          <c:xVal>
            <c:numRef>
              <c:f>'Chart Data'!$G$2:$G$14</c:f>
              <c:numCache>
                <c:formatCode>General</c:formatCode>
                <c:ptCount val="13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</c:numCache>
            </c:numRef>
          </c:xVal>
          <c:yVal>
            <c:numRef>
              <c:f>'Chart Data'!$H$2:$H$14</c:f>
              <c:numCache>
                <c:formatCode>0.0</c:formatCode>
                <c:ptCount val="13"/>
                <c:pt idx="0">
                  <c:v>1.88596039097</c:v>
                </c:pt>
                <c:pt idx="1">
                  <c:v>1.72606626117</c:v>
                </c:pt>
                <c:pt idx="2">
                  <c:v>1.56158324873</c:v>
                </c:pt>
                <c:pt idx="3">
                  <c:v>1.40188449808</c:v>
                </c:pt>
                <c:pt idx="4">
                  <c:v>1.24365839937</c:v>
                </c:pt>
                <c:pt idx="5">
                  <c:v>1.10727500476</c:v>
                </c:pt>
                <c:pt idx="6">
                  <c:v>0.988782067911</c:v>
                </c:pt>
                <c:pt idx="7">
                  <c:v>0.887909639459</c:v>
                </c:pt>
                <c:pt idx="8">
                  <c:v>0.795412183814</c:v>
                </c:pt>
                <c:pt idx="9">
                  <c:v>0.724336359505</c:v>
                </c:pt>
                <c:pt idx="10">
                  <c:v>0.664249095825</c:v>
                </c:pt>
                <c:pt idx="11">
                  <c:v>0.608797970561</c:v>
                </c:pt>
                <c:pt idx="12">
                  <c:v>0.565270052113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2.55"/>
          <c:min val="0"/>
        </c:scaling>
        <c:delete val="0"/>
        <c:axPos val="l"/>
        <c:majorGridlines>
          <c:spPr>
            <a:ln xmlns:a="http://schemas.openxmlformats.org/drawingml/2006/main" w="4763">
              <a:solidFill>
                <a:srgbClr val="EEEEEE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majorUnit val="0.5"/>
      </c:valAx>
      <c:valAx>
        <c:axId val="48650112"/>
        <c:scaling>
          <c:orientation val="minMax"/>
          <c:max val="12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majorUnit val="3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n = 0.9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>
              <a:solidFill>
                <a:srgbClr val="222222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scatterChart>
        <c:scatterStyle val="lineMarker"/>
        <c:varyColors val="0"/>
        <c:ser>
          <c:idx val="0"/>
          <c:order val="0"/>
          <c:tx>
            <c:v>BA charge</c:v>
          </c:tx>
          <c:spPr>
            <a:ln xmlns:a="http://schemas.openxmlformats.org/drawingml/2006/main" w="15240">
              <a:solidFill>
                <a:srgbClr val="C43C64"/>
              </a:solidFill>
              <a:prstDash val="solid"/>
            </a:ln>
          </c:spPr>
          <c:marker>
            <c:symbol val="none"/>
            <c:size val="5"/>
            <c:spPr>
              <a:solidFill xmlns:a="http://schemas.openxmlformats.org/drawingml/2006/main">
                <a:srgbClr val="C43C64"/>
              </a:solidFill>
            </c:spPr>
          </c:marker>
          <c:xVal>
            <c:numRef>
              <c:f>'Chart Data'!$A$2:$A$62</c:f>
              <c:numCache>
                <c:formatCode>General</c:formatCode>
                <c:ptCount val="61"/>
                <c:pt idx="0">
                  <c:v>0</c:v>
                </c:pt>
                <c:pt idx="1">
                  <c:v>0.2</c:v>
                </c:pt>
                <c:pt idx="2">
                  <c:v>0.4</c:v>
                </c:pt>
                <c:pt idx="3">
                  <c:v>0.6</c:v>
                </c:pt>
                <c:pt idx="4">
                  <c:v>0.8</c:v>
                </c:pt>
                <c:pt idx="5">
                  <c:v>1</c:v>
                </c:pt>
                <c:pt idx="6">
                  <c:v>1.2</c:v>
                </c:pt>
                <c:pt idx="7">
                  <c:v>1.4</c:v>
                </c:pt>
                <c:pt idx="8">
                  <c:v>1.6</c:v>
                </c:pt>
                <c:pt idx="9">
                  <c:v>1.8</c:v>
                </c:pt>
                <c:pt idx="10">
                  <c:v>2</c:v>
                </c:pt>
                <c:pt idx="11">
                  <c:v>2.2</c:v>
                </c:pt>
                <c:pt idx="12">
                  <c:v>2.4</c:v>
                </c:pt>
                <c:pt idx="13">
                  <c:v>2.6</c:v>
                </c:pt>
                <c:pt idx="14">
                  <c:v>2.8</c:v>
                </c:pt>
                <c:pt idx="15">
                  <c:v>3</c:v>
                </c:pt>
                <c:pt idx="16">
                  <c:v>3.2</c:v>
                </c:pt>
                <c:pt idx="17">
                  <c:v>3.4</c:v>
                </c:pt>
                <c:pt idx="18">
                  <c:v>3.6</c:v>
                </c:pt>
                <c:pt idx="19">
                  <c:v>3.8</c:v>
                </c:pt>
                <c:pt idx="20">
                  <c:v>4</c:v>
                </c:pt>
                <c:pt idx="21">
                  <c:v>4.2</c:v>
                </c:pt>
                <c:pt idx="22">
                  <c:v>4.4</c:v>
                </c:pt>
                <c:pt idx="23">
                  <c:v>4.6</c:v>
                </c:pt>
                <c:pt idx="24">
                  <c:v>4.8</c:v>
                </c:pt>
                <c:pt idx="25">
                  <c:v>5</c:v>
                </c:pt>
                <c:pt idx="26">
                  <c:v>5.2</c:v>
                </c:pt>
                <c:pt idx="27">
                  <c:v>5.4</c:v>
                </c:pt>
                <c:pt idx="28">
                  <c:v>5.6</c:v>
                </c:pt>
                <c:pt idx="29">
                  <c:v>5.8</c:v>
                </c:pt>
                <c:pt idx="30">
                  <c:v>6</c:v>
                </c:pt>
                <c:pt idx="31">
                  <c:v>6.2</c:v>
                </c:pt>
                <c:pt idx="32">
                  <c:v>6.4</c:v>
                </c:pt>
                <c:pt idx="33">
                  <c:v>6.6</c:v>
                </c:pt>
                <c:pt idx="34">
                  <c:v>6.8</c:v>
                </c:pt>
                <c:pt idx="35">
                  <c:v>7</c:v>
                </c:pt>
                <c:pt idx="36">
                  <c:v>7.2</c:v>
                </c:pt>
                <c:pt idx="37">
                  <c:v>7.4</c:v>
                </c:pt>
                <c:pt idx="38">
                  <c:v>7.6</c:v>
                </c:pt>
                <c:pt idx="39">
                  <c:v>7.8</c:v>
                </c:pt>
                <c:pt idx="40">
                  <c:v>8</c:v>
                </c:pt>
                <c:pt idx="41">
                  <c:v>8.2</c:v>
                </c:pt>
                <c:pt idx="42">
                  <c:v>8.4</c:v>
                </c:pt>
                <c:pt idx="43">
                  <c:v>8.6</c:v>
                </c:pt>
                <c:pt idx="44">
                  <c:v>8.8</c:v>
                </c:pt>
                <c:pt idx="45">
                  <c:v>9</c:v>
                </c:pt>
                <c:pt idx="46">
                  <c:v>9.2</c:v>
                </c:pt>
                <c:pt idx="47">
                  <c:v>9.4</c:v>
                </c:pt>
                <c:pt idx="48">
                  <c:v>9.6</c:v>
                </c:pt>
                <c:pt idx="49">
                  <c:v>9.8</c:v>
                </c:pt>
                <c:pt idx="50">
                  <c:v>10</c:v>
                </c:pt>
                <c:pt idx="51">
                  <c:v>10.2</c:v>
                </c:pt>
                <c:pt idx="52">
                  <c:v>10.4</c:v>
                </c:pt>
                <c:pt idx="53">
                  <c:v>10.6</c:v>
                </c:pt>
                <c:pt idx="54">
                  <c:v>10.8</c:v>
                </c:pt>
                <c:pt idx="55">
                  <c:v>11</c:v>
                </c:pt>
                <c:pt idx="56">
                  <c:v>11.2</c:v>
                </c:pt>
                <c:pt idx="57">
                  <c:v>11.4</c:v>
                </c:pt>
                <c:pt idx="58">
                  <c:v>11.6</c:v>
                </c:pt>
                <c:pt idx="59">
                  <c:v>11.8</c:v>
                </c:pt>
                <c:pt idx="60">
                  <c:v>12</c:v>
                </c:pt>
              </c:numCache>
            </c:numRef>
          </c:xVal>
          <c:yVal>
            <c:numRef>
              <c:f>'Chart Data'!$B$2:$B$62</c:f>
              <c:numCache>
                <c:formatCode>0.0</c:formatCode>
                <c:ptCount val="61"/>
                <c:pt idx="0">
                  <c:v>1.97537668119</c:v>
                </c:pt>
                <c:pt idx="1">
                  <c:v>2.00641789903</c:v>
                </c:pt>
                <c:pt idx="2">
                  <c:v>2.03563231841</c:v>
                </c:pt>
                <c:pt idx="3">
                  <c:v>2.06256866857</c:v>
                </c:pt>
                <c:pt idx="4">
                  <c:v>2.08666449169</c:v>
                </c:pt>
                <c:pt idx="5">
                  <c:v>2.10724924243</c:v>
                </c:pt>
                <c:pt idx="6">
                  <c:v>2.12356236757</c:v>
                </c:pt>
                <c:pt idx="7">
                  <c:v>2.13479215412</c:v>
                </c:pt>
                <c:pt idx="8">
                  <c:v>2.14013863254</c:v>
                </c:pt>
                <c:pt idx="9">
                  <c:v>2.13889829409</c:v>
                </c:pt>
                <c:pt idx="10">
                  <c:v>2.13056036749</c:v>
                </c:pt>
                <c:pt idx="11">
                  <c:v>2.11489646319</c:v>
                </c:pt>
                <c:pt idx="12">
                  <c:v>2.09202165087</c:v>
                </c:pt>
                <c:pt idx="13">
                  <c:v>2.06240896373</c:v>
                </c:pt>
                <c:pt idx="14">
                  <c:v>2.02685093093</c:v>
                </c:pt>
                <c:pt idx="15">
                  <c:v>1.98637657626</c:v>
                </c:pt>
                <c:pt idx="16">
                  <c:v>1.94214382105</c:v>
                </c:pt>
                <c:pt idx="17">
                  <c:v>1.89533081065</c:v>
                </c:pt>
                <c:pt idx="18">
                  <c:v>1.84704526693</c:v>
                </c:pt>
                <c:pt idx="19">
                  <c:v>1.79826212742</c:v>
                </c:pt>
                <c:pt idx="20">
                  <c:v>1.74979084466</c:v>
                </c:pt>
                <c:pt idx="21">
                  <c:v>1.70226761423</c:v>
                </c:pt>
                <c:pt idx="22">
                  <c:v>1.6561651465</c:v>
                </c:pt>
                <c:pt idx="23">
                  <c:v>1.61181261425</c:v>
                </c:pt>
                <c:pt idx="24">
                  <c:v>1.56941986409</c:v>
                </c:pt>
                <c:pt idx="25">
                  <c:v>1.52910185127</c:v>
                </c:pt>
                <c:pt idx="26">
                  <c:v>1.49090094221</c:v>
                </c:pt>
                <c:pt idx="27">
                  <c:v>1.4548059902</c:v>
                </c:pt>
                <c:pt idx="28">
                  <c:v>1.42076791313</c:v>
                </c:pt>
                <c:pt idx="29">
                  <c:v>1.38871197177</c:v>
                </c:pt>
                <c:pt idx="30">
                  <c:v>1.35854717159</c:v>
                </c:pt>
                <c:pt idx="31">
                  <c:v>1.33017328111</c:v>
                </c:pt>
                <c:pt idx="32">
                  <c:v>1.30348594521</c:v>
                </c:pt>
                <c:pt idx="33">
                  <c:v>1.27838031624</c:v>
                </c:pt>
                <c:pt idx="34">
                  <c:v>1.25475355656</c:v>
                </c:pt>
                <c:pt idx="35">
                  <c:v>1.23250649704</c:v>
                </c:pt>
                <c:pt idx="36">
                  <c:v>1.21154467485</c:v>
                </c:pt>
                <c:pt idx="37">
                  <c:v>1.19177892204</c:v>
                </c:pt>
                <c:pt idx="38">
                  <c:v>1.17312563475</c:v>
                </c:pt>
                <c:pt idx="39">
                  <c:v>1.15550681999</c:v>
                </c:pt>
                <c:pt idx="40">
                  <c:v>1.13884999148</c:v>
                </c:pt>
                <c:pt idx="41">
                  <c:v>1.12308796687</c:v>
                </c:pt>
                <c:pt idx="42">
                  <c:v>1.108158604</c:v>
                </c:pt>
                <c:pt idx="43">
                  <c:v>1.09400450307</c:v>
                </c:pt>
                <c:pt idx="44">
                  <c:v>1.08057269359</c:v>
                </c:pt>
                <c:pt idx="45">
                  <c:v>1.06781431923</c:v>
                </c:pt>
                <c:pt idx="46">
                  <c:v>1.05568432906</c:v>
                </c:pt>
                <c:pt idx="47">
                  <c:v>1.04414118109</c:v>
                </c:pt>
                <c:pt idx="48">
                  <c:v>1.03314656134</c:v>
                </c:pt>
                <c:pt idx="49">
                  <c:v>1.0226651205</c:v>
                </c:pt>
                <c:pt idx="50">
                  <c:v>1.01266422877</c:v>
                </c:pt>
                <c:pt idx="51">
                  <c:v>1.00311374908</c:v>
                </c:pt>
                <c:pt idx="52">
                  <c:v>0.993985828155</c:v>
                </c:pt>
                <c:pt idx="53">
                  <c:v>0.985254704742</c:v>
                </c:pt>
                <c:pt idx="54">
                  <c:v>0.976896533885</c:v>
                </c:pt>
                <c:pt idx="55">
                  <c:v>0.968889226359</c:v>
                </c:pt>
                <c:pt idx="56">
                  <c:v>0.961212302069</c:v>
                </c:pt>
                <c:pt idx="57">
                  <c:v>0.953846756341</c:v>
                </c:pt>
                <c:pt idx="58">
                  <c:v>0.946774938059</c:v>
                </c:pt>
                <c:pt idx="59">
                  <c:v>0.939980438625</c:v>
                </c:pt>
                <c:pt idx="60">
                  <c:v>0.933447990804</c:v>
                </c:pt>
              </c:numCache>
            </c:numRef>
          </c:yVal>
        </c:ser>
        <c:ser>
          <c:idx val="1"/>
          <c:order val="1"/>
          <c:tx>
            <c:v>Peak/q charge</c:v>
          </c:tx>
          <c:spPr>
            <a:ln xmlns:a="http://schemas.openxmlformats.org/drawingml/2006/main" w="0">
              <a:noFill/>
              <a:prstDash val="solid"/>
            </a:ln>
          </c:spPr>
          <c:marker>
            <c:symbol val="circle"/>
            <c:size val="5"/>
            <c:spPr>
              <a:solidFill xmlns:a="http://schemas.openxmlformats.org/drawingml/2006/main">
                <a:srgbClr val="C43C64"/>
              </a:solidFill>
            </c:spPr>
          </c:marker>
          <c:xVal>
            <c:numRef>
              <c:f>'Chart Data'!$C$2:$C$14</c:f>
              <c:numCache>
                <c:formatCode>General</c:formatCode>
                <c:ptCount val="13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</c:numCache>
            </c:numRef>
          </c:xVal>
          <c:yVal>
            <c:numRef>
              <c:f>'Chart Data'!$D$2:$D$14</c:f>
              <c:numCache>
                <c:formatCode>0.0</c:formatCode>
                <c:ptCount val="13"/>
                <c:pt idx="0">
                  <c:v>1.92601855479</c:v>
                </c:pt>
                <c:pt idx="1">
                  <c:v>2.06774486788</c:v>
                </c:pt>
                <c:pt idx="2">
                  <c:v>2.06664890535</c:v>
                </c:pt>
                <c:pt idx="3">
                  <c:v>2.02419598922</c:v>
                </c:pt>
                <c:pt idx="4">
                  <c:v>1.84641907381</c:v>
                </c:pt>
                <c:pt idx="5">
                  <c:v>1.60485888607</c:v>
                </c:pt>
                <c:pt idx="6">
                  <c:v>1.43991850447</c:v>
                </c:pt>
                <c:pt idx="7">
                  <c:v>1.31622680733</c:v>
                </c:pt>
                <c:pt idx="8">
                  <c:v>1.21280490064</c:v>
                </c:pt>
                <c:pt idx="9">
                  <c:v>1.13662833669</c:v>
                </c:pt>
                <c:pt idx="10">
                  <c:v>1.07812511556</c:v>
                </c:pt>
                <c:pt idx="11">
                  <c:v>1.02390674809</c:v>
                </c:pt>
                <c:pt idx="12">
                  <c:v>0.980172054454</c:v>
                </c:pt>
              </c:numCache>
            </c:numRef>
          </c:yVal>
        </c:ser>
        <c:ser>
          <c:idx val="2"/>
          <c:order val="2"/>
          <c:tx>
            <c:v>BA actual density charge</c:v>
          </c:tx>
          <c:spPr>
            <a:ln xmlns:a="http://schemas.openxmlformats.org/drawingml/2006/main" w="0">
              <a:noFill/>
              <a:prstDash val="solid"/>
            </a:ln>
          </c:spPr>
          <c:marker>
            <c:symbol val="diamond"/>
            <c:size val="5"/>
            <c:spPr>
              <a:solidFill xmlns:a="http://schemas.openxmlformats.org/drawingml/2006/main">
                <a:srgbClr val="C43C64"/>
              </a:solidFill>
            </c:spPr>
          </c:marker>
          <c:xVal>
            <c:numRef>
              <c:f>'Chart Data'!$E$2:$E$4</c:f>
              <c:numCache>
                <c:formatCode>General</c:formatCode>
                <c:ptCount val="3"/>
                <c:pt idx="0">
                  <c:v>7</c:v>
                </c:pt>
                <c:pt idx="1">
                  <c:v>9</c:v>
                </c:pt>
                <c:pt idx="2">
                  <c:v>10</c:v>
                </c:pt>
              </c:numCache>
            </c:numRef>
          </c:xVal>
          <c:yVal>
            <c:numRef>
              <c:f>'Chart Data'!$F$2:$F$4</c:f>
              <c:numCache>
                <c:formatCode>0.0</c:formatCode>
                <c:ptCount val="3"/>
                <c:pt idx="0">
                  <c:v>1.2666512144</c:v>
                </c:pt>
                <c:pt idx="1">
                  <c:v>1.05091575139</c:v>
                </c:pt>
                <c:pt idx="2">
                  <c:v>1.02903283119</c:v>
                </c:pt>
              </c:numCache>
            </c:numRef>
          </c:yVal>
        </c:ser>
        <c:ser>
          <c:idx val="3"/>
          <c:order val="3"/>
          <c:tx>
            <c:v>BA spin</c:v>
          </c:tx>
          <c:spPr>
            <a:ln xmlns:a="http://schemas.openxmlformats.org/drawingml/2006/main" w="15240">
              <a:solidFill>
                <a:srgbClr val="234F91"/>
              </a:solidFill>
              <a:prstDash val="dash"/>
            </a:ln>
          </c:spPr>
          <c:marker>
            <c:symbol val="none"/>
            <c:size val="5"/>
            <c:spPr>
              <a:solidFill xmlns:a="http://schemas.openxmlformats.org/drawingml/2006/main">
                <a:srgbClr val="234F91"/>
              </a:solidFill>
            </c:spPr>
          </c:marker>
          <c:xVal>
            <c:numRef>
              <c:f>'Chart Data'!$G$2:$G$62</c:f>
              <c:numCache>
                <c:formatCode>General</c:formatCode>
                <c:ptCount val="61"/>
                <c:pt idx="0">
                  <c:v>0</c:v>
                </c:pt>
                <c:pt idx="1">
                  <c:v>0.2</c:v>
                </c:pt>
                <c:pt idx="2">
                  <c:v>0.4</c:v>
                </c:pt>
                <c:pt idx="3">
                  <c:v>0.6</c:v>
                </c:pt>
                <c:pt idx="4">
                  <c:v>0.8</c:v>
                </c:pt>
                <c:pt idx="5">
                  <c:v>1</c:v>
                </c:pt>
                <c:pt idx="6">
                  <c:v>1.2</c:v>
                </c:pt>
                <c:pt idx="7">
                  <c:v>1.4</c:v>
                </c:pt>
                <c:pt idx="8">
                  <c:v>1.6</c:v>
                </c:pt>
                <c:pt idx="9">
                  <c:v>1.8</c:v>
                </c:pt>
                <c:pt idx="10">
                  <c:v>2</c:v>
                </c:pt>
                <c:pt idx="11">
                  <c:v>2.2</c:v>
                </c:pt>
                <c:pt idx="12">
                  <c:v>2.4</c:v>
                </c:pt>
                <c:pt idx="13">
                  <c:v>2.6</c:v>
                </c:pt>
                <c:pt idx="14">
                  <c:v>2.8</c:v>
                </c:pt>
                <c:pt idx="15">
                  <c:v>3</c:v>
                </c:pt>
                <c:pt idx="16">
                  <c:v>3.2</c:v>
                </c:pt>
                <c:pt idx="17">
                  <c:v>3.4</c:v>
                </c:pt>
                <c:pt idx="18">
                  <c:v>3.6</c:v>
                </c:pt>
                <c:pt idx="19">
                  <c:v>3.8</c:v>
                </c:pt>
                <c:pt idx="20">
                  <c:v>4</c:v>
                </c:pt>
                <c:pt idx="21">
                  <c:v>4.2</c:v>
                </c:pt>
                <c:pt idx="22">
                  <c:v>4.4</c:v>
                </c:pt>
                <c:pt idx="23">
                  <c:v>4.6</c:v>
                </c:pt>
                <c:pt idx="24">
                  <c:v>4.8</c:v>
                </c:pt>
                <c:pt idx="25">
                  <c:v>5</c:v>
                </c:pt>
                <c:pt idx="26">
                  <c:v>5.2</c:v>
                </c:pt>
                <c:pt idx="27">
                  <c:v>5.4</c:v>
                </c:pt>
                <c:pt idx="28">
                  <c:v>5.6</c:v>
                </c:pt>
                <c:pt idx="29">
                  <c:v>5.8</c:v>
                </c:pt>
                <c:pt idx="30">
                  <c:v>6</c:v>
                </c:pt>
                <c:pt idx="31">
                  <c:v>6.2</c:v>
                </c:pt>
                <c:pt idx="32">
                  <c:v>6.4</c:v>
                </c:pt>
                <c:pt idx="33">
                  <c:v>6.6</c:v>
                </c:pt>
                <c:pt idx="34">
                  <c:v>6.8</c:v>
                </c:pt>
                <c:pt idx="35">
                  <c:v>7</c:v>
                </c:pt>
                <c:pt idx="36">
                  <c:v>7.2</c:v>
                </c:pt>
                <c:pt idx="37">
                  <c:v>7.4</c:v>
                </c:pt>
                <c:pt idx="38">
                  <c:v>7.6</c:v>
                </c:pt>
                <c:pt idx="39">
                  <c:v>7.8</c:v>
                </c:pt>
                <c:pt idx="40">
                  <c:v>8</c:v>
                </c:pt>
                <c:pt idx="41">
                  <c:v>8.2</c:v>
                </c:pt>
                <c:pt idx="42">
                  <c:v>8.4</c:v>
                </c:pt>
                <c:pt idx="43">
                  <c:v>8.6</c:v>
                </c:pt>
                <c:pt idx="44">
                  <c:v>8.8</c:v>
                </c:pt>
                <c:pt idx="45">
                  <c:v>9</c:v>
                </c:pt>
                <c:pt idx="46">
                  <c:v>9.2</c:v>
                </c:pt>
                <c:pt idx="47">
                  <c:v>9.4</c:v>
                </c:pt>
                <c:pt idx="48">
                  <c:v>9.6</c:v>
                </c:pt>
                <c:pt idx="49">
                  <c:v>9.8</c:v>
                </c:pt>
                <c:pt idx="50">
                  <c:v>10</c:v>
                </c:pt>
                <c:pt idx="51">
                  <c:v>10.2</c:v>
                </c:pt>
                <c:pt idx="52">
                  <c:v>10.4</c:v>
                </c:pt>
                <c:pt idx="53">
                  <c:v>10.6</c:v>
                </c:pt>
                <c:pt idx="54">
                  <c:v>10.8</c:v>
                </c:pt>
                <c:pt idx="55">
                  <c:v>11</c:v>
                </c:pt>
                <c:pt idx="56">
                  <c:v>11.2</c:v>
                </c:pt>
                <c:pt idx="57">
                  <c:v>11.4</c:v>
                </c:pt>
                <c:pt idx="58">
                  <c:v>11.6</c:v>
                </c:pt>
                <c:pt idx="59">
                  <c:v>11.8</c:v>
                </c:pt>
                <c:pt idx="60">
                  <c:v>12</c:v>
                </c:pt>
              </c:numCache>
            </c:numRef>
          </c:xVal>
          <c:yVal>
            <c:numRef>
              <c:f>'Chart Data'!$H$2:$H$62</c:f>
              <c:numCache>
                <c:formatCode>0.0</c:formatCode>
                <c:ptCount val="61"/>
                <c:pt idx="0">
                  <c:v>1.97537668119</c:v>
                </c:pt>
                <c:pt idx="1">
                  <c:v>1.94331861946</c:v>
                </c:pt>
                <c:pt idx="2">
                  <c:v>1.91079253214</c:v>
                </c:pt>
                <c:pt idx="3">
                  <c:v>1.87777890491</c:v>
                </c:pt>
                <c:pt idx="4">
                  <c:v>1.84426128776</c:v>
                </c:pt>
                <c:pt idx="5">
                  <c:v>1.81022838879</c:v>
                </c:pt>
                <c:pt idx="6">
                  <c:v>1.77567671848</c:v>
                </c:pt>
                <c:pt idx="7">
                  <c:v>1.74061372481</c:v>
                </c:pt>
                <c:pt idx="8">
                  <c:v>1.70506121139</c:v>
                </c:pt>
                <c:pt idx="9">
                  <c:v>1.6690586468</c:v>
                </c:pt>
                <c:pt idx="10">
                  <c:v>1.63266579973</c:v>
                </c:pt>
                <c:pt idx="11">
                  <c:v>1.59596405017</c:v>
                </c:pt>
                <c:pt idx="12">
                  <c:v>1.55905581012</c:v>
                </c:pt>
                <c:pt idx="13">
                  <c:v>1.52206177122</c:v>
                </c:pt>
                <c:pt idx="14">
                  <c:v>1.48511612584</c:v>
                </c:pt>
                <c:pt idx="15">
                  <c:v>1.44836034502</c:v>
                </c:pt>
                <c:pt idx="16">
                  <c:v>1.41193638509</c:v>
                </c:pt>
                <c:pt idx="17">
                  <c:v>1.37598024234</c:v>
                </c:pt>
                <c:pt idx="18">
                  <c:v>1.34061659426</c:v>
                </c:pt>
                <c:pt idx="19">
                  <c:v>1.30595495389</c:v>
                </c:pt>
                <c:pt idx="20">
                  <c:v>1.27208743835</c:v>
                </c:pt>
                <c:pt idx="21">
                  <c:v>1.23908800083</c:v>
                </c:pt>
                <c:pt idx="22">
                  <c:v>1.20701282988</c:v>
                </c:pt>
                <c:pt idx="23">
                  <c:v>1.17590157351</c:v>
                </c:pt>
                <c:pt idx="24">
                  <c:v>1.145779067</c:v>
                </c:pt>
                <c:pt idx="25">
                  <c:v>1.11665730105</c:v>
                </c:pt>
                <c:pt idx="26">
                  <c:v>1.0885374356</c:v>
                </c:pt>
                <c:pt idx="27">
                  <c:v>1.06141172836</c:v>
                </c:pt>
                <c:pt idx="28">
                  <c:v>1.03526530016</c:v>
                </c:pt>
                <c:pt idx="29">
                  <c:v>1.01007769808</c:v>
                </c:pt>
                <c:pt idx="30">
                  <c:v>0.985824244521</c:v>
                </c:pt>
                <c:pt idx="31">
                  <c:v>0.962477177924</c:v>
                </c:pt>
                <c:pt idx="32">
                  <c:v>0.940006600594</c:v>
                </c:pt>
                <c:pt idx="33">
                  <c:v>0.918381254406</c:v>
                </c:pt>
                <c:pt idx="34">
                  <c:v>0.897569146578</c:v>
                </c:pt>
                <c:pt idx="35">
                  <c:v>0.877538047478</c:v>
                </c:pt>
                <c:pt idx="36">
                  <c:v>0.858255880763</c:v>
                </c:pt>
                <c:pt idx="37">
                  <c:v>0.839691024126</c:v>
                </c:pt>
                <c:pt idx="38">
                  <c:v>0.821812536527</c:v>
                </c:pt>
                <c:pt idx="39">
                  <c:v>0.804590325576</c:v>
                </c:pt>
                <c:pt idx="40">
                  <c:v>0.787995266589</c:v>
                </c:pt>
                <c:pt idx="41">
                  <c:v>0.771999282936</c:v>
                </c:pt>
                <c:pt idx="42">
                  <c:v>0.756575395674</c:v>
                </c:pt>
                <c:pt idx="43">
                  <c:v>0.741697749012</c:v>
                </c:pt>
                <c:pt idx="44">
                  <c:v>0.727341616957</c:v>
                </c:pt>
                <c:pt idx="45">
                  <c:v>0.713483395507</c:v>
                </c:pt>
                <c:pt idx="46">
                  <c:v>0.700100583879</c:v>
                </c:pt>
                <c:pt idx="47">
                  <c:v>0.687171757619</c:v>
                </c:pt>
                <c:pt idx="48">
                  <c:v>0.674676535826</c:v>
                </c:pt>
                <c:pt idx="49">
                  <c:v>0.662595544313</c:v>
                </c:pt>
                <c:pt idx="50">
                  <c:v>0.650910376086</c:v>
                </c:pt>
                <c:pt idx="51">
                  <c:v>0.63960355029</c:v>
                </c:pt>
                <c:pt idx="52">
                  <c:v>0.628658470459</c:v>
                </c:pt>
                <c:pt idx="53">
                  <c:v>0.618059382749</c:v>
                </c:pt>
                <c:pt idx="54">
                  <c:v>0.607791334665</c:v>
                </c:pt>
                <c:pt idx="55">
                  <c:v>0.59784013464</c:v>
                </c:pt>
                <c:pt idx="56">
                  <c:v>0.588192312775</c:v>
                </c:pt>
                <c:pt idx="57">
                  <c:v>0.578835082898</c:v>
                </c:pt>
                <c:pt idx="58">
                  <c:v>0.569756306115</c:v>
                </c:pt>
                <c:pt idx="59">
                  <c:v>0.560944455895</c:v>
                </c:pt>
                <c:pt idx="60">
                  <c:v>0.552388584762</c:v>
                </c:pt>
              </c:numCache>
            </c:numRef>
          </c:yVal>
        </c:ser>
        <c:ser>
          <c:idx val="4"/>
          <c:order val="4"/>
          <c:tx>
            <c:v>Peak/q spin</c:v>
          </c:tx>
          <c:spPr>
            <a:ln xmlns:a="http://schemas.openxmlformats.org/drawingml/2006/main" w="0">
              <a:noFill/>
              <a:prstDash val="dash"/>
            </a:ln>
          </c:spPr>
          <c:marker>
            <c:symbol val="square"/>
            <c:size val="5"/>
            <c:spPr>
              <a:solidFill xmlns:a="http://schemas.openxmlformats.org/drawingml/2006/main">
                <a:srgbClr val="234F91"/>
              </a:solidFill>
            </c:spPr>
          </c:marker>
          <c:xVal>
            <c:numRef>
              <c:f>'Chart Data'!$I$2:$I$14</c:f>
              <c:numCache>
                <c:formatCode>General</c:formatCode>
                <c:ptCount val="13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</c:numCache>
            </c:numRef>
          </c:xVal>
          <c:yVal>
            <c:numRef>
              <c:f>'Chart Data'!$J$2:$J$14</c:f>
              <c:numCache>
                <c:formatCode>0.0</c:formatCode>
                <c:ptCount val="13"/>
                <c:pt idx="0">
                  <c:v>1.92601855479</c:v>
                </c:pt>
                <c:pt idx="1">
                  <c:v>1.75385173233</c:v>
                </c:pt>
                <c:pt idx="2">
                  <c:v>1.56593331373</c:v>
                </c:pt>
                <c:pt idx="3">
                  <c:v>1.36774207181</c:v>
                </c:pt>
                <c:pt idx="4">
                  <c:v>1.1675669497</c:v>
                </c:pt>
                <c:pt idx="5">
                  <c:v>1.00390796478</c:v>
                </c:pt>
                <c:pt idx="6">
                  <c:v>0.871895828568</c:v>
                </c:pt>
                <c:pt idx="7">
                  <c:v>0.769691888022</c:v>
                </c:pt>
                <c:pt idx="8">
                  <c:v>0.686032804446</c:v>
                </c:pt>
                <c:pt idx="9">
                  <c:v>0.617223577975</c:v>
                </c:pt>
                <c:pt idx="10">
                  <c:v>0.562295545001</c:v>
                </c:pt>
                <c:pt idx="11">
                  <c:v>0.515971705151</c:v>
                </c:pt>
                <c:pt idx="12">
                  <c:v>0.477623156828</c:v>
                </c:pt>
              </c:numCache>
            </c:numRef>
          </c:yVal>
        </c:ser>
        <c:ser>
          <c:idx val="5"/>
          <c:order val="5"/>
          <c:tx>
            <c:v>BA actual density spin</c:v>
          </c:tx>
          <c:spPr>
            <a:ln xmlns:a="http://schemas.openxmlformats.org/drawingml/2006/main" w="0">
              <a:noFill/>
              <a:prstDash val="dash"/>
            </a:ln>
          </c:spPr>
          <c:marker>
            <c:symbol val="diamond"/>
            <c:size val="5"/>
            <c:spPr>
              <a:solidFill xmlns:a="http://schemas.openxmlformats.org/drawingml/2006/main">
                <a:srgbClr val="234F91"/>
              </a:solidFill>
            </c:spPr>
          </c:marker>
          <c:xVal>
            <c:numRef>
              <c:f>'Chart Data'!$K$2:$K$4</c:f>
              <c:numCache>
                <c:formatCode>General</c:formatCode>
                <c:ptCount val="3"/>
                <c:pt idx="0">
                  <c:v>7</c:v>
                </c:pt>
                <c:pt idx="1">
                  <c:v>9</c:v>
                </c:pt>
                <c:pt idx="2">
                  <c:v>10</c:v>
                </c:pt>
              </c:numCache>
            </c:numRef>
          </c:xVal>
          <c:yVal>
            <c:numRef>
              <c:f>'Chart Data'!$L$2:$L$4</c:f>
              <c:numCache>
                <c:formatCode>0.0</c:formatCode>
                <c:ptCount val="3"/>
                <c:pt idx="0">
                  <c:v>0.879178311465</c:v>
                </c:pt>
                <c:pt idx="1">
                  <c:v>0.712610114387</c:v>
                </c:pt>
                <c:pt idx="2">
                  <c:v>0.651750667007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2.55"/>
          <c:min val="0"/>
        </c:scaling>
        <c:delete val="0"/>
        <c:axPos val="l"/>
        <c:majorGridlines>
          <c:spPr>
            <a:ln xmlns:a="http://schemas.openxmlformats.org/drawingml/2006/main" w="4763">
              <a:solidFill>
                <a:srgbClr val="EEEEEE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majorUnit val="0.5"/>
      </c:valAx>
      <c:valAx>
        <c:axId val="48650112"/>
        <c:scaling>
          <c:orientation val="minMax"/>
          <c:max val="12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majorUnit val="3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U/t = 0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222222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scatterChart>
        <c:scatterStyle val="lineMarker"/>
        <c:varyColors val="0"/>
        <c:ser>
          <c:idx val="0"/>
          <c:order val="0"/>
          <c:tx>
            <c:v>charge</c:v>
          </c:tx>
          <c:spPr>
            <a:ln xmlns:a="http://schemas.openxmlformats.org/drawingml/2006/main" w="15240">
              <a:solidFill>
                <a:srgbClr val="C43C64"/>
              </a:solidFill>
              <a:prstDash val="solid"/>
            </a:ln>
          </c:spPr>
          <c:marker>
            <c:symbol val="none"/>
            <c:size val="5"/>
            <c:spPr>
              <a:solidFill xmlns:a="http://schemas.openxmlformats.org/drawingml/2006/main">
                <a:srgbClr val="C43C64"/>
              </a:solidFill>
            </c:spPr>
          </c:marker>
          <c:xVal>
            <c:numRef>
              <c:f>'Chart Data'!$A$2:$A$2002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Data'!$B$2:$B$2002</c:f>
              <c:numCache>
                <c:formatCode>0.0</c:formatCode>
                <c:ptCount val="2001"/>
                <c:pt idx="0">
                  <c:v>0.00439846842306</c:v>
                </c:pt>
                <c:pt idx="1">
                  <c:v>0.00440577659633</c:v>
                </c:pt>
                <c:pt idx="2">
                  <c:v>0.00441310297737</c:v>
                </c:pt>
                <c:pt idx="3">
                  <c:v>0.00442044762666</c:v>
                </c:pt>
                <c:pt idx="4">
                  <c:v>0.0044278106049</c:v>
                </c:pt>
                <c:pt idx="5">
                  <c:v>0.00443519197305</c:v>
                </c:pt>
                <c:pt idx="6">
                  <c:v>0.00444259179235</c:v>
                </c:pt>
                <c:pt idx="7">
                  <c:v>0.00445001012426</c:v>
                </c:pt>
                <c:pt idx="8">
                  <c:v>0.00445744703052</c:v>
                </c:pt>
                <c:pt idx="9">
                  <c:v>0.00446490257311</c:v>
                </c:pt>
                <c:pt idx="10">
                  <c:v>0.00447237681427</c:v>
                </c:pt>
                <c:pt idx="11">
                  <c:v>0.00447986981652</c:v>
                </c:pt>
                <c:pt idx="12">
                  <c:v>0.00448738164262</c:v>
                </c:pt>
                <c:pt idx="13">
                  <c:v>0.00449491235561</c:v>
                </c:pt>
                <c:pt idx="14">
                  <c:v>0.00450246201876</c:v>
                </c:pt>
                <c:pt idx="15">
                  <c:v>0.00451003069564</c:v>
                </c:pt>
                <c:pt idx="16">
                  <c:v>0.00451761845008</c:v>
                </c:pt>
                <c:pt idx="17">
                  <c:v>0.00452522534617</c:v>
                </c:pt>
                <c:pt idx="18">
                  <c:v>0.00453285144827</c:v>
                </c:pt>
                <c:pt idx="19">
                  <c:v>0.00454049682101</c:v>
                </c:pt>
                <c:pt idx="20">
                  <c:v>0.00454816152929</c:v>
                </c:pt>
                <c:pt idx="21">
                  <c:v>0.00455584563829</c:v>
                </c:pt>
                <c:pt idx="22">
                  <c:v>0.00456354921346</c:v>
                </c:pt>
                <c:pt idx="23">
                  <c:v>0.00457127232053</c:v>
                </c:pt>
                <c:pt idx="24">
                  <c:v>0.00457901502551</c:v>
                </c:pt>
                <c:pt idx="25">
                  <c:v>0.00458677739466</c:v>
                </c:pt>
                <c:pt idx="26">
                  <c:v>0.00459455949457</c:v>
                </c:pt>
                <c:pt idx="27">
                  <c:v>0.00460236139207</c:v>
                </c:pt>
                <c:pt idx="28">
                  <c:v>0.00461018315429</c:v>
                </c:pt>
                <c:pt idx="29">
                  <c:v>0.00461802484864</c:v>
                </c:pt>
                <c:pt idx="30">
                  <c:v>0.00462588654282</c:v>
                </c:pt>
                <c:pt idx="31">
                  <c:v>0.00463376830481</c:v>
                </c:pt>
                <c:pt idx="32">
                  <c:v>0.0046416702029</c:v>
                </c:pt>
                <c:pt idx="33">
                  <c:v>0.00464959230564</c:v>
                </c:pt>
                <c:pt idx="34">
                  <c:v>0.00465753468188</c:v>
                </c:pt>
                <c:pt idx="35">
                  <c:v>0.00466549740078</c:v>
                </c:pt>
                <c:pt idx="36">
                  <c:v>0.00467348053179</c:v>
                </c:pt>
                <c:pt idx="37">
                  <c:v>0.00468148414463</c:v>
                </c:pt>
                <c:pt idx="38">
                  <c:v>0.00468950830935</c:v>
                </c:pt>
                <c:pt idx="39">
                  <c:v>0.00469755309629</c:v>
                </c:pt>
                <c:pt idx="40">
                  <c:v>0.00470561857608</c:v>
                </c:pt>
                <c:pt idx="41">
                  <c:v>0.00471370481966</c:v>
                </c:pt>
                <c:pt idx="42">
                  <c:v>0.00472181189828</c:v>
                </c:pt>
                <c:pt idx="43">
                  <c:v>0.00472993988348</c:v>
                </c:pt>
                <c:pt idx="44">
                  <c:v>0.00473808884713</c:v>
                </c:pt>
                <c:pt idx="45">
                  <c:v>0.00474625886138</c:v>
                </c:pt>
                <c:pt idx="46">
                  <c:v>0.00475444999872</c:v>
                </c:pt>
                <c:pt idx="47">
                  <c:v>0.00476266233192</c:v>
                </c:pt>
                <c:pt idx="48">
                  <c:v>0.00477089593409</c:v>
                </c:pt>
                <c:pt idx="49">
                  <c:v>0.00477915087864</c:v>
                </c:pt>
                <c:pt idx="50">
                  <c:v>0.00478742723931</c:v>
                </c:pt>
                <c:pt idx="51">
                  <c:v>0.00479572509014</c:v>
                </c:pt>
                <c:pt idx="52">
                  <c:v>0.00480404450551</c:v>
                </c:pt>
                <c:pt idx="53">
                  <c:v>0.00481238556011</c:v>
                </c:pt>
                <c:pt idx="54">
                  <c:v>0.00482074832894</c:v>
                </c:pt>
                <c:pt idx="55">
                  <c:v>0.00482913288736</c:v>
                </c:pt>
                <c:pt idx="56">
                  <c:v>0.00483753931102</c:v>
                </c:pt>
                <c:pt idx="57">
                  <c:v>0.00484596767593</c:v>
                </c:pt>
                <c:pt idx="58">
                  <c:v>0.0048544180584</c:v>
                </c:pt>
                <c:pt idx="59">
                  <c:v>0.00486289053509</c:v>
                </c:pt>
                <c:pt idx="60">
                  <c:v>0.004871385183</c:v>
                </c:pt>
                <c:pt idx="61">
                  <c:v>0.00487990207944</c:v>
                </c:pt>
                <c:pt idx="62">
                  <c:v>0.00488844130208</c:v>
                </c:pt>
                <c:pt idx="63">
                  <c:v>0.00489700292892</c:v>
                </c:pt>
                <c:pt idx="64">
                  <c:v>0.00490558703831</c:v>
                </c:pt>
                <c:pt idx="65">
                  <c:v>0.00491419370891</c:v>
                </c:pt>
                <c:pt idx="66">
                  <c:v>0.00492282301977</c:v>
                </c:pt>
                <c:pt idx="67">
                  <c:v>0.00493147505025</c:v>
                </c:pt>
                <c:pt idx="68">
                  <c:v>0.00494014988008</c:v>
                </c:pt>
                <c:pt idx="69">
                  <c:v>0.00494884758932</c:v>
                </c:pt>
                <c:pt idx="70">
                  <c:v>0.0049575682584</c:v>
                </c:pt>
                <c:pt idx="71">
                  <c:v>0.00496631196809</c:v>
                </c:pt>
                <c:pt idx="72">
                  <c:v>0.00497507879953</c:v>
                </c:pt>
                <c:pt idx="73">
                  <c:v>0.0049838688342</c:v>
                </c:pt>
                <c:pt idx="74">
                  <c:v>0.00499268215394</c:v>
                </c:pt>
                <c:pt idx="75">
                  <c:v>0.00500151884096</c:v>
                </c:pt>
                <c:pt idx="76">
                  <c:v>0.00501037897784</c:v>
                </c:pt>
                <c:pt idx="77">
                  <c:v>0.0050192626475</c:v>
                </c:pt>
                <c:pt idx="78">
                  <c:v>0.00502816993324</c:v>
                </c:pt>
                <c:pt idx="79">
                  <c:v>0.00503710091874</c:v>
                </c:pt>
                <c:pt idx="80">
                  <c:v>0.00504605568803</c:v>
                </c:pt>
                <c:pt idx="81">
                  <c:v>0.00505503432552</c:v>
                </c:pt>
                <c:pt idx="82">
                  <c:v>0.005064036916</c:v>
                </c:pt>
                <c:pt idx="83">
                  <c:v>0.00507306354463</c:v>
                </c:pt>
                <c:pt idx="84">
                  <c:v>0.00508211429696</c:v>
                </c:pt>
                <c:pt idx="85">
                  <c:v>0.00509118925889</c:v>
                </c:pt>
                <c:pt idx="86">
                  <c:v>0.00510028851673</c:v>
                </c:pt>
                <c:pt idx="87">
                  <c:v>0.00510941215718</c:v>
                </c:pt>
                <c:pt idx="88">
                  <c:v>0.0051185602673</c:v>
                </c:pt>
                <c:pt idx="89">
                  <c:v>0.00512773293456</c:v>
                </c:pt>
                <c:pt idx="90">
                  <c:v>0.0051369302468</c:v>
                </c:pt>
                <c:pt idx="91">
                  <c:v>0.00514615229228</c:v>
                </c:pt>
                <c:pt idx="92">
                  <c:v>0.00515539915963</c:v>
                </c:pt>
                <c:pt idx="93">
                  <c:v>0.00516467093789</c:v>
                </c:pt>
                <c:pt idx="94">
                  <c:v>0.0051739677165</c:v>
                </c:pt>
                <c:pt idx="95">
                  <c:v>0.00518328958529</c:v>
                </c:pt>
                <c:pt idx="96">
                  <c:v>0.00519263663451</c:v>
                </c:pt>
                <c:pt idx="97">
                  <c:v>0.00520200895479</c:v>
                </c:pt>
                <c:pt idx="98">
                  <c:v>0.0052114066372</c:v>
                </c:pt>
                <c:pt idx="99">
                  <c:v>0.00522082977319</c:v>
                </c:pt>
                <c:pt idx="100">
                  <c:v>0.00523027845465</c:v>
                </c:pt>
                <c:pt idx="101">
                  <c:v>0.00523975277386</c:v>
                </c:pt>
                <c:pt idx="102">
                  <c:v>0.00524925282353</c:v>
                </c:pt>
                <c:pt idx="103">
                  <c:v>0.00525877869678</c:v>
                </c:pt>
                <c:pt idx="104">
                  <c:v>0.00526833048716</c:v>
                </c:pt>
                <c:pt idx="105">
                  <c:v>0.00527790828864</c:v>
                </c:pt>
                <c:pt idx="106">
                  <c:v>0.00528751219561</c:v>
                </c:pt>
                <c:pt idx="107">
                  <c:v>0.0052971423029</c:v>
                </c:pt>
                <c:pt idx="108">
                  <c:v>0.00530679870577</c:v>
                </c:pt>
                <c:pt idx="109">
                  <c:v>0.00531648149989</c:v>
                </c:pt>
                <c:pt idx="110">
                  <c:v>0.00532619078139</c:v>
                </c:pt>
                <c:pt idx="111">
                  <c:v>0.00533592664683</c:v>
                </c:pt>
                <c:pt idx="112">
                  <c:v>0.00534568919321</c:v>
                </c:pt>
                <c:pt idx="113">
                  <c:v>0.00535547851796</c:v>
                </c:pt>
                <c:pt idx="114">
                  <c:v>0.00536529471898</c:v>
                </c:pt>
                <c:pt idx="115">
                  <c:v>0.00537513789458</c:v>
                </c:pt>
                <c:pt idx="116">
                  <c:v>0.00538500814357</c:v>
                </c:pt>
                <c:pt idx="117">
                  <c:v>0.00539490556516</c:v>
                </c:pt>
                <c:pt idx="118">
                  <c:v>0.00540483025906</c:v>
                </c:pt>
                <c:pt idx="119">
                  <c:v>0.00541478232539</c:v>
                </c:pt>
                <c:pt idx="120">
                  <c:v>0.00542476186477</c:v>
                </c:pt>
                <c:pt idx="121">
                  <c:v>0.00543476897827</c:v>
                </c:pt>
                <c:pt idx="122">
                  <c:v>0.0054448037674</c:v>
                </c:pt>
                <c:pt idx="123">
                  <c:v>0.00545486633418</c:v>
                </c:pt>
                <c:pt idx="124">
                  <c:v>0.00546495678107</c:v>
                </c:pt>
                <c:pt idx="125">
                  <c:v>0.005475075211</c:v>
                </c:pt>
                <c:pt idx="126">
                  <c:v>0.0054852217274</c:v>
                </c:pt>
                <c:pt idx="127">
                  <c:v>0.00549539643415</c:v>
                </c:pt>
                <c:pt idx="128">
                  <c:v>0.00550559943563</c:v>
                </c:pt>
                <c:pt idx="129">
                  <c:v>0.00551583083669</c:v>
                </c:pt>
                <c:pt idx="130">
                  <c:v>0.00552609074268</c:v>
                </c:pt>
                <c:pt idx="131">
                  <c:v>0.00553637925941</c:v>
                </c:pt>
                <c:pt idx="132">
                  <c:v>0.00554669649321</c:v>
                </c:pt>
                <c:pt idx="133">
                  <c:v>0.00555704255089</c:v>
                </c:pt>
                <c:pt idx="134">
                  <c:v>0.00556741753976</c:v>
                </c:pt>
                <c:pt idx="135">
                  <c:v>0.00557782156763</c:v>
                </c:pt>
                <c:pt idx="136">
                  <c:v>0.00558825474281</c:v>
                </c:pt>
                <c:pt idx="137">
                  <c:v>0.00559871717411</c:v>
                </c:pt>
                <c:pt idx="138">
                  <c:v>0.00560920897086</c:v>
                </c:pt>
                <c:pt idx="139">
                  <c:v>0.00561973024288</c:v>
                </c:pt>
                <c:pt idx="140">
                  <c:v>0.00563028110053</c:v>
                </c:pt>
                <c:pt idx="141">
                  <c:v>0.00564086165466</c:v>
                </c:pt>
                <c:pt idx="142">
                  <c:v>0.00565147201666</c:v>
                </c:pt>
                <c:pt idx="143">
                  <c:v>0.00566211229843</c:v>
                </c:pt>
                <c:pt idx="144">
                  <c:v>0.00567278261239</c:v>
                </c:pt>
                <c:pt idx="145">
                  <c:v>0.0056834830715</c:v>
                </c:pt>
                <c:pt idx="146">
                  <c:v>0.00569421378925</c:v>
                </c:pt>
                <c:pt idx="147">
                  <c:v>0.00570497487965</c:v>
                </c:pt>
                <c:pt idx="148">
                  <c:v>0.00571576645727</c:v>
                </c:pt>
                <c:pt idx="149">
                  <c:v>0.00572658863719</c:v>
                </c:pt>
                <c:pt idx="150">
                  <c:v>0.00573744153507</c:v>
                </c:pt>
                <c:pt idx="151">
                  <c:v>0.00574832526707</c:v>
                </c:pt>
                <c:pt idx="152">
                  <c:v>0.00575923994994</c:v>
                </c:pt>
                <c:pt idx="153">
                  <c:v>0.00577018570096</c:v>
                </c:pt>
                <c:pt idx="154">
                  <c:v>0.00578116263797</c:v>
                </c:pt>
                <c:pt idx="155">
                  <c:v>0.00579217087937</c:v>
                </c:pt>
                <c:pt idx="156">
                  <c:v>0.00580321054412</c:v>
                </c:pt>
                <c:pt idx="157">
                  <c:v>0.00581428175175</c:v>
                </c:pt>
                <c:pt idx="158">
                  <c:v>0.00582538462235</c:v>
                </c:pt>
                <c:pt idx="159">
                  <c:v>0.00583651927659</c:v>
                </c:pt>
                <c:pt idx="160">
                  <c:v>0.0058476858357</c:v>
                </c:pt>
                <c:pt idx="161">
                  <c:v>0.0058588844215</c:v>
                </c:pt>
                <c:pt idx="162">
                  <c:v>0.00587011515639</c:v>
                </c:pt>
                <c:pt idx="163">
                  <c:v>0.00588137816335</c:v>
                </c:pt>
                <c:pt idx="164">
                  <c:v>0.00589267356595</c:v>
                </c:pt>
                <c:pt idx="165">
                  <c:v>0.00590400148836</c:v>
                </c:pt>
                <c:pt idx="166">
                  <c:v>0.00591536205532</c:v>
                </c:pt>
                <c:pt idx="167">
                  <c:v>0.00592675539219</c:v>
                </c:pt>
                <c:pt idx="168">
                  <c:v>0.00593818162492</c:v>
                </c:pt>
                <c:pt idx="169">
                  <c:v>0.00594964088008</c:v>
                </c:pt>
                <c:pt idx="170">
                  <c:v>0.00596113328483</c:v>
                </c:pt>
                <c:pt idx="171">
                  <c:v>0.00597265896695</c:v>
                </c:pt>
                <c:pt idx="172">
                  <c:v>0.00598421805483</c:v>
                </c:pt>
                <c:pt idx="173">
                  <c:v>0.00599581067749</c:v>
                </c:pt>
                <c:pt idx="174">
                  <c:v>0.00600743696457</c:v>
                </c:pt>
                <c:pt idx="175">
                  <c:v>0.00601909704631</c:v>
                </c:pt>
                <c:pt idx="176">
                  <c:v>0.00603079105363</c:v>
                </c:pt>
                <c:pt idx="177">
                  <c:v>0.00604251911803</c:v>
                </c:pt>
                <c:pt idx="178">
                  <c:v>0.00605428137169</c:v>
                </c:pt>
                <c:pt idx="179">
                  <c:v>0.0060660779474</c:v>
                </c:pt>
                <c:pt idx="180">
                  <c:v>0.0060779089786</c:v>
                </c:pt>
                <c:pt idx="181">
                  <c:v>0.00608977459941</c:v>
                </c:pt>
                <c:pt idx="182">
                  <c:v>0.00610167494455</c:v>
                </c:pt>
                <c:pt idx="183">
                  <c:v>0.00611361014944</c:v>
                </c:pt>
                <c:pt idx="184">
                  <c:v>0.00612558035013</c:v>
                </c:pt>
                <c:pt idx="185">
                  <c:v>0.00613758568335</c:v>
                </c:pt>
                <c:pt idx="186">
                  <c:v>0.00614962628649</c:v>
                </c:pt>
                <c:pt idx="187">
                  <c:v>0.00616170229761</c:v>
                </c:pt>
                <c:pt idx="188">
                  <c:v>0.00617381385546</c:v>
                </c:pt>
                <c:pt idx="189">
                  <c:v>0.00618596109944</c:v>
                </c:pt>
                <c:pt idx="190">
                  <c:v>0.00619814416967</c:v>
                </c:pt>
                <c:pt idx="191">
                  <c:v>0.00621036320693</c:v>
                </c:pt>
                <c:pt idx="192">
                  <c:v>0.00622261835269</c:v>
                </c:pt>
                <c:pt idx="193">
                  <c:v>0.00623490974913</c:v>
                </c:pt>
                <c:pt idx="194">
                  <c:v>0.00624723753913</c:v>
                </c:pt>
                <c:pt idx="195">
                  <c:v>0.00625960186625</c:v>
                </c:pt>
                <c:pt idx="196">
                  <c:v>0.00627200287479</c:v>
                </c:pt>
                <c:pt idx="197">
                  <c:v>0.00628444070973</c:v>
                </c:pt>
                <c:pt idx="198">
                  <c:v>0.00629691551679</c:v>
                </c:pt>
                <c:pt idx="199">
                  <c:v>0.00630942744241</c:v>
                </c:pt>
                <c:pt idx="200">
                  <c:v>0.00632197663373</c:v>
                </c:pt>
                <c:pt idx="201">
                  <c:v>0.00633456323864</c:v>
                </c:pt>
                <c:pt idx="202">
                  <c:v>0.00634718740576</c:v>
                </c:pt>
                <c:pt idx="203">
                  <c:v>0.00635984928444</c:v>
                </c:pt>
                <c:pt idx="204">
                  <c:v>0.00637254902479</c:v>
                </c:pt>
                <c:pt idx="205">
                  <c:v>0.00638528677763</c:v>
                </c:pt>
                <c:pt idx="206">
                  <c:v>0.00639806269458</c:v>
                </c:pt>
                <c:pt idx="207">
                  <c:v>0.00641087692797</c:v>
                </c:pt>
                <c:pt idx="208">
                  <c:v>0.00642372963091</c:v>
                </c:pt>
                <c:pt idx="209">
                  <c:v>0.00643662095727</c:v>
                </c:pt>
                <c:pt idx="210">
                  <c:v>0.00644955106171</c:v>
                </c:pt>
                <c:pt idx="211">
                  <c:v>0.00646252009962</c:v>
                </c:pt>
                <c:pt idx="212">
                  <c:v>0.00647552822721</c:v>
                </c:pt>
                <c:pt idx="213">
                  <c:v>0.00648857560145</c:v>
                </c:pt>
                <c:pt idx="214">
                  <c:v>0.0065016623801</c:v>
                </c:pt>
                <c:pt idx="215">
                  <c:v>0.00651478872171</c:v>
                </c:pt>
                <c:pt idx="216">
                  <c:v>0.00652795478564</c:v>
                </c:pt>
                <c:pt idx="217">
                  <c:v>0.00654116073204</c:v>
                </c:pt>
                <c:pt idx="218">
                  <c:v>0.00655440672188</c:v>
                </c:pt>
                <c:pt idx="219">
                  <c:v>0.00656769291691</c:v>
                </c:pt>
                <c:pt idx="220">
                  <c:v>0.00658101947973</c:v>
                </c:pt>
                <c:pt idx="221">
                  <c:v>0.00659438657374</c:v>
                </c:pt>
                <c:pt idx="222">
                  <c:v>0.00660779436318</c:v>
                </c:pt>
                <c:pt idx="223">
                  <c:v>0.00662124301312</c:v>
                </c:pt>
                <c:pt idx="224">
                  <c:v>0.00663473268946</c:v>
                </c:pt>
                <c:pt idx="225">
                  <c:v>0.00664826355894</c:v>
                </c:pt>
                <c:pt idx="226">
                  <c:v>0.00666183578915</c:v>
                </c:pt>
                <c:pt idx="227">
                  <c:v>0.00667544954853</c:v>
                </c:pt>
                <c:pt idx="228">
                  <c:v>0.00668910500638</c:v>
                </c:pt>
                <c:pt idx="229">
                  <c:v>0.00670280233286</c:v>
                </c:pt>
                <c:pt idx="230">
                  <c:v>0.006716541699</c:v>
                </c:pt>
                <c:pt idx="231">
                  <c:v>0.00673032327669</c:v>
                </c:pt>
                <c:pt idx="232">
                  <c:v>0.00674414723872</c:v>
                </c:pt>
                <c:pt idx="233">
                  <c:v>0.00675801375874</c:v>
                </c:pt>
                <c:pt idx="234">
                  <c:v>0.00677192301131</c:v>
                </c:pt>
                <c:pt idx="235">
                  <c:v>0.00678587517186</c:v>
                </c:pt>
                <c:pt idx="236">
                  <c:v>0.00679987041674</c:v>
                </c:pt>
                <c:pt idx="237">
                  <c:v>0.0068139089232</c:v>
                </c:pt>
                <c:pt idx="238">
                  <c:v>0.00682799086941</c:v>
                </c:pt>
                <c:pt idx="239">
                  <c:v>0.00684211643442</c:v>
                </c:pt>
                <c:pt idx="240">
                  <c:v>0.00685628579825</c:v>
                </c:pt>
                <c:pt idx="241">
                  <c:v>0.00687049914181</c:v>
                </c:pt>
                <c:pt idx="242">
                  <c:v>0.00688475664696</c:v>
                </c:pt>
                <c:pt idx="243">
                  <c:v>0.00689905849651</c:v>
                </c:pt>
                <c:pt idx="244">
                  <c:v>0.00691340487419</c:v>
                </c:pt>
                <c:pt idx="245">
                  <c:v>0.0069277959647</c:v>
                </c:pt>
                <c:pt idx="246">
                  <c:v>0.00694223195369</c:v>
                </c:pt>
                <c:pt idx="247">
                  <c:v>0.00695671302776</c:v>
                </c:pt>
                <c:pt idx="248">
                  <c:v>0.00697123937451</c:v>
                </c:pt>
                <c:pt idx="249">
                  <c:v>0.00698581118249</c:v>
                </c:pt>
                <c:pt idx="250">
                  <c:v>0.00700042864123</c:v>
                </c:pt>
                <c:pt idx="251">
                  <c:v>0.00701509194126</c:v>
                </c:pt>
                <c:pt idx="252">
                  <c:v>0.0070298012741</c:v>
                </c:pt>
                <c:pt idx="253">
                  <c:v>0.00704455683226</c:v>
                </c:pt>
                <c:pt idx="254">
                  <c:v>0.00705935880926</c:v>
                </c:pt>
                <c:pt idx="255">
                  <c:v>0.00707420739963</c:v>
                </c:pt>
                <c:pt idx="256">
                  <c:v>0.00708910279893</c:v>
                </c:pt>
                <c:pt idx="257">
                  <c:v>0.00710404520374</c:v>
                </c:pt>
                <c:pt idx="258">
                  <c:v>0.00711903481166</c:v>
                </c:pt>
                <c:pt idx="259">
                  <c:v>0.00713407182133</c:v>
                </c:pt>
                <c:pt idx="260">
                  <c:v>0.00714915643244</c:v>
                </c:pt>
                <c:pt idx="261">
                  <c:v>0.00716428884574</c:v>
                </c:pt>
                <c:pt idx="262">
                  <c:v>0.00717946926301</c:v>
                </c:pt>
                <c:pt idx="263">
                  <c:v>0.00719469788712</c:v>
                </c:pt>
                <c:pt idx="264">
                  <c:v>0.007209974922</c:v>
                </c:pt>
                <c:pt idx="265">
                  <c:v>0.00722530057265</c:v>
                </c:pt>
                <c:pt idx="266">
                  <c:v>0.00724067504517</c:v>
                </c:pt>
                <c:pt idx="267">
                  <c:v>0.00725609854674</c:v>
                </c:pt>
                <c:pt idx="268">
                  <c:v>0.00727157128565</c:v>
                </c:pt>
                <c:pt idx="269">
                  <c:v>0.00728709347126</c:v>
                </c:pt>
                <c:pt idx="270">
                  <c:v>0.00730266531409</c:v>
                </c:pt>
                <c:pt idx="271">
                  <c:v>0.00731828702576</c:v>
                </c:pt>
                <c:pt idx="272">
                  <c:v>0.00733395881899</c:v>
                </c:pt>
                <c:pt idx="273">
                  <c:v>0.00734968090768</c:v>
                </c:pt>
                <c:pt idx="274">
                  <c:v>0.00736545350683</c:v>
                </c:pt>
                <c:pt idx="275">
                  <c:v>0.00738127683261</c:v>
                </c:pt>
                <c:pt idx="276">
                  <c:v>0.00739715110235</c:v>
                </c:pt>
                <c:pt idx="277">
                  <c:v>0.00741307653452</c:v>
                </c:pt>
                <c:pt idx="278">
                  <c:v>0.00742905334877</c:v>
                </c:pt>
                <c:pt idx="279">
                  <c:v>0.00744508176594</c:v>
                </c:pt>
                <c:pt idx="280">
                  <c:v>0.00746116200804</c:v>
                </c:pt>
                <c:pt idx="281">
                  <c:v>0.00747729429828</c:v>
                </c:pt>
                <c:pt idx="282">
                  <c:v>0.00749347886107</c:v>
                </c:pt>
                <c:pt idx="283">
                  <c:v>0.00750971592203</c:v>
                </c:pt>
                <c:pt idx="284">
                  <c:v>0.00752600570798</c:v>
                </c:pt>
                <c:pt idx="285">
                  <c:v>0.00754234844698</c:v>
                </c:pt>
                <c:pt idx="286">
                  <c:v>0.00755874436833</c:v>
                </c:pt>
                <c:pt idx="287">
                  <c:v>0.00757519370255</c:v>
                </c:pt>
                <c:pt idx="288">
                  <c:v>0.00759169668141</c:v>
                </c:pt>
                <c:pt idx="289">
                  <c:v>0.00760825353796</c:v>
                </c:pt>
                <c:pt idx="290">
                  <c:v>0.00762486450647</c:v>
                </c:pt>
                <c:pt idx="291">
                  <c:v>0.00764152982253</c:v>
                </c:pt>
                <c:pt idx="292">
                  <c:v>0.00765824972298</c:v>
                </c:pt>
                <c:pt idx="293">
                  <c:v>0.00767502444596</c:v>
                </c:pt>
                <c:pt idx="294">
                  <c:v>0.00769185423089</c:v>
                </c:pt>
                <c:pt idx="295">
                  <c:v>0.00770873931853</c:v>
                </c:pt>
                <c:pt idx="296">
                  <c:v>0.00772567995093</c:v>
                </c:pt>
                <c:pt idx="297">
                  <c:v>0.00774267637146</c:v>
                </c:pt>
                <c:pt idx="298">
                  <c:v>0.00775972882484</c:v>
                </c:pt>
                <c:pt idx="299">
                  <c:v>0.0077768375571</c:v>
                </c:pt>
                <c:pt idx="300">
                  <c:v>0.00779400281566</c:v>
                </c:pt>
                <c:pt idx="301">
                  <c:v>0.00781122484927</c:v>
                </c:pt>
                <c:pt idx="302">
                  <c:v>0.00782850390805</c:v>
                </c:pt>
                <c:pt idx="303">
                  <c:v>0.0078458402435</c:v>
                </c:pt>
                <c:pt idx="304">
                  <c:v>0.0078632341085</c:v>
                </c:pt>
                <c:pt idx="305">
                  <c:v>0.00788068575733</c:v>
                </c:pt>
                <c:pt idx="306">
                  <c:v>0.00789819544568</c:v>
                </c:pt>
                <c:pt idx="307">
                  <c:v>0.00791576343063</c:v>
                </c:pt>
                <c:pt idx="308">
                  <c:v>0.00793338997071</c:v>
                </c:pt>
                <c:pt idx="309">
                  <c:v>0.00795107532586</c:v>
                </c:pt>
                <c:pt idx="310">
                  <c:v>0.00796881975747</c:v>
                </c:pt>
                <c:pt idx="311">
                  <c:v>0.00798662352837</c:v>
                </c:pt>
                <c:pt idx="312">
                  <c:v>0.00800448690287</c:v>
                </c:pt>
                <c:pt idx="313">
                  <c:v>0.00802241014674</c:v>
                </c:pt>
                <c:pt idx="314">
                  <c:v>0.00804039352721</c:v>
                </c:pt>
                <c:pt idx="315">
                  <c:v>0.00805843731304</c:v>
                </c:pt>
                <c:pt idx="316">
                  <c:v>0.00807654177445</c:v>
                </c:pt>
                <c:pt idx="317">
                  <c:v>0.0080947071832</c:v>
                </c:pt>
                <c:pt idx="318">
                  <c:v>0.00811293381254</c:v>
                </c:pt>
                <c:pt idx="319">
                  <c:v>0.00813122193728</c:v>
                </c:pt>
                <c:pt idx="320">
                  <c:v>0.00814957183375</c:v>
                </c:pt>
                <c:pt idx="321">
                  <c:v>0.00816798377983</c:v>
                </c:pt>
                <c:pt idx="322">
                  <c:v>0.00818645805498</c:v>
                </c:pt>
                <c:pt idx="323">
                  <c:v>0.0082049949402</c:v>
                </c:pt>
                <c:pt idx="324">
                  <c:v>0.00822359471811</c:v>
                </c:pt>
                <c:pt idx="325">
                  <c:v>0.00824225767288</c:v>
                </c:pt>
                <c:pt idx="326">
                  <c:v>0.00826098409033</c:v>
                </c:pt>
                <c:pt idx="327">
                  <c:v>0.00827977425785</c:v>
                </c:pt>
                <c:pt idx="328">
                  <c:v>0.00829862846448</c:v>
                </c:pt>
                <c:pt idx="329">
                  <c:v>0.0083175470009</c:v>
                </c:pt>
                <c:pt idx="330">
                  <c:v>0.00833653015941</c:v>
                </c:pt>
                <c:pt idx="331">
                  <c:v>0.008355578234</c:v>
                </c:pt>
                <c:pt idx="332">
                  <c:v>0.00837469152031</c:v>
                </c:pt>
                <c:pt idx="333">
                  <c:v>0.00839387031568</c:v>
                </c:pt>
                <c:pt idx="334">
                  <c:v>0.0084131149191</c:v>
                </c:pt>
                <c:pt idx="335">
                  <c:v>0.00843242563132</c:v>
                </c:pt>
                <c:pt idx="336">
                  <c:v>0.00845180275477</c:v>
                </c:pt>
                <c:pt idx="337">
                  <c:v>0.00847124659362</c:v>
                </c:pt>
                <c:pt idx="338">
                  <c:v>0.00849075745376</c:v>
                </c:pt>
                <c:pt idx="339">
                  <c:v>0.00851033564286</c:v>
                </c:pt>
                <c:pt idx="340">
                  <c:v>0.00852998147034</c:v>
                </c:pt>
                <c:pt idx="341">
                  <c:v>0.00854969524739</c:v>
                </c:pt>
                <c:pt idx="342">
                  <c:v>0.00856947728699</c:v>
                </c:pt>
                <c:pt idx="343">
                  <c:v>0.00858932790392</c:v>
                </c:pt>
                <c:pt idx="344">
                  <c:v>0.00860924741478</c:v>
                </c:pt>
                <c:pt idx="345">
                  <c:v>0.00862923613799</c:v>
                </c:pt>
                <c:pt idx="346">
                  <c:v>0.00864929439379</c:v>
                </c:pt>
                <c:pt idx="347">
                  <c:v>0.00866942250431</c:v>
                </c:pt>
                <c:pt idx="348">
                  <c:v>0.00868962079349</c:v>
                </c:pt>
                <c:pt idx="349">
                  <c:v>0.0087098895872</c:v>
                </c:pt>
                <c:pt idx="350">
                  <c:v>0.00873022921315</c:v>
                </c:pt>
                <c:pt idx="351">
                  <c:v>0.00875064000099</c:v>
                </c:pt>
                <c:pt idx="352">
                  <c:v>0.00877112228225</c:v>
                </c:pt>
                <c:pt idx="353">
                  <c:v>0.00879167639043</c:v>
                </c:pt>
                <c:pt idx="354">
                  <c:v>0.00881230266093</c:v>
                </c:pt>
                <c:pt idx="355">
                  <c:v>0.00883300143114</c:v>
                </c:pt>
                <c:pt idx="356">
                  <c:v>0.00885377304039</c:v>
                </c:pt>
                <c:pt idx="357">
                  <c:v>0.00887461783001</c:v>
                </c:pt>
                <c:pt idx="358">
                  <c:v>0.00889553614333</c:v>
                </c:pt>
                <c:pt idx="359">
                  <c:v>0.00891652832567</c:v>
                </c:pt>
                <c:pt idx="360">
                  <c:v>0.00893759472439</c:v>
                </c:pt>
                <c:pt idx="361">
                  <c:v>0.00895873568889</c:v>
                </c:pt>
                <c:pt idx="362">
                  <c:v>0.00897995157062</c:v>
                </c:pt>
                <c:pt idx="363">
                  <c:v>0.0090012427231</c:v>
                </c:pt>
                <c:pt idx="364">
                  <c:v>0.00902260950192</c:v>
                </c:pt>
                <c:pt idx="365">
                  <c:v>0.00904405226478</c:v>
                </c:pt>
                <c:pt idx="366">
                  <c:v>0.00906557137149</c:v>
                </c:pt>
                <c:pt idx="367">
                  <c:v>0.00908716718399</c:v>
                </c:pt>
                <c:pt idx="368">
                  <c:v>0.00910884006634</c:v>
                </c:pt>
                <c:pt idx="369">
                  <c:v>0.0091305903848</c:v>
                </c:pt>
                <c:pt idx="370">
                  <c:v>0.00915241850775</c:v>
                </c:pt>
                <c:pt idx="371">
                  <c:v>0.00917432480579</c:v>
                </c:pt>
                <c:pt idx="372">
                  <c:v>0.00919630965173</c:v>
                </c:pt>
                <c:pt idx="373">
                  <c:v>0.00921837342057</c:v>
                </c:pt>
                <c:pt idx="374">
                  <c:v>0.00924051648957</c:v>
                </c:pt>
                <c:pt idx="375">
                  <c:v>0.00926273923823</c:v>
                </c:pt>
                <c:pt idx="376">
                  <c:v>0.00928504204831</c:v>
                </c:pt>
                <c:pt idx="377">
                  <c:v>0.00930742530387</c:v>
                </c:pt>
                <c:pt idx="378">
                  <c:v>0.00932988939126</c:v>
                </c:pt>
                <c:pt idx="379">
                  <c:v>0.00935243469914</c:v>
                </c:pt>
                <c:pt idx="380">
                  <c:v>0.00937506161851</c:v>
                </c:pt>
                <c:pt idx="381">
                  <c:v>0.00939777054272</c:v>
                </c:pt>
                <c:pt idx="382">
                  <c:v>0.00942056186749</c:v>
                </c:pt>
                <c:pt idx="383">
                  <c:v>0.00944343599091</c:v>
                </c:pt>
                <c:pt idx="384">
                  <c:v>0.00946639331348</c:v>
                </c:pt>
                <c:pt idx="385">
                  <c:v>0.00948943423812</c:v>
                </c:pt>
                <c:pt idx="386">
                  <c:v>0.00951255917017</c:v>
                </c:pt>
                <c:pt idx="387">
                  <c:v>0.00953576851744</c:v>
                </c:pt>
                <c:pt idx="388">
                  <c:v>0.00955906269021</c:v>
                </c:pt>
                <c:pt idx="389">
                  <c:v>0.00958244210124</c:v>
                </c:pt>
                <c:pt idx="390">
                  <c:v>0.00960590716579</c:v>
                </c:pt>
                <c:pt idx="391">
                  <c:v>0.00962945830167</c:v>
                </c:pt>
                <c:pt idx="392">
                  <c:v>0.00965309592921</c:v>
                </c:pt>
                <c:pt idx="393">
                  <c:v>0.00967682047131</c:v>
                </c:pt>
                <c:pt idx="394">
                  <c:v>0.00970063235344</c:v>
                </c:pt>
                <c:pt idx="395">
                  <c:v>0.0097245320037</c:v>
                </c:pt>
                <c:pt idx="396">
                  <c:v>0.00974851985278</c:v>
                </c:pt>
                <c:pt idx="397">
                  <c:v>0.00977259633402</c:v>
                </c:pt>
                <c:pt idx="398">
                  <c:v>0.0097967618834</c:v>
                </c:pt>
                <c:pt idx="399">
                  <c:v>0.0098210169396</c:v>
                </c:pt>
                <c:pt idx="400">
                  <c:v>0.00984536194398</c:v>
                </c:pt>
                <c:pt idx="401">
                  <c:v>0.00986979734063</c:v>
                </c:pt>
                <c:pt idx="402">
                  <c:v>0.00989432357636</c:v>
                </c:pt>
                <c:pt idx="403">
                  <c:v>0.00991894110074</c:v>
                </c:pt>
                <c:pt idx="404">
                  <c:v>0.00994365036613</c:v>
                </c:pt>
                <c:pt idx="405">
                  <c:v>0.00996845182768</c:v>
                </c:pt>
                <c:pt idx="406">
                  <c:v>0.00999334594334</c:v>
                </c:pt>
                <c:pt idx="407">
                  <c:v>0.0100183331739</c:v>
                </c:pt>
                <c:pt idx="408">
                  <c:v>0.0100434139831</c:v>
                </c:pt>
                <c:pt idx="409">
                  <c:v>0.0100685888374</c:v>
                </c:pt>
                <c:pt idx="410">
                  <c:v>0.0100938582063</c:v>
                </c:pt>
                <c:pt idx="411">
                  <c:v>0.0101192225621</c:v>
                </c:pt>
                <c:pt idx="412">
                  <c:v>0.0101446823802</c:v>
                </c:pt>
                <c:pt idx="413">
                  <c:v>0.0101702381389</c:v>
                </c:pt>
                <c:pt idx="414">
                  <c:v>0.0101958903194</c:v>
                </c:pt>
                <c:pt idx="415">
                  <c:v>0.010221639406</c:v>
                </c:pt>
                <c:pt idx="416">
                  <c:v>0.010247485886</c:v>
                </c:pt>
                <c:pt idx="417">
                  <c:v>0.0102734302499</c:v>
                </c:pt>
                <c:pt idx="418">
                  <c:v>0.0102994729911</c:v>
                </c:pt>
                <c:pt idx="419">
                  <c:v>0.0103256146061</c:v>
                </c:pt>
                <c:pt idx="420">
                  <c:v>0.0103518555946</c:v>
                </c:pt>
                <c:pt idx="421">
                  <c:v>0.0103781964595</c:v>
                </c:pt>
                <c:pt idx="422">
                  <c:v>0.0104046377069</c:v>
                </c:pt>
                <c:pt idx="423">
                  <c:v>0.0104311798459</c:v>
                </c:pt>
                <c:pt idx="424">
                  <c:v>0.0104578233889</c:v>
                </c:pt>
                <c:pt idx="425">
                  <c:v>0.0104845688517</c:v>
                </c:pt>
                <c:pt idx="426">
                  <c:v>0.0105114167532</c:v>
                </c:pt>
                <c:pt idx="427">
                  <c:v>0.0105383676157</c:v>
                </c:pt>
                <c:pt idx="428">
                  <c:v>0.0105654219648</c:v>
                </c:pt>
                <c:pt idx="429">
                  <c:v>0.0105925803293</c:v>
                </c:pt>
                <c:pt idx="430">
                  <c:v>0.0106198432416</c:v>
                </c:pt>
                <c:pt idx="431">
                  <c:v>0.0106472112374</c:v>
                </c:pt>
                <c:pt idx="432">
                  <c:v>0.0106746848558</c:v>
                </c:pt>
                <c:pt idx="433">
                  <c:v>0.0107022646394</c:v>
                </c:pt>
                <c:pt idx="434">
                  <c:v>0.0107299511342</c:v>
                </c:pt>
                <c:pt idx="435">
                  <c:v>0.0107577448898</c:v>
                </c:pt>
                <c:pt idx="436">
                  <c:v>0.0107856464593</c:v>
                </c:pt>
                <c:pt idx="437">
                  <c:v>0.0108136563993</c:v>
                </c:pt>
                <c:pt idx="438">
                  <c:v>0.0108417752701</c:v>
                </c:pt>
                <c:pt idx="439">
                  <c:v>0.0108700036354</c:v>
                </c:pt>
                <c:pt idx="440">
                  <c:v>0.0108983420628</c:v>
                </c:pt>
                <c:pt idx="441">
                  <c:v>0.0109267911235</c:v>
                </c:pt>
                <c:pt idx="442">
                  <c:v>0.0109553513922</c:v>
                </c:pt>
                <c:pt idx="443">
                  <c:v>0.0109840234476</c:v>
                </c:pt>
                <c:pt idx="444">
                  <c:v>0.011012807872</c:v>
                </c:pt>
                <c:pt idx="445">
                  <c:v>0.0110417052514</c:v>
                </c:pt>
                <c:pt idx="446">
                  <c:v>0.011070716176</c:v>
                </c:pt>
                <c:pt idx="447">
                  <c:v>0.0110998412393</c:v>
                </c:pt>
                <c:pt idx="448">
                  <c:v>0.0111290810391</c:v>
                </c:pt>
                <c:pt idx="449">
                  <c:v>0.0111584361769</c:v>
                </c:pt>
                <c:pt idx="450">
                  <c:v>0.0111879072582</c:v>
                </c:pt>
                <c:pt idx="451">
                  <c:v>0.0112174948925</c:v>
                </c:pt>
                <c:pt idx="452">
                  <c:v>0.0112471996932</c:v>
                </c:pt>
                <c:pt idx="453">
                  <c:v>0.0112770222777</c:v>
                </c:pt>
                <c:pt idx="454">
                  <c:v>0.0113069632676</c:v>
                </c:pt>
                <c:pt idx="455">
                  <c:v>0.0113370232886</c:v>
                </c:pt>
                <c:pt idx="456">
                  <c:v>0.0113672029703</c:v>
                </c:pt>
                <c:pt idx="457">
                  <c:v>0.0113975029467</c:v>
                </c:pt>
                <c:pt idx="458">
                  <c:v>0.0114279238559</c:v>
                </c:pt>
                <c:pt idx="459">
                  <c:v>0.0114584663402</c:v>
                </c:pt>
                <c:pt idx="460">
                  <c:v>0.0114891310461</c:v>
                </c:pt>
                <c:pt idx="461">
                  <c:v>0.0115199186246</c:v>
                </c:pt>
                <c:pt idx="462">
                  <c:v>0.0115508297307</c:v>
                </c:pt>
                <c:pt idx="463">
                  <c:v>0.0115818650241</c:v>
                </c:pt>
                <c:pt idx="464">
                  <c:v>0.0116130251687</c:v>
                </c:pt>
                <c:pt idx="465">
                  <c:v>0.0116443108328</c:v>
                </c:pt>
                <c:pt idx="466">
                  <c:v>0.0116757226892</c:v>
                </c:pt>
                <c:pt idx="467">
                  <c:v>0.0117072614153</c:v>
                </c:pt>
                <c:pt idx="468">
                  <c:v>0.011738927693</c:v>
                </c:pt>
                <c:pt idx="469">
                  <c:v>0.0117707222085</c:v>
                </c:pt>
                <c:pt idx="470">
                  <c:v>0.0118026456531</c:v>
                </c:pt>
                <c:pt idx="471">
                  <c:v>0.0118346987223</c:v>
                </c:pt>
                <c:pt idx="472">
                  <c:v>0.0118668821165</c:v>
                </c:pt>
                <c:pt idx="473">
                  <c:v>0.0118991965408</c:v>
                </c:pt>
                <c:pt idx="474">
                  <c:v>0.0119316427051</c:v>
                </c:pt>
                <c:pt idx="475">
                  <c:v>0.0119642213238</c:v>
                </c:pt>
                <c:pt idx="476">
                  <c:v>0.0119969331166</c:v>
                </c:pt>
                <c:pt idx="477">
                  <c:v>0.0120297788078</c:v>
                </c:pt>
                <c:pt idx="478">
                  <c:v>0.0120627591265</c:v>
                </c:pt>
                <c:pt idx="479">
                  <c:v>0.0120958748071</c:v>
                </c:pt>
                <c:pt idx="480">
                  <c:v>0.0121291265886</c:v>
                </c:pt>
                <c:pt idx="481">
                  <c:v>0.0121625152154</c:v>
                </c:pt>
                <c:pt idx="482">
                  <c:v>0.0121960414368</c:v>
                </c:pt>
                <c:pt idx="483">
                  <c:v>0.012229706007</c:v>
                </c:pt>
                <c:pt idx="484">
                  <c:v>0.0122635096859</c:v>
                </c:pt>
                <c:pt idx="485">
                  <c:v>0.012297453238</c:v>
                </c:pt>
                <c:pt idx="486">
                  <c:v>0.0123315374335</c:v>
                </c:pt>
                <c:pt idx="487">
                  <c:v>0.0123657630477</c:v>
                </c:pt>
                <c:pt idx="488">
                  <c:v>0.0124001308611</c:v>
                </c:pt>
                <c:pt idx="489">
                  <c:v>0.0124346416599</c:v>
                </c:pt>
                <c:pt idx="490">
                  <c:v>0.0124692962354</c:v>
                </c:pt>
                <c:pt idx="491">
                  <c:v>0.0125040953845</c:v>
                </c:pt>
                <c:pt idx="492">
                  <c:v>0.0125390399097</c:v>
                </c:pt>
                <c:pt idx="493">
                  <c:v>0.0125741306188</c:v>
                </c:pt>
                <c:pt idx="494">
                  <c:v>0.0126093683255</c:v>
                </c:pt>
                <c:pt idx="495">
                  <c:v>0.0126447538489</c:v>
                </c:pt>
                <c:pt idx="496">
                  <c:v>0.0126802880139</c:v>
                </c:pt>
                <c:pt idx="497">
                  <c:v>0.0127159716512</c:v>
                </c:pt>
                <c:pt idx="498">
                  <c:v>0.0127518055971</c:v>
                </c:pt>
                <c:pt idx="499">
                  <c:v>0.0127877906939</c:v>
                </c:pt>
                <c:pt idx="500">
                  <c:v>0.0128239277898</c:v>
                </c:pt>
                <c:pt idx="501">
                  <c:v>0.0128602177388</c:v>
                </c:pt>
                <c:pt idx="502">
                  <c:v>0.0128966614009</c:v>
                </c:pt>
                <c:pt idx="503">
                  <c:v>0.0129332596423</c:v>
                </c:pt>
                <c:pt idx="504">
                  <c:v>0.0129700133351</c:v>
                </c:pt>
                <c:pt idx="505">
                  <c:v>0.0130069233577</c:v>
                </c:pt>
                <c:pt idx="506">
                  <c:v>0.0130439905944</c:v>
                </c:pt>
                <c:pt idx="507">
                  <c:v>0.0130812159361</c:v>
                </c:pt>
                <c:pt idx="508">
                  <c:v>0.0131186002797</c:v>
                </c:pt>
                <c:pt idx="509">
                  <c:v>0.0131561445287</c:v>
                </c:pt>
                <c:pt idx="510">
                  <c:v>0.0131938495927</c:v>
                </c:pt>
                <c:pt idx="511">
                  <c:v>0.0132317163881</c:v>
                </c:pt>
                <c:pt idx="512">
                  <c:v>0.0132697458374</c:v>
                </c:pt>
                <c:pt idx="513">
                  <c:v>0.0133079388701</c:v>
                </c:pt>
                <c:pt idx="514">
                  <c:v>0.0133462964219</c:v>
                </c:pt>
                <c:pt idx="515">
                  <c:v>0.0133848194356</c:v>
                </c:pt>
                <c:pt idx="516">
                  <c:v>0.0134235088603</c:v>
                </c:pt>
                <c:pt idx="517">
                  <c:v>0.0134623656522</c:v>
                </c:pt>
                <c:pt idx="518">
                  <c:v>0.0135013907742</c:v>
                </c:pt>
                <c:pt idx="519">
                  <c:v>0.0135405851962</c:v>
                </c:pt>
                <c:pt idx="520">
                  <c:v>0.013579949895</c:v>
                </c:pt>
                <c:pt idx="521">
                  <c:v>0.0136194858544</c:v>
                </c:pt>
                <c:pt idx="522">
                  <c:v>0.0136591940654</c:v>
                </c:pt>
                <c:pt idx="523">
                  <c:v>0.013699075526</c:v>
                </c:pt>
                <c:pt idx="524">
                  <c:v>0.0137391312416</c:v>
                </c:pt>
                <c:pt idx="525">
                  <c:v>0.0137793622245</c:v>
                </c:pt>
                <c:pt idx="526">
                  <c:v>0.0138197694949</c:v>
                </c:pt>
                <c:pt idx="527">
                  <c:v>0.0138603540798</c:v>
                </c:pt>
                <c:pt idx="528">
                  <c:v>0.0139011170141</c:v>
                </c:pt>
                <c:pt idx="529">
                  <c:v>0.0139420593399</c:v>
                </c:pt>
                <c:pt idx="530">
                  <c:v>0.0139831821073</c:v>
                </c:pt>
                <c:pt idx="531">
                  <c:v>0.0140244863737</c:v>
                </c:pt>
                <c:pt idx="532">
                  <c:v>0.0140659732042</c:v>
                </c:pt>
                <c:pt idx="533">
                  <c:v>0.014107643672</c:v>
                </c:pt>
                <c:pt idx="534">
                  <c:v>0.014149498858</c:v>
                </c:pt>
                <c:pt idx="535">
                  <c:v>0.0141915398509</c:v>
                </c:pt>
                <c:pt idx="536">
                  <c:v>0.0142337677475</c:v>
                </c:pt>
                <c:pt idx="537">
                  <c:v>0.0142761836528</c:v>
                </c:pt>
                <c:pt idx="538">
                  <c:v>0.0143187886797</c:v>
                </c:pt>
                <c:pt idx="539">
                  <c:v>0.0143615839496</c:v>
                </c:pt>
                <c:pt idx="540">
                  <c:v>0.0144045705918</c:v>
                </c:pt>
                <c:pt idx="541">
                  <c:v>0.0144477497443</c:v>
                </c:pt>
                <c:pt idx="542">
                  <c:v>0.0144911225534</c:v>
                </c:pt>
                <c:pt idx="543">
                  <c:v>0.0145346901738</c:v>
                </c:pt>
                <c:pt idx="544">
                  <c:v>0.014578453769</c:v>
                </c:pt>
                <c:pt idx="545">
                  <c:v>0.014622414511</c:v>
                </c:pt>
                <c:pt idx="546">
                  <c:v>0.0146665735805</c:v>
                </c:pt>
                <c:pt idx="547">
                  <c:v>0.0147109321672</c:v>
                </c:pt>
                <c:pt idx="548">
                  <c:v>0.0147554914695</c:v>
                </c:pt>
                <c:pt idx="549">
                  <c:v>0.0148002526949</c:v>
                </c:pt>
                <c:pt idx="550">
                  <c:v>0.0148452170599</c:v>
                </c:pt>
                <c:pt idx="551">
                  <c:v>0.01489038579</c:v>
                </c:pt>
                <c:pt idx="552">
                  <c:v>0.0149357601201</c:v>
                </c:pt>
                <c:pt idx="553">
                  <c:v>0.0149813412944</c:v>
                </c:pt>
                <c:pt idx="554">
                  <c:v>0.0150271305663</c:v>
                </c:pt>
                <c:pt idx="555">
                  <c:v>0.0150731291989</c:v>
                </c:pt>
                <c:pt idx="556">
                  <c:v>0.0151193384646</c:v>
                </c:pt>
                <c:pt idx="557">
                  <c:v>0.0151657596456</c:v>
                </c:pt>
                <c:pt idx="558">
                  <c:v>0.0152123940338</c:v>
                </c:pt>
                <c:pt idx="559">
                  <c:v>0.0152592429309</c:v>
                </c:pt>
                <c:pt idx="560">
                  <c:v>0.0153063076484</c:v>
                </c:pt>
                <c:pt idx="561">
                  <c:v>0.015353589508</c:v>
                </c:pt>
                <c:pt idx="562">
                  <c:v>0.0154010898412</c:v>
                </c:pt>
                <c:pt idx="563">
                  <c:v>0.01544880999</c:v>
                </c:pt>
                <c:pt idx="564">
                  <c:v>0.0154967513064</c:v>
                </c:pt>
                <c:pt idx="565">
                  <c:v>0.0155449151528</c:v>
                </c:pt>
                <c:pt idx="566">
                  <c:v>0.0155933029022</c:v>
                </c:pt>
                <c:pt idx="567">
                  <c:v>0.015641915938</c:v>
                </c:pt>
                <c:pt idx="568">
                  <c:v>0.0156907556543</c:v>
                </c:pt>
                <c:pt idx="569">
                  <c:v>0.015739823456</c:v>
                </c:pt>
                <c:pt idx="570">
                  <c:v>0.0157891207587</c:v>
                </c:pt>
                <c:pt idx="571">
                  <c:v>0.0158386489892</c:v>
                </c:pt>
                <c:pt idx="572">
                  <c:v>0.0158884095849</c:v>
                </c:pt>
                <c:pt idx="573">
                  <c:v>0.0159384039949</c:v>
                </c:pt>
                <c:pt idx="574">
                  <c:v>0.015988633679</c:v>
                </c:pt>
                <c:pt idx="575">
                  <c:v>0.0160391001089</c:v>
                </c:pt>
                <c:pt idx="576">
                  <c:v>0.0160898047673</c:v>
                </c:pt>
                <c:pt idx="577">
                  <c:v>0.0161407491487</c:v>
                </c:pt>
                <c:pt idx="578">
                  <c:v>0.0161919347591</c:v>
                </c:pt>
                <c:pt idx="579">
                  <c:v>0.0162433631167</c:v>
                </c:pt>
                <c:pt idx="580">
                  <c:v>0.016295035751</c:v>
                </c:pt>
                <c:pt idx="581">
                  <c:v>0.0163469542039</c:v>
                </c:pt>
                <c:pt idx="582">
                  <c:v>0.0163991200294</c:v>
                </c:pt>
                <c:pt idx="583">
                  <c:v>0.0164515347935</c:v>
                </c:pt>
                <c:pt idx="584">
                  <c:v>0.0165042000748</c:v>
                </c:pt>
                <c:pt idx="585">
                  <c:v>0.0165571174642</c:v>
                </c:pt>
                <c:pt idx="586">
                  <c:v>0.0166102885652</c:v>
                </c:pt>
                <c:pt idx="587">
                  <c:v>0.0166637149941</c:v>
                </c:pt>
                <c:pt idx="588">
                  <c:v>0.01671739838</c:v>
                </c:pt>
                <c:pt idx="589">
                  <c:v>0.0167713403647</c:v>
                </c:pt>
                <c:pt idx="590">
                  <c:v>0.0168255426034</c:v>
                </c:pt>
                <c:pt idx="591">
                  <c:v>0.0168800067642</c:v>
                </c:pt>
                <c:pt idx="592">
                  <c:v>0.0169347345288</c:v>
                </c:pt>
                <c:pt idx="593">
                  <c:v>0.016989727592</c:v>
                </c:pt>
                <c:pt idx="594">
                  <c:v>0.0170449876625</c:v>
                </c:pt>
                <c:pt idx="595">
                  <c:v>0.0171005164624</c:v>
                </c:pt>
                <c:pt idx="596">
                  <c:v>0.017156315728</c:v>
                </c:pt>
                <c:pt idx="597">
                  <c:v>0.017212387209</c:v>
                </c:pt>
                <c:pt idx="598">
                  <c:v>0.0172687326698</c:v>
                </c:pt>
                <c:pt idx="599">
                  <c:v>0.0173253538886</c:v>
                </c:pt>
                <c:pt idx="600">
                  <c:v>0.0173822526582</c:v>
                </c:pt>
                <c:pt idx="601">
                  <c:v>0.0174394307857</c:v>
                </c:pt>
                <c:pt idx="602">
                  <c:v>0.0174968900931</c:v>
                </c:pt>
                <c:pt idx="603">
                  <c:v>0.0175546324169</c:v>
                </c:pt>
                <c:pt idx="604">
                  <c:v>0.0176126596088</c:v>
                </c:pt>
                <c:pt idx="605">
                  <c:v>0.0176709735355</c:v>
                </c:pt>
                <c:pt idx="606">
                  <c:v>0.0177295760786</c:v>
                </c:pt>
                <c:pt idx="607">
                  <c:v>0.0177884691357</c:v>
                </c:pt>
                <c:pt idx="608">
                  <c:v>0.0178476546193</c:v>
                </c:pt>
                <c:pt idx="609">
                  <c:v>0.0179071344578</c:v>
                </c:pt>
                <c:pt idx="610">
                  <c:v>0.0179669105957</c:v>
                </c:pt>
                <c:pt idx="611">
                  <c:v>0.018026984993</c:v>
                </c:pt>
                <c:pt idx="612">
                  <c:v>0.0180873596262</c:v>
                </c:pt>
                <c:pt idx="613">
                  <c:v>0.0181480364879</c:v>
                </c:pt>
                <c:pt idx="614">
                  <c:v>0.0182090175872</c:v>
                </c:pt>
                <c:pt idx="615">
                  <c:v>0.0182703049498</c:v>
                </c:pt>
                <c:pt idx="616">
                  <c:v>0.0183319006183</c:v>
                </c:pt>
                <c:pt idx="617">
                  <c:v>0.018393806652</c:v>
                </c:pt>
                <c:pt idx="618">
                  <c:v>0.0184560251276</c:v>
                </c:pt>
                <c:pt idx="619">
                  <c:v>0.0185185581389</c:v>
                </c:pt>
                <c:pt idx="620">
                  <c:v>0.0185814077972</c:v>
                </c:pt>
                <c:pt idx="621">
                  <c:v>0.0186445762314</c:v>
                </c:pt>
                <c:pt idx="622">
                  <c:v>0.0187080655882</c:v>
                </c:pt>
                <c:pt idx="623">
                  <c:v>0.0187718780323</c:v>
                </c:pt>
                <c:pt idx="624">
                  <c:v>0.0188360157467</c:v>
                </c:pt>
                <c:pt idx="625">
                  <c:v>0.0189004809325</c:v>
                </c:pt>
                <c:pt idx="626">
                  <c:v>0.0189652758095</c:v>
                </c:pt>
                <c:pt idx="627">
                  <c:v>0.019030402616</c:v>
                </c:pt>
                <c:pt idx="628">
                  <c:v>0.0190958636095</c:v>
                </c:pt>
                <c:pt idx="629">
                  <c:v>0.0191616610664</c:v>
                </c:pt>
                <c:pt idx="630">
                  <c:v>0.0192277972824</c:v>
                </c:pt>
                <c:pt idx="631">
                  <c:v>0.0192942745727</c:v>
                </c:pt>
                <c:pt idx="632">
                  <c:v>0.0193610952721</c:v>
                </c:pt>
                <c:pt idx="633">
                  <c:v>0.0194282617355</c:v>
                </c:pt>
                <c:pt idx="634">
                  <c:v>0.0194957763375</c:v>
                </c:pt>
                <c:pt idx="635">
                  <c:v>0.0195636414734</c:v>
                </c:pt>
                <c:pt idx="636">
                  <c:v>0.0196318595588</c:v>
                </c:pt>
                <c:pt idx="637">
                  <c:v>0.0197004330297</c:v>
                </c:pt>
                <c:pt idx="638">
                  <c:v>0.0197693643436</c:v>
                </c:pt>
                <c:pt idx="639">
                  <c:v>0.0198386559786</c:v>
                </c:pt>
                <c:pt idx="640">
                  <c:v>0.0199083104344</c:v>
                </c:pt>
                <c:pt idx="641">
                  <c:v>0.0199783302323</c:v>
                </c:pt>
                <c:pt idx="642">
                  <c:v>0.020048717915</c:v>
                </c:pt>
                <c:pt idx="643">
                  <c:v>0.0201194760477</c:v>
                </c:pt>
                <c:pt idx="644">
                  <c:v>0.0201906072176</c:v>
                </c:pt>
                <c:pt idx="645">
                  <c:v>0.0202621140342</c:v>
                </c:pt>
                <c:pt idx="646">
                  <c:v>0.0203339991299</c:v>
                </c:pt>
                <c:pt idx="647">
                  <c:v>0.02040626516</c:v>
                </c:pt>
                <c:pt idx="648">
                  <c:v>0.0204789148029</c:v>
                </c:pt>
                <c:pt idx="649">
                  <c:v>0.0205519507604</c:v>
                </c:pt>
                <c:pt idx="650">
                  <c:v>0.0206253757581</c:v>
                </c:pt>
                <c:pt idx="651">
                  <c:v>0.0206991925452</c:v>
                </c:pt>
                <c:pt idx="652">
                  <c:v>0.0207734038953</c:v>
                </c:pt>
                <c:pt idx="653">
                  <c:v>0.0208480126063</c:v>
                </c:pt>
                <c:pt idx="654">
                  <c:v>0.0209230215007</c:v>
                </c:pt>
                <c:pt idx="655">
                  <c:v>0.0209984334261</c:v>
                </c:pt>
                <c:pt idx="656">
                  <c:v>0.021074251255</c:v>
                </c:pt>
                <c:pt idx="657">
                  <c:v>0.0211504778854</c:v>
                </c:pt>
                <c:pt idx="658">
                  <c:v>0.0212271162413</c:v>
                </c:pt>
                <c:pt idx="659">
                  <c:v>0.0213041692722</c:v>
                </c:pt>
                <c:pt idx="660">
                  <c:v>0.0213816399543</c:v>
                </c:pt>
                <c:pt idx="661">
                  <c:v>0.02145953129</c:v>
                </c:pt>
                <c:pt idx="662">
                  <c:v>0.0215378463086</c:v>
                </c:pt>
                <c:pt idx="663">
                  <c:v>0.0216165880666</c:v>
                </c:pt>
                <c:pt idx="664">
                  <c:v>0.0216957596479</c:v>
                </c:pt>
                <c:pt idx="665">
                  <c:v>0.0217753641638</c:v>
                </c:pt>
                <c:pt idx="666">
                  <c:v>0.0218554047538</c:v>
                </c:pt>
                <c:pt idx="667">
                  <c:v>0.0219358845856</c:v>
                </c:pt>
                <c:pt idx="668">
                  <c:v>0.0220168068557</c:v>
                </c:pt>
                <c:pt idx="669">
                  <c:v>0.022098174789</c:v>
                </c:pt>
                <c:pt idx="670">
                  <c:v>0.02217999164</c:v>
                </c:pt>
                <c:pt idx="671">
                  <c:v>0.0222622606925</c:v>
                </c:pt>
                <c:pt idx="672">
                  <c:v>0.0223449852602</c:v>
                </c:pt>
                <c:pt idx="673">
                  <c:v>0.022428168687</c:v>
                </c:pt>
                <c:pt idx="674">
                  <c:v>0.0225118143472</c:v>
                </c:pt>
                <c:pt idx="675">
                  <c:v>0.0225959256458</c:v>
                </c:pt>
                <c:pt idx="676">
                  <c:v>0.0226805060191</c:v>
                </c:pt>
                <c:pt idx="677">
                  <c:v>0.0227655589348</c:v>
                </c:pt>
                <c:pt idx="678">
                  <c:v>0.0228510878924</c:v>
                </c:pt>
                <c:pt idx="679">
                  <c:v>0.0229370964236</c:v>
                </c:pt>
                <c:pt idx="680">
                  <c:v>0.0230235880926</c:v>
                </c:pt>
                <c:pt idx="681">
                  <c:v>0.0231105664966</c:v>
                </c:pt>
                <c:pt idx="682">
                  <c:v>0.0231980352657</c:v>
                </c:pt>
                <c:pt idx="683">
                  <c:v>0.0232859980639</c:v>
                </c:pt>
                <c:pt idx="684">
                  <c:v>0.0233744585891</c:v>
                </c:pt>
                <c:pt idx="685">
                  <c:v>0.0234634205734</c:v>
                </c:pt>
                <c:pt idx="686">
                  <c:v>0.0235528877838</c:v>
                </c:pt>
                <c:pt idx="687">
                  <c:v>0.0236428640224</c:v>
                </c:pt>
                <c:pt idx="688">
                  <c:v>0.0237333531266</c:v>
                </c:pt>
                <c:pt idx="689">
                  <c:v>0.0238243589698</c:v>
                </c:pt>
                <c:pt idx="690">
                  <c:v>0.0239158854618</c:v>
                </c:pt>
                <c:pt idx="691">
                  <c:v>0.0240079365489</c:v>
                </c:pt>
                <c:pt idx="692">
                  <c:v>0.0241005162145</c:v>
                </c:pt>
                <c:pt idx="693">
                  <c:v>0.0241936284797</c:v>
                </c:pt>
                <c:pt idx="694">
                  <c:v>0.0242872774035</c:v>
                </c:pt>
                <c:pt idx="695">
                  <c:v>0.0243814670829</c:v>
                </c:pt>
                <c:pt idx="696">
                  <c:v>0.0244762016542</c:v>
                </c:pt>
                <c:pt idx="697">
                  <c:v>0.0245714852925</c:v>
                </c:pt>
                <c:pt idx="698">
                  <c:v>0.0246673222129</c:v>
                </c:pt>
                <c:pt idx="699">
                  <c:v>0.0247637166704</c:v>
                </c:pt>
                <c:pt idx="700">
                  <c:v>0.0248606729606</c:v>
                </c:pt>
                <c:pt idx="701">
                  <c:v>0.0249581954201</c:v>
                </c:pt>
                <c:pt idx="702">
                  <c:v>0.025056288427</c:v>
                </c:pt>
                <c:pt idx="703">
                  <c:v>0.0251549564016</c:v>
                </c:pt>
                <c:pt idx="704">
                  <c:v>0.0252542038062</c:v>
                </c:pt>
                <c:pt idx="705">
                  <c:v>0.0253540351463</c:v>
                </c:pt>
                <c:pt idx="706">
                  <c:v>0.0254544549708</c:v>
                </c:pt>
                <c:pt idx="707">
                  <c:v>0.0255554678724</c:v>
                </c:pt>
                <c:pt idx="708">
                  <c:v>0.0256570784884</c:v>
                </c:pt>
                <c:pt idx="709">
                  <c:v>0.0257592915007</c:v>
                </c:pt>
                <c:pt idx="710">
                  <c:v>0.025862111637</c:v>
                </c:pt>
                <c:pt idx="711">
                  <c:v>0.0259655436706</c:v>
                </c:pt>
                <c:pt idx="712">
                  <c:v>0.0260695924216</c:v>
                </c:pt>
                <c:pt idx="713">
                  <c:v>0.026174262757</c:v>
                </c:pt>
                <c:pt idx="714">
                  <c:v>0.0262795595913</c:v>
                </c:pt>
                <c:pt idx="715">
                  <c:v>0.0263854878871</c:v>
                </c:pt>
                <c:pt idx="716">
                  <c:v>0.0264920526559</c:v>
                </c:pt>
                <c:pt idx="717">
                  <c:v>0.0265992589583</c:v>
                </c:pt>
                <c:pt idx="718">
                  <c:v>0.0267071119046</c:v>
                </c:pt>
                <c:pt idx="719">
                  <c:v>0.0268156166556</c:v>
                </c:pt>
                <c:pt idx="720">
                  <c:v>0.0269247784233</c:v>
                </c:pt>
                <c:pt idx="721">
                  <c:v>0.0270346024709</c:v>
                </c:pt>
                <c:pt idx="722">
                  <c:v>0.027145094114</c:v>
                </c:pt>
                <c:pt idx="723">
                  <c:v>0.027256258721</c:v>
                </c:pt>
                <c:pt idx="724">
                  <c:v>0.0273681017137</c:v>
                </c:pt>
                <c:pt idx="725">
                  <c:v>0.027480628568</c:v>
                </c:pt>
                <c:pt idx="726">
                  <c:v>0.0275938448144</c:v>
                </c:pt>
                <c:pt idx="727">
                  <c:v>0.0277077560387</c:v>
                </c:pt>
                <c:pt idx="728">
                  <c:v>0.0278223678829</c:v>
                </c:pt>
                <c:pt idx="729">
                  <c:v>0.0279376860454</c:v>
                </c:pt>
                <c:pt idx="730">
                  <c:v>0.0280537162822</c:v>
                </c:pt>
                <c:pt idx="731">
                  <c:v>0.028170464407</c:v>
                </c:pt>
                <c:pt idx="732">
                  <c:v>0.0282879362926</c:v>
                </c:pt>
                <c:pt idx="733">
                  <c:v>0.0284061378708</c:v>
                </c:pt>
                <c:pt idx="734">
                  <c:v>0.0285250751338</c:v>
                </c:pt>
                <c:pt idx="735">
                  <c:v>0.0286447541345</c:v>
                </c:pt>
                <c:pt idx="736">
                  <c:v>0.0287651809873</c:v>
                </c:pt>
                <c:pt idx="737">
                  <c:v>0.0288863618693</c:v>
                </c:pt>
                <c:pt idx="738">
                  <c:v>0.0290083030201</c:v>
                </c:pt>
                <c:pt idx="739">
                  <c:v>0.0291310107435</c:v>
                </c:pt>
                <c:pt idx="740">
                  <c:v>0.0292544914079</c:v>
                </c:pt>
                <c:pt idx="741">
                  <c:v>0.0293787514467</c:v>
                </c:pt>
                <c:pt idx="742">
                  <c:v>0.02950379736</c:v>
                </c:pt>
                <c:pt idx="743">
                  <c:v>0.0296296357145</c:v>
                </c:pt>
                <c:pt idx="744">
                  <c:v>0.0297562731448</c:v>
                </c:pt>
                <c:pt idx="745">
                  <c:v>0.0298837163541</c:v>
                </c:pt>
                <c:pt idx="746">
                  <c:v>0.030011972115</c:v>
                </c:pt>
                <c:pt idx="747">
                  <c:v>0.0301410472705</c:v>
                </c:pt>
                <c:pt idx="748">
                  <c:v>0.0302709487348</c:v>
                </c:pt>
                <c:pt idx="749">
                  <c:v>0.030401683494</c:v>
                </c:pt>
                <c:pt idx="750">
                  <c:v>0.0305332586072</c:v>
                </c:pt>
                <c:pt idx="751">
                  <c:v>0.0306656812073</c:v>
                </c:pt>
                <c:pt idx="752">
                  <c:v>0.0307989585018</c:v>
                </c:pt>
                <c:pt idx="753">
                  <c:v>0.0309330977742</c:v>
                </c:pt>
                <c:pt idx="754">
                  <c:v>0.0310681063843</c:v>
                </c:pt>
                <c:pt idx="755">
                  <c:v>0.0312039917695</c:v>
                </c:pt>
                <c:pt idx="756">
                  <c:v>0.0313407614458</c:v>
                </c:pt>
                <c:pt idx="757">
                  <c:v>0.0314784230085</c:v>
                </c:pt>
                <c:pt idx="758">
                  <c:v>0.0316169841336</c:v>
                </c:pt>
                <c:pt idx="759">
                  <c:v>0.0317564525784</c:v>
                </c:pt>
                <c:pt idx="760">
                  <c:v>0.0318968361828</c:v>
                </c:pt>
                <c:pt idx="761">
                  <c:v>0.0320381428702</c:v>
                </c:pt>
                <c:pt idx="762">
                  <c:v>0.0321803806485</c:v>
                </c:pt>
                <c:pt idx="763">
                  <c:v>0.0323235576114</c:v>
                </c:pt>
                <c:pt idx="764">
                  <c:v>0.0324676819392</c:v>
                </c:pt>
                <c:pt idx="765">
                  <c:v>0.0326127619001</c:v>
                </c:pt>
                <c:pt idx="766">
                  <c:v>0.0327588058511</c:v>
                </c:pt>
                <c:pt idx="767">
                  <c:v>0.0329058222394</c:v>
                </c:pt>
                <c:pt idx="768">
                  <c:v>0.0330538196033</c:v>
                </c:pt>
                <c:pt idx="769">
                  <c:v>0.0332028065735</c:v>
                </c:pt>
                <c:pt idx="770">
                  <c:v>0.0333527918741</c:v>
                </c:pt>
                <c:pt idx="771">
                  <c:v>0.0335037843242</c:v>
                </c:pt>
                <c:pt idx="772">
                  <c:v>0.0336557928384</c:v>
                </c:pt>
                <c:pt idx="773">
                  <c:v>0.0338088264289</c:v>
                </c:pt>
                <c:pt idx="774">
                  <c:v>0.033962894206</c:v>
                </c:pt>
                <c:pt idx="775">
                  <c:v>0.0341180053797</c:v>
                </c:pt>
                <c:pt idx="776">
                  <c:v>0.0342741692611</c:v>
                </c:pt>
                <c:pt idx="777">
                  <c:v>0.0344313952634</c:v>
                </c:pt>
                <c:pt idx="778">
                  <c:v>0.0345896929034</c:v>
                </c:pt>
                <c:pt idx="779">
                  <c:v>0.0347490718027</c:v>
                </c:pt>
                <c:pt idx="780">
                  <c:v>0.0349095416893</c:v>
                </c:pt>
                <c:pt idx="781">
                  <c:v>0.0350711123987</c:v>
                </c:pt>
                <c:pt idx="782">
                  <c:v>0.0352337938755</c:v>
                </c:pt>
                <c:pt idx="783">
                  <c:v>0.0353975961748</c:v>
                </c:pt>
                <c:pt idx="784">
                  <c:v>0.0355625294634</c:v>
                </c:pt>
                <c:pt idx="785">
                  <c:v>0.0357286040216</c:v>
                </c:pt>
                <c:pt idx="786">
                  <c:v>0.0358958302445</c:v>
                </c:pt>
                <c:pt idx="787">
                  <c:v>0.0360642186435</c:v>
                </c:pt>
                <c:pt idx="788">
                  <c:v>0.0362337798477</c:v>
                </c:pt>
                <c:pt idx="789">
                  <c:v>0.0364045246059</c:v>
                </c:pt>
                <c:pt idx="790">
                  <c:v>0.0365764637875</c:v>
                </c:pt>
                <c:pt idx="791">
                  <c:v>0.0367496083849</c:v>
                </c:pt>
                <c:pt idx="792">
                  <c:v>0.0369239695142</c:v>
                </c:pt>
                <c:pt idx="793">
                  <c:v>0.0370995584177</c:v>
                </c:pt>
                <c:pt idx="794">
                  <c:v>0.0372763864649</c:v>
                </c:pt>
                <c:pt idx="795">
                  <c:v>0.0374544651547</c:v>
                </c:pt>
                <c:pt idx="796">
                  <c:v>0.0376338061167</c:v>
                </c:pt>
                <c:pt idx="797">
                  <c:v>0.0378144211133</c:v>
                </c:pt>
                <c:pt idx="798">
                  <c:v>0.0379963220411</c:v>
                </c:pt>
                <c:pt idx="799">
                  <c:v>0.0381795209331</c:v>
                </c:pt>
                <c:pt idx="800">
                  <c:v>0.0383640299601</c:v>
                </c:pt>
                <c:pt idx="801">
                  <c:v>0.0385498614329</c:v>
                </c:pt>
                <c:pt idx="802">
                  <c:v>0.0387370278039</c:v>
                </c:pt>
                <c:pt idx="803">
                  <c:v>0.0389255416693</c:v>
                </c:pt>
                <c:pt idx="804">
                  <c:v>0.0391154157707</c:v>
                </c:pt>
                <c:pt idx="805">
                  <c:v>0.0393066629973</c:v>
                </c:pt>
                <c:pt idx="806">
                  <c:v>0.0394992963878</c:v>
                </c:pt>
                <c:pt idx="807">
                  <c:v>0.0396933291325</c:v>
                </c:pt>
                <c:pt idx="808">
                  <c:v>0.0398887745752</c:v>
                </c:pt>
                <c:pt idx="809">
                  <c:v>0.0400856462153</c:v>
                </c:pt>
                <c:pt idx="810">
                  <c:v>0.0402839577101</c:v>
                </c:pt>
                <c:pt idx="811">
                  <c:v>0.0404837228768</c:v>
                </c:pt>
                <c:pt idx="812">
                  <c:v>0.0406849556947</c:v>
                </c:pt>
                <c:pt idx="813">
                  <c:v>0.0408876703073</c:v>
                </c:pt>
                <c:pt idx="814">
                  <c:v>0.0410918810248</c:v>
                </c:pt>
                <c:pt idx="815">
                  <c:v>0.0412976023261</c:v>
                </c:pt>
                <c:pt idx="816">
                  <c:v>0.0415048488614</c:v>
                </c:pt>
                <c:pt idx="817">
                  <c:v>0.0417136354543</c:v>
                </c:pt>
                <c:pt idx="818">
                  <c:v>0.0419239771041</c:v>
                </c:pt>
                <c:pt idx="819">
                  <c:v>0.0421358889887</c:v>
                </c:pt>
                <c:pt idx="820">
                  <c:v>0.0423493864665</c:v>
                </c:pt>
                <c:pt idx="821">
                  <c:v>0.0425644850794</c:v>
                </c:pt>
                <c:pt idx="822">
                  <c:v>0.0427812005547</c:v>
                </c:pt>
                <c:pt idx="823">
                  <c:v>0.0429995488084</c:v>
                </c:pt>
                <c:pt idx="824">
                  <c:v>0.0432195459472</c:v>
                </c:pt>
                <c:pt idx="825">
                  <c:v>0.0434412082715</c:v>
                </c:pt>
                <c:pt idx="826">
                  <c:v>0.043664552278</c:v>
                </c:pt>
                <c:pt idx="827">
                  <c:v>0.0438895946624</c:v>
                </c:pt>
                <c:pt idx="828">
                  <c:v>0.0441163523222</c:v>
                </c:pt>
                <c:pt idx="829">
                  <c:v>0.0443448423593</c:v>
                </c:pt>
                <c:pt idx="830">
                  <c:v>0.0445750820835</c:v>
                </c:pt>
                <c:pt idx="831">
                  <c:v>0.0448070890145</c:v>
                </c:pt>
                <c:pt idx="832">
                  <c:v>0.0450408808857</c:v>
                </c:pt>
                <c:pt idx="833">
                  <c:v>0.0452764756464</c:v>
                </c:pt>
                <c:pt idx="834">
                  <c:v>0.0455138914655</c:v>
                </c:pt>
                <c:pt idx="835">
                  <c:v>0.0457531467343</c:v>
                </c:pt>
                <c:pt idx="836">
                  <c:v>0.0459942600697</c:v>
                </c:pt>
                <c:pt idx="837">
                  <c:v>0.046237250317</c:v>
                </c:pt>
                <c:pt idx="838">
                  <c:v>0.0464821365538</c:v>
                </c:pt>
                <c:pt idx="839">
                  <c:v>0.0467289380929</c:v>
                </c:pt>
                <c:pt idx="840">
                  <c:v>0.0469776744854</c:v>
                </c:pt>
                <c:pt idx="841">
                  <c:v>0.0472283655246</c:v>
                </c:pt>
                <c:pt idx="842">
                  <c:v>0.047481031249</c:v>
                </c:pt>
                <c:pt idx="843">
                  <c:v>0.0477356919461</c:v>
                </c:pt>
                <c:pt idx="844">
                  <c:v>0.0479923681556</c:v>
                </c:pt>
                <c:pt idx="845">
                  <c:v>0.0482510806732</c:v>
                </c:pt>
                <c:pt idx="846">
                  <c:v>0.0485118505545</c:v>
                </c:pt>
                <c:pt idx="847">
                  <c:v>0.048774699118</c:v>
                </c:pt>
                <c:pt idx="848">
                  <c:v>0.0490396479495</c:v>
                </c:pt>
                <c:pt idx="849">
                  <c:v>0.0493067189056</c:v>
                </c:pt>
                <c:pt idx="850">
                  <c:v>0.0495759341178</c:v>
                </c:pt>
                <c:pt idx="851">
                  <c:v>0.0498473159962</c:v>
                </c:pt>
                <c:pt idx="852">
                  <c:v>0.0501208872336</c:v>
                </c:pt>
                <c:pt idx="853">
                  <c:v>0.0503966708094</c:v>
                </c:pt>
                <c:pt idx="854">
                  <c:v>0.050674689994</c:v>
                </c:pt>
                <c:pt idx="855">
                  <c:v>0.0509549683529</c:v>
                </c:pt>
                <c:pt idx="856">
                  <c:v>0.0512375297507</c:v>
                </c:pt>
                <c:pt idx="857">
                  <c:v>0.0515223983557</c:v>
                </c:pt>
                <c:pt idx="858">
                  <c:v>0.0518095986441</c:v>
                </c:pt>
                <c:pt idx="859">
                  <c:v>0.0520991554045</c:v>
                </c:pt>
                <c:pt idx="860">
                  <c:v>0.0523910937424</c:v>
                </c:pt>
                <c:pt idx="861">
                  <c:v>0.0526854390847</c:v>
                </c:pt>
                <c:pt idx="862">
                  <c:v>0.0529822171845</c:v>
                </c:pt>
                <c:pt idx="863">
                  <c:v>0.0532814541257</c:v>
                </c:pt>
                <c:pt idx="864">
                  <c:v>0.0535831763278</c:v>
                </c:pt>
                <c:pt idx="865">
                  <c:v>0.0538874105508</c:v>
                </c:pt>
                <c:pt idx="866">
                  <c:v>0.0541941839</c:v>
                </c:pt>
                <c:pt idx="867">
                  <c:v>0.0545035238312</c:v>
                </c:pt>
                <c:pt idx="868">
                  <c:v>0.0548154581555</c:v>
                </c:pt>
                <c:pt idx="869">
                  <c:v>0.055130015045</c:v>
                </c:pt>
                <c:pt idx="870">
                  <c:v>0.0554472230372</c:v>
                </c:pt>
                <c:pt idx="871">
                  <c:v>0.0557671110411</c:v>
                </c:pt>
                <c:pt idx="872">
                  <c:v>0.0560897083421</c:v>
                </c:pt>
                <c:pt idx="873">
                  <c:v>0.0564150446078</c:v>
                </c:pt>
                <c:pt idx="874">
                  <c:v>0.0567431498931</c:v>
                </c:pt>
                <c:pt idx="875">
                  <c:v>0.0570740546463</c:v>
                </c:pt>
                <c:pt idx="876">
                  <c:v>0.0574077897146</c:v>
                </c:pt>
                <c:pt idx="877">
                  <c:v>0.05774438635</c:v>
                </c:pt>
                <c:pt idx="878">
                  <c:v>0.0580838762149</c:v>
                </c:pt>
                <c:pt idx="879">
                  <c:v>0.0584262913883</c:v>
                </c:pt>
                <c:pt idx="880">
                  <c:v>0.0587716643721</c:v>
                </c:pt>
                <c:pt idx="881">
                  <c:v>0.0591200280965</c:v>
                </c:pt>
                <c:pt idx="882">
                  <c:v>0.0594714159272</c:v>
                </c:pt>
                <c:pt idx="883">
                  <c:v>0.0598258616708</c:v>
                </c:pt>
                <c:pt idx="884">
                  <c:v>0.0601833995819</c:v>
                </c:pt>
                <c:pt idx="885">
                  <c:v>0.0605440643691</c:v>
                </c:pt>
                <c:pt idx="886">
                  <c:v>0.0609078912021</c:v>
                </c:pt>
                <c:pt idx="887">
                  <c:v>0.0612749157178</c:v>
                </c:pt>
                <c:pt idx="888">
                  <c:v>0.0616451740276</c:v>
                </c:pt>
                <c:pt idx="889">
                  <c:v>0.0620187027239</c:v>
                </c:pt>
                <c:pt idx="890">
                  <c:v>0.0623955388875</c:v>
                </c:pt>
                <c:pt idx="891">
                  <c:v>0.0627757200941</c:v>
                </c:pt>
                <c:pt idx="892">
                  <c:v>0.0631592844219</c:v>
                </c:pt>
                <c:pt idx="893">
                  <c:v>0.0635462704587</c:v>
                </c:pt>
                <c:pt idx="894">
                  <c:v>0.0639367173093</c:v>
                </c:pt>
                <c:pt idx="895">
                  <c:v>0.0643306646029</c:v>
                </c:pt>
                <c:pt idx="896">
                  <c:v>0.0647281525007</c:v>
                </c:pt>
                <c:pt idx="897">
                  <c:v>0.0651292217036</c:v>
                </c:pt>
                <c:pt idx="898">
                  <c:v>0.0655339134598</c:v>
                </c:pt>
                <c:pt idx="899">
                  <c:v>0.0659422695729</c:v>
                </c:pt>
                <c:pt idx="900">
                  <c:v>0.0663543324096</c:v>
                </c:pt>
                <c:pt idx="901">
                  <c:v>0.066770144908</c:v>
                </c:pt>
                <c:pt idx="902">
                  <c:v>0.0671897505856</c:v>
                </c:pt>
                <c:pt idx="903">
                  <c:v>0.0676131935474</c:v>
                </c:pt>
                <c:pt idx="904">
                  <c:v>0.0680405184949</c:v>
                </c:pt>
                <c:pt idx="905">
                  <c:v>0.0684717707337</c:v>
                </c:pt>
                <c:pt idx="906">
                  <c:v>0.0689069961829</c:v>
                </c:pt>
                <c:pt idx="907">
                  <c:v>0.0693462413832</c:v>
                </c:pt>
                <c:pt idx="908">
                  <c:v>0.0697895535058</c:v>
                </c:pt>
                <c:pt idx="909">
                  <c:v>0.0702369803614</c:v>
                </c:pt>
                <c:pt idx="910">
                  <c:v>0.0706885704092</c:v>
                </c:pt>
                <c:pt idx="911">
                  <c:v>0.0711443727658</c:v>
                </c:pt>
                <c:pt idx="912">
                  <c:v>0.0716044372146</c:v>
                </c:pt>
                <c:pt idx="913">
                  <c:v>0.0720688142147</c:v>
                </c:pt>
                <c:pt idx="914">
                  <c:v>0.0725375549108</c:v>
                </c:pt>
                <c:pt idx="915">
                  <c:v>0.0730107111422</c:v>
                </c:pt>
                <c:pt idx="916">
                  <c:v>0.0734883354526</c:v>
                </c:pt>
                <c:pt idx="917">
                  <c:v>0.0739704810999</c:v>
                </c:pt>
                <c:pt idx="918">
                  <c:v>0.0744572020656</c:v>
                </c:pt>
                <c:pt idx="919">
                  <c:v>0.074948553065</c:v>
                </c:pt>
                <c:pt idx="920">
                  <c:v>0.0754445895568</c:v>
                </c:pt>
                <c:pt idx="921">
                  <c:v>0.0759453677534</c:v>
                </c:pt>
                <c:pt idx="922">
                  <c:v>0.0764509446309</c:v>
                </c:pt>
                <c:pt idx="923">
                  <c:v>0.0769613779394</c:v>
                </c:pt>
                <c:pt idx="924">
                  <c:v>0.0774767262132</c:v>
                </c:pt>
                <c:pt idx="925">
                  <c:v>0.077997048781</c:v>
                </c:pt>
                <c:pt idx="926">
                  <c:v>0.0785224057766</c:v>
                </c:pt>
                <c:pt idx="927">
                  <c:v>0.0790528581492</c:v>
                </c:pt>
                <c:pt idx="928">
                  <c:v>0.0795884676743</c:v>
                </c:pt>
                <c:pt idx="929">
                  <c:v>0.0801292969638</c:v>
                </c:pt>
                <c:pt idx="930">
                  <c:v>0.0806754094772</c:v>
                </c:pt>
                <c:pt idx="931">
                  <c:v>0.081226869532</c:v>
                </c:pt>
                <c:pt idx="932">
                  <c:v>0.0817837423146</c:v>
                </c:pt>
                <c:pt idx="933">
                  <c:v>0.0823460938915</c:v>
                </c:pt>
                <c:pt idx="934">
                  <c:v>0.0829139912195</c:v>
                </c:pt>
                <c:pt idx="935">
                  <c:v>0.0834875021572</c:v>
                </c:pt>
                <c:pt idx="936">
                  <c:v>0.0840666954757</c:v>
                </c:pt>
                <c:pt idx="937">
                  <c:v>0.0846516408695</c:v>
                </c:pt>
                <c:pt idx="938">
                  <c:v>0.0852424089677</c:v>
                </c:pt>
                <c:pt idx="939">
                  <c:v>0.085839071345</c:v>
                </c:pt>
                <c:pt idx="940">
                  <c:v>0.0864417005323</c:v>
                </c:pt>
                <c:pt idx="941">
                  <c:v>0.087050370028</c:v>
                </c:pt>
                <c:pt idx="942">
                  <c:v>0.0876651543091</c:v>
                </c:pt>
                <c:pt idx="943">
                  <c:v>0.0882861288417</c:v>
                </c:pt>
                <c:pt idx="944">
                  <c:v>0.0889133700922</c:v>
                </c:pt>
                <c:pt idx="945">
                  <c:v>0.089546955538</c:v>
                </c:pt>
                <c:pt idx="946">
                  <c:v>0.0901869636784</c:v>
                </c:pt>
                <c:pt idx="947">
                  <c:v>0.090833474045</c:v>
                </c:pt>
                <c:pt idx="948">
                  <c:v>0.0914865672129</c:v>
                </c:pt>
                <c:pt idx="949">
                  <c:v>0.0921463248106</c:v>
                </c:pt>
                <c:pt idx="950">
                  <c:v>0.0928128295306</c:v>
                </c:pt>
                <c:pt idx="951">
                  <c:v>0.0934861651399</c:v>
                </c:pt>
                <c:pt idx="952">
                  <c:v>0.0941664164898</c:v>
                </c:pt>
                <c:pt idx="953">
                  <c:v>0.0948536695261</c:v>
                </c:pt>
                <c:pt idx="954">
                  <c:v>0.0955480112987</c:v>
                </c:pt>
                <c:pt idx="955">
                  <c:v>0.0962495299714</c:v>
                </c:pt>
                <c:pt idx="956">
                  <c:v>0.0969583148311</c:v>
                </c:pt>
                <c:pt idx="957">
                  <c:v>0.0976744562969</c:v>
                </c:pt>
                <c:pt idx="958">
                  <c:v>0.0983980459293</c:v>
                </c:pt>
                <c:pt idx="959">
                  <c:v>0.0991291764382</c:v>
                </c:pt>
                <c:pt idx="960">
                  <c:v>0.099867941692</c:v>
                </c:pt>
                <c:pt idx="961">
                  <c:v>0.100614436725</c:v>
                </c:pt>
                <c:pt idx="962">
                  <c:v>0.101368757744</c:v>
                </c:pt>
                <c:pt idx="963">
                  <c:v>0.10213100214</c:v>
                </c:pt>
                <c:pt idx="964">
                  <c:v>0.102901268487</c:v>
                </c:pt>
                <c:pt idx="965">
                  <c:v>0.103679656556</c:v>
                </c:pt>
                <c:pt idx="966">
                  <c:v>0.104466267319</c:v>
                </c:pt>
                <c:pt idx="967">
                  <c:v>0.10526120295</c:v>
                </c:pt>
                <c:pt idx="968">
                  <c:v>0.106064566836</c:v>
                </c:pt>
                <c:pt idx="969">
                  <c:v>0.106876463578</c:v>
                </c:pt>
                <c:pt idx="970">
                  <c:v>0.107696998995</c:v>
                </c:pt>
                <c:pt idx="971">
                  <c:v>0.108526280128</c:v>
                </c:pt>
                <c:pt idx="972">
                  <c:v>0.10936441524</c:v>
                </c:pt>
                <c:pt idx="973">
                  <c:v>0.110211513822</c:v>
                </c:pt>
                <c:pt idx="974">
                  <c:v>0.111067686589</c:v>
                </c:pt>
                <c:pt idx="975">
                  <c:v>0.111933045484</c:v>
                </c:pt>
                <c:pt idx="976">
                  <c:v>0.112807703675</c:v>
                </c:pt>
                <c:pt idx="977">
                  <c:v>0.113691775554</c:v>
                </c:pt>
                <c:pt idx="978">
                  <c:v>0.114585376735</c:v>
                </c:pt>
                <c:pt idx="979">
                  <c:v>0.115488624048</c:v>
                </c:pt>
                <c:pt idx="980">
                  <c:v>0.116401635538</c:v>
                </c:pt>
                <c:pt idx="981">
                  <c:v>0.117324530455</c:v>
                </c:pt>
                <c:pt idx="982">
                  <c:v>0.118257429251</c:v>
                </c:pt>
                <c:pt idx="983">
                  <c:v>0.119200453569</c:v>
                </c:pt>
                <c:pt idx="984">
                  <c:v>0.120153726235</c:v>
                </c:pt>
                <c:pt idx="985">
                  <c:v>0.121117371245</c:v>
                </c:pt>
                <c:pt idx="986">
                  <c:v>0.122091513756</c:v>
                </c:pt>
                <c:pt idx="987">
                  <c:v>0.12307628007</c:v>
                </c:pt>
                <c:pt idx="988">
                  <c:v>0.124071797617</c:v>
                </c:pt>
                <c:pt idx="989">
                  <c:v>0.125078194943</c:v>
                </c:pt>
                <c:pt idx="990">
                  <c:v>0.126095601687</c:v>
                </c:pt>
                <c:pt idx="991">
                  <c:v>0.127124148561</c:v>
                </c:pt>
                <c:pt idx="992">
                  <c:v>0.128163967328</c:v>
                </c:pt>
                <c:pt idx="993">
                  <c:v>0.129215190781</c:v>
                </c:pt>
                <c:pt idx="994">
                  <c:v>0.130277952711</c:v>
                </c:pt>
                <c:pt idx="995">
                  <c:v>0.131352387881</c:v>
                </c:pt>
                <c:pt idx="996">
                  <c:v>0.132438631998</c:v>
                </c:pt>
                <c:pt idx="997">
                  <c:v>0.133536821676</c:v>
                </c:pt>
                <c:pt idx="998">
                  <c:v>0.134647094402</c:v>
                </c:pt>
                <c:pt idx="999">
                  <c:v>0.135769588499</c:v>
                </c:pt>
                <c:pt idx="1000">
                  <c:v>0.136904443087</c:v>
                </c:pt>
                <c:pt idx="1001">
                  <c:v>0.138051798036</c:v>
                </c:pt>
                <c:pt idx="1002">
                  <c:v>0.139211793922</c:v>
                </c:pt>
                <c:pt idx="1003">
                  <c:v>0.140384571981</c:v>
                </c:pt>
                <c:pt idx="1004">
                  <c:v>0.141570274053</c:v>
                </c:pt>
                <c:pt idx="1005">
                  <c:v>0.142769042532</c:v>
                </c:pt>
                <c:pt idx="1006">
                  <c:v>0.143981020305</c:v>
                </c:pt>
                <c:pt idx="1007">
                  <c:v>0.145206350691</c:v>
                </c:pt>
                <c:pt idx="1008">
                  <c:v>0.146445177378</c:v>
                </c:pt>
                <c:pt idx="1009">
                  <c:v>0.147697644357</c:v>
                </c:pt>
                <c:pt idx="1010">
                  <c:v>0.148963895845</c:v>
                </c:pt>
                <c:pt idx="1011">
                  <c:v>0.150244076217</c:v>
                </c:pt>
                <c:pt idx="1012">
                  <c:v>0.151538329921</c:v>
                </c:pt>
                <c:pt idx="1013">
                  <c:v>0.152846801402</c:v>
                </c:pt>
                <c:pt idx="1014">
                  <c:v>0.154169635008</c:v>
                </c:pt>
                <c:pt idx="1015">
                  <c:v>0.155506974906</c:v>
                </c:pt>
                <c:pt idx="1016">
                  <c:v>0.156858964984</c:v>
                </c:pt>
                <c:pt idx="1017">
                  <c:v>0.158225748755</c:v>
                </c:pt>
                <c:pt idx="1018">
                  <c:v>0.15960746925</c:v>
                </c:pt>
                <c:pt idx="1019">
                  <c:v>0.161004268914</c:v>
                </c:pt>
                <c:pt idx="1020">
                  <c:v>0.162416289493</c:v>
                </c:pt>
                <c:pt idx="1021">
                  <c:v>0.163843671918</c:v>
                </c:pt>
                <c:pt idx="1022">
                  <c:v>0.165286556185</c:v>
                </c:pt>
                <c:pt idx="1023">
                  <c:v>0.166745081227</c:v>
                </c:pt>
                <c:pt idx="1024">
                  <c:v>0.168219384788</c:v>
                </c:pt>
                <c:pt idx="1025">
                  <c:v>0.169709603286</c:v>
                </c:pt>
                <c:pt idx="1026">
                  <c:v>0.171215871671</c:v>
                </c:pt>
                <c:pt idx="1027">
                  <c:v>0.172738323289</c:v>
                </c:pt>
                <c:pt idx="1028">
                  <c:v>0.174277089724</c:v>
                </c:pt>
                <c:pt idx="1029">
                  <c:v>0.17583230065</c:v>
                </c:pt>
                <c:pt idx="1030">
                  <c:v>0.177404083673</c:v>
                </c:pt>
                <c:pt idx="1031">
                  <c:v>0.178992564167</c:v>
                </c:pt>
                <c:pt idx="1032">
                  <c:v>0.180597865104</c:v>
                </c:pt>
                <c:pt idx="1033">
                  <c:v>0.182220106888</c:v>
                </c:pt>
                <c:pt idx="1034">
                  <c:v>0.183859407175</c:v>
                </c:pt>
                <c:pt idx="1035">
                  <c:v>0.185515880693</c:v>
                </c:pt>
                <c:pt idx="1036">
                  <c:v>0.187189639055</c:v>
                </c:pt>
                <c:pt idx="1037">
                  <c:v>0.188880790577</c:v>
                </c:pt>
                <c:pt idx="1038">
                  <c:v>0.190589440075</c:v>
                </c:pt>
                <c:pt idx="1039">
                  <c:v>0.192315688679</c:v>
                </c:pt>
                <c:pt idx="1040">
                  <c:v>0.194059633624</c:v>
                </c:pt>
                <c:pt idx="1041">
                  <c:v>0.195821368052</c:v>
                </c:pt>
                <c:pt idx="1042">
                  <c:v>0.197600980804</c:v>
                </c:pt>
                <c:pt idx="1043">
                  <c:v>0.19939855621</c:v>
                </c:pt>
                <c:pt idx="1044">
                  <c:v>0.201214173877</c:v>
                </c:pt>
                <c:pt idx="1045">
                  <c:v>0.203047908476</c:v>
                </c:pt>
                <c:pt idx="1046">
                  <c:v>0.204899829525</c:v>
                </c:pt>
                <c:pt idx="1047">
                  <c:v>0.206770001172</c:v>
                </c:pt>
                <c:pt idx="1048">
                  <c:v>0.208658481978</c:v>
                </c:pt>
                <c:pt idx="1049">
                  <c:v>0.210565324693</c:v>
                </c:pt>
                <c:pt idx="1050">
                  <c:v>0.212490576043</c:v>
                </c:pt>
                <c:pt idx="1051">
                  <c:v>0.214434276505</c:v>
                </c:pt>
                <c:pt idx="1052">
                  <c:v>0.216396460093</c:v>
                </c:pt>
                <c:pt idx="1053">
                  <c:v>0.218377154136</c:v>
                </c:pt>
                <c:pt idx="1054">
                  <c:v>0.220376379068</c:v>
                </c:pt>
                <c:pt idx="1055">
                  <c:v>0.222394148211</c:v>
                </c:pt>
                <c:pt idx="1056">
                  <c:v>0.224430467565</c:v>
                </c:pt>
                <c:pt idx="1057">
                  <c:v>0.226485335602</c:v>
                </c:pt>
                <c:pt idx="1058">
                  <c:v>0.228558743064</c:v>
                </c:pt>
                <c:pt idx="1059">
                  <c:v>0.230650672765</c:v>
                </c:pt>
                <c:pt idx="1060">
                  <c:v>0.232761099397</c:v>
                </c:pt>
                <c:pt idx="1061">
                  <c:v>0.234889989345</c:v>
                </c:pt>
                <c:pt idx="1062">
                  <c:v>0.237037300508</c:v>
                </c:pt>
                <c:pt idx="1063">
                  <c:v>0.239202982124</c:v>
                </c:pt>
                <c:pt idx="1064">
                  <c:v>0.241386974611</c:v>
                </c:pt>
                <c:pt idx="1065">
                  <c:v>0.243589209403</c:v>
                </c:pt>
                <c:pt idx="1066">
                  <c:v>0.245809608814</c:v>
                </c:pt>
                <c:pt idx="1067">
                  <c:v>0.248048085894</c:v>
                </c:pt>
                <c:pt idx="1068">
                  <c:v>0.250304544307</c:v>
                </c:pt>
                <c:pt idx="1069">
                  <c:v>0.252578878216</c:v>
                </c:pt>
                <c:pt idx="1070">
                  <c:v>0.254870972182</c:v>
                </c:pt>
                <c:pt idx="1071">
                  <c:v>0.257180701071</c:v>
                </c:pt>
                <c:pt idx="1072">
                  <c:v>0.25950792998</c:v>
                </c:pt>
                <c:pt idx="1073">
                  <c:v>0.261852514173</c:v>
                </c:pt>
                <c:pt idx="1074">
                  <c:v>0.264214299029</c:v>
                </c:pt>
                <c:pt idx="1075">
                  <c:v>0.266593120011</c:v>
                </c:pt>
                <c:pt idx="1076">
                  <c:v>0.268988802641</c:v>
                </c:pt>
                <c:pt idx="1077">
                  <c:v>0.271401162496</c:v>
                </c:pt>
                <c:pt idx="1078">
                  <c:v>0.273830005218</c:v>
                </c:pt>
                <c:pt idx="1079">
                  <c:v>0.276275126541</c:v>
                </c:pt>
                <c:pt idx="1080">
                  <c:v>0.278736312326</c:v>
                </c:pt>
                <c:pt idx="1081">
                  <c:v>0.281213338622</c:v>
                </c:pt>
                <c:pt idx="1082">
                  <c:v>0.283705971737</c:v>
                </c:pt>
                <c:pt idx="1083">
                  <c:v>0.286213968323</c:v>
                </c:pt>
                <c:pt idx="1084">
                  <c:v>0.288737075479</c:v>
                </c:pt>
                <c:pt idx="1085">
                  <c:v>0.291275030872</c:v>
                </c:pt>
                <c:pt idx="1086">
                  <c:v>0.293827562864</c:v>
                </c:pt>
                <c:pt idx="1087">
                  <c:v>0.296394390661</c:v>
                </c:pt>
                <c:pt idx="1088">
                  <c:v>0.298975224473</c:v>
                </c:pt>
                <c:pt idx="1089">
                  <c:v>0.301569765687</c:v>
                </c:pt>
                <c:pt idx="1090">
                  <c:v>0.304177707053</c:v>
                </c:pt>
                <c:pt idx="1091">
                  <c:v>0.306798732882</c:v>
                </c:pt>
                <c:pt idx="1092">
                  <c:v>0.309432519254</c:v>
                </c:pt>
                <c:pt idx="1093">
                  <c:v>0.312078734234</c:v>
                </c:pt>
                <c:pt idx="1094">
                  <c:v>0.314737038104</c:v>
                </c:pt>
                <c:pt idx="1095">
                  <c:v>0.317407083596</c:v>
                </c:pt>
                <c:pt idx="1096">
                  <c:v>0.320088516134</c:v>
                </c:pt>
                <c:pt idx="1097">
                  <c:v>0.322780974082</c:v>
                </c:pt>
                <c:pt idx="1098">
                  <c:v>0.325484088999</c:v>
                </c:pt>
                <c:pt idx="1099">
                  <c:v>0.328197485891</c:v>
                </c:pt>
                <c:pt idx="1100">
                  <c:v>0.330920783469</c:v>
                </c:pt>
                <c:pt idx="1101">
                  <c:v>0.333653594409</c:v>
                </c:pt>
                <c:pt idx="1102">
                  <c:v>0.33639552561</c:v>
                </c:pt>
                <c:pt idx="1103">
                  <c:v>0.339146178444</c:v>
                </c:pt>
                <c:pt idx="1104">
                  <c:v>0.341905149013</c:v>
                </c:pt>
                <c:pt idx="1105">
                  <c:v>0.34467202839</c:v>
                </c:pt>
                <c:pt idx="1106">
                  <c:v>0.347446402862</c:v>
                </c:pt>
                <c:pt idx="1107">
                  <c:v>0.35022785416</c:v>
                </c:pt>
                <c:pt idx="1108">
                  <c:v>0.353015959683</c:v>
                </c:pt>
                <c:pt idx="1109">
                  <c:v>0.355810292708</c:v>
                </c:pt>
                <c:pt idx="1110">
                  <c:v>0.358610422589</c:v>
                </c:pt>
                <c:pt idx="1111">
                  <c:v>0.361415914946</c:v>
                </c:pt>
                <c:pt idx="1112">
                  <c:v>0.364226331834</c:v>
                </c:pt>
                <c:pt idx="1113">
                  <c:v>0.367041231901</c:v>
                </c:pt>
                <c:pt idx="1114">
                  <c:v>0.369860170527</c:v>
                </c:pt>
                <c:pt idx="1115">
                  <c:v>0.372682699944</c:v>
                </c:pt>
                <c:pt idx="1116">
                  <c:v>0.375508369339</c:v>
                </c:pt>
                <c:pt idx="1117">
                  <c:v>0.378336724938</c:v>
                </c:pt>
                <c:pt idx="1118">
                  <c:v>0.381167310066</c:v>
                </c:pt>
                <c:pt idx="1119">
                  <c:v>0.383999665187</c:v>
                </c:pt>
                <c:pt idx="1120">
                  <c:v>0.386833327925</c:v>
                </c:pt>
                <c:pt idx="1121">
                  <c:v>0.389667833059</c:v>
                </c:pt>
                <c:pt idx="1122">
                  <c:v>0.392502712494</c:v>
                </c:pt>
                <c:pt idx="1123">
                  <c:v>0.395337495212</c:v>
                </c:pt>
                <c:pt idx="1124">
                  <c:v>0.398171707196</c:v>
                </c:pt>
                <c:pt idx="1125">
                  <c:v>0.401004871333</c:v>
                </c:pt>
                <c:pt idx="1126">
                  <c:v>0.403836507293</c:v>
                </c:pt>
                <c:pt idx="1127">
                  <c:v>0.406666131377</c:v>
                </c:pt>
                <c:pt idx="1128">
                  <c:v>0.409493256354</c:v>
                </c:pt>
                <c:pt idx="1129">
                  <c:v>0.41231739126</c:v>
                </c:pt>
                <c:pt idx="1130">
                  <c:v>0.415138041187</c:v>
                </c:pt>
                <c:pt idx="1131">
                  <c:v>0.417954707038</c:v>
                </c:pt>
                <c:pt idx="1132">
                  <c:v>0.420766885268</c:v>
                </c:pt>
                <c:pt idx="1133">
                  <c:v>0.423574067595</c:v>
                </c:pt>
                <c:pt idx="1134">
                  <c:v>0.4263757407</c:v>
                </c:pt>
                <c:pt idx="1135">
                  <c:v>0.429171385896</c:v>
                </c:pt>
                <c:pt idx="1136">
                  <c:v>0.431960478785</c:v>
                </c:pt>
                <c:pt idx="1137">
                  <c:v>0.434742488897</c:v>
                </c:pt>
                <c:pt idx="1138">
                  <c:v>0.437516879301</c:v>
                </c:pt>
                <c:pt idx="1139">
                  <c:v>0.440283106214</c:v>
                </c:pt>
                <c:pt idx="1140">
                  <c:v>0.443040618587</c:v>
                </c:pt>
                <c:pt idx="1141">
                  <c:v>0.445788857676</c:v>
                </c:pt>
                <c:pt idx="1142">
                  <c:v>0.448527256604</c:v>
                </c:pt>
                <c:pt idx="1143">
                  <c:v>0.451255239915</c:v>
                </c:pt>
                <c:pt idx="1144">
                  <c:v>0.453972223106</c:v>
                </c:pt>
                <c:pt idx="1145">
                  <c:v>0.456677612171</c:v>
                </c:pt>
                <c:pt idx="1146">
                  <c:v>0.459370803117</c:v>
                </c:pt>
                <c:pt idx="1147">
                  <c:v>0.462051181493</c:v>
                </c:pt>
                <c:pt idx="1148">
                  <c:v>0.464718121909</c:v>
                </c:pt>
                <c:pt idx="1149">
                  <c:v>0.467370987554</c:v>
                </c:pt>
                <c:pt idx="1150">
                  <c:v>0.470009129716</c:v>
                </c:pt>
                <c:pt idx="1151">
                  <c:v>0.472631887309</c:v>
                </c:pt>
                <c:pt idx="1152">
                  <c:v>0.4752385864</c:v>
                </c:pt>
                <c:pt idx="1153">
                  <c:v>0.477828539748</c:v>
                </c:pt>
                <c:pt idx="1154">
                  <c:v>0.480401046353</c:v>
                </c:pt>
                <c:pt idx="1155">
                  <c:v>0.482955391012</c:v>
                </c:pt>
                <c:pt idx="1156">
                  <c:v>0.4854908439</c:v>
                </c:pt>
                <c:pt idx="1157">
                  <c:v>0.488006660157</c:v>
                </c:pt>
                <c:pt idx="1158">
                  <c:v>0.490502079504</c:v>
                </c:pt>
                <c:pt idx="1159">
                  <c:v>0.492976325876</c:v>
                </c:pt>
                <c:pt idx="1160">
                  <c:v>0.495428607084</c:v>
                </c:pt>
                <c:pt idx="1161">
                  <c:v>0.497858114499</c:v>
                </c:pt>
                <c:pt idx="1162">
                  <c:v>0.500264022778</c:v>
                </c:pt>
                <c:pt idx="1163">
                  <c:v>0.50264548961</c:v>
                </c:pt>
                <c:pt idx="1164">
                  <c:v>0.505001655511</c:v>
                </c:pt>
                <c:pt idx="1165">
                  <c:v>0.507331643647</c:v>
                </c:pt>
                <c:pt idx="1166">
                  <c:v>0.509634559709</c:v>
                </c:pt>
                <c:pt idx="1167">
                  <c:v>0.51190949183</c:v>
                </c:pt>
                <c:pt idx="1168">
                  <c:v>0.51415551055</c:v>
                </c:pt>
                <c:pt idx="1169">
                  <c:v>0.516371668831</c:v>
                </c:pt>
                <c:pt idx="1170">
                  <c:v>0.518557002131</c:v>
                </c:pt>
                <c:pt idx="1171">
                  <c:v>0.520710528533</c:v>
                </c:pt>
                <c:pt idx="1172">
                  <c:v>0.522831248936</c:v>
                </c:pt>
                <c:pt idx="1173">
                  <c:v>0.524918147307</c:v>
                </c:pt>
                <c:pt idx="1174">
                  <c:v>0.526970191003</c:v>
                </c:pt>
                <c:pt idx="1175">
                  <c:v>0.528986331161</c:v>
                </c:pt>
                <c:pt idx="1176">
                  <c:v>0.53096550316</c:v>
                </c:pt>
                <c:pt idx="1177">
                  <c:v>0.532906627159</c:v>
                </c:pt>
                <c:pt idx="1178">
                  <c:v>0.534808608712</c:v>
                </c:pt>
                <c:pt idx="1179">
                  <c:v>0.536670339462</c:v>
                </c:pt>
                <c:pt idx="1180">
                  <c:v>0.538490697919</c:v>
                </c:pt>
                <c:pt idx="1181">
                  <c:v>0.540268550321</c:v>
                </c:pt>
                <c:pt idx="1182">
                  <c:v>0.542002751583</c:v>
                </c:pt>
                <c:pt idx="1183">
                  <c:v>0.543692146327</c:v>
                </c:pt>
                <c:pt idx="1184">
                  <c:v>0.545335570012</c:v>
                </c:pt>
                <c:pt idx="1185">
                  <c:v>0.546931850145</c:v>
                </c:pt>
                <c:pt idx="1186">
                  <c:v>0.548479807588</c:v>
                </c:pt>
                <c:pt idx="1187">
                  <c:v>0.54997825795</c:v>
                </c:pt>
                <c:pt idx="1188">
                  <c:v>0.551426013078</c:v>
                </c:pt>
                <c:pt idx="1189">
                  <c:v>0.552821882634</c:v>
                </c:pt>
                <c:pt idx="1190">
                  <c:v>0.554164675762</c:v>
                </c:pt>
                <c:pt idx="1191">
                  <c:v>0.555453202846</c:v>
                </c:pt>
                <c:pt idx="1192">
                  <c:v>0.556686277353</c:v>
                </c:pt>
                <c:pt idx="1193">
                  <c:v>0.557862717762</c:v>
                </c:pt>
                <c:pt idx="1194">
                  <c:v>0.558981349575</c:v>
                </c:pt>
                <c:pt idx="1195">
                  <c:v>0.560041007407</c:v>
                </c:pt>
                <c:pt idx="1196">
                  <c:v>0.561040537149</c:v>
                </c:pt>
                <c:pt idx="1197">
                  <c:v>0.561978798209</c:v>
                </c:pt>
                <c:pt idx="1198">
                  <c:v>0.562854665807</c:v>
                </c:pt>
                <c:pt idx="1199">
                  <c:v>0.563667033344</c:v>
                </c:pt>
                <c:pt idx="1200">
                  <c:v>0.564414814815</c:v>
                </c:pt>
                <c:pt idx="1201">
                  <c:v>0.565096947278</c:v>
                </c:pt>
                <c:pt idx="1202">
                  <c:v>0.565712393357</c:v>
                </c:pt>
                <c:pt idx="1203">
                  <c:v>0.566260143786</c:v>
                </c:pt>
                <c:pt idx="1204">
                  <c:v>0.56673921997</c:v>
                </c:pt>
                <c:pt idx="1205">
                  <c:v>0.567148676573</c:v>
                </c:pt>
                <c:pt idx="1206">
                  <c:v>0.567487604102</c:v>
                </c:pt>
                <c:pt idx="1207">
                  <c:v>0.567755131498</c:v>
                </c:pt>
                <c:pt idx="1208">
                  <c:v>0.567950428712</c:v>
                </c:pt>
                <c:pt idx="1209">
                  <c:v>0.568072709262</c:v>
                </c:pt>
                <c:pt idx="1210">
                  <c:v>0.56812123275</c:v>
                </c:pt>
                <c:pt idx="1211">
                  <c:v>0.568095307344</c:v>
                </c:pt>
                <c:pt idx="1212">
                  <c:v>0.567994292202</c:v>
                </c:pt>
                <c:pt idx="1213">
                  <c:v>0.567817599832</c:v>
                </c:pt>
                <c:pt idx="1214">
                  <c:v>0.567564698373</c:v>
                </c:pt>
                <c:pt idx="1215">
                  <c:v>0.567235113793</c:v>
                </c:pt>
                <c:pt idx="1216">
                  <c:v>0.566828431983</c:v>
                </c:pt>
                <c:pt idx="1217">
                  <c:v>0.566344300749</c:v>
                </c:pt>
                <c:pt idx="1218">
                  <c:v>0.565782431673</c:v>
                </c:pt>
                <c:pt idx="1219">
                  <c:v>0.565142601858</c:v>
                </c:pt>
                <c:pt idx="1220">
                  <c:v>0.564424655519</c:v>
                </c:pt>
                <c:pt idx="1221">
                  <c:v>0.563628505435</c:v>
                </c:pt>
                <c:pt idx="1222">
                  <c:v>0.562754134236</c:v>
                </c:pt>
                <c:pt idx="1223">
                  <c:v>0.561801595526</c:v>
                </c:pt>
                <c:pt idx="1224">
                  <c:v>0.560771014833</c:v>
                </c:pt>
                <c:pt idx="1225">
                  <c:v>0.559662590376</c:v>
                </c:pt>
                <c:pt idx="1226">
                  <c:v>0.558476593646</c:v>
                </c:pt>
                <c:pt idx="1227">
                  <c:v>0.557213369793</c:v>
                </c:pt>
                <c:pt idx="1228">
                  <c:v>0.555873337823</c:v>
                </c:pt>
                <c:pt idx="1229">
                  <c:v>0.554456990588</c:v>
                </c:pt>
                <c:pt idx="1230">
                  <c:v>0.552964894578</c:v>
                </c:pt>
                <c:pt idx="1231">
                  <c:v>0.551397689516</c:v>
                </c:pt>
                <c:pt idx="1232">
                  <c:v>0.549756087735</c:v>
                </c:pt>
                <c:pt idx="1233">
                  <c:v>0.548040873375</c:v>
                </c:pt>
                <c:pt idx="1234">
                  <c:v>0.546252901358</c:v>
                </c:pt>
                <c:pt idx="1235">
                  <c:v>0.544393096183</c:v>
                </c:pt>
                <c:pt idx="1236">
                  <c:v>0.54246245052</c:v>
                </c:pt>
                <c:pt idx="1237">
                  <c:v>0.540462023623</c:v>
                </c:pt>
                <c:pt idx="1238">
                  <c:v>0.538392939551</c:v>
                </c:pt>
                <c:pt idx="1239">
                  <c:v>0.536256385227</c:v>
                </c:pt>
                <c:pt idx="1240">
                  <c:v>0.534053608324</c:v>
                </c:pt>
                <c:pt idx="1241">
                  <c:v>0.531785914994</c:v>
                </c:pt>
                <c:pt idx="1242">
                  <c:v>0.529454667453</c:v>
                </c:pt>
                <c:pt idx="1243">
                  <c:v>0.527061281419</c:v>
                </c:pt>
                <c:pt idx="1244">
                  <c:v>0.524607223436</c:v>
                </c:pt>
                <c:pt idx="1245">
                  <c:v>0.522094008072</c:v>
                </c:pt>
                <c:pt idx="1246">
                  <c:v>0.519523195019</c:v>
                </c:pt>
                <c:pt idx="1247">
                  <c:v>0.516896386095</c:v>
                </c:pt>
                <c:pt idx="1248">
                  <c:v>0.51421522218</c:v>
                </c:pt>
                <c:pt idx="1249">
                  <c:v>0.511481380068</c:v>
                </c:pt>
                <c:pt idx="1250">
                  <c:v>0.508696569283</c:v>
                </c:pt>
                <c:pt idx="1251">
                  <c:v>0.505862528839</c:v>
                </c:pt>
                <c:pt idx="1252">
                  <c:v>0.502981023987</c:v>
                </c:pt>
                <c:pt idx="1253">
                  <c:v>0.500053842933</c:v>
                </c:pt>
                <c:pt idx="1254">
                  <c:v>0.497082793563</c:v>
                </c:pt>
                <c:pt idx="1255">
                  <c:v>0.494069700173</c:v>
                </c:pt>
                <c:pt idx="1256">
                  <c:v>0.491016400224</c:v>
                </c:pt>
                <c:pt idx="1257">
                  <c:v>0.487924741123</c:v>
                </c:pt>
                <c:pt idx="1258">
                  <c:v>0.484796577053</c:v>
                </c:pt>
                <c:pt idx="1259">
                  <c:v>0.481633765856</c:v>
                </c:pt>
                <c:pt idx="1260">
                  <c:v>0.478438165978</c:v>
                </c:pt>
                <c:pt idx="1261">
                  <c:v>0.475211633489</c:v>
                </c:pt>
                <c:pt idx="1262">
                  <c:v>0.471956019181</c:v>
                </c:pt>
                <c:pt idx="1263">
                  <c:v>0.468673165756</c:v>
                </c:pt>
                <c:pt idx="1264">
                  <c:v>0.465364905113</c:v>
                </c:pt>
                <c:pt idx="1265">
                  <c:v>0.462033055735</c:v>
                </c:pt>
                <c:pt idx="1266">
                  <c:v>0.458679420181</c:v>
                </c:pt>
                <c:pt idx="1267">
                  <c:v>0.455305782698</c:v>
                </c:pt>
                <c:pt idx="1268">
                  <c:v>0.451913906947</c:v>
                </c:pt>
                <c:pt idx="1269">
                  <c:v>0.448505533845</c:v>
                </c:pt>
                <c:pt idx="1270">
                  <c:v>0.445082379537</c:v>
                </c:pt>
                <c:pt idx="1271">
                  <c:v>0.441646133492</c:v>
                </c:pt>
                <c:pt idx="1272">
                  <c:v>0.438198456726</c:v>
                </c:pt>
                <c:pt idx="1273">
                  <c:v>0.434740980145</c:v>
                </c:pt>
                <c:pt idx="1274">
                  <c:v>0.431275303034</c:v>
                </c:pt>
                <c:pt idx="1275">
                  <c:v>0.42780299165</c:v>
                </c:pt>
                <c:pt idx="1276">
                  <c:v>0.424325577966</c:v>
                </c:pt>
                <c:pt idx="1277">
                  <c:v>0.420844558517</c:v>
                </c:pt>
                <c:pt idx="1278">
                  <c:v>0.417361393386</c:v>
                </c:pt>
                <c:pt idx="1279">
                  <c:v>0.413877505308</c:v>
                </c:pt>
                <c:pt idx="1280">
                  <c:v>0.41039427888</c:v>
                </c:pt>
                <c:pt idx="1281">
                  <c:v>0.406913059904</c:v>
                </c:pt>
                <c:pt idx="1282">
                  <c:v>0.403435154828</c:v>
                </c:pt>
                <c:pt idx="1283">
                  <c:v>0.399961830301</c:v>
                </c:pt>
                <c:pt idx="1284">
                  <c:v>0.396494312832</c:v>
                </c:pt>
                <c:pt idx="1285">
                  <c:v>0.393033788546</c:v>
                </c:pt>
                <c:pt idx="1286">
                  <c:v>0.389581403036</c:v>
                </c:pt>
                <c:pt idx="1287">
                  <c:v>0.38613826131</c:v>
                </c:pt>
                <c:pt idx="1288">
                  <c:v>0.382705427821</c:v>
                </c:pt>
                <c:pt idx="1289">
                  <c:v>0.379283926578</c:v>
                </c:pt>
                <c:pt idx="1290">
                  <c:v>0.375874741336</c:v>
                </c:pt>
                <c:pt idx="1291">
                  <c:v>0.372478815863</c:v>
                </c:pt>
                <c:pt idx="1292">
                  <c:v>0.369097054264</c:v>
                </c:pt>
                <c:pt idx="1293">
                  <c:v>0.365730321379</c:v>
                </c:pt>
                <c:pt idx="1294">
                  <c:v>0.362379443232</c:v>
                </c:pt>
                <c:pt idx="1295">
                  <c:v>0.359045207543</c:v>
                </c:pt>
                <c:pt idx="1296">
                  <c:v>0.355728364279</c:v>
                </c:pt>
                <c:pt idx="1297">
                  <c:v>0.352429626257</c:v>
                </c:pt>
                <c:pt idx="1298">
                  <c:v>0.349149669787</c:v>
                </c:pt>
                <c:pt idx="1299">
                  <c:v>0.345889135353</c:v>
                </c:pt>
                <c:pt idx="1300">
                  <c:v>0.342648628325</c:v>
                </c:pt>
                <c:pt idx="1301">
                  <c:v>0.339428719699</c:v>
                </c:pt>
                <c:pt idx="1302">
                  <c:v>0.336229946868</c:v>
                </c:pt>
                <c:pt idx="1303">
                  <c:v>0.333052814411</c:v>
                </c:pt>
                <c:pt idx="1304">
                  <c:v>0.329897794901</c:v>
                </c:pt>
                <c:pt idx="1305">
                  <c:v>0.326765329729</c:v>
                </c:pt>
                <c:pt idx="1306">
                  <c:v>0.323655829943</c:v>
                </c:pt>
                <c:pt idx="1307">
                  <c:v>0.320569677092</c:v>
                </c:pt>
                <c:pt idx="1308">
                  <c:v>0.317507224079</c:v>
                </c:pt>
                <c:pt idx="1309">
                  <c:v>0.314468796025</c:v>
                </c:pt>
                <c:pt idx="1310">
                  <c:v>0.31145469112</c:v>
                </c:pt>
                <c:pt idx="1311">
                  <c:v>0.308465181492</c:v>
                </c:pt>
                <c:pt idx="1312">
                  <c:v>0.305500514061</c:v>
                </c:pt>
                <c:pt idx="1313">
                  <c:v>0.302560911391</c:v>
                </c:pt>
                <c:pt idx="1314">
                  <c:v>0.299646572545</c:v>
                </c:pt>
                <c:pt idx="1315">
                  <c:v>0.296757673917</c:v>
                </c:pt>
                <c:pt idx="1316">
                  <c:v>0.293894370075</c:v>
                </c:pt>
                <c:pt idx="1317">
                  <c:v>0.291056794573</c:v>
                </c:pt>
                <c:pt idx="1318">
                  <c:v>0.288245060768</c:v>
                </c:pt>
                <c:pt idx="1319">
                  <c:v>0.285459262618</c:v>
                </c:pt>
                <c:pt idx="1320">
                  <c:v>0.282699475461</c:v>
                </c:pt>
                <c:pt idx="1321">
                  <c:v>0.279965756796</c:v>
                </c:pt>
                <c:pt idx="1322">
                  <c:v>0.277258147028</c:v>
                </c:pt>
                <c:pt idx="1323">
                  <c:v>0.274576670216</c:v>
                </c:pt>
                <c:pt idx="1324">
                  <c:v>0.27192133479</c:v>
                </c:pt>
                <c:pt idx="1325">
                  <c:v>0.269292134264</c:v>
                </c:pt>
                <c:pt idx="1326">
                  <c:v>0.266689047924</c:v>
                </c:pt>
                <c:pt idx="1327">
                  <c:v>0.264112041495</c:v>
                </c:pt>
                <c:pt idx="1328">
                  <c:v>0.261561067806</c:v>
                </c:pt>
                <c:pt idx="1329">
                  <c:v>0.259036067417</c:v>
                </c:pt>
                <c:pt idx="1330">
                  <c:v>0.256536969243</c:v>
                </c:pt>
                <c:pt idx="1331">
                  <c:v>0.254063691154</c:v>
                </c:pt>
                <c:pt idx="1332">
                  <c:v>0.251616140558</c:v>
                </c:pt>
                <c:pt idx="1333">
                  <c:v>0.249194214963</c:v>
                </c:pt>
                <c:pt idx="1334">
                  <c:v>0.246797802529</c:v>
                </c:pt>
                <c:pt idx="1335">
                  <c:v>0.244426782591</c:v>
                </c:pt>
                <c:pt idx="1336">
                  <c:v>0.242081026174</c:v>
                </c:pt>
                <c:pt idx="1337">
                  <c:v>0.239760396486</c:v>
                </c:pt>
                <c:pt idx="1338">
                  <c:v>0.237464749394</c:v>
                </c:pt>
                <c:pt idx="1339">
                  <c:v>0.235193933883</c:v>
                </c:pt>
                <c:pt idx="1340">
                  <c:v>0.232947792501</c:v>
                </c:pt>
                <c:pt idx="1341">
                  <c:v>0.230726161784</c:v>
                </c:pt>
                <c:pt idx="1342">
                  <c:v>0.228528872664</c:v>
                </c:pt>
                <c:pt idx="1343">
                  <c:v>0.226355750867</c:v>
                </c:pt>
                <c:pt idx="1344">
                  <c:v>0.22420661729</c:v>
                </c:pt>
                <c:pt idx="1345">
                  <c:v>0.222081288366</c:v>
                </c:pt>
                <c:pt idx="1346">
                  <c:v>0.219979576411</c:v>
                </c:pt>
                <c:pt idx="1347">
                  <c:v>0.217901289959</c:v>
                </c:pt>
                <c:pt idx="1348">
                  <c:v>0.215846234085</c:v>
                </c:pt>
                <c:pt idx="1349">
                  <c:v>0.213814210708</c:v>
                </c:pt>
                <c:pt idx="1350">
                  <c:v>0.211805018889</c:v>
                </c:pt>
                <c:pt idx="1351">
                  <c:v>0.209818455108</c:v>
                </c:pt>
                <c:pt idx="1352">
                  <c:v>0.207854313532</c:v>
                </c:pt>
                <c:pt idx="1353">
                  <c:v>0.205912386276</c:v>
                </c:pt>
                <c:pt idx="1354">
                  <c:v>0.203992463641</c:v>
                </c:pt>
                <c:pt idx="1355">
                  <c:v>0.202094334349</c:v>
                </c:pt>
                <c:pt idx="1356">
                  <c:v>0.200217785767</c:v>
                </c:pt>
                <c:pt idx="1357">
                  <c:v>0.198362604117</c:v>
                </c:pt>
                <c:pt idx="1358">
                  <c:v>0.196528574673</c:v>
                </c:pt>
                <c:pt idx="1359">
                  <c:v>0.194715481958</c:v>
                </c:pt>
                <c:pt idx="1360">
                  <c:v>0.192923109922</c:v>
                </c:pt>
                <c:pt idx="1361">
                  <c:v>0.191151242112</c:v>
                </c:pt>
                <c:pt idx="1362">
                  <c:v>0.189399661839</c:v>
                </c:pt>
                <c:pt idx="1363">
                  <c:v>0.187668152331</c:v>
                </c:pt>
                <c:pt idx="1364">
                  <c:v>0.18595649688</c:v>
                </c:pt>
                <c:pt idx="1365">
                  <c:v>0.184264478975</c:v>
                </c:pt>
                <c:pt idx="1366">
                  <c:v>0.182591882442</c:v>
                </c:pt>
                <c:pt idx="1367">
                  <c:v>0.180938491558</c:v>
                </c:pt>
                <c:pt idx="1368">
                  <c:v>0.179304091174</c:v>
                </c:pt>
                <c:pt idx="1369">
                  <c:v>0.177688466821</c:v>
                </c:pt>
                <c:pt idx="1370">
                  <c:v>0.176091404811</c:v>
                </c:pt>
                <c:pt idx="1371">
                  <c:v>0.174512692341</c:v>
                </c:pt>
                <c:pt idx="1372">
                  <c:v>0.172952117575</c:v>
                </c:pt>
                <c:pt idx="1373">
                  <c:v>0.171409469734</c:v>
                </c:pt>
                <c:pt idx="1374">
                  <c:v>0.169884539175</c:v>
                </c:pt>
                <c:pt idx="1375">
                  <c:v>0.168377117464</c:v>
                </c:pt>
                <c:pt idx="1376">
                  <c:v>0.166886997447</c:v>
                </c:pt>
                <c:pt idx="1377">
                  <c:v>0.165413973312</c:v>
                </c:pt>
                <c:pt idx="1378">
                  <c:v>0.163957840652</c:v>
                </c:pt>
                <c:pt idx="1379">
                  <c:v>0.162518396517</c:v>
                </c:pt>
                <c:pt idx="1380">
                  <c:v>0.161095439469</c:v>
                </c:pt>
                <c:pt idx="1381">
                  <c:v>0.159688769626</c:v>
                </c:pt>
                <c:pt idx="1382">
                  <c:v>0.158298188709</c:v>
                </c:pt>
                <c:pt idx="1383">
                  <c:v>0.156923500077</c:v>
                </c:pt>
                <c:pt idx="1384">
                  <c:v>0.155564508771</c:v>
                </c:pt>
                <c:pt idx="1385">
                  <c:v>0.15422102154</c:v>
                </c:pt>
                <c:pt idx="1386">
                  <c:v>0.152892846874</c:v>
                </c:pt>
                <c:pt idx="1387">
                  <c:v>0.151579795033</c:v>
                </c:pt>
                <c:pt idx="1388">
                  <c:v>0.150281678068</c:v>
                </c:pt>
                <c:pt idx="1389">
                  <c:v>0.148998309845</c:v>
                </c:pt>
                <c:pt idx="1390">
                  <c:v>0.147729506064</c:v>
                </c:pt>
                <c:pt idx="1391">
                  <c:v>0.146475084274</c:v>
                </c:pt>
                <c:pt idx="1392">
                  <c:v>0.14523486389</c:v>
                </c:pt>
                <c:pt idx="1393">
                  <c:v>0.144008666201</c:v>
                </c:pt>
                <c:pt idx="1394">
                  <c:v>0.142796314387</c:v>
                </c:pt>
                <c:pt idx="1395">
                  <c:v>0.14159763352</c:v>
                </c:pt>
                <c:pt idx="1396">
                  <c:v>0.140412450576</c:v>
                </c:pt>
                <c:pt idx="1397">
                  <c:v>0.139240594437</c:v>
                </c:pt>
                <c:pt idx="1398">
                  <c:v>0.138081895893</c:v>
                </c:pt>
                <c:pt idx="1399">
                  <c:v>0.136936187648</c:v>
                </c:pt>
                <c:pt idx="1400">
                  <c:v>0.135803304315</c:v>
                </c:pt>
                <c:pt idx="1401">
                  <c:v>0.134683082417</c:v>
                </c:pt>
                <c:pt idx="1402">
                  <c:v>0.133575360385</c:v>
                </c:pt>
                <c:pt idx="1403">
                  <c:v>0.132479978554</c:v>
                </c:pt>
                <c:pt idx="1404">
                  <c:v>0.131396779156</c:v>
                </c:pt>
                <c:pt idx="1405">
                  <c:v>0.130325606317</c:v>
                </c:pt>
                <c:pt idx="1406">
                  <c:v>0.129266306048</c:v>
                </c:pt>
                <c:pt idx="1407">
                  <c:v>0.128218726238</c:v>
                </c:pt>
                <c:pt idx="1408">
                  <c:v>0.127182716643</c:v>
                </c:pt>
                <c:pt idx="1409">
                  <c:v>0.126158128879</c:v>
                </c:pt>
                <c:pt idx="1410">
                  <c:v>0.125144816412</c:v>
                </c:pt>
                <c:pt idx="1411">
                  <c:v>0.124142634544</c:v>
                </c:pt>
                <c:pt idx="1412">
                  <c:v>0.123151440403</c:v>
                </c:pt>
                <c:pt idx="1413">
                  <c:v>0.12217109293</c:v>
                </c:pt>
                <c:pt idx="1414">
                  <c:v>0.121201452867</c:v>
                </c:pt>
                <c:pt idx="1415">
                  <c:v>0.120242382743</c:v>
                </c:pt>
                <c:pt idx="1416">
                  <c:v>0.119293746859</c:v>
                </c:pt>
                <c:pt idx="1417">
                  <c:v>0.118355411275</c:v>
                </c:pt>
                <c:pt idx="1418">
                  <c:v>0.117427243793</c:v>
                </c:pt>
                <c:pt idx="1419">
                  <c:v>0.116509113947</c:v>
                </c:pt>
                <c:pt idx="1420">
                  <c:v>0.115600892981</c:v>
                </c:pt>
                <c:pt idx="1421">
                  <c:v>0.114702453836</c:v>
                </c:pt>
                <c:pt idx="1422">
                  <c:v>0.113813671135</c:v>
                </c:pt>
                <c:pt idx="1423">
                  <c:v>0.112934421165</c:v>
                </c:pt>
                <c:pt idx="1424">
                  <c:v>0.112064581862</c:v>
                </c:pt>
                <c:pt idx="1425">
                  <c:v>0.111204032791</c:v>
                </c:pt>
                <c:pt idx="1426">
                  <c:v>0.110352655134</c:v>
                </c:pt>
                <c:pt idx="1427">
                  <c:v>0.109510331667</c:v>
                </c:pt>
                <c:pt idx="1428">
                  <c:v>0.10867694675</c:v>
                </c:pt>
                <c:pt idx="1429">
                  <c:v>0.107852386301</c:v>
                </c:pt>
                <c:pt idx="1430">
                  <c:v>0.107036537787</c:v>
                </c:pt>
                <c:pt idx="1431">
                  <c:v>0.106229290201</c:v>
                </c:pt>
                <c:pt idx="1432">
                  <c:v>0.105430534046</c:v>
                </c:pt>
                <c:pt idx="1433">
                  <c:v>0.104640161319</c:v>
                </c:pt>
                <c:pt idx="1434">
                  <c:v>0.103858065491</c:v>
                </c:pt>
                <c:pt idx="1435">
                  <c:v>0.10308414149</c:v>
                </c:pt>
                <c:pt idx="1436">
                  <c:v>0.102318285686</c:v>
                </c:pt>
                <c:pt idx="1437">
                  <c:v>0.101560395869</c:v>
                </c:pt>
                <c:pt idx="1438">
                  <c:v>0.100810371236</c:v>
                </c:pt>
                <c:pt idx="1439">
                  <c:v>0.10006811237</c:v>
                </c:pt>
                <c:pt idx="1440">
                  <c:v>0.099333521226</c:v>
                </c:pt>
                <c:pt idx="1441">
                  <c:v>0.0986065011089</c:v>
                </c:pt>
                <c:pt idx="1442">
                  <c:v>0.0978869566611</c:v>
                </c:pt>
                <c:pt idx="1443">
                  <c:v>0.0971747938428</c:v>
                </c:pt>
                <c:pt idx="1444">
                  <c:v>0.0964699199153</c:v>
                </c:pt>
                <c:pt idx="1445">
                  <c:v>0.0957722434242</c:v>
                </c:pt>
                <c:pt idx="1446">
                  <c:v>0.0950816741823</c:v>
                </c:pt>
                <c:pt idx="1447">
                  <c:v>0.0943981232533</c:v>
                </c:pt>
                <c:pt idx="1448">
                  <c:v>0.0937215029344</c:v>
                </c:pt>
                <c:pt idx="1449">
                  <c:v>0.0930517267405</c:v>
                </c:pt>
                <c:pt idx="1450">
                  <c:v>0.0923887093874</c:v>
                </c:pt>
                <c:pt idx="1451">
                  <c:v>0.0917323667756</c:v>
                </c:pt>
                <c:pt idx="1452">
                  <c:v>0.0910826159742</c:v>
                </c:pt>
                <c:pt idx="1453">
                  <c:v>0.0904393752052</c:v>
                </c:pt>
                <c:pt idx="1454">
                  <c:v>0.0898025638269</c:v>
                </c:pt>
                <c:pt idx="1455">
                  <c:v>0.0891721023192</c:v>
                </c:pt>
                <c:pt idx="1456">
                  <c:v>0.0885479122672</c:v>
                </c:pt>
                <c:pt idx="1457">
                  <c:v>0.0879299163464</c:v>
                </c:pt>
                <c:pt idx="1458">
                  <c:v>0.0873180383072</c:v>
                </c:pt>
                <c:pt idx="1459">
                  <c:v>0.0867122029596</c:v>
                </c:pt>
                <c:pt idx="1460">
                  <c:v>0.0861123361591</c:v>
                </c:pt>
                <c:pt idx="1461">
                  <c:v>0.0855183647909</c:v>
                </c:pt>
                <c:pt idx="1462">
                  <c:v>0.0849302167561</c:v>
                </c:pt>
                <c:pt idx="1463">
                  <c:v>0.0843478209569</c:v>
                </c:pt>
                <c:pt idx="1464">
                  <c:v>0.0837711072825</c:v>
                </c:pt>
                <c:pt idx="1465">
                  <c:v>0.0832000065948</c:v>
                </c:pt>
                <c:pt idx="1466">
                  <c:v>0.0826344507149</c:v>
                </c:pt>
                <c:pt idx="1467">
                  <c:v>0.0820743724087</c:v>
                </c:pt>
                <c:pt idx="1468">
                  <c:v>0.0815197053739</c:v>
                </c:pt>
                <c:pt idx="1469">
                  <c:v>0.0809703842262</c:v>
                </c:pt>
                <c:pt idx="1470">
                  <c:v>0.0804263444863</c:v>
                </c:pt>
                <c:pt idx="1471">
                  <c:v>0.0798875225664</c:v>
                </c:pt>
                <c:pt idx="1472">
                  <c:v>0.0793538557578</c:v>
                </c:pt>
                <c:pt idx="1473">
                  <c:v>0.0788252822178</c:v>
                </c:pt>
                <c:pt idx="1474">
                  <c:v>0.078301740957</c:v>
                </c:pt>
                <c:pt idx="1475">
                  <c:v>0.0777831718274</c:v>
                </c:pt>
                <c:pt idx="1476">
                  <c:v>0.0772695155093</c:v>
                </c:pt>
                <c:pt idx="1477">
                  <c:v>0.0767607135</c:v>
                </c:pt>
                <c:pt idx="1478">
                  <c:v>0.0762567081013</c:v>
                </c:pt>
                <c:pt idx="1479">
                  <c:v>0.0757574424081</c:v>
                </c:pt>
                <c:pt idx="1480">
                  <c:v>0.0752628602964</c:v>
                </c:pt>
                <c:pt idx="1481">
                  <c:v>0.0747729064123</c:v>
                </c:pt>
                <c:pt idx="1482">
                  <c:v>0.07428752616</c:v>
                </c:pt>
                <c:pt idx="1483">
                  <c:v>0.0738066656916</c:v>
                </c:pt>
                <c:pt idx="1484">
                  <c:v>0.0733302718951</c:v>
                </c:pt>
                <c:pt idx="1485">
                  <c:v>0.0728582923843</c:v>
                </c:pt>
                <c:pt idx="1486">
                  <c:v>0.0723906754879</c:v>
                </c:pt>
                <c:pt idx="1487">
                  <c:v>0.0719273702386</c:v>
                </c:pt>
                <c:pt idx="1488">
                  <c:v>0.0714683263633</c:v>
                </c:pt>
                <c:pt idx="1489">
                  <c:v>0.0710134942724</c:v>
                </c:pt>
                <c:pt idx="1490">
                  <c:v>0.0705628250502</c:v>
                </c:pt>
                <c:pt idx="1491">
                  <c:v>0.0701162704444</c:v>
                </c:pt>
                <c:pt idx="1492">
                  <c:v>0.0696737828564</c:v>
                </c:pt>
                <c:pt idx="1493">
                  <c:v>0.0692353153322</c:v>
                </c:pt>
                <c:pt idx="1494">
                  <c:v>0.0688008215522</c:v>
                </c:pt>
                <c:pt idx="1495">
                  <c:v>0.0683702558221</c:v>
                </c:pt>
                <c:pt idx="1496">
                  <c:v>0.0679435730638</c:v>
                </c:pt>
                <c:pt idx="1497">
                  <c:v>0.067520728806</c:v>
                </c:pt>
                <c:pt idx="1498">
                  <c:v>0.0671016791756</c:v>
                </c:pt>
                <c:pt idx="1499">
                  <c:v>0.0666863808885</c:v>
                </c:pt>
                <c:pt idx="1500">
                  <c:v>0.0662747912411</c:v>
                </c:pt>
                <c:pt idx="1501">
                  <c:v>0.0658668681015</c:v>
                </c:pt>
                <c:pt idx="1502">
                  <c:v>0.0654625699017</c:v>
                </c:pt>
                <c:pt idx="1503">
                  <c:v>0.0650618556283</c:v>
                </c:pt>
                <c:pt idx="1504">
                  <c:v>0.0646646848151</c:v>
                </c:pt>
                <c:pt idx="1505">
                  <c:v>0.0642710175348</c:v>
                </c:pt>
                <c:pt idx="1506">
                  <c:v>0.0638808143909</c:v>
                </c:pt>
                <c:pt idx="1507">
                  <c:v>0.0634940365101</c:v>
                </c:pt>
                <c:pt idx="1508">
                  <c:v>0.0631106455343</c:v>
                </c:pt>
                <c:pt idx="1509">
                  <c:v>0.0627306036133</c:v>
                </c:pt>
                <c:pt idx="1510">
                  <c:v>0.0623538733973</c:v>
                </c:pt>
                <c:pt idx="1511">
                  <c:v>0.0619804180294</c:v>
                </c:pt>
                <c:pt idx="1512">
                  <c:v>0.0616102011383</c:v>
                </c:pt>
                <c:pt idx="1513">
                  <c:v>0.0612431868315</c:v>
                </c:pt>
                <c:pt idx="1514">
                  <c:v>0.0608793396878</c:v>
                </c:pt>
                <c:pt idx="1515">
                  <c:v>0.0605186247507</c:v>
                </c:pt>
                <c:pt idx="1516">
                  <c:v>0.0601610075216</c:v>
                </c:pt>
                <c:pt idx="1517">
                  <c:v>0.059806453953</c:v>
                </c:pt>
                <c:pt idx="1518">
                  <c:v>0.0594549304418</c:v>
                </c:pt>
                <c:pt idx="1519">
                  <c:v>0.059106403823</c:v>
                </c:pt>
                <c:pt idx="1520">
                  <c:v>0.058760841363</c:v>
                </c:pt>
                <c:pt idx="1521">
                  <c:v>0.0584182107537</c:v>
                </c:pt>
                <c:pt idx="1522">
                  <c:v>0.0580784801059</c:v>
                </c:pt>
                <c:pt idx="1523">
                  <c:v>0.0577416179437</c:v>
                </c:pt>
                <c:pt idx="1524">
                  <c:v>0.0574075931976</c:v>
                </c:pt>
                <c:pt idx="1525">
                  <c:v>0.0570763751996</c:v>
                </c:pt>
                <c:pt idx="1526">
                  <c:v>0.0567479336768</c:v>
                </c:pt>
                <c:pt idx="1527">
                  <c:v>0.0564222387454</c:v>
                </c:pt>
                <c:pt idx="1528">
                  <c:v>0.0560992609059</c:v>
                </c:pt>
                <c:pt idx="1529">
                  <c:v>0.0557789710367</c:v>
                </c:pt>
                <c:pt idx="1530">
                  <c:v>0.0554613403891</c:v>
                </c:pt>
                <c:pt idx="1531">
                  <c:v>0.0551463405816</c:v>
                </c:pt>
                <c:pt idx="1532">
                  <c:v>0.0548339435949</c:v>
                </c:pt>
                <c:pt idx="1533">
                  <c:v>0.0545241217665</c:v>
                </c:pt>
                <c:pt idx="1534">
                  <c:v>0.0542168477856</c:v>
                </c:pt>
                <c:pt idx="1535">
                  <c:v>0.0539120946877</c:v>
                </c:pt>
                <c:pt idx="1536">
                  <c:v>0.0536098358504</c:v>
                </c:pt>
                <c:pt idx="1537">
                  <c:v>0.0533100449876</c:v>
                </c:pt>
                <c:pt idx="1538">
                  <c:v>0.0530126961453</c:v>
                </c:pt>
                <c:pt idx="1539">
                  <c:v>0.0527177636964</c:v>
                </c:pt>
                <c:pt idx="1540">
                  <c:v>0.0524252223365</c:v>
                </c:pt>
                <c:pt idx="1541">
                  <c:v>0.0521350470788</c:v>
                </c:pt>
                <c:pt idx="1542">
                  <c:v>0.0518472132497</c:v>
                </c:pt>
                <c:pt idx="1543">
                  <c:v>0.0515616964846</c:v>
                </c:pt>
                <c:pt idx="1544">
                  <c:v>0.0512784727232</c:v>
                </c:pt>
                <c:pt idx="1545">
                  <c:v>0.0509975182052</c:v>
                </c:pt>
                <c:pt idx="1546">
                  <c:v>0.0507188094662</c:v>
                </c:pt>
                <c:pt idx="1547">
                  <c:v>0.0504423233331</c:v>
                </c:pt>
                <c:pt idx="1548">
                  <c:v>0.0501680369207</c:v>
                </c:pt>
                <c:pt idx="1549">
                  <c:v>0.0498959276268</c:v>
                </c:pt>
                <c:pt idx="1550">
                  <c:v>0.0496259731287</c:v>
                </c:pt>
                <c:pt idx="1551">
                  <c:v>0.0493581513792</c:v>
                </c:pt>
                <c:pt idx="1552">
                  <c:v>0.0490924406025</c:v>
                </c:pt>
                <c:pt idx="1553">
                  <c:v>0.0488288192904</c:v>
                </c:pt>
                <c:pt idx="1554">
                  <c:v>0.048567266199</c:v>
                </c:pt>
                <c:pt idx="1555">
                  <c:v>0.0483077603443</c:v>
                </c:pt>
                <c:pt idx="1556">
                  <c:v>0.048050280999</c:v>
                </c:pt>
                <c:pt idx="1557">
                  <c:v>0.0477948076888</c:v>
                </c:pt>
                <c:pt idx="1558">
                  <c:v>0.0475413201888</c:v>
                </c:pt>
                <c:pt idx="1559">
                  <c:v>0.0472897985199</c:v>
                </c:pt>
                <c:pt idx="1560">
                  <c:v>0.0470402229459</c:v>
                </c:pt>
                <c:pt idx="1561">
                  <c:v>0.0467925739693</c:v>
                </c:pt>
                <c:pt idx="1562">
                  <c:v>0.0465468323287</c:v>
                </c:pt>
                <c:pt idx="1563">
                  <c:v>0.0463029789951</c:v>
                </c:pt>
                <c:pt idx="1564">
                  <c:v>0.0460609951689</c:v>
                </c:pt>
                <c:pt idx="1565">
                  <c:v>0.0458208622766</c:v>
                </c:pt>
                <c:pt idx="1566">
                  <c:v>0.0455825619676</c:v>
                </c:pt>
                <c:pt idx="1567">
                  <c:v>0.0453460761112</c:v>
                </c:pt>
                <c:pt idx="1568">
                  <c:v>0.0451113867938</c:v>
                </c:pt>
                <c:pt idx="1569">
                  <c:v>0.0448784763156</c:v>
                </c:pt>
                <c:pt idx="1570">
                  <c:v>0.0446473271875</c:v>
                </c:pt>
                <c:pt idx="1571">
                  <c:v>0.0444179221288</c:v>
                </c:pt>
                <c:pt idx="1572">
                  <c:v>0.0441902440638</c:v>
                </c:pt>
                <c:pt idx="1573">
                  <c:v>0.0439642761193</c:v>
                </c:pt>
                <c:pt idx="1574">
                  <c:v>0.0437400016216</c:v>
                </c:pt>
                <c:pt idx="1575">
                  <c:v>0.0435174040939</c:v>
                </c:pt>
                <c:pt idx="1576">
                  <c:v>0.0432964672539</c:v>
                </c:pt>
                <c:pt idx="1577">
                  <c:v>0.0430771750103</c:v>
                </c:pt>
                <c:pt idx="1578">
                  <c:v>0.0428595114614</c:v>
                </c:pt>
                <c:pt idx="1579">
                  <c:v>0.0426434608914</c:v>
                </c:pt>
                <c:pt idx="1580">
                  <c:v>0.0424290077686</c:v>
                </c:pt>
                <c:pt idx="1581">
                  <c:v>0.0422161367427</c:v>
                </c:pt>
                <c:pt idx="1582">
                  <c:v>0.0420048326422</c:v>
                </c:pt>
                <c:pt idx="1583">
                  <c:v>0.0417950804723</c:v>
                </c:pt>
                <c:pt idx="1584">
                  <c:v>0.0415868654121</c:v>
                </c:pt>
                <c:pt idx="1585">
                  <c:v>0.0413801728128</c:v>
                </c:pt>
                <c:pt idx="1586">
                  <c:v>0.0411749881948</c:v>
                </c:pt>
                <c:pt idx="1587">
                  <c:v>0.040971297246</c:v>
                </c:pt>
                <c:pt idx="1588">
                  <c:v>0.040769085819</c:v>
                </c:pt>
                <c:pt idx="1589">
                  <c:v>0.0405683399295</c:v>
                </c:pt>
                <c:pt idx="1590">
                  <c:v>0.0403690457534</c:v>
                </c:pt>
                <c:pt idx="1591">
                  <c:v>0.0401711896255</c:v>
                </c:pt>
                <c:pt idx="1592">
                  <c:v>0.0399747580368</c:v>
                </c:pt>
                <c:pt idx="1593">
                  <c:v>0.0397797376324</c:v>
                </c:pt>
                <c:pt idx="1594">
                  <c:v>0.0395861152098</c:v>
                </c:pt>
                <c:pt idx="1595">
                  <c:v>0.0393938777168</c:v>
                </c:pt>
                <c:pt idx="1596">
                  <c:v>0.0392030122494</c:v>
                </c:pt>
                <c:pt idx="1597">
                  <c:v>0.0390135060498</c:v>
                </c:pt>
                <c:pt idx="1598">
                  <c:v>0.0388253465045</c:v>
                </c:pt>
                <c:pt idx="1599">
                  <c:v>0.0386385211427</c:v>
                </c:pt>
                <c:pt idx="1600">
                  <c:v>0.0384530176341</c:v>
                </c:pt>
                <c:pt idx="1601">
                  <c:v>0.0382688237869</c:v>
                </c:pt>
                <c:pt idx="1602">
                  <c:v>0.0380859275467</c:v>
                </c:pt>
                <c:pt idx="1603">
                  <c:v>0.0379043169937</c:v>
                </c:pt>
                <c:pt idx="1604">
                  <c:v>0.037723980342</c:v>
                </c:pt>
                <c:pt idx="1605">
                  <c:v>0.037544905937</c:v>
                </c:pt>
                <c:pt idx="1606">
                  <c:v>0.0373670822541</c:v>
                </c:pt>
                <c:pt idx="1607">
                  <c:v>0.037190497897</c:v>
                </c:pt>
                <c:pt idx="1608">
                  <c:v>0.0370151415959</c:v>
                </c:pt>
                <c:pt idx="1609">
                  <c:v>0.0368410022061</c:v>
                </c:pt>
                <c:pt idx="1610">
                  <c:v>0.0366680687061</c:v>
                </c:pt>
                <c:pt idx="1611">
                  <c:v>0.0364963301962</c:v>
                </c:pt>
                <c:pt idx="1612">
                  <c:v>0.0363257758968</c:v>
                </c:pt>
                <c:pt idx="1613">
                  <c:v>0.0361563951471</c:v>
                </c:pt>
                <c:pt idx="1614">
                  <c:v>0.035988177403</c:v>
                </c:pt>
                <c:pt idx="1615">
                  <c:v>0.0358211122366</c:v>
                </c:pt>
                <c:pt idx="1616">
                  <c:v>0.0356551893336</c:v>
                </c:pt>
                <c:pt idx="1617">
                  <c:v>0.0354903984927</c:v>
                </c:pt>
                <c:pt idx="1618">
                  <c:v>0.0353267296237</c:v>
                </c:pt>
                <c:pt idx="1619">
                  <c:v>0.0351641727462</c:v>
                </c:pt>
                <c:pt idx="1620">
                  <c:v>0.0350027179882</c:v>
                </c:pt>
                <c:pt idx="1621">
                  <c:v>0.034842355585</c:v>
                </c:pt>
                <c:pt idx="1622">
                  <c:v>0.0346830758772</c:v>
                </c:pt>
                <c:pt idx="1623">
                  <c:v>0.0345248693101</c:v>
                </c:pt>
                <c:pt idx="1624">
                  <c:v>0.0343677264317</c:v>
                </c:pt>
                <c:pt idx="1625">
                  <c:v>0.0342116378921</c:v>
                </c:pt>
                <c:pt idx="1626">
                  <c:v>0.0340565944417</c:v>
                </c:pt>
                <c:pt idx="1627">
                  <c:v>0.03390258693</c:v>
                </c:pt>
                <c:pt idx="1628">
                  <c:v>0.0337496063045</c:v>
                </c:pt>
                <c:pt idx="1629">
                  <c:v>0.0335976436096</c:v>
                </c:pt>
                <c:pt idx="1630">
                  <c:v>0.033446689985</c:v>
                </c:pt>
                <c:pt idx="1631">
                  <c:v>0.0332967366648</c:v>
                </c:pt>
                <c:pt idx="1632">
                  <c:v>0.0331477749763</c:v>
                </c:pt>
                <c:pt idx="1633">
                  <c:v>0.0329997963388</c:v>
                </c:pt>
                <c:pt idx="1634">
                  <c:v>0.0328527922623</c:v>
                </c:pt>
                <c:pt idx="1635">
                  <c:v>0.0327067543467</c:v>
                </c:pt>
                <c:pt idx="1636">
                  <c:v>0.0325616742805</c:v>
                </c:pt>
                <c:pt idx="1637">
                  <c:v>0.0324175438397</c:v>
                </c:pt>
                <c:pt idx="1638">
                  <c:v>0.0322743548866</c:v>
                </c:pt>
                <c:pt idx="1639">
                  <c:v>0.032132099369</c:v>
                </c:pt>
                <c:pt idx="1640">
                  <c:v>0.0319907693191</c:v>
                </c:pt>
                <c:pt idx="1641">
                  <c:v>0.0318503568523</c:v>
                </c:pt>
                <c:pt idx="1642">
                  <c:v>0.0317108541662</c:v>
                </c:pt>
                <c:pt idx="1643">
                  <c:v>0.0315722535399</c:v>
                </c:pt>
                <c:pt idx="1644">
                  <c:v>0.0314345473325</c:v>
                </c:pt>
                <c:pt idx="1645">
                  <c:v>0.0312977279825</c:v>
                </c:pt>
                <c:pt idx="1646">
                  <c:v>0.0311617880069</c:v>
                </c:pt>
                <c:pt idx="1647">
                  <c:v>0.0310267199999</c:v>
                </c:pt>
                <c:pt idx="1648">
                  <c:v>0.0308925166321</c:v>
                </c:pt>
                <c:pt idx="1649">
                  <c:v>0.0307591706497</c:v>
                </c:pt>
                <c:pt idx="1650">
                  <c:v>0.0306266748736</c:v>
                </c:pt>
                <c:pt idx="1651">
                  <c:v>0.0304950221981</c:v>
                </c:pt>
                <c:pt idx="1652">
                  <c:v>0.0303642055907</c:v>
                </c:pt>
                <c:pt idx="1653">
                  <c:v>0.0302342180906</c:v>
                </c:pt>
                <c:pt idx="1654">
                  <c:v>0.0301050528081</c:v>
                </c:pt>
                <c:pt idx="1655">
                  <c:v>0.0299767029237</c:v>
                </c:pt>
                <c:pt idx="1656">
                  <c:v>0.0298491616874</c:v>
                </c:pt>
                <c:pt idx="1657">
                  <c:v>0.0297224224176</c:v>
                </c:pt>
                <c:pt idx="1658">
                  <c:v>0.0295964785006</c:v>
                </c:pt>
                <c:pt idx="1659">
                  <c:v>0.0294713233895</c:v>
                </c:pt>
                <c:pt idx="1660">
                  <c:v>0.0293469506036</c:v>
                </c:pt>
                <c:pt idx="1661">
                  <c:v>0.0292233537275</c:v>
                </c:pt>
                <c:pt idx="1662">
                  <c:v>0.0291005264104</c:v>
                </c:pt>
                <c:pt idx="1663">
                  <c:v>0.0289784623654</c:v>
                </c:pt>
                <c:pt idx="1664">
                  <c:v>0.0288571553685</c:v>
                </c:pt>
                <c:pt idx="1665">
                  <c:v>0.028736599258</c:v>
                </c:pt>
                <c:pt idx="1666">
                  <c:v>0.0286167879339</c:v>
                </c:pt>
                <c:pt idx="1667">
                  <c:v>0.0284977153571</c:v>
                </c:pt>
                <c:pt idx="1668">
                  <c:v>0.0283793755485</c:v>
                </c:pt>
                <c:pt idx="1669">
                  <c:v>0.0282617625885</c:v>
                </c:pt>
                <c:pt idx="1670">
                  <c:v>0.0281448706163</c:v>
                </c:pt>
                <c:pt idx="1671">
                  <c:v>0.0280286938289</c:v>
                </c:pt>
                <c:pt idx="1672">
                  <c:v>0.0279132264811</c:v>
                </c:pt>
                <c:pt idx="1673">
                  <c:v>0.027798462884</c:v>
                </c:pt>
                <c:pt idx="1674">
                  <c:v>0.027684397405</c:v>
                </c:pt>
                <c:pt idx="1675">
                  <c:v>0.027571024467</c:v>
                </c:pt>
                <c:pt idx="1676">
                  <c:v>0.0274583385472</c:v>
                </c:pt>
                <c:pt idx="1677">
                  <c:v>0.0273463341775</c:v>
                </c:pt>
                <c:pt idx="1678">
                  <c:v>0.027235005943</c:v>
                </c:pt>
                <c:pt idx="1679">
                  <c:v>0.0271243484816</c:v>
                </c:pt>
                <c:pt idx="1680">
                  <c:v>0.0270143564836</c:v>
                </c:pt>
                <c:pt idx="1681">
                  <c:v>0.0269050246912</c:v>
                </c:pt>
                <c:pt idx="1682">
                  <c:v>0.0267963478972</c:v>
                </c:pt>
                <c:pt idx="1683">
                  <c:v>0.0266883209454</c:v>
                </c:pt>
                <c:pt idx="1684">
                  <c:v>0.0265809387292</c:v>
                </c:pt>
                <c:pt idx="1685">
                  <c:v>0.0264741961915</c:v>
                </c:pt>
                <c:pt idx="1686">
                  <c:v>0.0263680883239</c:v>
                </c:pt>
                <c:pt idx="1687">
                  <c:v>0.0262626101663</c:v>
                </c:pt>
                <c:pt idx="1688">
                  <c:v>0.0261577568063</c:v>
                </c:pt>
                <c:pt idx="1689">
                  <c:v>0.0260535233786</c:v>
                </c:pt>
                <c:pt idx="1690">
                  <c:v>0.0259499050646</c:v>
                </c:pt>
                <c:pt idx="1691">
                  <c:v>0.0258468970917</c:v>
                </c:pt>
                <c:pt idx="1692">
                  <c:v>0.0257444947329</c:v>
                </c:pt>
                <c:pt idx="1693">
                  <c:v>0.0256426933064</c:v>
                </c:pt>
                <c:pt idx="1694">
                  <c:v>0.0255414881746</c:v>
                </c:pt>
                <c:pt idx="1695">
                  <c:v>0.0254408747444</c:v>
                </c:pt>
                <c:pt idx="1696">
                  <c:v>0.0253408484658</c:v>
                </c:pt>
                <c:pt idx="1697">
                  <c:v>0.0252414048324</c:v>
                </c:pt>
                <c:pt idx="1698">
                  <c:v>0.0251425393798</c:v>
                </c:pt>
                <c:pt idx="1699">
                  <c:v>0.0250442476861</c:v>
                </c:pt>
                <c:pt idx="1700">
                  <c:v>0.0249465253711</c:v>
                </c:pt>
                <c:pt idx="1701">
                  <c:v>0.0248493680954</c:v>
                </c:pt>
                <c:pt idx="1702">
                  <c:v>0.0247527715608</c:v>
                </c:pt>
                <c:pt idx="1703">
                  <c:v>0.024656731509</c:v>
                </c:pt>
                <c:pt idx="1704">
                  <c:v>0.0245612437216</c:v>
                </c:pt>
                <c:pt idx="1705">
                  <c:v>0.0244663040199</c:v>
                </c:pt>
                <c:pt idx="1706">
                  <c:v>0.0243719082636</c:v>
                </c:pt>
                <c:pt idx="1707">
                  <c:v>0.0242780523515</c:v>
                </c:pt>
                <c:pt idx="1708">
                  <c:v>0.0241847322202</c:v>
                </c:pt>
                <c:pt idx="1709">
                  <c:v>0.024091943844</c:v>
                </c:pt>
                <c:pt idx="1710">
                  <c:v>0.0239996832344</c:v>
                </c:pt>
                <c:pt idx="1711">
                  <c:v>0.02390794644</c:v>
                </c:pt>
                <c:pt idx="1712">
                  <c:v>0.0238167295458</c:v>
                </c:pt>
                <c:pt idx="1713">
                  <c:v>0.0237260286726</c:v>
                </c:pt>
                <c:pt idx="1714">
                  <c:v>0.0236358399772</c:v>
                </c:pt>
                <c:pt idx="1715">
                  <c:v>0.0235461596516</c:v>
                </c:pt>
                <c:pt idx="1716">
                  <c:v>0.0234569839226</c:v>
                </c:pt>
                <c:pt idx="1717">
                  <c:v>0.0233683090515</c:v>
                </c:pt>
                <c:pt idx="1718">
                  <c:v>0.023280131334</c:v>
                </c:pt>
                <c:pt idx="1719">
                  <c:v>0.0231924470994</c:v>
                </c:pt>
                <c:pt idx="1720">
                  <c:v>0.0231052527104</c:v>
                </c:pt>
                <c:pt idx="1721">
                  <c:v>0.0230185445627</c:v>
                </c:pt>
                <c:pt idx="1722">
                  <c:v>0.022932319085</c:v>
                </c:pt>
                <c:pt idx="1723">
                  <c:v>0.022846572738</c:v>
                </c:pt>
                <c:pt idx="1724">
                  <c:v>0.0227613020147</c:v>
                </c:pt>
                <c:pt idx="1725">
                  <c:v>0.0226765034396</c:v>
                </c:pt>
                <c:pt idx="1726">
                  <c:v>0.0225921735684</c:v>
                </c:pt>
                <c:pt idx="1727">
                  <c:v>0.0225083089882</c:v>
                </c:pt>
                <c:pt idx="1728">
                  <c:v>0.0224249063163</c:v>
                </c:pt>
                <c:pt idx="1729">
                  <c:v>0.0223419622007</c:v>
                </c:pt>
                <c:pt idx="1730">
                  <c:v>0.0222594733192</c:v>
                </c:pt>
                <c:pt idx="1731">
                  <c:v>0.0221774363794</c:v>
                </c:pt>
                <c:pt idx="1732">
                  <c:v>0.0220958481181</c:v>
                </c:pt>
                <c:pt idx="1733">
                  <c:v>0.0220147053016</c:v>
                </c:pt>
                <c:pt idx="1734">
                  <c:v>0.0219340047244</c:v>
                </c:pt>
                <c:pt idx="1735">
                  <c:v>0.02185374321</c:v>
                </c:pt>
                <c:pt idx="1736">
                  <c:v>0.0217739176096</c:v>
                </c:pt>
                <c:pt idx="1737">
                  <c:v>0.0216945248026</c:v>
                </c:pt>
                <c:pt idx="1738">
                  <c:v>0.0216155616959</c:v>
                </c:pt>
                <c:pt idx="1739">
                  <c:v>0.0215370252236</c:v>
                </c:pt>
                <c:pt idx="1740">
                  <c:v>0.0214589123469</c:v>
                </c:pt>
                <c:pt idx="1741">
                  <c:v>0.0213812200536</c:v>
                </c:pt>
                <c:pt idx="1742">
                  <c:v>0.0213039453581</c:v>
                </c:pt>
                <c:pt idx="1743">
                  <c:v>0.0212270853008</c:v>
                </c:pt>
                <c:pt idx="1744">
                  <c:v>0.0211506369483</c:v>
                </c:pt>
                <c:pt idx="1745">
                  <c:v>0.0210745973924</c:v>
                </c:pt>
                <c:pt idx="1746">
                  <c:v>0.0209989637506</c:v>
                </c:pt>
                <c:pt idx="1747">
                  <c:v>0.0209237331654</c:v>
                </c:pt>
                <c:pt idx="1748">
                  <c:v>0.0208489028041</c:v>
                </c:pt>
                <c:pt idx="1749">
                  <c:v>0.0207744698586</c:v>
                </c:pt>
                <c:pt idx="1750">
                  <c:v>0.0207004315453</c:v>
                </c:pt>
                <c:pt idx="1751">
                  <c:v>0.0206267851044</c:v>
                </c:pt>
                <c:pt idx="1752">
                  <c:v>0.0205535278001</c:v>
                </c:pt>
                <c:pt idx="1753">
                  <c:v>0.0204806569202</c:v>
                </c:pt>
                <c:pt idx="1754">
                  <c:v>0.0204081697759</c:v>
                </c:pt>
                <c:pt idx="1755">
                  <c:v>0.0203360637014</c:v>
                </c:pt>
                <c:pt idx="1756">
                  <c:v>0.0202643360539</c:v>
                </c:pt>
                <c:pt idx="1757">
                  <c:v>0.020192984213</c:v>
                </c:pt>
                <c:pt idx="1758">
                  <c:v>0.0201220055811</c:v>
                </c:pt>
                <c:pt idx="1759">
                  <c:v>0.0200513975824</c:v>
                </c:pt>
                <c:pt idx="1760">
                  <c:v>0.0199811576635</c:v>
                </c:pt>
                <c:pt idx="1761">
                  <c:v>0.0199112832922</c:v>
                </c:pt>
                <c:pt idx="1762">
                  <c:v>0.0198417719584</c:v>
                </c:pt>
                <c:pt idx="1763">
                  <c:v>0.0197726211729</c:v>
                </c:pt>
                <c:pt idx="1764">
                  <c:v>0.0197038284676</c:v>
                </c:pt>
                <c:pt idx="1765">
                  <c:v>0.0196353913957</c:v>
                </c:pt>
                <c:pt idx="1766">
                  <c:v>0.0195673075305</c:v>
                </c:pt>
                <c:pt idx="1767">
                  <c:v>0.0194995744662</c:v>
                </c:pt>
                <c:pt idx="1768">
                  <c:v>0.0194321898171</c:v>
                </c:pt>
                <c:pt idx="1769">
                  <c:v>0.0193651512175</c:v>
                </c:pt>
                <c:pt idx="1770">
                  <c:v>0.0192984563216</c:v>
                </c:pt>
                <c:pt idx="1771">
                  <c:v>0.0192321028033</c:v>
                </c:pt>
                <c:pt idx="1772">
                  <c:v>0.0191660883561</c:v>
                </c:pt>
                <c:pt idx="1773">
                  <c:v>0.0191004106924</c:v>
                </c:pt>
                <c:pt idx="1774">
                  <c:v>0.019035067544</c:v>
                </c:pt>
                <c:pt idx="1775">
                  <c:v>0.0189700566614</c:v>
                </c:pt>
                <c:pt idx="1776">
                  <c:v>0.0189053758141</c:v>
                </c:pt>
                <c:pt idx="1777">
                  <c:v>0.0188410227897</c:v>
                </c:pt>
                <c:pt idx="1778">
                  <c:v>0.0187769953945</c:v>
                </c:pt>
                <c:pt idx="1779">
                  <c:v>0.0187132914527</c:v>
                </c:pt>
                <c:pt idx="1780">
                  <c:v>0.0186499088067</c:v>
                </c:pt>
                <c:pt idx="1781">
                  <c:v>0.0185868453166</c:v>
                </c:pt>
                <c:pt idx="1782">
                  <c:v>0.0185240988601</c:v>
                </c:pt>
                <c:pt idx="1783">
                  <c:v>0.0184616673323</c:v>
                </c:pt>
                <c:pt idx="1784">
                  <c:v>0.0183995486459</c:v>
                </c:pt>
                <c:pt idx="1785">
                  <c:v>0.0183377407302</c:v>
                </c:pt>
                <c:pt idx="1786">
                  <c:v>0.018276241532</c:v>
                </c:pt>
                <c:pt idx="1787">
                  <c:v>0.0182150490145</c:v>
                </c:pt>
                <c:pt idx="1788">
                  <c:v>0.0181541611577</c:v>
                </c:pt>
                <c:pt idx="1789">
                  <c:v>0.018093575958</c:v>
                </c:pt>
                <c:pt idx="1790">
                  <c:v>0.0180332914281</c:v>
                </c:pt>
                <c:pt idx="1791">
                  <c:v>0.017973305597</c:v>
                </c:pt>
                <c:pt idx="1792">
                  <c:v>0.0179136165094</c:v>
                </c:pt>
                <c:pt idx="1793">
                  <c:v>0.0178542222261</c:v>
                </c:pt>
                <c:pt idx="1794">
                  <c:v>0.0177951208234</c:v>
                </c:pt>
                <c:pt idx="1795">
                  <c:v>0.0177363103933</c:v>
                </c:pt>
                <c:pt idx="1796">
                  <c:v>0.0176777890432</c:v>
                </c:pt>
                <c:pt idx="1797">
                  <c:v>0.0176195548954</c:v>
                </c:pt>
                <c:pt idx="1798">
                  <c:v>0.0175616060877</c:v>
                </c:pt>
                <c:pt idx="1799">
                  <c:v>0.0175039407727</c:v>
                </c:pt>
                <c:pt idx="1800">
                  <c:v>0.0174465571177</c:v>
                </c:pt>
                <c:pt idx="1801">
                  <c:v>0.0173894533048</c:v>
                </c:pt>
                <c:pt idx="1802">
                  <c:v>0.0173326275306</c:v>
                </c:pt>
                <c:pt idx="1803">
                  <c:v>0.017276078006</c:v>
                </c:pt>
                <c:pt idx="1804">
                  <c:v>0.0172198029563</c:v>
                </c:pt>
                <c:pt idx="1805">
                  <c:v>0.0171638006208</c:v>
                </c:pt>
                <c:pt idx="1806">
                  <c:v>0.0171080692528</c:v>
                </c:pt>
                <c:pt idx="1807">
                  <c:v>0.0170526071195</c:v>
                </c:pt>
                <c:pt idx="1808">
                  <c:v>0.0169974125019</c:v>
                </c:pt>
                <c:pt idx="1809">
                  <c:v>0.0169424836943</c:v>
                </c:pt>
                <c:pt idx="1810">
                  <c:v>0.0168878190047</c:v>
                </c:pt>
                <c:pt idx="1811">
                  <c:v>0.0168334167545</c:v>
                </c:pt>
                <c:pt idx="1812">
                  <c:v>0.016779275278</c:v>
                </c:pt>
                <c:pt idx="1813">
                  <c:v>0.016725392923</c:v>
                </c:pt>
                <c:pt idx="1814">
                  <c:v>0.01667176805</c:v>
                </c:pt>
                <c:pt idx="1815">
                  <c:v>0.0166183990324</c:v>
                </c:pt>
                <c:pt idx="1816">
                  <c:v>0.0165652842562</c:v>
                </c:pt>
                <c:pt idx="1817">
                  <c:v>0.0165124221203</c:v>
                </c:pt>
                <c:pt idx="1818">
                  <c:v>0.016459811036</c:v>
                </c:pt>
                <c:pt idx="1819">
                  <c:v>0.0164074494267</c:v>
                </c:pt>
                <c:pt idx="1820">
                  <c:v>0.0163553357283</c:v>
                </c:pt>
                <c:pt idx="1821">
                  <c:v>0.016303468389</c:v>
                </c:pt>
                <c:pt idx="1822">
                  <c:v>0.0162518458687</c:v>
                </c:pt>
                <c:pt idx="1823">
                  <c:v>0.0162004666395</c:v>
                </c:pt>
                <c:pt idx="1824">
                  <c:v>0.016149329185</c:v>
                </c:pt>
                <c:pt idx="1825">
                  <c:v>0.0160984320009</c:v>
                </c:pt>
                <c:pt idx="1826">
                  <c:v>0.0160477735942</c:v>
                </c:pt>
                <c:pt idx="1827">
                  <c:v>0.0159973524835</c:v>
                </c:pt>
                <c:pt idx="1828">
                  <c:v>0.0159471671988</c:v>
                </c:pt>
                <c:pt idx="1829">
                  <c:v>0.0158972162813</c:v>
                </c:pt>
                <c:pt idx="1830">
                  <c:v>0.0158474982836</c:v>
                </c:pt>
                <c:pt idx="1831">
                  <c:v>0.0157980117691</c:v>
                </c:pt>
                <c:pt idx="1832">
                  <c:v>0.0157487553123</c:v>
                </c:pt>
                <c:pt idx="1833">
                  <c:v>0.0156997274987</c:v>
                </c:pt>
                <c:pt idx="1834">
                  <c:v>0.0156509269244</c:v>
                </c:pt>
                <c:pt idx="1835">
                  <c:v>0.0156023521961</c:v>
                </c:pt>
                <c:pt idx="1836">
                  <c:v>0.0155540019314</c:v>
                </c:pt>
                <c:pt idx="1837">
                  <c:v>0.0155058747582</c:v>
                </c:pt>
                <c:pt idx="1838">
                  <c:v>0.0154579693148</c:v>
                </c:pt>
                <c:pt idx="1839">
                  <c:v>0.0154102842498</c:v>
                </c:pt>
                <c:pt idx="1840">
                  <c:v>0.015362818222</c:v>
                </c:pt>
                <c:pt idx="1841">
                  <c:v>0.0153155699004</c:v>
                </c:pt>
                <c:pt idx="1842">
                  <c:v>0.0152685379639</c:v>
                </c:pt>
                <c:pt idx="1843">
                  <c:v>0.0152217211014</c:v>
                </c:pt>
                <c:pt idx="1844">
                  <c:v>0.0151751180118</c:v>
                </c:pt>
                <c:pt idx="1845">
                  <c:v>0.0151287274034</c:v>
                </c:pt>
                <c:pt idx="1846">
                  <c:v>0.0150825479945</c:v>
                </c:pt>
                <c:pt idx="1847">
                  <c:v>0.0150365785129</c:v>
                </c:pt>
                <c:pt idx="1848">
                  <c:v>0.0149908176959</c:v>
                </c:pt>
                <c:pt idx="1849">
                  <c:v>0.01494526429</c:v>
                </c:pt>
                <c:pt idx="1850">
                  <c:v>0.0148999170514</c:v>
                </c:pt>
                <c:pt idx="1851">
                  <c:v>0.0148547747453</c:v>
                </c:pt>
                <c:pt idx="1852">
                  <c:v>0.0148098361462</c:v>
                </c:pt>
                <c:pt idx="1853">
                  <c:v>0.0147651000375</c:v>
                </c:pt>
                <c:pt idx="1854">
                  <c:v>0.0147205652119</c:v>
                </c:pt>
                <c:pt idx="1855">
                  <c:v>0.0146762304708</c:v>
                </c:pt>
                <c:pt idx="1856">
                  <c:v>0.0146320946245</c:v>
                </c:pt>
                <c:pt idx="1857">
                  <c:v>0.014588156492</c:v>
                </c:pt>
                <c:pt idx="1858">
                  <c:v>0.0145444149013</c:v>
                </c:pt>
                <c:pt idx="1859">
                  <c:v>0.0145008686886</c:v>
                </c:pt>
                <c:pt idx="1860">
                  <c:v>0.014457516699</c:v>
                </c:pt>
                <c:pt idx="1861">
                  <c:v>0.0144143577858</c:v>
                </c:pt>
                <c:pt idx="1862">
                  <c:v>0.0143713908108</c:v>
                </c:pt>
                <c:pt idx="1863">
                  <c:v>0.0143286146442</c:v>
                </c:pt>
                <c:pt idx="1864">
                  <c:v>0.0142860281644</c:v>
                </c:pt>
                <c:pt idx="1865">
                  <c:v>0.0142436302579</c:v>
                </c:pt>
                <c:pt idx="1866">
                  <c:v>0.0142014198194</c:v>
                </c:pt>
                <c:pt idx="1867">
                  <c:v>0.0141593957516</c:v>
                </c:pt>
                <c:pt idx="1868">
                  <c:v>0.0141175569651</c:v>
                </c:pt>
                <c:pt idx="1869">
                  <c:v>0.0140759023785</c:v>
                </c:pt>
                <c:pt idx="1870">
                  <c:v>0.0140344309182</c:v>
                </c:pt>
                <c:pt idx="1871">
                  <c:v>0.0139931415184</c:v>
                </c:pt>
                <c:pt idx="1872">
                  <c:v>0.013952033121</c:v>
                </c:pt>
                <c:pt idx="1873">
                  <c:v>0.0139111046753</c:v>
                </c:pt>
                <c:pt idx="1874">
                  <c:v>0.0138703551385</c:v>
                </c:pt>
                <c:pt idx="1875">
                  <c:v>0.0138297834751</c:v>
                </c:pt>
                <c:pt idx="1876">
                  <c:v>0.0137893886571</c:v>
                </c:pt>
                <c:pt idx="1877">
                  <c:v>0.0137491696639</c:v>
                </c:pt>
                <c:pt idx="1878">
                  <c:v>0.0137091254821</c:v>
                </c:pt>
                <c:pt idx="1879">
                  <c:v>0.0136692551055</c:v>
                </c:pt>
                <c:pt idx="1880">
                  <c:v>0.0136295575354</c:v>
                </c:pt>
                <c:pt idx="1881">
                  <c:v>0.0135900317799</c:v>
                </c:pt>
                <c:pt idx="1882">
                  <c:v>0.0135506768544</c:v>
                </c:pt>
                <c:pt idx="1883">
                  <c:v>0.013511491781</c:v>
                </c:pt>
                <c:pt idx="1884">
                  <c:v>0.013472475589</c:v>
                </c:pt>
                <c:pt idx="1885">
                  <c:v>0.0134336273146</c:v>
                </c:pt>
                <c:pt idx="1886">
                  <c:v>0.0133949460007</c:v>
                </c:pt>
                <c:pt idx="1887">
                  <c:v>0.0133564306969</c:v>
                </c:pt>
                <c:pt idx="1888">
                  <c:v>0.0133180804597</c:v>
                </c:pt>
                <c:pt idx="1889">
                  <c:v>0.0132798943523</c:v>
                </c:pt>
                <c:pt idx="1890">
                  <c:v>0.0132418714442</c:v>
                </c:pt>
                <c:pt idx="1891">
                  <c:v>0.0132040108116</c:v>
                </c:pt>
                <c:pt idx="1892">
                  <c:v>0.0131663115374</c:v>
                </c:pt>
                <c:pt idx="1893">
                  <c:v>0.0131287727106</c:v>
                </c:pt>
                <c:pt idx="1894">
                  <c:v>0.0130913934268</c:v>
                </c:pt>
                <c:pt idx="1895">
                  <c:v>0.0130541727878</c:v>
                </c:pt>
                <c:pt idx="1896">
                  <c:v>0.0130171099018</c:v>
                </c:pt>
                <c:pt idx="1897">
                  <c:v>0.0129802038831</c:v>
                </c:pt>
                <c:pt idx="1898">
                  <c:v>0.0129434538523</c:v>
                </c:pt>
                <c:pt idx="1899">
                  <c:v>0.012906858936</c:v>
                </c:pt>
                <c:pt idx="1900">
                  <c:v>0.0128704182669</c:v>
                </c:pt>
                <c:pt idx="1901">
                  <c:v>0.0128341309837</c:v>
                </c:pt>
                <c:pt idx="1902">
                  <c:v>0.0127979962313</c:v>
                </c:pt>
                <c:pt idx="1903">
                  <c:v>0.0127620131601</c:v>
                </c:pt>
                <c:pt idx="1904">
                  <c:v>0.0127261809268</c:v>
                </c:pt>
                <c:pt idx="1905">
                  <c:v>0.0126904986935</c:v>
                </c:pt>
                <c:pt idx="1906">
                  <c:v>0.0126549656285</c:v>
                </c:pt>
                <c:pt idx="1907">
                  <c:v>0.0126195809056</c:v>
                </c:pt>
                <c:pt idx="1908">
                  <c:v>0.0125843437043</c:v>
                </c:pt>
                <c:pt idx="1909">
                  <c:v>0.0125492532096</c:v>
                </c:pt>
                <c:pt idx="1910">
                  <c:v>0.0125143086125</c:v>
                </c:pt>
                <c:pt idx="1911">
                  <c:v>0.012479509109</c:v>
                </c:pt>
                <c:pt idx="1912">
                  <c:v>0.012444853901</c:v>
                </c:pt>
                <c:pt idx="1913">
                  <c:v>0.0124103421958</c:v>
                </c:pt>
                <c:pt idx="1914">
                  <c:v>0.0123759732059</c:v>
                </c:pt>
                <c:pt idx="1915">
                  <c:v>0.0123417461494</c:v>
                </c:pt>
                <c:pt idx="1916">
                  <c:v>0.0123076602496</c:v>
                </c:pt>
                <c:pt idx="1917">
                  <c:v>0.012273714735</c:v>
                </c:pt>
                <c:pt idx="1918">
                  <c:v>0.0122399088396</c:v>
                </c:pt>
                <c:pt idx="1919">
                  <c:v>0.0122062418023</c:v>
                </c:pt>
                <c:pt idx="1920">
                  <c:v>0.0121727128673</c:v>
                </c:pt>
                <c:pt idx="1921">
                  <c:v>0.0121393212839</c:v>
                </c:pt>
                <c:pt idx="1922">
                  <c:v>0.0121060663064</c:v>
                </c:pt>
                <c:pt idx="1923">
                  <c:v>0.0120729471943</c:v>
                </c:pt>
                <c:pt idx="1924">
                  <c:v>0.0120399632119</c:v>
                </c:pt>
                <c:pt idx="1925">
                  <c:v>0.0120071136285</c:v>
                </c:pt>
                <c:pt idx="1926">
                  <c:v>0.0119743977183</c:v>
                </c:pt>
                <c:pt idx="1927">
                  <c:v>0.0119418147604</c:v>
                </c:pt>
                <c:pt idx="1928">
                  <c:v>0.0119093640388</c:v>
                </c:pt>
                <c:pt idx="1929">
                  <c:v>0.0118770448421</c:v>
                </c:pt>
                <c:pt idx="1930">
                  <c:v>0.0118448564639</c:v>
                </c:pt>
                <c:pt idx="1931">
                  <c:v>0.0118127982022</c:v>
                </c:pt>
                <c:pt idx="1932">
                  <c:v>0.01178086936</c:v>
                </c:pt>
                <c:pt idx="1933">
                  <c:v>0.0117490692447</c:v>
                </c:pt>
                <c:pt idx="1934">
                  <c:v>0.0117173971684</c:v>
                </c:pt>
                <c:pt idx="1935">
                  <c:v>0.0116858524478</c:v>
                </c:pt>
                <c:pt idx="1936">
                  <c:v>0.011654434404</c:v>
                </c:pt>
                <c:pt idx="1937">
                  <c:v>0.0116231423629</c:v>
                </c:pt>
                <c:pt idx="1938">
                  <c:v>0.0115919756544</c:v>
                </c:pt>
                <c:pt idx="1939">
                  <c:v>0.0115609336132</c:v>
                </c:pt>
                <c:pt idx="1940">
                  <c:v>0.0115300155783</c:v>
                </c:pt>
                <c:pt idx="1941">
                  <c:v>0.0114992208929</c:v>
                </c:pt>
                <c:pt idx="1942">
                  <c:v>0.0114685489047</c:v>
                </c:pt>
                <c:pt idx="1943">
                  <c:v>0.0114379989656</c:v>
                </c:pt>
                <c:pt idx="1944">
                  <c:v>0.0114075704317</c:v>
                </c:pt>
                <c:pt idx="1945">
                  <c:v>0.0113772626635</c:v>
                </c:pt>
                <c:pt idx="1946">
                  <c:v>0.0113470750256</c:v>
                </c:pt>
                <c:pt idx="1947">
                  <c:v>0.0113170068867</c:v>
                </c:pt>
                <c:pt idx="1948">
                  <c:v>0.0112870576196</c:v>
                </c:pt>
                <c:pt idx="1949">
                  <c:v>0.0112572266012</c:v>
                </c:pt>
                <c:pt idx="1950">
                  <c:v>0.0112275132127</c:v>
                </c:pt>
                <c:pt idx="1951">
                  <c:v>0.0111979168389</c:v>
                </c:pt>
                <c:pt idx="1952">
                  <c:v>0.011168436869</c:v>
                </c:pt>
                <c:pt idx="1953">
                  <c:v>0.0111390726959</c:v>
                </c:pt>
                <c:pt idx="1954">
                  <c:v>0.0111098237165</c:v>
                </c:pt>
                <c:pt idx="1955">
                  <c:v>0.0110806893317</c:v>
                </c:pt>
                <c:pt idx="1956">
                  <c:v>0.0110516689461</c:v>
                </c:pt>
                <c:pt idx="1957">
                  <c:v>0.0110227619684</c:v>
                </c:pt>
                <c:pt idx="1958">
                  <c:v>0.0109939678107</c:v>
                </c:pt>
                <c:pt idx="1959">
                  <c:v>0.0109652858894</c:v>
                </c:pt>
                <c:pt idx="1960">
                  <c:v>0.0109367156243</c:v>
                </c:pt>
                <c:pt idx="1961">
                  <c:v>0.0109082564389</c:v>
                </c:pt>
                <c:pt idx="1962">
                  <c:v>0.0108799077606</c:v>
                </c:pt>
                <c:pt idx="1963">
                  <c:v>0.0108516690205</c:v>
                </c:pt>
                <c:pt idx="1964">
                  <c:v>0.0108235396531</c:v>
                </c:pt>
                <c:pt idx="1965">
                  <c:v>0.0107955190966</c:v>
                </c:pt>
                <c:pt idx="1966">
                  <c:v>0.0107676067929</c:v>
                </c:pt>
                <c:pt idx="1967">
                  <c:v>0.0107398021874</c:v>
                </c:pt>
                <c:pt idx="1968">
                  <c:v>0.010712104729</c:v>
                </c:pt>
                <c:pt idx="1969">
                  <c:v>0.01068451387</c:v>
                </c:pt>
                <c:pt idx="1970">
                  <c:v>0.0106570290665</c:v>
                </c:pt>
                <c:pt idx="1971">
                  <c:v>0.0106296497778</c:v>
                </c:pt>
                <c:pt idx="1972">
                  <c:v>0.0106023754666</c:v>
                </c:pt>
                <c:pt idx="1973">
                  <c:v>0.0105752055991</c:v>
                </c:pt>
                <c:pt idx="1974">
                  <c:v>0.0105481396449</c:v>
                </c:pt>
                <c:pt idx="1975">
                  <c:v>0.0105211770768</c:v>
                </c:pt>
                <c:pt idx="1976">
                  <c:v>0.0104943173711</c:v>
                </c:pt>
                <c:pt idx="1977">
                  <c:v>0.0104675600074</c:v>
                </c:pt>
                <c:pt idx="1978">
                  <c:v>0.0104409044683</c:v>
                </c:pt>
                <c:pt idx="1979">
                  <c:v>0.01041435024</c:v>
                </c:pt>
                <c:pt idx="1980">
                  <c:v>0.0103878968117</c:v>
                </c:pt>
                <c:pt idx="1981">
                  <c:v>0.0103615436759</c:v>
                </c:pt>
                <c:pt idx="1982">
                  <c:v>0.0103352903283</c:v>
                </c:pt>
                <c:pt idx="1983">
                  <c:v>0.0103091362676</c:v>
                </c:pt>
                <c:pt idx="1984">
                  <c:v>0.0102830809957</c:v>
                </c:pt>
                <c:pt idx="1985">
                  <c:v>0.0102571240178</c:v>
                </c:pt>
                <c:pt idx="1986">
                  <c:v>0.0102312648419</c:v>
                </c:pt>
                <c:pt idx="1987">
                  <c:v>0.0102055029791</c:v>
                </c:pt>
                <c:pt idx="1988">
                  <c:v>0.0101798379439</c:v>
                </c:pt>
                <c:pt idx="1989">
                  <c:v>0.0101542692532</c:v>
                </c:pt>
                <c:pt idx="1990">
                  <c:v>0.0101287964275</c:v>
                </c:pt>
                <c:pt idx="1991">
                  <c:v>0.0101034189898</c:v>
                </c:pt>
                <c:pt idx="1992">
                  <c:v>0.0100781364663</c:v>
                </c:pt>
                <c:pt idx="1993">
                  <c:v>0.0100529483861</c:v>
                </c:pt>
                <c:pt idx="1994">
                  <c:v>0.0100278542812</c:v>
                </c:pt>
                <c:pt idx="1995">
                  <c:v>0.0100028536864</c:v>
                </c:pt>
                <c:pt idx="1996">
                  <c:v>0.00997794613944</c:v>
                </c:pt>
                <c:pt idx="1997">
                  <c:v>0.00995313118089</c:v>
                </c:pt>
                <c:pt idx="1998">
                  <c:v>0.00992840835413</c:v>
                </c:pt>
                <c:pt idx="1999">
                  <c:v>0.00990377720535</c:v>
                </c:pt>
                <c:pt idx="2000">
                  <c:v>0.0098792372835</c:v>
                </c:pt>
              </c:numCache>
            </c:numRef>
          </c:yVal>
        </c:ser>
        <c:ser>
          <c:idx val="1"/>
          <c:order val="1"/>
          <c:tx>
            <c:v>spin</c:v>
          </c:tx>
          <c:spPr>
            <a:ln xmlns:a="http://schemas.openxmlformats.org/drawingml/2006/main" w="15240">
              <a:solidFill>
                <a:srgbClr val="234F91"/>
              </a:solidFill>
              <a:prstDash val="dash"/>
            </a:ln>
          </c:spPr>
          <c:marker>
            <c:symbol val="none"/>
            <c:size val="5"/>
            <c:spPr>
              <a:solidFill xmlns:a="http://schemas.openxmlformats.org/drawingml/2006/main">
                <a:srgbClr val="234F91"/>
              </a:solidFill>
            </c:spPr>
          </c:marker>
          <c:xVal>
            <c:numRef>
              <c:f>'Chart Data'!$C$2:$C$2002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Data'!$D$2:$D$2002</c:f>
              <c:numCache>
                <c:formatCode>0.0</c:formatCode>
                <c:ptCount val="2001"/>
                <c:pt idx="0">
                  <c:v>0.00439846842306</c:v>
                </c:pt>
                <c:pt idx="1">
                  <c:v>0.00440577659633</c:v>
                </c:pt>
                <c:pt idx="2">
                  <c:v>0.00441310297737</c:v>
                </c:pt>
                <c:pt idx="3">
                  <c:v>0.00442044762666</c:v>
                </c:pt>
                <c:pt idx="4">
                  <c:v>0.0044278106049</c:v>
                </c:pt>
                <c:pt idx="5">
                  <c:v>0.00443519197305</c:v>
                </c:pt>
                <c:pt idx="6">
                  <c:v>0.00444259179235</c:v>
                </c:pt>
                <c:pt idx="7">
                  <c:v>0.00445001012426</c:v>
                </c:pt>
                <c:pt idx="8">
                  <c:v>0.00445744703052</c:v>
                </c:pt>
                <c:pt idx="9">
                  <c:v>0.00446490257311</c:v>
                </c:pt>
                <c:pt idx="10">
                  <c:v>0.00447237681427</c:v>
                </c:pt>
                <c:pt idx="11">
                  <c:v>0.00447986981652</c:v>
                </c:pt>
                <c:pt idx="12">
                  <c:v>0.00448738164262</c:v>
                </c:pt>
                <c:pt idx="13">
                  <c:v>0.00449491235561</c:v>
                </c:pt>
                <c:pt idx="14">
                  <c:v>0.00450246201876</c:v>
                </c:pt>
                <c:pt idx="15">
                  <c:v>0.00451003069564</c:v>
                </c:pt>
                <c:pt idx="16">
                  <c:v>0.00451761845008</c:v>
                </c:pt>
                <c:pt idx="17">
                  <c:v>0.00452522534617</c:v>
                </c:pt>
                <c:pt idx="18">
                  <c:v>0.00453285144827</c:v>
                </c:pt>
                <c:pt idx="19">
                  <c:v>0.00454049682101</c:v>
                </c:pt>
                <c:pt idx="20">
                  <c:v>0.00454816152929</c:v>
                </c:pt>
                <c:pt idx="21">
                  <c:v>0.00455584563829</c:v>
                </c:pt>
                <c:pt idx="22">
                  <c:v>0.00456354921346</c:v>
                </c:pt>
                <c:pt idx="23">
                  <c:v>0.00457127232053</c:v>
                </c:pt>
                <c:pt idx="24">
                  <c:v>0.00457901502551</c:v>
                </c:pt>
                <c:pt idx="25">
                  <c:v>0.00458677739466</c:v>
                </c:pt>
                <c:pt idx="26">
                  <c:v>0.00459455949457</c:v>
                </c:pt>
                <c:pt idx="27">
                  <c:v>0.00460236139207</c:v>
                </c:pt>
                <c:pt idx="28">
                  <c:v>0.00461018315429</c:v>
                </c:pt>
                <c:pt idx="29">
                  <c:v>0.00461802484864</c:v>
                </c:pt>
                <c:pt idx="30">
                  <c:v>0.00462588654282</c:v>
                </c:pt>
                <c:pt idx="31">
                  <c:v>0.00463376830481</c:v>
                </c:pt>
                <c:pt idx="32">
                  <c:v>0.0046416702029</c:v>
                </c:pt>
                <c:pt idx="33">
                  <c:v>0.00464959230564</c:v>
                </c:pt>
                <c:pt idx="34">
                  <c:v>0.00465753468188</c:v>
                </c:pt>
                <c:pt idx="35">
                  <c:v>0.00466549740078</c:v>
                </c:pt>
                <c:pt idx="36">
                  <c:v>0.00467348053179</c:v>
                </c:pt>
                <c:pt idx="37">
                  <c:v>0.00468148414463</c:v>
                </c:pt>
                <c:pt idx="38">
                  <c:v>0.00468950830935</c:v>
                </c:pt>
                <c:pt idx="39">
                  <c:v>0.00469755309629</c:v>
                </c:pt>
                <c:pt idx="40">
                  <c:v>0.00470561857608</c:v>
                </c:pt>
                <c:pt idx="41">
                  <c:v>0.00471370481966</c:v>
                </c:pt>
                <c:pt idx="42">
                  <c:v>0.00472181189828</c:v>
                </c:pt>
                <c:pt idx="43">
                  <c:v>0.00472993988348</c:v>
                </c:pt>
                <c:pt idx="44">
                  <c:v>0.00473808884713</c:v>
                </c:pt>
                <c:pt idx="45">
                  <c:v>0.00474625886138</c:v>
                </c:pt>
                <c:pt idx="46">
                  <c:v>0.00475444999872</c:v>
                </c:pt>
                <c:pt idx="47">
                  <c:v>0.00476266233192</c:v>
                </c:pt>
                <c:pt idx="48">
                  <c:v>0.00477089593409</c:v>
                </c:pt>
                <c:pt idx="49">
                  <c:v>0.00477915087864</c:v>
                </c:pt>
                <c:pt idx="50">
                  <c:v>0.00478742723931</c:v>
                </c:pt>
                <c:pt idx="51">
                  <c:v>0.00479572509014</c:v>
                </c:pt>
                <c:pt idx="52">
                  <c:v>0.00480404450551</c:v>
                </c:pt>
                <c:pt idx="53">
                  <c:v>0.00481238556011</c:v>
                </c:pt>
                <c:pt idx="54">
                  <c:v>0.00482074832894</c:v>
                </c:pt>
                <c:pt idx="55">
                  <c:v>0.00482913288736</c:v>
                </c:pt>
                <c:pt idx="56">
                  <c:v>0.00483753931102</c:v>
                </c:pt>
                <c:pt idx="57">
                  <c:v>0.00484596767593</c:v>
                </c:pt>
                <c:pt idx="58">
                  <c:v>0.0048544180584</c:v>
                </c:pt>
                <c:pt idx="59">
                  <c:v>0.00486289053509</c:v>
                </c:pt>
                <c:pt idx="60">
                  <c:v>0.004871385183</c:v>
                </c:pt>
                <c:pt idx="61">
                  <c:v>0.00487990207944</c:v>
                </c:pt>
                <c:pt idx="62">
                  <c:v>0.00488844130208</c:v>
                </c:pt>
                <c:pt idx="63">
                  <c:v>0.00489700292892</c:v>
                </c:pt>
                <c:pt idx="64">
                  <c:v>0.00490558703831</c:v>
                </c:pt>
                <c:pt idx="65">
                  <c:v>0.00491419370891</c:v>
                </c:pt>
                <c:pt idx="66">
                  <c:v>0.00492282301977</c:v>
                </c:pt>
                <c:pt idx="67">
                  <c:v>0.00493147505025</c:v>
                </c:pt>
                <c:pt idx="68">
                  <c:v>0.00494014988008</c:v>
                </c:pt>
                <c:pt idx="69">
                  <c:v>0.00494884758932</c:v>
                </c:pt>
                <c:pt idx="70">
                  <c:v>0.0049575682584</c:v>
                </c:pt>
                <c:pt idx="71">
                  <c:v>0.00496631196809</c:v>
                </c:pt>
                <c:pt idx="72">
                  <c:v>0.00497507879953</c:v>
                </c:pt>
                <c:pt idx="73">
                  <c:v>0.0049838688342</c:v>
                </c:pt>
                <c:pt idx="74">
                  <c:v>0.00499268215394</c:v>
                </c:pt>
                <c:pt idx="75">
                  <c:v>0.00500151884096</c:v>
                </c:pt>
                <c:pt idx="76">
                  <c:v>0.00501037897784</c:v>
                </c:pt>
                <c:pt idx="77">
                  <c:v>0.0050192626475</c:v>
                </c:pt>
                <c:pt idx="78">
                  <c:v>0.00502816993324</c:v>
                </c:pt>
                <c:pt idx="79">
                  <c:v>0.00503710091874</c:v>
                </c:pt>
                <c:pt idx="80">
                  <c:v>0.00504605568803</c:v>
                </c:pt>
                <c:pt idx="81">
                  <c:v>0.00505503432552</c:v>
                </c:pt>
                <c:pt idx="82">
                  <c:v>0.005064036916</c:v>
                </c:pt>
                <c:pt idx="83">
                  <c:v>0.00507306354463</c:v>
                </c:pt>
                <c:pt idx="84">
                  <c:v>0.00508211429696</c:v>
                </c:pt>
                <c:pt idx="85">
                  <c:v>0.00509118925889</c:v>
                </c:pt>
                <c:pt idx="86">
                  <c:v>0.00510028851673</c:v>
                </c:pt>
                <c:pt idx="87">
                  <c:v>0.00510941215718</c:v>
                </c:pt>
                <c:pt idx="88">
                  <c:v>0.0051185602673</c:v>
                </c:pt>
                <c:pt idx="89">
                  <c:v>0.00512773293456</c:v>
                </c:pt>
                <c:pt idx="90">
                  <c:v>0.0051369302468</c:v>
                </c:pt>
                <c:pt idx="91">
                  <c:v>0.00514615229228</c:v>
                </c:pt>
                <c:pt idx="92">
                  <c:v>0.00515539915963</c:v>
                </c:pt>
                <c:pt idx="93">
                  <c:v>0.00516467093789</c:v>
                </c:pt>
                <c:pt idx="94">
                  <c:v>0.0051739677165</c:v>
                </c:pt>
                <c:pt idx="95">
                  <c:v>0.00518328958529</c:v>
                </c:pt>
                <c:pt idx="96">
                  <c:v>0.00519263663451</c:v>
                </c:pt>
                <c:pt idx="97">
                  <c:v>0.00520200895479</c:v>
                </c:pt>
                <c:pt idx="98">
                  <c:v>0.0052114066372</c:v>
                </c:pt>
                <c:pt idx="99">
                  <c:v>0.00522082977319</c:v>
                </c:pt>
                <c:pt idx="100">
                  <c:v>0.00523027845465</c:v>
                </c:pt>
                <c:pt idx="101">
                  <c:v>0.00523975277386</c:v>
                </c:pt>
                <c:pt idx="102">
                  <c:v>0.00524925282353</c:v>
                </c:pt>
                <c:pt idx="103">
                  <c:v>0.00525877869678</c:v>
                </c:pt>
                <c:pt idx="104">
                  <c:v>0.00526833048716</c:v>
                </c:pt>
                <c:pt idx="105">
                  <c:v>0.00527790828864</c:v>
                </c:pt>
                <c:pt idx="106">
                  <c:v>0.00528751219561</c:v>
                </c:pt>
                <c:pt idx="107">
                  <c:v>0.0052971423029</c:v>
                </c:pt>
                <c:pt idx="108">
                  <c:v>0.00530679870577</c:v>
                </c:pt>
                <c:pt idx="109">
                  <c:v>0.00531648149989</c:v>
                </c:pt>
                <c:pt idx="110">
                  <c:v>0.00532619078139</c:v>
                </c:pt>
                <c:pt idx="111">
                  <c:v>0.00533592664683</c:v>
                </c:pt>
                <c:pt idx="112">
                  <c:v>0.00534568919321</c:v>
                </c:pt>
                <c:pt idx="113">
                  <c:v>0.00535547851796</c:v>
                </c:pt>
                <c:pt idx="114">
                  <c:v>0.00536529471898</c:v>
                </c:pt>
                <c:pt idx="115">
                  <c:v>0.00537513789458</c:v>
                </c:pt>
                <c:pt idx="116">
                  <c:v>0.00538500814357</c:v>
                </c:pt>
                <c:pt idx="117">
                  <c:v>0.00539490556516</c:v>
                </c:pt>
                <c:pt idx="118">
                  <c:v>0.00540483025906</c:v>
                </c:pt>
                <c:pt idx="119">
                  <c:v>0.00541478232539</c:v>
                </c:pt>
                <c:pt idx="120">
                  <c:v>0.00542476186477</c:v>
                </c:pt>
                <c:pt idx="121">
                  <c:v>0.00543476897827</c:v>
                </c:pt>
                <c:pt idx="122">
                  <c:v>0.0054448037674</c:v>
                </c:pt>
                <c:pt idx="123">
                  <c:v>0.00545486633418</c:v>
                </c:pt>
                <c:pt idx="124">
                  <c:v>0.00546495678107</c:v>
                </c:pt>
                <c:pt idx="125">
                  <c:v>0.005475075211</c:v>
                </c:pt>
                <c:pt idx="126">
                  <c:v>0.0054852217274</c:v>
                </c:pt>
                <c:pt idx="127">
                  <c:v>0.00549539643415</c:v>
                </c:pt>
                <c:pt idx="128">
                  <c:v>0.00550559943563</c:v>
                </c:pt>
                <c:pt idx="129">
                  <c:v>0.00551583083669</c:v>
                </c:pt>
                <c:pt idx="130">
                  <c:v>0.00552609074268</c:v>
                </c:pt>
                <c:pt idx="131">
                  <c:v>0.00553637925941</c:v>
                </c:pt>
                <c:pt idx="132">
                  <c:v>0.00554669649321</c:v>
                </c:pt>
                <c:pt idx="133">
                  <c:v>0.00555704255089</c:v>
                </c:pt>
                <c:pt idx="134">
                  <c:v>0.00556741753976</c:v>
                </c:pt>
                <c:pt idx="135">
                  <c:v>0.00557782156763</c:v>
                </c:pt>
                <c:pt idx="136">
                  <c:v>0.00558825474281</c:v>
                </c:pt>
                <c:pt idx="137">
                  <c:v>0.00559871717411</c:v>
                </c:pt>
                <c:pt idx="138">
                  <c:v>0.00560920897086</c:v>
                </c:pt>
                <c:pt idx="139">
                  <c:v>0.00561973024288</c:v>
                </c:pt>
                <c:pt idx="140">
                  <c:v>0.00563028110053</c:v>
                </c:pt>
                <c:pt idx="141">
                  <c:v>0.00564086165466</c:v>
                </c:pt>
                <c:pt idx="142">
                  <c:v>0.00565147201666</c:v>
                </c:pt>
                <c:pt idx="143">
                  <c:v>0.00566211229843</c:v>
                </c:pt>
                <c:pt idx="144">
                  <c:v>0.00567278261239</c:v>
                </c:pt>
                <c:pt idx="145">
                  <c:v>0.0056834830715</c:v>
                </c:pt>
                <c:pt idx="146">
                  <c:v>0.00569421378925</c:v>
                </c:pt>
                <c:pt idx="147">
                  <c:v>0.00570497487965</c:v>
                </c:pt>
                <c:pt idx="148">
                  <c:v>0.00571576645727</c:v>
                </c:pt>
                <c:pt idx="149">
                  <c:v>0.00572658863719</c:v>
                </c:pt>
                <c:pt idx="150">
                  <c:v>0.00573744153507</c:v>
                </c:pt>
                <c:pt idx="151">
                  <c:v>0.00574832526707</c:v>
                </c:pt>
                <c:pt idx="152">
                  <c:v>0.00575923994994</c:v>
                </c:pt>
                <c:pt idx="153">
                  <c:v>0.00577018570096</c:v>
                </c:pt>
                <c:pt idx="154">
                  <c:v>0.00578116263797</c:v>
                </c:pt>
                <c:pt idx="155">
                  <c:v>0.00579217087937</c:v>
                </c:pt>
                <c:pt idx="156">
                  <c:v>0.00580321054412</c:v>
                </c:pt>
                <c:pt idx="157">
                  <c:v>0.00581428175175</c:v>
                </c:pt>
                <c:pt idx="158">
                  <c:v>0.00582538462235</c:v>
                </c:pt>
                <c:pt idx="159">
                  <c:v>0.00583651927659</c:v>
                </c:pt>
                <c:pt idx="160">
                  <c:v>0.0058476858357</c:v>
                </c:pt>
                <c:pt idx="161">
                  <c:v>0.0058588844215</c:v>
                </c:pt>
                <c:pt idx="162">
                  <c:v>0.00587011515639</c:v>
                </c:pt>
                <c:pt idx="163">
                  <c:v>0.00588137816335</c:v>
                </c:pt>
                <c:pt idx="164">
                  <c:v>0.00589267356595</c:v>
                </c:pt>
                <c:pt idx="165">
                  <c:v>0.00590400148836</c:v>
                </c:pt>
                <c:pt idx="166">
                  <c:v>0.00591536205532</c:v>
                </c:pt>
                <c:pt idx="167">
                  <c:v>0.00592675539219</c:v>
                </c:pt>
                <c:pt idx="168">
                  <c:v>0.00593818162492</c:v>
                </c:pt>
                <c:pt idx="169">
                  <c:v>0.00594964088008</c:v>
                </c:pt>
                <c:pt idx="170">
                  <c:v>0.00596113328483</c:v>
                </c:pt>
                <c:pt idx="171">
                  <c:v>0.00597265896695</c:v>
                </c:pt>
                <c:pt idx="172">
                  <c:v>0.00598421805483</c:v>
                </c:pt>
                <c:pt idx="173">
                  <c:v>0.00599581067749</c:v>
                </c:pt>
                <c:pt idx="174">
                  <c:v>0.00600743696457</c:v>
                </c:pt>
                <c:pt idx="175">
                  <c:v>0.00601909704631</c:v>
                </c:pt>
                <c:pt idx="176">
                  <c:v>0.00603079105363</c:v>
                </c:pt>
                <c:pt idx="177">
                  <c:v>0.00604251911803</c:v>
                </c:pt>
                <c:pt idx="178">
                  <c:v>0.00605428137169</c:v>
                </c:pt>
                <c:pt idx="179">
                  <c:v>0.0060660779474</c:v>
                </c:pt>
                <c:pt idx="180">
                  <c:v>0.0060779089786</c:v>
                </c:pt>
                <c:pt idx="181">
                  <c:v>0.00608977459941</c:v>
                </c:pt>
                <c:pt idx="182">
                  <c:v>0.00610167494455</c:v>
                </c:pt>
                <c:pt idx="183">
                  <c:v>0.00611361014944</c:v>
                </c:pt>
                <c:pt idx="184">
                  <c:v>0.00612558035013</c:v>
                </c:pt>
                <c:pt idx="185">
                  <c:v>0.00613758568335</c:v>
                </c:pt>
                <c:pt idx="186">
                  <c:v>0.00614962628649</c:v>
                </c:pt>
                <c:pt idx="187">
                  <c:v>0.00616170229761</c:v>
                </c:pt>
                <c:pt idx="188">
                  <c:v>0.00617381385546</c:v>
                </c:pt>
                <c:pt idx="189">
                  <c:v>0.00618596109944</c:v>
                </c:pt>
                <c:pt idx="190">
                  <c:v>0.00619814416967</c:v>
                </c:pt>
                <c:pt idx="191">
                  <c:v>0.00621036320693</c:v>
                </c:pt>
                <c:pt idx="192">
                  <c:v>0.00622261835269</c:v>
                </c:pt>
                <c:pt idx="193">
                  <c:v>0.00623490974913</c:v>
                </c:pt>
                <c:pt idx="194">
                  <c:v>0.00624723753913</c:v>
                </c:pt>
                <c:pt idx="195">
                  <c:v>0.00625960186625</c:v>
                </c:pt>
                <c:pt idx="196">
                  <c:v>0.00627200287479</c:v>
                </c:pt>
                <c:pt idx="197">
                  <c:v>0.00628444070973</c:v>
                </c:pt>
                <c:pt idx="198">
                  <c:v>0.00629691551679</c:v>
                </c:pt>
                <c:pt idx="199">
                  <c:v>0.00630942744241</c:v>
                </c:pt>
                <c:pt idx="200">
                  <c:v>0.00632197663373</c:v>
                </c:pt>
                <c:pt idx="201">
                  <c:v>0.00633456323864</c:v>
                </c:pt>
                <c:pt idx="202">
                  <c:v>0.00634718740576</c:v>
                </c:pt>
                <c:pt idx="203">
                  <c:v>0.00635984928444</c:v>
                </c:pt>
                <c:pt idx="204">
                  <c:v>0.00637254902479</c:v>
                </c:pt>
                <c:pt idx="205">
                  <c:v>0.00638528677763</c:v>
                </c:pt>
                <c:pt idx="206">
                  <c:v>0.00639806269458</c:v>
                </c:pt>
                <c:pt idx="207">
                  <c:v>0.00641087692797</c:v>
                </c:pt>
                <c:pt idx="208">
                  <c:v>0.00642372963091</c:v>
                </c:pt>
                <c:pt idx="209">
                  <c:v>0.00643662095727</c:v>
                </c:pt>
                <c:pt idx="210">
                  <c:v>0.00644955106171</c:v>
                </c:pt>
                <c:pt idx="211">
                  <c:v>0.00646252009962</c:v>
                </c:pt>
                <c:pt idx="212">
                  <c:v>0.00647552822721</c:v>
                </c:pt>
                <c:pt idx="213">
                  <c:v>0.00648857560145</c:v>
                </c:pt>
                <c:pt idx="214">
                  <c:v>0.0065016623801</c:v>
                </c:pt>
                <c:pt idx="215">
                  <c:v>0.00651478872171</c:v>
                </c:pt>
                <c:pt idx="216">
                  <c:v>0.00652795478564</c:v>
                </c:pt>
                <c:pt idx="217">
                  <c:v>0.00654116073204</c:v>
                </c:pt>
                <c:pt idx="218">
                  <c:v>0.00655440672188</c:v>
                </c:pt>
                <c:pt idx="219">
                  <c:v>0.00656769291691</c:v>
                </c:pt>
                <c:pt idx="220">
                  <c:v>0.00658101947973</c:v>
                </c:pt>
                <c:pt idx="221">
                  <c:v>0.00659438657374</c:v>
                </c:pt>
                <c:pt idx="222">
                  <c:v>0.00660779436318</c:v>
                </c:pt>
                <c:pt idx="223">
                  <c:v>0.00662124301312</c:v>
                </c:pt>
                <c:pt idx="224">
                  <c:v>0.00663473268946</c:v>
                </c:pt>
                <c:pt idx="225">
                  <c:v>0.00664826355894</c:v>
                </c:pt>
                <c:pt idx="226">
                  <c:v>0.00666183578915</c:v>
                </c:pt>
                <c:pt idx="227">
                  <c:v>0.00667544954853</c:v>
                </c:pt>
                <c:pt idx="228">
                  <c:v>0.00668910500638</c:v>
                </c:pt>
                <c:pt idx="229">
                  <c:v>0.00670280233286</c:v>
                </c:pt>
                <c:pt idx="230">
                  <c:v>0.006716541699</c:v>
                </c:pt>
                <c:pt idx="231">
                  <c:v>0.00673032327669</c:v>
                </c:pt>
                <c:pt idx="232">
                  <c:v>0.00674414723872</c:v>
                </c:pt>
                <c:pt idx="233">
                  <c:v>0.00675801375874</c:v>
                </c:pt>
                <c:pt idx="234">
                  <c:v>0.00677192301131</c:v>
                </c:pt>
                <c:pt idx="235">
                  <c:v>0.00678587517186</c:v>
                </c:pt>
                <c:pt idx="236">
                  <c:v>0.00679987041674</c:v>
                </c:pt>
                <c:pt idx="237">
                  <c:v>0.0068139089232</c:v>
                </c:pt>
                <c:pt idx="238">
                  <c:v>0.00682799086941</c:v>
                </c:pt>
                <c:pt idx="239">
                  <c:v>0.00684211643442</c:v>
                </c:pt>
                <c:pt idx="240">
                  <c:v>0.00685628579825</c:v>
                </c:pt>
                <c:pt idx="241">
                  <c:v>0.00687049914181</c:v>
                </c:pt>
                <c:pt idx="242">
                  <c:v>0.00688475664696</c:v>
                </c:pt>
                <c:pt idx="243">
                  <c:v>0.00689905849651</c:v>
                </c:pt>
                <c:pt idx="244">
                  <c:v>0.00691340487419</c:v>
                </c:pt>
                <c:pt idx="245">
                  <c:v>0.0069277959647</c:v>
                </c:pt>
                <c:pt idx="246">
                  <c:v>0.00694223195369</c:v>
                </c:pt>
                <c:pt idx="247">
                  <c:v>0.00695671302776</c:v>
                </c:pt>
                <c:pt idx="248">
                  <c:v>0.00697123937451</c:v>
                </c:pt>
                <c:pt idx="249">
                  <c:v>0.00698581118249</c:v>
                </c:pt>
                <c:pt idx="250">
                  <c:v>0.00700042864123</c:v>
                </c:pt>
                <c:pt idx="251">
                  <c:v>0.00701509194126</c:v>
                </c:pt>
                <c:pt idx="252">
                  <c:v>0.0070298012741</c:v>
                </c:pt>
                <c:pt idx="253">
                  <c:v>0.00704455683226</c:v>
                </c:pt>
                <c:pt idx="254">
                  <c:v>0.00705935880926</c:v>
                </c:pt>
                <c:pt idx="255">
                  <c:v>0.00707420739963</c:v>
                </c:pt>
                <c:pt idx="256">
                  <c:v>0.00708910279893</c:v>
                </c:pt>
                <c:pt idx="257">
                  <c:v>0.00710404520374</c:v>
                </c:pt>
                <c:pt idx="258">
                  <c:v>0.00711903481166</c:v>
                </c:pt>
                <c:pt idx="259">
                  <c:v>0.00713407182133</c:v>
                </c:pt>
                <c:pt idx="260">
                  <c:v>0.00714915643244</c:v>
                </c:pt>
                <c:pt idx="261">
                  <c:v>0.00716428884574</c:v>
                </c:pt>
                <c:pt idx="262">
                  <c:v>0.00717946926301</c:v>
                </c:pt>
                <c:pt idx="263">
                  <c:v>0.00719469788712</c:v>
                </c:pt>
                <c:pt idx="264">
                  <c:v>0.007209974922</c:v>
                </c:pt>
                <c:pt idx="265">
                  <c:v>0.00722530057265</c:v>
                </c:pt>
                <c:pt idx="266">
                  <c:v>0.00724067504517</c:v>
                </c:pt>
                <c:pt idx="267">
                  <c:v>0.00725609854674</c:v>
                </c:pt>
                <c:pt idx="268">
                  <c:v>0.00727157128565</c:v>
                </c:pt>
                <c:pt idx="269">
                  <c:v>0.00728709347126</c:v>
                </c:pt>
                <c:pt idx="270">
                  <c:v>0.00730266531409</c:v>
                </c:pt>
                <c:pt idx="271">
                  <c:v>0.00731828702576</c:v>
                </c:pt>
                <c:pt idx="272">
                  <c:v>0.00733395881899</c:v>
                </c:pt>
                <c:pt idx="273">
                  <c:v>0.00734968090768</c:v>
                </c:pt>
                <c:pt idx="274">
                  <c:v>0.00736545350683</c:v>
                </c:pt>
                <c:pt idx="275">
                  <c:v>0.00738127683261</c:v>
                </c:pt>
                <c:pt idx="276">
                  <c:v>0.00739715110235</c:v>
                </c:pt>
                <c:pt idx="277">
                  <c:v>0.00741307653452</c:v>
                </c:pt>
                <c:pt idx="278">
                  <c:v>0.00742905334877</c:v>
                </c:pt>
                <c:pt idx="279">
                  <c:v>0.00744508176594</c:v>
                </c:pt>
                <c:pt idx="280">
                  <c:v>0.00746116200804</c:v>
                </c:pt>
                <c:pt idx="281">
                  <c:v>0.00747729429828</c:v>
                </c:pt>
                <c:pt idx="282">
                  <c:v>0.00749347886107</c:v>
                </c:pt>
                <c:pt idx="283">
                  <c:v>0.00750971592203</c:v>
                </c:pt>
                <c:pt idx="284">
                  <c:v>0.00752600570798</c:v>
                </c:pt>
                <c:pt idx="285">
                  <c:v>0.00754234844698</c:v>
                </c:pt>
                <c:pt idx="286">
                  <c:v>0.00755874436833</c:v>
                </c:pt>
                <c:pt idx="287">
                  <c:v>0.00757519370255</c:v>
                </c:pt>
                <c:pt idx="288">
                  <c:v>0.00759169668141</c:v>
                </c:pt>
                <c:pt idx="289">
                  <c:v>0.00760825353796</c:v>
                </c:pt>
                <c:pt idx="290">
                  <c:v>0.00762486450647</c:v>
                </c:pt>
                <c:pt idx="291">
                  <c:v>0.00764152982253</c:v>
                </c:pt>
                <c:pt idx="292">
                  <c:v>0.00765824972298</c:v>
                </c:pt>
                <c:pt idx="293">
                  <c:v>0.00767502444596</c:v>
                </c:pt>
                <c:pt idx="294">
                  <c:v>0.00769185423089</c:v>
                </c:pt>
                <c:pt idx="295">
                  <c:v>0.00770873931853</c:v>
                </c:pt>
                <c:pt idx="296">
                  <c:v>0.00772567995093</c:v>
                </c:pt>
                <c:pt idx="297">
                  <c:v>0.00774267637146</c:v>
                </c:pt>
                <c:pt idx="298">
                  <c:v>0.00775972882484</c:v>
                </c:pt>
                <c:pt idx="299">
                  <c:v>0.0077768375571</c:v>
                </c:pt>
                <c:pt idx="300">
                  <c:v>0.00779400281566</c:v>
                </c:pt>
                <c:pt idx="301">
                  <c:v>0.00781122484927</c:v>
                </c:pt>
                <c:pt idx="302">
                  <c:v>0.00782850390805</c:v>
                </c:pt>
                <c:pt idx="303">
                  <c:v>0.0078458402435</c:v>
                </c:pt>
                <c:pt idx="304">
                  <c:v>0.0078632341085</c:v>
                </c:pt>
                <c:pt idx="305">
                  <c:v>0.00788068575733</c:v>
                </c:pt>
                <c:pt idx="306">
                  <c:v>0.00789819544568</c:v>
                </c:pt>
                <c:pt idx="307">
                  <c:v>0.00791576343063</c:v>
                </c:pt>
                <c:pt idx="308">
                  <c:v>0.00793338997071</c:v>
                </c:pt>
                <c:pt idx="309">
                  <c:v>0.00795107532586</c:v>
                </c:pt>
                <c:pt idx="310">
                  <c:v>0.00796881975747</c:v>
                </c:pt>
                <c:pt idx="311">
                  <c:v>0.00798662352837</c:v>
                </c:pt>
                <c:pt idx="312">
                  <c:v>0.00800448690287</c:v>
                </c:pt>
                <c:pt idx="313">
                  <c:v>0.00802241014674</c:v>
                </c:pt>
                <c:pt idx="314">
                  <c:v>0.00804039352721</c:v>
                </c:pt>
                <c:pt idx="315">
                  <c:v>0.00805843731304</c:v>
                </c:pt>
                <c:pt idx="316">
                  <c:v>0.00807654177445</c:v>
                </c:pt>
                <c:pt idx="317">
                  <c:v>0.0080947071832</c:v>
                </c:pt>
                <c:pt idx="318">
                  <c:v>0.00811293381254</c:v>
                </c:pt>
                <c:pt idx="319">
                  <c:v>0.00813122193728</c:v>
                </c:pt>
                <c:pt idx="320">
                  <c:v>0.00814957183375</c:v>
                </c:pt>
                <c:pt idx="321">
                  <c:v>0.00816798377983</c:v>
                </c:pt>
                <c:pt idx="322">
                  <c:v>0.00818645805498</c:v>
                </c:pt>
                <c:pt idx="323">
                  <c:v>0.0082049949402</c:v>
                </c:pt>
                <c:pt idx="324">
                  <c:v>0.00822359471811</c:v>
                </c:pt>
                <c:pt idx="325">
                  <c:v>0.00824225767288</c:v>
                </c:pt>
                <c:pt idx="326">
                  <c:v>0.00826098409033</c:v>
                </c:pt>
                <c:pt idx="327">
                  <c:v>0.00827977425785</c:v>
                </c:pt>
                <c:pt idx="328">
                  <c:v>0.00829862846448</c:v>
                </c:pt>
                <c:pt idx="329">
                  <c:v>0.0083175470009</c:v>
                </c:pt>
                <c:pt idx="330">
                  <c:v>0.00833653015941</c:v>
                </c:pt>
                <c:pt idx="331">
                  <c:v>0.008355578234</c:v>
                </c:pt>
                <c:pt idx="332">
                  <c:v>0.00837469152031</c:v>
                </c:pt>
                <c:pt idx="333">
                  <c:v>0.00839387031568</c:v>
                </c:pt>
                <c:pt idx="334">
                  <c:v>0.0084131149191</c:v>
                </c:pt>
                <c:pt idx="335">
                  <c:v>0.00843242563132</c:v>
                </c:pt>
                <c:pt idx="336">
                  <c:v>0.00845180275477</c:v>
                </c:pt>
                <c:pt idx="337">
                  <c:v>0.00847124659362</c:v>
                </c:pt>
                <c:pt idx="338">
                  <c:v>0.00849075745376</c:v>
                </c:pt>
                <c:pt idx="339">
                  <c:v>0.00851033564286</c:v>
                </c:pt>
                <c:pt idx="340">
                  <c:v>0.00852998147034</c:v>
                </c:pt>
                <c:pt idx="341">
                  <c:v>0.00854969524739</c:v>
                </c:pt>
                <c:pt idx="342">
                  <c:v>0.00856947728699</c:v>
                </c:pt>
                <c:pt idx="343">
                  <c:v>0.00858932790392</c:v>
                </c:pt>
                <c:pt idx="344">
                  <c:v>0.00860924741478</c:v>
                </c:pt>
                <c:pt idx="345">
                  <c:v>0.00862923613799</c:v>
                </c:pt>
                <c:pt idx="346">
                  <c:v>0.00864929439379</c:v>
                </c:pt>
                <c:pt idx="347">
                  <c:v>0.00866942250431</c:v>
                </c:pt>
                <c:pt idx="348">
                  <c:v>0.00868962079349</c:v>
                </c:pt>
                <c:pt idx="349">
                  <c:v>0.0087098895872</c:v>
                </c:pt>
                <c:pt idx="350">
                  <c:v>0.00873022921315</c:v>
                </c:pt>
                <c:pt idx="351">
                  <c:v>0.00875064000099</c:v>
                </c:pt>
                <c:pt idx="352">
                  <c:v>0.00877112228225</c:v>
                </c:pt>
                <c:pt idx="353">
                  <c:v>0.00879167639043</c:v>
                </c:pt>
                <c:pt idx="354">
                  <c:v>0.00881230266093</c:v>
                </c:pt>
                <c:pt idx="355">
                  <c:v>0.00883300143114</c:v>
                </c:pt>
                <c:pt idx="356">
                  <c:v>0.00885377304039</c:v>
                </c:pt>
                <c:pt idx="357">
                  <c:v>0.00887461783001</c:v>
                </c:pt>
                <c:pt idx="358">
                  <c:v>0.00889553614333</c:v>
                </c:pt>
                <c:pt idx="359">
                  <c:v>0.00891652832567</c:v>
                </c:pt>
                <c:pt idx="360">
                  <c:v>0.00893759472439</c:v>
                </c:pt>
                <c:pt idx="361">
                  <c:v>0.00895873568889</c:v>
                </c:pt>
                <c:pt idx="362">
                  <c:v>0.00897995157062</c:v>
                </c:pt>
                <c:pt idx="363">
                  <c:v>0.0090012427231</c:v>
                </c:pt>
                <c:pt idx="364">
                  <c:v>0.00902260950192</c:v>
                </c:pt>
                <c:pt idx="365">
                  <c:v>0.00904405226478</c:v>
                </c:pt>
                <c:pt idx="366">
                  <c:v>0.00906557137149</c:v>
                </c:pt>
                <c:pt idx="367">
                  <c:v>0.00908716718399</c:v>
                </c:pt>
                <c:pt idx="368">
                  <c:v>0.00910884006634</c:v>
                </c:pt>
                <c:pt idx="369">
                  <c:v>0.0091305903848</c:v>
                </c:pt>
                <c:pt idx="370">
                  <c:v>0.00915241850775</c:v>
                </c:pt>
                <c:pt idx="371">
                  <c:v>0.00917432480579</c:v>
                </c:pt>
                <c:pt idx="372">
                  <c:v>0.00919630965173</c:v>
                </c:pt>
                <c:pt idx="373">
                  <c:v>0.00921837342057</c:v>
                </c:pt>
                <c:pt idx="374">
                  <c:v>0.00924051648957</c:v>
                </c:pt>
                <c:pt idx="375">
                  <c:v>0.00926273923823</c:v>
                </c:pt>
                <c:pt idx="376">
                  <c:v>0.00928504204831</c:v>
                </c:pt>
                <c:pt idx="377">
                  <c:v>0.00930742530387</c:v>
                </c:pt>
                <c:pt idx="378">
                  <c:v>0.00932988939126</c:v>
                </c:pt>
                <c:pt idx="379">
                  <c:v>0.00935243469914</c:v>
                </c:pt>
                <c:pt idx="380">
                  <c:v>0.00937506161851</c:v>
                </c:pt>
                <c:pt idx="381">
                  <c:v>0.00939777054272</c:v>
                </c:pt>
                <c:pt idx="382">
                  <c:v>0.00942056186749</c:v>
                </c:pt>
                <c:pt idx="383">
                  <c:v>0.00944343599091</c:v>
                </c:pt>
                <c:pt idx="384">
                  <c:v>0.00946639331348</c:v>
                </c:pt>
                <c:pt idx="385">
                  <c:v>0.00948943423812</c:v>
                </c:pt>
                <c:pt idx="386">
                  <c:v>0.00951255917017</c:v>
                </c:pt>
                <c:pt idx="387">
                  <c:v>0.00953576851744</c:v>
                </c:pt>
                <c:pt idx="388">
                  <c:v>0.00955906269021</c:v>
                </c:pt>
                <c:pt idx="389">
                  <c:v>0.00958244210124</c:v>
                </c:pt>
                <c:pt idx="390">
                  <c:v>0.00960590716579</c:v>
                </c:pt>
                <c:pt idx="391">
                  <c:v>0.00962945830167</c:v>
                </c:pt>
                <c:pt idx="392">
                  <c:v>0.00965309592921</c:v>
                </c:pt>
                <c:pt idx="393">
                  <c:v>0.00967682047131</c:v>
                </c:pt>
                <c:pt idx="394">
                  <c:v>0.00970063235344</c:v>
                </c:pt>
                <c:pt idx="395">
                  <c:v>0.0097245320037</c:v>
                </c:pt>
                <c:pt idx="396">
                  <c:v>0.00974851985278</c:v>
                </c:pt>
                <c:pt idx="397">
                  <c:v>0.00977259633402</c:v>
                </c:pt>
                <c:pt idx="398">
                  <c:v>0.0097967618834</c:v>
                </c:pt>
                <c:pt idx="399">
                  <c:v>0.0098210169396</c:v>
                </c:pt>
                <c:pt idx="400">
                  <c:v>0.00984536194398</c:v>
                </c:pt>
                <c:pt idx="401">
                  <c:v>0.00986979734063</c:v>
                </c:pt>
                <c:pt idx="402">
                  <c:v>0.00989432357636</c:v>
                </c:pt>
                <c:pt idx="403">
                  <c:v>0.00991894110074</c:v>
                </c:pt>
                <c:pt idx="404">
                  <c:v>0.00994365036613</c:v>
                </c:pt>
                <c:pt idx="405">
                  <c:v>0.00996845182768</c:v>
                </c:pt>
                <c:pt idx="406">
                  <c:v>0.00999334594334</c:v>
                </c:pt>
                <c:pt idx="407">
                  <c:v>0.0100183331739</c:v>
                </c:pt>
                <c:pt idx="408">
                  <c:v>0.0100434139831</c:v>
                </c:pt>
                <c:pt idx="409">
                  <c:v>0.0100685888374</c:v>
                </c:pt>
                <c:pt idx="410">
                  <c:v>0.0100938582063</c:v>
                </c:pt>
                <c:pt idx="411">
                  <c:v>0.0101192225621</c:v>
                </c:pt>
                <c:pt idx="412">
                  <c:v>0.0101446823802</c:v>
                </c:pt>
                <c:pt idx="413">
                  <c:v>0.0101702381389</c:v>
                </c:pt>
                <c:pt idx="414">
                  <c:v>0.0101958903194</c:v>
                </c:pt>
                <c:pt idx="415">
                  <c:v>0.010221639406</c:v>
                </c:pt>
                <c:pt idx="416">
                  <c:v>0.010247485886</c:v>
                </c:pt>
                <c:pt idx="417">
                  <c:v>0.0102734302499</c:v>
                </c:pt>
                <c:pt idx="418">
                  <c:v>0.0102994729911</c:v>
                </c:pt>
                <c:pt idx="419">
                  <c:v>0.0103256146061</c:v>
                </c:pt>
                <c:pt idx="420">
                  <c:v>0.0103518555946</c:v>
                </c:pt>
                <c:pt idx="421">
                  <c:v>0.0103781964595</c:v>
                </c:pt>
                <c:pt idx="422">
                  <c:v>0.0104046377069</c:v>
                </c:pt>
                <c:pt idx="423">
                  <c:v>0.0104311798459</c:v>
                </c:pt>
                <c:pt idx="424">
                  <c:v>0.0104578233889</c:v>
                </c:pt>
                <c:pt idx="425">
                  <c:v>0.0104845688517</c:v>
                </c:pt>
                <c:pt idx="426">
                  <c:v>0.0105114167532</c:v>
                </c:pt>
                <c:pt idx="427">
                  <c:v>0.0105383676157</c:v>
                </c:pt>
                <c:pt idx="428">
                  <c:v>0.0105654219648</c:v>
                </c:pt>
                <c:pt idx="429">
                  <c:v>0.0105925803293</c:v>
                </c:pt>
                <c:pt idx="430">
                  <c:v>0.0106198432416</c:v>
                </c:pt>
                <c:pt idx="431">
                  <c:v>0.0106472112374</c:v>
                </c:pt>
                <c:pt idx="432">
                  <c:v>0.0106746848558</c:v>
                </c:pt>
                <c:pt idx="433">
                  <c:v>0.0107022646394</c:v>
                </c:pt>
                <c:pt idx="434">
                  <c:v>0.0107299511342</c:v>
                </c:pt>
                <c:pt idx="435">
                  <c:v>0.0107577448898</c:v>
                </c:pt>
                <c:pt idx="436">
                  <c:v>0.0107856464593</c:v>
                </c:pt>
                <c:pt idx="437">
                  <c:v>0.0108136563993</c:v>
                </c:pt>
                <c:pt idx="438">
                  <c:v>0.0108417752701</c:v>
                </c:pt>
                <c:pt idx="439">
                  <c:v>0.0108700036354</c:v>
                </c:pt>
                <c:pt idx="440">
                  <c:v>0.0108983420628</c:v>
                </c:pt>
                <c:pt idx="441">
                  <c:v>0.0109267911235</c:v>
                </c:pt>
                <c:pt idx="442">
                  <c:v>0.0109553513922</c:v>
                </c:pt>
                <c:pt idx="443">
                  <c:v>0.0109840234476</c:v>
                </c:pt>
                <c:pt idx="444">
                  <c:v>0.011012807872</c:v>
                </c:pt>
                <c:pt idx="445">
                  <c:v>0.0110417052514</c:v>
                </c:pt>
                <c:pt idx="446">
                  <c:v>0.011070716176</c:v>
                </c:pt>
                <c:pt idx="447">
                  <c:v>0.0110998412393</c:v>
                </c:pt>
                <c:pt idx="448">
                  <c:v>0.0111290810391</c:v>
                </c:pt>
                <c:pt idx="449">
                  <c:v>0.0111584361769</c:v>
                </c:pt>
                <c:pt idx="450">
                  <c:v>0.0111879072582</c:v>
                </c:pt>
                <c:pt idx="451">
                  <c:v>0.0112174948925</c:v>
                </c:pt>
                <c:pt idx="452">
                  <c:v>0.0112471996932</c:v>
                </c:pt>
                <c:pt idx="453">
                  <c:v>0.0112770222777</c:v>
                </c:pt>
                <c:pt idx="454">
                  <c:v>0.0113069632676</c:v>
                </c:pt>
                <c:pt idx="455">
                  <c:v>0.0113370232886</c:v>
                </c:pt>
                <c:pt idx="456">
                  <c:v>0.0113672029703</c:v>
                </c:pt>
                <c:pt idx="457">
                  <c:v>0.0113975029467</c:v>
                </c:pt>
                <c:pt idx="458">
                  <c:v>0.0114279238559</c:v>
                </c:pt>
                <c:pt idx="459">
                  <c:v>0.0114584663402</c:v>
                </c:pt>
                <c:pt idx="460">
                  <c:v>0.0114891310461</c:v>
                </c:pt>
                <c:pt idx="461">
                  <c:v>0.0115199186246</c:v>
                </c:pt>
                <c:pt idx="462">
                  <c:v>0.0115508297307</c:v>
                </c:pt>
                <c:pt idx="463">
                  <c:v>0.0115818650241</c:v>
                </c:pt>
                <c:pt idx="464">
                  <c:v>0.0116130251687</c:v>
                </c:pt>
                <c:pt idx="465">
                  <c:v>0.0116443108328</c:v>
                </c:pt>
                <c:pt idx="466">
                  <c:v>0.0116757226892</c:v>
                </c:pt>
                <c:pt idx="467">
                  <c:v>0.0117072614153</c:v>
                </c:pt>
                <c:pt idx="468">
                  <c:v>0.011738927693</c:v>
                </c:pt>
                <c:pt idx="469">
                  <c:v>0.0117707222085</c:v>
                </c:pt>
                <c:pt idx="470">
                  <c:v>0.0118026456531</c:v>
                </c:pt>
                <c:pt idx="471">
                  <c:v>0.0118346987223</c:v>
                </c:pt>
                <c:pt idx="472">
                  <c:v>0.0118668821165</c:v>
                </c:pt>
                <c:pt idx="473">
                  <c:v>0.0118991965408</c:v>
                </c:pt>
                <c:pt idx="474">
                  <c:v>0.0119316427051</c:v>
                </c:pt>
                <c:pt idx="475">
                  <c:v>0.0119642213238</c:v>
                </c:pt>
                <c:pt idx="476">
                  <c:v>0.0119969331166</c:v>
                </c:pt>
                <c:pt idx="477">
                  <c:v>0.0120297788078</c:v>
                </c:pt>
                <c:pt idx="478">
                  <c:v>0.0120627591265</c:v>
                </c:pt>
                <c:pt idx="479">
                  <c:v>0.0120958748071</c:v>
                </c:pt>
                <c:pt idx="480">
                  <c:v>0.0121291265886</c:v>
                </c:pt>
                <c:pt idx="481">
                  <c:v>0.0121625152154</c:v>
                </c:pt>
                <c:pt idx="482">
                  <c:v>0.0121960414368</c:v>
                </c:pt>
                <c:pt idx="483">
                  <c:v>0.012229706007</c:v>
                </c:pt>
                <c:pt idx="484">
                  <c:v>0.0122635096859</c:v>
                </c:pt>
                <c:pt idx="485">
                  <c:v>0.012297453238</c:v>
                </c:pt>
                <c:pt idx="486">
                  <c:v>0.0123315374335</c:v>
                </c:pt>
                <c:pt idx="487">
                  <c:v>0.0123657630477</c:v>
                </c:pt>
                <c:pt idx="488">
                  <c:v>0.0124001308611</c:v>
                </c:pt>
                <c:pt idx="489">
                  <c:v>0.0124346416599</c:v>
                </c:pt>
                <c:pt idx="490">
                  <c:v>0.0124692962354</c:v>
                </c:pt>
                <c:pt idx="491">
                  <c:v>0.0125040953845</c:v>
                </c:pt>
                <c:pt idx="492">
                  <c:v>0.0125390399097</c:v>
                </c:pt>
                <c:pt idx="493">
                  <c:v>0.0125741306188</c:v>
                </c:pt>
                <c:pt idx="494">
                  <c:v>0.0126093683255</c:v>
                </c:pt>
                <c:pt idx="495">
                  <c:v>0.0126447538489</c:v>
                </c:pt>
                <c:pt idx="496">
                  <c:v>0.0126802880139</c:v>
                </c:pt>
                <c:pt idx="497">
                  <c:v>0.0127159716512</c:v>
                </c:pt>
                <c:pt idx="498">
                  <c:v>0.0127518055971</c:v>
                </c:pt>
                <c:pt idx="499">
                  <c:v>0.0127877906939</c:v>
                </c:pt>
                <c:pt idx="500">
                  <c:v>0.0128239277898</c:v>
                </c:pt>
                <c:pt idx="501">
                  <c:v>0.0128602177388</c:v>
                </c:pt>
                <c:pt idx="502">
                  <c:v>0.0128966614009</c:v>
                </c:pt>
                <c:pt idx="503">
                  <c:v>0.0129332596423</c:v>
                </c:pt>
                <c:pt idx="504">
                  <c:v>0.0129700133351</c:v>
                </c:pt>
                <c:pt idx="505">
                  <c:v>0.0130069233577</c:v>
                </c:pt>
                <c:pt idx="506">
                  <c:v>0.0130439905944</c:v>
                </c:pt>
                <c:pt idx="507">
                  <c:v>0.0130812159361</c:v>
                </c:pt>
                <c:pt idx="508">
                  <c:v>0.0131186002797</c:v>
                </c:pt>
                <c:pt idx="509">
                  <c:v>0.0131561445287</c:v>
                </c:pt>
                <c:pt idx="510">
                  <c:v>0.0131938495927</c:v>
                </c:pt>
                <c:pt idx="511">
                  <c:v>0.0132317163881</c:v>
                </c:pt>
                <c:pt idx="512">
                  <c:v>0.0132697458374</c:v>
                </c:pt>
                <c:pt idx="513">
                  <c:v>0.0133079388701</c:v>
                </c:pt>
                <c:pt idx="514">
                  <c:v>0.0133462964219</c:v>
                </c:pt>
                <c:pt idx="515">
                  <c:v>0.0133848194356</c:v>
                </c:pt>
                <c:pt idx="516">
                  <c:v>0.0134235088603</c:v>
                </c:pt>
                <c:pt idx="517">
                  <c:v>0.0134623656522</c:v>
                </c:pt>
                <c:pt idx="518">
                  <c:v>0.0135013907742</c:v>
                </c:pt>
                <c:pt idx="519">
                  <c:v>0.0135405851962</c:v>
                </c:pt>
                <c:pt idx="520">
                  <c:v>0.013579949895</c:v>
                </c:pt>
                <c:pt idx="521">
                  <c:v>0.0136194858544</c:v>
                </c:pt>
                <c:pt idx="522">
                  <c:v>0.0136591940654</c:v>
                </c:pt>
                <c:pt idx="523">
                  <c:v>0.013699075526</c:v>
                </c:pt>
                <c:pt idx="524">
                  <c:v>0.0137391312416</c:v>
                </c:pt>
                <c:pt idx="525">
                  <c:v>0.0137793622245</c:v>
                </c:pt>
                <c:pt idx="526">
                  <c:v>0.0138197694949</c:v>
                </c:pt>
                <c:pt idx="527">
                  <c:v>0.0138603540798</c:v>
                </c:pt>
                <c:pt idx="528">
                  <c:v>0.0139011170141</c:v>
                </c:pt>
                <c:pt idx="529">
                  <c:v>0.0139420593399</c:v>
                </c:pt>
                <c:pt idx="530">
                  <c:v>0.0139831821073</c:v>
                </c:pt>
                <c:pt idx="531">
                  <c:v>0.0140244863737</c:v>
                </c:pt>
                <c:pt idx="532">
                  <c:v>0.0140659732042</c:v>
                </c:pt>
                <c:pt idx="533">
                  <c:v>0.014107643672</c:v>
                </c:pt>
                <c:pt idx="534">
                  <c:v>0.014149498858</c:v>
                </c:pt>
                <c:pt idx="535">
                  <c:v>0.0141915398509</c:v>
                </c:pt>
                <c:pt idx="536">
                  <c:v>0.0142337677475</c:v>
                </c:pt>
                <c:pt idx="537">
                  <c:v>0.0142761836528</c:v>
                </c:pt>
                <c:pt idx="538">
                  <c:v>0.0143187886797</c:v>
                </c:pt>
                <c:pt idx="539">
                  <c:v>0.0143615839496</c:v>
                </c:pt>
                <c:pt idx="540">
                  <c:v>0.0144045705918</c:v>
                </c:pt>
                <c:pt idx="541">
                  <c:v>0.0144477497443</c:v>
                </c:pt>
                <c:pt idx="542">
                  <c:v>0.0144911225534</c:v>
                </c:pt>
                <c:pt idx="543">
                  <c:v>0.0145346901738</c:v>
                </c:pt>
                <c:pt idx="544">
                  <c:v>0.014578453769</c:v>
                </c:pt>
                <c:pt idx="545">
                  <c:v>0.014622414511</c:v>
                </c:pt>
                <c:pt idx="546">
                  <c:v>0.0146665735805</c:v>
                </c:pt>
                <c:pt idx="547">
                  <c:v>0.0147109321672</c:v>
                </c:pt>
                <c:pt idx="548">
                  <c:v>0.0147554914695</c:v>
                </c:pt>
                <c:pt idx="549">
                  <c:v>0.0148002526949</c:v>
                </c:pt>
                <c:pt idx="550">
                  <c:v>0.0148452170599</c:v>
                </c:pt>
                <c:pt idx="551">
                  <c:v>0.01489038579</c:v>
                </c:pt>
                <c:pt idx="552">
                  <c:v>0.0149357601201</c:v>
                </c:pt>
                <c:pt idx="553">
                  <c:v>0.0149813412944</c:v>
                </c:pt>
                <c:pt idx="554">
                  <c:v>0.0150271305663</c:v>
                </c:pt>
                <c:pt idx="555">
                  <c:v>0.0150731291989</c:v>
                </c:pt>
                <c:pt idx="556">
                  <c:v>0.0151193384646</c:v>
                </c:pt>
                <c:pt idx="557">
                  <c:v>0.0151657596456</c:v>
                </c:pt>
                <c:pt idx="558">
                  <c:v>0.0152123940338</c:v>
                </c:pt>
                <c:pt idx="559">
                  <c:v>0.0152592429309</c:v>
                </c:pt>
                <c:pt idx="560">
                  <c:v>0.0153063076484</c:v>
                </c:pt>
                <c:pt idx="561">
                  <c:v>0.015353589508</c:v>
                </c:pt>
                <c:pt idx="562">
                  <c:v>0.0154010898412</c:v>
                </c:pt>
                <c:pt idx="563">
                  <c:v>0.01544880999</c:v>
                </c:pt>
                <c:pt idx="564">
                  <c:v>0.0154967513064</c:v>
                </c:pt>
                <c:pt idx="565">
                  <c:v>0.0155449151528</c:v>
                </c:pt>
                <c:pt idx="566">
                  <c:v>0.0155933029022</c:v>
                </c:pt>
                <c:pt idx="567">
                  <c:v>0.015641915938</c:v>
                </c:pt>
                <c:pt idx="568">
                  <c:v>0.0156907556543</c:v>
                </c:pt>
                <c:pt idx="569">
                  <c:v>0.015739823456</c:v>
                </c:pt>
                <c:pt idx="570">
                  <c:v>0.0157891207587</c:v>
                </c:pt>
                <c:pt idx="571">
                  <c:v>0.0158386489892</c:v>
                </c:pt>
                <c:pt idx="572">
                  <c:v>0.0158884095849</c:v>
                </c:pt>
                <c:pt idx="573">
                  <c:v>0.0159384039949</c:v>
                </c:pt>
                <c:pt idx="574">
                  <c:v>0.015988633679</c:v>
                </c:pt>
                <c:pt idx="575">
                  <c:v>0.0160391001089</c:v>
                </c:pt>
                <c:pt idx="576">
                  <c:v>0.0160898047673</c:v>
                </c:pt>
                <c:pt idx="577">
                  <c:v>0.0161407491487</c:v>
                </c:pt>
                <c:pt idx="578">
                  <c:v>0.0161919347591</c:v>
                </c:pt>
                <c:pt idx="579">
                  <c:v>0.0162433631167</c:v>
                </c:pt>
                <c:pt idx="580">
                  <c:v>0.016295035751</c:v>
                </c:pt>
                <c:pt idx="581">
                  <c:v>0.0163469542039</c:v>
                </c:pt>
                <c:pt idx="582">
                  <c:v>0.0163991200294</c:v>
                </c:pt>
                <c:pt idx="583">
                  <c:v>0.0164515347935</c:v>
                </c:pt>
                <c:pt idx="584">
                  <c:v>0.0165042000748</c:v>
                </c:pt>
                <c:pt idx="585">
                  <c:v>0.0165571174642</c:v>
                </c:pt>
                <c:pt idx="586">
                  <c:v>0.0166102885652</c:v>
                </c:pt>
                <c:pt idx="587">
                  <c:v>0.0166637149941</c:v>
                </c:pt>
                <c:pt idx="588">
                  <c:v>0.01671739838</c:v>
                </c:pt>
                <c:pt idx="589">
                  <c:v>0.0167713403647</c:v>
                </c:pt>
                <c:pt idx="590">
                  <c:v>0.0168255426034</c:v>
                </c:pt>
                <c:pt idx="591">
                  <c:v>0.0168800067642</c:v>
                </c:pt>
                <c:pt idx="592">
                  <c:v>0.0169347345288</c:v>
                </c:pt>
                <c:pt idx="593">
                  <c:v>0.016989727592</c:v>
                </c:pt>
                <c:pt idx="594">
                  <c:v>0.0170449876625</c:v>
                </c:pt>
                <c:pt idx="595">
                  <c:v>0.0171005164624</c:v>
                </c:pt>
                <c:pt idx="596">
                  <c:v>0.017156315728</c:v>
                </c:pt>
                <c:pt idx="597">
                  <c:v>0.017212387209</c:v>
                </c:pt>
                <c:pt idx="598">
                  <c:v>0.0172687326698</c:v>
                </c:pt>
                <c:pt idx="599">
                  <c:v>0.0173253538886</c:v>
                </c:pt>
                <c:pt idx="600">
                  <c:v>0.0173822526582</c:v>
                </c:pt>
                <c:pt idx="601">
                  <c:v>0.0174394307857</c:v>
                </c:pt>
                <c:pt idx="602">
                  <c:v>0.0174968900931</c:v>
                </c:pt>
                <c:pt idx="603">
                  <c:v>0.0175546324169</c:v>
                </c:pt>
                <c:pt idx="604">
                  <c:v>0.0176126596088</c:v>
                </c:pt>
                <c:pt idx="605">
                  <c:v>0.0176709735355</c:v>
                </c:pt>
                <c:pt idx="606">
                  <c:v>0.0177295760786</c:v>
                </c:pt>
                <c:pt idx="607">
                  <c:v>0.0177884691357</c:v>
                </c:pt>
                <c:pt idx="608">
                  <c:v>0.0178476546193</c:v>
                </c:pt>
                <c:pt idx="609">
                  <c:v>0.0179071344578</c:v>
                </c:pt>
                <c:pt idx="610">
                  <c:v>0.0179669105957</c:v>
                </c:pt>
                <c:pt idx="611">
                  <c:v>0.018026984993</c:v>
                </c:pt>
                <c:pt idx="612">
                  <c:v>0.0180873596262</c:v>
                </c:pt>
                <c:pt idx="613">
                  <c:v>0.0181480364879</c:v>
                </c:pt>
                <c:pt idx="614">
                  <c:v>0.0182090175872</c:v>
                </c:pt>
                <c:pt idx="615">
                  <c:v>0.0182703049498</c:v>
                </c:pt>
                <c:pt idx="616">
                  <c:v>0.0183319006183</c:v>
                </c:pt>
                <c:pt idx="617">
                  <c:v>0.018393806652</c:v>
                </c:pt>
                <c:pt idx="618">
                  <c:v>0.0184560251276</c:v>
                </c:pt>
                <c:pt idx="619">
                  <c:v>0.0185185581389</c:v>
                </c:pt>
                <c:pt idx="620">
                  <c:v>0.0185814077972</c:v>
                </c:pt>
                <c:pt idx="621">
                  <c:v>0.0186445762314</c:v>
                </c:pt>
                <c:pt idx="622">
                  <c:v>0.0187080655882</c:v>
                </c:pt>
                <c:pt idx="623">
                  <c:v>0.0187718780323</c:v>
                </c:pt>
                <c:pt idx="624">
                  <c:v>0.0188360157467</c:v>
                </c:pt>
                <c:pt idx="625">
                  <c:v>0.0189004809325</c:v>
                </c:pt>
                <c:pt idx="626">
                  <c:v>0.0189652758095</c:v>
                </c:pt>
                <c:pt idx="627">
                  <c:v>0.019030402616</c:v>
                </c:pt>
                <c:pt idx="628">
                  <c:v>0.0190958636095</c:v>
                </c:pt>
                <c:pt idx="629">
                  <c:v>0.0191616610664</c:v>
                </c:pt>
                <c:pt idx="630">
                  <c:v>0.0192277972824</c:v>
                </c:pt>
                <c:pt idx="631">
                  <c:v>0.0192942745727</c:v>
                </c:pt>
                <c:pt idx="632">
                  <c:v>0.0193610952721</c:v>
                </c:pt>
                <c:pt idx="633">
                  <c:v>0.0194282617355</c:v>
                </c:pt>
                <c:pt idx="634">
                  <c:v>0.0194957763375</c:v>
                </c:pt>
                <c:pt idx="635">
                  <c:v>0.0195636414734</c:v>
                </c:pt>
                <c:pt idx="636">
                  <c:v>0.0196318595588</c:v>
                </c:pt>
                <c:pt idx="637">
                  <c:v>0.0197004330297</c:v>
                </c:pt>
                <c:pt idx="638">
                  <c:v>0.0197693643436</c:v>
                </c:pt>
                <c:pt idx="639">
                  <c:v>0.0198386559786</c:v>
                </c:pt>
                <c:pt idx="640">
                  <c:v>0.0199083104344</c:v>
                </c:pt>
                <c:pt idx="641">
                  <c:v>0.0199783302323</c:v>
                </c:pt>
                <c:pt idx="642">
                  <c:v>0.020048717915</c:v>
                </c:pt>
                <c:pt idx="643">
                  <c:v>0.0201194760477</c:v>
                </c:pt>
                <c:pt idx="644">
                  <c:v>0.0201906072176</c:v>
                </c:pt>
                <c:pt idx="645">
                  <c:v>0.0202621140342</c:v>
                </c:pt>
                <c:pt idx="646">
                  <c:v>0.0203339991299</c:v>
                </c:pt>
                <c:pt idx="647">
                  <c:v>0.02040626516</c:v>
                </c:pt>
                <c:pt idx="648">
                  <c:v>0.0204789148029</c:v>
                </c:pt>
                <c:pt idx="649">
                  <c:v>0.0205519507604</c:v>
                </c:pt>
                <c:pt idx="650">
                  <c:v>0.0206253757581</c:v>
                </c:pt>
                <c:pt idx="651">
                  <c:v>0.0206991925452</c:v>
                </c:pt>
                <c:pt idx="652">
                  <c:v>0.0207734038953</c:v>
                </c:pt>
                <c:pt idx="653">
                  <c:v>0.0208480126063</c:v>
                </c:pt>
                <c:pt idx="654">
                  <c:v>0.0209230215007</c:v>
                </c:pt>
                <c:pt idx="655">
                  <c:v>0.0209984334261</c:v>
                </c:pt>
                <c:pt idx="656">
                  <c:v>0.021074251255</c:v>
                </c:pt>
                <c:pt idx="657">
                  <c:v>0.0211504778854</c:v>
                </c:pt>
                <c:pt idx="658">
                  <c:v>0.0212271162413</c:v>
                </c:pt>
                <c:pt idx="659">
                  <c:v>0.0213041692722</c:v>
                </c:pt>
                <c:pt idx="660">
                  <c:v>0.0213816399543</c:v>
                </c:pt>
                <c:pt idx="661">
                  <c:v>0.02145953129</c:v>
                </c:pt>
                <c:pt idx="662">
                  <c:v>0.0215378463086</c:v>
                </c:pt>
                <c:pt idx="663">
                  <c:v>0.0216165880666</c:v>
                </c:pt>
                <c:pt idx="664">
                  <c:v>0.0216957596479</c:v>
                </c:pt>
                <c:pt idx="665">
                  <c:v>0.0217753641638</c:v>
                </c:pt>
                <c:pt idx="666">
                  <c:v>0.0218554047538</c:v>
                </c:pt>
                <c:pt idx="667">
                  <c:v>0.0219358845856</c:v>
                </c:pt>
                <c:pt idx="668">
                  <c:v>0.0220168068557</c:v>
                </c:pt>
                <c:pt idx="669">
                  <c:v>0.022098174789</c:v>
                </c:pt>
                <c:pt idx="670">
                  <c:v>0.02217999164</c:v>
                </c:pt>
                <c:pt idx="671">
                  <c:v>0.0222622606925</c:v>
                </c:pt>
                <c:pt idx="672">
                  <c:v>0.0223449852602</c:v>
                </c:pt>
                <c:pt idx="673">
                  <c:v>0.022428168687</c:v>
                </c:pt>
                <c:pt idx="674">
                  <c:v>0.0225118143472</c:v>
                </c:pt>
                <c:pt idx="675">
                  <c:v>0.0225959256458</c:v>
                </c:pt>
                <c:pt idx="676">
                  <c:v>0.0226805060191</c:v>
                </c:pt>
                <c:pt idx="677">
                  <c:v>0.0227655589348</c:v>
                </c:pt>
                <c:pt idx="678">
                  <c:v>0.0228510878924</c:v>
                </c:pt>
                <c:pt idx="679">
                  <c:v>0.0229370964236</c:v>
                </c:pt>
                <c:pt idx="680">
                  <c:v>0.0230235880926</c:v>
                </c:pt>
                <c:pt idx="681">
                  <c:v>0.0231105664966</c:v>
                </c:pt>
                <c:pt idx="682">
                  <c:v>0.0231980352657</c:v>
                </c:pt>
                <c:pt idx="683">
                  <c:v>0.0232859980639</c:v>
                </c:pt>
                <c:pt idx="684">
                  <c:v>0.0233744585891</c:v>
                </c:pt>
                <c:pt idx="685">
                  <c:v>0.0234634205734</c:v>
                </c:pt>
                <c:pt idx="686">
                  <c:v>0.0235528877838</c:v>
                </c:pt>
                <c:pt idx="687">
                  <c:v>0.0236428640224</c:v>
                </c:pt>
                <c:pt idx="688">
                  <c:v>0.0237333531266</c:v>
                </c:pt>
                <c:pt idx="689">
                  <c:v>0.0238243589698</c:v>
                </c:pt>
                <c:pt idx="690">
                  <c:v>0.0239158854618</c:v>
                </c:pt>
                <c:pt idx="691">
                  <c:v>0.0240079365489</c:v>
                </c:pt>
                <c:pt idx="692">
                  <c:v>0.0241005162145</c:v>
                </c:pt>
                <c:pt idx="693">
                  <c:v>0.0241936284797</c:v>
                </c:pt>
                <c:pt idx="694">
                  <c:v>0.0242872774035</c:v>
                </c:pt>
                <c:pt idx="695">
                  <c:v>0.0243814670829</c:v>
                </c:pt>
                <c:pt idx="696">
                  <c:v>0.0244762016542</c:v>
                </c:pt>
                <c:pt idx="697">
                  <c:v>0.0245714852925</c:v>
                </c:pt>
                <c:pt idx="698">
                  <c:v>0.0246673222129</c:v>
                </c:pt>
                <c:pt idx="699">
                  <c:v>0.0247637166704</c:v>
                </c:pt>
                <c:pt idx="700">
                  <c:v>0.0248606729606</c:v>
                </c:pt>
                <c:pt idx="701">
                  <c:v>0.0249581954201</c:v>
                </c:pt>
                <c:pt idx="702">
                  <c:v>0.025056288427</c:v>
                </c:pt>
                <c:pt idx="703">
                  <c:v>0.0251549564016</c:v>
                </c:pt>
                <c:pt idx="704">
                  <c:v>0.0252542038062</c:v>
                </c:pt>
                <c:pt idx="705">
                  <c:v>0.0253540351463</c:v>
                </c:pt>
                <c:pt idx="706">
                  <c:v>0.0254544549708</c:v>
                </c:pt>
                <c:pt idx="707">
                  <c:v>0.0255554678724</c:v>
                </c:pt>
                <c:pt idx="708">
                  <c:v>0.0256570784884</c:v>
                </c:pt>
                <c:pt idx="709">
                  <c:v>0.0257592915007</c:v>
                </c:pt>
                <c:pt idx="710">
                  <c:v>0.025862111637</c:v>
                </c:pt>
                <c:pt idx="711">
                  <c:v>0.0259655436706</c:v>
                </c:pt>
                <c:pt idx="712">
                  <c:v>0.0260695924216</c:v>
                </c:pt>
                <c:pt idx="713">
                  <c:v>0.026174262757</c:v>
                </c:pt>
                <c:pt idx="714">
                  <c:v>0.0262795595913</c:v>
                </c:pt>
                <c:pt idx="715">
                  <c:v>0.0263854878871</c:v>
                </c:pt>
                <c:pt idx="716">
                  <c:v>0.0264920526559</c:v>
                </c:pt>
                <c:pt idx="717">
                  <c:v>0.0265992589583</c:v>
                </c:pt>
                <c:pt idx="718">
                  <c:v>0.0267071119046</c:v>
                </c:pt>
                <c:pt idx="719">
                  <c:v>0.0268156166556</c:v>
                </c:pt>
                <c:pt idx="720">
                  <c:v>0.0269247784233</c:v>
                </c:pt>
                <c:pt idx="721">
                  <c:v>0.0270346024709</c:v>
                </c:pt>
                <c:pt idx="722">
                  <c:v>0.027145094114</c:v>
                </c:pt>
                <c:pt idx="723">
                  <c:v>0.027256258721</c:v>
                </c:pt>
                <c:pt idx="724">
                  <c:v>0.0273681017137</c:v>
                </c:pt>
                <c:pt idx="725">
                  <c:v>0.027480628568</c:v>
                </c:pt>
                <c:pt idx="726">
                  <c:v>0.0275938448144</c:v>
                </c:pt>
                <c:pt idx="727">
                  <c:v>0.0277077560387</c:v>
                </c:pt>
                <c:pt idx="728">
                  <c:v>0.0278223678829</c:v>
                </c:pt>
                <c:pt idx="729">
                  <c:v>0.0279376860454</c:v>
                </c:pt>
                <c:pt idx="730">
                  <c:v>0.0280537162822</c:v>
                </c:pt>
                <c:pt idx="731">
                  <c:v>0.028170464407</c:v>
                </c:pt>
                <c:pt idx="732">
                  <c:v>0.0282879362926</c:v>
                </c:pt>
                <c:pt idx="733">
                  <c:v>0.0284061378708</c:v>
                </c:pt>
                <c:pt idx="734">
                  <c:v>0.0285250751338</c:v>
                </c:pt>
                <c:pt idx="735">
                  <c:v>0.0286447541345</c:v>
                </c:pt>
                <c:pt idx="736">
                  <c:v>0.0287651809873</c:v>
                </c:pt>
                <c:pt idx="737">
                  <c:v>0.0288863618693</c:v>
                </c:pt>
                <c:pt idx="738">
                  <c:v>0.0290083030201</c:v>
                </c:pt>
                <c:pt idx="739">
                  <c:v>0.0291310107435</c:v>
                </c:pt>
                <c:pt idx="740">
                  <c:v>0.0292544914079</c:v>
                </c:pt>
                <c:pt idx="741">
                  <c:v>0.0293787514467</c:v>
                </c:pt>
                <c:pt idx="742">
                  <c:v>0.02950379736</c:v>
                </c:pt>
                <c:pt idx="743">
                  <c:v>0.0296296357145</c:v>
                </c:pt>
                <c:pt idx="744">
                  <c:v>0.0297562731448</c:v>
                </c:pt>
                <c:pt idx="745">
                  <c:v>0.0298837163541</c:v>
                </c:pt>
                <c:pt idx="746">
                  <c:v>0.030011972115</c:v>
                </c:pt>
                <c:pt idx="747">
                  <c:v>0.0301410472705</c:v>
                </c:pt>
                <c:pt idx="748">
                  <c:v>0.0302709487348</c:v>
                </c:pt>
                <c:pt idx="749">
                  <c:v>0.030401683494</c:v>
                </c:pt>
                <c:pt idx="750">
                  <c:v>0.0305332586072</c:v>
                </c:pt>
                <c:pt idx="751">
                  <c:v>0.0306656812073</c:v>
                </c:pt>
                <c:pt idx="752">
                  <c:v>0.0307989585018</c:v>
                </c:pt>
                <c:pt idx="753">
                  <c:v>0.0309330977742</c:v>
                </c:pt>
                <c:pt idx="754">
                  <c:v>0.0310681063843</c:v>
                </c:pt>
                <c:pt idx="755">
                  <c:v>0.0312039917695</c:v>
                </c:pt>
                <c:pt idx="756">
                  <c:v>0.0313407614458</c:v>
                </c:pt>
                <c:pt idx="757">
                  <c:v>0.0314784230085</c:v>
                </c:pt>
                <c:pt idx="758">
                  <c:v>0.0316169841336</c:v>
                </c:pt>
                <c:pt idx="759">
                  <c:v>0.0317564525784</c:v>
                </c:pt>
                <c:pt idx="760">
                  <c:v>0.0318968361828</c:v>
                </c:pt>
                <c:pt idx="761">
                  <c:v>0.0320381428702</c:v>
                </c:pt>
                <c:pt idx="762">
                  <c:v>0.0321803806485</c:v>
                </c:pt>
                <c:pt idx="763">
                  <c:v>0.0323235576114</c:v>
                </c:pt>
                <c:pt idx="764">
                  <c:v>0.0324676819392</c:v>
                </c:pt>
                <c:pt idx="765">
                  <c:v>0.0326127619001</c:v>
                </c:pt>
                <c:pt idx="766">
                  <c:v>0.0327588058511</c:v>
                </c:pt>
                <c:pt idx="767">
                  <c:v>0.0329058222394</c:v>
                </c:pt>
                <c:pt idx="768">
                  <c:v>0.0330538196033</c:v>
                </c:pt>
                <c:pt idx="769">
                  <c:v>0.0332028065735</c:v>
                </c:pt>
                <c:pt idx="770">
                  <c:v>0.0333527918741</c:v>
                </c:pt>
                <c:pt idx="771">
                  <c:v>0.0335037843242</c:v>
                </c:pt>
                <c:pt idx="772">
                  <c:v>0.0336557928384</c:v>
                </c:pt>
                <c:pt idx="773">
                  <c:v>0.0338088264289</c:v>
                </c:pt>
                <c:pt idx="774">
                  <c:v>0.033962894206</c:v>
                </c:pt>
                <c:pt idx="775">
                  <c:v>0.0341180053797</c:v>
                </c:pt>
                <c:pt idx="776">
                  <c:v>0.0342741692611</c:v>
                </c:pt>
                <c:pt idx="777">
                  <c:v>0.0344313952634</c:v>
                </c:pt>
                <c:pt idx="778">
                  <c:v>0.0345896929034</c:v>
                </c:pt>
                <c:pt idx="779">
                  <c:v>0.0347490718027</c:v>
                </c:pt>
                <c:pt idx="780">
                  <c:v>0.0349095416893</c:v>
                </c:pt>
                <c:pt idx="781">
                  <c:v>0.0350711123987</c:v>
                </c:pt>
                <c:pt idx="782">
                  <c:v>0.0352337938755</c:v>
                </c:pt>
                <c:pt idx="783">
                  <c:v>0.0353975961748</c:v>
                </c:pt>
                <c:pt idx="784">
                  <c:v>0.0355625294634</c:v>
                </c:pt>
                <c:pt idx="785">
                  <c:v>0.0357286040216</c:v>
                </c:pt>
                <c:pt idx="786">
                  <c:v>0.0358958302445</c:v>
                </c:pt>
                <c:pt idx="787">
                  <c:v>0.0360642186435</c:v>
                </c:pt>
                <c:pt idx="788">
                  <c:v>0.0362337798477</c:v>
                </c:pt>
                <c:pt idx="789">
                  <c:v>0.0364045246059</c:v>
                </c:pt>
                <c:pt idx="790">
                  <c:v>0.0365764637875</c:v>
                </c:pt>
                <c:pt idx="791">
                  <c:v>0.0367496083849</c:v>
                </c:pt>
                <c:pt idx="792">
                  <c:v>0.0369239695142</c:v>
                </c:pt>
                <c:pt idx="793">
                  <c:v>0.0370995584177</c:v>
                </c:pt>
                <c:pt idx="794">
                  <c:v>0.0372763864649</c:v>
                </c:pt>
                <c:pt idx="795">
                  <c:v>0.0374544651547</c:v>
                </c:pt>
                <c:pt idx="796">
                  <c:v>0.0376338061167</c:v>
                </c:pt>
                <c:pt idx="797">
                  <c:v>0.0378144211133</c:v>
                </c:pt>
                <c:pt idx="798">
                  <c:v>0.0379963220411</c:v>
                </c:pt>
                <c:pt idx="799">
                  <c:v>0.0381795209331</c:v>
                </c:pt>
                <c:pt idx="800">
                  <c:v>0.0383640299601</c:v>
                </c:pt>
                <c:pt idx="801">
                  <c:v>0.0385498614329</c:v>
                </c:pt>
                <c:pt idx="802">
                  <c:v>0.0387370278039</c:v>
                </c:pt>
                <c:pt idx="803">
                  <c:v>0.0389255416693</c:v>
                </c:pt>
                <c:pt idx="804">
                  <c:v>0.0391154157707</c:v>
                </c:pt>
                <c:pt idx="805">
                  <c:v>0.0393066629973</c:v>
                </c:pt>
                <c:pt idx="806">
                  <c:v>0.0394992963878</c:v>
                </c:pt>
                <c:pt idx="807">
                  <c:v>0.0396933291325</c:v>
                </c:pt>
                <c:pt idx="808">
                  <c:v>0.0398887745752</c:v>
                </c:pt>
                <c:pt idx="809">
                  <c:v>0.0400856462153</c:v>
                </c:pt>
                <c:pt idx="810">
                  <c:v>0.0402839577101</c:v>
                </c:pt>
                <c:pt idx="811">
                  <c:v>0.0404837228768</c:v>
                </c:pt>
                <c:pt idx="812">
                  <c:v>0.0406849556947</c:v>
                </c:pt>
                <c:pt idx="813">
                  <c:v>0.0408876703073</c:v>
                </c:pt>
                <c:pt idx="814">
                  <c:v>0.0410918810248</c:v>
                </c:pt>
                <c:pt idx="815">
                  <c:v>0.0412976023261</c:v>
                </c:pt>
                <c:pt idx="816">
                  <c:v>0.0415048488614</c:v>
                </c:pt>
                <c:pt idx="817">
                  <c:v>0.0417136354543</c:v>
                </c:pt>
                <c:pt idx="818">
                  <c:v>0.0419239771041</c:v>
                </c:pt>
                <c:pt idx="819">
                  <c:v>0.0421358889887</c:v>
                </c:pt>
                <c:pt idx="820">
                  <c:v>0.0423493864665</c:v>
                </c:pt>
                <c:pt idx="821">
                  <c:v>0.0425644850794</c:v>
                </c:pt>
                <c:pt idx="822">
                  <c:v>0.0427812005547</c:v>
                </c:pt>
                <c:pt idx="823">
                  <c:v>0.0429995488084</c:v>
                </c:pt>
                <c:pt idx="824">
                  <c:v>0.0432195459472</c:v>
                </c:pt>
                <c:pt idx="825">
                  <c:v>0.0434412082715</c:v>
                </c:pt>
                <c:pt idx="826">
                  <c:v>0.043664552278</c:v>
                </c:pt>
                <c:pt idx="827">
                  <c:v>0.0438895946624</c:v>
                </c:pt>
                <c:pt idx="828">
                  <c:v>0.0441163523222</c:v>
                </c:pt>
                <c:pt idx="829">
                  <c:v>0.0443448423593</c:v>
                </c:pt>
                <c:pt idx="830">
                  <c:v>0.0445750820835</c:v>
                </c:pt>
                <c:pt idx="831">
                  <c:v>0.0448070890145</c:v>
                </c:pt>
                <c:pt idx="832">
                  <c:v>0.0450408808857</c:v>
                </c:pt>
                <c:pt idx="833">
                  <c:v>0.0452764756464</c:v>
                </c:pt>
                <c:pt idx="834">
                  <c:v>0.0455138914655</c:v>
                </c:pt>
                <c:pt idx="835">
                  <c:v>0.0457531467343</c:v>
                </c:pt>
                <c:pt idx="836">
                  <c:v>0.0459942600697</c:v>
                </c:pt>
                <c:pt idx="837">
                  <c:v>0.046237250317</c:v>
                </c:pt>
                <c:pt idx="838">
                  <c:v>0.0464821365538</c:v>
                </c:pt>
                <c:pt idx="839">
                  <c:v>0.0467289380929</c:v>
                </c:pt>
                <c:pt idx="840">
                  <c:v>0.0469776744854</c:v>
                </c:pt>
                <c:pt idx="841">
                  <c:v>0.0472283655246</c:v>
                </c:pt>
                <c:pt idx="842">
                  <c:v>0.047481031249</c:v>
                </c:pt>
                <c:pt idx="843">
                  <c:v>0.0477356919461</c:v>
                </c:pt>
                <c:pt idx="844">
                  <c:v>0.0479923681556</c:v>
                </c:pt>
                <c:pt idx="845">
                  <c:v>0.0482510806732</c:v>
                </c:pt>
                <c:pt idx="846">
                  <c:v>0.0485118505545</c:v>
                </c:pt>
                <c:pt idx="847">
                  <c:v>0.048774699118</c:v>
                </c:pt>
                <c:pt idx="848">
                  <c:v>0.0490396479495</c:v>
                </c:pt>
                <c:pt idx="849">
                  <c:v>0.0493067189056</c:v>
                </c:pt>
                <c:pt idx="850">
                  <c:v>0.0495759341178</c:v>
                </c:pt>
                <c:pt idx="851">
                  <c:v>0.0498473159962</c:v>
                </c:pt>
                <c:pt idx="852">
                  <c:v>0.0501208872336</c:v>
                </c:pt>
                <c:pt idx="853">
                  <c:v>0.0503966708094</c:v>
                </c:pt>
                <c:pt idx="854">
                  <c:v>0.050674689994</c:v>
                </c:pt>
                <c:pt idx="855">
                  <c:v>0.0509549683529</c:v>
                </c:pt>
                <c:pt idx="856">
                  <c:v>0.0512375297507</c:v>
                </c:pt>
                <c:pt idx="857">
                  <c:v>0.0515223983557</c:v>
                </c:pt>
                <c:pt idx="858">
                  <c:v>0.0518095986441</c:v>
                </c:pt>
                <c:pt idx="859">
                  <c:v>0.0520991554045</c:v>
                </c:pt>
                <c:pt idx="860">
                  <c:v>0.0523910937424</c:v>
                </c:pt>
                <c:pt idx="861">
                  <c:v>0.0526854390847</c:v>
                </c:pt>
                <c:pt idx="862">
                  <c:v>0.0529822171845</c:v>
                </c:pt>
                <c:pt idx="863">
                  <c:v>0.0532814541257</c:v>
                </c:pt>
                <c:pt idx="864">
                  <c:v>0.0535831763278</c:v>
                </c:pt>
                <c:pt idx="865">
                  <c:v>0.0538874105508</c:v>
                </c:pt>
                <c:pt idx="866">
                  <c:v>0.0541941839</c:v>
                </c:pt>
                <c:pt idx="867">
                  <c:v>0.0545035238312</c:v>
                </c:pt>
                <c:pt idx="868">
                  <c:v>0.0548154581555</c:v>
                </c:pt>
                <c:pt idx="869">
                  <c:v>0.055130015045</c:v>
                </c:pt>
                <c:pt idx="870">
                  <c:v>0.0554472230372</c:v>
                </c:pt>
                <c:pt idx="871">
                  <c:v>0.0557671110411</c:v>
                </c:pt>
                <c:pt idx="872">
                  <c:v>0.0560897083421</c:v>
                </c:pt>
                <c:pt idx="873">
                  <c:v>0.0564150446078</c:v>
                </c:pt>
                <c:pt idx="874">
                  <c:v>0.0567431498931</c:v>
                </c:pt>
                <c:pt idx="875">
                  <c:v>0.0570740546463</c:v>
                </c:pt>
                <c:pt idx="876">
                  <c:v>0.0574077897146</c:v>
                </c:pt>
                <c:pt idx="877">
                  <c:v>0.05774438635</c:v>
                </c:pt>
                <c:pt idx="878">
                  <c:v>0.0580838762149</c:v>
                </c:pt>
                <c:pt idx="879">
                  <c:v>0.0584262913883</c:v>
                </c:pt>
                <c:pt idx="880">
                  <c:v>0.0587716643721</c:v>
                </c:pt>
                <c:pt idx="881">
                  <c:v>0.0591200280965</c:v>
                </c:pt>
                <c:pt idx="882">
                  <c:v>0.0594714159272</c:v>
                </c:pt>
                <c:pt idx="883">
                  <c:v>0.0598258616708</c:v>
                </c:pt>
                <c:pt idx="884">
                  <c:v>0.0601833995819</c:v>
                </c:pt>
                <c:pt idx="885">
                  <c:v>0.0605440643691</c:v>
                </c:pt>
                <c:pt idx="886">
                  <c:v>0.0609078912021</c:v>
                </c:pt>
                <c:pt idx="887">
                  <c:v>0.0612749157178</c:v>
                </c:pt>
                <c:pt idx="888">
                  <c:v>0.0616451740276</c:v>
                </c:pt>
                <c:pt idx="889">
                  <c:v>0.0620187027239</c:v>
                </c:pt>
                <c:pt idx="890">
                  <c:v>0.0623955388875</c:v>
                </c:pt>
                <c:pt idx="891">
                  <c:v>0.0627757200941</c:v>
                </c:pt>
                <c:pt idx="892">
                  <c:v>0.0631592844219</c:v>
                </c:pt>
                <c:pt idx="893">
                  <c:v>0.0635462704587</c:v>
                </c:pt>
                <c:pt idx="894">
                  <c:v>0.0639367173093</c:v>
                </c:pt>
                <c:pt idx="895">
                  <c:v>0.0643306646029</c:v>
                </c:pt>
                <c:pt idx="896">
                  <c:v>0.0647281525007</c:v>
                </c:pt>
                <c:pt idx="897">
                  <c:v>0.0651292217036</c:v>
                </c:pt>
                <c:pt idx="898">
                  <c:v>0.0655339134598</c:v>
                </c:pt>
                <c:pt idx="899">
                  <c:v>0.0659422695729</c:v>
                </c:pt>
                <c:pt idx="900">
                  <c:v>0.0663543324096</c:v>
                </c:pt>
                <c:pt idx="901">
                  <c:v>0.066770144908</c:v>
                </c:pt>
                <c:pt idx="902">
                  <c:v>0.0671897505856</c:v>
                </c:pt>
                <c:pt idx="903">
                  <c:v>0.0676131935474</c:v>
                </c:pt>
                <c:pt idx="904">
                  <c:v>0.0680405184949</c:v>
                </c:pt>
                <c:pt idx="905">
                  <c:v>0.0684717707337</c:v>
                </c:pt>
                <c:pt idx="906">
                  <c:v>0.0689069961829</c:v>
                </c:pt>
                <c:pt idx="907">
                  <c:v>0.0693462413832</c:v>
                </c:pt>
                <c:pt idx="908">
                  <c:v>0.0697895535058</c:v>
                </c:pt>
                <c:pt idx="909">
                  <c:v>0.0702369803614</c:v>
                </c:pt>
                <c:pt idx="910">
                  <c:v>0.0706885704092</c:v>
                </c:pt>
                <c:pt idx="911">
                  <c:v>0.0711443727658</c:v>
                </c:pt>
                <c:pt idx="912">
                  <c:v>0.0716044372146</c:v>
                </c:pt>
                <c:pt idx="913">
                  <c:v>0.0720688142147</c:v>
                </c:pt>
                <c:pt idx="914">
                  <c:v>0.0725375549108</c:v>
                </c:pt>
                <c:pt idx="915">
                  <c:v>0.0730107111422</c:v>
                </c:pt>
                <c:pt idx="916">
                  <c:v>0.0734883354526</c:v>
                </c:pt>
                <c:pt idx="917">
                  <c:v>0.0739704810999</c:v>
                </c:pt>
                <c:pt idx="918">
                  <c:v>0.0744572020656</c:v>
                </c:pt>
                <c:pt idx="919">
                  <c:v>0.074948553065</c:v>
                </c:pt>
                <c:pt idx="920">
                  <c:v>0.0754445895568</c:v>
                </c:pt>
                <c:pt idx="921">
                  <c:v>0.0759453677534</c:v>
                </c:pt>
                <c:pt idx="922">
                  <c:v>0.0764509446309</c:v>
                </c:pt>
                <c:pt idx="923">
                  <c:v>0.0769613779394</c:v>
                </c:pt>
                <c:pt idx="924">
                  <c:v>0.0774767262132</c:v>
                </c:pt>
                <c:pt idx="925">
                  <c:v>0.077997048781</c:v>
                </c:pt>
                <c:pt idx="926">
                  <c:v>0.0785224057766</c:v>
                </c:pt>
                <c:pt idx="927">
                  <c:v>0.0790528581492</c:v>
                </c:pt>
                <c:pt idx="928">
                  <c:v>0.0795884676743</c:v>
                </c:pt>
                <c:pt idx="929">
                  <c:v>0.0801292969638</c:v>
                </c:pt>
                <c:pt idx="930">
                  <c:v>0.0806754094772</c:v>
                </c:pt>
                <c:pt idx="931">
                  <c:v>0.081226869532</c:v>
                </c:pt>
                <c:pt idx="932">
                  <c:v>0.0817837423146</c:v>
                </c:pt>
                <c:pt idx="933">
                  <c:v>0.0823460938915</c:v>
                </c:pt>
                <c:pt idx="934">
                  <c:v>0.0829139912195</c:v>
                </c:pt>
                <c:pt idx="935">
                  <c:v>0.0834875021572</c:v>
                </c:pt>
                <c:pt idx="936">
                  <c:v>0.0840666954757</c:v>
                </c:pt>
                <c:pt idx="937">
                  <c:v>0.0846516408695</c:v>
                </c:pt>
                <c:pt idx="938">
                  <c:v>0.0852424089677</c:v>
                </c:pt>
                <c:pt idx="939">
                  <c:v>0.085839071345</c:v>
                </c:pt>
                <c:pt idx="940">
                  <c:v>0.0864417005323</c:v>
                </c:pt>
                <c:pt idx="941">
                  <c:v>0.087050370028</c:v>
                </c:pt>
                <c:pt idx="942">
                  <c:v>0.0876651543091</c:v>
                </c:pt>
                <c:pt idx="943">
                  <c:v>0.0882861288417</c:v>
                </c:pt>
                <c:pt idx="944">
                  <c:v>0.0889133700922</c:v>
                </c:pt>
                <c:pt idx="945">
                  <c:v>0.089546955538</c:v>
                </c:pt>
                <c:pt idx="946">
                  <c:v>0.0901869636784</c:v>
                </c:pt>
                <c:pt idx="947">
                  <c:v>0.090833474045</c:v>
                </c:pt>
                <c:pt idx="948">
                  <c:v>0.0914865672129</c:v>
                </c:pt>
                <c:pt idx="949">
                  <c:v>0.0921463248106</c:v>
                </c:pt>
                <c:pt idx="950">
                  <c:v>0.0928128295306</c:v>
                </c:pt>
                <c:pt idx="951">
                  <c:v>0.0934861651399</c:v>
                </c:pt>
                <c:pt idx="952">
                  <c:v>0.0941664164898</c:v>
                </c:pt>
                <c:pt idx="953">
                  <c:v>0.0948536695261</c:v>
                </c:pt>
                <c:pt idx="954">
                  <c:v>0.0955480112987</c:v>
                </c:pt>
                <c:pt idx="955">
                  <c:v>0.0962495299714</c:v>
                </c:pt>
                <c:pt idx="956">
                  <c:v>0.0969583148311</c:v>
                </c:pt>
                <c:pt idx="957">
                  <c:v>0.0976744562969</c:v>
                </c:pt>
                <c:pt idx="958">
                  <c:v>0.0983980459293</c:v>
                </c:pt>
                <c:pt idx="959">
                  <c:v>0.0991291764382</c:v>
                </c:pt>
                <c:pt idx="960">
                  <c:v>0.099867941692</c:v>
                </c:pt>
                <c:pt idx="961">
                  <c:v>0.100614436725</c:v>
                </c:pt>
                <c:pt idx="962">
                  <c:v>0.101368757744</c:v>
                </c:pt>
                <c:pt idx="963">
                  <c:v>0.10213100214</c:v>
                </c:pt>
                <c:pt idx="964">
                  <c:v>0.102901268487</c:v>
                </c:pt>
                <c:pt idx="965">
                  <c:v>0.103679656556</c:v>
                </c:pt>
                <c:pt idx="966">
                  <c:v>0.104466267319</c:v>
                </c:pt>
                <c:pt idx="967">
                  <c:v>0.10526120295</c:v>
                </c:pt>
                <c:pt idx="968">
                  <c:v>0.106064566836</c:v>
                </c:pt>
                <c:pt idx="969">
                  <c:v>0.106876463578</c:v>
                </c:pt>
                <c:pt idx="970">
                  <c:v>0.107696998995</c:v>
                </c:pt>
                <c:pt idx="971">
                  <c:v>0.108526280128</c:v>
                </c:pt>
                <c:pt idx="972">
                  <c:v>0.10936441524</c:v>
                </c:pt>
                <c:pt idx="973">
                  <c:v>0.110211513822</c:v>
                </c:pt>
                <c:pt idx="974">
                  <c:v>0.111067686589</c:v>
                </c:pt>
                <c:pt idx="975">
                  <c:v>0.111933045484</c:v>
                </c:pt>
                <c:pt idx="976">
                  <c:v>0.112807703675</c:v>
                </c:pt>
                <c:pt idx="977">
                  <c:v>0.113691775554</c:v>
                </c:pt>
                <c:pt idx="978">
                  <c:v>0.114585376735</c:v>
                </c:pt>
                <c:pt idx="979">
                  <c:v>0.115488624048</c:v>
                </c:pt>
                <c:pt idx="980">
                  <c:v>0.116401635538</c:v>
                </c:pt>
                <c:pt idx="981">
                  <c:v>0.117324530455</c:v>
                </c:pt>
                <c:pt idx="982">
                  <c:v>0.118257429251</c:v>
                </c:pt>
                <c:pt idx="983">
                  <c:v>0.119200453569</c:v>
                </c:pt>
                <c:pt idx="984">
                  <c:v>0.120153726235</c:v>
                </c:pt>
                <c:pt idx="985">
                  <c:v>0.121117371245</c:v>
                </c:pt>
                <c:pt idx="986">
                  <c:v>0.122091513756</c:v>
                </c:pt>
                <c:pt idx="987">
                  <c:v>0.12307628007</c:v>
                </c:pt>
                <c:pt idx="988">
                  <c:v>0.124071797617</c:v>
                </c:pt>
                <c:pt idx="989">
                  <c:v>0.125078194943</c:v>
                </c:pt>
                <c:pt idx="990">
                  <c:v>0.126095601687</c:v>
                </c:pt>
                <c:pt idx="991">
                  <c:v>0.127124148561</c:v>
                </c:pt>
                <c:pt idx="992">
                  <c:v>0.128163967328</c:v>
                </c:pt>
                <c:pt idx="993">
                  <c:v>0.129215190781</c:v>
                </c:pt>
                <c:pt idx="994">
                  <c:v>0.130277952711</c:v>
                </c:pt>
                <c:pt idx="995">
                  <c:v>0.131352387881</c:v>
                </c:pt>
                <c:pt idx="996">
                  <c:v>0.132438631998</c:v>
                </c:pt>
                <c:pt idx="997">
                  <c:v>0.133536821676</c:v>
                </c:pt>
                <c:pt idx="998">
                  <c:v>0.134647094402</c:v>
                </c:pt>
                <c:pt idx="999">
                  <c:v>0.135769588499</c:v>
                </c:pt>
                <c:pt idx="1000">
                  <c:v>0.136904443087</c:v>
                </c:pt>
                <c:pt idx="1001">
                  <c:v>0.138051798036</c:v>
                </c:pt>
                <c:pt idx="1002">
                  <c:v>0.139211793922</c:v>
                </c:pt>
                <c:pt idx="1003">
                  <c:v>0.140384571981</c:v>
                </c:pt>
                <c:pt idx="1004">
                  <c:v>0.141570274053</c:v>
                </c:pt>
                <c:pt idx="1005">
                  <c:v>0.142769042532</c:v>
                </c:pt>
                <c:pt idx="1006">
                  <c:v>0.143981020305</c:v>
                </c:pt>
                <c:pt idx="1007">
                  <c:v>0.145206350691</c:v>
                </c:pt>
                <c:pt idx="1008">
                  <c:v>0.146445177378</c:v>
                </c:pt>
                <c:pt idx="1009">
                  <c:v>0.147697644357</c:v>
                </c:pt>
                <c:pt idx="1010">
                  <c:v>0.148963895845</c:v>
                </c:pt>
                <c:pt idx="1011">
                  <c:v>0.150244076217</c:v>
                </c:pt>
                <c:pt idx="1012">
                  <c:v>0.151538329921</c:v>
                </c:pt>
                <c:pt idx="1013">
                  <c:v>0.152846801402</c:v>
                </c:pt>
                <c:pt idx="1014">
                  <c:v>0.154169635008</c:v>
                </c:pt>
                <c:pt idx="1015">
                  <c:v>0.155506974906</c:v>
                </c:pt>
                <c:pt idx="1016">
                  <c:v>0.156858964984</c:v>
                </c:pt>
                <c:pt idx="1017">
                  <c:v>0.158225748755</c:v>
                </c:pt>
                <c:pt idx="1018">
                  <c:v>0.15960746925</c:v>
                </c:pt>
                <c:pt idx="1019">
                  <c:v>0.161004268914</c:v>
                </c:pt>
                <c:pt idx="1020">
                  <c:v>0.162416289493</c:v>
                </c:pt>
                <c:pt idx="1021">
                  <c:v>0.163843671918</c:v>
                </c:pt>
                <c:pt idx="1022">
                  <c:v>0.165286556185</c:v>
                </c:pt>
                <c:pt idx="1023">
                  <c:v>0.166745081227</c:v>
                </c:pt>
                <c:pt idx="1024">
                  <c:v>0.168219384788</c:v>
                </c:pt>
                <c:pt idx="1025">
                  <c:v>0.169709603286</c:v>
                </c:pt>
                <c:pt idx="1026">
                  <c:v>0.171215871671</c:v>
                </c:pt>
                <c:pt idx="1027">
                  <c:v>0.172738323289</c:v>
                </c:pt>
                <c:pt idx="1028">
                  <c:v>0.174277089724</c:v>
                </c:pt>
                <c:pt idx="1029">
                  <c:v>0.17583230065</c:v>
                </c:pt>
                <c:pt idx="1030">
                  <c:v>0.177404083673</c:v>
                </c:pt>
                <c:pt idx="1031">
                  <c:v>0.178992564167</c:v>
                </c:pt>
                <c:pt idx="1032">
                  <c:v>0.180597865104</c:v>
                </c:pt>
                <c:pt idx="1033">
                  <c:v>0.182220106888</c:v>
                </c:pt>
                <c:pt idx="1034">
                  <c:v>0.183859407175</c:v>
                </c:pt>
                <c:pt idx="1035">
                  <c:v>0.185515880693</c:v>
                </c:pt>
                <c:pt idx="1036">
                  <c:v>0.187189639055</c:v>
                </c:pt>
                <c:pt idx="1037">
                  <c:v>0.188880790577</c:v>
                </c:pt>
                <c:pt idx="1038">
                  <c:v>0.190589440075</c:v>
                </c:pt>
                <c:pt idx="1039">
                  <c:v>0.192315688679</c:v>
                </c:pt>
                <c:pt idx="1040">
                  <c:v>0.194059633624</c:v>
                </c:pt>
                <c:pt idx="1041">
                  <c:v>0.195821368052</c:v>
                </c:pt>
                <c:pt idx="1042">
                  <c:v>0.197600980804</c:v>
                </c:pt>
                <c:pt idx="1043">
                  <c:v>0.19939855621</c:v>
                </c:pt>
                <c:pt idx="1044">
                  <c:v>0.201214173877</c:v>
                </c:pt>
                <c:pt idx="1045">
                  <c:v>0.203047908476</c:v>
                </c:pt>
                <c:pt idx="1046">
                  <c:v>0.204899829525</c:v>
                </c:pt>
                <c:pt idx="1047">
                  <c:v>0.206770001172</c:v>
                </c:pt>
                <c:pt idx="1048">
                  <c:v>0.208658481978</c:v>
                </c:pt>
                <c:pt idx="1049">
                  <c:v>0.210565324693</c:v>
                </c:pt>
                <c:pt idx="1050">
                  <c:v>0.212490576043</c:v>
                </c:pt>
                <c:pt idx="1051">
                  <c:v>0.214434276505</c:v>
                </c:pt>
                <c:pt idx="1052">
                  <c:v>0.216396460093</c:v>
                </c:pt>
                <c:pt idx="1053">
                  <c:v>0.218377154136</c:v>
                </c:pt>
                <c:pt idx="1054">
                  <c:v>0.220376379068</c:v>
                </c:pt>
                <c:pt idx="1055">
                  <c:v>0.222394148211</c:v>
                </c:pt>
                <c:pt idx="1056">
                  <c:v>0.224430467565</c:v>
                </c:pt>
                <c:pt idx="1057">
                  <c:v>0.226485335602</c:v>
                </c:pt>
                <c:pt idx="1058">
                  <c:v>0.228558743064</c:v>
                </c:pt>
                <c:pt idx="1059">
                  <c:v>0.230650672765</c:v>
                </c:pt>
                <c:pt idx="1060">
                  <c:v>0.232761099397</c:v>
                </c:pt>
                <c:pt idx="1061">
                  <c:v>0.234889989345</c:v>
                </c:pt>
                <c:pt idx="1062">
                  <c:v>0.237037300508</c:v>
                </c:pt>
                <c:pt idx="1063">
                  <c:v>0.239202982124</c:v>
                </c:pt>
                <c:pt idx="1064">
                  <c:v>0.241386974611</c:v>
                </c:pt>
                <c:pt idx="1065">
                  <c:v>0.243589209403</c:v>
                </c:pt>
                <c:pt idx="1066">
                  <c:v>0.245809608814</c:v>
                </c:pt>
                <c:pt idx="1067">
                  <c:v>0.248048085894</c:v>
                </c:pt>
                <c:pt idx="1068">
                  <c:v>0.250304544307</c:v>
                </c:pt>
                <c:pt idx="1069">
                  <c:v>0.252578878216</c:v>
                </c:pt>
                <c:pt idx="1070">
                  <c:v>0.254870972182</c:v>
                </c:pt>
                <c:pt idx="1071">
                  <c:v>0.257180701071</c:v>
                </c:pt>
                <c:pt idx="1072">
                  <c:v>0.25950792998</c:v>
                </c:pt>
                <c:pt idx="1073">
                  <c:v>0.261852514173</c:v>
                </c:pt>
                <c:pt idx="1074">
                  <c:v>0.264214299029</c:v>
                </c:pt>
                <c:pt idx="1075">
                  <c:v>0.266593120011</c:v>
                </c:pt>
                <c:pt idx="1076">
                  <c:v>0.268988802641</c:v>
                </c:pt>
                <c:pt idx="1077">
                  <c:v>0.271401162496</c:v>
                </c:pt>
                <c:pt idx="1078">
                  <c:v>0.273830005218</c:v>
                </c:pt>
                <c:pt idx="1079">
                  <c:v>0.276275126541</c:v>
                </c:pt>
                <c:pt idx="1080">
                  <c:v>0.278736312326</c:v>
                </c:pt>
                <c:pt idx="1081">
                  <c:v>0.281213338622</c:v>
                </c:pt>
                <c:pt idx="1082">
                  <c:v>0.283705971737</c:v>
                </c:pt>
                <c:pt idx="1083">
                  <c:v>0.286213968323</c:v>
                </c:pt>
                <c:pt idx="1084">
                  <c:v>0.288737075479</c:v>
                </c:pt>
                <c:pt idx="1085">
                  <c:v>0.291275030872</c:v>
                </c:pt>
                <c:pt idx="1086">
                  <c:v>0.293827562864</c:v>
                </c:pt>
                <c:pt idx="1087">
                  <c:v>0.296394390661</c:v>
                </c:pt>
                <c:pt idx="1088">
                  <c:v>0.298975224473</c:v>
                </c:pt>
                <c:pt idx="1089">
                  <c:v>0.301569765687</c:v>
                </c:pt>
                <c:pt idx="1090">
                  <c:v>0.304177707053</c:v>
                </c:pt>
                <c:pt idx="1091">
                  <c:v>0.306798732882</c:v>
                </c:pt>
                <c:pt idx="1092">
                  <c:v>0.309432519254</c:v>
                </c:pt>
                <c:pt idx="1093">
                  <c:v>0.312078734234</c:v>
                </c:pt>
                <c:pt idx="1094">
                  <c:v>0.314737038104</c:v>
                </c:pt>
                <c:pt idx="1095">
                  <c:v>0.317407083596</c:v>
                </c:pt>
                <c:pt idx="1096">
                  <c:v>0.320088516134</c:v>
                </c:pt>
                <c:pt idx="1097">
                  <c:v>0.322780974082</c:v>
                </c:pt>
                <c:pt idx="1098">
                  <c:v>0.325484088999</c:v>
                </c:pt>
                <c:pt idx="1099">
                  <c:v>0.328197485891</c:v>
                </c:pt>
                <c:pt idx="1100">
                  <c:v>0.330920783469</c:v>
                </c:pt>
                <c:pt idx="1101">
                  <c:v>0.333653594409</c:v>
                </c:pt>
                <c:pt idx="1102">
                  <c:v>0.33639552561</c:v>
                </c:pt>
                <c:pt idx="1103">
                  <c:v>0.339146178444</c:v>
                </c:pt>
                <c:pt idx="1104">
                  <c:v>0.341905149013</c:v>
                </c:pt>
                <c:pt idx="1105">
                  <c:v>0.34467202839</c:v>
                </c:pt>
                <c:pt idx="1106">
                  <c:v>0.347446402862</c:v>
                </c:pt>
                <c:pt idx="1107">
                  <c:v>0.35022785416</c:v>
                </c:pt>
                <c:pt idx="1108">
                  <c:v>0.353015959683</c:v>
                </c:pt>
                <c:pt idx="1109">
                  <c:v>0.355810292708</c:v>
                </c:pt>
                <c:pt idx="1110">
                  <c:v>0.358610422589</c:v>
                </c:pt>
                <c:pt idx="1111">
                  <c:v>0.361415914946</c:v>
                </c:pt>
                <c:pt idx="1112">
                  <c:v>0.364226331834</c:v>
                </c:pt>
                <c:pt idx="1113">
                  <c:v>0.367041231901</c:v>
                </c:pt>
                <c:pt idx="1114">
                  <c:v>0.369860170527</c:v>
                </c:pt>
                <c:pt idx="1115">
                  <c:v>0.372682699944</c:v>
                </c:pt>
                <c:pt idx="1116">
                  <c:v>0.375508369339</c:v>
                </c:pt>
                <c:pt idx="1117">
                  <c:v>0.378336724938</c:v>
                </c:pt>
                <c:pt idx="1118">
                  <c:v>0.381167310066</c:v>
                </c:pt>
                <c:pt idx="1119">
                  <c:v>0.383999665187</c:v>
                </c:pt>
                <c:pt idx="1120">
                  <c:v>0.386833327925</c:v>
                </c:pt>
                <c:pt idx="1121">
                  <c:v>0.389667833059</c:v>
                </c:pt>
                <c:pt idx="1122">
                  <c:v>0.392502712494</c:v>
                </c:pt>
                <c:pt idx="1123">
                  <c:v>0.395337495212</c:v>
                </c:pt>
                <c:pt idx="1124">
                  <c:v>0.398171707196</c:v>
                </c:pt>
                <c:pt idx="1125">
                  <c:v>0.401004871333</c:v>
                </c:pt>
                <c:pt idx="1126">
                  <c:v>0.403836507293</c:v>
                </c:pt>
                <c:pt idx="1127">
                  <c:v>0.406666131377</c:v>
                </c:pt>
                <c:pt idx="1128">
                  <c:v>0.409493256354</c:v>
                </c:pt>
                <c:pt idx="1129">
                  <c:v>0.41231739126</c:v>
                </c:pt>
                <c:pt idx="1130">
                  <c:v>0.415138041187</c:v>
                </c:pt>
                <c:pt idx="1131">
                  <c:v>0.417954707038</c:v>
                </c:pt>
                <c:pt idx="1132">
                  <c:v>0.420766885268</c:v>
                </c:pt>
                <c:pt idx="1133">
                  <c:v>0.423574067595</c:v>
                </c:pt>
                <c:pt idx="1134">
                  <c:v>0.4263757407</c:v>
                </c:pt>
                <c:pt idx="1135">
                  <c:v>0.429171385896</c:v>
                </c:pt>
                <c:pt idx="1136">
                  <c:v>0.431960478785</c:v>
                </c:pt>
                <c:pt idx="1137">
                  <c:v>0.434742488897</c:v>
                </c:pt>
                <c:pt idx="1138">
                  <c:v>0.437516879301</c:v>
                </c:pt>
                <c:pt idx="1139">
                  <c:v>0.440283106214</c:v>
                </c:pt>
                <c:pt idx="1140">
                  <c:v>0.443040618587</c:v>
                </c:pt>
                <c:pt idx="1141">
                  <c:v>0.445788857676</c:v>
                </c:pt>
                <c:pt idx="1142">
                  <c:v>0.448527256604</c:v>
                </c:pt>
                <c:pt idx="1143">
                  <c:v>0.451255239915</c:v>
                </c:pt>
                <c:pt idx="1144">
                  <c:v>0.453972223106</c:v>
                </c:pt>
                <c:pt idx="1145">
                  <c:v>0.456677612171</c:v>
                </c:pt>
                <c:pt idx="1146">
                  <c:v>0.459370803117</c:v>
                </c:pt>
                <c:pt idx="1147">
                  <c:v>0.462051181493</c:v>
                </c:pt>
                <c:pt idx="1148">
                  <c:v>0.464718121909</c:v>
                </c:pt>
                <c:pt idx="1149">
                  <c:v>0.467370987554</c:v>
                </c:pt>
                <c:pt idx="1150">
                  <c:v>0.470009129716</c:v>
                </c:pt>
                <c:pt idx="1151">
                  <c:v>0.472631887309</c:v>
                </c:pt>
                <c:pt idx="1152">
                  <c:v>0.4752385864</c:v>
                </c:pt>
                <c:pt idx="1153">
                  <c:v>0.477828539748</c:v>
                </c:pt>
                <c:pt idx="1154">
                  <c:v>0.480401046353</c:v>
                </c:pt>
                <c:pt idx="1155">
                  <c:v>0.482955391012</c:v>
                </c:pt>
                <c:pt idx="1156">
                  <c:v>0.4854908439</c:v>
                </c:pt>
                <c:pt idx="1157">
                  <c:v>0.488006660157</c:v>
                </c:pt>
                <c:pt idx="1158">
                  <c:v>0.490502079504</c:v>
                </c:pt>
                <c:pt idx="1159">
                  <c:v>0.492976325876</c:v>
                </c:pt>
                <c:pt idx="1160">
                  <c:v>0.495428607084</c:v>
                </c:pt>
                <c:pt idx="1161">
                  <c:v>0.497858114499</c:v>
                </c:pt>
                <c:pt idx="1162">
                  <c:v>0.500264022778</c:v>
                </c:pt>
                <c:pt idx="1163">
                  <c:v>0.50264548961</c:v>
                </c:pt>
                <c:pt idx="1164">
                  <c:v>0.505001655511</c:v>
                </c:pt>
                <c:pt idx="1165">
                  <c:v>0.507331643647</c:v>
                </c:pt>
                <c:pt idx="1166">
                  <c:v>0.509634559709</c:v>
                </c:pt>
                <c:pt idx="1167">
                  <c:v>0.51190949183</c:v>
                </c:pt>
                <c:pt idx="1168">
                  <c:v>0.51415551055</c:v>
                </c:pt>
                <c:pt idx="1169">
                  <c:v>0.516371668831</c:v>
                </c:pt>
                <c:pt idx="1170">
                  <c:v>0.518557002131</c:v>
                </c:pt>
                <c:pt idx="1171">
                  <c:v>0.520710528533</c:v>
                </c:pt>
                <c:pt idx="1172">
                  <c:v>0.522831248936</c:v>
                </c:pt>
                <c:pt idx="1173">
                  <c:v>0.524918147307</c:v>
                </c:pt>
                <c:pt idx="1174">
                  <c:v>0.526970191003</c:v>
                </c:pt>
                <c:pt idx="1175">
                  <c:v>0.528986331161</c:v>
                </c:pt>
                <c:pt idx="1176">
                  <c:v>0.53096550316</c:v>
                </c:pt>
                <c:pt idx="1177">
                  <c:v>0.532906627159</c:v>
                </c:pt>
                <c:pt idx="1178">
                  <c:v>0.534808608712</c:v>
                </c:pt>
                <c:pt idx="1179">
                  <c:v>0.536670339462</c:v>
                </c:pt>
                <c:pt idx="1180">
                  <c:v>0.538490697919</c:v>
                </c:pt>
                <c:pt idx="1181">
                  <c:v>0.540268550321</c:v>
                </c:pt>
                <c:pt idx="1182">
                  <c:v>0.542002751583</c:v>
                </c:pt>
                <c:pt idx="1183">
                  <c:v>0.543692146327</c:v>
                </c:pt>
                <c:pt idx="1184">
                  <c:v>0.545335570012</c:v>
                </c:pt>
                <c:pt idx="1185">
                  <c:v>0.546931850145</c:v>
                </c:pt>
                <c:pt idx="1186">
                  <c:v>0.548479807588</c:v>
                </c:pt>
                <c:pt idx="1187">
                  <c:v>0.54997825795</c:v>
                </c:pt>
                <c:pt idx="1188">
                  <c:v>0.551426013078</c:v>
                </c:pt>
                <c:pt idx="1189">
                  <c:v>0.552821882634</c:v>
                </c:pt>
                <c:pt idx="1190">
                  <c:v>0.554164675762</c:v>
                </c:pt>
                <c:pt idx="1191">
                  <c:v>0.555453202846</c:v>
                </c:pt>
                <c:pt idx="1192">
                  <c:v>0.556686277353</c:v>
                </c:pt>
                <c:pt idx="1193">
                  <c:v>0.557862717762</c:v>
                </c:pt>
                <c:pt idx="1194">
                  <c:v>0.558981349575</c:v>
                </c:pt>
                <c:pt idx="1195">
                  <c:v>0.560041007407</c:v>
                </c:pt>
                <c:pt idx="1196">
                  <c:v>0.561040537149</c:v>
                </c:pt>
                <c:pt idx="1197">
                  <c:v>0.561978798209</c:v>
                </c:pt>
                <c:pt idx="1198">
                  <c:v>0.562854665807</c:v>
                </c:pt>
                <c:pt idx="1199">
                  <c:v>0.563667033344</c:v>
                </c:pt>
                <c:pt idx="1200">
                  <c:v>0.564414814815</c:v>
                </c:pt>
                <c:pt idx="1201">
                  <c:v>0.565096947278</c:v>
                </c:pt>
                <c:pt idx="1202">
                  <c:v>0.565712393357</c:v>
                </c:pt>
                <c:pt idx="1203">
                  <c:v>0.566260143786</c:v>
                </c:pt>
                <c:pt idx="1204">
                  <c:v>0.56673921997</c:v>
                </c:pt>
                <c:pt idx="1205">
                  <c:v>0.567148676573</c:v>
                </c:pt>
                <c:pt idx="1206">
                  <c:v>0.567487604102</c:v>
                </c:pt>
                <c:pt idx="1207">
                  <c:v>0.567755131498</c:v>
                </c:pt>
                <c:pt idx="1208">
                  <c:v>0.567950428712</c:v>
                </c:pt>
                <c:pt idx="1209">
                  <c:v>0.568072709262</c:v>
                </c:pt>
                <c:pt idx="1210">
                  <c:v>0.56812123275</c:v>
                </c:pt>
                <c:pt idx="1211">
                  <c:v>0.568095307344</c:v>
                </c:pt>
                <c:pt idx="1212">
                  <c:v>0.567994292202</c:v>
                </c:pt>
                <c:pt idx="1213">
                  <c:v>0.567817599832</c:v>
                </c:pt>
                <c:pt idx="1214">
                  <c:v>0.567564698373</c:v>
                </c:pt>
                <c:pt idx="1215">
                  <c:v>0.567235113793</c:v>
                </c:pt>
                <c:pt idx="1216">
                  <c:v>0.566828431983</c:v>
                </c:pt>
                <c:pt idx="1217">
                  <c:v>0.566344300749</c:v>
                </c:pt>
                <c:pt idx="1218">
                  <c:v>0.565782431673</c:v>
                </c:pt>
                <c:pt idx="1219">
                  <c:v>0.565142601858</c:v>
                </c:pt>
                <c:pt idx="1220">
                  <c:v>0.564424655519</c:v>
                </c:pt>
                <c:pt idx="1221">
                  <c:v>0.563628505435</c:v>
                </c:pt>
                <c:pt idx="1222">
                  <c:v>0.562754134236</c:v>
                </c:pt>
                <c:pt idx="1223">
                  <c:v>0.561801595526</c:v>
                </c:pt>
                <c:pt idx="1224">
                  <c:v>0.560771014833</c:v>
                </c:pt>
                <c:pt idx="1225">
                  <c:v>0.559662590376</c:v>
                </c:pt>
                <c:pt idx="1226">
                  <c:v>0.558476593646</c:v>
                </c:pt>
                <c:pt idx="1227">
                  <c:v>0.557213369793</c:v>
                </c:pt>
                <c:pt idx="1228">
                  <c:v>0.555873337823</c:v>
                </c:pt>
                <c:pt idx="1229">
                  <c:v>0.554456990588</c:v>
                </c:pt>
                <c:pt idx="1230">
                  <c:v>0.552964894578</c:v>
                </c:pt>
                <c:pt idx="1231">
                  <c:v>0.551397689516</c:v>
                </c:pt>
                <c:pt idx="1232">
                  <c:v>0.549756087735</c:v>
                </c:pt>
                <c:pt idx="1233">
                  <c:v>0.548040873375</c:v>
                </c:pt>
                <c:pt idx="1234">
                  <c:v>0.546252901358</c:v>
                </c:pt>
                <c:pt idx="1235">
                  <c:v>0.544393096183</c:v>
                </c:pt>
                <c:pt idx="1236">
                  <c:v>0.54246245052</c:v>
                </c:pt>
                <c:pt idx="1237">
                  <c:v>0.540462023623</c:v>
                </c:pt>
                <c:pt idx="1238">
                  <c:v>0.538392939551</c:v>
                </c:pt>
                <c:pt idx="1239">
                  <c:v>0.536256385227</c:v>
                </c:pt>
                <c:pt idx="1240">
                  <c:v>0.534053608324</c:v>
                </c:pt>
                <c:pt idx="1241">
                  <c:v>0.531785914994</c:v>
                </c:pt>
                <c:pt idx="1242">
                  <c:v>0.529454667453</c:v>
                </c:pt>
                <c:pt idx="1243">
                  <c:v>0.527061281419</c:v>
                </c:pt>
                <c:pt idx="1244">
                  <c:v>0.524607223436</c:v>
                </c:pt>
                <c:pt idx="1245">
                  <c:v>0.522094008072</c:v>
                </c:pt>
                <c:pt idx="1246">
                  <c:v>0.519523195019</c:v>
                </c:pt>
                <c:pt idx="1247">
                  <c:v>0.516896386095</c:v>
                </c:pt>
                <c:pt idx="1248">
                  <c:v>0.51421522218</c:v>
                </c:pt>
                <c:pt idx="1249">
                  <c:v>0.511481380068</c:v>
                </c:pt>
                <c:pt idx="1250">
                  <c:v>0.508696569283</c:v>
                </c:pt>
                <c:pt idx="1251">
                  <c:v>0.505862528839</c:v>
                </c:pt>
                <c:pt idx="1252">
                  <c:v>0.502981023987</c:v>
                </c:pt>
                <c:pt idx="1253">
                  <c:v>0.500053842933</c:v>
                </c:pt>
                <c:pt idx="1254">
                  <c:v>0.497082793563</c:v>
                </c:pt>
                <c:pt idx="1255">
                  <c:v>0.494069700173</c:v>
                </c:pt>
                <c:pt idx="1256">
                  <c:v>0.491016400224</c:v>
                </c:pt>
                <c:pt idx="1257">
                  <c:v>0.487924741123</c:v>
                </c:pt>
                <c:pt idx="1258">
                  <c:v>0.484796577053</c:v>
                </c:pt>
                <c:pt idx="1259">
                  <c:v>0.481633765856</c:v>
                </c:pt>
                <c:pt idx="1260">
                  <c:v>0.478438165978</c:v>
                </c:pt>
                <c:pt idx="1261">
                  <c:v>0.475211633489</c:v>
                </c:pt>
                <c:pt idx="1262">
                  <c:v>0.471956019181</c:v>
                </c:pt>
                <c:pt idx="1263">
                  <c:v>0.468673165756</c:v>
                </c:pt>
                <c:pt idx="1264">
                  <c:v>0.465364905113</c:v>
                </c:pt>
                <c:pt idx="1265">
                  <c:v>0.462033055735</c:v>
                </c:pt>
                <c:pt idx="1266">
                  <c:v>0.458679420181</c:v>
                </c:pt>
                <c:pt idx="1267">
                  <c:v>0.455305782698</c:v>
                </c:pt>
                <c:pt idx="1268">
                  <c:v>0.451913906947</c:v>
                </c:pt>
                <c:pt idx="1269">
                  <c:v>0.448505533845</c:v>
                </c:pt>
                <c:pt idx="1270">
                  <c:v>0.445082379537</c:v>
                </c:pt>
                <c:pt idx="1271">
                  <c:v>0.441646133492</c:v>
                </c:pt>
                <c:pt idx="1272">
                  <c:v>0.438198456726</c:v>
                </c:pt>
                <c:pt idx="1273">
                  <c:v>0.434740980145</c:v>
                </c:pt>
                <c:pt idx="1274">
                  <c:v>0.431275303034</c:v>
                </c:pt>
                <c:pt idx="1275">
                  <c:v>0.42780299165</c:v>
                </c:pt>
                <c:pt idx="1276">
                  <c:v>0.424325577966</c:v>
                </c:pt>
                <c:pt idx="1277">
                  <c:v>0.420844558517</c:v>
                </c:pt>
                <c:pt idx="1278">
                  <c:v>0.417361393386</c:v>
                </c:pt>
                <c:pt idx="1279">
                  <c:v>0.413877505308</c:v>
                </c:pt>
                <c:pt idx="1280">
                  <c:v>0.41039427888</c:v>
                </c:pt>
                <c:pt idx="1281">
                  <c:v>0.406913059904</c:v>
                </c:pt>
                <c:pt idx="1282">
                  <c:v>0.403435154828</c:v>
                </c:pt>
                <c:pt idx="1283">
                  <c:v>0.399961830301</c:v>
                </c:pt>
                <c:pt idx="1284">
                  <c:v>0.396494312832</c:v>
                </c:pt>
                <c:pt idx="1285">
                  <c:v>0.393033788546</c:v>
                </c:pt>
                <c:pt idx="1286">
                  <c:v>0.389581403036</c:v>
                </c:pt>
                <c:pt idx="1287">
                  <c:v>0.38613826131</c:v>
                </c:pt>
                <c:pt idx="1288">
                  <c:v>0.382705427821</c:v>
                </c:pt>
                <c:pt idx="1289">
                  <c:v>0.379283926578</c:v>
                </c:pt>
                <c:pt idx="1290">
                  <c:v>0.375874741336</c:v>
                </c:pt>
                <c:pt idx="1291">
                  <c:v>0.372478815863</c:v>
                </c:pt>
                <c:pt idx="1292">
                  <c:v>0.369097054264</c:v>
                </c:pt>
                <c:pt idx="1293">
                  <c:v>0.365730321379</c:v>
                </c:pt>
                <c:pt idx="1294">
                  <c:v>0.362379443232</c:v>
                </c:pt>
                <c:pt idx="1295">
                  <c:v>0.359045207543</c:v>
                </c:pt>
                <c:pt idx="1296">
                  <c:v>0.355728364279</c:v>
                </c:pt>
                <c:pt idx="1297">
                  <c:v>0.352429626257</c:v>
                </c:pt>
                <c:pt idx="1298">
                  <c:v>0.349149669787</c:v>
                </c:pt>
                <c:pt idx="1299">
                  <c:v>0.345889135353</c:v>
                </c:pt>
                <c:pt idx="1300">
                  <c:v>0.342648628325</c:v>
                </c:pt>
                <c:pt idx="1301">
                  <c:v>0.339428719699</c:v>
                </c:pt>
                <c:pt idx="1302">
                  <c:v>0.336229946868</c:v>
                </c:pt>
                <c:pt idx="1303">
                  <c:v>0.333052814411</c:v>
                </c:pt>
                <c:pt idx="1304">
                  <c:v>0.329897794901</c:v>
                </c:pt>
                <c:pt idx="1305">
                  <c:v>0.326765329729</c:v>
                </c:pt>
                <c:pt idx="1306">
                  <c:v>0.323655829943</c:v>
                </c:pt>
                <c:pt idx="1307">
                  <c:v>0.320569677092</c:v>
                </c:pt>
                <c:pt idx="1308">
                  <c:v>0.317507224079</c:v>
                </c:pt>
                <c:pt idx="1309">
                  <c:v>0.314468796025</c:v>
                </c:pt>
                <c:pt idx="1310">
                  <c:v>0.31145469112</c:v>
                </c:pt>
                <c:pt idx="1311">
                  <c:v>0.308465181492</c:v>
                </c:pt>
                <c:pt idx="1312">
                  <c:v>0.305500514061</c:v>
                </c:pt>
                <c:pt idx="1313">
                  <c:v>0.302560911391</c:v>
                </c:pt>
                <c:pt idx="1314">
                  <c:v>0.299646572545</c:v>
                </c:pt>
                <c:pt idx="1315">
                  <c:v>0.296757673917</c:v>
                </c:pt>
                <c:pt idx="1316">
                  <c:v>0.293894370075</c:v>
                </c:pt>
                <c:pt idx="1317">
                  <c:v>0.291056794573</c:v>
                </c:pt>
                <c:pt idx="1318">
                  <c:v>0.288245060768</c:v>
                </c:pt>
                <c:pt idx="1319">
                  <c:v>0.285459262618</c:v>
                </c:pt>
                <c:pt idx="1320">
                  <c:v>0.282699475461</c:v>
                </c:pt>
                <c:pt idx="1321">
                  <c:v>0.279965756796</c:v>
                </c:pt>
                <c:pt idx="1322">
                  <c:v>0.277258147028</c:v>
                </c:pt>
                <c:pt idx="1323">
                  <c:v>0.274576670216</c:v>
                </c:pt>
                <c:pt idx="1324">
                  <c:v>0.27192133479</c:v>
                </c:pt>
                <c:pt idx="1325">
                  <c:v>0.269292134264</c:v>
                </c:pt>
                <c:pt idx="1326">
                  <c:v>0.266689047924</c:v>
                </c:pt>
                <c:pt idx="1327">
                  <c:v>0.264112041495</c:v>
                </c:pt>
                <c:pt idx="1328">
                  <c:v>0.261561067806</c:v>
                </c:pt>
                <c:pt idx="1329">
                  <c:v>0.259036067417</c:v>
                </c:pt>
                <c:pt idx="1330">
                  <c:v>0.256536969243</c:v>
                </c:pt>
                <c:pt idx="1331">
                  <c:v>0.254063691154</c:v>
                </c:pt>
                <c:pt idx="1332">
                  <c:v>0.251616140558</c:v>
                </c:pt>
                <c:pt idx="1333">
                  <c:v>0.249194214963</c:v>
                </c:pt>
                <c:pt idx="1334">
                  <c:v>0.246797802529</c:v>
                </c:pt>
                <c:pt idx="1335">
                  <c:v>0.244426782591</c:v>
                </c:pt>
                <c:pt idx="1336">
                  <c:v>0.242081026174</c:v>
                </c:pt>
                <c:pt idx="1337">
                  <c:v>0.239760396486</c:v>
                </c:pt>
                <c:pt idx="1338">
                  <c:v>0.237464749394</c:v>
                </c:pt>
                <c:pt idx="1339">
                  <c:v>0.235193933883</c:v>
                </c:pt>
                <c:pt idx="1340">
                  <c:v>0.232947792501</c:v>
                </c:pt>
                <c:pt idx="1341">
                  <c:v>0.230726161784</c:v>
                </c:pt>
                <c:pt idx="1342">
                  <c:v>0.228528872664</c:v>
                </c:pt>
                <c:pt idx="1343">
                  <c:v>0.226355750867</c:v>
                </c:pt>
                <c:pt idx="1344">
                  <c:v>0.22420661729</c:v>
                </c:pt>
                <c:pt idx="1345">
                  <c:v>0.222081288366</c:v>
                </c:pt>
                <c:pt idx="1346">
                  <c:v>0.219979576411</c:v>
                </c:pt>
                <c:pt idx="1347">
                  <c:v>0.217901289959</c:v>
                </c:pt>
                <c:pt idx="1348">
                  <c:v>0.215846234085</c:v>
                </c:pt>
                <c:pt idx="1349">
                  <c:v>0.213814210708</c:v>
                </c:pt>
                <c:pt idx="1350">
                  <c:v>0.211805018889</c:v>
                </c:pt>
                <c:pt idx="1351">
                  <c:v>0.209818455108</c:v>
                </c:pt>
                <c:pt idx="1352">
                  <c:v>0.207854313532</c:v>
                </c:pt>
                <c:pt idx="1353">
                  <c:v>0.205912386276</c:v>
                </c:pt>
                <c:pt idx="1354">
                  <c:v>0.203992463641</c:v>
                </c:pt>
                <c:pt idx="1355">
                  <c:v>0.202094334349</c:v>
                </c:pt>
                <c:pt idx="1356">
                  <c:v>0.200217785767</c:v>
                </c:pt>
                <c:pt idx="1357">
                  <c:v>0.198362604117</c:v>
                </c:pt>
                <c:pt idx="1358">
                  <c:v>0.196528574673</c:v>
                </c:pt>
                <c:pt idx="1359">
                  <c:v>0.194715481958</c:v>
                </c:pt>
                <c:pt idx="1360">
                  <c:v>0.192923109922</c:v>
                </c:pt>
                <c:pt idx="1361">
                  <c:v>0.191151242112</c:v>
                </c:pt>
                <c:pt idx="1362">
                  <c:v>0.189399661839</c:v>
                </c:pt>
                <c:pt idx="1363">
                  <c:v>0.187668152331</c:v>
                </c:pt>
                <c:pt idx="1364">
                  <c:v>0.18595649688</c:v>
                </c:pt>
                <c:pt idx="1365">
                  <c:v>0.184264478975</c:v>
                </c:pt>
                <c:pt idx="1366">
                  <c:v>0.182591882442</c:v>
                </c:pt>
                <c:pt idx="1367">
                  <c:v>0.180938491558</c:v>
                </c:pt>
                <c:pt idx="1368">
                  <c:v>0.179304091174</c:v>
                </c:pt>
                <c:pt idx="1369">
                  <c:v>0.177688466821</c:v>
                </c:pt>
                <c:pt idx="1370">
                  <c:v>0.176091404811</c:v>
                </c:pt>
                <c:pt idx="1371">
                  <c:v>0.174512692341</c:v>
                </c:pt>
                <c:pt idx="1372">
                  <c:v>0.172952117575</c:v>
                </c:pt>
                <c:pt idx="1373">
                  <c:v>0.171409469734</c:v>
                </c:pt>
                <c:pt idx="1374">
                  <c:v>0.169884539175</c:v>
                </c:pt>
                <c:pt idx="1375">
                  <c:v>0.168377117464</c:v>
                </c:pt>
                <c:pt idx="1376">
                  <c:v>0.166886997447</c:v>
                </c:pt>
                <c:pt idx="1377">
                  <c:v>0.165413973312</c:v>
                </c:pt>
                <c:pt idx="1378">
                  <c:v>0.163957840652</c:v>
                </c:pt>
                <c:pt idx="1379">
                  <c:v>0.162518396517</c:v>
                </c:pt>
                <c:pt idx="1380">
                  <c:v>0.161095439469</c:v>
                </c:pt>
                <c:pt idx="1381">
                  <c:v>0.159688769626</c:v>
                </c:pt>
                <c:pt idx="1382">
                  <c:v>0.158298188709</c:v>
                </c:pt>
                <c:pt idx="1383">
                  <c:v>0.156923500077</c:v>
                </c:pt>
                <c:pt idx="1384">
                  <c:v>0.155564508771</c:v>
                </c:pt>
                <c:pt idx="1385">
                  <c:v>0.15422102154</c:v>
                </c:pt>
                <c:pt idx="1386">
                  <c:v>0.152892846874</c:v>
                </c:pt>
                <c:pt idx="1387">
                  <c:v>0.151579795033</c:v>
                </c:pt>
                <c:pt idx="1388">
                  <c:v>0.150281678068</c:v>
                </c:pt>
                <c:pt idx="1389">
                  <c:v>0.148998309845</c:v>
                </c:pt>
                <c:pt idx="1390">
                  <c:v>0.147729506064</c:v>
                </c:pt>
                <c:pt idx="1391">
                  <c:v>0.146475084274</c:v>
                </c:pt>
                <c:pt idx="1392">
                  <c:v>0.14523486389</c:v>
                </c:pt>
                <c:pt idx="1393">
                  <c:v>0.144008666201</c:v>
                </c:pt>
                <c:pt idx="1394">
                  <c:v>0.142796314387</c:v>
                </c:pt>
                <c:pt idx="1395">
                  <c:v>0.14159763352</c:v>
                </c:pt>
                <c:pt idx="1396">
                  <c:v>0.140412450576</c:v>
                </c:pt>
                <c:pt idx="1397">
                  <c:v>0.139240594437</c:v>
                </c:pt>
                <c:pt idx="1398">
                  <c:v>0.138081895893</c:v>
                </c:pt>
                <c:pt idx="1399">
                  <c:v>0.136936187648</c:v>
                </c:pt>
                <c:pt idx="1400">
                  <c:v>0.135803304315</c:v>
                </c:pt>
                <c:pt idx="1401">
                  <c:v>0.134683082417</c:v>
                </c:pt>
                <c:pt idx="1402">
                  <c:v>0.133575360385</c:v>
                </c:pt>
                <c:pt idx="1403">
                  <c:v>0.132479978554</c:v>
                </c:pt>
                <c:pt idx="1404">
                  <c:v>0.131396779156</c:v>
                </c:pt>
                <c:pt idx="1405">
                  <c:v>0.130325606317</c:v>
                </c:pt>
                <c:pt idx="1406">
                  <c:v>0.129266306048</c:v>
                </c:pt>
                <c:pt idx="1407">
                  <c:v>0.128218726238</c:v>
                </c:pt>
                <c:pt idx="1408">
                  <c:v>0.127182716643</c:v>
                </c:pt>
                <c:pt idx="1409">
                  <c:v>0.126158128879</c:v>
                </c:pt>
                <c:pt idx="1410">
                  <c:v>0.125144816412</c:v>
                </c:pt>
                <c:pt idx="1411">
                  <c:v>0.124142634544</c:v>
                </c:pt>
                <c:pt idx="1412">
                  <c:v>0.123151440403</c:v>
                </c:pt>
                <c:pt idx="1413">
                  <c:v>0.12217109293</c:v>
                </c:pt>
                <c:pt idx="1414">
                  <c:v>0.121201452867</c:v>
                </c:pt>
                <c:pt idx="1415">
                  <c:v>0.120242382743</c:v>
                </c:pt>
                <c:pt idx="1416">
                  <c:v>0.119293746859</c:v>
                </c:pt>
                <c:pt idx="1417">
                  <c:v>0.118355411275</c:v>
                </c:pt>
                <c:pt idx="1418">
                  <c:v>0.117427243793</c:v>
                </c:pt>
                <c:pt idx="1419">
                  <c:v>0.116509113947</c:v>
                </c:pt>
                <c:pt idx="1420">
                  <c:v>0.115600892981</c:v>
                </c:pt>
                <c:pt idx="1421">
                  <c:v>0.114702453836</c:v>
                </c:pt>
                <c:pt idx="1422">
                  <c:v>0.113813671135</c:v>
                </c:pt>
                <c:pt idx="1423">
                  <c:v>0.112934421165</c:v>
                </c:pt>
                <c:pt idx="1424">
                  <c:v>0.112064581862</c:v>
                </c:pt>
                <c:pt idx="1425">
                  <c:v>0.111204032791</c:v>
                </c:pt>
                <c:pt idx="1426">
                  <c:v>0.110352655134</c:v>
                </c:pt>
                <c:pt idx="1427">
                  <c:v>0.109510331667</c:v>
                </c:pt>
                <c:pt idx="1428">
                  <c:v>0.10867694675</c:v>
                </c:pt>
                <c:pt idx="1429">
                  <c:v>0.107852386301</c:v>
                </c:pt>
                <c:pt idx="1430">
                  <c:v>0.107036537787</c:v>
                </c:pt>
                <c:pt idx="1431">
                  <c:v>0.106229290201</c:v>
                </c:pt>
                <c:pt idx="1432">
                  <c:v>0.105430534046</c:v>
                </c:pt>
                <c:pt idx="1433">
                  <c:v>0.104640161319</c:v>
                </c:pt>
                <c:pt idx="1434">
                  <c:v>0.103858065491</c:v>
                </c:pt>
                <c:pt idx="1435">
                  <c:v>0.10308414149</c:v>
                </c:pt>
                <c:pt idx="1436">
                  <c:v>0.102318285686</c:v>
                </c:pt>
                <c:pt idx="1437">
                  <c:v>0.101560395869</c:v>
                </c:pt>
                <c:pt idx="1438">
                  <c:v>0.100810371236</c:v>
                </c:pt>
                <c:pt idx="1439">
                  <c:v>0.10006811237</c:v>
                </c:pt>
                <c:pt idx="1440">
                  <c:v>0.099333521226</c:v>
                </c:pt>
                <c:pt idx="1441">
                  <c:v>0.0986065011089</c:v>
                </c:pt>
                <c:pt idx="1442">
                  <c:v>0.0978869566611</c:v>
                </c:pt>
                <c:pt idx="1443">
                  <c:v>0.0971747938428</c:v>
                </c:pt>
                <c:pt idx="1444">
                  <c:v>0.0964699199153</c:v>
                </c:pt>
                <c:pt idx="1445">
                  <c:v>0.0957722434242</c:v>
                </c:pt>
                <c:pt idx="1446">
                  <c:v>0.0950816741823</c:v>
                </c:pt>
                <c:pt idx="1447">
                  <c:v>0.0943981232533</c:v>
                </c:pt>
                <c:pt idx="1448">
                  <c:v>0.0937215029344</c:v>
                </c:pt>
                <c:pt idx="1449">
                  <c:v>0.0930517267405</c:v>
                </c:pt>
                <c:pt idx="1450">
                  <c:v>0.0923887093874</c:v>
                </c:pt>
                <c:pt idx="1451">
                  <c:v>0.0917323667756</c:v>
                </c:pt>
                <c:pt idx="1452">
                  <c:v>0.0910826159742</c:v>
                </c:pt>
                <c:pt idx="1453">
                  <c:v>0.0904393752052</c:v>
                </c:pt>
                <c:pt idx="1454">
                  <c:v>0.0898025638269</c:v>
                </c:pt>
                <c:pt idx="1455">
                  <c:v>0.0891721023192</c:v>
                </c:pt>
                <c:pt idx="1456">
                  <c:v>0.0885479122672</c:v>
                </c:pt>
                <c:pt idx="1457">
                  <c:v>0.0879299163464</c:v>
                </c:pt>
                <c:pt idx="1458">
                  <c:v>0.0873180383072</c:v>
                </c:pt>
                <c:pt idx="1459">
                  <c:v>0.0867122029596</c:v>
                </c:pt>
                <c:pt idx="1460">
                  <c:v>0.0861123361591</c:v>
                </c:pt>
                <c:pt idx="1461">
                  <c:v>0.0855183647909</c:v>
                </c:pt>
                <c:pt idx="1462">
                  <c:v>0.0849302167561</c:v>
                </c:pt>
                <c:pt idx="1463">
                  <c:v>0.0843478209569</c:v>
                </c:pt>
                <c:pt idx="1464">
                  <c:v>0.0837711072825</c:v>
                </c:pt>
                <c:pt idx="1465">
                  <c:v>0.0832000065948</c:v>
                </c:pt>
                <c:pt idx="1466">
                  <c:v>0.0826344507149</c:v>
                </c:pt>
                <c:pt idx="1467">
                  <c:v>0.0820743724087</c:v>
                </c:pt>
                <c:pt idx="1468">
                  <c:v>0.0815197053739</c:v>
                </c:pt>
                <c:pt idx="1469">
                  <c:v>0.0809703842262</c:v>
                </c:pt>
                <c:pt idx="1470">
                  <c:v>0.0804263444863</c:v>
                </c:pt>
                <c:pt idx="1471">
                  <c:v>0.0798875225664</c:v>
                </c:pt>
                <c:pt idx="1472">
                  <c:v>0.0793538557578</c:v>
                </c:pt>
                <c:pt idx="1473">
                  <c:v>0.0788252822178</c:v>
                </c:pt>
                <c:pt idx="1474">
                  <c:v>0.078301740957</c:v>
                </c:pt>
                <c:pt idx="1475">
                  <c:v>0.0777831718274</c:v>
                </c:pt>
                <c:pt idx="1476">
                  <c:v>0.0772695155093</c:v>
                </c:pt>
                <c:pt idx="1477">
                  <c:v>0.0767607135</c:v>
                </c:pt>
                <c:pt idx="1478">
                  <c:v>0.0762567081013</c:v>
                </c:pt>
                <c:pt idx="1479">
                  <c:v>0.0757574424081</c:v>
                </c:pt>
                <c:pt idx="1480">
                  <c:v>0.0752628602964</c:v>
                </c:pt>
                <c:pt idx="1481">
                  <c:v>0.0747729064123</c:v>
                </c:pt>
                <c:pt idx="1482">
                  <c:v>0.07428752616</c:v>
                </c:pt>
                <c:pt idx="1483">
                  <c:v>0.0738066656916</c:v>
                </c:pt>
                <c:pt idx="1484">
                  <c:v>0.0733302718951</c:v>
                </c:pt>
                <c:pt idx="1485">
                  <c:v>0.0728582923843</c:v>
                </c:pt>
                <c:pt idx="1486">
                  <c:v>0.0723906754879</c:v>
                </c:pt>
                <c:pt idx="1487">
                  <c:v>0.0719273702386</c:v>
                </c:pt>
                <c:pt idx="1488">
                  <c:v>0.0714683263633</c:v>
                </c:pt>
                <c:pt idx="1489">
                  <c:v>0.0710134942724</c:v>
                </c:pt>
                <c:pt idx="1490">
                  <c:v>0.0705628250502</c:v>
                </c:pt>
                <c:pt idx="1491">
                  <c:v>0.0701162704444</c:v>
                </c:pt>
                <c:pt idx="1492">
                  <c:v>0.0696737828564</c:v>
                </c:pt>
                <c:pt idx="1493">
                  <c:v>0.0692353153322</c:v>
                </c:pt>
                <c:pt idx="1494">
                  <c:v>0.0688008215522</c:v>
                </c:pt>
                <c:pt idx="1495">
                  <c:v>0.0683702558221</c:v>
                </c:pt>
                <c:pt idx="1496">
                  <c:v>0.0679435730638</c:v>
                </c:pt>
                <c:pt idx="1497">
                  <c:v>0.067520728806</c:v>
                </c:pt>
                <c:pt idx="1498">
                  <c:v>0.0671016791756</c:v>
                </c:pt>
                <c:pt idx="1499">
                  <c:v>0.0666863808885</c:v>
                </c:pt>
                <c:pt idx="1500">
                  <c:v>0.0662747912411</c:v>
                </c:pt>
                <c:pt idx="1501">
                  <c:v>0.0658668681015</c:v>
                </c:pt>
                <c:pt idx="1502">
                  <c:v>0.0654625699017</c:v>
                </c:pt>
                <c:pt idx="1503">
                  <c:v>0.0650618556283</c:v>
                </c:pt>
                <c:pt idx="1504">
                  <c:v>0.0646646848151</c:v>
                </c:pt>
                <c:pt idx="1505">
                  <c:v>0.0642710175348</c:v>
                </c:pt>
                <c:pt idx="1506">
                  <c:v>0.0638808143909</c:v>
                </c:pt>
                <c:pt idx="1507">
                  <c:v>0.0634940365101</c:v>
                </c:pt>
                <c:pt idx="1508">
                  <c:v>0.0631106455343</c:v>
                </c:pt>
                <c:pt idx="1509">
                  <c:v>0.0627306036133</c:v>
                </c:pt>
                <c:pt idx="1510">
                  <c:v>0.0623538733973</c:v>
                </c:pt>
                <c:pt idx="1511">
                  <c:v>0.0619804180294</c:v>
                </c:pt>
                <c:pt idx="1512">
                  <c:v>0.0616102011383</c:v>
                </c:pt>
                <c:pt idx="1513">
                  <c:v>0.0612431868315</c:v>
                </c:pt>
                <c:pt idx="1514">
                  <c:v>0.0608793396878</c:v>
                </c:pt>
                <c:pt idx="1515">
                  <c:v>0.0605186247507</c:v>
                </c:pt>
                <c:pt idx="1516">
                  <c:v>0.0601610075216</c:v>
                </c:pt>
                <c:pt idx="1517">
                  <c:v>0.059806453953</c:v>
                </c:pt>
                <c:pt idx="1518">
                  <c:v>0.0594549304418</c:v>
                </c:pt>
                <c:pt idx="1519">
                  <c:v>0.059106403823</c:v>
                </c:pt>
                <c:pt idx="1520">
                  <c:v>0.058760841363</c:v>
                </c:pt>
                <c:pt idx="1521">
                  <c:v>0.0584182107537</c:v>
                </c:pt>
                <c:pt idx="1522">
                  <c:v>0.0580784801059</c:v>
                </c:pt>
                <c:pt idx="1523">
                  <c:v>0.0577416179437</c:v>
                </c:pt>
                <c:pt idx="1524">
                  <c:v>0.0574075931976</c:v>
                </c:pt>
                <c:pt idx="1525">
                  <c:v>0.0570763751996</c:v>
                </c:pt>
                <c:pt idx="1526">
                  <c:v>0.0567479336768</c:v>
                </c:pt>
                <c:pt idx="1527">
                  <c:v>0.0564222387454</c:v>
                </c:pt>
                <c:pt idx="1528">
                  <c:v>0.0560992609059</c:v>
                </c:pt>
                <c:pt idx="1529">
                  <c:v>0.0557789710367</c:v>
                </c:pt>
                <c:pt idx="1530">
                  <c:v>0.0554613403891</c:v>
                </c:pt>
                <c:pt idx="1531">
                  <c:v>0.0551463405816</c:v>
                </c:pt>
                <c:pt idx="1532">
                  <c:v>0.0548339435949</c:v>
                </c:pt>
                <c:pt idx="1533">
                  <c:v>0.0545241217665</c:v>
                </c:pt>
                <c:pt idx="1534">
                  <c:v>0.0542168477856</c:v>
                </c:pt>
                <c:pt idx="1535">
                  <c:v>0.0539120946877</c:v>
                </c:pt>
                <c:pt idx="1536">
                  <c:v>0.0536098358504</c:v>
                </c:pt>
                <c:pt idx="1537">
                  <c:v>0.0533100449876</c:v>
                </c:pt>
                <c:pt idx="1538">
                  <c:v>0.0530126961453</c:v>
                </c:pt>
                <c:pt idx="1539">
                  <c:v>0.0527177636964</c:v>
                </c:pt>
                <c:pt idx="1540">
                  <c:v>0.0524252223365</c:v>
                </c:pt>
                <c:pt idx="1541">
                  <c:v>0.0521350470788</c:v>
                </c:pt>
                <c:pt idx="1542">
                  <c:v>0.0518472132497</c:v>
                </c:pt>
                <c:pt idx="1543">
                  <c:v>0.0515616964846</c:v>
                </c:pt>
                <c:pt idx="1544">
                  <c:v>0.0512784727232</c:v>
                </c:pt>
                <c:pt idx="1545">
                  <c:v>0.0509975182052</c:v>
                </c:pt>
                <c:pt idx="1546">
                  <c:v>0.0507188094662</c:v>
                </c:pt>
                <c:pt idx="1547">
                  <c:v>0.0504423233331</c:v>
                </c:pt>
                <c:pt idx="1548">
                  <c:v>0.0501680369207</c:v>
                </c:pt>
                <c:pt idx="1549">
                  <c:v>0.0498959276268</c:v>
                </c:pt>
                <c:pt idx="1550">
                  <c:v>0.0496259731287</c:v>
                </c:pt>
                <c:pt idx="1551">
                  <c:v>0.0493581513792</c:v>
                </c:pt>
                <c:pt idx="1552">
                  <c:v>0.0490924406025</c:v>
                </c:pt>
                <c:pt idx="1553">
                  <c:v>0.0488288192904</c:v>
                </c:pt>
                <c:pt idx="1554">
                  <c:v>0.048567266199</c:v>
                </c:pt>
                <c:pt idx="1555">
                  <c:v>0.0483077603443</c:v>
                </c:pt>
                <c:pt idx="1556">
                  <c:v>0.048050280999</c:v>
                </c:pt>
                <c:pt idx="1557">
                  <c:v>0.0477948076888</c:v>
                </c:pt>
                <c:pt idx="1558">
                  <c:v>0.0475413201888</c:v>
                </c:pt>
                <c:pt idx="1559">
                  <c:v>0.0472897985199</c:v>
                </c:pt>
                <c:pt idx="1560">
                  <c:v>0.0470402229459</c:v>
                </c:pt>
                <c:pt idx="1561">
                  <c:v>0.0467925739693</c:v>
                </c:pt>
                <c:pt idx="1562">
                  <c:v>0.0465468323287</c:v>
                </c:pt>
                <c:pt idx="1563">
                  <c:v>0.0463029789951</c:v>
                </c:pt>
                <c:pt idx="1564">
                  <c:v>0.0460609951689</c:v>
                </c:pt>
                <c:pt idx="1565">
                  <c:v>0.0458208622766</c:v>
                </c:pt>
                <c:pt idx="1566">
                  <c:v>0.0455825619676</c:v>
                </c:pt>
                <c:pt idx="1567">
                  <c:v>0.0453460761112</c:v>
                </c:pt>
                <c:pt idx="1568">
                  <c:v>0.0451113867938</c:v>
                </c:pt>
                <c:pt idx="1569">
                  <c:v>0.0448784763156</c:v>
                </c:pt>
                <c:pt idx="1570">
                  <c:v>0.0446473271875</c:v>
                </c:pt>
                <c:pt idx="1571">
                  <c:v>0.0444179221288</c:v>
                </c:pt>
                <c:pt idx="1572">
                  <c:v>0.0441902440638</c:v>
                </c:pt>
                <c:pt idx="1573">
                  <c:v>0.0439642761193</c:v>
                </c:pt>
                <c:pt idx="1574">
                  <c:v>0.0437400016216</c:v>
                </c:pt>
                <c:pt idx="1575">
                  <c:v>0.0435174040939</c:v>
                </c:pt>
                <c:pt idx="1576">
                  <c:v>0.0432964672539</c:v>
                </c:pt>
                <c:pt idx="1577">
                  <c:v>0.0430771750103</c:v>
                </c:pt>
                <c:pt idx="1578">
                  <c:v>0.0428595114614</c:v>
                </c:pt>
                <c:pt idx="1579">
                  <c:v>0.0426434608914</c:v>
                </c:pt>
                <c:pt idx="1580">
                  <c:v>0.0424290077686</c:v>
                </c:pt>
                <c:pt idx="1581">
                  <c:v>0.0422161367427</c:v>
                </c:pt>
                <c:pt idx="1582">
                  <c:v>0.0420048326422</c:v>
                </c:pt>
                <c:pt idx="1583">
                  <c:v>0.0417950804723</c:v>
                </c:pt>
                <c:pt idx="1584">
                  <c:v>0.0415868654121</c:v>
                </c:pt>
                <c:pt idx="1585">
                  <c:v>0.0413801728128</c:v>
                </c:pt>
                <c:pt idx="1586">
                  <c:v>0.0411749881948</c:v>
                </c:pt>
                <c:pt idx="1587">
                  <c:v>0.040971297246</c:v>
                </c:pt>
                <c:pt idx="1588">
                  <c:v>0.040769085819</c:v>
                </c:pt>
                <c:pt idx="1589">
                  <c:v>0.0405683399295</c:v>
                </c:pt>
                <c:pt idx="1590">
                  <c:v>0.0403690457534</c:v>
                </c:pt>
                <c:pt idx="1591">
                  <c:v>0.0401711896255</c:v>
                </c:pt>
                <c:pt idx="1592">
                  <c:v>0.0399747580368</c:v>
                </c:pt>
                <c:pt idx="1593">
                  <c:v>0.0397797376324</c:v>
                </c:pt>
                <c:pt idx="1594">
                  <c:v>0.0395861152098</c:v>
                </c:pt>
                <c:pt idx="1595">
                  <c:v>0.0393938777168</c:v>
                </c:pt>
                <c:pt idx="1596">
                  <c:v>0.0392030122494</c:v>
                </c:pt>
                <c:pt idx="1597">
                  <c:v>0.0390135060498</c:v>
                </c:pt>
                <c:pt idx="1598">
                  <c:v>0.0388253465045</c:v>
                </c:pt>
                <c:pt idx="1599">
                  <c:v>0.0386385211427</c:v>
                </c:pt>
                <c:pt idx="1600">
                  <c:v>0.0384530176341</c:v>
                </c:pt>
                <c:pt idx="1601">
                  <c:v>0.0382688237869</c:v>
                </c:pt>
                <c:pt idx="1602">
                  <c:v>0.0380859275467</c:v>
                </c:pt>
                <c:pt idx="1603">
                  <c:v>0.0379043169937</c:v>
                </c:pt>
                <c:pt idx="1604">
                  <c:v>0.037723980342</c:v>
                </c:pt>
                <c:pt idx="1605">
                  <c:v>0.037544905937</c:v>
                </c:pt>
                <c:pt idx="1606">
                  <c:v>0.0373670822541</c:v>
                </c:pt>
                <c:pt idx="1607">
                  <c:v>0.037190497897</c:v>
                </c:pt>
                <c:pt idx="1608">
                  <c:v>0.0370151415959</c:v>
                </c:pt>
                <c:pt idx="1609">
                  <c:v>0.0368410022061</c:v>
                </c:pt>
                <c:pt idx="1610">
                  <c:v>0.0366680687061</c:v>
                </c:pt>
                <c:pt idx="1611">
                  <c:v>0.0364963301962</c:v>
                </c:pt>
                <c:pt idx="1612">
                  <c:v>0.0363257758968</c:v>
                </c:pt>
                <c:pt idx="1613">
                  <c:v>0.0361563951471</c:v>
                </c:pt>
                <c:pt idx="1614">
                  <c:v>0.035988177403</c:v>
                </c:pt>
                <c:pt idx="1615">
                  <c:v>0.0358211122366</c:v>
                </c:pt>
                <c:pt idx="1616">
                  <c:v>0.0356551893336</c:v>
                </c:pt>
                <c:pt idx="1617">
                  <c:v>0.0354903984927</c:v>
                </c:pt>
                <c:pt idx="1618">
                  <c:v>0.0353267296237</c:v>
                </c:pt>
                <c:pt idx="1619">
                  <c:v>0.0351641727462</c:v>
                </c:pt>
                <c:pt idx="1620">
                  <c:v>0.0350027179882</c:v>
                </c:pt>
                <c:pt idx="1621">
                  <c:v>0.034842355585</c:v>
                </c:pt>
                <c:pt idx="1622">
                  <c:v>0.0346830758772</c:v>
                </c:pt>
                <c:pt idx="1623">
                  <c:v>0.0345248693101</c:v>
                </c:pt>
                <c:pt idx="1624">
                  <c:v>0.0343677264317</c:v>
                </c:pt>
                <c:pt idx="1625">
                  <c:v>0.0342116378921</c:v>
                </c:pt>
                <c:pt idx="1626">
                  <c:v>0.0340565944417</c:v>
                </c:pt>
                <c:pt idx="1627">
                  <c:v>0.03390258693</c:v>
                </c:pt>
                <c:pt idx="1628">
                  <c:v>0.0337496063045</c:v>
                </c:pt>
                <c:pt idx="1629">
                  <c:v>0.0335976436096</c:v>
                </c:pt>
                <c:pt idx="1630">
                  <c:v>0.033446689985</c:v>
                </c:pt>
                <c:pt idx="1631">
                  <c:v>0.0332967366648</c:v>
                </c:pt>
                <c:pt idx="1632">
                  <c:v>0.0331477749763</c:v>
                </c:pt>
                <c:pt idx="1633">
                  <c:v>0.0329997963388</c:v>
                </c:pt>
                <c:pt idx="1634">
                  <c:v>0.0328527922623</c:v>
                </c:pt>
                <c:pt idx="1635">
                  <c:v>0.0327067543467</c:v>
                </c:pt>
                <c:pt idx="1636">
                  <c:v>0.0325616742805</c:v>
                </c:pt>
                <c:pt idx="1637">
                  <c:v>0.0324175438397</c:v>
                </c:pt>
                <c:pt idx="1638">
                  <c:v>0.0322743548866</c:v>
                </c:pt>
                <c:pt idx="1639">
                  <c:v>0.032132099369</c:v>
                </c:pt>
                <c:pt idx="1640">
                  <c:v>0.0319907693191</c:v>
                </c:pt>
                <c:pt idx="1641">
                  <c:v>0.0318503568523</c:v>
                </c:pt>
                <c:pt idx="1642">
                  <c:v>0.0317108541662</c:v>
                </c:pt>
                <c:pt idx="1643">
                  <c:v>0.0315722535399</c:v>
                </c:pt>
                <c:pt idx="1644">
                  <c:v>0.0314345473325</c:v>
                </c:pt>
                <c:pt idx="1645">
                  <c:v>0.0312977279825</c:v>
                </c:pt>
                <c:pt idx="1646">
                  <c:v>0.0311617880069</c:v>
                </c:pt>
                <c:pt idx="1647">
                  <c:v>0.0310267199999</c:v>
                </c:pt>
                <c:pt idx="1648">
                  <c:v>0.0308925166321</c:v>
                </c:pt>
                <c:pt idx="1649">
                  <c:v>0.0307591706497</c:v>
                </c:pt>
                <c:pt idx="1650">
                  <c:v>0.0306266748736</c:v>
                </c:pt>
                <c:pt idx="1651">
                  <c:v>0.0304950221981</c:v>
                </c:pt>
                <c:pt idx="1652">
                  <c:v>0.0303642055907</c:v>
                </c:pt>
                <c:pt idx="1653">
                  <c:v>0.0302342180906</c:v>
                </c:pt>
                <c:pt idx="1654">
                  <c:v>0.0301050528081</c:v>
                </c:pt>
                <c:pt idx="1655">
                  <c:v>0.0299767029237</c:v>
                </c:pt>
                <c:pt idx="1656">
                  <c:v>0.0298491616874</c:v>
                </c:pt>
                <c:pt idx="1657">
                  <c:v>0.0297224224176</c:v>
                </c:pt>
                <c:pt idx="1658">
                  <c:v>0.0295964785006</c:v>
                </c:pt>
                <c:pt idx="1659">
                  <c:v>0.0294713233895</c:v>
                </c:pt>
                <c:pt idx="1660">
                  <c:v>0.0293469506036</c:v>
                </c:pt>
                <c:pt idx="1661">
                  <c:v>0.0292233537275</c:v>
                </c:pt>
                <c:pt idx="1662">
                  <c:v>0.0291005264104</c:v>
                </c:pt>
                <c:pt idx="1663">
                  <c:v>0.0289784623654</c:v>
                </c:pt>
                <c:pt idx="1664">
                  <c:v>0.0288571553685</c:v>
                </c:pt>
                <c:pt idx="1665">
                  <c:v>0.028736599258</c:v>
                </c:pt>
                <c:pt idx="1666">
                  <c:v>0.0286167879339</c:v>
                </c:pt>
                <c:pt idx="1667">
                  <c:v>0.0284977153571</c:v>
                </c:pt>
                <c:pt idx="1668">
                  <c:v>0.0283793755485</c:v>
                </c:pt>
                <c:pt idx="1669">
                  <c:v>0.0282617625885</c:v>
                </c:pt>
                <c:pt idx="1670">
                  <c:v>0.0281448706163</c:v>
                </c:pt>
                <c:pt idx="1671">
                  <c:v>0.0280286938289</c:v>
                </c:pt>
                <c:pt idx="1672">
                  <c:v>0.0279132264811</c:v>
                </c:pt>
                <c:pt idx="1673">
                  <c:v>0.027798462884</c:v>
                </c:pt>
                <c:pt idx="1674">
                  <c:v>0.027684397405</c:v>
                </c:pt>
                <c:pt idx="1675">
                  <c:v>0.027571024467</c:v>
                </c:pt>
                <c:pt idx="1676">
                  <c:v>0.0274583385472</c:v>
                </c:pt>
                <c:pt idx="1677">
                  <c:v>0.0273463341775</c:v>
                </c:pt>
                <c:pt idx="1678">
                  <c:v>0.027235005943</c:v>
                </c:pt>
                <c:pt idx="1679">
                  <c:v>0.0271243484816</c:v>
                </c:pt>
                <c:pt idx="1680">
                  <c:v>0.0270143564836</c:v>
                </c:pt>
                <c:pt idx="1681">
                  <c:v>0.0269050246912</c:v>
                </c:pt>
                <c:pt idx="1682">
                  <c:v>0.0267963478972</c:v>
                </c:pt>
                <c:pt idx="1683">
                  <c:v>0.0266883209454</c:v>
                </c:pt>
                <c:pt idx="1684">
                  <c:v>0.0265809387292</c:v>
                </c:pt>
                <c:pt idx="1685">
                  <c:v>0.0264741961915</c:v>
                </c:pt>
                <c:pt idx="1686">
                  <c:v>0.0263680883239</c:v>
                </c:pt>
                <c:pt idx="1687">
                  <c:v>0.0262626101663</c:v>
                </c:pt>
                <c:pt idx="1688">
                  <c:v>0.0261577568063</c:v>
                </c:pt>
                <c:pt idx="1689">
                  <c:v>0.0260535233786</c:v>
                </c:pt>
                <c:pt idx="1690">
                  <c:v>0.0259499050646</c:v>
                </c:pt>
                <c:pt idx="1691">
                  <c:v>0.0258468970917</c:v>
                </c:pt>
                <c:pt idx="1692">
                  <c:v>0.0257444947329</c:v>
                </c:pt>
                <c:pt idx="1693">
                  <c:v>0.0256426933064</c:v>
                </c:pt>
                <c:pt idx="1694">
                  <c:v>0.0255414881746</c:v>
                </c:pt>
                <c:pt idx="1695">
                  <c:v>0.0254408747444</c:v>
                </c:pt>
                <c:pt idx="1696">
                  <c:v>0.0253408484658</c:v>
                </c:pt>
                <c:pt idx="1697">
                  <c:v>0.0252414048324</c:v>
                </c:pt>
                <c:pt idx="1698">
                  <c:v>0.0251425393798</c:v>
                </c:pt>
                <c:pt idx="1699">
                  <c:v>0.0250442476861</c:v>
                </c:pt>
                <c:pt idx="1700">
                  <c:v>0.0249465253711</c:v>
                </c:pt>
                <c:pt idx="1701">
                  <c:v>0.0248493680954</c:v>
                </c:pt>
                <c:pt idx="1702">
                  <c:v>0.0247527715608</c:v>
                </c:pt>
                <c:pt idx="1703">
                  <c:v>0.024656731509</c:v>
                </c:pt>
                <c:pt idx="1704">
                  <c:v>0.0245612437216</c:v>
                </c:pt>
                <c:pt idx="1705">
                  <c:v>0.0244663040199</c:v>
                </c:pt>
                <c:pt idx="1706">
                  <c:v>0.0243719082636</c:v>
                </c:pt>
                <c:pt idx="1707">
                  <c:v>0.0242780523515</c:v>
                </c:pt>
                <c:pt idx="1708">
                  <c:v>0.0241847322202</c:v>
                </c:pt>
                <c:pt idx="1709">
                  <c:v>0.024091943844</c:v>
                </c:pt>
                <c:pt idx="1710">
                  <c:v>0.0239996832344</c:v>
                </c:pt>
                <c:pt idx="1711">
                  <c:v>0.02390794644</c:v>
                </c:pt>
                <c:pt idx="1712">
                  <c:v>0.0238167295458</c:v>
                </c:pt>
                <c:pt idx="1713">
                  <c:v>0.0237260286726</c:v>
                </c:pt>
                <c:pt idx="1714">
                  <c:v>0.0236358399772</c:v>
                </c:pt>
                <c:pt idx="1715">
                  <c:v>0.0235461596516</c:v>
                </c:pt>
                <c:pt idx="1716">
                  <c:v>0.0234569839226</c:v>
                </c:pt>
                <c:pt idx="1717">
                  <c:v>0.0233683090515</c:v>
                </c:pt>
                <c:pt idx="1718">
                  <c:v>0.023280131334</c:v>
                </c:pt>
                <c:pt idx="1719">
                  <c:v>0.0231924470994</c:v>
                </c:pt>
                <c:pt idx="1720">
                  <c:v>0.0231052527104</c:v>
                </c:pt>
                <c:pt idx="1721">
                  <c:v>0.0230185445627</c:v>
                </c:pt>
                <c:pt idx="1722">
                  <c:v>0.022932319085</c:v>
                </c:pt>
                <c:pt idx="1723">
                  <c:v>0.022846572738</c:v>
                </c:pt>
                <c:pt idx="1724">
                  <c:v>0.0227613020147</c:v>
                </c:pt>
                <c:pt idx="1725">
                  <c:v>0.0226765034396</c:v>
                </c:pt>
                <c:pt idx="1726">
                  <c:v>0.0225921735684</c:v>
                </c:pt>
                <c:pt idx="1727">
                  <c:v>0.0225083089882</c:v>
                </c:pt>
                <c:pt idx="1728">
                  <c:v>0.0224249063163</c:v>
                </c:pt>
                <c:pt idx="1729">
                  <c:v>0.0223419622007</c:v>
                </c:pt>
                <c:pt idx="1730">
                  <c:v>0.0222594733192</c:v>
                </c:pt>
                <c:pt idx="1731">
                  <c:v>0.0221774363794</c:v>
                </c:pt>
                <c:pt idx="1732">
                  <c:v>0.0220958481181</c:v>
                </c:pt>
                <c:pt idx="1733">
                  <c:v>0.0220147053016</c:v>
                </c:pt>
                <c:pt idx="1734">
                  <c:v>0.0219340047244</c:v>
                </c:pt>
                <c:pt idx="1735">
                  <c:v>0.02185374321</c:v>
                </c:pt>
                <c:pt idx="1736">
                  <c:v>0.0217739176096</c:v>
                </c:pt>
                <c:pt idx="1737">
                  <c:v>0.0216945248026</c:v>
                </c:pt>
                <c:pt idx="1738">
                  <c:v>0.0216155616959</c:v>
                </c:pt>
                <c:pt idx="1739">
                  <c:v>0.0215370252236</c:v>
                </c:pt>
                <c:pt idx="1740">
                  <c:v>0.0214589123469</c:v>
                </c:pt>
                <c:pt idx="1741">
                  <c:v>0.0213812200536</c:v>
                </c:pt>
                <c:pt idx="1742">
                  <c:v>0.0213039453581</c:v>
                </c:pt>
                <c:pt idx="1743">
                  <c:v>0.0212270853008</c:v>
                </c:pt>
                <c:pt idx="1744">
                  <c:v>0.0211506369483</c:v>
                </c:pt>
                <c:pt idx="1745">
                  <c:v>0.0210745973924</c:v>
                </c:pt>
                <c:pt idx="1746">
                  <c:v>0.0209989637506</c:v>
                </c:pt>
                <c:pt idx="1747">
                  <c:v>0.0209237331654</c:v>
                </c:pt>
                <c:pt idx="1748">
                  <c:v>0.0208489028041</c:v>
                </c:pt>
                <c:pt idx="1749">
                  <c:v>0.0207744698586</c:v>
                </c:pt>
                <c:pt idx="1750">
                  <c:v>0.0207004315453</c:v>
                </c:pt>
                <c:pt idx="1751">
                  <c:v>0.0206267851044</c:v>
                </c:pt>
                <c:pt idx="1752">
                  <c:v>0.0205535278001</c:v>
                </c:pt>
                <c:pt idx="1753">
                  <c:v>0.0204806569202</c:v>
                </c:pt>
                <c:pt idx="1754">
                  <c:v>0.0204081697759</c:v>
                </c:pt>
                <c:pt idx="1755">
                  <c:v>0.0203360637014</c:v>
                </c:pt>
                <c:pt idx="1756">
                  <c:v>0.0202643360539</c:v>
                </c:pt>
                <c:pt idx="1757">
                  <c:v>0.020192984213</c:v>
                </c:pt>
                <c:pt idx="1758">
                  <c:v>0.0201220055811</c:v>
                </c:pt>
                <c:pt idx="1759">
                  <c:v>0.0200513975824</c:v>
                </c:pt>
                <c:pt idx="1760">
                  <c:v>0.0199811576635</c:v>
                </c:pt>
                <c:pt idx="1761">
                  <c:v>0.0199112832922</c:v>
                </c:pt>
                <c:pt idx="1762">
                  <c:v>0.0198417719584</c:v>
                </c:pt>
                <c:pt idx="1763">
                  <c:v>0.0197726211729</c:v>
                </c:pt>
                <c:pt idx="1764">
                  <c:v>0.0197038284676</c:v>
                </c:pt>
                <c:pt idx="1765">
                  <c:v>0.0196353913957</c:v>
                </c:pt>
                <c:pt idx="1766">
                  <c:v>0.0195673075305</c:v>
                </c:pt>
                <c:pt idx="1767">
                  <c:v>0.0194995744662</c:v>
                </c:pt>
                <c:pt idx="1768">
                  <c:v>0.0194321898171</c:v>
                </c:pt>
                <c:pt idx="1769">
                  <c:v>0.0193651512175</c:v>
                </c:pt>
                <c:pt idx="1770">
                  <c:v>0.0192984563216</c:v>
                </c:pt>
                <c:pt idx="1771">
                  <c:v>0.0192321028033</c:v>
                </c:pt>
                <c:pt idx="1772">
                  <c:v>0.0191660883561</c:v>
                </c:pt>
                <c:pt idx="1773">
                  <c:v>0.0191004106924</c:v>
                </c:pt>
                <c:pt idx="1774">
                  <c:v>0.019035067544</c:v>
                </c:pt>
                <c:pt idx="1775">
                  <c:v>0.0189700566614</c:v>
                </c:pt>
                <c:pt idx="1776">
                  <c:v>0.0189053758141</c:v>
                </c:pt>
                <c:pt idx="1777">
                  <c:v>0.0188410227897</c:v>
                </c:pt>
                <c:pt idx="1778">
                  <c:v>0.0187769953945</c:v>
                </c:pt>
                <c:pt idx="1779">
                  <c:v>0.0187132914527</c:v>
                </c:pt>
                <c:pt idx="1780">
                  <c:v>0.0186499088067</c:v>
                </c:pt>
                <c:pt idx="1781">
                  <c:v>0.0185868453166</c:v>
                </c:pt>
                <c:pt idx="1782">
                  <c:v>0.0185240988601</c:v>
                </c:pt>
                <c:pt idx="1783">
                  <c:v>0.0184616673323</c:v>
                </c:pt>
                <c:pt idx="1784">
                  <c:v>0.0183995486459</c:v>
                </c:pt>
                <c:pt idx="1785">
                  <c:v>0.0183377407302</c:v>
                </c:pt>
                <c:pt idx="1786">
                  <c:v>0.018276241532</c:v>
                </c:pt>
                <c:pt idx="1787">
                  <c:v>0.0182150490145</c:v>
                </c:pt>
                <c:pt idx="1788">
                  <c:v>0.0181541611577</c:v>
                </c:pt>
                <c:pt idx="1789">
                  <c:v>0.018093575958</c:v>
                </c:pt>
                <c:pt idx="1790">
                  <c:v>0.0180332914281</c:v>
                </c:pt>
                <c:pt idx="1791">
                  <c:v>0.017973305597</c:v>
                </c:pt>
                <c:pt idx="1792">
                  <c:v>0.0179136165094</c:v>
                </c:pt>
                <c:pt idx="1793">
                  <c:v>0.0178542222261</c:v>
                </c:pt>
                <c:pt idx="1794">
                  <c:v>0.0177951208234</c:v>
                </c:pt>
                <c:pt idx="1795">
                  <c:v>0.0177363103933</c:v>
                </c:pt>
                <c:pt idx="1796">
                  <c:v>0.0176777890432</c:v>
                </c:pt>
                <c:pt idx="1797">
                  <c:v>0.0176195548954</c:v>
                </c:pt>
                <c:pt idx="1798">
                  <c:v>0.0175616060877</c:v>
                </c:pt>
                <c:pt idx="1799">
                  <c:v>0.0175039407727</c:v>
                </c:pt>
                <c:pt idx="1800">
                  <c:v>0.0174465571177</c:v>
                </c:pt>
                <c:pt idx="1801">
                  <c:v>0.0173894533048</c:v>
                </c:pt>
                <c:pt idx="1802">
                  <c:v>0.0173326275306</c:v>
                </c:pt>
                <c:pt idx="1803">
                  <c:v>0.017276078006</c:v>
                </c:pt>
                <c:pt idx="1804">
                  <c:v>0.0172198029563</c:v>
                </c:pt>
                <c:pt idx="1805">
                  <c:v>0.0171638006208</c:v>
                </c:pt>
                <c:pt idx="1806">
                  <c:v>0.0171080692528</c:v>
                </c:pt>
                <c:pt idx="1807">
                  <c:v>0.0170526071195</c:v>
                </c:pt>
                <c:pt idx="1808">
                  <c:v>0.0169974125019</c:v>
                </c:pt>
                <c:pt idx="1809">
                  <c:v>0.0169424836943</c:v>
                </c:pt>
                <c:pt idx="1810">
                  <c:v>0.0168878190047</c:v>
                </c:pt>
                <c:pt idx="1811">
                  <c:v>0.0168334167545</c:v>
                </c:pt>
                <c:pt idx="1812">
                  <c:v>0.016779275278</c:v>
                </c:pt>
                <c:pt idx="1813">
                  <c:v>0.016725392923</c:v>
                </c:pt>
                <c:pt idx="1814">
                  <c:v>0.01667176805</c:v>
                </c:pt>
                <c:pt idx="1815">
                  <c:v>0.0166183990324</c:v>
                </c:pt>
                <c:pt idx="1816">
                  <c:v>0.0165652842562</c:v>
                </c:pt>
                <c:pt idx="1817">
                  <c:v>0.0165124221203</c:v>
                </c:pt>
                <c:pt idx="1818">
                  <c:v>0.016459811036</c:v>
                </c:pt>
                <c:pt idx="1819">
                  <c:v>0.0164074494267</c:v>
                </c:pt>
                <c:pt idx="1820">
                  <c:v>0.0163553357283</c:v>
                </c:pt>
                <c:pt idx="1821">
                  <c:v>0.016303468389</c:v>
                </c:pt>
                <c:pt idx="1822">
                  <c:v>0.0162518458687</c:v>
                </c:pt>
                <c:pt idx="1823">
                  <c:v>0.0162004666395</c:v>
                </c:pt>
                <c:pt idx="1824">
                  <c:v>0.016149329185</c:v>
                </c:pt>
                <c:pt idx="1825">
                  <c:v>0.0160984320009</c:v>
                </c:pt>
                <c:pt idx="1826">
                  <c:v>0.0160477735942</c:v>
                </c:pt>
                <c:pt idx="1827">
                  <c:v>0.0159973524835</c:v>
                </c:pt>
                <c:pt idx="1828">
                  <c:v>0.0159471671988</c:v>
                </c:pt>
                <c:pt idx="1829">
                  <c:v>0.0158972162813</c:v>
                </c:pt>
                <c:pt idx="1830">
                  <c:v>0.0158474982836</c:v>
                </c:pt>
                <c:pt idx="1831">
                  <c:v>0.0157980117691</c:v>
                </c:pt>
                <c:pt idx="1832">
                  <c:v>0.0157487553123</c:v>
                </c:pt>
                <c:pt idx="1833">
                  <c:v>0.0156997274987</c:v>
                </c:pt>
                <c:pt idx="1834">
                  <c:v>0.0156509269244</c:v>
                </c:pt>
                <c:pt idx="1835">
                  <c:v>0.0156023521961</c:v>
                </c:pt>
                <c:pt idx="1836">
                  <c:v>0.0155540019314</c:v>
                </c:pt>
                <c:pt idx="1837">
                  <c:v>0.0155058747582</c:v>
                </c:pt>
                <c:pt idx="1838">
                  <c:v>0.0154579693148</c:v>
                </c:pt>
                <c:pt idx="1839">
                  <c:v>0.0154102842498</c:v>
                </c:pt>
                <c:pt idx="1840">
                  <c:v>0.015362818222</c:v>
                </c:pt>
                <c:pt idx="1841">
                  <c:v>0.0153155699004</c:v>
                </c:pt>
                <c:pt idx="1842">
                  <c:v>0.0152685379639</c:v>
                </c:pt>
                <c:pt idx="1843">
                  <c:v>0.0152217211014</c:v>
                </c:pt>
                <c:pt idx="1844">
                  <c:v>0.0151751180118</c:v>
                </c:pt>
                <c:pt idx="1845">
                  <c:v>0.0151287274034</c:v>
                </c:pt>
                <c:pt idx="1846">
                  <c:v>0.0150825479945</c:v>
                </c:pt>
                <c:pt idx="1847">
                  <c:v>0.0150365785129</c:v>
                </c:pt>
                <c:pt idx="1848">
                  <c:v>0.0149908176959</c:v>
                </c:pt>
                <c:pt idx="1849">
                  <c:v>0.01494526429</c:v>
                </c:pt>
                <c:pt idx="1850">
                  <c:v>0.0148999170514</c:v>
                </c:pt>
                <c:pt idx="1851">
                  <c:v>0.0148547747453</c:v>
                </c:pt>
                <c:pt idx="1852">
                  <c:v>0.0148098361462</c:v>
                </c:pt>
                <c:pt idx="1853">
                  <c:v>0.0147651000375</c:v>
                </c:pt>
                <c:pt idx="1854">
                  <c:v>0.0147205652119</c:v>
                </c:pt>
                <c:pt idx="1855">
                  <c:v>0.0146762304708</c:v>
                </c:pt>
                <c:pt idx="1856">
                  <c:v>0.0146320946245</c:v>
                </c:pt>
                <c:pt idx="1857">
                  <c:v>0.014588156492</c:v>
                </c:pt>
                <c:pt idx="1858">
                  <c:v>0.0145444149013</c:v>
                </c:pt>
                <c:pt idx="1859">
                  <c:v>0.0145008686886</c:v>
                </c:pt>
                <c:pt idx="1860">
                  <c:v>0.014457516699</c:v>
                </c:pt>
                <c:pt idx="1861">
                  <c:v>0.0144143577858</c:v>
                </c:pt>
                <c:pt idx="1862">
                  <c:v>0.0143713908108</c:v>
                </c:pt>
                <c:pt idx="1863">
                  <c:v>0.0143286146442</c:v>
                </c:pt>
                <c:pt idx="1864">
                  <c:v>0.0142860281644</c:v>
                </c:pt>
                <c:pt idx="1865">
                  <c:v>0.0142436302579</c:v>
                </c:pt>
                <c:pt idx="1866">
                  <c:v>0.0142014198194</c:v>
                </c:pt>
                <c:pt idx="1867">
                  <c:v>0.0141593957516</c:v>
                </c:pt>
                <c:pt idx="1868">
                  <c:v>0.0141175569651</c:v>
                </c:pt>
                <c:pt idx="1869">
                  <c:v>0.0140759023785</c:v>
                </c:pt>
                <c:pt idx="1870">
                  <c:v>0.0140344309182</c:v>
                </c:pt>
                <c:pt idx="1871">
                  <c:v>0.0139931415184</c:v>
                </c:pt>
                <c:pt idx="1872">
                  <c:v>0.013952033121</c:v>
                </c:pt>
                <c:pt idx="1873">
                  <c:v>0.0139111046753</c:v>
                </c:pt>
                <c:pt idx="1874">
                  <c:v>0.0138703551385</c:v>
                </c:pt>
                <c:pt idx="1875">
                  <c:v>0.0138297834751</c:v>
                </c:pt>
                <c:pt idx="1876">
                  <c:v>0.0137893886571</c:v>
                </c:pt>
                <c:pt idx="1877">
                  <c:v>0.0137491696639</c:v>
                </c:pt>
                <c:pt idx="1878">
                  <c:v>0.0137091254821</c:v>
                </c:pt>
                <c:pt idx="1879">
                  <c:v>0.0136692551055</c:v>
                </c:pt>
                <c:pt idx="1880">
                  <c:v>0.0136295575354</c:v>
                </c:pt>
                <c:pt idx="1881">
                  <c:v>0.0135900317799</c:v>
                </c:pt>
                <c:pt idx="1882">
                  <c:v>0.0135506768544</c:v>
                </c:pt>
                <c:pt idx="1883">
                  <c:v>0.013511491781</c:v>
                </c:pt>
                <c:pt idx="1884">
                  <c:v>0.013472475589</c:v>
                </c:pt>
                <c:pt idx="1885">
                  <c:v>0.0134336273146</c:v>
                </c:pt>
                <c:pt idx="1886">
                  <c:v>0.0133949460007</c:v>
                </c:pt>
                <c:pt idx="1887">
                  <c:v>0.0133564306969</c:v>
                </c:pt>
                <c:pt idx="1888">
                  <c:v>0.0133180804597</c:v>
                </c:pt>
                <c:pt idx="1889">
                  <c:v>0.0132798943523</c:v>
                </c:pt>
                <c:pt idx="1890">
                  <c:v>0.0132418714442</c:v>
                </c:pt>
                <c:pt idx="1891">
                  <c:v>0.0132040108116</c:v>
                </c:pt>
                <c:pt idx="1892">
                  <c:v>0.0131663115374</c:v>
                </c:pt>
                <c:pt idx="1893">
                  <c:v>0.0131287727106</c:v>
                </c:pt>
                <c:pt idx="1894">
                  <c:v>0.0130913934268</c:v>
                </c:pt>
                <c:pt idx="1895">
                  <c:v>0.0130541727878</c:v>
                </c:pt>
                <c:pt idx="1896">
                  <c:v>0.0130171099018</c:v>
                </c:pt>
                <c:pt idx="1897">
                  <c:v>0.0129802038831</c:v>
                </c:pt>
                <c:pt idx="1898">
                  <c:v>0.0129434538523</c:v>
                </c:pt>
                <c:pt idx="1899">
                  <c:v>0.012906858936</c:v>
                </c:pt>
                <c:pt idx="1900">
                  <c:v>0.0128704182669</c:v>
                </c:pt>
                <c:pt idx="1901">
                  <c:v>0.0128341309837</c:v>
                </c:pt>
                <c:pt idx="1902">
                  <c:v>0.0127979962313</c:v>
                </c:pt>
                <c:pt idx="1903">
                  <c:v>0.0127620131601</c:v>
                </c:pt>
                <c:pt idx="1904">
                  <c:v>0.0127261809268</c:v>
                </c:pt>
                <c:pt idx="1905">
                  <c:v>0.0126904986935</c:v>
                </c:pt>
                <c:pt idx="1906">
                  <c:v>0.0126549656285</c:v>
                </c:pt>
                <c:pt idx="1907">
                  <c:v>0.0126195809056</c:v>
                </c:pt>
                <c:pt idx="1908">
                  <c:v>0.0125843437043</c:v>
                </c:pt>
                <c:pt idx="1909">
                  <c:v>0.0125492532096</c:v>
                </c:pt>
                <c:pt idx="1910">
                  <c:v>0.0125143086125</c:v>
                </c:pt>
                <c:pt idx="1911">
                  <c:v>0.012479509109</c:v>
                </c:pt>
                <c:pt idx="1912">
                  <c:v>0.012444853901</c:v>
                </c:pt>
                <c:pt idx="1913">
                  <c:v>0.0124103421958</c:v>
                </c:pt>
                <c:pt idx="1914">
                  <c:v>0.0123759732059</c:v>
                </c:pt>
                <c:pt idx="1915">
                  <c:v>0.0123417461494</c:v>
                </c:pt>
                <c:pt idx="1916">
                  <c:v>0.0123076602496</c:v>
                </c:pt>
                <c:pt idx="1917">
                  <c:v>0.012273714735</c:v>
                </c:pt>
                <c:pt idx="1918">
                  <c:v>0.0122399088396</c:v>
                </c:pt>
                <c:pt idx="1919">
                  <c:v>0.0122062418023</c:v>
                </c:pt>
                <c:pt idx="1920">
                  <c:v>0.0121727128673</c:v>
                </c:pt>
                <c:pt idx="1921">
                  <c:v>0.0121393212839</c:v>
                </c:pt>
                <c:pt idx="1922">
                  <c:v>0.0121060663064</c:v>
                </c:pt>
                <c:pt idx="1923">
                  <c:v>0.0120729471943</c:v>
                </c:pt>
                <c:pt idx="1924">
                  <c:v>0.0120399632119</c:v>
                </c:pt>
                <c:pt idx="1925">
                  <c:v>0.0120071136285</c:v>
                </c:pt>
                <c:pt idx="1926">
                  <c:v>0.0119743977183</c:v>
                </c:pt>
                <c:pt idx="1927">
                  <c:v>0.0119418147604</c:v>
                </c:pt>
                <c:pt idx="1928">
                  <c:v>0.0119093640388</c:v>
                </c:pt>
                <c:pt idx="1929">
                  <c:v>0.0118770448421</c:v>
                </c:pt>
                <c:pt idx="1930">
                  <c:v>0.0118448564639</c:v>
                </c:pt>
                <c:pt idx="1931">
                  <c:v>0.0118127982022</c:v>
                </c:pt>
                <c:pt idx="1932">
                  <c:v>0.01178086936</c:v>
                </c:pt>
                <c:pt idx="1933">
                  <c:v>0.0117490692447</c:v>
                </c:pt>
                <c:pt idx="1934">
                  <c:v>0.0117173971684</c:v>
                </c:pt>
                <c:pt idx="1935">
                  <c:v>0.0116858524478</c:v>
                </c:pt>
                <c:pt idx="1936">
                  <c:v>0.011654434404</c:v>
                </c:pt>
                <c:pt idx="1937">
                  <c:v>0.0116231423629</c:v>
                </c:pt>
                <c:pt idx="1938">
                  <c:v>0.0115919756544</c:v>
                </c:pt>
                <c:pt idx="1939">
                  <c:v>0.0115609336132</c:v>
                </c:pt>
                <c:pt idx="1940">
                  <c:v>0.0115300155783</c:v>
                </c:pt>
                <c:pt idx="1941">
                  <c:v>0.0114992208929</c:v>
                </c:pt>
                <c:pt idx="1942">
                  <c:v>0.0114685489047</c:v>
                </c:pt>
                <c:pt idx="1943">
                  <c:v>0.0114379989656</c:v>
                </c:pt>
                <c:pt idx="1944">
                  <c:v>0.0114075704317</c:v>
                </c:pt>
                <c:pt idx="1945">
                  <c:v>0.0113772626635</c:v>
                </c:pt>
                <c:pt idx="1946">
                  <c:v>0.0113470750256</c:v>
                </c:pt>
                <c:pt idx="1947">
                  <c:v>0.0113170068867</c:v>
                </c:pt>
                <c:pt idx="1948">
                  <c:v>0.0112870576196</c:v>
                </c:pt>
                <c:pt idx="1949">
                  <c:v>0.0112572266012</c:v>
                </c:pt>
                <c:pt idx="1950">
                  <c:v>0.0112275132127</c:v>
                </c:pt>
                <c:pt idx="1951">
                  <c:v>0.0111979168389</c:v>
                </c:pt>
                <c:pt idx="1952">
                  <c:v>0.011168436869</c:v>
                </c:pt>
                <c:pt idx="1953">
                  <c:v>0.0111390726959</c:v>
                </c:pt>
                <c:pt idx="1954">
                  <c:v>0.0111098237165</c:v>
                </c:pt>
                <c:pt idx="1955">
                  <c:v>0.0110806893317</c:v>
                </c:pt>
                <c:pt idx="1956">
                  <c:v>0.0110516689461</c:v>
                </c:pt>
                <c:pt idx="1957">
                  <c:v>0.0110227619684</c:v>
                </c:pt>
                <c:pt idx="1958">
                  <c:v>0.0109939678107</c:v>
                </c:pt>
                <c:pt idx="1959">
                  <c:v>0.0109652858894</c:v>
                </c:pt>
                <c:pt idx="1960">
                  <c:v>0.0109367156243</c:v>
                </c:pt>
                <c:pt idx="1961">
                  <c:v>0.0109082564389</c:v>
                </c:pt>
                <c:pt idx="1962">
                  <c:v>0.0108799077606</c:v>
                </c:pt>
                <c:pt idx="1963">
                  <c:v>0.0108516690205</c:v>
                </c:pt>
                <c:pt idx="1964">
                  <c:v>0.0108235396531</c:v>
                </c:pt>
                <c:pt idx="1965">
                  <c:v>0.0107955190966</c:v>
                </c:pt>
                <c:pt idx="1966">
                  <c:v>0.0107676067929</c:v>
                </c:pt>
                <c:pt idx="1967">
                  <c:v>0.0107398021874</c:v>
                </c:pt>
                <c:pt idx="1968">
                  <c:v>0.010712104729</c:v>
                </c:pt>
                <c:pt idx="1969">
                  <c:v>0.01068451387</c:v>
                </c:pt>
                <c:pt idx="1970">
                  <c:v>0.0106570290665</c:v>
                </c:pt>
                <c:pt idx="1971">
                  <c:v>0.0106296497778</c:v>
                </c:pt>
                <c:pt idx="1972">
                  <c:v>0.0106023754666</c:v>
                </c:pt>
                <c:pt idx="1973">
                  <c:v>0.0105752055991</c:v>
                </c:pt>
                <c:pt idx="1974">
                  <c:v>0.0105481396449</c:v>
                </c:pt>
                <c:pt idx="1975">
                  <c:v>0.0105211770768</c:v>
                </c:pt>
                <c:pt idx="1976">
                  <c:v>0.0104943173711</c:v>
                </c:pt>
                <c:pt idx="1977">
                  <c:v>0.0104675600074</c:v>
                </c:pt>
                <c:pt idx="1978">
                  <c:v>0.0104409044683</c:v>
                </c:pt>
                <c:pt idx="1979">
                  <c:v>0.01041435024</c:v>
                </c:pt>
                <c:pt idx="1980">
                  <c:v>0.0103878968117</c:v>
                </c:pt>
                <c:pt idx="1981">
                  <c:v>0.0103615436759</c:v>
                </c:pt>
                <c:pt idx="1982">
                  <c:v>0.0103352903283</c:v>
                </c:pt>
                <c:pt idx="1983">
                  <c:v>0.0103091362676</c:v>
                </c:pt>
                <c:pt idx="1984">
                  <c:v>0.0102830809957</c:v>
                </c:pt>
                <c:pt idx="1985">
                  <c:v>0.0102571240178</c:v>
                </c:pt>
                <c:pt idx="1986">
                  <c:v>0.0102312648419</c:v>
                </c:pt>
                <c:pt idx="1987">
                  <c:v>0.0102055029791</c:v>
                </c:pt>
                <c:pt idx="1988">
                  <c:v>0.0101798379439</c:v>
                </c:pt>
                <c:pt idx="1989">
                  <c:v>0.0101542692532</c:v>
                </c:pt>
                <c:pt idx="1990">
                  <c:v>0.0101287964275</c:v>
                </c:pt>
                <c:pt idx="1991">
                  <c:v>0.0101034189898</c:v>
                </c:pt>
                <c:pt idx="1992">
                  <c:v>0.0100781364663</c:v>
                </c:pt>
                <c:pt idx="1993">
                  <c:v>0.0100529483861</c:v>
                </c:pt>
                <c:pt idx="1994">
                  <c:v>0.0100278542812</c:v>
                </c:pt>
                <c:pt idx="1995">
                  <c:v>0.0100028536864</c:v>
                </c:pt>
                <c:pt idx="1996">
                  <c:v>0.00997794613944</c:v>
                </c:pt>
                <c:pt idx="1997">
                  <c:v>0.00995313118089</c:v>
                </c:pt>
                <c:pt idx="1998">
                  <c:v>0.00992840835413</c:v>
                </c:pt>
                <c:pt idx="1999">
                  <c:v>0.00990377720535</c:v>
                </c:pt>
                <c:pt idx="2000">
                  <c:v>0.0098792372835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0.75"/>
          <c:min val="0"/>
        </c:scaling>
        <c:delete val="0"/>
        <c:axPos val="l"/>
        <c:majorGridlines>
          <c:spPr>
            <a:ln xmlns:a="http://schemas.openxmlformats.org/drawingml/2006/main" w="4763">
              <a:solidFill>
                <a:srgbClr val="EEEEEE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2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majorUnit val="1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5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U/t = 1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222222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scatterChart>
        <c:scatterStyle val="lineMarker"/>
        <c:varyColors val="0"/>
        <c:ser>
          <c:idx val="0"/>
          <c:order val="0"/>
          <c:tx>
            <c:v>charge</c:v>
          </c:tx>
          <c:spPr>
            <a:ln xmlns:a="http://schemas.openxmlformats.org/drawingml/2006/main" w="15240">
              <a:solidFill>
                <a:srgbClr val="C43C64"/>
              </a:solidFill>
              <a:prstDash val="solid"/>
            </a:ln>
          </c:spPr>
          <c:marker>
            <c:symbol val="none"/>
            <c:size val="5"/>
            <c:spPr>
              <a:solidFill xmlns:a="http://schemas.openxmlformats.org/drawingml/2006/main">
                <a:srgbClr val="C43C64"/>
              </a:solidFill>
            </c:spPr>
          </c:marker>
          <c:xVal>
            <c:numRef>
              <c:f>'Chart Data'!$A$2:$A$2002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Data'!$B$2:$B$2002</c:f>
              <c:numCache>
                <c:formatCode>0.0</c:formatCode>
                <c:ptCount val="2001"/>
                <c:pt idx="0">
                  <c:v>0.00339837140636</c:v>
                </c:pt>
                <c:pt idx="1">
                  <c:v>0.00340361380975</c:v>
                </c:pt>
                <c:pt idx="2">
                  <c:v>0.00340886835433</c:v>
                </c:pt>
                <c:pt idx="3">
                  <c:v>0.0034141350776</c:v>
                </c:pt>
                <c:pt idx="4">
                  <c:v>0.00341941401724</c:v>
                </c:pt>
                <c:pt idx="5">
                  <c:v>0.00342470521104</c:v>
                </c:pt>
                <c:pt idx="6">
                  <c:v>0.00343000869697</c:v>
                </c:pt>
                <c:pt idx="7">
                  <c:v>0.00343532451312</c:v>
                </c:pt>
                <c:pt idx="8">
                  <c:v>0.00344065269774</c:v>
                </c:pt>
                <c:pt idx="9">
                  <c:v>0.00344599328923</c:v>
                </c:pt>
                <c:pt idx="10">
                  <c:v>0.00345134632615</c:v>
                </c:pt>
                <c:pt idx="11">
                  <c:v>0.00345671184717</c:v>
                </c:pt>
                <c:pt idx="12">
                  <c:v>0.00346208989116</c:v>
                </c:pt>
                <c:pt idx="13">
                  <c:v>0.00346748049711</c:v>
                </c:pt>
                <c:pt idx="14">
                  <c:v>0.00347288370416</c:v>
                </c:pt>
                <c:pt idx="15">
                  <c:v>0.00347829955163</c:v>
                </c:pt>
                <c:pt idx="16">
                  <c:v>0.00348372807896</c:v>
                </c:pt>
                <c:pt idx="17">
                  <c:v>0.00348916932577</c:v>
                </c:pt>
                <c:pt idx="18">
                  <c:v>0.00349462333183</c:v>
                </c:pt>
                <c:pt idx="19">
                  <c:v>0.00350009013704</c:v>
                </c:pt>
                <c:pt idx="20">
                  <c:v>0.0035055697815</c:v>
                </c:pt>
                <c:pt idx="21">
                  <c:v>0.00351106230543</c:v>
                </c:pt>
                <c:pt idx="22">
                  <c:v>0.00351656774922</c:v>
                </c:pt>
                <c:pt idx="23">
                  <c:v>0.00352208615343</c:v>
                </c:pt>
                <c:pt idx="24">
                  <c:v>0.00352761755875</c:v>
                </c:pt>
                <c:pt idx="25">
                  <c:v>0.00353316200607</c:v>
                </c:pt>
                <c:pt idx="26">
                  <c:v>0.00353871953642</c:v>
                </c:pt>
                <c:pt idx="27">
                  <c:v>0.00354429019097</c:v>
                </c:pt>
                <c:pt idx="28">
                  <c:v>0.00354987401109</c:v>
                </c:pt>
                <c:pt idx="29">
                  <c:v>0.00355547103828</c:v>
                </c:pt>
                <c:pt idx="30">
                  <c:v>0.00356108131424</c:v>
                </c:pt>
                <c:pt idx="31">
                  <c:v>0.00356670488081</c:v>
                </c:pt>
                <c:pt idx="32">
                  <c:v>0.00357234177999</c:v>
                </c:pt>
                <c:pt idx="33">
                  <c:v>0.00357799205396</c:v>
                </c:pt>
                <c:pt idx="34">
                  <c:v>0.00358365574507</c:v>
                </c:pt>
                <c:pt idx="35">
                  <c:v>0.00358933289582</c:v>
                </c:pt>
                <c:pt idx="36">
                  <c:v>0.00359502354889</c:v>
                </c:pt>
                <c:pt idx="37">
                  <c:v>0.00360072774713</c:v>
                </c:pt>
                <c:pt idx="38">
                  <c:v>0.00360644553357</c:v>
                </c:pt>
                <c:pt idx="39">
                  <c:v>0.00361217695138</c:v>
                </c:pt>
                <c:pt idx="40">
                  <c:v>0.00361792204393</c:v>
                </c:pt>
                <c:pt idx="41">
                  <c:v>0.00362368085476</c:v>
                </c:pt>
                <c:pt idx="42">
                  <c:v>0.00362945342756</c:v>
                </c:pt>
                <c:pt idx="43">
                  <c:v>0.00363523980623</c:v>
                </c:pt>
                <c:pt idx="44">
                  <c:v>0.00364104003481</c:v>
                </c:pt>
                <c:pt idx="45">
                  <c:v>0.00364685415754</c:v>
                </c:pt>
                <c:pt idx="46">
                  <c:v>0.00365268221883</c:v>
                </c:pt>
                <c:pt idx="47">
                  <c:v>0.00365852426327</c:v>
                </c:pt>
                <c:pt idx="48">
                  <c:v>0.00366438033561</c:v>
                </c:pt>
                <c:pt idx="49">
                  <c:v>0.0036702504808</c:v>
                </c:pt>
                <c:pt idx="50">
                  <c:v>0.00367613474397</c:v>
                </c:pt>
                <c:pt idx="51">
                  <c:v>0.00368203317042</c:v>
                </c:pt>
                <c:pt idx="52">
                  <c:v>0.00368794580563</c:v>
                </c:pt>
                <c:pt idx="53">
                  <c:v>0.00369387269529</c:v>
                </c:pt>
                <c:pt idx="54">
                  <c:v>0.00369981388523</c:v>
                </c:pt>
                <c:pt idx="55">
                  <c:v>0.0037057694215</c:v>
                </c:pt>
                <c:pt idx="56">
                  <c:v>0.00371173935032</c:v>
                </c:pt>
                <c:pt idx="57">
                  <c:v>0.0037177237181</c:v>
                </c:pt>
                <c:pt idx="58">
                  <c:v>0.00372372257143</c:v>
                </c:pt>
                <c:pt idx="59">
                  <c:v>0.00372973595711</c:v>
                </c:pt>
                <c:pt idx="60">
                  <c:v>0.0037357639221</c:v>
                </c:pt>
                <c:pt idx="61">
                  <c:v>0.00374180651357</c:v>
                </c:pt>
                <c:pt idx="62">
                  <c:v>0.00374786377886</c:v>
                </c:pt>
                <c:pt idx="63">
                  <c:v>0.00375393576554</c:v>
                </c:pt>
                <c:pt idx="64">
                  <c:v>0.00376002252134</c:v>
                </c:pt>
                <c:pt idx="65">
                  <c:v>0.00376612409418</c:v>
                </c:pt>
                <c:pt idx="66">
                  <c:v>0.0037722405322</c:v>
                </c:pt>
                <c:pt idx="67">
                  <c:v>0.00377837188372</c:v>
                </c:pt>
                <c:pt idx="68">
                  <c:v>0.00378451819726</c:v>
                </c:pt>
                <c:pt idx="69">
                  <c:v>0.00379067952154</c:v>
                </c:pt>
                <c:pt idx="70">
                  <c:v>0.00379685590546</c:v>
                </c:pt>
                <c:pt idx="71">
                  <c:v>0.00380304739815</c:v>
                </c:pt>
                <c:pt idx="72">
                  <c:v>0.00380925404892</c:v>
                </c:pt>
                <c:pt idx="73">
                  <c:v>0.00381547590728</c:v>
                </c:pt>
                <c:pt idx="74">
                  <c:v>0.00382171302295</c:v>
                </c:pt>
                <c:pt idx="75">
                  <c:v>0.00382796544587</c:v>
                </c:pt>
                <c:pt idx="76">
                  <c:v>0.00383423322614</c:v>
                </c:pt>
                <c:pt idx="77">
                  <c:v>0.00384051641411</c:v>
                </c:pt>
                <c:pt idx="78">
                  <c:v>0.00384681506031</c:v>
                </c:pt>
                <c:pt idx="79">
                  <c:v>0.00385312921548</c:v>
                </c:pt>
                <c:pt idx="80">
                  <c:v>0.00385945893058</c:v>
                </c:pt>
                <c:pt idx="81">
                  <c:v>0.00386580425678</c:v>
                </c:pt>
                <c:pt idx="82">
                  <c:v>0.00387216524544</c:v>
                </c:pt>
                <c:pt idx="83">
                  <c:v>0.00387854194816</c:v>
                </c:pt>
                <c:pt idx="84">
                  <c:v>0.00388493441672</c:v>
                </c:pt>
                <c:pt idx="85">
                  <c:v>0.00389134270314</c:v>
                </c:pt>
                <c:pt idx="86">
                  <c:v>0.00389776685965</c:v>
                </c:pt>
                <c:pt idx="87">
                  <c:v>0.00390420693868</c:v>
                </c:pt>
                <c:pt idx="88">
                  <c:v>0.0039106629929</c:v>
                </c:pt>
                <c:pt idx="89">
                  <c:v>0.00391713507517</c:v>
                </c:pt>
                <c:pt idx="90">
                  <c:v>0.00392362323861</c:v>
                </c:pt>
                <c:pt idx="91">
                  <c:v>0.00393012753651</c:v>
                </c:pt>
                <c:pt idx="92">
                  <c:v>0.00393664802242</c:v>
                </c:pt>
                <c:pt idx="93">
                  <c:v>0.00394318475009</c:v>
                </c:pt>
                <c:pt idx="94">
                  <c:v>0.00394973777351</c:v>
                </c:pt>
                <c:pt idx="95">
                  <c:v>0.00395630714688</c:v>
                </c:pt>
                <c:pt idx="96">
                  <c:v>0.00396289292463</c:v>
                </c:pt>
                <c:pt idx="97">
                  <c:v>0.00396949516143</c:v>
                </c:pt>
                <c:pt idx="98">
                  <c:v>0.00397611391215</c:v>
                </c:pt>
                <c:pt idx="99">
                  <c:v>0.00398274923192</c:v>
                </c:pt>
                <c:pt idx="100">
                  <c:v>0.00398940117607</c:v>
                </c:pt>
                <c:pt idx="101">
                  <c:v>0.00399606980019</c:v>
                </c:pt>
                <c:pt idx="102">
                  <c:v>0.00400275516008</c:v>
                </c:pt>
                <c:pt idx="103">
                  <c:v>0.00400945731178</c:v>
                </c:pt>
                <c:pt idx="104">
                  <c:v>0.00401617631158</c:v>
                </c:pt>
                <c:pt idx="105">
                  <c:v>0.00402291221598</c:v>
                </c:pt>
                <c:pt idx="106">
                  <c:v>0.00402966508174</c:v>
                </c:pt>
                <c:pt idx="107">
                  <c:v>0.00403643496584</c:v>
                </c:pt>
                <c:pt idx="108">
                  <c:v>0.00404322192552</c:v>
                </c:pt>
                <c:pt idx="109">
                  <c:v>0.00405002601823</c:v>
                </c:pt>
                <c:pt idx="110">
                  <c:v>0.0040568473017</c:v>
                </c:pt>
                <c:pt idx="111">
                  <c:v>0.00406368583387</c:v>
                </c:pt>
                <c:pt idx="112">
                  <c:v>0.00407054167295</c:v>
                </c:pt>
                <c:pt idx="113">
                  <c:v>0.00407741487737</c:v>
                </c:pt>
                <c:pt idx="114">
                  <c:v>0.00408430550583</c:v>
                </c:pt>
                <c:pt idx="115">
                  <c:v>0.00409121361728</c:v>
                </c:pt>
                <c:pt idx="116">
                  <c:v>0.00409813927088</c:v>
                </c:pt>
                <c:pt idx="117">
                  <c:v>0.00410508252609</c:v>
                </c:pt>
                <c:pt idx="118">
                  <c:v>0.0041120434426</c:v>
                </c:pt>
                <c:pt idx="119">
                  <c:v>0.00411902208035</c:v>
                </c:pt>
                <c:pt idx="120">
                  <c:v>0.00412601849954</c:v>
                </c:pt>
                <c:pt idx="121">
                  <c:v>0.00413303276062</c:v>
                </c:pt>
                <c:pt idx="122">
                  <c:v>0.00414006492431</c:v>
                </c:pt>
                <c:pt idx="123">
                  <c:v>0.00414711505157</c:v>
                </c:pt>
                <c:pt idx="124">
                  <c:v>0.00415418320364</c:v>
                </c:pt>
                <c:pt idx="125">
                  <c:v>0.004161269442</c:v>
                </c:pt>
                <c:pt idx="126">
                  <c:v>0.00416837382842</c:v>
                </c:pt>
                <c:pt idx="127">
                  <c:v>0.0041754964249</c:v>
                </c:pt>
                <c:pt idx="128">
                  <c:v>0.00418263729373</c:v>
                </c:pt>
                <c:pt idx="129">
                  <c:v>0.00418979649746</c:v>
                </c:pt>
                <c:pt idx="130">
                  <c:v>0.0041969740989</c:v>
                </c:pt>
                <c:pt idx="131">
                  <c:v>0.00420417016115</c:v>
                </c:pt>
                <c:pt idx="132">
                  <c:v>0.00421138474755</c:v>
                </c:pt>
                <c:pt idx="133">
                  <c:v>0.00421861792174</c:v>
                </c:pt>
                <c:pt idx="134">
                  <c:v>0.00422586974761</c:v>
                </c:pt>
                <c:pt idx="135">
                  <c:v>0.00423314028935</c:v>
                </c:pt>
                <c:pt idx="136">
                  <c:v>0.00424042961141</c:v>
                </c:pt>
                <c:pt idx="137">
                  <c:v>0.00424773777852</c:v>
                </c:pt>
                <c:pt idx="138">
                  <c:v>0.00425506485568</c:v>
                </c:pt>
                <c:pt idx="139">
                  <c:v>0.00426241090819</c:v>
                </c:pt>
                <c:pt idx="140">
                  <c:v>0.00426977600162</c:v>
                </c:pt>
                <c:pt idx="141">
                  <c:v>0.00427716020183</c:v>
                </c:pt>
                <c:pt idx="142">
                  <c:v>0.00428456357495</c:v>
                </c:pt>
                <c:pt idx="143">
                  <c:v>0.00429198618742</c:v>
                </c:pt>
                <c:pt idx="144">
                  <c:v>0.00429942810595</c:v>
                </c:pt>
                <c:pt idx="145">
                  <c:v>0.00430688939754</c:v>
                </c:pt>
                <c:pt idx="146">
                  <c:v>0.00431437012949</c:v>
                </c:pt>
                <c:pt idx="147">
                  <c:v>0.00432187036939</c:v>
                </c:pt>
                <c:pt idx="148">
                  <c:v>0.00432939018511</c:v>
                </c:pt>
                <c:pt idx="149">
                  <c:v>0.00433692964484</c:v>
                </c:pt>
                <c:pt idx="150">
                  <c:v>0.00434448881706</c:v>
                </c:pt>
                <c:pt idx="151">
                  <c:v>0.00435206777052</c:v>
                </c:pt>
                <c:pt idx="152">
                  <c:v>0.00435966657431</c:v>
                </c:pt>
                <c:pt idx="153">
                  <c:v>0.0043672852978</c:v>
                </c:pt>
                <c:pt idx="154">
                  <c:v>0.00437492401068</c:v>
                </c:pt>
                <c:pt idx="155">
                  <c:v>0.00438258278291</c:v>
                </c:pt>
                <c:pt idx="156">
                  <c:v>0.0043902616848</c:v>
                </c:pt>
                <c:pt idx="157">
                  <c:v>0.00439796078693</c:v>
                </c:pt>
                <c:pt idx="158">
                  <c:v>0.00440568016022</c:v>
                </c:pt>
                <c:pt idx="159">
                  <c:v>0.00441341987589</c:v>
                </c:pt>
                <c:pt idx="160">
                  <c:v>0.00442118000547</c:v>
                </c:pt>
                <c:pt idx="161">
                  <c:v>0.0044289606208</c:v>
                </c:pt>
                <c:pt idx="162">
                  <c:v>0.00443676179405</c:v>
                </c:pt>
                <c:pt idx="163">
                  <c:v>0.0044445835977</c:v>
                </c:pt>
                <c:pt idx="164">
                  <c:v>0.00445242610455</c:v>
                </c:pt>
                <c:pt idx="165">
                  <c:v>0.00446028938771</c:v>
                </c:pt>
                <c:pt idx="166">
                  <c:v>0.00446817352065</c:v>
                </c:pt>
                <c:pt idx="167">
                  <c:v>0.00447607857712</c:v>
                </c:pt>
                <c:pt idx="168">
                  <c:v>0.00448400463122</c:v>
                </c:pt>
                <c:pt idx="169">
                  <c:v>0.00449195175738</c:v>
                </c:pt>
                <c:pt idx="170">
                  <c:v>0.00449992003035</c:v>
                </c:pt>
                <c:pt idx="171">
                  <c:v>0.00450790952522</c:v>
                </c:pt>
                <c:pt idx="172">
                  <c:v>0.00451592031741</c:v>
                </c:pt>
                <c:pt idx="173">
                  <c:v>0.00452395248267</c:v>
                </c:pt>
                <c:pt idx="174">
                  <c:v>0.0045320060971</c:v>
                </c:pt>
                <c:pt idx="175">
                  <c:v>0.00454008123713</c:v>
                </c:pt>
                <c:pt idx="176">
                  <c:v>0.00454817797952</c:v>
                </c:pt>
                <c:pt idx="177">
                  <c:v>0.00455629640141</c:v>
                </c:pt>
                <c:pt idx="178">
                  <c:v>0.00456443658023</c:v>
                </c:pt>
                <c:pt idx="179">
                  <c:v>0.00457259859381</c:v>
                </c:pt>
                <c:pt idx="180">
                  <c:v>0.00458078252028</c:v>
                </c:pt>
                <c:pt idx="181">
                  <c:v>0.00458898843817</c:v>
                </c:pt>
                <c:pt idx="182">
                  <c:v>0.00459721642631</c:v>
                </c:pt>
                <c:pt idx="183">
                  <c:v>0.00460546656392</c:v>
                </c:pt>
                <c:pt idx="184">
                  <c:v>0.00461373893057</c:v>
                </c:pt>
                <c:pt idx="185">
                  <c:v>0.00462203360618</c:v>
                </c:pt>
                <c:pt idx="186">
                  <c:v>0.00463035067103</c:v>
                </c:pt>
                <c:pt idx="187">
                  <c:v>0.00463869020575</c:v>
                </c:pt>
                <c:pt idx="188">
                  <c:v>0.00464705229137</c:v>
                </c:pt>
                <c:pt idx="189">
                  <c:v>0.00465543700925</c:v>
                </c:pt>
                <c:pt idx="190">
                  <c:v>0.00466384444112</c:v>
                </c:pt>
                <c:pt idx="191">
                  <c:v>0.00467227466911</c:v>
                </c:pt>
                <c:pt idx="192">
                  <c:v>0.00468072777568</c:v>
                </c:pt>
                <c:pt idx="193">
                  <c:v>0.0046892038437</c:v>
                </c:pt>
                <c:pt idx="194">
                  <c:v>0.00469770295638</c:v>
                </c:pt>
                <c:pt idx="195">
                  <c:v>0.00470622519734</c:v>
                </c:pt>
                <c:pt idx="196">
                  <c:v>0.00471477065057</c:v>
                </c:pt>
                <c:pt idx="197">
                  <c:v>0.00472333940042</c:v>
                </c:pt>
                <c:pt idx="198">
                  <c:v>0.00473193153166</c:v>
                </c:pt>
                <c:pt idx="199">
                  <c:v>0.00474054712941</c:v>
                </c:pt>
                <c:pt idx="200">
                  <c:v>0.0047491862792</c:v>
                </c:pt>
                <c:pt idx="201">
                  <c:v>0.00475784906694</c:v>
                </c:pt>
                <c:pt idx="202">
                  <c:v>0.00476653557895</c:v>
                </c:pt>
                <c:pt idx="203">
                  <c:v>0.00477524590192</c:v>
                </c:pt>
                <c:pt idx="204">
                  <c:v>0.00478398012295</c:v>
                </c:pt>
                <c:pt idx="205">
                  <c:v>0.00479273832954</c:v>
                </c:pt>
                <c:pt idx="206">
                  <c:v>0.00480152060958</c:v>
                </c:pt>
                <c:pt idx="207">
                  <c:v>0.00481032705137</c:v>
                </c:pt>
                <c:pt idx="208">
                  <c:v>0.00481915774361</c:v>
                </c:pt>
                <c:pt idx="209">
                  <c:v>0.00482801277543</c:v>
                </c:pt>
                <c:pt idx="210">
                  <c:v>0.00483689223633</c:v>
                </c:pt>
                <c:pt idx="211">
                  <c:v>0.00484579621626</c:v>
                </c:pt>
                <c:pt idx="212">
                  <c:v>0.00485472480556</c:v>
                </c:pt>
                <c:pt idx="213">
                  <c:v>0.00486367809499</c:v>
                </c:pt>
                <c:pt idx="214">
                  <c:v>0.00487265617575</c:v>
                </c:pt>
                <c:pt idx="215">
                  <c:v>0.00488165913943</c:v>
                </c:pt>
                <c:pt idx="216">
                  <c:v>0.00489068707806</c:v>
                </c:pt>
                <c:pt idx="217">
                  <c:v>0.0048997400841</c:v>
                </c:pt>
                <c:pt idx="218">
                  <c:v>0.00490881825042</c:v>
                </c:pt>
                <c:pt idx="219">
                  <c:v>0.00491792167035</c:v>
                </c:pt>
                <c:pt idx="220">
                  <c:v>0.00492705043762</c:v>
                </c:pt>
                <c:pt idx="221">
                  <c:v>0.00493620464642</c:v>
                </c:pt>
                <c:pt idx="222">
                  <c:v>0.00494538439137</c:v>
                </c:pt>
                <c:pt idx="223">
                  <c:v>0.00495458976752</c:v>
                </c:pt>
                <c:pt idx="224">
                  <c:v>0.00496382087038</c:v>
                </c:pt>
                <c:pt idx="225">
                  <c:v>0.00497307779589</c:v>
                </c:pt>
                <c:pt idx="226">
                  <c:v>0.00498236064045</c:v>
                </c:pt>
                <c:pt idx="227">
                  <c:v>0.00499166950091</c:v>
                </c:pt>
                <c:pt idx="228">
                  <c:v>0.00500100447455</c:v>
                </c:pt>
                <c:pt idx="229">
                  <c:v>0.00501036565915</c:v>
                </c:pt>
                <c:pt idx="230">
                  <c:v>0.00501975315289</c:v>
                </c:pt>
                <c:pt idx="231">
                  <c:v>0.00502916705447</c:v>
                </c:pt>
                <c:pt idx="232">
                  <c:v>0.005038607463</c:v>
                </c:pt>
                <c:pt idx="233">
                  <c:v>0.0050480744781</c:v>
                </c:pt>
                <c:pt idx="234">
                  <c:v>0.00505756819982</c:v>
                </c:pt>
                <c:pt idx="235">
                  <c:v>0.00506708872872</c:v>
                </c:pt>
                <c:pt idx="236">
                  <c:v>0.00507663616579</c:v>
                </c:pt>
                <c:pt idx="237">
                  <c:v>0.00508621061254</c:v>
                </c:pt>
                <c:pt idx="238">
                  <c:v>0.00509581217092</c:v>
                </c:pt>
                <c:pt idx="239">
                  <c:v>0.00510544094339</c:v>
                </c:pt>
                <c:pt idx="240">
                  <c:v>0.00511509703288</c:v>
                </c:pt>
                <c:pt idx="241">
                  <c:v>0.00512478054281</c:v>
                </c:pt>
                <c:pt idx="242">
                  <c:v>0.00513449157709</c:v>
                </c:pt>
                <c:pt idx="243">
                  <c:v>0.00514423024013</c:v>
                </c:pt>
                <c:pt idx="244">
                  <c:v>0.00515399663683</c:v>
                </c:pt>
                <c:pt idx="245">
                  <c:v>0.00516379087257</c:v>
                </c:pt>
                <c:pt idx="246">
                  <c:v>0.00517361305327</c:v>
                </c:pt>
                <c:pt idx="247">
                  <c:v>0.00518346328532</c:v>
                </c:pt>
                <c:pt idx="248">
                  <c:v>0.00519334167564</c:v>
                </c:pt>
                <c:pt idx="249">
                  <c:v>0.00520324833164</c:v>
                </c:pt>
                <c:pt idx="250">
                  <c:v>0.00521318336125</c:v>
                </c:pt>
                <c:pt idx="251">
                  <c:v>0.00522314687292</c:v>
                </c:pt>
                <c:pt idx="252">
                  <c:v>0.00523313897563</c:v>
                </c:pt>
                <c:pt idx="253">
                  <c:v>0.00524315977885</c:v>
                </c:pt>
                <c:pt idx="254">
                  <c:v>0.00525320939259</c:v>
                </c:pt>
                <c:pt idx="255">
                  <c:v>0.00526328792741</c:v>
                </c:pt>
                <c:pt idx="256">
                  <c:v>0.00527339549437</c:v>
                </c:pt>
                <c:pt idx="257">
                  <c:v>0.00528353220507</c:v>
                </c:pt>
                <c:pt idx="258">
                  <c:v>0.00529369817166</c:v>
                </c:pt>
                <c:pt idx="259">
                  <c:v>0.00530389350681</c:v>
                </c:pt>
                <c:pt idx="260">
                  <c:v>0.00531411832376</c:v>
                </c:pt>
                <c:pt idx="261">
                  <c:v>0.00532437273627</c:v>
                </c:pt>
                <c:pt idx="262">
                  <c:v>0.00533465685866</c:v>
                </c:pt>
                <c:pt idx="263">
                  <c:v>0.00534497080581</c:v>
                </c:pt>
                <c:pt idx="264">
                  <c:v>0.00535531469314</c:v>
                </c:pt>
                <c:pt idx="265">
                  <c:v>0.00536568863664</c:v>
                </c:pt>
                <c:pt idx="266">
                  <c:v>0.00537609275286</c:v>
                </c:pt>
                <c:pt idx="267">
                  <c:v>0.00538652715892</c:v>
                </c:pt>
                <c:pt idx="268">
                  <c:v>0.00539699197249</c:v>
                </c:pt>
                <c:pt idx="269">
                  <c:v>0.00540748731184</c:v>
                </c:pt>
                <c:pt idx="270">
                  <c:v>0.00541801329579</c:v>
                </c:pt>
                <c:pt idx="271">
                  <c:v>0.00542857004376</c:v>
                </c:pt>
                <c:pt idx="272">
                  <c:v>0.00543915767574</c:v>
                </c:pt>
                <c:pt idx="273">
                  <c:v>0.00544977631231</c:v>
                </c:pt>
                <c:pt idx="274">
                  <c:v>0.00546042607462</c:v>
                </c:pt>
                <c:pt idx="275">
                  <c:v>0.00547110708445</c:v>
                </c:pt>
                <c:pt idx="276">
                  <c:v>0.00548181946415</c:v>
                </c:pt>
                <c:pt idx="277">
                  <c:v>0.00549256333667</c:v>
                </c:pt>
                <c:pt idx="278">
                  <c:v>0.00550333882558</c:v>
                </c:pt>
                <c:pt idx="279">
                  <c:v>0.00551414605503</c:v>
                </c:pt>
                <c:pt idx="280">
                  <c:v>0.0055249851498</c:v>
                </c:pt>
                <c:pt idx="281">
                  <c:v>0.00553585623528</c:v>
                </c:pt>
                <c:pt idx="282">
                  <c:v>0.00554675943747</c:v>
                </c:pt>
                <c:pt idx="283">
                  <c:v>0.00555769488301</c:v>
                </c:pt>
                <c:pt idx="284">
                  <c:v>0.00556866269915</c:v>
                </c:pt>
                <c:pt idx="285">
                  <c:v>0.00557966301376</c:v>
                </c:pt>
                <c:pt idx="286">
                  <c:v>0.00559069595535</c:v>
                </c:pt>
                <c:pt idx="287">
                  <c:v>0.00560176165308</c:v>
                </c:pt>
                <c:pt idx="288">
                  <c:v>0.00561286023674</c:v>
                </c:pt>
                <c:pt idx="289">
                  <c:v>0.00562399183675</c:v>
                </c:pt>
                <c:pt idx="290">
                  <c:v>0.0056351565842</c:v>
                </c:pt>
                <c:pt idx="291">
                  <c:v>0.0056463546108</c:v>
                </c:pt>
                <c:pt idx="292">
                  <c:v>0.00565758604896</c:v>
                </c:pt>
                <c:pt idx="293">
                  <c:v>0.00566885103171</c:v>
                </c:pt>
                <c:pt idx="294">
                  <c:v>0.00568014969277</c:v>
                </c:pt>
                <c:pt idx="295">
                  <c:v>0.00569148216649</c:v>
                </c:pt>
                <c:pt idx="296">
                  <c:v>0.00570284858794</c:v>
                </c:pt>
                <c:pt idx="297">
                  <c:v>0.00571424909282</c:v>
                </c:pt>
                <c:pt idx="298">
                  <c:v>0.00572568381754</c:v>
                </c:pt>
                <c:pt idx="299">
                  <c:v>0.00573715289918</c:v>
                </c:pt>
                <c:pt idx="300">
                  <c:v>0.00574865647551</c:v>
                </c:pt>
                <c:pt idx="301">
                  <c:v>0.00576019468499</c:v>
                </c:pt>
                <c:pt idx="302">
                  <c:v>0.00577176766677</c:v>
                </c:pt>
                <c:pt idx="303">
                  <c:v>0.00578337556072</c:v>
                </c:pt>
                <c:pt idx="304">
                  <c:v>0.00579501850738</c:v>
                </c:pt>
                <c:pt idx="305">
                  <c:v>0.00580669664803</c:v>
                </c:pt>
                <c:pt idx="306">
                  <c:v>0.00581841012465</c:v>
                </c:pt>
                <c:pt idx="307">
                  <c:v>0.00583015907993</c:v>
                </c:pt>
                <c:pt idx="308">
                  <c:v>0.00584194365729</c:v>
                </c:pt>
                <c:pt idx="309">
                  <c:v>0.00585376400088</c:v>
                </c:pt>
                <c:pt idx="310">
                  <c:v>0.00586562025557</c:v>
                </c:pt>
                <c:pt idx="311">
                  <c:v>0.00587751256696</c:v>
                </c:pt>
                <c:pt idx="312">
                  <c:v>0.00588944108141</c:v>
                </c:pt>
                <c:pt idx="313">
                  <c:v>0.005901405946</c:v>
                </c:pt>
                <c:pt idx="314">
                  <c:v>0.00591340730856</c:v>
                </c:pt>
                <c:pt idx="315">
                  <c:v>0.0059254453177</c:v>
                </c:pt>
                <c:pt idx="316">
                  <c:v>0.00593752012276</c:v>
                </c:pt>
                <c:pt idx="317">
                  <c:v>0.00594963187384</c:v>
                </c:pt>
                <c:pt idx="318">
                  <c:v>0.00596178072183</c:v>
                </c:pt>
                <c:pt idx="319">
                  <c:v>0.00597396681836</c:v>
                </c:pt>
                <c:pt idx="320">
                  <c:v>0.00598619031586</c:v>
                </c:pt>
                <c:pt idx="321">
                  <c:v>0.00599845136754</c:v>
                </c:pt>
                <c:pt idx="322">
                  <c:v>0.00601075012737</c:v>
                </c:pt>
                <c:pt idx="323">
                  <c:v>0.00602308675014</c:v>
                </c:pt>
                <c:pt idx="324">
                  <c:v>0.00603546139143</c:v>
                </c:pt>
                <c:pt idx="325">
                  <c:v>0.0060478742076</c:v>
                </c:pt>
                <c:pt idx="326">
                  <c:v>0.00606032535583</c:v>
                </c:pt>
                <c:pt idx="327">
                  <c:v>0.00607281499411</c:v>
                </c:pt>
                <c:pt idx="328">
                  <c:v>0.00608534328124</c:v>
                </c:pt>
                <c:pt idx="329">
                  <c:v>0.00609791037685</c:v>
                </c:pt>
                <c:pt idx="330">
                  <c:v>0.00611051644138</c:v>
                </c:pt>
                <c:pt idx="331">
                  <c:v>0.00612316163611</c:v>
                </c:pt>
                <c:pt idx="332">
                  <c:v>0.00613584612316</c:v>
                </c:pt>
                <c:pt idx="333">
                  <c:v>0.00614857006548</c:v>
                </c:pt>
                <c:pt idx="334">
                  <c:v>0.00616133362686</c:v>
                </c:pt>
                <c:pt idx="335">
                  <c:v>0.00617413697197</c:v>
                </c:pt>
                <c:pt idx="336">
                  <c:v>0.00618698026629</c:v>
                </c:pt>
                <c:pt idx="337">
                  <c:v>0.00619986367622</c:v>
                </c:pt>
                <c:pt idx="338">
                  <c:v>0.00621278736897</c:v>
                </c:pt>
                <c:pt idx="339">
                  <c:v>0.00622575151266</c:v>
                </c:pt>
                <c:pt idx="340">
                  <c:v>0.00623875627628</c:v>
                </c:pt>
                <c:pt idx="341">
                  <c:v>0.00625180182969</c:v>
                </c:pt>
                <c:pt idx="342">
                  <c:v>0.00626488834365</c:v>
                </c:pt>
                <c:pt idx="343">
                  <c:v>0.00627801598982</c:v>
                </c:pt>
                <c:pt idx="344">
                  <c:v>0.00629118494075</c:v>
                </c:pt>
                <c:pt idx="345">
                  <c:v>0.0063043953699</c:v>
                </c:pt>
                <c:pt idx="346">
                  <c:v>0.00631764745165</c:v>
                </c:pt>
                <c:pt idx="347">
                  <c:v>0.00633094136127</c:v>
                </c:pt>
                <c:pt idx="348">
                  <c:v>0.00634427727499</c:v>
                </c:pt>
                <c:pt idx="349">
                  <c:v>0.00635765536994</c:v>
                </c:pt>
                <c:pt idx="350">
                  <c:v>0.0063710758242</c:v>
                </c:pt>
                <c:pt idx="351">
                  <c:v>0.00638453881679</c:v>
                </c:pt>
                <c:pt idx="352">
                  <c:v>0.00639804452768</c:v>
                </c:pt>
                <c:pt idx="353">
                  <c:v>0.00641159313777</c:v>
                </c:pt>
                <c:pt idx="354">
                  <c:v>0.00642518482894</c:v>
                </c:pt>
                <c:pt idx="355">
                  <c:v>0.00643881978404</c:v>
                </c:pt>
                <c:pt idx="356">
                  <c:v>0.00645249818688</c:v>
                </c:pt>
                <c:pt idx="357">
                  <c:v>0.00646622022225</c:v>
                </c:pt>
                <c:pt idx="358">
                  <c:v>0.00647998607592</c:v>
                </c:pt>
                <c:pt idx="359">
                  <c:v>0.00649379593465</c:v>
                </c:pt>
                <c:pt idx="360">
                  <c:v>0.00650764998621</c:v>
                </c:pt>
                <c:pt idx="361">
                  <c:v>0.00652154841935</c:v>
                </c:pt>
                <c:pt idx="362">
                  <c:v>0.00653549142385</c:v>
                </c:pt>
                <c:pt idx="363">
                  <c:v>0.00654947919049</c:v>
                </c:pt>
                <c:pt idx="364">
                  <c:v>0.00656351191109</c:v>
                </c:pt>
                <c:pt idx="365">
                  <c:v>0.00657758977848</c:v>
                </c:pt>
                <c:pt idx="366">
                  <c:v>0.00659171298653</c:v>
                </c:pt>
                <c:pt idx="367">
                  <c:v>0.00660588173017</c:v>
                </c:pt>
                <c:pt idx="368">
                  <c:v>0.00662009620535</c:v>
                </c:pt>
                <c:pt idx="369">
                  <c:v>0.00663435660909</c:v>
                </c:pt>
                <c:pt idx="370">
                  <c:v>0.00664866313948</c:v>
                </c:pt>
                <c:pt idx="371">
                  <c:v>0.00666301599567</c:v>
                </c:pt>
                <c:pt idx="372">
                  <c:v>0.00667741537788</c:v>
                </c:pt>
                <c:pt idx="373">
                  <c:v>0.00669186148743</c:v>
                </c:pt>
                <c:pt idx="374">
                  <c:v>0.00670635452672</c:v>
                </c:pt>
                <c:pt idx="375">
                  <c:v>0.00672089469925</c:v>
                </c:pt>
                <c:pt idx="376">
                  <c:v>0.00673548220961</c:v>
                </c:pt>
                <c:pt idx="377">
                  <c:v>0.00675011726353</c:v>
                </c:pt>
                <c:pt idx="378">
                  <c:v>0.00676480006783</c:v>
                </c:pt>
                <c:pt idx="379">
                  <c:v>0.00677953083049</c:v>
                </c:pt>
                <c:pt idx="380">
                  <c:v>0.00679430976058</c:v>
                </c:pt>
                <c:pt idx="381">
                  <c:v>0.00680913706835</c:v>
                </c:pt>
                <c:pt idx="382">
                  <c:v>0.00682401296518</c:v>
                </c:pt>
                <c:pt idx="383">
                  <c:v>0.00683893766361</c:v>
                </c:pt>
                <c:pt idx="384">
                  <c:v>0.00685391137734</c:v>
                </c:pt>
                <c:pt idx="385">
                  <c:v>0.00686893432124</c:v>
                </c:pt>
                <c:pt idx="386">
                  <c:v>0.00688400671138</c:v>
                </c:pt>
                <c:pt idx="387">
                  <c:v>0.00689912876499</c:v>
                </c:pt>
                <c:pt idx="388">
                  <c:v>0.0069143007005</c:v>
                </c:pt>
                <c:pt idx="389">
                  <c:v>0.00692952273756</c:v>
                </c:pt>
                <c:pt idx="390">
                  <c:v>0.00694479509701</c:v>
                </c:pt>
                <c:pt idx="391">
                  <c:v>0.00696011800092</c:v>
                </c:pt>
                <c:pt idx="392">
                  <c:v>0.00697549167259</c:v>
                </c:pt>
                <c:pt idx="393">
                  <c:v>0.00699091633653</c:v>
                </c:pt>
                <c:pt idx="394">
                  <c:v>0.00700639221853</c:v>
                </c:pt>
                <c:pt idx="395">
                  <c:v>0.00702191954561</c:v>
                </c:pt>
                <c:pt idx="396">
                  <c:v>0.00703749854604</c:v>
                </c:pt>
                <c:pt idx="397">
                  <c:v>0.00705312944939</c:v>
                </c:pt>
                <c:pt idx="398">
                  <c:v>0.00706881248647</c:v>
                </c:pt>
                <c:pt idx="399">
                  <c:v>0.0070845478894</c:v>
                </c:pt>
                <c:pt idx="400">
                  <c:v>0.00710033589159</c:v>
                </c:pt>
                <c:pt idx="401">
                  <c:v>0.00711617672774</c:v>
                </c:pt>
                <c:pt idx="402">
                  <c:v>0.00713207063387</c:v>
                </c:pt>
                <c:pt idx="403">
                  <c:v>0.00714801784732</c:v>
                </c:pt>
                <c:pt idx="404">
                  <c:v>0.00716401860677</c:v>
                </c:pt>
                <c:pt idx="405">
                  <c:v>0.00718007315221</c:v>
                </c:pt>
                <c:pt idx="406">
                  <c:v>0.00719618172499</c:v>
                </c:pt>
                <c:pt idx="407">
                  <c:v>0.00721234456783</c:v>
                </c:pt>
                <c:pt idx="408">
                  <c:v>0.00722856192481</c:v>
                </c:pt>
                <c:pt idx="409">
                  <c:v>0.00724483404135</c:v>
                </c:pt>
                <c:pt idx="410">
                  <c:v>0.0072611611643</c:v>
                </c:pt>
                <c:pt idx="411">
                  <c:v>0.00727754354189</c:v>
                </c:pt>
                <c:pt idx="412">
                  <c:v>0.00729398142372</c:v>
                </c:pt>
                <c:pt idx="413">
                  <c:v>0.00731047506085</c:v>
                </c:pt>
                <c:pt idx="414">
                  <c:v>0.00732702470573</c:v>
                </c:pt>
                <c:pt idx="415">
                  <c:v>0.00734363061226</c:v>
                </c:pt>
                <c:pt idx="416">
                  <c:v>0.00736029303576</c:v>
                </c:pt>
                <c:pt idx="417">
                  <c:v>0.00737701223301</c:v>
                </c:pt>
                <c:pt idx="418">
                  <c:v>0.00739378846225</c:v>
                </c:pt>
                <c:pt idx="419">
                  <c:v>0.00741062198321</c:v>
                </c:pt>
                <c:pt idx="420">
                  <c:v>0.00742751305707</c:v>
                </c:pt>
                <c:pt idx="421">
                  <c:v>0.00744446194652</c:v>
                </c:pt>
                <c:pt idx="422">
                  <c:v>0.00746146891574</c:v>
                </c:pt>
                <c:pt idx="423">
                  <c:v>0.00747853423043</c:v>
                </c:pt>
                <c:pt idx="424">
                  <c:v>0.0074956581578</c:v>
                </c:pt>
                <c:pt idx="425">
                  <c:v>0.00751284096662</c:v>
                </c:pt>
                <c:pt idx="426">
                  <c:v>0.00753008292716</c:v>
                </c:pt>
                <c:pt idx="427">
                  <c:v>0.00754738431129</c:v>
                </c:pt>
                <c:pt idx="428">
                  <c:v>0.0075647453924</c:v>
                </c:pt>
                <c:pt idx="429">
                  <c:v>0.00758216644549</c:v>
                </c:pt>
                <c:pt idx="430">
                  <c:v>0.00759964774712</c:v>
                </c:pt>
                <c:pt idx="431">
                  <c:v>0.00761718957547</c:v>
                </c:pt>
                <c:pt idx="432">
                  <c:v>0.00763479221032</c:v>
                </c:pt>
                <c:pt idx="433">
                  <c:v>0.00765245593305</c:v>
                </c:pt>
                <c:pt idx="434">
                  <c:v>0.00767018102669</c:v>
                </c:pt>
                <c:pt idx="435">
                  <c:v>0.00768796777592</c:v>
                </c:pt>
                <c:pt idx="436">
                  <c:v>0.00770581646705</c:v>
                </c:pt>
                <c:pt idx="437">
                  <c:v>0.00772372738808</c:v>
                </c:pt>
                <c:pt idx="438">
                  <c:v>0.00774170082865</c:v>
                </c:pt>
                <c:pt idx="439">
                  <c:v>0.00775973708013</c:v>
                </c:pt>
                <c:pt idx="440">
                  <c:v>0.00777783643557</c:v>
                </c:pt>
                <c:pt idx="441">
                  <c:v>0.00779599918972</c:v>
                </c:pt>
                <c:pt idx="442">
                  <c:v>0.00781422563908</c:v>
                </c:pt>
                <c:pt idx="443">
                  <c:v>0.00783251608186</c:v>
                </c:pt>
                <c:pt idx="444">
                  <c:v>0.00785087081804</c:v>
                </c:pt>
                <c:pt idx="445">
                  <c:v>0.00786929014935</c:v>
                </c:pt>
                <c:pt idx="446">
                  <c:v>0.0078877743793</c:v>
                </c:pt>
                <c:pt idx="447">
                  <c:v>0.00790632381317</c:v>
                </c:pt>
                <c:pt idx="448">
                  <c:v>0.00792493875805</c:v>
                </c:pt>
                <c:pt idx="449">
                  <c:v>0.00794361952285</c:v>
                </c:pt>
                <c:pt idx="450">
                  <c:v>0.00796236641828</c:v>
                </c:pt>
                <c:pt idx="451">
                  <c:v>0.00798117975691</c:v>
                </c:pt>
                <c:pt idx="452">
                  <c:v>0.00800005985314</c:v>
                </c:pt>
                <c:pt idx="453">
                  <c:v>0.00801900702326</c:v>
                </c:pt>
                <c:pt idx="454">
                  <c:v>0.0080380215854</c:v>
                </c:pt>
                <c:pt idx="455">
                  <c:v>0.00805710385962</c:v>
                </c:pt>
                <c:pt idx="456">
                  <c:v>0.00807625416784</c:v>
                </c:pt>
                <c:pt idx="457">
                  <c:v>0.00809547283393</c:v>
                </c:pt>
                <c:pt idx="458">
                  <c:v>0.00811476018368</c:v>
                </c:pt>
                <c:pt idx="459">
                  <c:v>0.00813411654482</c:v>
                </c:pt>
                <c:pt idx="460">
                  <c:v>0.00815354224704</c:v>
                </c:pt>
                <c:pt idx="461">
                  <c:v>0.00817303762201</c:v>
                </c:pt>
                <c:pt idx="462">
                  <c:v>0.00819260300338</c:v>
                </c:pt>
                <c:pt idx="463">
                  <c:v>0.0082122387268</c:v>
                </c:pt>
                <c:pt idx="464">
                  <c:v>0.00823194512993</c:v>
                </c:pt>
                <c:pt idx="465">
                  <c:v>0.00825172255248</c:v>
                </c:pt>
                <c:pt idx="466">
                  <c:v>0.00827157133618</c:v>
                </c:pt>
                <c:pt idx="467">
                  <c:v>0.00829149182484</c:v>
                </c:pt>
                <c:pt idx="468">
                  <c:v>0.00831148436433</c:v>
                </c:pt>
                <c:pt idx="469">
                  <c:v>0.00833154930262</c:v>
                </c:pt>
                <c:pt idx="470">
                  <c:v>0.00835168698977</c:v>
                </c:pt>
                <c:pt idx="471">
                  <c:v>0.00837189777797</c:v>
                </c:pt>
                <c:pt idx="472">
                  <c:v>0.00839218202155</c:v>
                </c:pt>
                <c:pt idx="473">
                  <c:v>0.00841254007698</c:v>
                </c:pt>
                <c:pt idx="474">
                  <c:v>0.0084329723029</c:v>
                </c:pt>
                <c:pt idx="475">
                  <c:v>0.00845347906013</c:v>
                </c:pt>
                <c:pt idx="476">
                  <c:v>0.00847406071171</c:v>
                </c:pt>
                <c:pt idx="477">
                  <c:v>0.00849471762285</c:v>
                </c:pt>
                <c:pt idx="478">
                  <c:v>0.00851545016104</c:v>
                </c:pt>
                <c:pt idx="479">
                  <c:v>0.00853625869598</c:v>
                </c:pt>
                <c:pt idx="480">
                  <c:v>0.00855714359966</c:v>
                </c:pt>
                <c:pt idx="481">
                  <c:v>0.00857810524632</c:v>
                </c:pt>
                <c:pt idx="482">
                  <c:v>0.00859914401253</c:v>
                </c:pt>
                <c:pt idx="483">
                  <c:v>0.00862026027716</c:v>
                </c:pt>
                <c:pt idx="484">
                  <c:v>0.0086414544214</c:v>
                </c:pt>
                <c:pt idx="485">
                  <c:v>0.0086627268288</c:v>
                </c:pt>
                <c:pt idx="486">
                  <c:v>0.00868407788529</c:v>
                </c:pt>
                <c:pt idx="487">
                  <c:v>0.00870550797915</c:v>
                </c:pt>
                <c:pt idx="488">
                  <c:v>0.00872701750108</c:v>
                </c:pt>
                <c:pt idx="489">
                  <c:v>0.00874860684421</c:v>
                </c:pt>
                <c:pt idx="490">
                  <c:v>0.00877027640409</c:v>
                </c:pt>
                <c:pt idx="491">
                  <c:v>0.00879202657873</c:v>
                </c:pt>
                <c:pt idx="492">
                  <c:v>0.00881385776861</c:v>
                </c:pt>
                <c:pt idx="493">
                  <c:v>0.00883577037671</c:v>
                </c:pt>
                <c:pt idx="494">
                  <c:v>0.00885776480851</c:v>
                </c:pt>
                <c:pt idx="495">
                  <c:v>0.00887984147204</c:v>
                </c:pt>
                <c:pt idx="496">
                  <c:v>0.00890200077786</c:v>
                </c:pt>
                <c:pt idx="497">
                  <c:v>0.00892424313909</c:v>
                </c:pt>
                <c:pt idx="498">
                  <c:v>0.00894656897146</c:v>
                </c:pt>
                <c:pt idx="499">
                  <c:v>0.00896897869329</c:v>
                </c:pt>
                <c:pt idx="500">
                  <c:v>0.00899147272553</c:v>
                </c:pt>
                <c:pt idx="501">
                  <c:v>0.00901405149179</c:v>
                </c:pt>
                <c:pt idx="502">
                  <c:v>0.00903671541832</c:v>
                </c:pt>
                <c:pt idx="503">
                  <c:v>0.00905946493408</c:v>
                </c:pt>
                <c:pt idx="504">
                  <c:v>0.00908230047072</c:v>
                </c:pt>
                <c:pt idx="505">
                  <c:v>0.00910522246262</c:v>
                </c:pt>
                <c:pt idx="506">
                  <c:v>0.00912823134691</c:v>
                </c:pt>
                <c:pt idx="507">
                  <c:v>0.0091513275635</c:v>
                </c:pt>
                <c:pt idx="508">
                  <c:v>0.00917451155508</c:v>
                </c:pt>
                <c:pt idx="509">
                  <c:v>0.00919778376713</c:v>
                </c:pt>
                <c:pt idx="510">
                  <c:v>0.00922114464801</c:v>
                </c:pt>
                <c:pt idx="511">
                  <c:v>0.00924459464889</c:v>
                </c:pt>
                <c:pt idx="512">
                  <c:v>0.00926813422383</c:v>
                </c:pt>
                <c:pt idx="513">
                  <c:v>0.00929176382981</c:v>
                </c:pt>
                <c:pt idx="514">
                  <c:v>0.0093154839267</c:v>
                </c:pt>
                <c:pt idx="515">
                  <c:v>0.00933929497732</c:v>
                </c:pt>
                <c:pt idx="516">
                  <c:v>0.00936319744747</c:v>
                </c:pt>
                <c:pt idx="517">
                  <c:v>0.00938719180593</c:v>
                </c:pt>
                <c:pt idx="518">
                  <c:v>0.00941127852448</c:v>
                </c:pt>
                <c:pt idx="519">
                  <c:v>0.00943545807795</c:v>
                </c:pt>
                <c:pt idx="520">
                  <c:v>0.00945973094423</c:v>
                </c:pt>
                <c:pt idx="521">
                  <c:v>0.00948409760428</c:v>
                </c:pt>
                <c:pt idx="522">
                  <c:v>0.00950855854217</c:v>
                </c:pt>
                <c:pt idx="523">
                  <c:v>0.0095331142451</c:v>
                </c:pt>
                <c:pt idx="524">
                  <c:v>0.00955776520344</c:v>
                </c:pt>
                <c:pt idx="525">
                  <c:v>0.00958251191071</c:v>
                </c:pt>
                <c:pt idx="526">
                  <c:v>0.00960735486365</c:v>
                </c:pt>
                <c:pt idx="527">
                  <c:v>0.00963229456223</c:v>
                </c:pt>
                <c:pt idx="528">
                  <c:v>0.00965733150968</c:v>
                </c:pt>
                <c:pt idx="529">
                  <c:v>0.00968246621249</c:v>
                </c:pt>
                <c:pt idx="530">
                  <c:v>0.00970769918047</c:v>
                </c:pt>
                <c:pt idx="531">
                  <c:v>0.00973303092676</c:v>
                </c:pt>
                <c:pt idx="532">
                  <c:v>0.00975846196785</c:v>
                </c:pt>
                <c:pt idx="533">
                  <c:v>0.00978399282363</c:v>
                </c:pt>
                <c:pt idx="534">
                  <c:v>0.00980962401738</c:v>
                </c:pt>
                <c:pt idx="535">
                  <c:v>0.00983535607583</c:v>
                </c:pt>
                <c:pt idx="536">
                  <c:v>0.00986118952918</c:v>
                </c:pt>
                <c:pt idx="537">
                  <c:v>0.00988712491111</c:v>
                </c:pt>
                <c:pt idx="538">
                  <c:v>0.00991316275881</c:v>
                </c:pt>
                <c:pt idx="539">
                  <c:v>0.00993930361305</c:v>
                </c:pt>
                <c:pt idx="540">
                  <c:v>0.00996554801816</c:v>
                </c:pt>
                <c:pt idx="541">
                  <c:v>0.00999189652206</c:v>
                </c:pt>
                <c:pt idx="542">
                  <c:v>0.0100183496763</c:v>
                </c:pt>
                <c:pt idx="543">
                  <c:v>0.0100449080362</c:v>
                </c:pt>
                <c:pt idx="544">
                  <c:v>0.0100715721605</c:v>
                </c:pt>
                <c:pt idx="545">
                  <c:v>0.010098342612</c:v>
                </c:pt>
                <c:pt idx="546">
                  <c:v>0.0101252199571</c:v>
                </c:pt>
                <c:pt idx="547">
                  <c:v>0.0101522047659</c:v>
                </c:pt>
                <c:pt idx="548">
                  <c:v>0.0101792976123</c:v>
                </c:pt>
                <c:pt idx="549">
                  <c:v>0.0102064990743</c:v>
                </c:pt>
                <c:pt idx="550">
                  <c:v>0.0102338097335</c:v>
                </c:pt>
                <c:pt idx="551">
                  <c:v>0.0102612301756</c:v>
                </c:pt>
                <c:pt idx="552">
                  <c:v>0.01028876099</c:v>
                </c:pt>
                <c:pt idx="553">
                  <c:v>0.0103164027703</c:v>
                </c:pt>
                <c:pt idx="554">
                  <c:v>0.010344156114</c:v>
                </c:pt>
                <c:pt idx="555">
                  <c:v>0.0103720216225</c:v>
                </c:pt>
                <c:pt idx="556">
                  <c:v>0.0103999999016</c:v>
                </c:pt>
                <c:pt idx="557">
                  <c:v>0.010428091561</c:v>
                </c:pt>
                <c:pt idx="558">
                  <c:v>0.0104562972144</c:v>
                </c:pt>
                <c:pt idx="559">
                  <c:v>0.0104846174798</c:v>
                </c:pt>
                <c:pt idx="560">
                  <c:v>0.0105130529795</c:v>
                </c:pt>
                <c:pt idx="561">
                  <c:v>0.0105416043399</c:v>
                </c:pt>
                <c:pt idx="562">
                  <c:v>0.0105702721917</c:v>
                </c:pt>
                <c:pt idx="563">
                  <c:v>0.0105990571699</c:v>
                </c:pt>
                <c:pt idx="564">
                  <c:v>0.0106279599138</c:v>
                </c:pt>
                <c:pt idx="565">
                  <c:v>0.0106569810672</c:v>
                </c:pt>
                <c:pt idx="566">
                  <c:v>0.0106861212781</c:v>
                </c:pt>
                <c:pt idx="567">
                  <c:v>0.0107153811992</c:v>
                </c:pt>
                <c:pt idx="568">
                  <c:v>0.0107447614875</c:v>
                </c:pt>
                <c:pt idx="569">
                  <c:v>0.0107742628046</c:v>
                </c:pt>
                <c:pt idx="570">
                  <c:v>0.0108038858166</c:v>
                </c:pt>
                <c:pt idx="571">
                  <c:v>0.0108336311942</c:v>
                </c:pt>
                <c:pt idx="572">
                  <c:v>0.0108634996129</c:v>
                </c:pt>
                <c:pt idx="573">
                  <c:v>0.0108934917527</c:v>
                </c:pt>
                <c:pt idx="574">
                  <c:v>0.0109236082982</c:v>
                </c:pt>
                <c:pt idx="575">
                  <c:v>0.0109538499391</c:v>
                </c:pt>
                <c:pt idx="576">
                  <c:v>0.0109842173696</c:v>
                </c:pt>
                <c:pt idx="577">
                  <c:v>0.0110147112888</c:v>
                </c:pt>
                <c:pt idx="578">
                  <c:v>0.0110453324007</c:v>
                </c:pt>
                <c:pt idx="579">
                  <c:v>0.0110760814143</c:v>
                </c:pt>
                <c:pt idx="580">
                  <c:v>0.0111069590433</c:v>
                </c:pt>
                <c:pt idx="581">
                  <c:v>0.0111379660067</c:v>
                </c:pt>
                <c:pt idx="582">
                  <c:v>0.0111691030283</c:v>
                </c:pt>
                <c:pt idx="583">
                  <c:v>0.0112003708372</c:v>
                </c:pt>
                <c:pt idx="584">
                  <c:v>0.0112317701673</c:v>
                </c:pt>
                <c:pt idx="585">
                  <c:v>0.011263301758</c:v>
                </c:pt>
                <c:pt idx="586">
                  <c:v>0.0112949663538</c:v>
                </c:pt>
                <c:pt idx="587">
                  <c:v>0.0113267647043</c:v>
                </c:pt>
                <c:pt idx="588">
                  <c:v>0.0113586975646</c:v>
                </c:pt>
                <c:pt idx="589">
                  <c:v>0.011390765695</c:v>
                </c:pt>
                <c:pt idx="590">
                  <c:v>0.0114229698613</c:v>
                </c:pt>
                <c:pt idx="591">
                  <c:v>0.0114553108348</c:v>
                </c:pt>
                <c:pt idx="592">
                  <c:v>0.011487789392</c:v>
                </c:pt>
                <c:pt idx="593">
                  <c:v>0.0115204063152</c:v>
                </c:pt>
                <c:pt idx="594">
                  <c:v>0.0115531623921</c:v>
                </c:pt>
                <c:pt idx="595">
                  <c:v>0.0115860584162</c:v>
                </c:pt>
                <c:pt idx="596">
                  <c:v>0.0116190951865</c:v>
                </c:pt>
                <c:pt idx="597">
                  <c:v>0.0116522735079</c:v>
                </c:pt>
                <c:pt idx="598">
                  <c:v>0.0116855941908</c:v>
                </c:pt>
                <c:pt idx="599">
                  <c:v>0.0117190580517</c:v>
                </c:pt>
                <c:pt idx="600">
                  <c:v>0.0117526659129</c:v>
                </c:pt>
                <c:pt idx="601">
                  <c:v>0.0117864186025</c:v>
                </c:pt>
                <c:pt idx="602">
                  <c:v>0.0118203169547</c:v>
                </c:pt>
                <c:pt idx="603">
                  <c:v>0.0118543618096</c:v>
                </c:pt>
                <c:pt idx="604">
                  <c:v>0.0118885540136</c:v>
                </c:pt>
                <c:pt idx="605">
                  <c:v>0.0119228944189</c:v>
                </c:pt>
                <c:pt idx="606">
                  <c:v>0.0119573838842</c:v>
                </c:pt>
                <c:pt idx="607">
                  <c:v>0.0119920232743</c:v>
                </c:pt>
                <c:pt idx="608">
                  <c:v>0.0120268134603</c:v>
                </c:pt>
                <c:pt idx="609">
                  <c:v>0.0120617553196</c:v>
                </c:pt>
                <c:pt idx="610">
                  <c:v>0.0120968497362</c:v>
                </c:pt>
                <c:pt idx="611">
                  <c:v>0.0121320976002</c:v>
                </c:pt>
                <c:pt idx="612">
                  <c:v>0.0121674998085</c:v>
                </c:pt>
                <c:pt idx="613">
                  <c:v>0.0122030572646</c:v>
                </c:pt>
                <c:pt idx="614">
                  <c:v>0.0122387708785</c:v>
                </c:pt>
                <c:pt idx="615">
                  <c:v>0.0122746415668</c:v>
                </c:pt>
                <c:pt idx="616">
                  <c:v>0.0123106702532</c:v>
                </c:pt>
                <c:pt idx="617">
                  <c:v>0.0123468578678</c:v>
                </c:pt>
                <c:pt idx="618">
                  <c:v>0.0123832053479</c:v>
                </c:pt>
                <c:pt idx="619">
                  <c:v>0.0124197136375</c:v>
                </c:pt>
                <c:pt idx="620">
                  <c:v>0.0124563836876</c:v>
                </c:pt>
                <c:pt idx="621">
                  <c:v>0.0124932164566</c:v>
                </c:pt>
                <c:pt idx="622">
                  <c:v>0.0125302129095</c:v>
                </c:pt>
                <c:pt idx="623">
                  <c:v>0.012567374019</c:v>
                </c:pt>
                <c:pt idx="624">
                  <c:v>0.0126047007645</c:v>
                </c:pt>
                <c:pt idx="625">
                  <c:v>0.0126421941332</c:v>
                </c:pt>
                <c:pt idx="626">
                  <c:v>0.0126798551195</c:v>
                </c:pt>
                <c:pt idx="627">
                  <c:v>0.0127176847251</c:v>
                </c:pt>
                <c:pt idx="628">
                  <c:v>0.0127556839594</c:v>
                </c:pt>
                <c:pt idx="629">
                  <c:v>0.0127938538393</c:v>
                </c:pt>
                <c:pt idx="630">
                  <c:v>0.0128321953895</c:v>
                </c:pt>
                <c:pt idx="631">
                  <c:v>0.0128707096421</c:v>
                </c:pt>
                <c:pt idx="632">
                  <c:v>0.0129093976372</c:v>
                </c:pt>
                <c:pt idx="633">
                  <c:v>0.0129482604229</c:v>
                </c:pt>
                <c:pt idx="634">
                  <c:v>0.0129872990549</c:v>
                </c:pt>
                <c:pt idx="635">
                  <c:v>0.0130265145971</c:v>
                </c:pt>
                <c:pt idx="636">
                  <c:v>0.0130659081214</c:v>
                </c:pt>
                <c:pt idx="637">
                  <c:v>0.013105480708</c:v>
                </c:pt>
                <c:pt idx="638">
                  <c:v>0.0131452334452</c:v>
                </c:pt>
                <c:pt idx="639">
                  <c:v>0.0131851674295</c:v>
                </c:pt>
                <c:pt idx="640">
                  <c:v>0.013225283766</c:v>
                </c:pt>
                <c:pt idx="641">
                  <c:v>0.0132655835682</c:v>
                </c:pt>
                <c:pt idx="642">
                  <c:v>0.0133060679579</c:v>
                </c:pt>
                <c:pt idx="643">
                  <c:v>0.0133467380657</c:v>
                </c:pt>
                <c:pt idx="644">
                  <c:v>0.0133875950311</c:v>
                </c:pt>
                <c:pt idx="645">
                  <c:v>0.0134286400019</c:v>
                </c:pt>
                <c:pt idx="646">
                  <c:v>0.0134698741352</c:v>
                </c:pt>
                <c:pt idx="647">
                  <c:v>0.0135112985966</c:v>
                </c:pt>
                <c:pt idx="648">
                  <c:v>0.0135529145612</c:v>
                </c:pt>
                <c:pt idx="649">
                  <c:v>0.0135947232128</c:v>
                </c:pt>
                <c:pt idx="650">
                  <c:v>0.0136367257445</c:v>
                </c:pt>
                <c:pt idx="651">
                  <c:v>0.0136789233588</c:v>
                </c:pt>
                <c:pt idx="652">
                  <c:v>0.0137213172675</c:v>
                </c:pt>
                <c:pt idx="653">
                  <c:v>0.0137639086917</c:v>
                </c:pt>
                <c:pt idx="654">
                  <c:v>0.0138066988622</c:v>
                </c:pt>
                <c:pt idx="655">
                  <c:v>0.0138496890195</c:v>
                </c:pt>
                <c:pt idx="656">
                  <c:v>0.0138928804134</c:v>
                </c:pt>
                <c:pt idx="657">
                  <c:v>0.0139362743041</c:v>
                </c:pt>
                <c:pt idx="658">
                  <c:v>0.0139798719612</c:v>
                </c:pt>
                <c:pt idx="659">
                  <c:v>0.0140236746646</c:v>
                </c:pt>
                <c:pt idx="660">
                  <c:v>0.0140676837042</c:v>
                </c:pt>
                <c:pt idx="661">
                  <c:v>0.01411190038</c:v>
                </c:pt>
                <c:pt idx="662">
                  <c:v>0.0141563260023</c:v>
                </c:pt>
                <c:pt idx="663">
                  <c:v>0.0142009618919</c:v>
                </c:pt>
                <c:pt idx="664">
                  <c:v>0.0142458093801</c:v>
                </c:pt>
                <c:pt idx="665">
                  <c:v>0.0142908698086</c:v>
                </c:pt>
                <c:pt idx="666">
                  <c:v>0.0143361445298</c:v>
                </c:pt>
                <c:pt idx="667">
                  <c:v>0.0143816349071</c:v>
                </c:pt>
                <c:pt idx="668">
                  <c:v>0.0144273423145</c:v>
                </c:pt>
                <c:pt idx="669">
                  <c:v>0.0144732681373</c:v>
                </c:pt>
                <c:pt idx="670">
                  <c:v>0.0145194137716</c:v>
                </c:pt>
                <c:pt idx="671">
                  <c:v>0.0145657806248</c:v>
                </c:pt>
                <c:pt idx="672">
                  <c:v>0.0146123701158</c:v>
                </c:pt>
                <c:pt idx="673">
                  <c:v>0.0146591836747</c:v>
                </c:pt>
                <c:pt idx="674">
                  <c:v>0.0147062227432</c:v>
                </c:pt>
                <c:pt idx="675">
                  <c:v>0.0147534887746</c:v>
                </c:pt>
                <c:pt idx="676">
                  <c:v>0.0148009832341</c:v>
                </c:pt>
                <c:pt idx="677">
                  <c:v>0.0148487075987</c:v>
                </c:pt>
                <c:pt idx="678">
                  <c:v>0.0148966633573</c:v>
                </c:pt>
                <c:pt idx="679">
                  <c:v>0.0149448520111</c:v>
                </c:pt>
                <c:pt idx="680">
                  <c:v>0.0149932750733</c:v>
                </c:pt>
                <c:pt idx="681">
                  <c:v>0.0150419340695</c:v>
                </c:pt>
                <c:pt idx="682">
                  <c:v>0.015090830538</c:v>
                </c:pt>
                <c:pt idx="683">
                  <c:v>0.0151399660295</c:v>
                </c:pt>
                <c:pt idx="684">
                  <c:v>0.0151893421073</c:v>
                </c:pt>
                <c:pt idx="685">
                  <c:v>0.0152389603478</c:v>
                </c:pt>
                <c:pt idx="686">
                  <c:v>0.0152888223401</c:v>
                </c:pt>
                <c:pt idx="687">
                  <c:v>0.0153389296867</c:v>
                </c:pt>
                <c:pt idx="688">
                  <c:v>0.0153892840031</c:v>
                </c:pt>
                <c:pt idx="689">
                  <c:v>0.0154398869182</c:v>
                </c:pt>
                <c:pt idx="690">
                  <c:v>0.0154907400745</c:v>
                </c:pt>
                <c:pt idx="691">
                  <c:v>0.0155418451279</c:v>
                </c:pt>
                <c:pt idx="692">
                  <c:v>0.0155932037483</c:v>
                </c:pt>
                <c:pt idx="693">
                  <c:v>0.0156448176194</c:v>
                </c:pt>
                <c:pt idx="694">
                  <c:v>0.0156966884389</c:v>
                </c:pt>
                <c:pt idx="695">
                  <c:v>0.0157488179187</c:v>
                </c:pt>
                <c:pt idx="696">
                  <c:v>0.0158012077852</c:v>
                </c:pt>
                <c:pt idx="697">
                  <c:v>0.0158538597789</c:v>
                </c:pt>
                <c:pt idx="698">
                  <c:v>0.0159067756553</c:v>
                </c:pt>
                <c:pt idx="699">
                  <c:v>0.0159599571844</c:v>
                </c:pt>
                <c:pt idx="700">
                  <c:v>0.0160134061513</c:v>
                </c:pt>
                <c:pt idx="701">
                  <c:v>0.0160671243559</c:v>
                </c:pt>
                <c:pt idx="702">
                  <c:v>0.0161211136136</c:v>
                </c:pt>
                <c:pt idx="703">
                  <c:v>0.0161753757551</c:v>
                </c:pt>
                <c:pt idx="704">
                  <c:v>0.0162299126265</c:v>
                </c:pt>
                <c:pt idx="705">
                  <c:v>0.0162847260897</c:v>
                </c:pt>
                <c:pt idx="706">
                  <c:v>0.0163398180223</c:v>
                </c:pt>
                <c:pt idx="707">
                  <c:v>0.0163951903182</c:v>
                </c:pt>
                <c:pt idx="708">
                  <c:v>0.0164508448873</c:v>
                </c:pt>
                <c:pt idx="709">
                  <c:v>0.0165067836557</c:v>
                </c:pt>
                <c:pt idx="710">
                  <c:v>0.0165630085662</c:v>
                </c:pt>
                <c:pt idx="711">
                  <c:v>0.0166195215782</c:v>
                </c:pt>
                <c:pt idx="712">
                  <c:v>0.0166763246681</c:v>
                </c:pt>
                <c:pt idx="713">
                  <c:v>0.0167334198292</c:v>
                </c:pt>
                <c:pt idx="714">
                  <c:v>0.0167908090719</c:v>
                </c:pt>
                <c:pt idx="715">
                  <c:v>0.0168484944241</c:v>
                </c:pt>
                <c:pt idx="716">
                  <c:v>0.0169064779313</c:v>
                </c:pt>
                <c:pt idx="717">
                  <c:v>0.0169647616568</c:v>
                </c:pt>
                <c:pt idx="718">
                  <c:v>0.0170233476816</c:v>
                </c:pt>
                <c:pt idx="719">
                  <c:v>0.017082238105</c:v>
                </c:pt>
                <c:pt idx="720">
                  <c:v>0.0171414350446</c:v>
                </c:pt>
                <c:pt idx="721">
                  <c:v>0.0172009406364</c:v>
                </c:pt>
                <c:pt idx="722">
                  <c:v>0.0172607570352</c:v>
                </c:pt>
                <c:pt idx="723">
                  <c:v>0.0173208864147</c:v>
                </c:pt>
                <c:pt idx="724">
                  <c:v>0.0173813309676</c:v>
                </c:pt>
                <c:pt idx="725">
                  <c:v>0.017442092906</c:v>
                </c:pt>
                <c:pt idx="726">
                  <c:v>0.0175031744613</c:v>
                </c:pt>
                <c:pt idx="727">
                  <c:v>0.017564577885</c:v>
                </c:pt>
                <c:pt idx="728">
                  <c:v>0.017626305448</c:v>
                </c:pt>
                <c:pt idx="729">
                  <c:v>0.0176883594418</c:v>
                </c:pt>
                <c:pt idx="730">
                  <c:v>0.0177507421779</c:v>
                </c:pt>
                <c:pt idx="731">
                  <c:v>0.0178134559886</c:v>
                </c:pt>
                <c:pt idx="732">
                  <c:v>0.0178765032268</c:v>
                </c:pt>
                <c:pt idx="733">
                  <c:v>0.0179398862665</c:v>
                </c:pt>
                <c:pt idx="734">
                  <c:v>0.018003607503</c:v>
                </c:pt>
                <c:pt idx="735">
                  <c:v>0.0180676693528</c:v>
                </c:pt>
                <c:pt idx="736">
                  <c:v>0.0181320742543</c:v>
                </c:pt>
                <c:pt idx="737">
                  <c:v>0.0181968246678</c:v>
                </c:pt>
                <c:pt idx="738">
                  <c:v>0.0182619230758</c:v>
                </c:pt>
                <c:pt idx="739">
                  <c:v>0.018327371983</c:v>
                </c:pt>
                <c:pt idx="740">
                  <c:v>0.0183931739169</c:v>
                </c:pt>
                <c:pt idx="741">
                  <c:v>0.0184593314279</c:v>
                </c:pt>
                <c:pt idx="742">
                  <c:v>0.0185258470894</c:v>
                </c:pt>
                <c:pt idx="743">
                  <c:v>0.0185927234983</c:v>
                </c:pt>
                <c:pt idx="744">
                  <c:v>0.0186599632753</c:v>
                </c:pt>
                <c:pt idx="745">
                  <c:v>0.0187275690645</c:v>
                </c:pt>
                <c:pt idx="746">
                  <c:v>0.0187955435348</c:v>
                </c:pt>
                <c:pt idx="747">
                  <c:v>0.018863889379</c:v>
                </c:pt>
                <c:pt idx="748">
                  <c:v>0.0189326093149</c:v>
                </c:pt>
                <c:pt idx="749">
                  <c:v>0.0190017060852</c:v>
                </c:pt>
                <c:pt idx="750">
                  <c:v>0.0190711824578</c:v>
                </c:pt>
                <c:pt idx="751">
                  <c:v>0.0191410412261</c:v>
                </c:pt>
                <c:pt idx="752">
                  <c:v>0.0192112852094</c:v>
                </c:pt>
                <c:pt idx="753">
                  <c:v>0.019281917253</c:v>
                </c:pt>
                <c:pt idx="754">
                  <c:v>0.0193529402287</c:v>
                </c:pt>
                <c:pt idx="755">
                  <c:v>0.0194243570349</c:v>
                </c:pt>
                <c:pt idx="756">
                  <c:v>0.019496170597</c:v>
                </c:pt>
                <c:pt idx="757">
                  <c:v>0.0195683838676</c:v>
                </c:pt>
                <c:pt idx="758">
                  <c:v>0.0196409998268</c:v>
                </c:pt>
                <c:pt idx="759">
                  <c:v>0.019714021483</c:v>
                </c:pt>
                <c:pt idx="760">
                  <c:v>0.0197874518722</c:v>
                </c:pt>
                <c:pt idx="761">
                  <c:v>0.0198612940595</c:v>
                </c:pt>
                <c:pt idx="762">
                  <c:v>0.0199355511384</c:v>
                </c:pt>
                <c:pt idx="763">
                  <c:v>0.0200102262317</c:v>
                </c:pt>
                <c:pt idx="764">
                  <c:v>0.0200853224919</c:v>
                </c:pt>
                <c:pt idx="765">
                  <c:v>0.0201608431009</c:v>
                </c:pt>
                <c:pt idx="766">
                  <c:v>0.0202367912712</c:v>
                </c:pt>
                <c:pt idx="767">
                  <c:v>0.0203131702455</c:v>
                </c:pt>
                <c:pt idx="768">
                  <c:v>0.0203899832974</c:v>
                </c:pt>
                <c:pt idx="769">
                  <c:v>0.0204672337319</c:v>
                </c:pt>
                <c:pt idx="770">
                  <c:v>0.0205449248852</c:v>
                </c:pt>
                <c:pt idx="771">
                  <c:v>0.0206230601258</c:v>
                </c:pt>
                <c:pt idx="772">
                  <c:v>0.0207016428543</c:v>
                </c:pt>
                <c:pt idx="773">
                  <c:v>0.0207806765038</c:v>
                </c:pt>
                <c:pt idx="774">
                  <c:v>0.0208601645407</c:v>
                </c:pt>
                <c:pt idx="775">
                  <c:v>0.0209401104646</c:v>
                </c:pt>
                <c:pt idx="776">
                  <c:v>0.021020517809</c:v>
                </c:pt>
                <c:pt idx="777">
                  <c:v>0.0211013901415</c:v>
                </c:pt>
                <c:pt idx="778">
                  <c:v>0.0211827310643</c:v>
                </c:pt>
                <c:pt idx="779">
                  <c:v>0.0212645442146</c:v>
                </c:pt>
                <c:pt idx="780">
                  <c:v>0.021346833265</c:v>
                </c:pt>
                <c:pt idx="781">
                  <c:v>0.0214296019237</c:v>
                </c:pt>
                <c:pt idx="782">
                  <c:v>0.0215128539353</c:v>
                </c:pt>
                <c:pt idx="783">
                  <c:v>0.0215965930809</c:v>
                </c:pt>
                <c:pt idx="784">
                  <c:v>0.0216808231788</c:v>
                </c:pt>
                <c:pt idx="785">
                  <c:v>0.0217655480844</c:v>
                </c:pt>
                <c:pt idx="786">
                  <c:v>0.0218507716915</c:v>
                </c:pt>
                <c:pt idx="787">
                  <c:v>0.021936497932</c:v>
                </c:pt>
                <c:pt idx="788">
                  <c:v>0.0220227307765</c:v>
                </c:pt>
                <c:pt idx="789">
                  <c:v>0.0221094742351</c:v>
                </c:pt>
                <c:pt idx="790">
                  <c:v>0.0221967323573</c:v>
                </c:pt>
                <c:pt idx="791">
                  <c:v>0.0222845092332</c:v>
                </c:pt>
                <c:pt idx="792">
                  <c:v>0.0223728089933</c:v>
                </c:pt>
                <c:pt idx="793">
                  <c:v>0.0224616358091</c:v>
                </c:pt>
                <c:pt idx="794">
                  <c:v>0.0225509938941</c:v>
                </c:pt>
                <c:pt idx="795">
                  <c:v>0.0226408875035</c:v>
                </c:pt>
                <c:pt idx="796">
                  <c:v>0.0227313209354</c:v>
                </c:pt>
                <c:pt idx="797">
                  <c:v>0.0228222985309</c:v>
                </c:pt>
                <c:pt idx="798">
                  <c:v>0.0229138246747</c:v>
                </c:pt>
                <c:pt idx="799">
                  <c:v>0.0230059037956</c:v>
                </c:pt>
                <c:pt idx="800">
                  <c:v>0.0230985403673</c:v>
                </c:pt>
                <c:pt idx="801">
                  <c:v>0.0231917389084</c:v>
                </c:pt>
                <c:pt idx="802">
                  <c:v>0.0232855039834</c:v>
                </c:pt>
                <c:pt idx="803">
                  <c:v>0.023379840203</c:v>
                </c:pt>
                <c:pt idx="804">
                  <c:v>0.0234747522247</c:v>
                </c:pt>
                <c:pt idx="805">
                  <c:v>0.0235702447534</c:v>
                </c:pt>
                <c:pt idx="806">
                  <c:v>0.0236663225421</c:v>
                </c:pt>
                <c:pt idx="807">
                  <c:v>0.0237629903922</c:v>
                </c:pt>
                <c:pt idx="808">
                  <c:v>0.0238602531541</c:v>
                </c:pt>
                <c:pt idx="809">
                  <c:v>0.023958115728</c:v>
                </c:pt>
                <c:pt idx="810">
                  <c:v>0.0240565830644</c:v>
                </c:pt>
                <c:pt idx="811">
                  <c:v>0.0241556601647</c:v>
                </c:pt>
                <c:pt idx="812">
                  <c:v>0.0242553520818</c:v>
                </c:pt>
                <c:pt idx="813">
                  <c:v>0.0243556639206</c:v>
                </c:pt>
                <c:pt idx="814">
                  <c:v>0.0244566008389</c:v>
                </c:pt>
                <c:pt idx="815">
                  <c:v>0.0245581680477</c:v>
                </c:pt>
                <c:pt idx="816">
                  <c:v>0.0246603708122</c:v>
                </c:pt>
                <c:pt idx="817">
                  <c:v>0.0247632144522</c:v>
                </c:pt>
                <c:pt idx="818">
                  <c:v>0.0248667043429</c:v>
                </c:pt>
                <c:pt idx="819">
                  <c:v>0.0249708459153</c:v>
                </c:pt>
                <c:pt idx="820">
                  <c:v>0.0250756446572</c:v>
                </c:pt>
                <c:pt idx="821">
                  <c:v>0.0251811061139</c:v>
                </c:pt>
                <c:pt idx="822">
                  <c:v>0.0252872358884</c:v>
                </c:pt>
                <c:pt idx="823">
                  <c:v>0.0253940396429</c:v>
                </c:pt>
                <c:pt idx="824">
                  <c:v>0.0255015230986</c:v>
                </c:pt>
                <c:pt idx="825">
                  <c:v>0.0256096920372</c:v>
                </c:pt>
                <c:pt idx="826">
                  <c:v>0.0257185523012</c:v>
                </c:pt>
                <c:pt idx="827">
                  <c:v>0.0258281097947</c:v>
                </c:pt>
                <c:pt idx="828">
                  <c:v>0.0259383704842</c:v>
                </c:pt>
                <c:pt idx="829">
                  <c:v>0.0260493403994</c:v>
                </c:pt>
                <c:pt idx="830">
                  <c:v>0.0261610256339</c:v>
                </c:pt>
                <c:pt idx="831">
                  <c:v>0.0262734323459</c:v>
                </c:pt>
                <c:pt idx="832">
                  <c:v>0.026386566759</c:v>
                </c:pt>
                <c:pt idx="833">
                  <c:v>0.0265004351632</c:v>
                </c:pt>
                <c:pt idx="834">
                  <c:v>0.0266150439155</c:v>
                </c:pt>
                <c:pt idx="835">
                  <c:v>0.0267303994408</c:v>
                </c:pt>
                <c:pt idx="836">
                  <c:v>0.0268465082324</c:v>
                </c:pt>
                <c:pt idx="837">
                  <c:v>0.0269633768535</c:v>
                </c:pt>
                <c:pt idx="838">
                  <c:v>0.0270810119374</c:v>
                </c:pt>
                <c:pt idx="839">
                  <c:v>0.0271994201886</c:v>
                </c:pt>
                <c:pt idx="840">
                  <c:v>0.0273186083837</c:v>
                </c:pt>
                <c:pt idx="841">
                  <c:v>0.0274385833721</c:v>
                </c:pt>
                <c:pt idx="842">
                  <c:v>0.0275593520771</c:v>
                </c:pt>
                <c:pt idx="843">
                  <c:v>0.0276809214966</c:v>
                </c:pt>
                <c:pt idx="844">
                  <c:v>0.0278032987041</c:v>
                </c:pt>
                <c:pt idx="845">
                  <c:v>0.0279264908496</c:v>
                </c:pt>
                <c:pt idx="846">
                  <c:v>0.0280505051602</c:v>
                </c:pt>
                <c:pt idx="847">
                  <c:v>0.0281753489418</c:v>
                </c:pt>
                <c:pt idx="848">
                  <c:v>0.0283010295791</c:v>
                </c:pt>
                <c:pt idx="849">
                  <c:v>0.0284275545371</c:v>
                </c:pt>
                <c:pt idx="850">
                  <c:v>0.028554931362</c:v>
                </c:pt>
                <c:pt idx="851">
                  <c:v>0.028683167682</c:v>
                </c:pt>
                <c:pt idx="852">
                  <c:v>0.0288122712084</c:v>
                </c:pt>
                <c:pt idx="853">
                  <c:v>0.0289422497366</c:v>
                </c:pt>
                <c:pt idx="854">
                  <c:v>0.0290731111468</c:v>
                </c:pt>
                <c:pt idx="855">
                  <c:v>0.0292048634054</c:v>
                </c:pt>
                <c:pt idx="856">
                  <c:v>0.0293375145658</c:v>
                </c:pt>
                <c:pt idx="857">
                  <c:v>0.0294710727695</c:v>
                </c:pt>
                <c:pt idx="858">
                  <c:v>0.0296055462468</c:v>
                </c:pt>
                <c:pt idx="859">
                  <c:v>0.0297409433184</c:v>
                </c:pt>
                <c:pt idx="860">
                  <c:v>0.0298772723961</c:v>
                </c:pt>
                <c:pt idx="861">
                  <c:v>0.0300145419836</c:v>
                </c:pt>
                <c:pt idx="862">
                  <c:v>0.0301527606781</c:v>
                </c:pt>
                <c:pt idx="863">
                  <c:v>0.0302919371712</c:v>
                </c:pt>
                <c:pt idx="864">
                  <c:v>0.0304320802495</c:v>
                </c:pt>
                <c:pt idx="865">
                  <c:v>0.0305731987963</c:v>
                </c:pt>
                <c:pt idx="866">
                  <c:v>0.0307153017925</c:v>
                </c:pt>
                <c:pt idx="867">
                  <c:v>0.0308583983175</c:v>
                </c:pt>
                <c:pt idx="868">
                  <c:v>0.0310024975505</c:v>
                </c:pt>
                <c:pt idx="869">
                  <c:v>0.0311476087714</c:v>
                </c:pt>
                <c:pt idx="870">
                  <c:v>0.0312937413624</c:v>
                </c:pt>
                <c:pt idx="871">
                  <c:v>0.0314409048082</c:v>
                </c:pt>
                <c:pt idx="872">
                  <c:v>0.0315891086983</c:v>
                </c:pt>
                <c:pt idx="873">
                  <c:v>0.0317383627271</c:v>
                </c:pt>
                <c:pt idx="874">
                  <c:v>0.0318886766956</c:v>
                </c:pt>
                <c:pt idx="875">
                  <c:v>0.0320400605124</c:v>
                </c:pt>
                <c:pt idx="876">
                  <c:v>0.0321925241947</c:v>
                </c:pt>
                <c:pt idx="877">
                  <c:v>0.0323460778695</c:v>
                </c:pt>
                <c:pt idx="878">
                  <c:v>0.0325007317752</c:v>
                </c:pt>
                <c:pt idx="879">
                  <c:v>0.0326564962618</c:v>
                </c:pt>
                <c:pt idx="880">
                  <c:v>0.032813381793</c:v>
                </c:pt>
                <c:pt idx="881">
                  <c:v>0.0329713989467</c:v>
                </c:pt>
                <c:pt idx="882">
                  <c:v>0.0331305584164</c:v>
                </c:pt>
                <c:pt idx="883">
                  <c:v>0.0332908710124</c:v>
                </c:pt>
                <c:pt idx="884">
                  <c:v>0.0334523476627</c:v>
                </c:pt>
                <c:pt idx="885">
                  <c:v>0.0336149994145</c:v>
                </c:pt>
                <c:pt idx="886">
                  <c:v>0.033778837435</c:v>
                </c:pt>
                <c:pt idx="887">
                  <c:v>0.0339438730125</c:v>
                </c:pt>
                <c:pt idx="888">
                  <c:v>0.034110117558</c:v>
                </c:pt>
                <c:pt idx="889">
                  <c:v>0.0342775826057</c:v>
                </c:pt>
                <c:pt idx="890">
                  <c:v>0.0344462798146</c:v>
                </c:pt>
                <c:pt idx="891">
                  <c:v>0.0346162209692</c:v>
                </c:pt>
                <c:pt idx="892">
                  <c:v>0.0347874179809</c:v>
                </c:pt>
                <c:pt idx="893">
                  <c:v>0.0349598828889</c:v>
                </c:pt>
                <c:pt idx="894">
                  <c:v>0.0351336278614</c:v>
                </c:pt>
                <c:pt idx="895">
                  <c:v>0.0353086651966</c:v>
                </c:pt>
                <c:pt idx="896">
                  <c:v>0.0354850073235</c:v>
                </c:pt>
                <c:pt idx="897">
                  <c:v>0.0356626668034</c:v>
                </c:pt>
                <c:pt idx="898">
                  <c:v>0.0358416563305</c:v>
                </c:pt>
                <c:pt idx="899">
                  <c:v>0.0360219887329</c:v>
                </c:pt>
                <c:pt idx="900">
                  <c:v>0.0362036769739</c:v>
                </c:pt>
                <c:pt idx="901">
                  <c:v>0.0363867341525</c:v>
                </c:pt>
                <c:pt idx="902">
                  <c:v>0.0365711735048</c:v>
                </c:pt>
                <c:pt idx="903">
                  <c:v>0.0367570084043</c:v>
                </c:pt>
                <c:pt idx="904">
                  <c:v>0.0369442523632</c:v>
                </c:pt>
                <c:pt idx="905">
                  <c:v>0.0371329190332</c:v>
                </c:pt>
                <c:pt idx="906">
                  <c:v>0.0373230222061</c:v>
                </c:pt>
                <c:pt idx="907">
                  <c:v>0.0375145758145</c:v>
                </c:pt>
                <c:pt idx="908">
                  <c:v>0.0377075939331</c:v>
                </c:pt>
                <c:pt idx="909">
                  <c:v>0.0379020907785</c:v>
                </c:pt>
                <c:pt idx="910">
                  <c:v>0.0380980807107</c:v>
                </c:pt>
                <c:pt idx="911">
                  <c:v>0.038295578233</c:v>
                </c:pt>
                <c:pt idx="912">
                  <c:v>0.0384945979933</c:v>
                </c:pt>
                <c:pt idx="913">
                  <c:v>0.0386951547838</c:v>
                </c:pt>
                <c:pt idx="914">
                  <c:v>0.038897263542</c:v>
                </c:pt>
                <c:pt idx="915">
                  <c:v>0.0391009393511</c:v>
                </c:pt>
                <c:pt idx="916">
                  <c:v>0.0393061974401</c:v>
                </c:pt>
                <c:pt idx="917">
                  <c:v>0.0395130531843</c:v>
                </c:pt>
                <c:pt idx="918">
                  <c:v>0.0397215221055</c:v>
                </c:pt>
                <c:pt idx="919">
                  <c:v>0.0399316198721</c:v>
                </c:pt>
                <c:pt idx="920">
                  <c:v>0.0401433622993</c:v>
                </c:pt>
                <c:pt idx="921">
                  <c:v>0.0403567653491</c:v>
                </c:pt>
                <c:pt idx="922">
                  <c:v>0.0405718451303</c:v>
                </c:pt>
                <c:pt idx="923">
                  <c:v>0.0407886178986</c:v>
                </c:pt>
                <c:pt idx="924">
                  <c:v>0.0410071000559</c:v>
                </c:pt>
                <c:pt idx="925">
                  <c:v>0.0412273081506</c:v>
                </c:pt>
                <c:pt idx="926">
                  <c:v>0.0414492588771</c:v>
                </c:pt>
                <c:pt idx="927">
                  <c:v>0.0416729690753</c:v>
                </c:pt>
                <c:pt idx="928">
                  <c:v>0.04189845573</c:v>
                </c:pt>
                <c:pt idx="929">
                  <c:v>0.0421257359708</c:v>
                </c:pt>
                <c:pt idx="930">
                  <c:v>0.042354827071</c:v>
                </c:pt>
                <c:pt idx="931">
                  <c:v>0.0425857464467</c:v>
                </c:pt>
                <c:pt idx="932">
                  <c:v>0.0428185116566</c:v>
                </c:pt>
                <c:pt idx="933">
                  <c:v>0.0430531404003</c:v>
                </c:pt>
                <c:pt idx="934">
                  <c:v>0.0432896505179</c:v>
                </c:pt>
                <c:pt idx="935">
                  <c:v>0.0435280599884</c:v>
                </c:pt>
                <c:pt idx="936">
                  <c:v>0.0437683869286</c:v>
                </c:pt>
                <c:pt idx="937">
                  <c:v>0.0440106495918</c:v>
                </c:pt>
                <c:pt idx="938">
                  <c:v>0.0442548663663</c:v>
                </c:pt>
                <c:pt idx="939">
                  <c:v>0.0445010557739</c:v>
                </c:pt>
                <c:pt idx="940">
                  <c:v>0.0447492364682</c:v>
                </c:pt>
                <c:pt idx="941">
                  <c:v>0.0449994272329</c:v>
                </c:pt>
                <c:pt idx="942">
                  <c:v>0.0452516469799</c:v>
                </c:pt>
                <c:pt idx="943">
                  <c:v>0.0455059147473</c:v>
                </c:pt>
                <c:pt idx="944">
                  <c:v>0.0457622496975</c:v>
                </c:pt>
                <c:pt idx="945">
                  <c:v>0.0460206711149</c:v>
                </c:pt>
                <c:pt idx="946">
                  <c:v>0.0462811984036</c:v>
                </c:pt>
                <c:pt idx="947">
                  <c:v>0.0465438510855</c:v>
                </c:pt>
                <c:pt idx="948">
                  <c:v>0.0468086487973</c:v>
                </c:pt>
                <c:pt idx="949">
                  <c:v>0.0470756112883</c:v>
                </c:pt>
                <c:pt idx="950">
                  <c:v>0.0473447584179</c:v>
                </c:pt>
                <c:pt idx="951">
                  <c:v>0.0476161101526</c:v>
                </c:pt>
                <c:pt idx="952">
                  <c:v>0.0478896865638</c:v>
                </c:pt>
                <c:pt idx="953">
                  <c:v>0.0481655078246</c:v>
                </c:pt>
                <c:pt idx="954">
                  <c:v>0.0484435942072</c:v>
                </c:pt>
                <c:pt idx="955">
                  <c:v>0.0487239660799</c:v>
                </c:pt>
                <c:pt idx="956">
                  <c:v>0.0490066439045</c:v>
                </c:pt>
                <c:pt idx="957">
                  <c:v>0.0492916482329</c:v>
                </c:pt>
                <c:pt idx="958">
                  <c:v>0.0495789997049</c:v>
                </c:pt>
                <c:pt idx="959">
                  <c:v>0.0498687190447</c:v>
                </c:pt>
                <c:pt idx="960">
                  <c:v>0.0501608270585</c:v>
                </c:pt>
                <c:pt idx="961">
                  <c:v>0.0504553446312</c:v>
                </c:pt>
                <c:pt idx="962">
                  <c:v>0.0507522927243</c:v>
                </c:pt>
                <c:pt idx="963">
                  <c:v>0.0510516923727</c:v>
                </c:pt>
                <c:pt idx="964">
                  <c:v>0.0513535646824</c:v>
                </c:pt>
                <c:pt idx="965">
                  <c:v>0.0516579308281</c:v>
                </c:pt>
                <c:pt idx="966">
                  <c:v>0.0519648120507</c:v>
                </c:pt>
                <c:pt idx="967">
                  <c:v>0.0522742296557</c:v>
                </c:pt>
                <c:pt idx="968">
                  <c:v>0.0525862050105</c:v>
                </c:pt>
                <c:pt idx="969">
                  <c:v>0.0529007595438</c:v>
                </c:pt>
                <c:pt idx="970">
                  <c:v>0.0532179147432</c:v>
                </c:pt>
                <c:pt idx="971">
                  <c:v>0.0535376921548</c:v>
                </c:pt>
                <c:pt idx="972">
                  <c:v>0.0538601133821</c:v>
                </c:pt>
                <c:pt idx="973">
                  <c:v>0.0541852000859</c:v>
                </c:pt>
                <c:pt idx="974">
                  <c:v>0.0545129739837</c:v>
                </c:pt>
                <c:pt idx="975">
                  <c:v>0.054843456851</c:v>
                </c:pt>
                <c:pt idx="976">
                  <c:v>0.0551766705216</c:v>
                </c:pt>
                <c:pt idx="977">
                  <c:v>0.0555126368891</c:v>
                </c:pt>
                <c:pt idx="978">
                  <c:v>0.0558513779092</c:v>
                </c:pt>
                <c:pt idx="979">
                  <c:v>0.056192915602</c:v>
                </c:pt>
                <c:pt idx="980">
                  <c:v>0.0565372720556</c:v>
                </c:pt>
                <c:pt idx="981">
                  <c:v>0.0568844694295</c:v>
                </c:pt>
                <c:pt idx="982">
                  <c:v>0.05723452996</c:v>
                </c:pt>
                <c:pt idx="983">
                  <c:v>0.057587475965</c:v>
                </c:pt>
                <c:pt idx="984">
                  <c:v>0.0579433298508</c:v>
                </c:pt>
                <c:pt idx="985">
                  <c:v>0.0583021141187</c:v>
                </c:pt>
                <c:pt idx="986">
                  <c:v>0.0586638513739</c:v>
                </c:pt>
                <c:pt idx="987">
                  <c:v>0.0590285643338</c:v>
                </c:pt>
                <c:pt idx="988">
                  <c:v>0.0593962758385</c:v>
                </c:pt>
                <c:pt idx="989">
                  <c:v>0.0597670088617</c:v>
                </c:pt>
                <c:pt idx="990">
                  <c:v>0.060140786523</c:v>
                </c:pt>
                <c:pt idx="991">
                  <c:v>0.0605176321015</c:v>
                </c:pt>
                <c:pt idx="992">
                  <c:v>0.0608975690497</c:v>
                </c:pt>
                <c:pt idx="993">
                  <c:v>0.0612806210098</c:v>
                </c:pt>
                <c:pt idx="994">
                  <c:v>0.0616668118306</c:v>
                </c:pt>
                <c:pt idx="995">
                  <c:v>0.0620561655853</c:v>
                </c:pt>
                <c:pt idx="996">
                  <c:v>0.0624487065917</c:v>
                </c:pt>
                <c:pt idx="997">
                  <c:v>0.0628444594325</c:v>
                </c:pt>
                <c:pt idx="998">
                  <c:v>0.0632434489777</c:v>
                </c:pt>
                <c:pt idx="999">
                  <c:v>0.0636457004082</c:v>
                </c:pt>
                <c:pt idx="1000">
                  <c:v>0.0640512392407</c:v>
                </c:pt>
                <c:pt idx="1001">
                  <c:v>0.0644600913537</c:v>
                </c:pt>
                <c:pt idx="1002">
                  <c:v>0.0648722830154</c:v>
                </c:pt>
                <c:pt idx="1003">
                  <c:v>0.0652878409125</c:v>
                </c:pt>
                <c:pt idx="1004">
                  <c:v>0.0657067921805</c:v>
                </c:pt>
                <c:pt idx="1005">
                  <c:v>0.0661291644353</c:v>
                </c:pt>
                <c:pt idx="1006">
                  <c:v>0.0665549858057</c:v>
                </c:pt>
                <c:pt idx="1007">
                  <c:v>0.0669842849682</c:v>
                </c:pt>
                <c:pt idx="1008">
                  <c:v>0.0674170911815</c:v>
                </c:pt>
                <c:pt idx="1009">
                  <c:v>0.0678534343232</c:v>
                </c:pt>
                <c:pt idx="1010">
                  <c:v>0.0682933449274</c:v>
                </c:pt>
                <c:pt idx="1011">
                  <c:v>0.0687368542227</c:v>
                </c:pt>
                <c:pt idx="1012">
                  <c:v>0.0691839941721</c:v>
                </c:pt>
                <c:pt idx="1013">
                  <c:v>0.0696347975129</c:v>
                </c:pt>
                <c:pt idx="1014">
                  <c:v>0.0700892977977</c:v>
                </c:pt>
                <c:pt idx="1015">
                  <c:v>0.0705475294359</c:v>
                </c:pt>
                <c:pt idx="1016">
                  <c:v>0.0710095277362</c:v>
                </c:pt>
                <c:pt idx="1017">
                  <c:v>0.0714753289487</c:v>
                </c:pt>
                <c:pt idx="1018">
                  <c:v>0.0719449703084</c:v>
                </c:pt>
                <c:pt idx="1019">
                  <c:v>0.0724184900775</c:v>
                </c:pt>
                <c:pt idx="1020">
                  <c:v>0.0728959275892</c:v>
                </c:pt>
                <c:pt idx="1021">
                  <c:v>0.0733773232906</c:v>
                </c:pt>
                <c:pt idx="1022">
                  <c:v>0.0738627187852</c:v>
                </c:pt>
                <c:pt idx="1023">
                  <c:v>0.0743521568761</c:v>
                </c:pt>
                <c:pt idx="1024">
                  <c:v>0.0748456816073</c:v>
                </c:pt>
                <c:pt idx="1025">
                  <c:v>0.0753433383055</c:v>
                </c:pt>
                <c:pt idx="1026">
                  <c:v>0.0758451736209</c:v>
                </c:pt>
                <c:pt idx="1027">
                  <c:v>0.0763512355664</c:v>
                </c:pt>
                <c:pt idx="1028">
                  <c:v>0.0768615735567</c:v>
                </c:pt>
                <c:pt idx="1029">
                  <c:v>0.0773762384456</c:v>
                </c:pt>
                <c:pt idx="1030">
                  <c:v>0.0778952825622</c:v>
                </c:pt>
                <c:pt idx="1031">
                  <c:v>0.0784187597456</c:v>
                </c:pt>
                <c:pt idx="1032">
                  <c:v>0.0789467253781</c:v>
                </c:pt>
                <c:pt idx="1033">
                  <c:v>0.0794792364166</c:v>
                </c:pt>
                <c:pt idx="1034">
                  <c:v>0.0800163514225</c:v>
                </c:pt>
                <c:pt idx="1035">
                  <c:v>0.080558130589</c:v>
                </c:pt>
                <c:pt idx="1036">
                  <c:v>0.0811046357674</c:v>
                </c:pt>
                <c:pt idx="1037">
                  <c:v>0.0816559304906</c:v>
                </c:pt>
                <c:pt idx="1038">
                  <c:v>0.0822120799945</c:v>
                </c:pt>
                <c:pt idx="1039">
                  <c:v>0.082773151238</c:v>
                </c:pt>
                <c:pt idx="1040">
                  <c:v>0.0833392129193</c:v>
                </c:pt>
                <c:pt idx="1041">
                  <c:v>0.0839103354915</c:v>
                </c:pt>
                <c:pt idx="1042">
                  <c:v>0.0844865911748</c:v>
                </c:pt>
                <c:pt idx="1043">
                  <c:v>0.0850680539666</c:v>
                </c:pt>
                <c:pt idx="1044">
                  <c:v>0.0856547996498</c:v>
                </c:pt>
                <c:pt idx="1045">
                  <c:v>0.0862469057978</c:v>
                </c:pt>
                <c:pt idx="1046">
                  <c:v>0.0868444517784</c:v>
                </c:pt>
                <c:pt idx="1047">
                  <c:v>0.0874475187542</c:v>
                </c:pt>
                <c:pt idx="1048">
                  <c:v>0.0880561896817</c:v>
                </c:pt>
                <c:pt idx="1049">
                  <c:v>0.0886705493078</c:v>
                </c:pt>
                <c:pt idx="1050">
                  <c:v>0.0892906841642</c:v>
                </c:pt>
                <c:pt idx="1051">
                  <c:v>0.0899166825601</c:v>
                </c:pt>
                <c:pt idx="1052">
                  <c:v>0.0905486345725</c:v>
                </c:pt>
                <c:pt idx="1053">
                  <c:v>0.0911866320346</c:v>
                </c:pt>
                <c:pt idx="1054">
                  <c:v>0.0918307685231</c:v>
                </c:pt>
                <c:pt idx="1055">
                  <c:v>0.0924811393432</c:v>
                </c:pt>
                <c:pt idx="1056">
                  <c:v>0.0931378415119</c:v>
                </c:pt>
                <c:pt idx="1057">
                  <c:v>0.0938009737408</c:v>
                </c:pt>
                <c:pt idx="1058">
                  <c:v>0.0944706364163</c:v>
                </c:pt>
                <c:pt idx="1059">
                  <c:v>0.0951469315795</c:v>
                </c:pt>
                <c:pt idx="1060">
                  <c:v>0.0958299629049</c:v>
                </c:pt>
                <c:pt idx="1061">
                  <c:v>0.0965198356772</c:v>
                </c:pt>
                <c:pt idx="1062">
                  <c:v>0.0972166567689</c:v>
                </c:pt>
                <c:pt idx="1063">
                  <c:v>0.0979205346154</c:v>
                </c:pt>
                <c:pt idx="1064">
                  <c:v>0.0986315791905</c:v>
                </c:pt>
                <c:pt idx="1065">
                  <c:v>0.0993499019811</c:v>
                </c:pt>
                <c:pt idx="1066">
                  <c:v>0.100075615962</c:v>
                </c:pt>
                <c:pt idx="1067">
                  <c:v>0.100808835567</c:v>
                </c:pt>
                <c:pt idx="1068">
                  <c:v>0.101549676669</c:v>
                </c:pt>
                <c:pt idx="1069">
                  <c:v>0.102298256544</c:v>
                </c:pt>
                <c:pt idx="1070">
                  <c:v>0.103054693855</c:v>
                </c:pt>
                <c:pt idx="1071">
                  <c:v>0.103819108617</c:v>
                </c:pt>
                <c:pt idx="1072">
                  <c:v>0.104591622173</c:v>
                </c:pt>
                <c:pt idx="1073">
                  <c:v>0.105372357171</c:v>
                </c:pt>
                <c:pt idx="1074">
                  <c:v>0.106161437532</c:v>
                </c:pt>
                <c:pt idx="1075">
                  <c:v>0.106958988428</c:v>
                </c:pt>
                <c:pt idx="1076">
                  <c:v>0.107765136256</c:v>
                </c:pt>
                <c:pt idx="1077">
                  <c:v>0.108580008607</c:v>
                </c:pt>
                <c:pt idx="1078">
                  <c:v>0.109403734248</c:v>
                </c:pt>
                <c:pt idx="1079">
                  <c:v>0.110236443092</c:v>
                </c:pt>
                <c:pt idx="1080">
                  <c:v>0.111078266174</c:v>
                </c:pt>
                <c:pt idx="1081">
                  <c:v>0.111929335625</c:v>
                </c:pt>
                <c:pt idx="1082">
                  <c:v>0.112789784649</c:v>
                </c:pt>
                <c:pt idx="1083">
                  <c:v>0.113659747499</c:v>
                </c:pt>
                <c:pt idx="1084">
                  <c:v>0.114539359448</c:v>
                </c:pt>
                <c:pt idx="1085">
                  <c:v>0.11542875677</c:v>
                </c:pt>
                <c:pt idx="1086">
                  <c:v>0.116328076713</c:v>
                </c:pt>
                <c:pt idx="1087">
                  <c:v>0.11723745747</c:v>
                </c:pt>
                <c:pt idx="1088">
                  <c:v>0.118157038164</c:v>
                </c:pt>
                <c:pt idx="1089">
                  <c:v>0.119086958811</c:v>
                </c:pt>
                <c:pt idx="1090">
                  <c:v>0.120027360303</c:v>
                </c:pt>
                <c:pt idx="1091">
                  <c:v>0.120978384377</c:v>
                </c:pt>
                <c:pt idx="1092">
                  <c:v>0.121940173591</c:v>
                </c:pt>
                <c:pt idx="1093">
                  <c:v>0.122912871295</c:v>
                </c:pt>
                <c:pt idx="1094">
                  <c:v>0.123896621601</c:v>
                </c:pt>
                <c:pt idx="1095">
                  <c:v>0.124891569357</c:v>
                </c:pt>
                <c:pt idx="1096">
                  <c:v>0.125897860114</c:v>
                </c:pt>
                <c:pt idx="1097">
                  <c:v>0.126915640094</c:v>
                </c:pt>
                <c:pt idx="1098">
                  <c:v>0.127945056159</c:v>
                </c:pt>
                <c:pt idx="1099">
                  <c:v>0.128986255774</c:v>
                </c:pt>
                <c:pt idx="1100">
                  <c:v>0.130039386971</c:v>
                </c:pt>
                <c:pt idx="1101">
                  <c:v>0.131104598312</c:v>
                </c:pt>
                <c:pt idx="1102">
                  <c:v>0.132182038849</c:v>
                </c:pt>
                <c:pt idx="1103">
                  <c:v>0.133271858077</c:v>
                </c:pt>
                <c:pt idx="1104">
                  <c:v>0.134374205896</c:v>
                </c:pt>
                <c:pt idx="1105">
                  <c:v>0.135489232561</c:v>
                </c:pt>
                <c:pt idx="1106">
                  <c:v>0.136617088629</c:v>
                </c:pt>
                <c:pt idx="1107">
                  <c:v>0.137757924913</c:v>
                </c:pt>
                <c:pt idx="1108">
                  <c:v>0.13891189242</c:v>
                </c:pt>
                <c:pt idx="1109">
                  <c:v>0.140079142297</c:v>
                </c:pt>
                <c:pt idx="1110">
                  <c:v>0.141259825767</c:v>
                </c:pt>
                <c:pt idx="1111">
                  <c:v>0.142454094063</c:v>
                </c:pt>
                <c:pt idx="1112">
                  <c:v>0.143662098362</c:v>
                </c:pt>
                <c:pt idx="1113">
                  <c:v>0.144883989708</c:v>
                </c:pt>
                <c:pt idx="1114">
                  <c:v>0.14611991894</c:v>
                </c:pt>
                <c:pt idx="1115">
                  <c:v>0.147370036605</c:v>
                </c:pt>
                <c:pt idx="1116">
                  <c:v>0.148634492881</c:v>
                </c:pt>
                <c:pt idx="1117">
                  <c:v>0.149913437479</c:v>
                </c:pt>
                <c:pt idx="1118">
                  <c:v>0.151207019554</c:v>
                </c:pt>
                <c:pt idx="1119">
                  <c:v>0.152515387606</c:v>
                </c:pt>
                <c:pt idx="1120">
                  <c:v>0.153838689372</c:v>
                </c:pt>
                <c:pt idx="1121">
                  <c:v>0.155177071722</c:v>
                </c:pt>
                <c:pt idx="1122">
                  <c:v>0.15653068054</c:v>
                </c:pt>
                <c:pt idx="1123">
                  <c:v>0.15789966061</c:v>
                </c:pt>
                <c:pt idx="1124">
                  <c:v>0.159284155483</c:v>
                </c:pt>
                <c:pt idx="1125">
                  <c:v>0.160684307355</c:v>
                </c:pt>
                <c:pt idx="1126">
                  <c:v>0.162100256924</c:v>
                </c:pt>
                <c:pt idx="1127">
                  <c:v>0.163532143248</c:v>
                </c:pt>
                <c:pt idx="1128">
                  <c:v>0.1649801036</c:v>
                </c:pt>
                <c:pt idx="1129">
                  <c:v>0.166444273311</c:v>
                </c:pt>
                <c:pt idx="1130">
                  <c:v>0.167924785606</c:v>
                </c:pt>
                <c:pt idx="1131">
                  <c:v>0.169421771443</c:v>
                </c:pt>
                <c:pt idx="1132">
                  <c:v>0.170935359333</c:v>
                </c:pt>
                <c:pt idx="1133">
                  <c:v>0.172465675163</c:v>
                </c:pt>
                <c:pt idx="1134">
                  <c:v>0.17401284201</c:v>
                </c:pt>
                <c:pt idx="1135">
                  <c:v>0.175576979943</c:v>
                </c:pt>
                <c:pt idx="1136">
                  <c:v>0.177158205827</c:v>
                </c:pt>
                <c:pt idx="1137">
                  <c:v>0.178756633115</c:v>
                </c:pt>
                <c:pt idx="1138">
                  <c:v>0.180372371634</c:v>
                </c:pt>
                <c:pt idx="1139">
                  <c:v>0.182005527364</c:v>
                </c:pt>
                <c:pt idx="1140">
                  <c:v>0.183656202213</c:v>
                </c:pt>
                <c:pt idx="1141">
                  <c:v>0.185324493782</c:v>
                </c:pt>
                <c:pt idx="1142">
                  <c:v>0.187010495126</c:v>
                </c:pt>
                <c:pt idx="1143">
                  <c:v>0.188714294509</c:v>
                </c:pt>
                <c:pt idx="1144">
                  <c:v>0.190435975146</c:v>
                </c:pt>
                <c:pt idx="1145">
                  <c:v>0.19217561495</c:v>
                </c:pt>
                <c:pt idx="1146">
                  <c:v>0.193933286266</c:v>
                </c:pt>
                <c:pt idx="1147">
                  <c:v>0.195709055595</c:v>
                </c:pt>
                <c:pt idx="1148">
                  <c:v>0.197502983326</c:v>
                </c:pt>
                <c:pt idx="1149">
                  <c:v>0.199315123448</c:v>
                </c:pt>
                <c:pt idx="1150">
                  <c:v>0.201145523264</c:v>
                </c:pt>
                <c:pt idx="1151">
                  <c:v>0.202994223101</c:v>
                </c:pt>
                <c:pt idx="1152">
                  <c:v>0.204861256015</c:v>
                </c:pt>
                <c:pt idx="1153">
                  <c:v>0.206746647486</c:v>
                </c:pt>
                <c:pt idx="1154">
                  <c:v>0.208650415118</c:v>
                </c:pt>
                <c:pt idx="1155">
                  <c:v>0.210572568329</c:v>
                </c:pt>
                <c:pt idx="1156">
                  <c:v>0.212513108041</c:v>
                </c:pt>
                <c:pt idx="1157">
                  <c:v>0.21447202637</c:v>
                </c:pt>
                <c:pt idx="1158">
                  <c:v>0.216449306307</c:v>
                </c:pt>
                <c:pt idx="1159">
                  <c:v>0.218444921403</c:v>
                </c:pt>
                <c:pt idx="1160">
                  <c:v>0.220458835455</c:v>
                </c:pt>
                <c:pt idx="1161">
                  <c:v>0.222491002184</c:v>
                </c:pt>
                <c:pt idx="1162">
                  <c:v>0.224541364924</c:v>
                </c:pt>
                <c:pt idx="1163">
                  <c:v>0.226609856301</c:v>
                </c:pt>
                <c:pt idx="1164">
                  <c:v>0.228696397921</c:v>
                </c:pt>
                <c:pt idx="1165">
                  <c:v>0.23080090006</c:v>
                </c:pt>
                <c:pt idx="1166">
                  <c:v>0.232923261357</c:v>
                </c:pt>
                <c:pt idx="1167">
                  <c:v>0.235063368505</c:v>
                </c:pt>
                <c:pt idx="1168">
                  <c:v>0.237221095956</c:v>
                </c:pt>
                <c:pt idx="1169">
                  <c:v>0.239396305627</c:v>
                </c:pt>
                <c:pt idx="1170">
                  <c:v>0.241588846613</c:v>
                </c:pt>
                <c:pt idx="1171">
                  <c:v>0.243798554905</c:v>
                </c:pt>
                <c:pt idx="1172">
                  <c:v>0.24602525312</c:v>
                </c:pt>
                <c:pt idx="1173">
                  <c:v>0.248268750241</c:v>
                </c:pt>
                <c:pt idx="1174">
                  <c:v>0.25052884136</c:v>
                </c:pt>
                <c:pt idx="1175">
                  <c:v>0.252805307438</c:v>
                </c:pt>
                <c:pt idx="1176">
                  <c:v>0.255097915077</c:v>
                </c:pt>
                <c:pt idx="1177">
                  <c:v>0.2574064163</c:v>
                </c:pt>
                <c:pt idx="1178">
                  <c:v>0.259730548346</c:v>
                </c:pt>
                <c:pt idx="1179">
                  <c:v>0.262070033484</c:v>
                </c:pt>
                <c:pt idx="1180">
                  <c:v>0.264424578835</c:v>
                </c:pt>
                <c:pt idx="1181">
                  <c:v>0.266793876214</c:v>
                </c:pt>
                <c:pt idx="1182">
                  <c:v>0.26917760199</c:v>
                </c:pt>
                <c:pt idx="1183">
                  <c:v>0.271575416957</c:v>
                </c:pt>
                <c:pt idx="1184">
                  <c:v>0.273986966234</c:v>
                </c:pt>
                <c:pt idx="1185">
                  <c:v>0.276411879173</c:v>
                </c:pt>
                <c:pt idx="1186">
                  <c:v>0.278849769293</c:v>
                </c:pt>
                <c:pt idx="1187">
                  <c:v>0.281300234233</c:v>
                </c:pt>
                <c:pt idx="1188">
                  <c:v>0.283762855727</c:v>
                </c:pt>
                <c:pt idx="1189">
                  <c:v>0.286237199596</c:v>
                </c:pt>
                <c:pt idx="1190">
                  <c:v>0.288722815768</c:v>
                </c:pt>
                <c:pt idx="1191">
                  <c:v>0.291219238318</c:v>
                </c:pt>
                <c:pt idx="1192">
                  <c:v>0.293725985527</c:v>
                </c:pt>
                <c:pt idx="1193">
                  <c:v>0.296242559972</c:v>
                </c:pt>
                <c:pt idx="1194">
                  <c:v>0.298768448631</c:v>
                </c:pt>
                <c:pt idx="1195">
                  <c:v>0.301303123021</c:v>
                </c:pt>
                <c:pt idx="1196">
                  <c:v>0.303846039349</c:v>
                </c:pt>
                <c:pt idx="1197">
                  <c:v>0.306396638699</c:v>
                </c:pt>
                <c:pt idx="1198">
                  <c:v>0.308954347233</c:v>
                </c:pt>
                <c:pt idx="1199">
                  <c:v>0.31151857642</c:v>
                </c:pt>
                <c:pt idx="1200">
                  <c:v>0.314088723295</c:v>
                </c:pt>
                <c:pt idx="1201">
                  <c:v>0.316664170729</c:v>
                </c:pt>
                <c:pt idx="1202">
                  <c:v>0.319244287739</c:v>
                </c:pt>
                <c:pt idx="1203">
                  <c:v>0.321828429807</c:v>
                </c:pt>
                <c:pt idx="1204">
                  <c:v>0.324415939231</c:v>
                </c:pt>
                <c:pt idx="1205">
                  <c:v>0.327006145503</c:v>
                </c:pt>
                <c:pt idx="1206">
                  <c:v>0.329598365695</c:v>
                </c:pt>
                <c:pt idx="1207">
                  <c:v>0.332191904888</c:v>
                </c:pt>
                <c:pt idx="1208">
                  <c:v>0.334786056604</c:v>
                </c:pt>
                <c:pt idx="1209">
                  <c:v>0.337380103278</c:v>
                </c:pt>
                <c:pt idx="1210">
                  <c:v>0.339973316733</c:v>
                </c:pt>
                <c:pt idx="1211">
                  <c:v>0.342564958694</c:v>
                </c:pt>
                <c:pt idx="1212">
                  <c:v>0.345154281311</c:v>
                </c:pt>
                <c:pt idx="1213">
                  <c:v>0.347740527705</c:v>
                </c:pt>
                <c:pt idx="1214">
                  <c:v>0.350322932537</c:v>
                </c:pt>
                <c:pt idx="1215">
                  <c:v>0.352900722587</c:v>
                </c:pt>
                <c:pt idx="1216">
                  <c:v>0.355473117367</c:v>
                </c:pt>
                <c:pt idx="1217">
                  <c:v>0.358039329734</c:v>
                </c:pt>
                <c:pt idx="1218">
                  <c:v>0.360598566532</c:v>
                </c:pt>
                <c:pt idx="1219">
                  <c:v>0.363150029247</c:v>
                </c:pt>
                <c:pt idx="1220">
                  <c:v>0.365692914678</c:v>
                </c:pt>
                <c:pt idx="1221">
                  <c:v>0.368226415618</c:v>
                </c:pt>
                <c:pt idx="1222">
                  <c:v>0.370749721563</c:v>
                </c:pt>
                <c:pt idx="1223">
                  <c:v>0.373262019414</c:v>
                </c:pt>
                <c:pt idx="1224">
                  <c:v>0.375762494211</c:v>
                </c:pt>
                <c:pt idx="1225">
                  <c:v>0.378250329867</c:v>
                </c:pt>
                <c:pt idx="1226">
                  <c:v>0.380724709913</c:v>
                </c:pt>
                <c:pt idx="1227">
                  <c:v>0.383184818262</c:v>
                </c:pt>
                <c:pt idx="1228">
                  <c:v>0.385629839967</c:v>
                </c:pt>
                <c:pt idx="1229">
                  <c:v>0.388058962</c:v>
                </c:pt>
                <c:pt idx="1230">
                  <c:v>0.390471374027</c:v>
                </c:pt>
                <c:pt idx="1231">
                  <c:v>0.392866269196</c:v>
                </c:pt>
                <c:pt idx="1232">
                  <c:v>0.395242844922</c:v>
                </c:pt>
                <c:pt idx="1233">
                  <c:v>0.397600303675</c:v>
                </c:pt>
                <c:pt idx="1234">
                  <c:v>0.399937853775</c:v>
                </c:pt>
                <c:pt idx="1235">
                  <c:v>0.402254710178</c:v>
                </c:pt>
                <c:pt idx="1236">
                  <c:v>0.404550095261</c:v>
                </c:pt>
                <c:pt idx="1237">
                  <c:v>0.40682323961</c:v>
                </c:pt>
                <c:pt idx="1238">
                  <c:v>0.409073382789</c:v>
                </c:pt>
                <c:pt idx="1239">
                  <c:v>0.411299774112</c:v>
                </c:pt>
                <c:pt idx="1240">
                  <c:v>0.413501673401</c:v>
                </c:pt>
                <c:pt idx="1241">
                  <c:v>0.415678351728</c:v>
                </c:pt>
                <c:pt idx="1242">
                  <c:v>0.417829092151</c:v>
                </c:pt>
                <c:pt idx="1243">
                  <c:v>0.419953190423</c:v>
                </c:pt>
                <c:pt idx="1244">
                  <c:v>0.422049955694</c:v>
                </c:pt>
                <c:pt idx="1245">
                  <c:v>0.424118711183</c:v>
                </c:pt>
                <c:pt idx="1246">
                  <c:v>0.42615879483</c:v>
                </c:pt>
                <c:pt idx="1247">
                  <c:v>0.428169559923</c:v>
                </c:pt>
                <c:pt idx="1248">
                  <c:v>0.430150375697</c:v>
                </c:pt>
                <c:pt idx="1249">
                  <c:v>0.4321006279</c:v>
                </c:pt>
                <c:pt idx="1250">
                  <c:v>0.434019719332</c:v>
                </c:pt>
                <c:pt idx="1251">
                  <c:v>0.435907070341</c:v>
                </c:pt>
                <c:pt idx="1252">
                  <c:v>0.43776211929</c:v>
                </c:pt>
                <c:pt idx="1253">
                  <c:v>0.439584322977</c:v>
                </c:pt>
                <c:pt idx="1254">
                  <c:v>0.441373157022</c:v>
                </c:pt>
                <c:pt idx="1255">
                  <c:v>0.4431281162</c:v>
                </c:pt>
                <c:pt idx="1256">
                  <c:v>0.444848714738</c:v>
                </c:pt>
                <c:pt idx="1257">
                  <c:v>0.446534486556</c:v>
                </c:pt>
                <c:pt idx="1258">
                  <c:v>0.448184985465</c:v>
                </c:pt>
                <c:pt idx="1259">
                  <c:v>0.449799785313</c:v>
                </c:pt>
                <c:pt idx="1260">
                  <c:v>0.451378480073</c:v>
                </c:pt>
                <c:pt idx="1261">
                  <c:v>0.452920683885</c:v>
                </c:pt>
                <c:pt idx="1262">
                  <c:v>0.454426031041</c:v>
                </c:pt>
                <c:pt idx="1263">
                  <c:v>0.455894175911</c:v>
                </c:pt>
                <c:pt idx="1264">
                  <c:v>0.457324792814</c:v>
                </c:pt>
                <c:pt idx="1265">
                  <c:v>0.458717575839</c:v>
                </c:pt>
                <c:pt idx="1266">
                  <c:v>0.460072238601</c:v>
                </c:pt>
                <c:pt idx="1267">
                  <c:v>0.461388513942</c:v>
                </c:pt>
                <c:pt idx="1268">
                  <c:v>0.462666153581</c:v>
                </c:pt>
                <c:pt idx="1269">
                  <c:v>0.463904927702</c:v>
                </c:pt>
                <c:pt idx="1270">
                  <c:v>0.465104624492</c:v>
                </c:pt>
                <c:pt idx="1271">
                  <c:v>0.46626504962</c:v>
                </c:pt>
                <c:pt idx="1272">
                  <c:v>0.467386025672</c:v>
                </c:pt>
                <c:pt idx="1273">
                  <c:v>0.46846739153</c:v>
                </c:pt>
                <c:pt idx="1274">
                  <c:v>0.4695090017</c:v>
                </c:pt>
                <c:pt idx="1275">
                  <c:v>0.470510725606</c:v>
                </c:pt>
                <c:pt idx="1276">
                  <c:v>0.471472446825</c:v>
                </c:pt>
                <c:pt idx="1277">
                  <c:v>0.472394062298</c:v>
                </c:pt>
                <c:pt idx="1278">
                  <c:v>0.473275481489</c:v>
                </c:pt>
                <c:pt idx="1279">
                  <c:v>0.474116625522</c:v>
                </c:pt>
                <c:pt idx="1280">
                  <c:v>0.474917426284</c:v>
                </c:pt>
                <c:pt idx="1281">
                  <c:v>0.4756778255</c:v>
                </c:pt>
                <c:pt idx="1282">
                  <c:v>0.476397773793</c:v>
                </c:pt>
                <c:pt idx="1283">
                  <c:v>0.477077229719</c:v>
                </c:pt>
                <c:pt idx="1284">
                  <c:v>0.477716158797</c:v>
                </c:pt>
                <c:pt idx="1285">
                  <c:v>0.478314532532</c:v>
                </c:pt>
                <c:pt idx="1286">
                  <c:v>0.478872327427</c:v>
                </c:pt>
                <c:pt idx="1287">
                  <c:v>0.47938952401</c:v>
                </c:pt>
                <c:pt idx="1288">
                  <c:v>0.479866105865</c:v>
                </c:pt>
                <c:pt idx="1289">
                  <c:v>0.480302058674</c:v>
                </c:pt>
                <c:pt idx="1290">
                  <c:v>0.480697369282</c:v>
                </c:pt>
                <c:pt idx="1291">
                  <c:v>0.481052024795</c:v>
                </c:pt>
                <c:pt idx="1292">
                  <c:v>0.481366011693</c:v>
                </c:pt>
                <c:pt idx="1293">
                  <c:v>0.481639314998</c:v>
                </c:pt>
                <c:pt idx="1294">
                  <c:v>0.481871917469</c:v>
                </c:pt>
                <c:pt idx="1295">
                  <c:v>0.482063798865</c:v>
                </c:pt>
                <c:pt idx="1296">
                  <c:v>0.482214935239</c:v>
                </c:pt>
                <c:pt idx="1297">
                  <c:v>0.482325298313</c:v>
                </c:pt>
                <c:pt idx="1298">
                  <c:v>0.482394854903</c:v>
                </c:pt>
                <c:pt idx="1299">
                  <c:v>0.482423566425</c:v>
                </c:pt>
                <c:pt idx="1300">
                  <c:v>0.482411388468</c:v>
                </c:pt>
                <c:pt idx="1301">
                  <c:v>0.482358270448</c:v>
                </c:pt>
                <c:pt idx="1302">
                  <c:v>0.482264155352</c:v>
                </c:pt>
                <c:pt idx="1303">
                  <c:v>0.48212897956</c:v>
                </c:pt>
                <c:pt idx="1304">
                  <c:v>0.481952672765</c:v>
                </c:pt>
                <c:pt idx="1305">
                  <c:v>0.481735157984</c:v>
                </c:pt>
                <c:pt idx="1306">
                  <c:v>0.481476351665</c:v>
                </c:pt>
                <c:pt idx="1307">
                  <c:v>0.481176163896</c:v>
                </c:pt>
                <c:pt idx="1308">
                  <c:v>0.480834498707</c:v>
                </c:pt>
                <c:pt idx="1309">
                  <c:v>0.480451254482</c:v>
                </c:pt>
                <c:pt idx="1310">
                  <c:v>0.480026324464</c:v>
                </c:pt>
                <c:pt idx="1311">
                  <c:v>0.479559597366</c:v>
                </c:pt>
                <c:pt idx="1312">
                  <c:v>0.479050958078</c:v>
                </c:pt>
                <c:pt idx="1313">
                  <c:v>0.478500288475</c:v>
                </c:pt>
                <c:pt idx="1314">
                  <c:v>0.477907468321</c:v>
                </c:pt>
                <c:pt idx="1315">
                  <c:v>0.477272376263</c:v>
                </c:pt>
                <c:pt idx="1316">
                  <c:v>0.476594890915</c:v>
                </c:pt>
                <c:pt idx="1317">
                  <c:v>0.475874892033</c:v>
                </c:pt>
                <c:pt idx="1318">
                  <c:v>0.475112261757</c:v>
                </c:pt>
                <c:pt idx="1319">
                  <c:v>0.474306885941</c:v>
                </c:pt>
                <c:pt idx="1320">
                  <c:v>0.47345865554</c:v>
                </c:pt>
                <c:pt idx="1321">
                  <c:v>0.472567468068</c:v>
                </c:pt>
                <c:pt idx="1322">
                  <c:v>0.471633229098</c:v>
                </c:pt>
                <c:pt idx="1323">
                  <c:v>0.470655853818</c:v>
                </c:pt>
                <c:pt idx="1324">
                  <c:v>0.469635268615</c:v>
                </c:pt>
                <c:pt idx="1325">
                  <c:v>0.468571412698</c:v>
                </c:pt>
                <c:pt idx="1326">
                  <c:v>0.467464239728</c:v>
                </c:pt>
                <c:pt idx="1327">
                  <c:v>0.466313719464</c:v>
                </c:pt>
                <c:pt idx="1328">
                  <c:v>0.465119839409</c:v>
                </c:pt>
                <c:pt idx="1329">
                  <c:v>0.463882606438</c:v>
                </c:pt>
                <c:pt idx="1330">
                  <c:v>0.462602048418</c:v>
                </c:pt>
                <c:pt idx="1331">
                  <c:v>0.461278215781</c:v>
                </c:pt>
                <c:pt idx="1332">
                  <c:v>0.45991118307</c:v>
                </c:pt>
                <c:pt idx="1333">
                  <c:v>0.458501050424</c:v>
                </c:pt>
                <c:pt idx="1334">
                  <c:v>0.457047945011</c:v>
                </c:pt>
                <c:pt idx="1335">
                  <c:v>0.455552022377</c:v>
                </c:pt>
                <c:pt idx="1336">
                  <c:v>0.454013467732</c:v>
                </c:pt>
                <c:pt idx="1337">
                  <c:v>0.452432497133</c:v>
                </c:pt>
                <c:pt idx="1338">
                  <c:v>0.450809358581</c:v>
                </c:pt>
                <c:pt idx="1339">
                  <c:v>0.449144333006</c:v>
                </c:pt>
                <c:pt idx="1340">
                  <c:v>0.447437735145</c:v>
                </c:pt>
                <c:pt idx="1341">
                  <c:v>0.4456899143</c:v>
                </c:pt>
                <c:pt idx="1342">
                  <c:v>0.443901254977</c:v>
                </c:pt>
                <c:pt idx="1343">
                  <c:v>0.442072177391</c:v>
                </c:pt>
                <c:pt idx="1344">
                  <c:v>0.440203137841</c:v>
                </c:pt>
                <c:pt idx="1345">
                  <c:v>0.438294628956</c:v>
                </c:pt>
                <c:pt idx="1346">
                  <c:v>0.436347179791</c:v>
                </c:pt>
                <c:pt idx="1347">
                  <c:v>0.434361355798</c:v>
                </c:pt>
                <c:pt idx="1348">
                  <c:v>0.43233775865</c:v>
                </c:pt>
                <c:pt idx="1349">
                  <c:v>0.430277025924</c:v>
                </c:pt>
                <c:pt idx="1350">
                  <c:v>0.428179830658</c:v>
                </c:pt>
                <c:pt idx="1351">
                  <c:v>0.42604688076</c:v>
                </c:pt>
                <c:pt idx="1352">
                  <c:v>0.423878918293</c:v>
                </c:pt>
                <c:pt idx="1353">
                  <c:v>0.421676718627</c:v>
                </c:pt>
                <c:pt idx="1354">
                  <c:v>0.419441089474</c:v>
                </c:pt>
                <c:pt idx="1355">
                  <c:v>0.417172869799</c:v>
                </c:pt>
                <c:pt idx="1356">
                  <c:v>0.414872928618</c:v>
                </c:pt>
                <c:pt idx="1357">
                  <c:v>0.412542163697</c:v>
                </c:pt>
                <c:pt idx="1358">
                  <c:v>0.410181500144</c:v>
                </c:pt>
                <c:pt idx="1359">
                  <c:v>0.407791888919</c:v>
                </c:pt>
                <c:pt idx="1360">
                  <c:v>0.405374305253</c:v>
                </c:pt>
                <c:pt idx="1361">
                  <c:v>0.402929746999</c:v>
                </c:pt>
                <c:pt idx="1362">
                  <c:v>0.400459232913</c:v>
                </c:pt>
                <c:pt idx="1363">
                  <c:v>0.397963800878</c:v>
                </c:pt>
                <c:pt idx="1364">
                  <c:v>0.395444506085</c:v>
                </c:pt>
                <c:pt idx="1365">
                  <c:v>0.392902419169</c:v>
                </c:pt>
                <c:pt idx="1366">
                  <c:v>0.390338624319</c:v>
                </c:pt>
                <c:pt idx="1367">
                  <c:v>0.387754217363</c:v>
                </c:pt>
                <c:pt idx="1368">
                  <c:v>0.385150303845</c:v>
                </c:pt>
                <c:pt idx="1369">
                  <c:v>0.382527997097</c:v>
                </c:pt>
                <c:pt idx="1370">
                  <c:v>0.379888416313</c:v>
                </c:pt>
                <c:pt idx="1371">
                  <c:v>0.377232684641</c:v>
                </c:pt>
                <c:pt idx="1372">
                  <c:v>0.374561927289</c:v>
                </c:pt>
                <c:pt idx="1373">
                  <c:v>0.371877269664</c:v>
                </c:pt>
                <c:pt idx="1374">
                  <c:v>0.369179835544</c:v>
                </c:pt>
                <c:pt idx="1375">
                  <c:v>0.36647074529</c:v>
                </c:pt>
                <c:pt idx="1376">
                  <c:v>0.363751114108</c:v>
                </c:pt>
                <c:pt idx="1377">
                  <c:v>0.361022050359</c:v>
                </c:pt>
                <c:pt idx="1378">
                  <c:v>0.358284653932</c:v>
                </c:pt>
                <c:pt idx="1379">
                  <c:v>0.355540014674</c:v>
                </c:pt>
                <c:pt idx="1380">
                  <c:v>0.352789210893</c:v>
                </c:pt>
                <c:pt idx="1381">
                  <c:v>0.350033307919</c:v>
                </c:pt>
                <c:pt idx="1382">
                  <c:v>0.347273356754</c:v>
                </c:pt>
                <c:pt idx="1383">
                  <c:v>0.344510392779</c:v>
                </c:pt>
                <c:pt idx="1384">
                  <c:v>0.341745434552</c:v>
                </c:pt>
                <c:pt idx="1385">
                  <c:v>0.338979482677</c:v>
                </c:pt>
                <c:pt idx="1386">
                  <c:v>0.336213518754</c:v>
                </c:pt>
                <c:pt idx="1387">
                  <c:v>0.333448504411</c:v>
                </c:pt>
                <c:pt idx="1388">
                  <c:v>0.330685380411</c:v>
                </c:pt>
                <c:pt idx="1389">
                  <c:v>0.327925065847</c:v>
                </c:pt>
                <c:pt idx="1390">
                  <c:v>0.325168457405</c:v>
                </c:pt>
                <c:pt idx="1391">
                  <c:v>0.322416428719</c:v>
                </c:pt>
                <c:pt idx="1392">
                  <c:v>0.319669829788</c:v>
                </c:pt>
                <c:pt idx="1393">
                  <c:v>0.316929486485</c:v>
                </c:pt>
                <c:pt idx="1394">
                  <c:v>0.31419620012</c:v>
                </c:pt>
                <c:pt idx="1395">
                  <c:v>0.311470747097</c:v>
                </c:pt>
                <c:pt idx="1396">
                  <c:v>0.308753878618</c:v>
                </c:pt>
                <c:pt idx="1397">
                  <c:v>0.306046320474</c:v>
                </c:pt>
                <c:pt idx="1398">
                  <c:v>0.303348772884</c:v>
                </c:pt>
                <c:pt idx="1399">
                  <c:v>0.300661910407</c:v>
                </c:pt>
                <c:pt idx="1400">
                  <c:v>0.297986381905</c:v>
                </c:pt>
                <c:pt idx="1401">
                  <c:v>0.29532281057</c:v>
                </c:pt>
                <c:pt idx="1402">
                  <c:v>0.292671793993</c:v>
                </c:pt>
                <c:pt idx="1403">
                  <c:v>0.290033904296</c:v>
                </c:pt>
                <c:pt idx="1404">
                  <c:v>0.287409688299</c:v>
                </c:pt>
                <c:pt idx="1405">
                  <c:v>0.284799667739</c:v>
                </c:pt>
                <c:pt idx="1406">
                  <c:v>0.282204339526</c:v>
                </c:pt>
                <c:pt idx="1407">
                  <c:v>0.279624176037</c:v>
                </c:pt>
                <c:pt idx="1408">
                  <c:v>0.277059625449</c:v>
                </c:pt>
                <c:pt idx="1409">
                  <c:v>0.274511112099</c:v>
                </c:pt>
                <c:pt idx="1410">
                  <c:v>0.271979036873</c:v>
                </c:pt>
                <c:pt idx="1411">
                  <c:v>0.269463777629</c:v>
                </c:pt>
                <c:pt idx="1412">
                  <c:v>0.266965689634</c:v>
                </c:pt>
                <c:pt idx="1413">
                  <c:v>0.264485106033</c:v>
                </c:pt>
                <c:pt idx="1414">
                  <c:v>0.262022338322</c:v>
                </c:pt>
                <c:pt idx="1415">
                  <c:v>0.259577676856</c:v>
                </c:pt>
                <c:pt idx="1416">
                  <c:v>0.257151391354</c:v>
                </c:pt>
                <c:pt idx="1417">
                  <c:v>0.254743731428</c:v>
                </c:pt>
                <c:pt idx="1418">
                  <c:v>0.252354927114</c:v>
                </c:pt>
                <c:pt idx="1419">
                  <c:v>0.249985189417</c:v>
                </c:pt>
                <c:pt idx="1420">
                  <c:v>0.247634710858</c:v>
                </c:pt>
                <c:pt idx="1421">
                  <c:v>0.245303666027</c:v>
                </c:pt>
                <c:pt idx="1422">
                  <c:v>0.242992212137</c:v>
                </c:pt>
                <c:pt idx="1423">
                  <c:v>0.240700489583</c:v>
                </c:pt>
                <c:pt idx="1424">
                  <c:v>0.238428622495</c:v>
                </c:pt>
                <c:pt idx="1425">
                  <c:v>0.236176719296</c:v>
                </c:pt>
                <c:pt idx="1426">
                  <c:v>0.233944873252</c:v>
                </c:pt>
                <c:pt idx="1427">
                  <c:v>0.231733163018</c:v>
                </c:pt>
                <c:pt idx="1428">
                  <c:v>0.229541653185</c:v>
                </c:pt>
                <c:pt idx="1429">
                  <c:v>0.227370394812</c:v>
                </c:pt>
                <c:pt idx="1430">
                  <c:v>0.22521942596</c:v>
                </c:pt>
                <c:pt idx="1431">
                  <c:v>0.223088772215</c:v>
                </c:pt>
                <c:pt idx="1432">
                  <c:v>0.220978447195</c:v>
                </c:pt>
                <c:pt idx="1433">
                  <c:v>0.218888453065</c:v>
                </c:pt>
                <c:pt idx="1434">
                  <c:v>0.216818781025</c:v>
                </c:pt>
                <c:pt idx="1435">
                  <c:v>0.214769411803</c:v>
                </c:pt>
                <c:pt idx="1436">
                  <c:v>0.212740316122</c:v>
                </c:pt>
                <c:pt idx="1437">
                  <c:v>0.210731455172</c:v>
                </c:pt>
                <c:pt idx="1438">
                  <c:v>0.20874278106</c:v>
                </c:pt>
                <c:pt idx="1439">
                  <c:v>0.206774237255</c:v>
                </c:pt>
                <c:pt idx="1440">
                  <c:v>0.204825759017</c:v>
                </c:pt>
                <c:pt idx="1441">
                  <c:v>0.202897273815</c:v>
                </c:pt>
                <c:pt idx="1442">
                  <c:v>0.200988701742</c:v>
                </c:pt>
                <c:pt idx="1443">
                  <c:v>0.1990999559</c:v>
                </c:pt>
                <c:pt idx="1444">
                  <c:v>0.197230942793</c:v>
                </c:pt>
                <c:pt idx="1445">
                  <c:v>0.195381562697</c:v>
                </c:pt>
                <c:pt idx="1446">
                  <c:v>0.193551710018</c:v>
                </c:pt>
                <c:pt idx="1447">
                  <c:v>0.191741273644</c:v>
                </c:pt>
                <c:pt idx="1448">
                  <c:v>0.189950137278</c:v>
                </c:pt>
                <c:pt idx="1449">
                  <c:v>0.18817817977</c:v>
                </c:pt>
                <c:pt idx="1450">
                  <c:v>0.186425275425</c:v>
                </c:pt>
                <c:pt idx="1451">
                  <c:v>0.184691294311</c:v>
                </c:pt>
                <c:pt idx="1452">
                  <c:v>0.182976102546</c:v>
                </c:pt>
                <c:pt idx="1453">
                  <c:v>0.181279562585</c:v>
                </c:pt>
                <c:pt idx="1454">
                  <c:v>0.179601533483</c:v>
                </c:pt>
                <c:pt idx="1455">
                  <c:v>0.177941871164</c:v>
                </c:pt>
                <c:pt idx="1456">
                  <c:v>0.17630042866</c:v>
                </c:pt>
                <c:pt idx="1457">
                  <c:v>0.174677056362</c:v>
                </c:pt>
                <c:pt idx="1458">
                  <c:v>0.173071602239</c:v>
                </c:pt>
                <c:pt idx="1459">
                  <c:v>0.171483912067</c:v>
                </c:pt>
                <c:pt idx="1460">
                  <c:v>0.169913829632</c:v>
                </c:pt>
                <c:pt idx="1461">
                  <c:v>0.168361196939</c:v>
                </c:pt>
                <c:pt idx="1462">
                  <c:v>0.166825854401</c:v>
                </c:pt>
                <c:pt idx="1463">
                  <c:v>0.165307641023</c:v>
                </c:pt>
                <c:pt idx="1464">
                  <c:v>0.16380639458</c:v>
                </c:pt>
                <c:pt idx="1465">
                  <c:v>0.162321951782</c:v>
                </c:pt>
                <c:pt idx="1466">
                  <c:v>0.160854148438</c:v>
                </c:pt>
                <c:pt idx="1467">
                  <c:v>0.159402819605</c:v>
                </c:pt>
                <c:pt idx="1468">
                  <c:v>0.157967799734</c:v>
                </c:pt>
                <c:pt idx="1469">
                  <c:v>0.156548922809</c:v>
                </c:pt>
                <c:pt idx="1470">
                  <c:v>0.155146022478</c:v>
                </c:pt>
                <c:pt idx="1471">
                  <c:v>0.153758932175</c:v>
                </c:pt>
                <c:pt idx="1472">
                  <c:v>0.152387485241</c:v>
                </c:pt>
                <c:pt idx="1473">
                  <c:v>0.151031515034</c:v>
                </c:pt>
                <c:pt idx="1474">
                  <c:v>0.149690855037</c:v>
                </c:pt>
                <c:pt idx="1475">
                  <c:v>0.148365338955</c:v>
                </c:pt>
                <c:pt idx="1476">
                  <c:v>0.147054800812</c:v>
                </c:pt>
                <c:pt idx="1477">
                  <c:v>0.14575907504</c:v>
                </c:pt>
                <c:pt idx="1478">
                  <c:v>0.144477996563</c:v>
                </c:pt>
                <c:pt idx="1479">
                  <c:v>0.143211400877</c:v>
                </c:pt>
                <c:pt idx="1480">
                  <c:v>0.141959124123</c:v>
                </c:pt>
                <c:pt idx="1481">
                  <c:v>0.140721003158</c:v>
                </c:pt>
                <c:pt idx="1482">
                  <c:v>0.139496875622</c:v>
                </c:pt>
                <c:pt idx="1483">
                  <c:v>0.138286579997</c:v>
                </c:pt>
                <c:pt idx="1484">
                  <c:v>0.137089955668</c:v>
                </c:pt>
                <c:pt idx="1485">
                  <c:v>0.135906842974</c:v>
                </c:pt>
                <c:pt idx="1486">
                  <c:v>0.134737083261</c:v>
                </c:pt>
                <c:pt idx="1487">
                  <c:v>0.133580518923</c:v>
                </c:pt>
                <c:pt idx="1488">
                  <c:v>0.132436993454</c:v>
                </c:pt>
                <c:pt idx="1489">
                  <c:v>0.131306351482</c:v>
                </c:pt>
                <c:pt idx="1490">
                  <c:v>0.130188438805</c:v>
                </c:pt>
                <c:pt idx="1491">
                  <c:v>0.129083102433</c:v>
                </c:pt>
                <c:pt idx="1492">
                  <c:v>0.127990190611</c:v>
                </c:pt>
                <c:pt idx="1493">
                  <c:v>0.126909552851</c:v>
                </c:pt>
                <c:pt idx="1494">
                  <c:v>0.125841039962</c:v>
                </c:pt>
                <c:pt idx="1495">
                  <c:v>0.124784504068</c:v>
                </c:pt>
                <c:pt idx="1496">
                  <c:v>0.123739798632</c:v>
                </c:pt>
                <c:pt idx="1497">
                  <c:v>0.122706778478</c:v>
                </c:pt>
                <c:pt idx="1498">
                  <c:v>0.121685299803</c:v>
                </c:pt>
                <c:pt idx="1499">
                  <c:v>0.120675220199</c:v>
                </c:pt>
                <c:pt idx="1500">
                  <c:v>0.11967639866</c:v>
                </c:pt>
                <c:pt idx="1501">
                  <c:v>0.1186886956</c:v>
                </c:pt>
                <c:pt idx="1502">
                  <c:v>0.117711972857</c:v>
                </c:pt>
                <c:pt idx="1503">
                  <c:v>0.116746093709</c:v>
                </c:pt>
                <c:pt idx="1504">
                  <c:v>0.115790922872</c:v>
                </c:pt>
                <c:pt idx="1505">
                  <c:v>0.114846326513</c:v>
                </c:pt>
                <c:pt idx="1506">
                  <c:v>0.113912172253</c:v>
                </c:pt>
                <c:pt idx="1507">
                  <c:v>0.112988329165</c:v>
                </c:pt>
                <c:pt idx="1508">
                  <c:v>0.112074667782</c:v>
                </c:pt>
                <c:pt idx="1509">
                  <c:v>0.111171060095</c:v>
                </c:pt>
                <c:pt idx="1510">
                  <c:v>0.110277379553</c:v>
                </c:pt>
                <c:pt idx="1511">
                  <c:v>0.10939350106</c:v>
                </c:pt>
                <c:pt idx="1512">
                  <c:v>0.108519300975</c:v>
                </c:pt>
                <c:pt idx="1513">
                  <c:v>0.107654657108</c:v>
                </c:pt>
                <c:pt idx="1514">
                  <c:v>0.106799448715</c:v>
                </c:pt>
                <c:pt idx="1515">
                  <c:v>0.105953556493</c:v>
                </c:pt>
                <c:pt idx="1516">
                  <c:v>0.105116862578</c:v>
                </c:pt>
                <c:pt idx="1517">
                  <c:v>0.104289250532</c:v>
                </c:pt>
                <c:pt idx="1518">
                  <c:v>0.103470605343</c:v>
                </c:pt>
                <c:pt idx="1519">
                  <c:v>0.102660813414</c:v>
                </c:pt>
                <c:pt idx="1520">
                  <c:v>0.101859762553</c:v>
                </c:pt>
                <c:pt idx="1521">
                  <c:v>0.10106734197</c:v>
                </c:pt>
                <c:pt idx="1522">
                  <c:v>0.10028344226</c:v>
                </c:pt>
                <c:pt idx="1523">
                  <c:v>0.0995079554027</c:v>
                </c:pt>
                <c:pt idx="1524">
                  <c:v>0.0987407747447</c:v>
                </c:pt>
                <c:pt idx="1525">
                  <c:v>0.0979817949932</c:v>
                </c:pt>
                <c:pt idx="1526">
                  <c:v>0.097230912204</c:v>
                </c:pt>
                <c:pt idx="1527">
                  <c:v>0.0964880237708</c:v>
                </c:pt>
                <c:pt idx="1528">
                  <c:v>0.0957530284137</c:v>
                </c:pt>
                <c:pt idx="1529">
                  <c:v>0.0950258261676</c:v>
                </c:pt>
                <c:pt idx="1530">
                  <c:v>0.0943063183703</c:v>
                </c:pt>
                <c:pt idx="1531">
                  <c:v>0.0935944076508</c:v>
                </c:pt>
                <c:pt idx="1532">
                  <c:v>0.0928899979162</c:v>
                </c:pt>
                <c:pt idx="1533">
                  <c:v>0.0921929943401</c:v>
                </c:pt>
                <c:pt idx="1534">
                  <c:v>0.0915033033494</c:v>
                </c:pt>
                <c:pt idx="1535">
                  <c:v>0.0908208326119</c:v>
                </c:pt>
                <c:pt idx="1536">
                  <c:v>0.090145491023</c:v>
                </c:pt>
                <c:pt idx="1537">
                  <c:v>0.0894771886931</c:v>
                </c:pt>
                <c:pt idx="1538">
                  <c:v>0.0888158369343</c:v>
                </c:pt>
                <c:pt idx="1539">
                  <c:v>0.0881613482474</c:v>
                </c:pt>
                <c:pt idx="1540">
                  <c:v>0.0875136363086</c:v>
                </c:pt>
                <c:pt idx="1541">
                  <c:v>0.0868726159559</c:v>
                </c:pt>
                <c:pt idx="1542">
                  <c:v>0.0862382031767</c:v>
                </c:pt>
                <c:pt idx="1543">
                  <c:v>0.0856103150933</c:v>
                </c:pt>
                <c:pt idx="1544">
                  <c:v>0.0849888699505</c:v>
                </c:pt>
                <c:pt idx="1545">
                  <c:v>0.084373787102</c:v>
                </c:pt>
                <c:pt idx="1546">
                  <c:v>0.0837649869968</c:v>
                </c:pt>
                <c:pt idx="1547">
                  <c:v>0.0831623911663</c:v>
                </c:pt>
                <c:pt idx="1548">
                  <c:v>0.0825659222109</c:v>
                </c:pt>
                <c:pt idx="1549">
                  <c:v>0.0819755037865</c:v>
                </c:pt>
                <c:pt idx="1550">
                  <c:v>0.0813910605917</c:v>
                </c:pt>
                <c:pt idx="1551">
                  <c:v>0.0808125183544</c:v>
                </c:pt>
                <c:pt idx="1552">
                  <c:v>0.0802398038191</c:v>
                </c:pt>
                <c:pt idx="1553">
                  <c:v>0.0796728447331</c:v>
                </c:pt>
                <c:pt idx="1554">
                  <c:v>0.0791115698346</c:v>
                </c:pt>
                <c:pt idx="1555">
                  <c:v>0.078555908839</c:v>
                </c:pt>
                <c:pt idx="1556">
                  <c:v>0.0780057924264</c:v>
                </c:pt>
                <c:pt idx="1557">
                  <c:v>0.077461152229</c:v>
                </c:pt>
                <c:pt idx="1558">
                  <c:v>0.0769219208184</c:v>
                </c:pt>
                <c:pt idx="1559">
                  <c:v>0.076388031693</c:v>
                </c:pt>
                <c:pt idx="1560">
                  <c:v>0.0758594192659</c:v>
                </c:pt>
                <c:pt idx="1561">
                  <c:v>0.0753360188522</c:v>
                </c:pt>
                <c:pt idx="1562">
                  <c:v>0.0748177666568</c:v>
                </c:pt>
                <c:pt idx="1563">
                  <c:v>0.0743045997627</c:v>
                </c:pt>
                <c:pt idx="1564">
                  <c:v>0.0737964561188</c:v>
                </c:pt>
                <c:pt idx="1565">
                  <c:v>0.0732932745276</c:v>
                </c:pt>
                <c:pt idx="1566">
                  <c:v>0.0727949946342</c:v>
                </c:pt>
                <c:pt idx="1567">
                  <c:v>0.072301556914</c:v>
                </c:pt>
                <c:pt idx="1568">
                  <c:v>0.0718129026617</c:v>
                </c:pt>
                <c:pt idx="1569">
                  <c:v>0.0713289739792</c:v>
                </c:pt>
                <c:pt idx="1570">
                  <c:v>0.0708497137652</c:v>
                </c:pt>
                <c:pt idx="1571">
                  <c:v>0.0703750657033</c:v>
                </c:pt>
                <c:pt idx="1572">
                  <c:v>0.0699049742511</c:v>
                </c:pt>
                <c:pt idx="1573">
                  <c:v>0.0694393846296</c:v>
                </c:pt>
                <c:pt idx="1574">
                  <c:v>0.0689782428121</c:v>
                </c:pt>
                <c:pt idx="1575">
                  <c:v>0.0685214955136</c:v>
                </c:pt>
                <c:pt idx="1576">
                  <c:v>0.0680690901804</c:v>
                </c:pt>
                <c:pt idx="1577">
                  <c:v>0.0676209749794</c:v>
                </c:pt>
                <c:pt idx="1578">
                  <c:v>0.067177098788</c:v>
                </c:pt>
                <c:pt idx="1579">
                  <c:v>0.0667374111838</c:v>
                </c:pt>
                <c:pt idx="1580">
                  <c:v>0.0663018624348</c:v>
                </c:pt>
                <c:pt idx="1581">
                  <c:v>0.0658704034891</c:v>
                </c:pt>
                <c:pt idx="1582">
                  <c:v>0.0654429859656</c:v>
                </c:pt>
                <c:pt idx="1583">
                  <c:v>0.0650195621438</c:v>
                </c:pt>
                <c:pt idx="1584">
                  <c:v>0.0646000849547</c:v>
                </c:pt>
                <c:pt idx="1585">
                  <c:v>0.0641845079709</c:v>
                </c:pt>
                <c:pt idx="1586">
                  <c:v>0.063772785398</c:v>
                </c:pt>
                <c:pt idx="1587">
                  <c:v>0.0633648720648</c:v>
                </c:pt>
                <c:pt idx="1588">
                  <c:v>0.0629607234143</c:v>
                </c:pt>
                <c:pt idx="1589">
                  <c:v>0.0625602954952</c:v>
                </c:pt>
                <c:pt idx="1590">
                  <c:v>0.0621635449529</c:v>
                </c:pt>
                <c:pt idx="1591">
                  <c:v>0.0617704290204</c:v>
                </c:pt>
                <c:pt idx="1592">
                  <c:v>0.0613809055103</c:v>
                </c:pt>
                <c:pt idx="1593">
                  <c:v>0.0609949328061</c:v>
                </c:pt>
                <c:pt idx="1594">
                  <c:v>0.0606124698539</c:v>
                </c:pt>
                <c:pt idx="1595">
                  <c:v>0.0602334761542</c:v>
                </c:pt>
                <c:pt idx="1596">
                  <c:v>0.0598579117536</c:v>
                </c:pt>
                <c:pt idx="1597">
                  <c:v>0.0594857372372</c:v>
                </c:pt>
                <c:pt idx="1598">
                  <c:v>0.0591169137204</c:v>
                </c:pt>
                <c:pt idx="1599">
                  <c:v>0.0587514028412</c:v>
                </c:pt>
                <c:pt idx="1600">
                  <c:v>0.0583891667527</c:v>
                </c:pt>
                <c:pt idx="1601">
                  <c:v>0.0580301681155</c:v>
                </c:pt>
                <c:pt idx="1602">
                  <c:v>0.05767437009</c:v>
                </c:pt>
                <c:pt idx="1603">
                  <c:v>0.0573217363296</c:v>
                </c:pt>
                <c:pt idx="1604">
                  <c:v>0.0569722309729</c:v>
                </c:pt>
                <c:pt idx="1605">
                  <c:v>0.056625818637</c:v>
                </c:pt>
                <c:pt idx="1606">
                  <c:v>0.0562824644105</c:v>
                </c:pt>
                <c:pt idx="1607">
                  <c:v>0.0559421338461</c:v>
                </c:pt>
                <c:pt idx="1608">
                  <c:v>0.0556047929546</c:v>
                </c:pt>
                <c:pt idx="1609">
                  <c:v>0.0552704081974</c:v>
                </c:pt>
                <c:pt idx="1610">
                  <c:v>0.0549389464804</c:v>
                </c:pt>
                <c:pt idx="1611">
                  <c:v>0.0546103751473</c:v>
                </c:pt>
                <c:pt idx="1612">
                  <c:v>0.0542846619733</c:v>
                </c:pt>
                <c:pt idx="1613">
                  <c:v>0.0539617751586</c:v>
                </c:pt>
                <c:pt idx="1614">
                  <c:v>0.0536416833225</c:v>
                </c:pt>
                <c:pt idx="1615">
                  <c:v>0.0533243554968</c:v>
                </c:pt>
                <c:pt idx="1616">
                  <c:v>0.0530097611203</c:v>
                </c:pt>
                <c:pt idx="1617">
                  <c:v>0.0526978700325</c:v>
                </c:pt>
                <c:pt idx="1618">
                  <c:v>0.0523886524679</c:v>
                </c:pt>
                <c:pt idx="1619">
                  <c:v>0.05208207905</c:v>
                </c:pt>
                <c:pt idx="1620">
                  <c:v>0.0517781207862</c:v>
                </c:pt>
                <c:pt idx="1621">
                  <c:v>0.0514767490613</c:v>
                </c:pt>
                <c:pt idx="1622">
                  <c:v>0.051177935633</c:v>
                </c:pt>
                <c:pt idx="1623">
                  <c:v>0.0508816526257</c:v>
                </c:pt>
                <c:pt idx="1624">
                  <c:v>0.0505878725255</c:v>
                </c:pt>
                <c:pt idx="1625">
                  <c:v>0.0502965681751</c:v>
                </c:pt>
                <c:pt idx="1626">
                  <c:v>0.050007712768</c:v>
                </c:pt>
                <c:pt idx="1627">
                  <c:v>0.0497212798443</c:v>
                </c:pt>
                <c:pt idx="1628">
                  <c:v>0.0494372432848</c:v>
                </c:pt>
                <c:pt idx="1629">
                  <c:v>0.0491555773067</c:v>
                </c:pt>
                <c:pt idx="1630">
                  <c:v>0.0488762564583</c:v>
                </c:pt>
                <c:pt idx="1631">
                  <c:v>0.0485992556147</c:v>
                </c:pt>
                <c:pt idx="1632">
                  <c:v>0.0483245499723</c:v>
                </c:pt>
                <c:pt idx="1633">
                  <c:v>0.0480521150451</c:v>
                </c:pt>
                <c:pt idx="1634">
                  <c:v>0.0477819266594</c:v>
                </c:pt>
                <c:pt idx="1635">
                  <c:v>0.0475139609494</c:v>
                </c:pt>
                <c:pt idx="1636">
                  <c:v>0.0472481943533</c:v>
                </c:pt>
                <c:pt idx="1637">
                  <c:v>0.0469846036081</c:v>
                </c:pt>
                <c:pt idx="1638">
                  <c:v>0.0467231657461</c:v>
                </c:pt>
                <c:pt idx="1639">
                  <c:v>0.0464638580901</c:v>
                </c:pt>
                <c:pt idx="1640">
                  <c:v>0.0462066582495</c:v>
                </c:pt>
                <c:pt idx="1641">
                  <c:v>0.045951544116</c:v>
                </c:pt>
                <c:pt idx="1642">
                  <c:v>0.0456984938598</c:v>
                </c:pt>
                <c:pt idx="1643">
                  <c:v>0.0454474859255</c:v>
                </c:pt>
                <c:pt idx="1644">
                  <c:v>0.0451984990281</c:v>
                </c:pt>
                <c:pt idx="1645">
                  <c:v>0.0449515121493</c:v>
                </c:pt>
                <c:pt idx="1646">
                  <c:v>0.0447065045336</c:v>
                </c:pt>
                <c:pt idx="1647">
                  <c:v>0.0444634556846</c:v>
                </c:pt>
                <c:pt idx="1648">
                  <c:v>0.0442223453613</c:v>
                </c:pt>
                <c:pt idx="1649">
                  <c:v>0.0439831535743</c:v>
                </c:pt>
                <c:pt idx="1650">
                  <c:v>0.0437458605826</c:v>
                </c:pt>
                <c:pt idx="1651">
                  <c:v>0.0435104468898</c:v>
                </c:pt>
                <c:pt idx="1652">
                  <c:v>0.0432768932409</c:v>
                </c:pt>
                <c:pt idx="1653">
                  <c:v>0.0430451806184</c:v>
                </c:pt>
                <c:pt idx="1654">
                  <c:v>0.0428152902395</c:v>
                </c:pt>
                <c:pt idx="1655">
                  <c:v>0.0425872035525</c:v>
                </c:pt>
                <c:pt idx="1656">
                  <c:v>0.0423609022334</c:v>
                </c:pt>
                <c:pt idx="1657">
                  <c:v>0.0421363681833</c:v>
                </c:pt>
                <c:pt idx="1658">
                  <c:v>0.0419135835245</c:v>
                </c:pt>
                <c:pt idx="1659">
                  <c:v>0.0416925305979</c:v>
                </c:pt>
                <c:pt idx="1660">
                  <c:v>0.0414731919597</c:v>
                </c:pt>
                <c:pt idx="1661">
                  <c:v>0.0412555503785</c:v>
                </c:pt>
                <c:pt idx="1662">
                  <c:v>0.0410395888322</c:v>
                </c:pt>
                <c:pt idx="1663">
                  <c:v>0.0408252905054</c:v>
                </c:pt>
                <c:pt idx="1664">
                  <c:v>0.0406126387862</c:v>
                </c:pt>
                <c:pt idx="1665">
                  <c:v>0.0404016172634</c:v>
                </c:pt>
                <c:pt idx="1666">
                  <c:v>0.0401922097238</c:v>
                </c:pt>
                <c:pt idx="1667">
                  <c:v>0.0399844001496</c:v>
                </c:pt>
                <c:pt idx="1668">
                  <c:v>0.0397781727153</c:v>
                </c:pt>
                <c:pt idx="1669">
                  <c:v>0.0395735117854</c:v>
                </c:pt>
                <c:pt idx="1670">
                  <c:v>0.0393704019118</c:v>
                </c:pt>
                <c:pt idx="1671">
                  <c:v>0.0391688278307</c:v>
                </c:pt>
                <c:pt idx="1672">
                  <c:v>0.0389687744608</c:v>
                </c:pt>
                <c:pt idx="1673">
                  <c:v>0.0387702269002</c:v>
                </c:pt>
                <c:pt idx="1674">
                  <c:v>0.0385731704242</c:v>
                </c:pt>
                <c:pt idx="1675">
                  <c:v>0.038377590483</c:v>
                </c:pt>
                <c:pt idx="1676">
                  <c:v>0.0381834726988</c:v>
                </c:pt>
                <c:pt idx="1677">
                  <c:v>0.0379908028641</c:v>
                </c:pt>
                <c:pt idx="1678">
                  <c:v>0.037799566939</c:v>
                </c:pt>
                <c:pt idx="1679">
                  <c:v>0.0376097510487</c:v>
                </c:pt>
                <c:pt idx="1680">
                  <c:v>0.037421341482</c:v>
                </c:pt>
                <c:pt idx="1681">
                  <c:v>0.0372343246883</c:v>
                </c:pt>
                <c:pt idx="1682">
                  <c:v>0.0370486872757</c:v>
                </c:pt>
                <c:pt idx="1683">
                  <c:v>0.036864416009</c:v>
                </c:pt>
                <c:pt idx="1684">
                  <c:v>0.0366814978074</c:v>
                </c:pt>
                <c:pt idx="1685">
                  <c:v>0.0364999197427</c:v>
                </c:pt>
                <c:pt idx="1686">
                  <c:v>0.0363196690367</c:v>
                </c:pt>
                <c:pt idx="1687">
                  <c:v>0.0361407330596</c:v>
                </c:pt>
                <c:pt idx="1688">
                  <c:v>0.0359630993281</c:v>
                </c:pt>
                <c:pt idx="1689">
                  <c:v>0.0357867555029</c:v>
                </c:pt>
                <c:pt idx="1690">
                  <c:v>0.0356116893874</c:v>
                </c:pt>
                <c:pt idx="1691">
                  <c:v>0.0354378889255</c:v>
                </c:pt>
                <c:pt idx="1692">
                  <c:v>0.0352653421994</c:v>
                </c:pt>
                <c:pt idx="1693">
                  <c:v>0.0350940374285</c:v>
                </c:pt>
                <c:pt idx="1694">
                  <c:v>0.0349239629669</c:v>
                </c:pt>
                <c:pt idx="1695">
                  <c:v>0.034755107302</c:v>
                </c:pt>
                <c:pt idx="1696">
                  <c:v>0.0345874590525</c:v>
                </c:pt>
                <c:pt idx="1697">
                  <c:v>0.0344210069668</c:v>
                </c:pt>
                <c:pt idx="1698">
                  <c:v>0.0342557399211</c:v>
                </c:pt>
                <c:pt idx="1699">
                  <c:v>0.0340916469182</c:v>
                </c:pt>
                <c:pt idx="1700">
                  <c:v>0.0339287170852</c:v>
                </c:pt>
                <c:pt idx="1701">
                  <c:v>0.0337669396722</c:v>
                </c:pt>
                <c:pt idx="1702">
                  <c:v>0.0336063040507</c:v>
                </c:pt>
                <c:pt idx="1703">
                  <c:v>0.0334467997119</c:v>
                </c:pt>
                <c:pt idx="1704">
                  <c:v>0.0332884162651</c:v>
                </c:pt>
                <c:pt idx="1705">
                  <c:v>0.0331311434363</c:v>
                </c:pt>
                <c:pt idx="1706">
                  <c:v>0.0329749710667</c:v>
                </c:pt>
                <c:pt idx="1707">
                  <c:v>0.0328198891108</c:v>
                </c:pt>
                <c:pt idx="1708">
                  <c:v>0.0326658876357</c:v>
                </c:pt>
                <c:pt idx="1709">
                  <c:v>0.0325129568187</c:v>
                </c:pt>
                <c:pt idx="1710">
                  <c:v>0.0323610869465</c:v>
                </c:pt>
                <c:pt idx="1711">
                  <c:v>0.0322102684137</c:v>
                </c:pt>
                <c:pt idx="1712">
                  <c:v>0.0320604917213</c:v>
                </c:pt>
                <c:pt idx="1713">
                  <c:v>0.0319117474753</c:v>
                </c:pt>
                <c:pt idx="1714">
                  <c:v>0.0317640263854</c:v>
                </c:pt>
                <c:pt idx="1715">
                  <c:v>0.0316173192635</c:v>
                </c:pt>
                <c:pt idx="1716">
                  <c:v>0.031471617023</c:v>
                </c:pt>
                <c:pt idx="1717">
                  <c:v>0.0313269106765</c:v>
                </c:pt>
                <c:pt idx="1718">
                  <c:v>0.0311831913355</c:v>
                </c:pt>
                <c:pt idx="1719">
                  <c:v>0.0310404502085</c:v>
                </c:pt>
                <c:pt idx="1720">
                  <c:v>0.0308986786</c:v>
                </c:pt>
                <c:pt idx="1721">
                  <c:v>0.0307578679093</c:v>
                </c:pt>
                <c:pt idx="1722">
                  <c:v>0.0306180096292</c:v>
                </c:pt>
                <c:pt idx="1723">
                  <c:v>0.0304790953449</c:v>
                </c:pt>
                <c:pt idx="1724">
                  <c:v>0.0303411167328</c:v>
                </c:pt>
                <c:pt idx="1725">
                  <c:v>0.0302040655593</c:v>
                </c:pt>
                <c:pt idx="1726">
                  <c:v>0.0300679336797</c:v>
                </c:pt>
                <c:pt idx="1727">
                  <c:v>0.0299327130371</c:v>
                </c:pt>
                <c:pt idx="1728">
                  <c:v>0.0297983956611</c:v>
                </c:pt>
                <c:pt idx="1729">
                  <c:v>0.0296649736673</c:v>
                </c:pt>
                <c:pt idx="1730">
                  <c:v>0.0295324392554</c:v>
                </c:pt>
                <c:pt idx="1731">
                  <c:v>0.0294007847087</c:v>
                </c:pt>
                <c:pt idx="1732">
                  <c:v>0.0292700023929</c:v>
                </c:pt>
                <c:pt idx="1733">
                  <c:v>0.0291400847551</c:v>
                </c:pt>
                <c:pt idx="1734">
                  <c:v>0.0290110243228</c:v>
                </c:pt>
                <c:pt idx="1735">
                  <c:v>0.0288828137027</c:v>
                </c:pt>
                <c:pt idx="1736">
                  <c:v>0.0287554455801</c:v>
                </c:pt>
                <c:pt idx="1737">
                  <c:v>0.0286289127175</c:v>
                </c:pt>
                <c:pt idx="1738">
                  <c:v>0.028503207954</c:v>
                </c:pt>
                <c:pt idx="1739">
                  <c:v>0.0283783242041</c:v>
                </c:pt>
                <c:pt idx="1740">
                  <c:v>0.028254254457</c:v>
                </c:pt>
                <c:pt idx="1741">
                  <c:v>0.0281309917755</c:v>
                </c:pt>
                <c:pt idx="1742">
                  <c:v>0.028008529295</c:v>
                </c:pt>
                <c:pt idx="1743">
                  <c:v>0.0278868602229</c:v>
                </c:pt>
                <c:pt idx="1744">
                  <c:v>0.0277659778376</c:v>
                </c:pt>
                <c:pt idx="1745">
                  <c:v>0.0276458754876</c:v>
                </c:pt>
                <c:pt idx="1746">
                  <c:v>0.0275265465905</c:v>
                </c:pt>
                <c:pt idx="1747">
                  <c:v>0.0274079846326</c:v>
                </c:pt>
                <c:pt idx="1748">
                  <c:v>0.0272901831674</c:v>
                </c:pt>
                <c:pt idx="1749">
                  <c:v>0.0271731358154</c:v>
                </c:pt>
                <c:pt idx="1750">
                  <c:v>0.0270568362631</c:v>
                </c:pt>
                <c:pt idx="1751">
                  <c:v>0.0269412782619</c:v>
                </c:pt>
                <c:pt idx="1752">
                  <c:v>0.0268264556278</c:v>
                </c:pt>
                <c:pt idx="1753">
                  <c:v>0.0267123622403</c:v>
                </c:pt>
                <c:pt idx="1754">
                  <c:v>0.0265989920416</c:v>
                </c:pt>
                <c:pt idx="1755">
                  <c:v>0.0264863390361</c:v>
                </c:pt>
                <c:pt idx="1756">
                  <c:v>0.0263743972894</c:v>
                </c:pt>
                <c:pt idx="1757">
                  <c:v>0.0262631609279</c:v>
                </c:pt>
                <c:pt idx="1758">
                  <c:v>0.0261526241376</c:v>
                </c:pt>
                <c:pt idx="1759">
                  <c:v>0.0260427811638</c:v>
                </c:pt>
                <c:pt idx="1760">
                  <c:v>0.0259336263101</c:v>
                </c:pt>
                <c:pt idx="1761">
                  <c:v>0.0258251539381</c:v>
                </c:pt>
                <c:pt idx="1762">
                  <c:v>0.0257173584662</c:v>
                </c:pt>
                <c:pt idx="1763">
                  <c:v>0.0256102343692</c:v>
                </c:pt>
                <c:pt idx="1764">
                  <c:v>0.0255037761777</c:v>
                </c:pt>
                <c:pt idx="1765">
                  <c:v>0.0253979784773</c:v>
                </c:pt>
                <c:pt idx="1766">
                  <c:v>0.0252928359082</c:v>
                </c:pt>
                <c:pt idx="1767">
                  <c:v>0.025188343164</c:v>
                </c:pt>
                <c:pt idx="1768">
                  <c:v>0.0250844949918</c:v>
                </c:pt>
                <c:pt idx="1769">
                  <c:v>0.0249812861908</c:v>
                </c:pt>
                <c:pt idx="1770">
                  <c:v>0.0248787116125</c:v>
                </c:pt>
                <c:pt idx="1771">
                  <c:v>0.0247767661594</c:v>
                </c:pt>
                <c:pt idx="1772">
                  <c:v>0.0246754447849</c:v>
                </c:pt>
                <c:pt idx="1773">
                  <c:v>0.0245747424923</c:v>
                </c:pt>
                <c:pt idx="1774">
                  <c:v>0.0244746543345</c:v>
                </c:pt>
                <c:pt idx="1775">
                  <c:v>0.0243751754133</c:v>
                </c:pt>
                <c:pt idx="1776">
                  <c:v>0.024276300879</c:v>
                </c:pt>
                <c:pt idx="1777">
                  <c:v>0.0241780259295</c:v>
                </c:pt>
                <c:pt idx="1778">
                  <c:v>0.0240803458102</c:v>
                </c:pt>
                <c:pt idx="1779">
                  <c:v>0.0239832558129</c:v>
                </c:pt>
                <c:pt idx="1780">
                  <c:v>0.0238867512759</c:v>
                </c:pt>
                <c:pt idx="1781">
                  <c:v>0.0237908275829</c:v>
                </c:pt>
                <c:pt idx="1782">
                  <c:v>0.0236954801628</c:v>
                </c:pt>
                <c:pt idx="1783">
                  <c:v>0.0236007044892</c:v>
                </c:pt>
                <c:pt idx="1784">
                  <c:v>0.0235064960797</c:v>
                </c:pt>
                <c:pt idx="1785">
                  <c:v>0.0234128504953</c:v>
                </c:pt>
                <c:pt idx="1786">
                  <c:v>0.0233197633405</c:v>
                </c:pt>
                <c:pt idx="1787">
                  <c:v>0.0232272302621</c:v>
                </c:pt>
                <c:pt idx="1788">
                  <c:v>0.0231352469491</c:v>
                </c:pt>
                <c:pt idx="1789">
                  <c:v>0.0230438091321</c:v>
                </c:pt>
                <c:pt idx="1790">
                  <c:v>0.022952912583</c:v>
                </c:pt>
                <c:pt idx="1791">
                  <c:v>0.0228625531142</c:v>
                </c:pt>
                <c:pt idx="1792">
                  <c:v>0.0227727265785</c:v>
                </c:pt>
                <c:pt idx="1793">
                  <c:v>0.0226834288684</c:v>
                </c:pt>
                <c:pt idx="1794">
                  <c:v>0.0225946559159</c:v>
                </c:pt>
                <c:pt idx="1795">
                  <c:v>0.0225064036917</c:v>
                </c:pt>
                <c:pt idx="1796">
                  <c:v>0.022418668205</c:v>
                </c:pt>
                <c:pt idx="1797">
                  <c:v>0.0223314455032</c:v>
                </c:pt>
                <c:pt idx="1798">
                  <c:v>0.0222447316712</c:v>
                </c:pt>
                <c:pt idx="1799">
                  <c:v>0.0221585228309</c:v>
                </c:pt>
                <c:pt idx="1800">
                  <c:v>0.0220728151415</c:v>
                </c:pt>
                <c:pt idx="1801">
                  <c:v>0.0219876047979</c:v>
                </c:pt>
                <c:pt idx="1802">
                  <c:v>0.0219028880316</c:v>
                </c:pt>
                <c:pt idx="1803">
                  <c:v>0.0218186611091</c:v>
                </c:pt>
                <c:pt idx="1804">
                  <c:v>0.0217349203326</c:v>
                </c:pt>
                <c:pt idx="1805">
                  <c:v>0.0216516620388</c:v>
                </c:pt>
                <c:pt idx="1806">
                  <c:v>0.0215688825987</c:v>
                </c:pt>
                <c:pt idx="1807">
                  <c:v>0.0214865784176</c:v>
                </c:pt>
                <c:pt idx="1808">
                  <c:v>0.0214047459343</c:v>
                </c:pt>
                <c:pt idx="1809">
                  <c:v>0.0213233816209</c:v>
                </c:pt>
                <c:pt idx="1810">
                  <c:v>0.0212424819825</c:v>
                </c:pt>
                <c:pt idx="1811">
                  <c:v>0.0211620435567</c:v>
                </c:pt>
                <c:pt idx="1812">
                  <c:v>0.0210820629132</c:v>
                </c:pt>
                <c:pt idx="1813">
                  <c:v>0.0210025366538</c:v>
                </c:pt>
                <c:pt idx="1814">
                  <c:v>0.0209234614116</c:v>
                </c:pt>
                <c:pt idx="1815">
                  <c:v>0.020844833851</c:v>
                </c:pt>
                <c:pt idx="1816">
                  <c:v>0.0207666506671</c:v>
                </c:pt>
                <c:pt idx="1817">
                  <c:v>0.0206889085858</c:v>
                </c:pt>
                <c:pt idx="1818">
                  <c:v>0.0206116043627</c:v>
                </c:pt>
                <c:pt idx="1819">
                  <c:v>0.0205347347837</c:v>
                </c:pt>
                <c:pt idx="1820">
                  <c:v>0.020458296664</c:v>
                </c:pt>
                <c:pt idx="1821">
                  <c:v>0.0203822868481</c:v>
                </c:pt>
                <c:pt idx="1822">
                  <c:v>0.0203067022092</c:v>
                </c:pt>
                <c:pt idx="1823">
                  <c:v>0.0202315396493</c:v>
                </c:pt>
                <c:pt idx="1824">
                  <c:v>0.0201567960987</c:v>
                </c:pt>
                <c:pt idx="1825">
                  <c:v>0.0200824685156</c:v>
                </c:pt>
                <c:pt idx="1826">
                  <c:v>0.0200085538859</c:v>
                </c:pt>
                <c:pt idx="1827">
                  <c:v>0.0199350492229</c:v>
                </c:pt>
                <c:pt idx="1828">
                  <c:v>0.0198619515669</c:v>
                </c:pt>
                <c:pt idx="1829">
                  <c:v>0.0197892579852</c:v>
                </c:pt>
                <c:pt idx="1830">
                  <c:v>0.0197169655716</c:v>
                </c:pt>
                <c:pt idx="1831">
                  <c:v>0.0196450714461</c:v>
                </c:pt>
                <c:pt idx="1832">
                  <c:v>0.0195735727546</c:v>
                </c:pt>
                <c:pt idx="1833">
                  <c:v>0.0195024666689</c:v>
                </c:pt>
                <c:pt idx="1834">
                  <c:v>0.0194317503861</c:v>
                </c:pt>
                <c:pt idx="1835">
                  <c:v>0.0193614211285</c:v>
                </c:pt>
                <c:pt idx="1836">
                  <c:v>0.0192914761434</c:v>
                </c:pt>
                <c:pt idx="1837">
                  <c:v>0.0192219127026</c:v>
                </c:pt>
                <c:pt idx="1838">
                  <c:v>0.0191527281024</c:v>
                </c:pt>
                <c:pt idx="1839">
                  <c:v>0.0190839196633</c:v>
                </c:pt>
                <c:pt idx="1840">
                  <c:v>0.0190154847295</c:v>
                </c:pt>
                <c:pt idx="1841">
                  <c:v>0.018947420669</c:v>
                </c:pt>
                <c:pt idx="1842">
                  <c:v>0.0188797248732</c:v>
                </c:pt>
                <c:pt idx="1843">
                  <c:v>0.0188123947566</c:v>
                </c:pt>
                <c:pt idx="1844">
                  <c:v>0.0187454277566</c:v>
                </c:pt>
                <c:pt idx="1845">
                  <c:v>0.0186788213335</c:v>
                </c:pt>
                <c:pt idx="1846">
                  <c:v>0.0186125729697</c:v>
                </c:pt>
                <c:pt idx="1847">
                  <c:v>0.0185466801701</c:v>
                </c:pt>
                <c:pt idx="1848">
                  <c:v>0.0184811404616</c:v>
                </c:pt>
                <c:pt idx="1849">
                  <c:v>0.0184159513927</c:v>
                </c:pt>
                <c:pt idx="1850">
                  <c:v>0.0183511105337</c:v>
                </c:pt>
                <c:pt idx="1851">
                  <c:v>0.0182866154759</c:v>
                </c:pt>
                <c:pt idx="1852">
                  <c:v>0.0182224638321</c:v>
                </c:pt>
                <c:pt idx="1853">
                  <c:v>0.0181586532358</c:v>
                </c:pt>
                <c:pt idx="1854">
                  <c:v>0.0180951813412</c:v>
                </c:pt>
                <c:pt idx="1855">
                  <c:v>0.018032045823</c:v>
                </c:pt>
                <c:pt idx="1856">
                  <c:v>0.0179692443763</c:v>
                </c:pt>
                <c:pt idx="1857">
                  <c:v>0.0179067747162</c:v>
                </c:pt>
                <c:pt idx="1858">
                  <c:v>0.0178446345776</c:v>
                </c:pt>
                <c:pt idx="1859">
                  <c:v>0.0177828217151</c:v>
                </c:pt>
                <c:pt idx="1860">
                  <c:v>0.0177213339031</c:v>
                </c:pt>
                <c:pt idx="1861">
                  <c:v>0.0176601689348</c:v>
                </c:pt>
                <c:pt idx="1862">
                  <c:v>0.0175993246228</c:v>
                </c:pt>
                <c:pt idx="1863">
                  <c:v>0.0175387987987</c:v>
                </c:pt>
                <c:pt idx="1864">
                  <c:v>0.0174785893126</c:v>
                </c:pt>
                <c:pt idx="1865">
                  <c:v>0.0174186940332</c:v>
                </c:pt>
                <c:pt idx="1866">
                  <c:v>0.0173591108476</c:v>
                </c:pt>
                <c:pt idx="1867">
                  <c:v>0.0172998376612</c:v>
                </c:pt>
                <c:pt idx="1868">
                  <c:v>0.0172408723971</c:v>
                </c:pt>
                <c:pt idx="1869">
                  <c:v>0.0171822129966</c:v>
                </c:pt>
                <c:pt idx="1870">
                  <c:v>0.0171238574184</c:v>
                </c:pt>
                <c:pt idx="1871">
                  <c:v>0.0170658036388</c:v>
                </c:pt>
                <c:pt idx="1872">
                  <c:v>0.0170080496512</c:v>
                </c:pt>
                <c:pt idx="1873">
                  <c:v>0.0169505934665</c:v>
                </c:pt>
                <c:pt idx="1874">
                  <c:v>0.0168934331124</c:v>
                </c:pt>
                <c:pt idx="1875">
                  <c:v>0.0168365666332</c:v>
                </c:pt>
                <c:pt idx="1876">
                  <c:v>0.0167799920903</c:v>
                </c:pt>
                <c:pt idx="1877">
                  <c:v>0.0167237075612</c:v>
                </c:pt>
                <c:pt idx="1878">
                  <c:v>0.01666771114</c:v>
                </c:pt>
                <c:pt idx="1879">
                  <c:v>0.0166120009369</c:v>
                </c:pt>
                <c:pt idx="1880">
                  <c:v>0.0165565750781</c:v>
                </c:pt>
                <c:pt idx="1881">
                  <c:v>0.0165014317056</c:v>
                </c:pt>
                <c:pt idx="1882">
                  <c:v>0.0164465689773</c:v>
                </c:pt>
                <c:pt idx="1883">
                  <c:v>0.0163919850666</c:v>
                </c:pt>
                <c:pt idx="1884">
                  <c:v>0.0163376781622</c:v>
                </c:pt>
                <c:pt idx="1885">
                  <c:v>0.0162836464684</c:v>
                </c:pt>
                <c:pt idx="1886">
                  <c:v>0.0162298882044</c:v>
                </c:pt>
                <c:pt idx="1887">
                  <c:v>0.0161764016044</c:v>
                </c:pt>
                <c:pt idx="1888">
                  <c:v>0.0161231849175</c:v>
                </c:pt>
                <c:pt idx="1889">
                  <c:v>0.0160702364076</c:v>
                </c:pt>
                <c:pt idx="1890">
                  <c:v>0.016017554353</c:v>
                </c:pt>
                <c:pt idx="1891">
                  <c:v>0.0159651370468</c:v>
                </c:pt>
                <c:pt idx="1892">
                  <c:v>0.0159129827959</c:v>
                </c:pt>
                <c:pt idx="1893">
                  <c:v>0.0158610899219</c:v>
                </c:pt>
                <c:pt idx="1894">
                  <c:v>0.0158094567601</c:v>
                </c:pt>
                <c:pt idx="1895">
                  <c:v>0.01575808166</c:v>
                </c:pt>
                <c:pt idx="1896">
                  <c:v>0.0157069629845</c:v>
                </c:pt>
                <c:pt idx="1897">
                  <c:v>0.0156560991107</c:v>
                </c:pt>
                <c:pt idx="1898">
                  <c:v>0.0156054884288</c:v>
                </c:pt>
                <c:pt idx="1899">
                  <c:v>0.0155551293426</c:v>
                </c:pt>
                <c:pt idx="1900">
                  <c:v>0.0155050202693</c:v>
                </c:pt>
                <c:pt idx="1901">
                  <c:v>0.015455159639</c:v>
                </c:pt>
                <c:pt idx="1902">
                  <c:v>0.0154055458953</c:v>
                </c:pt>
                <c:pt idx="1903">
                  <c:v>0.0153561774944</c:v>
                </c:pt>
                <c:pt idx="1904">
                  <c:v>0.0153070529054</c:v>
                </c:pt>
                <c:pt idx="1905">
                  <c:v>0.0152581706101</c:v>
                </c:pt>
                <c:pt idx="1906">
                  <c:v>0.0152095291031</c:v>
                </c:pt>
                <c:pt idx="1907">
                  <c:v>0.0151611268912</c:v>
                </c:pt>
                <c:pt idx="1908">
                  <c:v>0.0151129624939</c:v>
                </c:pt>
                <c:pt idx="1909">
                  <c:v>0.0150650344428</c:v>
                </c:pt>
                <c:pt idx="1910">
                  <c:v>0.0150173412816</c:v>
                </c:pt>
                <c:pt idx="1911">
                  <c:v>0.0149698815661</c:v>
                </c:pt>
                <c:pt idx="1912">
                  <c:v>0.0149226538642</c:v>
                </c:pt>
                <c:pt idx="1913">
                  <c:v>0.0148756567556</c:v>
                </c:pt>
                <c:pt idx="1914">
                  <c:v>0.0148288888316</c:v>
                </c:pt>
                <c:pt idx="1915">
                  <c:v>0.0147823486953</c:v>
                </c:pt>
                <c:pt idx="1916">
                  <c:v>0.0147360349613</c:v>
                </c:pt>
                <c:pt idx="1917">
                  <c:v>0.0146899462556</c:v>
                </c:pt>
                <c:pt idx="1918">
                  <c:v>0.0146440812158</c:v>
                </c:pt>
                <c:pt idx="1919">
                  <c:v>0.0145984384903</c:v>
                </c:pt>
                <c:pt idx="1920">
                  <c:v>0.0145530167392</c:v>
                </c:pt>
                <c:pt idx="1921">
                  <c:v>0.0145078146332</c:v>
                </c:pt>
                <c:pt idx="1922">
                  <c:v>0.0144628308542</c:v>
                </c:pt>
                <c:pt idx="1923">
                  <c:v>0.014418064095</c:v>
                </c:pt>
                <c:pt idx="1924">
                  <c:v>0.0143735130592</c:v>
                </c:pt>
                <c:pt idx="1925">
                  <c:v>0.0143291764609</c:v>
                </c:pt>
                <c:pt idx="1926">
                  <c:v>0.0142850530251</c:v>
                </c:pt>
                <c:pt idx="1927">
                  <c:v>0.0142411414871</c:v>
                </c:pt>
                <c:pt idx="1928">
                  <c:v>0.0141974405927</c:v>
                </c:pt>
                <c:pt idx="1929">
                  <c:v>0.0141539490982</c:v>
                </c:pt>
                <c:pt idx="1930">
                  <c:v>0.01411066577</c:v>
                </c:pt>
                <c:pt idx="1931">
                  <c:v>0.0140675893848</c:v>
                </c:pt>
                <c:pt idx="1932">
                  <c:v>0.0140247187292</c:v>
                </c:pt>
                <c:pt idx="1933">
                  <c:v>0.0139820526001</c:v>
                </c:pt>
                <c:pt idx="1934">
                  <c:v>0.0139395898043</c:v>
                </c:pt>
                <c:pt idx="1935">
                  <c:v>0.0138973291582</c:v>
                </c:pt>
                <c:pt idx="1936">
                  <c:v>0.0138552694883</c:v>
                </c:pt>
                <c:pt idx="1937">
                  <c:v>0.0138134096306</c:v>
                </c:pt>
                <c:pt idx="1938">
                  <c:v>0.013771748431</c:v>
                </c:pt>
                <c:pt idx="1939">
                  <c:v>0.0137302847445</c:v>
                </c:pt>
                <c:pt idx="1940">
                  <c:v>0.0136890174362</c:v>
                </c:pt>
                <c:pt idx="1941">
                  <c:v>0.0136479453801</c:v>
                </c:pt>
                <c:pt idx="1942">
                  <c:v>0.0136070674597</c:v>
                </c:pt>
                <c:pt idx="1943">
                  <c:v>0.0135663825679</c:v>
                </c:pt>
                <c:pt idx="1944">
                  <c:v>0.0135258896067</c:v>
                </c:pt>
                <c:pt idx="1945">
                  <c:v>0.0134855874871</c:v>
                </c:pt>
                <c:pt idx="1946">
                  <c:v>0.0134454751295</c:v>
                </c:pt>
                <c:pt idx="1947">
                  <c:v>0.0134055514629</c:v>
                </c:pt>
                <c:pt idx="1948">
                  <c:v>0.0133658154256</c:v>
                </c:pt>
                <c:pt idx="1949">
                  <c:v>0.0133262659644</c:v>
                </c:pt>
                <c:pt idx="1950">
                  <c:v>0.0132869020352</c:v>
                </c:pt>
                <c:pt idx="1951">
                  <c:v>0.0132477226025</c:v>
                </c:pt>
                <c:pt idx="1952">
                  <c:v>0.0132087266394</c:v>
                </c:pt>
                <c:pt idx="1953">
                  <c:v>0.0131699131279</c:v>
                </c:pt>
                <c:pt idx="1954">
                  <c:v>0.0131312810581</c:v>
                </c:pt>
                <c:pt idx="1955">
                  <c:v>0.013092829429</c:v>
                </c:pt>
                <c:pt idx="1956">
                  <c:v>0.0130545572478</c:v>
                </c:pt>
                <c:pt idx="1957">
                  <c:v>0.0130164635302</c:v>
                </c:pt>
                <c:pt idx="1958">
                  <c:v>0.0129785473</c:v>
                </c:pt>
                <c:pt idx="1959">
                  <c:v>0.0129408075896</c:v>
                </c:pt>
                <c:pt idx="1960">
                  <c:v>0.0129032434392</c:v>
                </c:pt>
                <c:pt idx="1961">
                  <c:v>0.0128658538975</c:v>
                </c:pt>
                <c:pt idx="1962">
                  <c:v>0.012828638021</c:v>
                </c:pt>
                <c:pt idx="1963">
                  <c:v>0.0127915948744</c:v>
                </c:pt>
                <c:pt idx="1964">
                  <c:v>0.0127547235304</c:v>
                </c:pt>
                <c:pt idx="1965">
                  <c:v>0.0127180230696</c:v>
                </c:pt>
                <c:pt idx="1966">
                  <c:v>0.0126814925803</c:v>
                </c:pt>
                <c:pt idx="1967">
                  <c:v>0.0126451311589</c:v>
                </c:pt>
                <c:pt idx="1968">
                  <c:v>0.0126089379094</c:v>
                </c:pt>
                <c:pt idx="1969">
                  <c:v>0.0125729119436</c:v>
                </c:pt>
                <c:pt idx="1970">
                  <c:v>0.012537052381</c:v>
                </c:pt>
                <c:pt idx="1971">
                  <c:v>0.0125013583486</c:v>
                </c:pt>
                <c:pt idx="1972">
                  <c:v>0.0124658289811</c:v>
                </c:pt>
                <c:pt idx="1973">
                  <c:v>0.0124304634208</c:v>
                </c:pt>
                <c:pt idx="1974">
                  <c:v>0.0123952608174</c:v>
                </c:pt>
                <c:pt idx="1975">
                  <c:v>0.0123602203279</c:v>
                </c:pt>
                <c:pt idx="1976">
                  <c:v>0.0123253411171</c:v>
                </c:pt>
                <c:pt idx="1977">
                  <c:v>0.0122906223567</c:v>
                </c:pt>
                <c:pt idx="1978">
                  <c:v>0.012256063226</c:v>
                </c:pt>
                <c:pt idx="1979">
                  <c:v>0.0122216629115</c:v>
                </c:pt>
                <c:pt idx="1980">
                  <c:v>0.0121874206071</c:v>
                </c:pt>
                <c:pt idx="1981">
                  <c:v>0.0121533355135</c:v>
                </c:pt>
                <c:pt idx="1982">
                  <c:v>0.012119406839</c:v>
                </c:pt>
                <c:pt idx="1983">
                  <c:v>0.0120856337987</c:v>
                </c:pt>
                <c:pt idx="1984">
                  <c:v>0.0120520156149</c:v>
                </c:pt>
                <c:pt idx="1985">
                  <c:v>0.012018551517</c:v>
                </c:pt>
                <c:pt idx="1986">
                  <c:v>0.0119852407412</c:v>
                </c:pt>
                <c:pt idx="1987">
                  <c:v>0.0119520825308</c:v>
                </c:pt>
                <c:pt idx="1988">
                  <c:v>0.0119190761361</c:v>
                </c:pt>
                <c:pt idx="1989">
                  <c:v>0.0118862208141</c:v>
                </c:pt>
                <c:pt idx="1990">
                  <c:v>0.0118535158289</c:v>
                </c:pt>
                <c:pt idx="1991">
                  <c:v>0.0118209604512</c:v>
                </c:pt>
                <c:pt idx="1992">
                  <c:v>0.0117885539585</c:v>
                </c:pt>
                <c:pt idx="1993">
                  <c:v>0.0117562956353</c:v>
                </c:pt>
                <c:pt idx="1994">
                  <c:v>0.0117241847726</c:v>
                </c:pt>
                <c:pt idx="1995">
                  <c:v>0.0116922206681</c:v>
                </c:pt>
                <c:pt idx="1996">
                  <c:v>0.0116604026262</c:v>
                </c:pt>
                <c:pt idx="1997">
                  <c:v>0.011628729958</c:v>
                </c:pt>
                <c:pt idx="1998">
                  <c:v>0.0115972019811</c:v>
                </c:pt>
                <c:pt idx="1999">
                  <c:v>0.0115658180197</c:v>
                </c:pt>
                <c:pt idx="2000">
                  <c:v>0.0115345774047</c:v>
                </c:pt>
              </c:numCache>
            </c:numRef>
          </c:yVal>
        </c:ser>
        <c:ser>
          <c:idx val="1"/>
          <c:order val="1"/>
          <c:tx>
            <c:v>spin</c:v>
          </c:tx>
          <c:spPr>
            <a:ln xmlns:a="http://schemas.openxmlformats.org/drawingml/2006/main" w="15240">
              <a:solidFill>
                <a:srgbClr val="234F91"/>
              </a:solidFill>
              <a:prstDash val="dash"/>
            </a:ln>
          </c:spPr>
          <c:marker>
            <c:symbol val="none"/>
            <c:size val="5"/>
            <c:spPr>
              <a:solidFill xmlns:a="http://schemas.openxmlformats.org/drawingml/2006/main">
                <a:srgbClr val="234F91"/>
              </a:solidFill>
            </c:spPr>
          </c:marker>
          <c:xVal>
            <c:numRef>
              <c:f>'Chart Data'!$C$2:$C$2002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Data'!$D$2:$D$2002</c:f>
              <c:numCache>
                <c:formatCode>0.0</c:formatCode>
                <c:ptCount val="2001"/>
                <c:pt idx="0">
                  <c:v>0.00557098399595</c:v>
                </c:pt>
                <c:pt idx="1">
                  <c:v>0.00558109291808</c:v>
                </c:pt>
                <c:pt idx="2">
                  <c:v>0.00559122935448</c:v>
                </c:pt>
                <c:pt idx="3">
                  <c:v>0.00560139340499</c:v>
                </c:pt>
                <c:pt idx="4">
                  <c:v>0.00561158516988</c:v>
                </c:pt>
                <c:pt idx="5">
                  <c:v>0.00562180474988</c:v>
                </c:pt>
                <c:pt idx="6">
                  <c:v>0.0056320522462</c:v>
                </c:pt>
                <c:pt idx="7">
                  <c:v>0.00564232776047</c:v>
                </c:pt>
                <c:pt idx="8">
                  <c:v>0.00565263139482</c:v>
                </c:pt>
                <c:pt idx="9">
                  <c:v>0.00566296325182</c:v>
                </c:pt>
                <c:pt idx="10">
                  <c:v>0.00567332343452</c:v>
                </c:pt>
                <c:pt idx="11">
                  <c:v>0.00568371204644</c:v>
                </c:pt>
                <c:pt idx="12">
                  <c:v>0.00569412919156</c:v>
                </c:pt>
                <c:pt idx="13">
                  <c:v>0.00570457497436</c:v>
                </c:pt>
                <c:pt idx="14">
                  <c:v>0.00571504949977</c:v>
                </c:pt>
                <c:pt idx="15">
                  <c:v>0.00572555287322</c:v>
                </c:pt>
                <c:pt idx="16">
                  <c:v>0.00573608520062</c:v>
                </c:pt>
                <c:pt idx="17">
                  <c:v>0.00574664658835</c:v>
                </c:pt>
                <c:pt idx="18">
                  <c:v>0.0057572371433</c:v>
                </c:pt>
                <c:pt idx="19">
                  <c:v>0.00576785697285</c:v>
                </c:pt>
                <c:pt idx="20">
                  <c:v>0.00577850618484</c:v>
                </c:pt>
                <c:pt idx="21">
                  <c:v>0.00578918488766</c:v>
                </c:pt>
                <c:pt idx="22">
                  <c:v>0.00579989319016</c:v>
                </c:pt>
                <c:pt idx="23">
                  <c:v>0.0058106312017</c:v>
                </c:pt>
                <c:pt idx="24">
                  <c:v>0.00582139903216</c:v>
                </c:pt>
                <c:pt idx="25">
                  <c:v>0.00583219679191</c:v>
                </c:pt>
                <c:pt idx="26">
                  <c:v>0.00584302459183</c:v>
                </c:pt>
                <c:pt idx="27">
                  <c:v>0.00585388254333</c:v>
                </c:pt>
                <c:pt idx="28">
                  <c:v>0.00586477075833</c:v>
                </c:pt>
                <c:pt idx="29">
                  <c:v>0.00587568934925</c:v>
                </c:pt>
                <c:pt idx="30">
                  <c:v>0.00588663842907</c:v>
                </c:pt>
                <c:pt idx="31">
                  <c:v>0.00589761811125</c:v>
                </c:pt>
                <c:pt idx="32">
                  <c:v>0.00590862850981</c:v>
                </c:pt>
                <c:pt idx="33">
                  <c:v>0.00591966973929</c:v>
                </c:pt>
                <c:pt idx="34">
                  <c:v>0.00593074191477</c:v>
                </c:pt>
                <c:pt idx="35">
                  <c:v>0.00594184515185</c:v>
                </c:pt>
                <c:pt idx="36">
                  <c:v>0.00595297956669</c:v>
                </c:pt>
                <c:pt idx="37">
                  <c:v>0.00596414527597</c:v>
                </c:pt>
                <c:pt idx="38">
                  <c:v>0.00597534239695</c:v>
                </c:pt>
                <c:pt idx="39">
                  <c:v>0.00598657104741</c:v>
                </c:pt>
                <c:pt idx="40">
                  <c:v>0.00599783134568</c:v>
                </c:pt>
                <c:pt idx="41">
                  <c:v>0.00600912341066</c:v>
                </c:pt>
                <c:pt idx="42">
                  <c:v>0.00602044736181</c:v>
                </c:pt>
                <c:pt idx="43">
                  <c:v>0.00603180331913</c:v>
                </c:pt>
                <c:pt idx="44">
                  <c:v>0.00604319140322</c:v>
                </c:pt>
                <c:pt idx="45">
                  <c:v>0.0060546117352</c:v>
                </c:pt>
                <c:pt idx="46">
                  <c:v>0.0060660644368</c:v>
                </c:pt>
                <c:pt idx="47">
                  <c:v>0.00607754963032</c:v>
                </c:pt>
                <c:pt idx="48">
                  <c:v>0.00608906743861</c:v>
                </c:pt>
                <c:pt idx="49">
                  <c:v>0.00610061798513</c:v>
                </c:pt>
                <c:pt idx="50">
                  <c:v>0.0061122013939</c:v>
                </c:pt>
                <c:pt idx="51">
                  <c:v>0.00612381778955</c:v>
                </c:pt>
                <c:pt idx="52">
                  <c:v>0.00613546729729</c:v>
                </c:pt>
                <c:pt idx="53">
                  <c:v>0.00614715004293</c:v>
                </c:pt>
                <c:pt idx="54">
                  <c:v>0.00615886615285</c:v>
                </c:pt>
                <c:pt idx="55">
                  <c:v>0.00617061575407</c:v>
                </c:pt>
                <c:pt idx="56">
                  <c:v>0.00618239897418</c:v>
                </c:pt>
                <c:pt idx="57">
                  <c:v>0.00619421594141</c:v>
                </c:pt>
                <c:pt idx="58">
                  <c:v>0.00620606678457</c:v>
                </c:pt>
                <c:pt idx="59">
                  <c:v>0.0062179516331</c:v>
                </c:pt>
                <c:pt idx="60">
                  <c:v>0.00622987061706</c:v>
                </c:pt>
                <c:pt idx="61">
                  <c:v>0.00624182386712</c:v>
                </c:pt>
                <c:pt idx="62">
                  <c:v>0.0062538115146</c:v>
                </c:pt>
                <c:pt idx="63">
                  <c:v>0.00626583369141</c:v>
                </c:pt>
                <c:pt idx="64">
                  <c:v>0.00627789053012</c:v>
                </c:pt>
                <c:pt idx="65">
                  <c:v>0.00628998216394</c:v>
                </c:pt>
                <c:pt idx="66">
                  <c:v>0.00630210872669</c:v>
                </c:pt>
                <c:pt idx="67">
                  <c:v>0.00631427035287</c:v>
                </c:pt>
                <c:pt idx="68">
                  <c:v>0.00632646717759</c:v>
                </c:pt>
                <c:pt idx="69">
                  <c:v>0.00633869933665</c:v>
                </c:pt>
                <c:pt idx="70">
                  <c:v>0.00635096696646</c:v>
                </c:pt>
                <c:pt idx="71">
                  <c:v>0.00636327020413</c:v>
                </c:pt>
                <c:pt idx="72">
                  <c:v>0.00637560918741</c:v>
                </c:pt>
                <c:pt idx="73">
                  <c:v>0.00638798405471</c:v>
                </c:pt>
                <c:pt idx="74">
                  <c:v>0.00640039494513</c:v>
                </c:pt>
                <c:pt idx="75">
                  <c:v>0.00641284199842</c:v>
                </c:pt>
                <c:pt idx="76">
                  <c:v>0.00642532535503</c:v>
                </c:pt>
                <c:pt idx="77">
                  <c:v>0.00643784515609</c:v>
                </c:pt>
                <c:pt idx="78">
                  <c:v>0.00645040154338</c:v>
                </c:pt>
                <c:pt idx="79">
                  <c:v>0.00646299465942</c:v>
                </c:pt>
                <c:pt idx="80">
                  <c:v>0.00647562464739</c:v>
                </c:pt>
                <c:pt idx="81">
                  <c:v>0.00648829165118</c:v>
                </c:pt>
                <c:pt idx="82">
                  <c:v>0.00650099581537</c:v>
                </c:pt>
                <c:pt idx="83">
                  <c:v>0.00651373728527</c:v>
                </c:pt>
                <c:pt idx="84">
                  <c:v>0.00652651620686</c:v>
                </c:pt>
                <c:pt idx="85">
                  <c:v>0.00653933272688</c:v>
                </c:pt>
                <c:pt idx="86">
                  <c:v>0.00655218699275</c:v>
                </c:pt>
                <c:pt idx="87">
                  <c:v>0.00656507915264</c:v>
                </c:pt>
                <c:pt idx="88">
                  <c:v>0.00657800935542</c:v>
                </c:pt>
                <c:pt idx="89">
                  <c:v>0.00659097775072</c:v>
                </c:pt>
                <c:pt idx="90">
                  <c:v>0.00660398448888</c:v>
                </c:pt>
                <c:pt idx="91">
                  <c:v>0.00661702972099</c:v>
                </c:pt>
                <c:pt idx="92">
                  <c:v>0.00663011359889</c:v>
                </c:pt>
                <c:pt idx="93">
                  <c:v>0.00664323627515</c:v>
                </c:pt>
                <c:pt idx="94">
                  <c:v>0.00665639790311</c:v>
                </c:pt>
                <c:pt idx="95">
                  <c:v>0.00666959863686</c:v>
                </c:pt>
                <c:pt idx="96">
                  <c:v>0.00668283863126</c:v>
                </c:pt>
                <c:pt idx="97">
                  <c:v>0.00669611804191</c:v>
                </c:pt>
                <c:pt idx="98">
                  <c:v>0.00670943702522</c:v>
                </c:pt>
                <c:pt idx="99">
                  <c:v>0.00672279573835</c:v>
                </c:pt>
                <c:pt idx="100">
                  <c:v>0.00673619433923</c:v>
                </c:pt>
                <c:pt idx="101">
                  <c:v>0.00674963298659</c:v>
                </c:pt>
                <c:pt idx="102">
                  <c:v>0.00676311183997</c:v>
                </c:pt>
                <c:pt idx="103">
                  <c:v>0.00677663105965</c:v>
                </c:pt>
                <c:pt idx="104">
                  <c:v>0.00679019080676</c:v>
                </c:pt>
                <c:pt idx="105">
                  <c:v>0.00680379124321</c:v>
                </c:pt>
                <c:pt idx="106">
                  <c:v>0.00681743253172</c:v>
                </c:pt>
                <c:pt idx="107">
                  <c:v>0.00683111483582</c:v>
                </c:pt>
                <c:pt idx="108">
                  <c:v>0.00684483831986</c:v>
                </c:pt>
                <c:pt idx="109">
                  <c:v>0.00685860314902</c:v>
                </c:pt>
                <c:pt idx="110">
                  <c:v>0.00687240948929</c:v>
                </c:pt>
                <c:pt idx="111">
                  <c:v>0.00688625750752</c:v>
                </c:pt>
                <c:pt idx="112">
                  <c:v>0.00690014737138</c:v>
                </c:pt>
                <c:pt idx="113">
                  <c:v>0.00691407924938</c:v>
                </c:pt>
                <c:pt idx="114">
                  <c:v>0.00692805331087</c:v>
                </c:pt>
                <c:pt idx="115">
                  <c:v>0.00694206972609</c:v>
                </c:pt>
                <c:pt idx="116">
                  <c:v>0.00695612866609</c:v>
                </c:pt>
                <c:pt idx="117">
                  <c:v>0.00697023030283</c:v>
                </c:pt>
                <c:pt idx="118">
                  <c:v>0.00698437480909</c:v>
                </c:pt>
                <c:pt idx="119">
                  <c:v>0.00699856235856</c:v>
                </c:pt>
                <c:pt idx="120">
                  <c:v>0.0070127931258</c:v>
                </c:pt>
                <c:pt idx="121">
                  <c:v>0.00702706728625</c:v>
                </c:pt>
                <c:pt idx="122">
                  <c:v>0.00704138501623</c:v>
                </c:pt>
                <c:pt idx="123">
                  <c:v>0.00705574649298</c:v>
                </c:pt>
                <c:pt idx="124">
                  <c:v>0.00707015189462</c:v>
                </c:pt>
                <c:pt idx="125">
                  <c:v>0.00708460140018</c:v>
                </c:pt>
                <c:pt idx="126">
                  <c:v>0.00709909518961</c:v>
                </c:pt>
                <c:pt idx="127">
                  <c:v>0.00711363344378</c:v>
                </c:pt>
                <c:pt idx="128">
                  <c:v>0.00712821634445</c:v>
                </c:pt>
                <c:pt idx="129">
                  <c:v>0.00714284407435</c:v>
                </c:pt>
                <c:pt idx="130">
                  <c:v>0.00715751681711</c:v>
                </c:pt>
                <c:pt idx="131">
                  <c:v>0.00717223475734</c:v>
                </c:pt>
                <c:pt idx="132">
                  <c:v>0.00718699808055</c:v>
                </c:pt>
                <c:pt idx="133">
                  <c:v>0.00720180697323</c:v>
                </c:pt>
                <c:pt idx="134">
                  <c:v>0.00721666162282</c:v>
                </c:pt>
                <c:pt idx="135">
                  <c:v>0.00723156221772</c:v>
                </c:pt>
                <c:pt idx="136">
                  <c:v>0.00724650894731</c:v>
                </c:pt>
                <c:pt idx="137">
                  <c:v>0.00726150200193</c:v>
                </c:pt>
                <c:pt idx="138">
                  <c:v>0.0072765415729</c:v>
                </c:pt>
                <c:pt idx="139">
                  <c:v>0.00729162785255</c:v>
                </c:pt>
                <c:pt idx="140">
                  <c:v>0.00730676103418</c:v>
                </c:pt>
                <c:pt idx="141">
                  <c:v>0.00732194131209</c:v>
                </c:pt>
                <c:pt idx="142">
                  <c:v>0.0073371688816</c:v>
                </c:pt>
                <c:pt idx="143">
                  <c:v>0.00735244393904</c:v>
                </c:pt>
                <c:pt idx="144">
                  <c:v>0.00736776668174</c:v>
                </c:pt>
                <c:pt idx="145">
                  <c:v>0.00738313730807</c:v>
                </c:pt>
                <c:pt idx="146">
                  <c:v>0.00739855601743</c:v>
                </c:pt>
                <c:pt idx="147">
                  <c:v>0.00741402301026</c:v>
                </c:pt>
                <c:pt idx="148">
                  <c:v>0.00742953848802</c:v>
                </c:pt>
                <c:pt idx="149">
                  <c:v>0.00744510265325</c:v>
                </c:pt>
                <c:pt idx="150">
                  <c:v>0.00746071570953</c:v>
                </c:pt>
                <c:pt idx="151">
                  <c:v>0.00747637786151</c:v>
                </c:pt>
                <c:pt idx="152">
                  <c:v>0.00749208931491</c:v>
                </c:pt>
                <c:pt idx="153">
                  <c:v>0.00750785027652</c:v>
                </c:pt>
                <c:pt idx="154">
                  <c:v>0.00752366095422</c:v>
                </c:pt>
                <c:pt idx="155">
                  <c:v>0.00753952155697</c:v>
                </c:pt>
                <c:pt idx="156">
                  <c:v>0.00755543229485</c:v>
                </c:pt>
                <c:pt idx="157">
                  <c:v>0.00757139337901</c:v>
                </c:pt>
                <c:pt idx="158">
                  <c:v>0.00758740502175</c:v>
                </c:pt>
                <c:pt idx="159">
                  <c:v>0.00760346743644</c:v>
                </c:pt>
                <c:pt idx="160">
                  <c:v>0.00761958083763</c:v>
                </c:pt>
                <c:pt idx="161">
                  <c:v>0.00763574544096</c:v>
                </c:pt>
                <c:pt idx="162">
                  <c:v>0.00765196146322</c:v>
                </c:pt>
                <c:pt idx="163">
                  <c:v>0.00766822912236</c:v>
                </c:pt>
                <c:pt idx="164">
                  <c:v>0.00768454863747</c:v>
                </c:pt>
                <c:pt idx="165">
                  <c:v>0.0077009202288</c:v>
                </c:pt>
                <c:pt idx="166">
                  <c:v>0.00771734411778</c:v>
                </c:pt>
                <c:pt idx="167">
                  <c:v>0.00773382052701</c:v>
                </c:pt>
                <c:pt idx="168">
                  <c:v>0.00775034968026</c:v>
                </c:pt>
                <c:pt idx="169">
                  <c:v>0.00776693180252</c:v>
                </c:pt>
                <c:pt idx="170">
                  <c:v>0.00778356711994</c:v>
                </c:pt>
                <c:pt idx="171">
                  <c:v>0.00780025585992</c:v>
                </c:pt>
                <c:pt idx="172">
                  <c:v>0.00781699825103</c:v>
                </c:pt>
                <c:pt idx="173">
                  <c:v>0.0078337945231</c:v>
                </c:pt>
                <c:pt idx="174">
                  <c:v>0.00785064490717</c:v>
                </c:pt>
                <c:pt idx="175">
                  <c:v>0.00786754963551</c:v>
                </c:pt>
                <c:pt idx="176">
                  <c:v>0.00788450894165</c:v>
                </c:pt>
                <c:pt idx="177">
                  <c:v>0.00790152306037</c:v>
                </c:pt>
                <c:pt idx="178">
                  <c:v>0.00791859222771</c:v>
                </c:pt>
                <c:pt idx="179">
                  <c:v>0.00793571668097</c:v>
                </c:pt>
                <c:pt idx="180">
                  <c:v>0.00795289665874</c:v>
                </c:pt>
                <c:pt idx="181">
                  <c:v>0.0079701324009</c:v>
                </c:pt>
                <c:pt idx="182">
                  <c:v>0.00798742414861</c:v>
                </c:pt>
                <c:pt idx="183">
                  <c:v>0.00800477214433</c:v>
                </c:pt>
                <c:pt idx="184">
                  <c:v>0.00802217663186</c:v>
                </c:pt>
                <c:pt idx="185">
                  <c:v>0.00803963785628</c:v>
                </c:pt>
                <c:pt idx="186">
                  <c:v>0.00805715606403</c:v>
                </c:pt>
                <c:pt idx="187">
                  <c:v>0.00807473150286</c:v>
                </c:pt>
                <c:pt idx="188">
                  <c:v>0.00809236442189</c:v>
                </c:pt>
                <c:pt idx="189">
                  <c:v>0.00811005507159</c:v>
                </c:pt>
                <c:pt idx="190">
                  <c:v>0.00812780370376</c:v>
                </c:pt>
                <c:pt idx="191">
                  <c:v>0.00814561057162</c:v>
                </c:pt>
                <c:pt idx="192">
                  <c:v>0.00816347592975</c:v>
                </c:pt>
                <c:pt idx="193">
                  <c:v>0.0081814000341</c:v>
                </c:pt>
                <c:pt idx="194">
                  <c:v>0.00819938314205</c:v>
                </c:pt>
                <c:pt idx="195">
                  <c:v>0.00821742551237</c:v>
                </c:pt>
                <c:pt idx="196">
                  <c:v>0.00823552740525</c:v>
                </c:pt>
                <c:pt idx="197">
                  <c:v>0.00825368908232</c:v>
                </c:pt>
                <c:pt idx="198">
                  <c:v>0.00827191080662</c:v>
                </c:pt>
                <c:pt idx="199">
                  <c:v>0.00829019284267</c:v>
                </c:pt>
                <c:pt idx="200">
                  <c:v>0.0083085354564</c:v>
                </c:pt>
                <c:pt idx="201">
                  <c:v>0.00832693891524</c:v>
                </c:pt>
                <c:pt idx="202">
                  <c:v>0.00834540348809</c:v>
                </c:pt>
                <c:pt idx="203">
                  <c:v>0.00836392944533</c:v>
                </c:pt>
                <c:pt idx="204">
                  <c:v>0.00838251705881</c:v>
                </c:pt>
                <c:pt idx="205">
                  <c:v>0.00840116660192</c:v>
                </c:pt>
                <c:pt idx="206">
                  <c:v>0.00841987834955</c:v>
                </c:pt>
                <c:pt idx="207">
                  <c:v>0.00843865257811</c:v>
                </c:pt>
                <c:pt idx="208">
                  <c:v>0.00845748956554</c:v>
                </c:pt>
                <c:pt idx="209">
                  <c:v>0.00847638959133</c:v>
                </c:pt>
                <c:pt idx="210">
                  <c:v>0.00849535293653</c:v>
                </c:pt>
                <c:pt idx="211">
                  <c:v>0.00851437988374</c:v>
                </c:pt>
                <c:pt idx="212">
                  <c:v>0.00853347071715</c:v>
                </c:pt>
                <c:pt idx="213">
                  <c:v>0.00855262572252</c:v>
                </c:pt>
                <c:pt idx="214">
                  <c:v>0.00857184518723</c:v>
                </c:pt>
                <c:pt idx="215">
                  <c:v>0.00859112940023</c:v>
                </c:pt>
                <c:pt idx="216">
                  <c:v>0.00861047865213</c:v>
                </c:pt>
                <c:pt idx="217">
                  <c:v>0.00862989323513</c:v>
                </c:pt>
                <c:pt idx="218">
                  <c:v>0.0086493734431</c:v>
                </c:pt>
                <c:pt idx="219">
                  <c:v>0.00866891957154</c:v>
                </c:pt>
                <c:pt idx="220">
                  <c:v>0.00868853191762</c:v>
                </c:pt>
                <c:pt idx="221">
                  <c:v>0.00870821078018</c:v>
                </c:pt>
                <c:pt idx="222">
                  <c:v>0.00872795645975</c:v>
                </c:pt>
                <c:pt idx="223">
                  <c:v>0.00874776925854</c:v>
                </c:pt>
                <c:pt idx="224">
                  <c:v>0.00876764948049</c:v>
                </c:pt>
                <c:pt idx="225">
                  <c:v>0.00878759743123</c:v>
                </c:pt>
                <c:pt idx="226">
                  <c:v>0.00880761341815</c:v>
                </c:pt>
                <c:pt idx="227">
                  <c:v>0.00882769775036</c:v>
                </c:pt>
                <c:pt idx="228">
                  <c:v>0.00884785073873</c:v>
                </c:pt>
                <c:pt idx="229">
                  <c:v>0.0088680726959</c:v>
                </c:pt>
                <c:pt idx="230">
                  <c:v>0.00888836393628</c:v>
                </c:pt>
                <c:pt idx="231">
                  <c:v>0.00890872477608</c:v>
                </c:pt>
                <c:pt idx="232">
                  <c:v>0.00892915553329</c:v>
                </c:pt>
                <c:pt idx="233">
                  <c:v>0.00894965652775</c:v>
                </c:pt>
                <c:pt idx="234">
                  <c:v>0.00897022808108</c:v>
                </c:pt>
                <c:pt idx="235">
                  <c:v>0.00899087051679</c:v>
                </c:pt>
                <c:pt idx="236">
                  <c:v>0.0090115841602</c:v>
                </c:pt>
                <c:pt idx="237">
                  <c:v>0.00903236933851</c:v>
                </c:pt>
                <c:pt idx="238">
                  <c:v>0.0090532263808</c:v>
                </c:pt>
                <c:pt idx="239">
                  <c:v>0.00907415561804</c:v>
                </c:pt>
                <c:pt idx="240">
                  <c:v>0.0090951573831</c:v>
                </c:pt>
                <c:pt idx="241">
                  <c:v>0.00911623201077</c:v>
                </c:pt>
                <c:pt idx="242">
                  <c:v>0.00913737983775</c:v>
                </c:pt>
                <c:pt idx="243">
                  <c:v>0.00915860120272</c:v>
                </c:pt>
                <c:pt idx="244">
                  <c:v>0.00917989644627</c:v>
                </c:pt>
                <c:pt idx="245">
                  <c:v>0.009201265911</c:v>
                </c:pt>
                <c:pt idx="246">
                  <c:v>0.00922270994148</c:v>
                </c:pt>
                <c:pt idx="247">
                  <c:v>0.00924422888426</c:v>
                </c:pt>
                <c:pt idx="248">
                  <c:v>0.00926582308792</c:v>
                </c:pt>
                <c:pt idx="249">
                  <c:v>0.00928749290306</c:v>
                </c:pt>
                <c:pt idx="250">
                  <c:v>0.00930923868233</c:v>
                </c:pt>
                <c:pt idx="251">
                  <c:v>0.0093310607804</c:v>
                </c:pt>
                <c:pt idx="252">
                  <c:v>0.00935295955405</c:v>
                </c:pt>
                <c:pt idx="253">
                  <c:v>0.00937493536211</c:v>
                </c:pt>
                <c:pt idx="254">
                  <c:v>0.00939698856552</c:v>
                </c:pt>
                <c:pt idx="255">
                  <c:v>0.00941911952733</c:v>
                </c:pt>
                <c:pt idx="256">
                  <c:v>0.0094413286127</c:v>
                </c:pt>
                <c:pt idx="257">
                  <c:v>0.00946361618897</c:v>
                </c:pt>
                <c:pt idx="258">
                  <c:v>0.0094859826256</c:v>
                </c:pt>
                <c:pt idx="259">
                  <c:v>0.00950842829422</c:v>
                </c:pt>
                <c:pt idx="260">
                  <c:v>0.00953095356868</c:v>
                </c:pt>
                <c:pt idx="261">
                  <c:v>0.009553558825</c:v>
                </c:pt>
                <c:pt idx="262">
                  <c:v>0.00957624444142</c:v>
                </c:pt>
                <c:pt idx="263">
                  <c:v>0.00959901079844</c:v>
                </c:pt>
                <c:pt idx="264">
                  <c:v>0.00962185827877</c:v>
                </c:pt>
                <c:pt idx="265">
                  <c:v>0.00964478726741</c:v>
                </c:pt>
                <c:pt idx="266">
                  <c:v>0.00966779815163</c:v>
                </c:pt>
                <c:pt idx="267">
                  <c:v>0.00969089132101</c:v>
                </c:pt>
                <c:pt idx="268">
                  <c:v>0.00971406716744</c:v>
                </c:pt>
                <c:pt idx="269">
                  <c:v>0.00973732608511</c:v>
                </c:pt>
                <c:pt idx="270">
                  <c:v>0.00976066847061</c:v>
                </c:pt>
                <c:pt idx="271">
                  <c:v>0.00978409472284</c:v>
                </c:pt>
                <c:pt idx="272">
                  <c:v>0.00980760524311</c:v>
                </c:pt>
                <c:pt idx="273">
                  <c:v>0.00983120043512</c:v>
                </c:pt>
                <c:pt idx="274">
                  <c:v>0.00985488070499</c:v>
                </c:pt>
                <c:pt idx="275">
                  <c:v>0.00987864646126</c:v>
                </c:pt>
                <c:pt idx="276">
                  <c:v>0.00990249811492</c:v>
                </c:pt>
                <c:pt idx="277">
                  <c:v>0.00992643607944</c:v>
                </c:pt>
                <c:pt idx="278">
                  <c:v>0.00995046077075</c:v>
                </c:pt>
                <c:pt idx="279">
                  <c:v>0.00997457260731</c:v>
                </c:pt>
                <c:pt idx="280">
                  <c:v>0.00999877201008</c:v>
                </c:pt>
                <c:pt idx="281">
                  <c:v>0.0100230594026</c:v>
                </c:pt>
                <c:pt idx="282">
                  <c:v>0.0100474352108</c:v>
                </c:pt>
                <c:pt idx="283">
                  <c:v>0.0100718998635</c:v>
                </c:pt>
                <c:pt idx="284">
                  <c:v>0.0100964537918</c:v>
                </c:pt>
                <c:pt idx="285">
                  <c:v>0.0101210974296</c:v>
                </c:pt>
                <c:pt idx="286">
                  <c:v>0.0101458312133</c:v>
                </c:pt>
                <c:pt idx="287">
                  <c:v>0.0101706555821</c:v>
                </c:pt>
                <c:pt idx="288">
                  <c:v>0.0101955709778</c:v>
                </c:pt>
                <c:pt idx="289">
                  <c:v>0.0102205778448</c:v>
                </c:pt>
                <c:pt idx="290">
                  <c:v>0.0102456766304</c:v>
                </c:pt>
                <c:pt idx="291">
                  <c:v>0.0102708677844</c:v>
                </c:pt>
                <c:pt idx="292">
                  <c:v>0.0102961517595</c:v>
                </c:pt>
                <c:pt idx="293">
                  <c:v>0.0103215290112</c:v>
                </c:pt>
                <c:pt idx="294">
                  <c:v>0.0103469999977</c:v>
                </c:pt>
                <c:pt idx="295">
                  <c:v>0.01037256518</c:v>
                </c:pt>
                <c:pt idx="296">
                  <c:v>0.010398225022</c:v>
                </c:pt>
                <c:pt idx="297">
                  <c:v>0.0104239799904</c:v>
                </c:pt>
                <c:pt idx="298">
                  <c:v>0.0104498305548</c:v>
                </c:pt>
                <c:pt idx="299">
                  <c:v>0.0104757771876</c:v>
                </c:pt>
                <c:pt idx="300">
                  <c:v>0.0105018203643</c:v>
                </c:pt>
                <c:pt idx="301">
                  <c:v>0.0105279605632</c:v>
                </c:pt>
                <c:pt idx="302">
                  <c:v>0.0105541982655</c:v>
                </c:pt>
                <c:pt idx="303">
                  <c:v>0.0105805339556</c:v>
                </c:pt>
                <c:pt idx="304">
                  <c:v>0.0106069681207</c:v>
                </c:pt>
                <c:pt idx="305">
                  <c:v>0.0106335012511</c:v>
                </c:pt>
                <c:pt idx="306">
                  <c:v>0.0106601338401</c:v>
                </c:pt>
                <c:pt idx="307">
                  <c:v>0.0106868663841</c:v>
                </c:pt>
                <c:pt idx="308">
                  <c:v>0.0107136993827</c:v>
                </c:pt>
                <c:pt idx="309">
                  <c:v>0.0107406333384</c:v>
                </c:pt>
                <c:pt idx="310">
                  <c:v>0.010767668757</c:v>
                </c:pt>
                <c:pt idx="311">
                  <c:v>0.0107948061474</c:v>
                </c:pt>
                <c:pt idx="312">
                  <c:v>0.0108220460218</c:v>
                </c:pt>
                <c:pt idx="313">
                  <c:v>0.0108493888953</c:v>
                </c:pt>
                <c:pt idx="314">
                  <c:v>0.0108768352866</c:v>
                </c:pt>
                <c:pt idx="315">
                  <c:v>0.0109043857174</c:v>
                </c:pt>
                <c:pt idx="316">
                  <c:v>0.0109320407129</c:v>
                </c:pt>
                <c:pt idx="317">
                  <c:v>0.0109598008013</c:v>
                </c:pt>
                <c:pt idx="318">
                  <c:v>0.0109876665145</c:v>
                </c:pt>
                <c:pt idx="319">
                  <c:v>0.0110156383875</c:v>
                </c:pt>
                <c:pt idx="320">
                  <c:v>0.0110437169587</c:v>
                </c:pt>
                <c:pt idx="321">
                  <c:v>0.01107190277</c:v>
                </c:pt>
                <c:pt idx="322">
                  <c:v>0.0111001963668</c:v>
                </c:pt>
                <c:pt idx="323">
                  <c:v>0.0111285982977</c:v>
                </c:pt>
                <c:pt idx="324">
                  <c:v>0.011157109115</c:v>
                </c:pt>
                <c:pt idx="325">
                  <c:v>0.0111857293744</c:v>
                </c:pt>
                <c:pt idx="326">
                  <c:v>0.0112144596353</c:v>
                </c:pt>
                <c:pt idx="327">
                  <c:v>0.0112433004606</c:v>
                </c:pt>
                <c:pt idx="328">
                  <c:v>0.0112722524165</c:v>
                </c:pt>
                <c:pt idx="329">
                  <c:v>0.0113013160733</c:v>
                </c:pt>
                <c:pt idx="330">
                  <c:v>0.0113304920047</c:v>
                </c:pt>
                <c:pt idx="331">
                  <c:v>0.011359780788</c:v>
                </c:pt>
                <c:pt idx="332">
                  <c:v>0.0113891830044</c:v>
                </c:pt>
                <c:pt idx="333">
                  <c:v>0.0114186992386</c:v>
                </c:pt>
                <c:pt idx="334">
                  <c:v>0.0114483300793</c:v>
                </c:pt>
                <c:pt idx="335">
                  <c:v>0.0114780761189</c:v>
                </c:pt>
                <c:pt idx="336">
                  <c:v>0.0115079379536</c:v>
                </c:pt>
                <c:pt idx="337">
                  <c:v>0.0115379161834</c:v>
                </c:pt>
                <c:pt idx="338">
                  <c:v>0.0115680114122</c:v>
                </c:pt>
                <c:pt idx="339">
                  <c:v>0.011598224248</c:v>
                </c:pt>
                <c:pt idx="340">
                  <c:v>0.0116285553024</c:v>
                </c:pt>
                <c:pt idx="341">
                  <c:v>0.0116590051914</c:v>
                </c:pt>
                <c:pt idx="342">
                  <c:v>0.0116895745345</c:v>
                </c:pt>
                <c:pt idx="343">
                  <c:v>0.0117202639556</c:v>
                </c:pt>
                <c:pt idx="344">
                  <c:v>0.0117510740825</c:v>
                </c:pt>
                <c:pt idx="345">
                  <c:v>0.0117820055472</c:v>
                </c:pt>
                <c:pt idx="346">
                  <c:v>0.0118130589858</c:v>
                </c:pt>
                <c:pt idx="347">
                  <c:v>0.0118442350385</c:v>
                </c:pt>
                <c:pt idx="348">
                  <c:v>0.0118755343497</c:v>
                </c:pt>
                <c:pt idx="349">
                  <c:v>0.011906957568</c:v>
                </c:pt>
                <c:pt idx="350">
                  <c:v>0.0119385053464</c:v>
                </c:pt>
                <c:pt idx="351">
                  <c:v>0.0119701783421</c:v>
                </c:pt>
                <c:pt idx="352">
                  <c:v>0.0120019772166</c:v>
                </c:pt>
                <c:pt idx="353">
                  <c:v>0.0120339026357</c:v>
                </c:pt>
                <c:pt idx="354">
                  <c:v>0.0120659552698</c:v>
                </c:pt>
                <c:pt idx="355">
                  <c:v>0.0120981357935</c:v>
                </c:pt>
                <c:pt idx="356">
                  <c:v>0.012130444886</c:v>
                </c:pt>
                <c:pt idx="357">
                  <c:v>0.012162883231</c:v>
                </c:pt>
                <c:pt idx="358">
                  <c:v>0.0121954515167</c:v>
                </c:pt>
                <c:pt idx="359">
                  <c:v>0.0122281504358</c:v>
                </c:pt>
                <c:pt idx="360">
                  <c:v>0.0122609806858</c:v>
                </c:pt>
                <c:pt idx="361">
                  <c:v>0.0122939429686</c:v>
                </c:pt>
                <c:pt idx="362">
                  <c:v>0.0123270379909</c:v>
                </c:pt>
                <c:pt idx="363">
                  <c:v>0.0123602664642</c:v>
                </c:pt>
                <c:pt idx="364">
                  <c:v>0.0123936291046</c:v>
                </c:pt>
                <c:pt idx="365">
                  <c:v>0.0124271266331</c:v>
                </c:pt>
                <c:pt idx="366">
                  <c:v>0.0124607597755</c:v>
                </c:pt>
                <c:pt idx="367">
                  <c:v>0.0124945292625</c:v>
                </c:pt>
                <c:pt idx="368">
                  <c:v>0.0125284358295</c:v>
                </c:pt>
                <c:pt idx="369">
                  <c:v>0.0125624802173</c:v>
                </c:pt>
                <c:pt idx="370">
                  <c:v>0.0125966631712</c:v>
                </c:pt>
                <c:pt idx="371">
                  <c:v>0.0126309854418</c:v>
                </c:pt>
                <c:pt idx="372">
                  <c:v>0.0126654477848</c:v>
                </c:pt>
                <c:pt idx="373">
                  <c:v>0.0127000509608</c:v>
                </c:pt>
                <c:pt idx="374">
                  <c:v>0.0127347957358</c:v>
                </c:pt>
                <c:pt idx="375">
                  <c:v>0.0127696828807</c:v>
                </c:pt>
                <c:pt idx="376">
                  <c:v>0.0128047131719</c:v>
                </c:pt>
                <c:pt idx="377">
                  <c:v>0.0128398873911</c:v>
                </c:pt>
                <c:pt idx="378">
                  <c:v>0.012875206325</c:v>
                </c:pt>
                <c:pt idx="379">
                  <c:v>0.012910670766</c:v>
                </c:pt>
                <c:pt idx="380">
                  <c:v>0.0129462815117</c:v>
                </c:pt>
                <c:pt idx="381">
                  <c:v>0.0129820393653</c:v>
                </c:pt>
                <c:pt idx="382">
                  <c:v>0.0130179451354</c:v>
                </c:pt>
                <c:pt idx="383">
                  <c:v>0.0130539996361</c:v>
                </c:pt>
                <c:pt idx="384">
                  <c:v>0.0130902036873</c:v>
                </c:pt>
                <c:pt idx="385">
                  <c:v>0.0131265581142</c:v>
                </c:pt>
                <c:pt idx="386">
                  <c:v>0.0131630637481</c:v>
                </c:pt>
                <c:pt idx="387">
                  <c:v>0.0131997214256</c:v>
                </c:pt>
                <c:pt idx="388">
                  <c:v>0.0132365319894</c:v>
                </c:pt>
                <c:pt idx="389">
                  <c:v>0.0132734962878</c:v>
                </c:pt>
                <c:pt idx="390">
                  <c:v>0.0133106151752</c:v>
                </c:pt>
                <c:pt idx="391">
                  <c:v>0.0133478895116</c:v>
                </c:pt>
                <c:pt idx="392">
                  <c:v>0.0133853201632</c:v>
                </c:pt>
                <c:pt idx="393">
                  <c:v>0.0134229080023</c:v>
                </c:pt>
                <c:pt idx="394">
                  <c:v>0.0134606539069</c:v>
                </c:pt>
                <c:pt idx="395">
                  <c:v>0.0134985587616</c:v>
                </c:pt>
                <c:pt idx="396">
                  <c:v>0.0135366234567</c:v>
                </c:pt>
                <c:pt idx="397">
                  <c:v>0.013574848889</c:v>
                </c:pt>
                <c:pt idx="398">
                  <c:v>0.0136132359616</c:v>
                </c:pt>
                <c:pt idx="399">
                  <c:v>0.0136517855837</c:v>
                </c:pt>
                <c:pt idx="400">
                  <c:v>0.0136904986711</c:v>
                </c:pt>
                <c:pt idx="401">
                  <c:v>0.0137293761459</c:v>
                </c:pt>
                <c:pt idx="402">
                  <c:v>0.0137684189367</c:v>
                </c:pt>
                <c:pt idx="403">
                  <c:v>0.0138076279787</c:v>
                </c:pt>
                <c:pt idx="404">
                  <c:v>0.0138470042137</c:v>
                </c:pt>
                <c:pt idx="405">
                  <c:v>0.0138865485899</c:v>
                </c:pt>
                <c:pt idx="406">
                  <c:v>0.0139262620627</c:v>
                </c:pt>
                <c:pt idx="407">
                  <c:v>0.0139661455938</c:v>
                </c:pt>
                <c:pt idx="408">
                  <c:v>0.0140062001519</c:v>
                </c:pt>
                <c:pt idx="409">
                  <c:v>0.0140464267126</c:v>
                </c:pt>
                <c:pt idx="410">
                  <c:v>0.0140868262584</c:v>
                </c:pt>
                <c:pt idx="411">
                  <c:v>0.0141273997788</c:v>
                </c:pt>
                <c:pt idx="412">
                  <c:v>0.0141681482703</c:v>
                </c:pt>
                <c:pt idx="413">
                  <c:v>0.0142090727367</c:v>
                </c:pt>
                <c:pt idx="414">
                  <c:v>0.0142501741888</c:v>
                </c:pt>
                <c:pt idx="415">
                  <c:v>0.0142914536446</c:v>
                </c:pt>
                <c:pt idx="416">
                  <c:v>0.0143329121295</c:v>
                </c:pt>
                <c:pt idx="417">
                  <c:v>0.0143745506763</c:v>
                </c:pt>
                <c:pt idx="418">
                  <c:v>0.0144163703252</c:v>
                </c:pt>
                <c:pt idx="419">
                  <c:v>0.0144583721237</c:v>
                </c:pt>
                <c:pt idx="420">
                  <c:v>0.0145005571272</c:v>
                </c:pt>
                <c:pt idx="421">
                  <c:v>0.0145429263983</c:v>
                </c:pt>
                <c:pt idx="422">
                  <c:v>0.0145854810078</c:v>
                </c:pt>
                <c:pt idx="423">
                  <c:v>0.0146282220337</c:v>
                </c:pt>
                <c:pt idx="424">
                  <c:v>0.0146711505621</c:v>
                </c:pt>
                <c:pt idx="425">
                  <c:v>0.0147142676871</c:v>
                </c:pt>
                <c:pt idx="426">
                  <c:v>0.0147575745106</c:v>
                </c:pt>
                <c:pt idx="427">
                  <c:v>0.0148010721424</c:v>
                </c:pt>
                <c:pt idx="428">
                  <c:v>0.0148447617006</c:v>
                </c:pt>
                <c:pt idx="429">
                  <c:v>0.0148886443115</c:v>
                </c:pt>
                <c:pt idx="430">
                  <c:v>0.0149327211093</c:v>
                </c:pt>
                <c:pt idx="431">
                  <c:v>0.0149769932368</c:v>
                </c:pt>
                <c:pt idx="432">
                  <c:v>0.0150214618453</c:v>
                </c:pt>
                <c:pt idx="433">
                  <c:v>0.0150661280941</c:v>
                </c:pt>
                <c:pt idx="434">
                  <c:v>0.0151109931514</c:v>
                </c:pt>
                <c:pt idx="435">
                  <c:v>0.0151560581939</c:v>
                </c:pt>
                <c:pt idx="436">
                  <c:v>0.0152013244069</c:v>
                </c:pt>
                <c:pt idx="437">
                  <c:v>0.0152467929846</c:v>
                </c:pt>
                <c:pt idx="438">
                  <c:v>0.0152924651299</c:v>
                </c:pt>
                <c:pt idx="439">
                  <c:v>0.0153383420547</c:v>
                </c:pt>
                <c:pt idx="440">
                  <c:v>0.0153844249797</c:v>
                </c:pt>
                <c:pt idx="441">
                  <c:v>0.015430715135</c:v>
                </c:pt>
                <c:pt idx="442">
                  <c:v>0.0154772137595</c:v>
                </c:pt>
                <c:pt idx="443">
                  <c:v>0.0155239221015</c:v>
                </c:pt>
                <c:pt idx="444">
                  <c:v>0.0155708414187</c:v>
                </c:pt>
                <c:pt idx="445">
                  <c:v>0.015617972978</c:v>
                </c:pt>
                <c:pt idx="446">
                  <c:v>0.015665318056</c:v>
                </c:pt>
                <c:pt idx="447">
                  <c:v>0.0157128779385</c:v>
                </c:pt>
                <c:pt idx="448">
                  <c:v>0.0157606539213</c:v>
                </c:pt>
                <c:pt idx="449">
                  <c:v>0.0158086473098</c:v>
                </c:pt>
                <c:pt idx="450">
                  <c:v>0.0158568594193</c:v>
                </c:pt>
                <c:pt idx="451">
                  <c:v>0.0159052915749</c:v>
                </c:pt>
                <c:pt idx="452">
                  <c:v>0.0159539451116</c:v>
                </c:pt>
                <c:pt idx="453">
                  <c:v>0.0160028213749</c:v>
                </c:pt>
                <c:pt idx="454">
                  <c:v>0.0160519217199</c:v>
                </c:pt>
                <c:pt idx="455">
                  <c:v>0.0161012475126</c:v>
                </c:pt>
                <c:pt idx="456">
                  <c:v>0.0161508001288</c:v>
                </c:pt>
                <c:pt idx="457">
                  <c:v>0.0162005809551</c:v>
                </c:pt>
                <c:pt idx="458">
                  <c:v>0.0162505913886</c:v>
                </c:pt>
                <c:pt idx="459">
                  <c:v>0.0163008328369</c:v>
                </c:pt>
                <c:pt idx="460">
                  <c:v>0.0163513067186</c:v>
                </c:pt>
                <c:pt idx="461">
                  <c:v>0.0164020144629</c:v>
                </c:pt>
                <c:pt idx="462">
                  <c:v>0.0164529575101</c:v>
                </c:pt>
                <c:pt idx="463">
                  <c:v>0.0165041373115</c:v>
                </c:pt>
                <c:pt idx="464">
                  <c:v>0.0165555553295</c:v>
                </c:pt>
                <c:pt idx="465">
                  <c:v>0.0166072130379</c:v>
                </c:pt>
                <c:pt idx="466">
                  <c:v>0.0166591119215</c:v>
                </c:pt>
                <c:pt idx="467">
                  <c:v>0.0167112534771</c:v>
                </c:pt>
                <c:pt idx="468">
                  <c:v>0.0167636392125</c:v>
                </c:pt>
                <c:pt idx="469">
                  <c:v>0.0168162706475</c:v>
                </c:pt>
                <c:pt idx="470">
                  <c:v>0.0168691493136</c:v>
                </c:pt>
                <c:pt idx="471">
                  <c:v>0.0169222767543</c:v>
                </c:pt>
                <c:pt idx="472">
                  <c:v>0.0169756545248</c:v>
                </c:pt>
                <c:pt idx="473">
                  <c:v>0.0170292841927</c:v>
                </c:pt>
                <c:pt idx="474">
                  <c:v>0.0170831673376</c:v>
                </c:pt>
                <c:pt idx="475">
                  <c:v>0.0171373055516</c:v>
                </c:pt>
                <c:pt idx="476">
                  <c:v>0.0171917004392</c:v>
                </c:pt>
                <c:pt idx="477">
                  <c:v>0.0172463536174</c:v>
                </c:pt>
                <c:pt idx="478">
                  <c:v>0.017301266716</c:v>
                </c:pt>
                <c:pt idx="479">
                  <c:v>0.0173564413774</c:v>
                </c:pt>
                <c:pt idx="480">
                  <c:v>0.0174118792571</c:v>
                </c:pt>
                <c:pt idx="481">
                  <c:v>0.0174675820236</c:v>
                </c:pt>
                <c:pt idx="482">
                  <c:v>0.0175235513586</c:v>
                </c:pt>
                <c:pt idx="483">
                  <c:v>0.0175797889569</c:v>
                </c:pt>
                <c:pt idx="484">
                  <c:v>0.017636296527</c:v>
                </c:pt>
                <c:pt idx="485">
                  <c:v>0.0176930757906</c:v>
                </c:pt>
                <c:pt idx="486">
                  <c:v>0.0177501284834</c:v>
                </c:pt>
                <c:pt idx="487">
                  <c:v>0.0178074563547</c:v>
                </c:pt>
                <c:pt idx="488">
                  <c:v>0.0178650611678</c:v>
                </c:pt>
                <c:pt idx="489">
                  <c:v>0.0179229447</c:v>
                </c:pt>
                <c:pt idx="490">
                  <c:v>0.0179811087428</c:v>
                </c:pt>
                <c:pt idx="491">
                  <c:v>0.0180395551022</c:v>
                </c:pt>
                <c:pt idx="492">
                  <c:v>0.0180982855983</c:v>
                </c:pt>
                <c:pt idx="493">
                  <c:v>0.0181573020663</c:v>
                </c:pt>
                <c:pt idx="494">
                  <c:v>0.0182166063557</c:v>
                </c:pt>
                <c:pt idx="495">
                  <c:v>0.018276200331</c:v>
                </c:pt>
                <c:pt idx="496">
                  <c:v>0.018336085872</c:v>
                </c:pt>
                <c:pt idx="497">
                  <c:v>0.0183962648733</c:v>
                </c:pt>
                <c:pt idx="498">
                  <c:v>0.018456739245</c:v>
                </c:pt>
                <c:pt idx="499">
                  <c:v>0.0185175109127</c:v>
                </c:pt>
                <c:pt idx="500">
                  <c:v>0.0185785818175</c:v>
                </c:pt>
                <c:pt idx="501">
                  <c:v>0.0186399539163</c:v>
                </c:pt>
                <c:pt idx="502">
                  <c:v>0.0187016291821</c:v>
                </c:pt>
                <c:pt idx="503">
                  <c:v>0.0187636096037</c:v>
                </c:pt>
                <c:pt idx="504">
                  <c:v>0.0188258971862</c:v>
                </c:pt>
                <c:pt idx="505">
                  <c:v>0.0188884939512</c:v>
                </c:pt>
                <c:pt idx="506">
                  <c:v>0.0189514019369</c:v>
                </c:pt>
                <c:pt idx="507">
                  <c:v>0.0190146231979</c:v>
                </c:pt>
                <c:pt idx="508">
                  <c:v>0.019078159806</c:v>
                </c:pt>
                <c:pt idx="509">
                  <c:v>0.0191420138498</c:v>
                </c:pt>
                <c:pt idx="510">
                  <c:v>0.0192061874354</c:v>
                </c:pt>
                <c:pt idx="511">
                  <c:v>0.0192706826859</c:v>
                </c:pt>
                <c:pt idx="512">
                  <c:v>0.0193355017422</c:v>
                </c:pt>
                <c:pt idx="513">
                  <c:v>0.0194006467629</c:v>
                </c:pt>
                <c:pt idx="514">
                  <c:v>0.0194661199244</c:v>
                </c:pt>
                <c:pt idx="515">
                  <c:v>0.0195319234212</c:v>
                </c:pt>
                <c:pt idx="516">
                  <c:v>0.0195980594661</c:v>
                </c:pt>
                <c:pt idx="517">
                  <c:v>0.0196645302903</c:v>
                </c:pt>
                <c:pt idx="518">
                  <c:v>0.0197313381435</c:v>
                </c:pt>
                <c:pt idx="519">
                  <c:v>0.0197984852945</c:v>
                </c:pt>
                <c:pt idx="520">
                  <c:v>0.0198659740307</c:v>
                </c:pt>
                <c:pt idx="521">
                  <c:v>0.0199338066589</c:v>
                </c:pt>
                <c:pt idx="522">
                  <c:v>0.0200019855053</c:v>
                </c:pt>
                <c:pt idx="523">
                  <c:v>0.0200705129155</c:v>
                </c:pt>
                <c:pt idx="524">
                  <c:v>0.0201393912551</c:v>
                </c:pt>
                <c:pt idx="525">
                  <c:v>0.0202086229093</c:v>
                </c:pt>
                <c:pt idx="526">
                  <c:v>0.0202782102838</c:v>
                </c:pt>
                <c:pt idx="527">
                  <c:v>0.0203481558044</c:v>
                </c:pt>
                <c:pt idx="528">
                  <c:v>0.0204184619176</c:v>
                </c:pt>
                <c:pt idx="529">
                  <c:v>0.0204891310907</c:v>
                </c:pt>
                <c:pt idx="530">
                  <c:v>0.0205601658119</c:v>
                </c:pt>
                <c:pt idx="531">
                  <c:v>0.0206315685905</c:v>
                </c:pt>
                <c:pt idx="532">
                  <c:v>0.0207033419575</c:v>
                </c:pt>
                <c:pt idx="533">
                  <c:v>0.0207754884653</c:v>
                </c:pt>
                <c:pt idx="534">
                  <c:v>0.0208480106881</c:v>
                </c:pt>
                <c:pt idx="535">
                  <c:v>0.0209209112224</c:v>
                </c:pt>
                <c:pt idx="536">
                  <c:v>0.0209941926867</c:v>
                </c:pt>
                <c:pt idx="537">
                  <c:v>0.0210678577223</c:v>
                </c:pt>
                <c:pt idx="538">
                  <c:v>0.0211419089931</c:v>
                </c:pt>
                <c:pt idx="539">
                  <c:v>0.021216349186</c:v>
                </c:pt>
                <c:pt idx="540">
                  <c:v>0.0212911810111</c:v>
                </c:pt>
                <c:pt idx="541">
                  <c:v>0.0213664072021</c:v>
                </c:pt>
                <c:pt idx="542">
                  <c:v>0.0214420305162</c:v>
                </c:pt>
                <c:pt idx="543">
                  <c:v>0.0215180537347</c:v>
                </c:pt>
                <c:pt idx="544">
                  <c:v>0.0215944796631</c:v>
                </c:pt>
                <c:pt idx="545">
                  <c:v>0.0216713111312</c:v>
                </c:pt>
                <c:pt idx="546">
                  <c:v>0.0217485509936</c:v>
                </c:pt>
                <c:pt idx="547">
                  <c:v>0.0218262021299</c:v>
                </c:pt>
                <c:pt idx="548">
                  <c:v>0.0219042674448</c:v>
                </c:pt>
                <c:pt idx="549">
                  <c:v>0.0219827498686</c:v>
                </c:pt>
                <c:pt idx="550">
                  <c:v>0.0220616523572</c:v>
                </c:pt>
                <c:pt idx="551">
                  <c:v>0.0221409778928</c:v>
                </c:pt>
                <c:pt idx="552">
                  <c:v>0.0222207294834</c:v>
                </c:pt>
                <c:pt idx="553">
                  <c:v>0.0223009101641</c:v>
                </c:pt>
                <c:pt idx="554">
                  <c:v>0.0223815229964</c:v>
                </c:pt>
                <c:pt idx="555">
                  <c:v>0.0224625710692</c:v>
                </c:pt>
                <c:pt idx="556">
                  <c:v>0.0225440574988</c:v>
                </c:pt>
                <c:pt idx="557">
                  <c:v>0.0226259854289</c:v>
                </c:pt>
                <c:pt idx="558">
                  <c:v>0.0227083580317</c:v>
                </c:pt>
                <c:pt idx="559">
                  <c:v>0.0227911785071</c:v>
                </c:pt>
                <c:pt idx="560">
                  <c:v>0.0228744500841</c:v>
                </c:pt>
                <c:pt idx="561">
                  <c:v>0.0229581760204</c:v>
                </c:pt>
                <c:pt idx="562">
                  <c:v>0.0230423596027</c:v>
                </c:pt>
                <c:pt idx="563">
                  <c:v>0.0231270041476</c:v>
                </c:pt>
                <c:pt idx="564">
                  <c:v>0.0232121130011</c:v>
                </c:pt>
                <c:pt idx="565">
                  <c:v>0.0232976895398</c:v>
                </c:pt>
                <c:pt idx="566">
                  <c:v>0.0233837371703</c:v>
                </c:pt>
                <c:pt idx="567">
                  <c:v>0.0234702593304</c:v>
                </c:pt>
                <c:pt idx="568">
                  <c:v>0.0235572594887</c:v>
                </c:pt>
                <c:pt idx="569">
                  <c:v>0.0236447411456</c:v>
                </c:pt>
                <c:pt idx="570">
                  <c:v>0.023732707833</c:v>
                </c:pt>
                <c:pt idx="571">
                  <c:v>0.023821163115</c:v>
                </c:pt>
                <c:pt idx="572">
                  <c:v>0.0239101105884</c:v>
                </c:pt>
                <c:pt idx="573">
                  <c:v>0.0239995538826</c:v>
                </c:pt>
                <c:pt idx="574">
                  <c:v>0.0240894966603</c:v>
                </c:pt>
                <c:pt idx="575">
                  <c:v>0.0241799426177</c:v>
                </c:pt>
                <c:pt idx="576">
                  <c:v>0.0242708954851</c:v>
                </c:pt>
                <c:pt idx="577">
                  <c:v>0.0243623590269</c:v>
                </c:pt>
                <c:pt idx="578">
                  <c:v>0.0244543370423</c:v>
                </c:pt>
                <c:pt idx="579">
                  <c:v>0.0245468333654</c:v>
                </c:pt>
                <c:pt idx="580">
                  <c:v>0.0246398518658</c:v>
                </c:pt>
                <c:pt idx="581">
                  <c:v>0.0247333964492</c:v>
                </c:pt>
                <c:pt idx="582">
                  <c:v>0.024827471057</c:v>
                </c:pt>
                <c:pt idx="583">
                  <c:v>0.0249220796676</c:v>
                </c:pt>
                <c:pt idx="584">
                  <c:v>0.0250172262963</c:v>
                </c:pt>
                <c:pt idx="585">
                  <c:v>0.0251129149959</c:v>
                </c:pt>
                <c:pt idx="586">
                  <c:v>0.0252091498568</c:v>
                </c:pt>
                <c:pt idx="587">
                  <c:v>0.025305935008</c:v>
                </c:pt>
                <c:pt idx="588">
                  <c:v>0.0254032746171</c:v>
                </c:pt>
                <c:pt idx="589">
                  <c:v>0.0255011728905</c:v>
                </c:pt>
                <c:pt idx="590">
                  <c:v>0.0255996340746</c:v>
                </c:pt>
                <c:pt idx="591">
                  <c:v>0.0256986624556</c:v>
                </c:pt>
                <c:pt idx="592">
                  <c:v>0.02579826236</c:v>
                </c:pt>
                <c:pt idx="593">
                  <c:v>0.0258984381554</c:v>
                </c:pt>
                <c:pt idx="594">
                  <c:v>0.0259991942508</c:v>
                </c:pt>
                <c:pt idx="595">
                  <c:v>0.0261005350968</c:v>
                </c:pt>
                <c:pt idx="596">
                  <c:v>0.0262024651864</c:v>
                </c:pt>
                <c:pt idx="597">
                  <c:v>0.0263049890555</c:v>
                </c:pt>
                <c:pt idx="598">
                  <c:v>0.0264081112829</c:v>
                </c:pt>
                <c:pt idx="599">
                  <c:v>0.0265118364916</c:v>
                </c:pt>
                <c:pt idx="600">
                  <c:v>0.0266161693483</c:v>
                </c:pt>
                <c:pt idx="601">
                  <c:v>0.026721114565</c:v>
                </c:pt>
                <c:pt idx="602">
                  <c:v>0.0268266768986</c:v>
                </c:pt>
                <c:pt idx="603">
                  <c:v>0.0269328611517</c:v>
                </c:pt>
                <c:pt idx="604">
                  <c:v>0.0270396721735</c:v>
                </c:pt>
                <c:pt idx="605">
                  <c:v>0.0271471148597</c:v>
                </c:pt>
                <c:pt idx="606">
                  <c:v>0.0272551941535</c:v>
                </c:pt>
                <c:pt idx="607">
                  <c:v>0.0273639150459</c:v>
                </c:pt>
                <c:pt idx="608">
                  <c:v>0.0274732825765</c:v>
                </c:pt>
                <c:pt idx="609">
                  <c:v>0.0275833018338</c:v>
                </c:pt>
                <c:pt idx="610">
                  <c:v>0.0276939779557</c:v>
                </c:pt>
                <c:pt idx="611">
                  <c:v>0.0278053161306</c:v>
                </c:pt>
                <c:pt idx="612">
                  <c:v>0.0279173215973</c:v>
                </c:pt>
                <c:pt idx="613">
                  <c:v>0.0280299996459</c:v>
                </c:pt>
                <c:pt idx="614">
                  <c:v>0.0281433556186</c:v>
                </c:pt>
                <c:pt idx="615">
                  <c:v>0.02825739491</c:v>
                </c:pt>
                <c:pt idx="616">
                  <c:v>0.0283721229678</c:v>
                </c:pt>
                <c:pt idx="617">
                  <c:v>0.0284875452933</c:v>
                </c:pt>
                <c:pt idx="618">
                  <c:v>0.0286036674424</c:v>
                </c:pt>
                <c:pt idx="619">
                  <c:v>0.0287204950258</c:v>
                </c:pt>
                <c:pt idx="620">
                  <c:v>0.02883803371</c:v>
                </c:pt>
                <c:pt idx="621">
                  <c:v>0.0289562892176</c:v>
                </c:pt>
                <c:pt idx="622">
                  <c:v>0.0290752673282</c:v>
                </c:pt>
                <c:pt idx="623">
                  <c:v>0.0291949738792</c:v>
                </c:pt>
                <c:pt idx="624">
                  <c:v>0.0293154147661</c:v>
                </c:pt>
                <c:pt idx="625">
                  <c:v>0.0294365959433</c:v>
                </c:pt>
                <c:pt idx="626">
                  <c:v>0.0295585234253</c:v>
                </c:pt>
                <c:pt idx="627">
                  <c:v>0.0296812032865</c:v>
                </c:pt>
                <c:pt idx="628">
                  <c:v>0.0298046416627</c:v>
                </c:pt>
                <c:pt idx="629">
                  <c:v>0.0299288447515</c:v>
                </c:pt>
                <c:pt idx="630">
                  <c:v>0.0300538188131</c:v>
                </c:pt>
                <c:pt idx="631">
                  <c:v>0.030179570171</c:v>
                </c:pt>
                <c:pt idx="632">
                  <c:v>0.0303061052126</c:v>
                </c:pt>
                <c:pt idx="633">
                  <c:v>0.0304334303903</c:v>
                </c:pt>
                <c:pt idx="634">
                  <c:v>0.0305615522223</c:v>
                </c:pt>
                <c:pt idx="635">
                  <c:v>0.030690477293</c:v>
                </c:pt>
                <c:pt idx="636">
                  <c:v>0.0308202122539</c:v>
                </c:pt>
                <c:pt idx="637">
                  <c:v>0.0309507638248</c:v>
                </c:pt>
                <c:pt idx="638">
                  <c:v>0.0310821387943</c:v>
                </c:pt>
                <c:pt idx="639">
                  <c:v>0.0312143440204</c:v>
                </c:pt>
                <c:pt idx="640">
                  <c:v>0.031347386432</c:v>
                </c:pt>
                <c:pt idx="641">
                  <c:v>0.0314812730291</c:v>
                </c:pt>
                <c:pt idx="642">
                  <c:v>0.0316160108841</c:v>
                </c:pt>
                <c:pt idx="643">
                  <c:v>0.0317516071425</c:v>
                </c:pt>
                <c:pt idx="644">
                  <c:v>0.0318880690237</c:v>
                </c:pt>
                <c:pt idx="645">
                  <c:v>0.0320254038222</c:v>
                </c:pt>
                <c:pt idx="646">
                  <c:v>0.0321636189083</c:v>
                </c:pt>
                <c:pt idx="647">
                  <c:v>0.032302721729</c:v>
                </c:pt>
                <c:pt idx="648">
                  <c:v>0.0324427198091</c:v>
                </c:pt>
                <c:pt idx="649">
                  <c:v>0.0325836207519</c:v>
                </c:pt>
                <c:pt idx="650">
                  <c:v>0.0327254322406</c:v>
                </c:pt>
                <c:pt idx="651">
                  <c:v>0.0328681620389</c:v>
                </c:pt>
                <c:pt idx="652">
                  <c:v>0.0330118179921</c:v>
                </c:pt>
                <c:pt idx="653">
                  <c:v>0.0331564080281</c:v>
                </c:pt>
                <c:pt idx="654">
                  <c:v>0.0333019401585</c:v>
                </c:pt>
                <c:pt idx="655">
                  <c:v>0.0334484224797</c:v>
                </c:pt>
                <c:pt idx="656">
                  <c:v>0.0335958631738</c:v>
                </c:pt>
                <c:pt idx="657">
                  <c:v>0.0337442705097</c:v>
                </c:pt>
                <c:pt idx="658">
                  <c:v>0.0338936528441</c:v>
                </c:pt>
                <c:pt idx="659">
                  <c:v>0.0340440186228</c:v>
                </c:pt>
                <c:pt idx="660">
                  <c:v>0.034195376382</c:v>
                </c:pt>
                <c:pt idx="661">
                  <c:v>0.0343477347486</c:v>
                </c:pt>
                <c:pt idx="662">
                  <c:v>0.0345011024424</c:v>
                </c:pt>
                <c:pt idx="663">
                  <c:v>0.0346554882766</c:v>
                </c:pt>
                <c:pt idx="664">
                  <c:v>0.0348109011591</c:v>
                </c:pt>
                <c:pt idx="665">
                  <c:v>0.0349673500938</c:v>
                </c:pt>
                <c:pt idx="666">
                  <c:v>0.0351248441818</c:v>
                </c:pt>
                <c:pt idx="667">
                  <c:v>0.0352833926225</c:v>
                </c:pt>
                <c:pt idx="668">
                  <c:v>0.035443004715</c:v>
                </c:pt>
                <c:pt idx="669">
                  <c:v>0.0356036898594</c:v>
                </c:pt>
                <c:pt idx="670">
                  <c:v>0.035765457558</c:v>
                </c:pt>
                <c:pt idx="671">
                  <c:v>0.0359283174164</c:v>
                </c:pt>
                <c:pt idx="672">
                  <c:v>0.0360922791454</c:v>
                </c:pt>
                <c:pt idx="673">
                  <c:v>0.0362573525616</c:v>
                </c:pt>
                <c:pt idx="674">
                  <c:v>0.0364235475895</c:v>
                </c:pt>
                <c:pt idx="675">
                  <c:v>0.0365908742621</c:v>
                </c:pt>
                <c:pt idx="676">
                  <c:v>0.0367593427232</c:v>
                </c:pt>
                <c:pt idx="677">
                  <c:v>0.0369289632281</c:v>
                </c:pt>
                <c:pt idx="678">
                  <c:v>0.0370997461454</c:v>
                </c:pt>
                <c:pt idx="679">
                  <c:v>0.0372717019581</c:v>
                </c:pt>
                <c:pt idx="680">
                  <c:v>0.0374448412657</c:v>
                </c:pt>
                <c:pt idx="681">
                  <c:v>0.0376191747852</c:v>
                </c:pt>
                <c:pt idx="682">
                  <c:v>0.0377947133529</c:v>
                </c:pt>
                <c:pt idx="683">
                  <c:v>0.0379714679256</c:v>
                </c:pt>
                <c:pt idx="684">
                  <c:v>0.0381494495827</c:v>
                </c:pt>
                <c:pt idx="685">
                  <c:v>0.0383286695273</c:v>
                </c:pt>
                <c:pt idx="686">
                  <c:v>0.0385091390883</c:v>
                </c:pt>
                <c:pt idx="687">
                  <c:v>0.0386908697215</c:v>
                </c:pt>
                <c:pt idx="688">
                  <c:v>0.0388738730118</c:v>
                </c:pt>
                <c:pt idx="689">
                  <c:v>0.0390581606745</c:v>
                </c:pt>
                <c:pt idx="690">
                  <c:v>0.0392437445573</c:v>
                </c:pt>
                <c:pt idx="691">
                  <c:v>0.039430636642</c:v>
                </c:pt>
                <c:pt idx="692">
                  <c:v>0.0396188490458</c:v>
                </c:pt>
                <c:pt idx="693">
                  <c:v>0.0398083940241</c:v>
                </c:pt>
                <c:pt idx="694">
                  <c:v>0.0399992839712</c:v>
                </c:pt>
                <c:pt idx="695">
                  <c:v>0.040191531423</c:v>
                </c:pt>
                <c:pt idx="696">
                  <c:v>0.0403851490584</c:v>
                </c:pt>
                <c:pt idx="697">
                  <c:v>0.0405801497015</c:v>
                </c:pt>
                <c:pt idx="698">
                  <c:v>0.0407765463234</c:v>
                </c:pt>
                <c:pt idx="699">
                  <c:v>0.040974352044</c:v>
                </c:pt>
                <c:pt idx="700">
                  <c:v>0.0411735801343</c:v>
                </c:pt>
                <c:pt idx="701">
                  <c:v>0.0413742440185</c:v>
                </c:pt>
                <c:pt idx="702">
                  <c:v>0.0415763572754</c:v>
                </c:pt>
                <c:pt idx="703">
                  <c:v>0.0417799336414</c:v>
                </c:pt>
                <c:pt idx="704">
                  <c:v>0.0419849870119</c:v>
                </c:pt>
                <c:pt idx="705">
                  <c:v>0.0421915314438</c:v>
                </c:pt>
                <c:pt idx="706">
                  <c:v>0.0423995811576</c:v>
                </c:pt>
                <c:pt idx="707">
                  <c:v>0.0426091505396</c:v>
                </c:pt>
                <c:pt idx="708">
                  <c:v>0.0428202541441</c:v>
                </c:pt>
                <c:pt idx="709">
                  <c:v>0.0430329066961</c:v>
                </c:pt>
                <c:pt idx="710">
                  <c:v>0.0432471230927</c:v>
                </c:pt>
                <c:pt idx="711">
                  <c:v>0.0434629184066</c:v>
                </c:pt>
                <c:pt idx="712">
                  <c:v>0.0436803078874</c:v>
                </c:pt>
                <c:pt idx="713">
                  <c:v>0.043899306965</c:v>
                </c:pt>
                <c:pt idx="714">
                  <c:v>0.0441199312514</c:v>
                </c:pt>
                <c:pt idx="715">
                  <c:v>0.0443421965433</c:v>
                </c:pt>
                <c:pt idx="716">
                  <c:v>0.044566118825</c:v>
                </c:pt>
                <c:pt idx="717">
                  <c:v>0.0447917142706</c:v>
                </c:pt>
                <c:pt idx="718">
                  <c:v>0.0450189992466</c:v>
                </c:pt>
                <c:pt idx="719">
                  <c:v>0.045247990315</c:v>
                </c:pt>
                <c:pt idx="720">
                  <c:v>0.0454787042355</c:v>
                </c:pt>
                <c:pt idx="721">
                  <c:v>0.0457111579686</c:v>
                </c:pt>
                <c:pt idx="722">
                  <c:v>0.045945368678</c:v>
                </c:pt>
                <c:pt idx="723">
                  <c:v>0.0461813537338</c:v>
                </c:pt>
                <c:pt idx="724">
                  <c:v>0.0464191307152</c:v>
                </c:pt>
                <c:pt idx="725">
                  <c:v>0.0466587174134</c:v>
                </c:pt>
                <c:pt idx="726">
                  <c:v>0.0469001318347</c:v>
                </c:pt>
                <c:pt idx="727">
                  <c:v>0.0471433922033</c:v>
                </c:pt>
                <c:pt idx="728">
                  <c:v>0.0473885169643</c:v>
                </c:pt>
                <c:pt idx="729">
                  <c:v>0.0476355247872</c:v>
                </c:pt>
                <c:pt idx="730">
                  <c:v>0.0478844345686</c:v>
                </c:pt>
                <c:pt idx="731">
                  <c:v>0.0481352654357</c:v>
                </c:pt>
                <c:pt idx="732">
                  <c:v>0.0483880367492</c:v>
                </c:pt>
                <c:pt idx="733">
                  <c:v>0.0486427681071</c:v>
                </c:pt>
                <c:pt idx="734">
                  <c:v>0.0488994793474</c:v>
                </c:pt>
                <c:pt idx="735">
                  <c:v>0.0491581905521</c:v>
                </c:pt>
                <c:pt idx="736">
                  <c:v>0.0494189220504</c:v>
                </c:pt>
                <c:pt idx="737">
                  <c:v>0.0496816944219</c:v>
                </c:pt>
                <c:pt idx="738">
                  <c:v>0.0499465285008</c:v>
                </c:pt>
                <c:pt idx="739">
                  <c:v>0.050213445379</c:v>
                </c:pt>
                <c:pt idx="740">
                  <c:v>0.0504824664098</c:v>
                </c:pt>
                <c:pt idx="741">
                  <c:v>0.0507536132119</c:v>
                </c:pt>
                <c:pt idx="742">
                  <c:v>0.0510269076729</c:v>
                </c:pt>
                <c:pt idx="743">
                  <c:v>0.0513023719533</c:v>
                </c:pt>
                <c:pt idx="744">
                  <c:v>0.0515800284905</c:v>
                </c:pt>
                <c:pt idx="745">
                  <c:v>0.0518599000024</c:v>
                </c:pt>
                <c:pt idx="746">
                  <c:v>0.0521420094918</c:v>
                </c:pt>
                <c:pt idx="747">
                  <c:v>0.05242638025</c:v>
                </c:pt>
                <c:pt idx="748">
                  <c:v>0.0527130358618</c:v>
                </c:pt>
                <c:pt idx="749">
                  <c:v>0.0530020002086</c:v>
                </c:pt>
                <c:pt idx="750">
                  <c:v>0.0532932974737</c:v>
                </c:pt>
                <c:pt idx="751">
                  <c:v>0.0535869521459</c:v>
                </c:pt>
                <c:pt idx="752">
                  <c:v>0.0538829890244</c:v>
                </c:pt>
                <c:pt idx="753">
                  <c:v>0.0541814332229</c:v>
                </c:pt>
                <c:pt idx="754">
                  <c:v>0.0544823101745</c:v>
                </c:pt>
                <c:pt idx="755">
                  <c:v>0.054785645636</c:v>
                </c:pt>
                <c:pt idx="756">
                  <c:v>0.0550914656927</c:v>
                </c:pt>
                <c:pt idx="757">
                  <c:v>0.0553997967635</c:v>
                </c:pt>
                <c:pt idx="758">
                  <c:v>0.055710665605</c:v>
                </c:pt>
                <c:pt idx="759">
                  <c:v>0.0560240993171</c:v>
                </c:pt>
                <c:pt idx="760">
                  <c:v>0.0563401253478</c:v>
                </c:pt>
                <c:pt idx="761">
                  <c:v>0.0566587714979</c:v>
                </c:pt>
                <c:pt idx="762">
                  <c:v>0.0569800659268</c:v>
                </c:pt>
                <c:pt idx="763">
                  <c:v>0.0573040371571</c:v>
                </c:pt>
                <c:pt idx="764">
                  <c:v>0.0576307140801</c:v>
                </c:pt>
                <c:pt idx="765">
                  <c:v>0.0579601259616</c:v>
                </c:pt>
                <c:pt idx="766">
                  <c:v>0.0582923024466</c:v>
                </c:pt>
                <c:pt idx="767">
                  <c:v>0.0586272735655</c:v>
                </c:pt>
                <c:pt idx="768">
                  <c:v>0.0589650697396</c:v>
                </c:pt>
                <c:pt idx="769">
                  <c:v>0.0593057217863</c:v>
                </c:pt>
                <c:pt idx="770">
                  <c:v>0.0596492609258</c:v>
                </c:pt>
                <c:pt idx="771">
                  <c:v>0.0599957187863</c:v>
                </c:pt>
                <c:pt idx="772">
                  <c:v>0.0603451274102</c:v>
                </c:pt>
                <c:pt idx="773">
                  <c:v>0.0606975192603</c:v>
                </c:pt>
                <c:pt idx="774">
                  <c:v>0.0610529272259</c:v>
                </c:pt>
                <c:pt idx="775">
                  <c:v>0.061411384629</c:v>
                </c:pt>
                <c:pt idx="776">
                  <c:v>0.0617729252305</c:v>
                </c:pt>
                <c:pt idx="777">
                  <c:v>0.0621375832373</c:v>
                </c:pt>
                <c:pt idx="778">
                  <c:v>0.0625053933082</c:v>
                </c:pt>
                <c:pt idx="779">
                  <c:v>0.0628763905606</c:v>
                </c:pt>
                <c:pt idx="780">
                  <c:v>0.0632506105778</c:v>
                </c:pt>
                <c:pt idx="781">
                  <c:v>0.0636280894153</c:v>
                </c:pt>
                <c:pt idx="782">
                  <c:v>0.064008863608</c:v>
                </c:pt>
                <c:pt idx="783">
                  <c:v>0.0643929701773</c:v>
                </c:pt>
                <c:pt idx="784">
                  <c:v>0.0647804466379</c:v>
                </c:pt>
                <c:pt idx="785">
                  <c:v>0.0651713310059</c:v>
                </c:pt>
                <c:pt idx="786">
                  <c:v>0.0655656618052</c:v>
                </c:pt>
                <c:pt idx="787">
                  <c:v>0.0659634780756</c:v>
                </c:pt>
                <c:pt idx="788">
                  <c:v>0.0663648193804</c:v>
                </c:pt>
                <c:pt idx="789">
                  <c:v>0.0667697258139</c:v>
                </c:pt>
                <c:pt idx="790">
                  <c:v>0.0671782380091</c:v>
                </c:pt>
                <c:pt idx="791">
                  <c:v>0.0675903971462</c:v>
                </c:pt>
                <c:pt idx="792">
                  <c:v>0.0680062449601</c:v>
                </c:pt>
                <c:pt idx="793">
                  <c:v>0.0684258237488</c:v>
                </c:pt>
                <c:pt idx="794">
                  <c:v>0.0688491763817</c:v>
                </c:pt>
                <c:pt idx="795">
                  <c:v>0.0692763463081</c:v>
                </c:pt>
                <c:pt idx="796">
                  <c:v>0.0697073775654</c:v>
                </c:pt>
                <c:pt idx="797">
                  <c:v>0.0701423147882</c:v>
                </c:pt>
                <c:pt idx="798">
                  <c:v>0.0705812032167</c:v>
                </c:pt>
                <c:pt idx="799">
                  <c:v>0.0710240887057</c:v>
                </c:pt>
                <c:pt idx="800">
                  <c:v>0.0714710177339</c:v>
                </c:pt>
                <c:pt idx="801">
                  <c:v>0.0719220374126</c:v>
                </c:pt>
                <c:pt idx="802">
                  <c:v>0.0723771954951</c:v>
                </c:pt>
                <c:pt idx="803">
                  <c:v>0.0728365403865</c:v>
                </c:pt>
                <c:pt idx="804">
                  <c:v>0.0733001211527</c:v>
                </c:pt>
                <c:pt idx="805">
                  <c:v>0.0737679875302</c:v>
                </c:pt>
                <c:pt idx="806">
                  <c:v>0.0742401899361</c:v>
                </c:pt>
                <c:pt idx="807">
                  <c:v>0.0747167794777</c:v>
                </c:pt>
                <c:pt idx="808">
                  <c:v>0.0751978079627</c:v>
                </c:pt>
                <c:pt idx="809">
                  <c:v>0.0756833279096</c:v>
                </c:pt>
                <c:pt idx="810">
                  <c:v>0.0761733925575</c:v>
                </c:pt>
                <c:pt idx="811">
                  <c:v>0.0766680558768</c:v>
                </c:pt>
                <c:pt idx="812">
                  <c:v>0.0771673725801</c:v>
                </c:pt>
                <c:pt idx="813">
                  <c:v>0.0776713981322</c:v>
                </c:pt>
                <c:pt idx="814">
                  <c:v>0.0781801887614</c:v>
                </c:pt>
                <c:pt idx="815">
                  <c:v>0.0786938014705</c:v>
                </c:pt>
                <c:pt idx="816">
                  <c:v>0.0792122940475</c:v>
                </c:pt>
                <c:pt idx="817">
                  <c:v>0.0797357250774</c:v>
                </c:pt>
                <c:pt idx="818">
                  <c:v>0.080264153953</c:v>
                </c:pt>
                <c:pt idx="819">
                  <c:v>0.0807976408866</c:v>
                </c:pt>
                <c:pt idx="820">
                  <c:v>0.0813362469219</c:v>
                </c:pt>
                <c:pt idx="821">
                  <c:v>0.0818800339451</c:v>
                </c:pt>
                <c:pt idx="822">
                  <c:v>0.0824290646975</c:v>
                </c:pt>
                <c:pt idx="823">
                  <c:v>0.082983402787</c:v>
                </c:pt>
                <c:pt idx="824">
                  <c:v>0.0835431127003</c:v>
                </c:pt>
                <c:pt idx="825">
                  <c:v>0.0841082598155</c:v>
                </c:pt>
                <c:pt idx="826">
                  <c:v>0.0846789104139</c:v>
                </c:pt>
                <c:pt idx="827">
                  <c:v>0.0852551316929</c:v>
                </c:pt>
                <c:pt idx="828">
                  <c:v>0.0858369917786</c:v>
                </c:pt>
                <c:pt idx="829">
                  <c:v>0.0864245597384</c:v>
                </c:pt>
                <c:pt idx="830">
                  <c:v>0.0870179055938</c:v>
                </c:pt>
                <c:pt idx="831">
                  <c:v>0.0876171003334</c:v>
                </c:pt>
                <c:pt idx="832">
                  <c:v>0.0882222159261</c:v>
                </c:pt>
                <c:pt idx="833">
                  <c:v>0.0888333253341</c:v>
                </c:pt>
                <c:pt idx="834">
                  <c:v>0.0894505025261</c:v>
                </c:pt>
                <c:pt idx="835">
                  <c:v>0.0900738224909</c:v>
                </c:pt>
                <c:pt idx="836">
                  <c:v>0.0907033612505</c:v>
                </c:pt>
                <c:pt idx="837">
                  <c:v>0.0913391958741</c:v>
                </c:pt>
                <c:pt idx="838">
                  <c:v>0.0919814044913</c:v>
                </c:pt>
                <c:pt idx="839">
                  <c:v>0.092630066306</c:v>
                </c:pt>
                <c:pt idx="840">
                  <c:v>0.09328526161</c:v>
                </c:pt>
                <c:pt idx="841">
                  <c:v>0.093947071797</c:v>
                </c:pt>
                <c:pt idx="842">
                  <c:v>0.0946155793765</c:v>
                </c:pt>
                <c:pt idx="843">
                  <c:v>0.0952908679874</c:v>
                </c:pt>
                <c:pt idx="844">
                  <c:v>0.0959730224125</c:v>
                </c:pt>
                <c:pt idx="845">
                  <c:v>0.096662128592</c:v>
                </c:pt>
                <c:pt idx="846">
                  <c:v>0.0973582736379</c:v>
                </c:pt>
                <c:pt idx="847">
                  <c:v>0.0980615458477</c:v>
                </c:pt>
                <c:pt idx="848">
                  <c:v>0.0987720347187</c:v>
                </c:pt>
                <c:pt idx="849">
                  <c:v>0.0994898309621</c:v>
                </c:pt>
                <c:pt idx="850">
                  <c:v>0.100215026517</c:v>
                </c:pt>
                <c:pt idx="851">
                  <c:v>0.100947714563</c:v>
                </c:pt>
                <c:pt idx="852">
                  <c:v>0.101687989538</c:v>
                </c:pt>
                <c:pt idx="853">
                  <c:v>0.102435947147</c:v>
                </c:pt>
                <c:pt idx="854">
                  <c:v>0.10319168438</c:v>
                </c:pt>
                <c:pt idx="855">
                  <c:v>0.103955299522</c:v>
                </c:pt>
                <c:pt idx="856">
                  <c:v>0.104726892173</c:v>
                </c:pt>
                <c:pt idx="857">
                  <c:v>0.105506563252</c:v>
                </c:pt>
                <c:pt idx="858">
                  <c:v>0.10629441502</c:v>
                </c:pt>
                <c:pt idx="859">
                  <c:v>0.107090551087</c:v>
                </c:pt>
                <c:pt idx="860">
                  <c:v>0.107895076427</c:v>
                </c:pt>
                <c:pt idx="861">
                  <c:v>0.108708097389</c:v>
                </c:pt>
                <c:pt idx="862">
                  <c:v>0.109529721716</c:v>
                </c:pt>
                <c:pt idx="863">
                  <c:v>0.110360058548</c:v>
                </c:pt>
                <c:pt idx="864">
                  <c:v>0.11119921844</c:v>
                </c:pt>
                <c:pt idx="865">
                  <c:v>0.112047313375</c:v>
                </c:pt>
                <c:pt idx="866">
                  <c:v>0.11290445677</c:v>
                </c:pt>
                <c:pt idx="867">
                  <c:v>0.113770763492</c:v>
                </c:pt>
                <c:pt idx="868">
                  <c:v>0.114646349865</c:v>
                </c:pt>
                <c:pt idx="869">
                  <c:v>0.115531333685</c:v>
                </c:pt>
                <c:pt idx="870">
                  <c:v>0.116425834225</c:v>
                </c:pt>
                <c:pt idx="871">
                  <c:v>0.117329972246</c:v>
                </c:pt>
                <c:pt idx="872">
                  <c:v>0.118243870008</c:v>
                </c:pt>
                <c:pt idx="873">
                  <c:v>0.119167651275</c:v>
                </c:pt>
                <c:pt idx="874">
                  <c:v>0.120101441326</c:v>
                </c:pt>
                <c:pt idx="875">
                  <c:v>0.121045366959</c:v>
                </c:pt>
                <c:pt idx="876">
                  <c:v>0.1219995565</c:v>
                </c:pt>
                <c:pt idx="877">
                  <c:v>0.122964139804</c:v>
                </c:pt>
                <c:pt idx="878">
                  <c:v>0.123939248267</c:v>
                </c:pt>
                <c:pt idx="879">
                  <c:v>0.124925014825</c:v>
                </c:pt>
                <c:pt idx="880">
                  <c:v>0.125921573956</c:v>
                </c:pt>
                <c:pt idx="881">
                  <c:v>0.126929061687</c:v>
                </c:pt>
                <c:pt idx="882">
                  <c:v>0.127947615592</c:v>
                </c:pt>
                <c:pt idx="883">
                  <c:v>0.128977374791</c:v>
                </c:pt>
                <c:pt idx="884">
                  <c:v>0.130018479952</c:v>
                </c:pt>
                <c:pt idx="885">
                  <c:v>0.131071073288</c:v>
                </c:pt>
                <c:pt idx="886">
                  <c:v>0.13213529855</c:v>
                </c:pt>
                <c:pt idx="887">
                  <c:v>0.133211301028</c:v>
                </c:pt>
                <c:pt idx="888">
                  <c:v>0.134299227539</c:v>
                </c:pt>
                <c:pt idx="889">
                  <c:v>0.135399226425</c:v>
                </c:pt>
                <c:pt idx="890">
                  <c:v>0.136511447537</c:v>
                </c:pt>
                <c:pt idx="891">
                  <c:v>0.13763604223</c:v>
                </c:pt>
                <c:pt idx="892">
                  <c:v>0.138773163348</c:v>
                </c:pt>
                <c:pt idx="893">
                  <c:v>0.139922965207</c:v>
                </c:pt>
                <c:pt idx="894">
                  <c:v>0.141085603584</c:v>
                </c:pt>
                <c:pt idx="895">
                  <c:v>0.142261235693</c:v>
                </c:pt>
                <c:pt idx="896">
                  <c:v>0.143450020167</c:v>
                </c:pt>
                <c:pt idx="897">
                  <c:v>0.144652117035</c:v>
                </c:pt>
                <c:pt idx="898">
                  <c:v>0.145867687696</c:v>
                </c:pt>
                <c:pt idx="899">
                  <c:v>0.147096894893</c:v>
                </c:pt>
                <c:pt idx="900">
                  <c:v>0.148339902681</c:v>
                </c:pt>
                <c:pt idx="901">
                  <c:v>0.149596876393</c:v>
                </c:pt>
                <c:pt idx="902">
                  <c:v>0.150867982607</c:v>
                </c:pt>
                <c:pt idx="903">
                  <c:v>0.152153389105</c:v>
                </c:pt>
                <c:pt idx="904">
                  <c:v>0.153453264834</c:v>
                </c:pt>
                <c:pt idx="905">
                  <c:v>0.154767779857</c:v>
                </c:pt>
                <c:pt idx="906">
                  <c:v>0.156097105308</c:v>
                </c:pt>
                <c:pt idx="907">
                  <c:v>0.157441413335</c:v>
                </c:pt>
                <c:pt idx="908">
                  <c:v>0.158800877053</c:v>
                </c:pt>
                <c:pt idx="909">
                  <c:v>0.160175670476</c:v>
                </c:pt>
                <c:pt idx="910">
                  <c:v>0.161565968458</c:v>
                </c:pt>
                <c:pt idx="911">
                  <c:v>0.162971946624</c:v>
                </c:pt>
                <c:pt idx="912">
                  <c:v>0.164393781298</c:v>
                </c:pt>
                <c:pt idx="913">
                  <c:v>0.16583164943</c:v>
                </c:pt>
                <c:pt idx="914">
                  <c:v>0.167285728509</c:v>
                </c:pt>
                <c:pt idx="915">
                  <c:v>0.168756196482</c:v>
                </c:pt>
                <c:pt idx="916">
                  <c:v>0.170243231662</c:v>
                </c:pt>
                <c:pt idx="917">
                  <c:v>0.17174701263</c:v>
                </c:pt>
                <c:pt idx="918">
                  <c:v>0.173267718136</c:v>
                </c:pt>
                <c:pt idx="919">
                  <c:v>0.174805526992</c:v>
                </c:pt>
                <c:pt idx="920">
                  <c:v>0.176360617958</c:v>
                </c:pt>
                <c:pt idx="921">
                  <c:v>0.177933169625</c:v>
                </c:pt>
                <c:pt idx="922">
                  <c:v>0.179523360287</c:v>
                </c:pt>
                <c:pt idx="923">
                  <c:v>0.181131367814</c:v>
                </c:pt>
                <c:pt idx="924">
                  <c:v>0.182757369512</c:v>
                </c:pt>
                <c:pt idx="925">
                  <c:v>0.184401541981</c:v>
                </c:pt>
                <c:pt idx="926">
                  <c:v>0.186064060959</c:v>
                </c:pt>
                <c:pt idx="927">
                  <c:v>0.187745101168</c:v>
                </c:pt>
                <c:pt idx="928">
                  <c:v>0.189444836148</c:v>
                </c:pt>
                <c:pt idx="929">
                  <c:v>0.191163438081</c:v>
                </c:pt>
                <c:pt idx="930">
                  <c:v>0.192901077614</c:v>
                </c:pt>
                <c:pt idx="931">
                  <c:v>0.194657923666</c:v>
                </c:pt>
                <c:pt idx="932">
                  <c:v>0.196434143236</c:v>
                </c:pt>
                <c:pt idx="933">
                  <c:v>0.198229901194</c:v>
                </c:pt>
                <c:pt idx="934">
                  <c:v>0.200045360069</c:v>
                </c:pt>
                <c:pt idx="935">
                  <c:v>0.20188067983</c:v>
                </c:pt>
                <c:pt idx="936">
                  <c:v>0.203736017649</c:v>
                </c:pt>
                <c:pt idx="937">
                  <c:v>0.205611527669</c:v>
                </c:pt>
                <c:pt idx="938">
                  <c:v>0.207507360752</c:v>
                </c:pt>
                <c:pt idx="939">
                  <c:v>0.209423664219</c:v>
                </c:pt>
                <c:pt idx="940">
                  <c:v>0.21136058159</c:v>
                </c:pt>
                <c:pt idx="941">
                  <c:v>0.213318252302</c:v>
                </c:pt>
                <c:pt idx="942">
                  <c:v>0.215296811429</c:v>
                </c:pt>
                <c:pt idx="943">
                  <c:v>0.217296389384</c:v>
                </c:pt>
                <c:pt idx="944">
                  <c:v>0.219317111618</c:v>
                </c:pt>
                <c:pt idx="945">
                  <c:v>0.221359098305</c:v>
                </c:pt>
                <c:pt idx="946">
                  <c:v>0.223422464019</c:v>
                </c:pt>
                <c:pt idx="947">
                  <c:v>0.225507317407</c:v>
                </c:pt>
                <c:pt idx="948">
                  <c:v>0.227613760842</c:v>
                </c:pt>
                <c:pt idx="949">
                  <c:v>0.22974189008</c:v>
                </c:pt>
                <c:pt idx="950">
                  <c:v>0.231891793893</c:v>
                </c:pt>
                <c:pt idx="951">
                  <c:v>0.234063553709</c:v>
                </c:pt>
                <c:pt idx="952">
                  <c:v>0.236257243233</c:v>
                </c:pt>
                <c:pt idx="953">
                  <c:v>0.238472928063</c:v>
                </c:pt>
                <c:pt idx="954">
                  <c:v>0.240710665297</c:v>
                </c:pt>
                <c:pt idx="955">
                  <c:v>0.242970503136</c:v>
                </c:pt>
                <c:pt idx="956">
                  <c:v>0.245252480474</c:v>
                </c:pt>
                <c:pt idx="957">
                  <c:v>0.247556626487</c:v>
                </c:pt>
                <c:pt idx="958">
                  <c:v>0.249882960213</c:v>
                </c:pt>
                <c:pt idx="959">
                  <c:v>0.252231490126</c:v>
                </c:pt>
                <c:pt idx="960">
                  <c:v>0.254602213704</c:v>
                </c:pt>
                <c:pt idx="961">
                  <c:v>0.256995116998</c:v>
                </c:pt>
                <c:pt idx="962">
                  <c:v>0.259410174192</c:v>
                </c:pt>
                <c:pt idx="963">
                  <c:v>0.26184734716</c:v>
                </c:pt>
                <c:pt idx="964">
                  <c:v>0.264306585025</c:v>
                </c:pt>
                <c:pt idx="965">
                  <c:v>0.266787823714</c:v>
                </c:pt>
                <c:pt idx="966">
                  <c:v>0.269290985514</c:v>
                </c:pt>
                <c:pt idx="967">
                  <c:v>0.271815978627</c:v>
                </c:pt>
                <c:pt idx="968">
                  <c:v>0.27436269673</c:v>
                </c:pt>
                <c:pt idx="969">
                  <c:v>0.276931018538</c:v>
                </c:pt>
                <c:pt idx="970">
                  <c:v>0.279520807367</c:v>
                </c:pt>
                <c:pt idx="971">
                  <c:v>0.282131910708</c:v>
                </c:pt>
                <c:pt idx="972">
                  <c:v>0.284764159806</c:v>
                </c:pt>
                <c:pt idx="973">
                  <c:v>0.287417369249</c:v>
                </c:pt>
                <c:pt idx="974">
                  <c:v>0.290091336562</c:v>
                </c:pt>
                <c:pt idx="975">
                  <c:v>0.292785841821</c:v>
                </c:pt>
                <c:pt idx="976">
                  <c:v>0.295500647272</c:v>
                </c:pt>
                <c:pt idx="977">
                  <c:v>0.298235496968</c:v>
                </c:pt>
                <c:pt idx="978">
                  <c:v>0.300990116428</c:v>
                </c:pt>
                <c:pt idx="979">
                  <c:v>0.303764212302</c:v>
                </c:pt>
                <c:pt idx="980">
                  <c:v>0.306557472067</c:v>
                </c:pt>
                <c:pt idx="981">
                  <c:v>0.309369563742</c:v>
                </c:pt>
                <c:pt idx="982">
                  <c:v>0.312200135621</c:v>
                </c:pt>
                <c:pt idx="983">
                  <c:v>0.31504881604</c:v>
                </c:pt>
                <c:pt idx="984">
                  <c:v>0.317915213166</c:v>
                </c:pt>
                <c:pt idx="985">
                  <c:v>0.320798914814</c:v>
                </c:pt>
                <c:pt idx="986">
                  <c:v>0.3236994883</c:v>
                </c:pt>
                <c:pt idx="987">
                  <c:v>0.32661648032</c:v>
                </c:pt>
                <c:pt idx="988">
                  <c:v>0.329549416874</c:v>
                </c:pt>
                <c:pt idx="989">
                  <c:v>0.332497803209</c:v>
                </c:pt>
                <c:pt idx="990">
                  <c:v>0.33546112382</c:v>
                </c:pt>
                <c:pt idx="991">
                  <c:v>0.338438842474</c:v>
                </c:pt>
                <c:pt idx="992">
                  <c:v>0.341430402282</c:v>
                </c:pt>
                <c:pt idx="993">
                  <c:v>0.344435225816</c:v>
                </c:pt>
                <c:pt idx="994">
                  <c:v>0.347452715261</c:v>
                </c:pt>
                <c:pt idx="995">
                  <c:v>0.35048225262</c:v>
                </c:pt>
                <c:pt idx="996">
                  <c:v>0.353523199959</c:v>
                </c:pt>
                <c:pt idx="997">
                  <c:v>0.356574899702</c:v>
                </c:pt>
                <c:pt idx="998">
                  <c:v>0.359636674973</c:v>
                </c:pt>
                <c:pt idx="999">
                  <c:v>0.362707829982</c:v>
                </c:pt>
                <c:pt idx="1000">
                  <c:v>0.365787650464</c:v>
                </c:pt>
                <c:pt idx="1001">
                  <c:v>0.368875404166</c:v>
                </c:pt>
                <c:pt idx="1002">
                  <c:v>0.371970341378</c:v>
                </c:pt>
                <c:pt idx="1003">
                  <c:v>0.375071695513</c:v>
                </c:pt>
                <c:pt idx="1004">
                  <c:v>0.378178683743</c:v>
                </c:pt>
                <c:pt idx="1005">
                  <c:v>0.381290507666</c:v>
                </c:pt>
                <c:pt idx="1006">
                  <c:v>0.384406354033</c:v>
                </c:pt>
                <c:pt idx="1007">
                  <c:v>0.387525395513</c:v>
                </c:pt>
                <c:pt idx="1008">
                  <c:v>0.3906467915</c:v>
                </c:pt>
                <c:pt idx="1009">
                  <c:v>0.393769688964</c:v>
                </c:pt>
                <c:pt idx="1010">
                  <c:v>0.396893223338</c:v>
                </c:pt>
                <c:pt idx="1011">
                  <c:v>0.400016519446</c:v>
                </c:pt>
                <c:pt idx="1012">
                  <c:v>0.40313869246</c:v>
                </c:pt>
                <c:pt idx="1013">
                  <c:v>0.406258848892</c:v>
                </c:pt>
                <c:pt idx="1014">
                  <c:v>0.409376087614</c:v>
                </c:pt>
                <c:pt idx="1015">
                  <c:v>0.4124895009</c:v>
                </c:pt>
                <c:pt idx="1016">
                  <c:v>0.415598175491</c:v>
                </c:pt>
                <c:pt idx="1017">
                  <c:v>0.418701193681</c:v>
                </c:pt>
                <c:pt idx="1018">
                  <c:v>0.421797634409</c:v>
                </c:pt>
                <c:pt idx="1019">
                  <c:v>0.424886574369</c:v>
                </c:pt>
                <c:pt idx="1020">
                  <c:v>0.427967089118</c:v>
                </c:pt>
                <c:pt idx="1021">
                  <c:v>0.431038254189</c:v>
                </c:pt>
                <c:pt idx="1022">
                  <c:v>0.434099146196</c:v>
                </c:pt>
                <c:pt idx="1023">
                  <c:v>0.43714884394</c:v>
                </c:pt>
                <c:pt idx="1024">
                  <c:v>0.440186429484</c:v>
                </c:pt>
                <c:pt idx="1025">
                  <c:v>0.443210989232</c:v>
                </c:pt>
                <c:pt idx="1026">
                  <c:v>0.446221614962</c:v>
                </c:pt>
                <c:pt idx="1027">
                  <c:v>0.449217404854</c:v>
                </c:pt>
                <c:pt idx="1028">
                  <c:v>0.452197464466</c:v>
                </c:pt>
                <c:pt idx="1029">
                  <c:v>0.455160907683</c:v>
                </c:pt>
                <c:pt idx="1030">
                  <c:v>0.458106857627</c:v>
                </c:pt>
                <c:pt idx="1031">
                  <c:v>0.46103444751</c:v>
                </c:pt>
                <c:pt idx="1032">
                  <c:v>0.463942821446</c:v>
                </c:pt>
                <c:pt idx="1033">
                  <c:v>0.466831135207</c:v>
                </c:pt>
                <c:pt idx="1034">
                  <c:v>0.469698556917</c:v>
                </c:pt>
                <c:pt idx="1035">
                  <c:v>0.47254426769</c:v>
                </c:pt>
                <c:pt idx="1036">
                  <c:v>0.475367462198</c:v>
                </c:pt>
                <c:pt idx="1037">
                  <c:v>0.478167349174</c:v>
                </c:pt>
                <c:pt idx="1038">
                  <c:v>0.480943151845</c:v>
                </c:pt>
                <c:pt idx="1039">
                  <c:v>0.483694108292</c:v>
                </c:pt>
                <c:pt idx="1040">
                  <c:v>0.486419471737</c:v>
                </c:pt>
                <c:pt idx="1041">
                  <c:v>0.48911851075</c:v>
                </c:pt>
                <c:pt idx="1042">
                  <c:v>0.491790509386</c:v>
                </c:pt>
                <c:pt idx="1043">
                  <c:v>0.494434767239</c:v>
                </c:pt>
                <c:pt idx="1044">
                  <c:v>0.497050599424</c:v>
                </c:pt>
                <c:pt idx="1045">
                  <c:v>0.49963733648</c:v>
                </c:pt>
                <c:pt idx="1046">
                  <c:v>0.502194324193</c:v>
                </c:pt>
                <c:pt idx="1047">
                  <c:v>0.50472092335</c:v>
                </c:pt>
                <c:pt idx="1048">
                  <c:v>0.507216509421</c:v>
                </c:pt>
                <c:pt idx="1049">
                  <c:v>0.50968047216</c:v>
                </c:pt>
                <c:pt idx="1050">
                  <c:v>0.512112215151</c:v>
                </c:pt>
                <c:pt idx="1051">
                  <c:v>0.514511155278</c:v>
                </c:pt>
                <c:pt idx="1052">
                  <c:v>0.516876722138</c:v>
                </c:pt>
                <c:pt idx="1053">
                  <c:v>0.519208357394</c:v>
                </c:pt>
                <c:pt idx="1054">
                  <c:v>0.521505514074</c:v>
                </c:pt>
                <c:pt idx="1055">
                  <c:v>0.523767655819</c:v>
                </c:pt>
                <c:pt idx="1056">
                  <c:v>0.52599425609</c:v>
                </c:pt>
                <c:pt idx="1057">
                  <c:v>0.528184797327</c:v>
                </c:pt>
                <c:pt idx="1058">
                  <c:v>0.530338770081</c:v>
                </c:pt>
                <c:pt idx="1059">
                  <c:v>0.532455672111</c:v>
                </c:pt>
                <c:pt idx="1060">
                  <c:v>0.534535007461</c:v>
                </c:pt>
                <c:pt idx="1061">
                  <c:v>0.536576285518</c:v>
                </c:pt>
                <c:pt idx="1062">
                  <c:v>0.538579020053</c:v>
                </c:pt>
                <c:pt idx="1063">
                  <c:v>0.540542728267</c:v>
                </c:pt>
                <c:pt idx="1064">
                  <c:v>0.542466929827</c:v>
                </c:pt>
                <c:pt idx="1065">
                  <c:v>0.544351145912</c:v>
                </c:pt>
                <c:pt idx="1066">
                  <c:v>0.546194898275</c:v>
                </c:pt>
                <c:pt idx="1067">
                  <c:v>0.54799770832</c:v>
                </c:pt>
                <c:pt idx="1068">
                  <c:v>0.549759096206</c:v>
                </c:pt>
                <c:pt idx="1069">
                  <c:v>0.551478579982</c:v>
                </c:pt>
                <c:pt idx="1070">
                  <c:v>0.553155674757</c:v>
                </c:pt>
                <c:pt idx="1071">
                  <c:v>0.554789891918</c:v>
                </c:pt>
                <c:pt idx="1072">
                  <c:v>0.556380738394</c:v>
                </c:pt>
                <c:pt idx="1073">
                  <c:v>0.557927715974</c:v>
                </c:pt>
                <c:pt idx="1074">
                  <c:v>0.559430320687</c:v>
                </c:pt>
                <c:pt idx="1075">
                  <c:v>0.560888042244</c:v>
                </c:pt>
                <c:pt idx="1076">
                  <c:v>0.562300363552</c:v>
                </c:pt>
                <c:pt idx="1077">
                  <c:v>0.563666760304</c:v>
                </c:pt>
                <c:pt idx="1078">
                  <c:v>0.564986700647</c:v>
                </c:pt>
                <c:pt idx="1079">
                  <c:v>0.566259644928</c:v>
                </c:pt>
                <c:pt idx="1080">
                  <c:v>0.567485045539</c:v>
                </c:pt>
                <c:pt idx="1081">
                  <c:v>0.568662346837</c:v>
                </c:pt>
                <c:pt idx="1082">
                  <c:v>0.569790985173</c:v>
                </c:pt>
                <c:pt idx="1083">
                  <c:v>0.570870389005</c:v>
                </c:pt>
                <c:pt idx="1084">
                  <c:v>0.571899979115</c:v>
                </c:pt>
                <c:pt idx="1085">
                  <c:v>0.572879168929</c:v>
                </c:pt>
                <c:pt idx="1086">
                  <c:v>0.573807364935</c:v>
                </c:pt>
                <c:pt idx="1087">
                  <c:v>0.574683967207</c:v>
                </c:pt>
                <c:pt idx="1088">
                  <c:v>0.575508370031</c:v>
                </c:pt>
                <c:pt idx="1089">
                  <c:v>0.576279962638</c:v>
                </c:pt>
                <c:pt idx="1090">
                  <c:v>0.576998130044</c:v>
                </c:pt>
                <c:pt idx="1091">
                  <c:v>0.577662253985</c:v>
                </c:pt>
                <c:pt idx="1092">
                  <c:v>0.578271713965</c:v>
                </c:pt>
                <c:pt idx="1093">
                  <c:v>0.578825888401</c:v>
                </c:pt>
                <c:pt idx="1094">
                  <c:v>0.579324155864</c:v>
                </c:pt>
                <c:pt idx="1095">
                  <c:v>0.579765896424</c:v>
                </c:pt>
                <c:pt idx="1096">
                  <c:v>0.580150493084</c:v>
                </c:pt>
                <c:pt idx="1097">
                  <c:v>0.580477333303</c:v>
                </c:pt>
                <c:pt idx="1098">
                  <c:v>0.580745810609</c:v>
                </c:pt>
                <c:pt idx="1099">
                  <c:v>0.580955326294</c:v>
                </c:pt>
                <c:pt idx="1100">
                  <c:v>0.58110529118</c:v>
                </c:pt>
                <c:pt idx="1101">
                  <c:v>0.581195127459</c:v>
                </c:pt>
                <c:pt idx="1102">
                  <c:v>0.5812242706</c:v>
                </c:pt>
                <c:pt idx="1103">
                  <c:v>0.581192171312</c:v>
                </c:pt>
                <c:pt idx="1104">
                  <c:v>0.581098297556</c:v>
                </c:pt>
                <c:pt idx="1105">
                  <c:v>0.580942136602</c:v>
                </c:pt>
                <c:pt idx="1106">
                  <c:v>0.580723197126</c:v>
                </c:pt>
                <c:pt idx="1107">
                  <c:v>0.580441011324</c:v>
                </c:pt>
                <c:pt idx="1108">
                  <c:v>0.580095137054</c:v>
                </c:pt>
                <c:pt idx="1109">
                  <c:v>0.579685159983</c:v>
                </c:pt>
                <c:pt idx="1110">
                  <c:v>0.57921069573</c:v>
                </c:pt>
                <c:pt idx="1111">
                  <c:v>0.578671392007</c:v>
                </c:pt>
                <c:pt idx="1112">
                  <c:v>0.578066930732</c:v>
                </c:pt>
                <c:pt idx="1113">
                  <c:v>0.577397030119</c:v>
                </c:pt>
                <c:pt idx="1114">
                  <c:v>0.576661446718</c:v>
                </c:pt>
                <c:pt idx="1115">
                  <c:v>0.575859977416</c:v>
                </c:pt>
                <c:pt idx="1116">
                  <c:v>0.574992461363</c:v>
                </c:pt>
                <c:pt idx="1117">
                  <c:v>0.574058781842</c:v>
                </c:pt>
                <c:pt idx="1118">
                  <c:v>0.573058868042</c:v>
                </c:pt>
                <c:pt idx="1119">
                  <c:v>0.571992696752</c:v>
                </c:pt>
                <c:pt idx="1120">
                  <c:v>0.570860293945</c:v>
                </c:pt>
                <c:pt idx="1121">
                  <c:v>0.569661736255</c:v>
                </c:pt>
                <c:pt idx="1122">
                  <c:v>0.568397152334</c:v>
                </c:pt>
                <c:pt idx="1123">
                  <c:v>0.567066724082</c:v>
                </c:pt>
                <c:pt idx="1124">
                  <c:v>0.565670687737</c:v>
                </c:pt>
                <c:pt idx="1125">
                  <c:v>0.564209334824</c:v>
                </c:pt>
                <c:pt idx="1126">
                  <c:v>0.562683012954</c:v>
                </c:pt>
                <c:pt idx="1127">
                  <c:v>0.561092126468</c:v>
                </c:pt>
                <c:pt idx="1128">
                  <c:v>0.559437136914</c:v>
                </c:pt>
                <c:pt idx="1129">
                  <c:v>0.557718563364</c:v>
                </c:pt>
                <c:pt idx="1130">
                  <c:v>0.555936982558</c:v>
                </c:pt>
                <c:pt idx="1131">
                  <c:v>0.554093028878</c:v>
                </c:pt>
                <c:pt idx="1132">
                  <c:v>0.552187394146</c:v>
                </c:pt>
                <c:pt idx="1133">
                  <c:v>0.550220827249</c:v>
                </c:pt>
                <c:pt idx="1134">
                  <c:v>0.548194133587</c:v>
                </c:pt>
                <c:pt idx="1135">
                  <c:v>0.54610817435</c:v>
                </c:pt>
                <c:pt idx="1136">
                  <c:v>0.543963865624</c:v>
                </c:pt>
                <c:pt idx="1137">
                  <c:v>0.541762177325</c:v>
                </c:pt>
                <c:pt idx="1138">
                  <c:v>0.53950413197</c:v>
                </c:pt>
                <c:pt idx="1139">
                  <c:v>0.537190803293</c:v>
                </c:pt>
                <c:pt idx="1140">
                  <c:v>0.534823314696</c:v>
                </c:pt>
                <c:pt idx="1141">
                  <c:v>0.532402837565</c:v>
                </c:pt>
                <c:pt idx="1142">
                  <c:v>0.529930589439</c:v>
                </c:pt>
                <c:pt idx="1143">
                  <c:v>0.527407832043</c:v>
                </c:pt>
                <c:pt idx="1144">
                  <c:v>0.524835869208</c:v>
                </c:pt>
                <c:pt idx="1145">
                  <c:v>0.522216044666</c:v>
                </c:pt>
                <c:pt idx="1146">
                  <c:v>0.519549739746</c:v>
                </c:pt>
                <c:pt idx="1147">
                  <c:v>0.516838370974</c:v>
                </c:pt>
                <c:pt idx="1148">
                  <c:v>0.514083387588</c:v>
                </c:pt>
                <c:pt idx="1149">
                  <c:v>0.511286268984</c:v>
                </c:pt>
                <c:pt idx="1150">
                  <c:v>0.508448522092</c:v>
                </c:pt>
                <c:pt idx="1151">
                  <c:v>0.505571678707</c:v>
                </c:pt>
                <c:pt idx="1152">
                  <c:v>0.502657292782</c:v>
                </c:pt>
                <c:pt idx="1153">
                  <c:v>0.499706937684</c:v>
                </c:pt>
                <c:pt idx="1154">
                  <c:v>0.496722203442</c:v>
                </c:pt>
                <c:pt idx="1155">
                  <c:v>0.493704693981</c:v>
                </c:pt>
                <c:pt idx="1156">
                  <c:v>0.490656024365</c:v>
                </c:pt>
                <c:pt idx="1157">
                  <c:v>0.487577818051</c:v>
                </c:pt>
                <c:pt idx="1158">
                  <c:v>0.484471704174</c:v>
                </c:pt>
                <c:pt idx="1159">
                  <c:v>0.481339314853</c:v>
                </c:pt>
                <c:pt idx="1160">
                  <c:v>0.478182282556</c:v>
                </c:pt>
                <c:pt idx="1161">
                  <c:v>0.475002237508</c:v>
                </c:pt>
                <c:pt idx="1162">
                  <c:v>0.471800805158</c:v>
                </c:pt>
                <c:pt idx="1163">
                  <c:v>0.468579603719</c:v>
                </c:pt>
                <c:pt idx="1164">
                  <c:v>0.465340241778</c:v>
                </c:pt>
                <c:pt idx="1165">
                  <c:v>0.462084315989</c:v>
                </c:pt>
                <c:pt idx="1166">
                  <c:v>0.458813408852</c:v>
                </c:pt>
                <c:pt idx="1167">
                  <c:v>0.455529086585</c:v>
                </c:pt>
                <c:pt idx="1168">
                  <c:v>0.452232897086</c:v>
                </c:pt>
                <c:pt idx="1169">
                  <c:v>0.448926368005</c:v>
                </c:pt>
                <c:pt idx="1170">
                  <c:v>0.445611004905</c:v>
                </c:pt>
                <c:pt idx="1171">
                  <c:v>0.442288289543</c:v>
                </c:pt>
                <c:pt idx="1172">
                  <c:v>0.438959678247</c:v>
                </c:pt>
                <c:pt idx="1173">
                  <c:v>0.435626600405</c:v>
                </c:pt>
                <c:pt idx="1174">
                  <c:v>0.432290457068</c:v>
                </c:pt>
                <c:pt idx="1175">
                  <c:v>0.42895261965</c:v>
                </c:pt>
                <c:pt idx="1176">
                  <c:v>0.425614428754</c:v>
                </c:pt>
                <c:pt idx="1177">
                  <c:v>0.422277193089</c:v>
                </c:pt>
                <c:pt idx="1178">
                  <c:v>0.418942188508</c:v>
                </c:pt>
                <c:pt idx="1179">
                  <c:v>0.415610657142</c:v>
                </c:pt>
                <c:pt idx="1180">
                  <c:v>0.412283806643</c:v>
                </c:pt>
                <c:pt idx="1181">
                  <c:v>0.408962809526</c:v>
                </c:pt>
                <c:pt idx="1182">
                  <c:v>0.405648802608</c:v>
                </c:pt>
                <c:pt idx="1183">
                  <c:v>0.402342886545</c:v>
                </c:pt>
                <c:pt idx="1184">
                  <c:v>0.399046125458</c:v>
                </c:pt>
                <c:pt idx="1185">
                  <c:v>0.395759546654</c:v>
                </c:pt>
                <c:pt idx="1186">
                  <c:v>0.392484140423</c:v>
                </c:pt>
                <c:pt idx="1187">
                  <c:v>0.389220859927</c:v>
                </c:pt>
                <c:pt idx="1188">
                  <c:v>0.385970621156</c:v>
                </c:pt>
                <c:pt idx="1189">
                  <c:v>0.382734302969</c:v>
                </c:pt>
                <c:pt idx="1190">
                  <c:v>0.379512747192</c:v>
                </c:pt>
                <c:pt idx="1191">
                  <c:v>0.376306758797</c:v>
                </c:pt>
                <c:pt idx="1192">
                  <c:v>0.37311710613</c:v>
                </c:pt>
                <c:pt idx="1193">
                  <c:v>0.369944521202</c:v>
                </c:pt>
                <c:pt idx="1194">
                  <c:v>0.366789700037</c:v>
                </c:pt>
                <c:pt idx="1195">
                  <c:v>0.363653303064</c:v>
                </c:pt>
                <c:pt idx="1196">
                  <c:v>0.360535955559</c:v>
                </c:pt>
                <c:pt idx="1197">
                  <c:v>0.357438248129</c:v>
                </c:pt>
                <c:pt idx="1198">
                  <c:v>0.354360737234</c:v>
                </c:pt>
                <c:pt idx="1199">
                  <c:v>0.351303945747</c:v>
                </c:pt>
                <c:pt idx="1200">
                  <c:v>0.34826836354</c:v>
                </c:pt>
                <c:pt idx="1201">
                  <c:v>0.345254448107</c:v>
                </c:pt>
                <c:pt idx="1202">
                  <c:v>0.342262625205</c:v>
                </c:pt>
                <c:pt idx="1203">
                  <c:v>0.339293289522</c:v>
                </c:pt>
                <c:pt idx="1204">
                  <c:v>0.336346805362</c:v>
                </c:pt>
                <c:pt idx="1205">
                  <c:v>0.333423507351</c:v>
                </c:pt>
                <c:pt idx="1206">
                  <c:v>0.330523701152</c:v>
                </c:pt>
                <c:pt idx="1207">
                  <c:v>0.327647664196</c:v>
                </c:pt>
                <c:pt idx="1208">
                  <c:v>0.324795646421</c:v>
                </c:pt>
                <c:pt idx="1209">
                  <c:v>0.321967871019</c:v>
                </c:pt>
                <c:pt idx="1210">
                  <c:v>0.319164535191</c:v>
                </c:pt>
                <c:pt idx="1211">
                  <c:v>0.3163858109</c:v>
                </c:pt>
                <c:pt idx="1212">
                  <c:v>0.313631845635</c:v>
                </c:pt>
                <c:pt idx="1213">
                  <c:v>0.310902763167</c:v>
                </c:pt>
                <c:pt idx="1214">
                  <c:v>0.308198664309</c:v>
                </c:pt>
                <c:pt idx="1215">
                  <c:v>0.305519627673</c:v>
                </c:pt>
                <c:pt idx="1216">
                  <c:v>0.302865710429</c:v>
                </c:pt>
                <c:pt idx="1217">
                  <c:v>0.300236949047</c:v>
                </c:pt>
                <c:pt idx="1218">
                  <c:v>0.297633360048</c:v>
                </c:pt>
                <c:pt idx="1219">
                  <c:v>0.295054940744</c:v>
                </c:pt>
                <c:pt idx="1220">
                  <c:v>0.292501669968</c:v>
                </c:pt>
                <c:pt idx="1221">
                  <c:v>0.289973508799</c:v>
                </c:pt>
                <c:pt idx="1222">
                  <c:v>0.287470401287</c:v>
                </c:pt>
                <c:pt idx="1223">
                  <c:v>0.284992275156</c:v>
                </c:pt>
                <c:pt idx="1224">
                  <c:v>0.282539042511</c:v>
                </c:pt>
                <c:pt idx="1225">
                  <c:v>0.280110600527</c:v>
                </c:pt>
                <c:pt idx="1226">
                  <c:v>0.277706832138</c:v>
                </c:pt>
                <c:pt idx="1227">
                  <c:v>0.27532760671</c:v>
                </c:pt>
                <c:pt idx="1228">
                  <c:v>0.272972780706</c:v>
                </c:pt>
                <c:pt idx="1229">
                  <c:v>0.270642198346</c:v>
                </c:pt>
                <c:pt idx="1230">
                  <c:v>0.268335692248</c:v>
                </c:pt>
                <c:pt idx="1231">
                  <c:v>0.266053084072</c:v>
                </c:pt>
                <c:pt idx="1232">
                  <c:v>0.263794185145</c:v>
                </c:pt>
                <c:pt idx="1233">
                  <c:v>0.261558797079</c:v>
                </c:pt>
                <c:pt idx="1234">
                  <c:v>0.259346712381</c:v>
                </c:pt>
                <c:pt idx="1235">
                  <c:v>0.257157715052</c:v>
                </c:pt>
                <c:pt idx="1236">
                  <c:v>0.254991581177</c:v>
                </c:pt>
                <c:pt idx="1237">
                  <c:v>0.252848079502</c:v>
                </c:pt>
                <c:pt idx="1238">
                  <c:v>0.25072697201</c:v>
                </c:pt>
                <c:pt idx="1239">
                  <c:v>0.248628014478</c:v>
                </c:pt>
                <c:pt idx="1240">
                  <c:v>0.246550957028</c:v>
                </c:pt>
                <c:pt idx="1241">
                  <c:v>0.244495544669</c:v>
                </c:pt>
                <c:pt idx="1242">
                  <c:v>0.24246151783</c:v>
                </c:pt>
                <c:pt idx="1243">
                  <c:v>0.240448612879</c:v>
                </c:pt>
                <c:pt idx="1244">
                  <c:v>0.238456562635</c:v>
                </c:pt>
                <c:pt idx="1245">
                  <c:v>0.236485096871</c:v>
                </c:pt>
                <c:pt idx="1246">
                  <c:v>0.234533942801</c:v>
                </c:pt>
                <c:pt idx="1247">
                  <c:v>0.232602825564</c:v>
                </c:pt>
                <c:pt idx="1248">
                  <c:v>0.230691468689</c:v>
                </c:pt>
                <c:pt idx="1249">
                  <c:v>0.228799594555</c:v>
                </c:pt>
                <c:pt idx="1250">
                  <c:v>0.226926924838</c:v>
                </c:pt>
                <c:pt idx="1251">
                  <c:v>0.225073180944</c:v>
                </c:pt>
                <c:pt idx="1252">
                  <c:v>0.22323808443</c:v>
                </c:pt>
                <c:pt idx="1253">
                  <c:v>0.221421357416</c:v>
                </c:pt>
                <c:pt idx="1254">
                  <c:v>0.219622722982</c:v>
                </c:pt>
                <c:pt idx="1255">
                  <c:v>0.21784190555</c:v>
                </c:pt>
                <c:pt idx="1256">
                  <c:v>0.216078631254</c:v>
                </c:pt>
                <c:pt idx="1257">
                  <c:v>0.214332628297</c:v>
                </c:pt>
                <c:pt idx="1258">
                  <c:v>0.21260362729</c:v>
                </c:pt>
                <c:pt idx="1259">
                  <c:v>0.210891361582</c:v>
                </c:pt>
                <c:pt idx="1260">
                  <c:v>0.209195567567</c:v>
                </c:pt>
                <c:pt idx="1261">
                  <c:v>0.207515984982</c:v>
                </c:pt>
                <c:pt idx="1262">
                  <c:v>0.205852357186</c:v>
                </c:pt>
                <c:pt idx="1263">
                  <c:v>0.204204431423</c:v>
                </c:pt>
                <c:pt idx="1264">
                  <c:v>0.202571959068</c:v>
                </c:pt>
                <c:pt idx="1265">
                  <c:v>0.200954695855</c:v>
                </c:pt>
                <c:pt idx="1266">
                  <c:v>0.199352402094</c:v>
                </c:pt>
                <c:pt idx="1267">
                  <c:v>0.19776484286</c:v>
                </c:pt>
                <c:pt idx="1268">
                  <c:v>0.196191788173</c:v>
                </c:pt>
                <c:pt idx="1269">
                  <c:v>0.194633013158</c:v>
                </c:pt>
                <c:pt idx="1270">
                  <c:v>0.193088298184</c:v>
                </c:pt>
                <c:pt idx="1271">
                  <c:v>0.191557428993</c:v>
                </c:pt>
                <c:pt idx="1272">
                  <c:v>0.190040196798</c:v>
                </c:pt>
                <c:pt idx="1273">
                  <c:v>0.188536398379</c:v>
                </c:pt>
                <c:pt idx="1274">
                  <c:v>0.18704583615</c:v>
                </c:pt>
                <c:pt idx="1275">
                  <c:v>0.185568318212</c:v>
                </c:pt>
                <c:pt idx="1276">
                  <c:v>0.184103658391</c:v>
                </c:pt>
                <c:pt idx="1277">
                  <c:v>0.182651676258</c:v>
                </c:pt>
                <c:pt idx="1278">
                  <c:v>0.181212197129</c:v>
                </c:pt>
                <c:pt idx="1279">
                  <c:v>0.179785052054</c:v>
                </c:pt>
                <c:pt idx="1280">
                  <c:v>0.178370077791</c:v>
                </c:pt>
                <c:pt idx="1281">
                  <c:v>0.176967116759</c:v>
                </c:pt>
                <c:pt idx="1282">
                  <c:v>0.175576016981</c:v>
                </c:pt>
                <c:pt idx="1283">
                  <c:v>0.174196632014</c:v>
                </c:pt>
                <c:pt idx="1284">
                  <c:v>0.172828820866</c:v>
                </c:pt>
                <c:pt idx="1285">
                  <c:v>0.171472447894</c:v>
                </c:pt>
                <c:pt idx="1286">
                  <c:v>0.170127382702</c:v>
                </c:pt>
                <c:pt idx="1287">
                  <c:v>0.168793500017</c:v>
                </c:pt>
                <c:pt idx="1288">
                  <c:v>0.167470679563</c:v>
                </c:pt>
                <c:pt idx="1289">
                  <c:v>0.166158805921</c:v>
                </c:pt>
                <c:pt idx="1290">
                  <c:v>0.164857768385</c:v>
                </c:pt>
                <c:pt idx="1291">
                  <c:v>0.163567460803</c:v>
                </c:pt>
                <c:pt idx="1292">
                  <c:v>0.162287781423</c:v>
                </c:pt>
                <c:pt idx="1293">
                  <c:v>0.161018632723</c:v>
                </c:pt>
                <c:pt idx="1294">
                  <c:v>0.159759921238</c:v>
                </c:pt>
                <c:pt idx="1295">
                  <c:v>0.15851155739</c:v>
                </c:pt>
                <c:pt idx="1296">
                  <c:v>0.157273455306</c:v>
                </c:pt>
                <c:pt idx="1297">
                  <c:v>0.156045532638</c:v>
                </c:pt>
                <c:pt idx="1298">
                  <c:v>0.154827710384</c:v>
                </c:pt>
                <c:pt idx="1299">
                  <c:v>0.153619912698</c:v>
                </c:pt>
                <c:pt idx="1300">
                  <c:v>0.152422066714</c:v>
                </c:pt>
                <c:pt idx="1301">
                  <c:v>0.151234102362</c:v>
                </c:pt>
                <c:pt idx="1302">
                  <c:v>0.150055952184</c:v>
                </c:pt>
                <c:pt idx="1303">
                  <c:v>0.148887551159</c:v>
                </c:pt>
                <c:pt idx="1304">
                  <c:v>0.147728836524</c:v>
                </c:pt>
                <c:pt idx="1305">
                  <c:v>0.146579747601</c:v>
                </c:pt>
                <c:pt idx="1306">
                  <c:v>0.14544022563</c:v>
                </c:pt>
                <c:pt idx="1307">
                  <c:v>0.144310213601</c:v>
                </c:pt>
                <c:pt idx="1308">
                  <c:v>0.143189656094</c:v>
                </c:pt>
                <c:pt idx="1309">
                  <c:v>0.142078499124</c:v>
                </c:pt>
                <c:pt idx="1310">
                  <c:v>0.140976689988</c:v>
                </c:pt>
                <c:pt idx="1311">
                  <c:v>0.139884177124</c:v>
                </c:pt>
                <c:pt idx="1312">
                  <c:v>0.138800909969</c:v>
                </c:pt>
                <c:pt idx="1313">
                  <c:v>0.137726838827</c:v>
                </c:pt>
                <c:pt idx="1314">
                  <c:v>0.136661914742</c:v>
                </c:pt>
                <c:pt idx="1315">
                  <c:v>0.135606089377</c:v>
                </c:pt>
                <c:pt idx="1316">
                  <c:v>0.134559314902</c:v>
                </c:pt>
                <c:pt idx="1317">
                  <c:v>0.133521543885</c:v>
                </c:pt>
                <c:pt idx="1318">
                  <c:v>0.132492729192</c:v>
                </c:pt>
                <c:pt idx="1319">
                  <c:v>0.131472823893</c:v>
                </c:pt>
                <c:pt idx="1320">
                  <c:v>0.130461781171</c:v>
                </c:pt>
                <c:pt idx="1321">
                  <c:v>0.129459554247</c:v>
                </c:pt>
                <c:pt idx="1322">
                  <c:v>0.128466096298</c:v>
                </c:pt>
                <c:pt idx="1323">
                  <c:v>0.127481360395</c:v>
                </c:pt>
                <c:pt idx="1324">
                  <c:v>0.126505299434</c:v>
                </c:pt>
                <c:pt idx="1325">
                  <c:v>0.125537866083</c:v>
                </c:pt>
                <c:pt idx="1326">
                  <c:v>0.124579012733</c:v>
                </c:pt>
                <c:pt idx="1327">
                  <c:v>0.123628691448</c:v>
                </c:pt>
                <c:pt idx="1328">
                  <c:v>0.122686853926</c:v>
                </c:pt>
                <c:pt idx="1329">
                  <c:v>0.121753451469</c:v>
                </c:pt>
                <c:pt idx="1330">
                  <c:v>0.120828434948</c:v>
                </c:pt>
                <c:pt idx="1331">
                  <c:v>0.11991175478</c:v>
                </c:pt>
                <c:pt idx="1332">
                  <c:v>0.119003360907</c:v>
                </c:pt>
                <c:pt idx="1333">
                  <c:v>0.118103202781</c:v>
                </c:pt>
                <c:pt idx="1334">
                  <c:v>0.117211229351</c:v>
                </c:pt>
                <c:pt idx="1335">
                  <c:v>0.116327389056</c:v>
                </c:pt>
                <c:pt idx="1336">
                  <c:v>0.115451629816</c:v>
                </c:pt>
                <c:pt idx="1337">
                  <c:v>0.114583899037</c:v>
                </c:pt>
                <c:pt idx="1338">
                  <c:v>0.113724143607</c:v>
                </c:pt>
                <c:pt idx="1339">
                  <c:v>0.112872309906</c:v>
                </c:pt>
                <c:pt idx="1340">
                  <c:v>0.112028343808</c:v>
                </c:pt>
                <c:pt idx="1341">
                  <c:v>0.111192190694</c:v>
                </c:pt>
                <c:pt idx="1342">
                  <c:v>0.110363795464</c:v>
                </c:pt>
                <c:pt idx="1343">
                  <c:v>0.109543102549</c:v>
                </c:pt>
                <c:pt idx="1344">
                  <c:v>0.108730055928</c:v>
                </c:pt>
                <c:pt idx="1345">
                  <c:v>0.107924599149</c:v>
                </c:pt>
                <c:pt idx="1346">
                  <c:v>0.10712667534</c:v>
                </c:pt>
                <c:pt idx="1347">
                  <c:v>0.106336227238</c:v>
                </c:pt>
                <c:pt idx="1348">
                  <c:v>0.105553197206</c:v>
                </c:pt>
                <c:pt idx="1349">
                  <c:v>0.104777527253</c:v>
                </c:pt>
                <c:pt idx="1350">
                  <c:v>0.104009159065</c:v>
                </c:pt>
                <c:pt idx="1351">
                  <c:v>0.10324803402</c:v>
                </c:pt>
                <c:pt idx="1352">
                  <c:v>0.102494093221</c:v>
                </c:pt>
                <c:pt idx="1353">
                  <c:v>0.101747277513</c:v>
                </c:pt>
                <c:pt idx="1354">
                  <c:v>0.101007527514</c:v>
                </c:pt>
                <c:pt idx="1355">
                  <c:v>0.100274783639</c:v>
                </c:pt>
                <c:pt idx="1356">
                  <c:v>0.0995489861246</c:v>
                </c:pt>
                <c:pt idx="1357">
                  <c:v>0.0988300750542</c:v>
                </c:pt>
                <c:pt idx="1358">
                  <c:v>0.0981179903857</c:v>
                </c:pt>
                <c:pt idx="1359">
                  <c:v>0.0974126719755</c:v>
                </c:pt>
                <c:pt idx="1360">
                  <c:v>0.0967140596035</c:v>
                </c:pt>
                <c:pt idx="1361">
                  <c:v>0.0960220929985</c:v>
                </c:pt>
                <c:pt idx="1362">
                  <c:v>0.0953367118624</c:v>
                </c:pt>
                <c:pt idx="1363">
                  <c:v>0.0946578558948</c:v>
                </c:pt>
                <c:pt idx="1364">
                  <c:v>0.0939854648158</c:v>
                </c:pt>
                <c:pt idx="1365">
                  <c:v>0.0933194783901</c:v>
                </c:pt>
                <c:pt idx="1366">
                  <c:v>0.092659836449</c:v>
                </c:pt>
                <c:pt idx="1367">
                  <c:v>0.0920064789128</c:v>
                </c:pt>
                <c:pt idx="1368">
                  <c:v>0.0913593458123</c:v>
                </c:pt>
                <c:pt idx="1369">
                  <c:v>0.0907183773094</c:v>
                </c:pt>
                <c:pt idx="1370">
                  <c:v>0.0900835137176</c:v>
                </c:pt>
                <c:pt idx="1371">
                  <c:v>0.0894546955214</c:v>
                </c:pt>
                <c:pt idx="1372">
                  <c:v>0.0888318633956</c:v>
                </c:pt>
                <c:pt idx="1373">
                  <c:v>0.0882149582229</c:v>
                </c:pt>
                <c:pt idx="1374">
                  <c:v>0.0876039211119</c:v>
                </c:pt>
                <c:pt idx="1375">
                  <c:v>0.086998693414</c:v>
                </c:pt>
                <c:pt idx="1376">
                  <c:v>0.0863992167392</c:v>
                </c:pt>
                <c:pt idx="1377">
                  <c:v>0.085805432972</c:v>
                </c:pt>
                <c:pt idx="1378">
                  <c:v>0.085217284286</c:v>
                </c:pt>
                <c:pt idx="1379">
                  <c:v>0.0846347131578</c:v>
                </c:pt>
                <c:pt idx="1380">
                  <c:v>0.0840576623809</c:v>
                </c:pt>
                <c:pt idx="1381">
                  <c:v>0.083486075078</c:v>
                </c:pt>
                <c:pt idx="1382">
                  <c:v>0.0829198947136</c:v>
                </c:pt>
                <c:pt idx="1383">
                  <c:v>0.0823590651047</c:v>
                </c:pt>
                <c:pt idx="1384">
                  <c:v>0.0818035304325</c:v>
                </c:pt>
                <c:pt idx="1385">
                  <c:v>0.0812532352518</c:v>
                </c:pt>
                <c:pt idx="1386">
                  <c:v>0.080708124501</c:v>
                </c:pt>
                <c:pt idx="1387">
                  <c:v>0.0801681435111</c:v>
                </c:pt>
                <c:pt idx="1388">
                  <c:v>0.0796332380136</c:v>
                </c:pt>
                <c:pt idx="1389">
                  <c:v>0.0791033541489</c:v>
                </c:pt>
                <c:pt idx="1390">
                  <c:v>0.0785784384731</c:v>
                </c:pt>
                <c:pt idx="1391">
                  <c:v>0.078058437965</c:v>
                </c:pt>
                <c:pt idx="1392">
                  <c:v>0.077543300032</c:v>
                </c:pt>
                <c:pt idx="1393">
                  <c:v>0.0770329725159</c:v>
                </c:pt>
                <c:pt idx="1394">
                  <c:v>0.0765274036983</c:v>
                </c:pt>
                <c:pt idx="1395">
                  <c:v>0.0760265423046</c:v>
                </c:pt>
                <c:pt idx="1396">
                  <c:v>0.0755303375091</c:v>
                </c:pt>
                <c:pt idx="1397">
                  <c:v>0.0750387389383</c:v>
                </c:pt>
                <c:pt idx="1398">
                  <c:v>0.0745516966742</c:v>
                </c:pt>
                <c:pt idx="1399">
                  <c:v>0.0740691612575</c:v>
                </c:pt>
                <c:pt idx="1400">
                  <c:v>0.0735910836899</c:v>
                </c:pt>
                <c:pt idx="1401">
                  <c:v>0.0731174154365</c:v>
                </c:pt>
                <c:pt idx="1402">
                  <c:v>0.0726481084275</c:v>
                </c:pt>
                <c:pt idx="1403">
                  <c:v>0.0721831150595</c:v>
                </c:pt>
                <c:pt idx="1404">
                  <c:v>0.0717223881968</c:v>
                </c:pt>
                <c:pt idx="1405">
                  <c:v>0.0712658811724</c:v>
                </c:pt>
                <c:pt idx="1406">
                  <c:v>0.0708135477878</c:v>
                </c:pt>
                <c:pt idx="1407">
                  <c:v>0.0703653423138</c:v>
                </c:pt>
                <c:pt idx="1408">
                  <c:v>0.0699212194903</c:v>
                </c:pt>
                <c:pt idx="1409">
                  <c:v>0.0694811345257</c:v>
                </c:pt>
                <c:pt idx="1410">
                  <c:v>0.0690450430967</c:v>
                </c:pt>
                <c:pt idx="1411">
                  <c:v>0.0686129013468</c:v>
                </c:pt>
                <c:pt idx="1412">
                  <c:v>0.068184665886</c:v>
                </c:pt>
                <c:pt idx="1413">
                  <c:v>0.0677602937889</c:v>
                </c:pt>
                <c:pt idx="1414">
                  <c:v>0.0673397425935</c:v>
                </c:pt>
                <c:pt idx="1415">
                  <c:v>0.0669229702994</c:v>
                </c:pt>
                <c:pt idx="1416">
                  <c:v>0.0665099353659</c:v>
                </c:pt>
                <c:pt idx="1417">
                  <c:v>0.06610059671</c:v>
                </c:pt>
                <c:pt idx="1418">
                  <c:v>0.0656949137043</c:v>
                </c:pt>
                <c:pt idx="1419">
                  <c:v>0.0652928461743</c:v>
                </c:pt>
                <c:pt idx="1420">
                  <c:v>0.064894354396</c:v>
                </c:pt>
                <c:pt idx="1421">
                  <c:v>0.0644993990937</c:v>
                </c:pt>
                <c:pt idx="1422">
                  <c:v>0.0641079414365</c:v>
                </c:pt>
                <c:pt idx="1423">
                  <c:v>0.0637199430359</c:v>
                </c:pt>
                <c:pt idx="1424">
                  <c:v>0.0633353659426</c:v>
                </c:pt>
                <c:pt idx="1425">
                  <c:v>0.0629541726435</c:v>
                </c:pt>
                <c:pt idx="1426">
                  <c:v>0.0625763260584</c:v>
                </c:pt>
                <c:pt idx="1427">
                  <c:v>0.0622017895367</c:v>
                </c:pt>
                <c:pt idx="1428">
                  <c:v>0.0618305268542</c:v>
                </c:pt>
                <c:pt idx="1429">
                  <c:v>0.0614625022094</c:v>
                </c:pt>
                <c:pt idx="1430">
                  <c:v>0.0610976802202</c:v>
                </c:pt>
                <c:pt idx="1431">
                  <c:v>0.0607360259201</c:v>
                </c:pt>
                <c:pt idx="1432">
                  <c:v>0.060377504755</c:v>
                </c:pt>
                <c:pt idx="1433">
                  <c:v>0.060022082579</c:v>
                </c:pt>
                <c:pt idx="1434">
                  <c:v>0.0596697256508</c:v>
                </c:pt>
                <c:pt idx="1435">
                  <c:v>0.0593204006303</c:v>
                </c:pt>
                <c:pt idx="1436">
                  <c:v>0.0589740745743</c:v>
                </c:pt>
                <c:pt idx="1437">
                  <c:v>0.0586307149328</c:v>
                </c:pt>
                <c:pt idx="1438">
                  <c:v>0.0582902895455</c:v>
                </c:pt>
                <c:pt idx="1439">
                  <c:v>0.0579527666374</c:v>
                </c:pt>
                <c:pt idx="1440">
                  <c:v>0.0576181148151</c:v>
                </c:pt>
                <c:pt idx="1441">
                  <c:v>0.0572863030629</c:v>
                </c:pt>
                <c:pt idx="1442">
                  <c:v>0.0569573007388</c:v>
                </c:pt>
                <c:pt idx="1443">
                  <c:v>0.0566310775708</c:v>
                </c:pt>
                <c:pt idx="1444">
                  <c:v>0.0563076036524</c:v>
                </c:pt>
                <c:pt idx="1445">
                  <c:v>0.0559868494391</c:v>
                </c:pt>
                <c:pt idx="1446">
                  <c:v>0.0556687857445</c:v>
                </c:pt>
                <c:pt idx="1447">
                  <c:v>0.0553533837359</c:v>
                </c:pt>
                <c:pt idx="1448">
                  <c:v>0.0550406149308</c:v>
                </c:pt>
                <c:pt idx="1449">
                  <c:v>0.0547304511925</c:v>
                </c:pt>
                <c:pt idx="1450">
                  <c:v>0.0544228647268</c:v>
                </c:pt>
                <c:pt idx="1451">
                  <c:v>0.0541178280774</c:v>
                </c:pt>
                <c:pt idx="1452">
                  <c:v>0.0538153141224</c:v>
                </c:pt>
                <c:pt idx="1453">
                  <c:v>0.0535152960703</c:v>
                </c:pt>
                <c:pt idx="1454">
                  <c:v>0.0532177474562</c:v>
                </c:pt>
                <c:pt idx="1455">
                  <c:v>0.0529226421378</c:v>
                </c:pt>
                <c:pt idx="1456">
                  <c:v>0.0526299542917</c:v>
                </c:pt>
                <c:pt idx="1457">
                  <c:v>0.0523396584094</c:v>
                </c:pt>
                <c:pt idx="1458">
                  <c:v>0.0520517292936</c:v>
                </c:pt>
                <c:pt idx="1459">
                  <c:v>0.0517661420547</c:v>
                </c:pt>
                <c:pt idx="1460">
                  <c:v>0.0514828721066</c:v>
                </c:pt>
                <c:pt idx="1461">
                  <c:v>0.0512018951632</c:v>
                </c:pt>
                <c:pt idx="1462">
                  <c:v>0.0509231872348</c:v>
                </c:pt>
                <c:pt idx="1463">
                  <c:v>0.0506467246243</c:v>
                </c:pt>
                <c:pt idx="1464">
                  <c:v>0.0503724839236</c:v>
                </c:pt>
                <c:pt idx="1465">
                  <c:v>0.05010044201</c:v>
                </c:pt>
                <c:pt idx="1466">
                  <c:v>0.0498305760427</c:v>
                </c:pt>
                <c:pt idx="1467">
                  <c:v>0.0495628634592</c:v>
                </c:pt>
                <c:pt idx="1468">
                  <c:v>0.0492972819716</c:v>
                </c:pt>
                <c:pt idx="1469">
                  <c:v>0.0490338095635</c:v>
                </c:pt>
                <c:pt idx="1470">
                  <c:v>0.0487724244865</c:v>
                </c:pt>
                <c:pt idx="1471">
                  <c:v>0.0485131052563</c:v>
                </c:pt>
                <c:pt idx="1472">
                  <c:v>0.0482558306499</c:v>
                </c:pt>
                <c:pt idx="1473">
                  <c:v>0.0480005797021</c:v>
                </c:pt>
                <c:pt idx="1474">
                  <c:v>0.047747331702</c:v>
                </c:pt>
                <c:pt idx="1475">
                  <c:v>0.0474960661898</c:v>
                </c:pt>
                <c:pt idx="1476">
                  <c:v>0.0472467629539</c:v>
                </c:pt>
                <c:pt idx="1477">
                  <c:v>0.0469994020272</c:v>
                </c:pt>
                <c:pt idx="1478">
                  <c:v>0.0467539636841</c:v>
                </c:pt>
                <c:pt idx="1479">
                  <c:v>0.0465104284375</c:v>
                </c:pt>
                <c:pt idx="1480">
                  <c:v>0.0462687770357</c:v>
                </c:pt>
                <c:pt idx="1481">
                  <c:v>0.046028990459</c:v>
                </c:pt>
                <c:pt idx="1482">
                  <c:v>0.0457910499172</c:v>
                </c:pt>
                <c:pt idx="1483">
                  <c:v>0.0455549368462</c:v>
                </c:pt>
                <c:pt idx="1484">
                  <c:v>0.045320632905</c:v>
                </c:pt>
                <c:pt idx="1485">
                  <c:v>0.0450881199732</c:v>
                </c:pt>
                <c:pt idx="1486">
                  <c:v>0.0448573801477</c:v>
                </c:pt>
                <c:pt idx="1487">
                  <c:v>0.04462839574</c:v>
                </c:pt>
                <c:pt idx="1488">
                  <c:v>0.0444011492735</c:v>
                </c:pt>
                <c:pt idx="1489">
                  <c:v>0.0441756234804</c:v>
                </c:pt>
                <c:pt idx="1490">
                  <c:v>0.0439518012994</c:v>
                </c:pt>
                <c:pt idx="1491">
                  <c:v>0.0437296658724</c:v>
                </c:pt>
                <c:pt idx="1492">
                  <c:v>0.0435092005423</c:v>
                </c:pt>
                <c:pt idx="1493">
                  <c:v>0.0432903888504</c:v>
                </c:pt>
                <c:pt idx="1494">
                  <c:v>0.0430732145331</c:v>
                </c:pt>
                <c:pt idx="1495">
                  <c:v>0.0428576615203</c:v>
                </c:pt>
                <c:pt idx="1496">
                  <c:v>0.042643713932</c:v>
                </c:pt>
                <c:pt idx="1497">
                  <c:v>0.0424313560762</c:v>
                </c:pt>
                <c:pt idx="1498">
                  <c:v>0.0422205724466</c:v>
                </c:pt>
                <c:pt idx="1499">
                  <c:v>0.0420113477194</c:v>
                </c:pt>
                <c:pt idx="1500">
                  <c:v>0.041803666752</c:v>
                </c:pt>
                <c:pt idx="1501">
                  <c:v>0.0415975145794</c:v>
                </c:pt>
                <c:pt idx="1502">
                  <c:v>0.0413928764128</c:v>
                </c:pt>
                <c:pt idx="1503">
                  <c:v>0.0411897376369</c:v>
                </c:pt>
                <c:pt idx="1504">
                  <c:v>0.0409880838074</c:v>
                </c:pt>
                <c:pt idx="1505">
                  <c:v>0.0407879006492</c:v>
                </c:pt>
                <c:pt idx="1506">
                  <c:v>0.0405891740538</c:v>
                </c:pt>
                <c:pt idx="1507">
                  <c:v>0.0403918900772</c:v>
                </c:pt>
                <c:pt idx="1508">
                  <c:v>0.0401960349378</c:v>
                </c:pt>
                <c:pt idx="1509">
                  <c:v>0.0400015950144</c:v>
                </c:pt>
                <c:pt idx="1510">
                  <c:v>0.0398085568434</c:v>
                </c:pt>
                <c:pt idx="1511">
                  <c:v>0.0396169071178</c:v>
                </c:pt>
                <c:pt idx="1512">
                  <c:v>0.0394266326842</c:v>
                </c:pt>
                <c:pt idx="1513">
                  <c:v>0.0392377205411</c:v>
                </c:pt>
                <c:pt idx="1514">
                  <c:v>0.0390501578372</c:v>
                </c:pt>
                <c:pt idx="1515">
                  <c:v>0.0388639318688</c:v>
                </c:pt>
                <c:pt idx="1516">
                  <c:v>0.0386790300786</c:v>
                </c:pt>
                <c:pt idx="1517">
                  <c:v>0.0384954400531</c:v>
                </c:pt>
                <c:pt idx="1518">
                  <c:v>0.0383131495211</c:v>
                </c:pt>
                <c:pt idx="1519">
                  <c:v>0.0381321463517</c:v>
                </c:pt>
                <c:pt idx="1520">
                  <c:v>0.0379524185526</c:v>
                </c:pt>
                <c:pt idx="1521">
                  <c:v>0.037773954268</c:v>
                </c:pt>
                <c:pt idx="1522">
                  <c:v>0.0375967417771</c:v>
                </c:pt>
                <c:pt idx="1523">
                  <c:v>0.0374207694922</c:v>
                </c:pt>
                <c:pt idx="1524">
                  <c:v>0.0372460259571</c:v>
                </c:pt>
                <c:pt idx="1525">
                  <c:v>0.0370724998451</c:v>
                </c:pt>
                <c:pt idx="1526">
                  <c:v>0.0369001799575</c:v>
                </c:pt>
                <c:pt idx="1527">
                  <c:v>0.0367290552221</c:v>
                </c:pt>
                <c:pt idx="1528">
                  <c:v>0.036559114691</c:v>
                </c:pt>
                <c:pt idx="1529">
                  <c:v>0.0363903475398</c:v>
                </c:pt>
                <c:pt idx="1530">
                  <c:v>0.0362227430651</c:v>
                </c:pt>
                <c:pt idx="1531">
                  <c:v>0.0360562906838</c:v>
                </c:pt>
                <c:pt idx="1532">
                  <c:v>0.0358909799307</c:v>
                </c:pt>
                <c:pt idx="1533">
                  <c:v>0.0357268004577</c:v>
                </c:pt>
                <c:pt idx="1534">
                  <c:v>0.0355637420319</c:v>
                </c:pt>
                <c:pt idx="1535">
                  <c:v>0.035401794534</c:v>
                </c:pt>
                <c:pt idx="1536">
                  <c:v>0.0352409479574</c:v>
                </c:pt>
                <c:pt idx="1537">
                  <c:v>0.0350811924059</c:v>
                </c:pt>
                <c:pt idx="1538">
                  <c:v>0.034922518093</c:v>
                </c:pt>
                <c:pt idx="1539">
                  <c:v>0.0347649153403</c:v>
                </c:pt>
                <c:pt idx="1540">
                  <c:v>0.034608374576</c:v>
                </c:pt>
                <c:pt idx="1541">
                  <c:v>0.0344528863333</c:v>
                </c:pt>
                <c:pt idx="1542">
                  <c:v>0.0342984412498</c:v>
                </c:pt>
                <c:pt idx="1543">
                  <c:v>0.0341450300654</c:v>
                </c:pt>
                <c:pt idx="1544">
                  <c:v>0.0339926436213</c:v>
                </c:pt>
                <c:pt idx="1545">
                  <c:v>0.0338412728588</c:v>
                </c:pt>
                <c:pt idx="1546">
                  <c:v>0.0336909088178</c:v>
                </c:pt>
                <c:pt idx="1547">
                  <c:v>0.0335415426358</c:v>
                </c:pt>
                <c:pt idx="1548">
                  <c:v>0.0333931655465</c:v>
                </c:pt>
                <c:pt idx="1549">
                  <c:v>0.0332457688785</c:v>
                </c:pt>
                <c:pt idx="1550">
                  <c:v>0.0330993440543</c:v>
                </c:pt>
                <c:pt idx="1551">
                  <c:v>0.032953882589</c:v>
                </c:pt>
                <c:pt idx="1552">
                  <c:v>0.0328093760892</c:v>
                </c:pt>
                <c:pt idx="1553">
                  <c:v>0.0326658162516</c:v>
                </c:pt>
                <c:pt idx="1554">
                  <c:v>0.0325231948622</c:v>
                </c:pt>
                <c:pt idx="1555">
                  <c:v>0.0323815037951</c:v>
                </c:pt>
                <c:pt idx="1556">
                  <c:v>0.0322407350112</c:v>
                </c:pt>
                <c:pt idx="1557">
                  <c:v>0.0321008805572</c:v>
                </c:pt>
                <c:pt idx="1558">
                  <c:v>0.0319619325648</c:v>
                </c:pt>
                <c:pt idx="1559">
                  <c:v>0.031823883249</c:v>
                </c:pt>
                <c:pt idx="1560">
                  <c:v>0.0316867249078</c:v>
                </c:pt>
                <c:pt idx="1561">
                  <c:v>0.0315504499208</c:v>
                </c:pt>
                <c:pt idx="1562">
                  <c:v>0.0314150507479</c:v>
                </c:pt>
                <c:pt idx="1563">
                  <c:v>0.031280519929</c:v>
                </c:pt>
                <c:pt idx="1564">
                  <c:v>0.0311468500824</c:v>
                </c:pt>
                <c:pt idx="1565">
                  <c:v>0.0310140339039</c:v>
                </c:pt>
                <c:pt idx="1566">
                  <c:v>0.0308820641663</c:v>
                </c:pt>
                <c:pt idx="1567">
                  <c:v>0.030750933718</c:v>
                </c:pt>
                <c:pt idx="1568">
                  <c:v>0.0306206354821</c:v>
                </c:pt>
                <c:pt idx="1569">
                  <c:v>0.0304911624557</c:v>
                </c:pt>
                <c:pt idx="1570">
                  <c:v>0.0303625077088</c:v>
                </c:pt>
                <c:pt idx="1571">
                  <c:v>0.0302346643835</c:v>
                </c:pt>
                <c:pt idx="1572">
                  <c:v>0.030107625693</c:v>
                </c:pt>
                <c:pt idx="1573">
                  <c:v>0.0299813849211</c:v>
                </c:pt>
                <c:pt idx="1574">
                  <c:v>0.0298559354206</c:v>
                </c:pt>
                <c:pt idx="1575">
                  <c:v>0.0297312706133</c:v>
                </c:pt>
                <c:pt idx="1576">
                  <c:v>0.0296073839887</c:v>
                </c:pt>
                <c:pt idx="1577">
                  <c:v>0.0294842691031</c:v>
                </c:pt>
                <c:pt idx="1578">
                  <c:v>0.0293619195789</c:v>
                </c:pt>
                <c:pt idx="1579">
                  <c:v>0.0292403291042</c:v>
                </c:pt>
                <c:pt idx="1580">
                  <c:v>0.0291194914312</c:v>
                </c:pt>
                <c:pt idx="1581">
                  <c:v>0.0289994003762</c:v>
                </c:pt>
                <c:pt idx="1582">
                  <c:v>0.0288800498182</c:v>
                </c:pt>
                <c:pt idx="1583">
                  <c:v>0.0287614336988</c:v>
                </c:pt>
                <c:pt idx="1584">
                  <c:v>0.0286435460206</c:v>
                </c:pt>
                <c:pt idx="1585">
                  <c:v>0.0285263808475</c:v>
                </c:pt>
                <c:pt idx="1586">
                  <c:v>0.028409932303</c:v>
                </c:pt>
                <c:pt idx="1587">
                  <c:v>0.02829419457</c:v>
                </c:pt>
                <c:pt idx="1588">
                  <c:v>0.0281791618901</c:v>
                </c:pt>
                <c:pt idx="1589">
                  <c:v>0.0280648285628</c:v>
                </c:pt>
                <c:pt idx="1590">
                  <c:v>0.0279511889447</c:v>
                </c:pt>
                <c:pt idx="1591">
                  <c:v>0.0278382374489</c:v>
                </c:pt>
                <c:pt idx="1592">
                  <c:v>0.0277259685444</c:v>
                </c:pt>
                <c:pt idx="1593">
                  <c:v>0.0276143767556</c:v>
                </c:pt>
                <c:pt idx="1594">
                  <c:v>0.0275034566611</c:v>
                </c:pt>
                <c:pt idx="1595">
                  <c:v>0.0273932028936</c:v>
                </c:pt>
                <c:pt idx="1596">
                  <c:v>0.027283610139</c:v>
                </c:pt>
                <c:pt idx="1597">
                  <c:v>0.0271746731358</c:v>
                </c:pt>
                <c:pt idx="1598">
                  <c:v>0.0270663866747</c:v>
                </c:pt>
                <c:pt idx="1599">
                  <c:v>0.0269587455975</c:v>
                </c:pt>
                <c:pt idx="1600">
                  <c:v>0.0268517447971</c:v>
                </c:pt>
                <c:pt idx="1601">
                  <c:v>0.0267453792165</c:v>
                </c:pt>
                <c:pt idx="1602">
                  <c:v>0.0266396438482</c:v>
                </c:pt>
                <c:pt idx="1603">
                  <c:v>0.0265345337339</c:v>
                </c:pt>
                <c:pt idx="1604">
                  <c:v>0.0264300439637</c:v>
                </c:pt>
                <c:pt idx="1605">
                  <c:v>0.0263261696758</c:v>
                </c:pt>
                <c:pt idx="1606">
                  <c:v>0.0262229060554</c:v>
                </c:pt>
                <c:pt idx="1607">
                  <c:v>0.0261202483348</c:v>
                </c:pt>
                <c:pt idx="1608">
                  <c:v>0.0260181917926</c:v>
                </c:pt>
                <c:pt idx="1609">
                  <c:v>0.0259167317528</c:v>
                </c:pt>
                <c:pt idx="1610">
                  <c:v>0.025815863585</c:v>
                </c:pt>
                <c:pt idx="1611">
                  <c:v>0.0257155827032</c:v>
                </c:pt>
                <c:pt idx="1612">
                  <c:v>0.0256158845658</c:v>
                </c:pt>
                <c:pt idx="1613">
                  <c:v>0.0255167646747</c:v>
                </c:pt>
                <c:pt idx="1614">
                  <c:v>0.025418218575</c:v>
                </c:pt>
                <c:pt idx="1615">
                  <c:v>0.0253202418546</c:v>
                </c:pt>
                <c:pt idx="1616">
                  <c:v>0.0252228301436</c:v>
                </c:pt>
                <c:pt idx="1617">
                  <c:v>0.0251259791135</c:v>
                </c:pt>
                <c:pt idx="1618">
                  <c:v>0.0250296844774</c:v>
                </c:pt>
                <c:pt idx="1619">
                  <c:v>0.0249339419891</c:v>
                </c:pt>
                <c:pt idx="1620">
                  <c:v>0.0248387474425</c:v>
                </c:pt>
                <c:pt idx="1621">
                  <c:v>0.0247440966716</c:v>
                </c:pt>
                <c:pt idx="1622">
                  <c:v>0.0246499855497</c:v>
                </c:pt>
                <c:pt idx="1623">
                  <c:v>0.024556409989</c:v>
                </c:pt>
                <c:pt idx="1624">
                  <c:v>0.0244633659405</c:v>
                </c:pt>
                <c:pt idx="1625">
                  <c:v>0.0243708493928</c:v>
                </c:pt>
                <c:pt idx="1626">
                  <c:v>0.0242788563726</c:v>
                </c:pt>
                <c:pt idx="1627">
                  <c:v>0.0241873829438</c:v>
                </c:pt>
                <c:pt idx="1628">
                  <c:v>0.0240964252069</c:v>
                </c:pt>
                <c:pt idx="1629">
                  <c:v>0.0240059792989</c:v>
                </c:pt>
                <c:pt idx="1630">
                  <c:v>0.023916041393</c:v>
                </c:pt>
                <c:pt idx="1631">
                  <c:v>0.0238266076978</c:v>
                </c:pt>
                <c:pt idx="1632">
                  <c:v>0.0237376744572</c:v>
                </c:pt>
                <c:pt idx="1633">
                  <c:v>0.0236492379499</c:v>
                </c:pt>
                <c:pt idx="1634">
                  <c:v>0.0235612944891</c:v>
                </c:pt>
                <c:pt idx="1635">
                  <c:v>0.023473840422</c:v>
                </c:pt>
                <c:pt idx="1636">
                  <c:v>0.0233868721295</c:v>
                </c:pt>
                <c:pt idx="1637">
                  <c:v>0.0233003860259</c:v>
                </c:pt>
                <c:pt idx="1638">
                  <c:v>0.0232143785583</c:v>
                </c:pt>
                <c:pt idx="1639">
                  <c:v>0.0231288462066</c:v>
                </c:pt>
                <c:pt idx="1640">
                  <c:v>0.0230437854826</c:v>
                </c:pt>
                <c:pt idx="1641">
                  <c:v>0.0229591929305</c:v>
                </c:pt>
                <c:pt idx="1642">
                  <c:v>0.0228750651255</c:v>
                </c:pt>
                <c:pt idx="1643">
                  <c:v>0.0227913986743</c:v>
                </c:pt>
                <c:pt idx="1644">
                  <c:v>0.0227081902143</c:v>
                </c:pt>
                <c:pt idx="1645">
                  <c:v>0.0226254364137</c:v>
                </c:pt>
                <c:pt idx="1646">
                  <c:v>0.0225431339705</c:v>
                </c:pt>
                <c:pt idx="1647">
                  <c:v>0.0224612796129</c:v>
                </c:pt>
                <c:pt idx="1648">
                  <c:v>0.0223798700983</c:v>
                </c:pt>
                <c:pt idx="1649">
                  <c:v>0.0222989022137</c:v>
                </c:pt>
                <c:pt idx="1650">
                  <c:v>0.0222183727748</c:v>
                </c:pt>
                <c:pt idx="1651">
                  <c:v>0.0221382786258</c:v>
                </c:pt>
                <c:pt idx="1652">
                  <c:v>0.0220586166394</c:v>
                </c:pt>
                <c:pt idx="1653">
                  <c:v>0.0219793837162</c:v>
                </c:pt>
                <c:pt idx="1654">
                  <c:v>0.0219005767844</c:v>
                </c:pt>
                <c:pt idx="1655">
                  <c:v>0.0218221927999</c:v>
                </c:pt>
                <c:pt idx="1656">
                  <c:v>0.0217442287452</c:v>
                </c:pt>
                <c:pt idx="1657">
                  <c:v>0.0216666816302</c:v>
                </c:pt>
                <c:pt idx="1658">
                  <c:v>0.0215895484908</c:v>
                </c:pt>
                <c:pt idx="1659">
                  <c:v>0.0215128263895</c:v>
                </c:pt>
                <c:pt idx="1660">
                  <c:v>0.0214365124147</c:v>
                </c:pt>
                <c:pt idx="1661">
                  <c:v>0.0213606036803</c:v>
                </c:pt>
                <c:pt idx="1662">
                  <c:v>0.0212850973259</c:v>
                </c:pt>
                <c:pt idx="1663">
                  <c:v>0.0212099905161</c:v>
                </c:pt>
                <c:pt idx="1664">
                  <c:v>0.0211352804404</c:v>
                </c:pt>
                <c:pt idx="1665">
                  <c:v>0.0210609643131</c:v>
                </c:pt>
                <c:pt idx="1666">
                  <c:v>0.0209870393726</c:v>
                </c:pt>
                <c:pt idx="1667">
                  <c:v>0.0209135028816</c:v>
                </c:pt>
                <c:pt idx="1668">
                  <c:v>0.0208403521267</c:v>
                </c:pt>
                <c:pt idx="1669">
                  <c:v>0.020767584418</c:v>
                </c:pt>
                <c:pt idx="1670">
                  <c:v>0.0206951970891</c:v>
                </c:pt>
                <c:pt idx="1671">
                  <c:v>0.0206231874967</c:v>
                </c:pt>
                <c:pt idx="1672">
                  <c:v>0.0205515530202</c:v>
                </c:pt>
                <c:pt idx="1673">
                  <c:v>0.0204802910619</c:v>
                </c:pt>
                <c:pt idx="1674">
                  <c:v>0.0204093990465</c:v>
                </c:pt>
                <c:pt idx="1675">
                  <c:v>0.0203388744208</c:v>
                </c:pt>
                <c:pt idx="1676">
                  <c:v>0.0202687146535</c:v>
                </c:pt>
                <c:pt idx="1677">
                  <c:v>0.0201989172353</c:v>
                </c:pt>
                <c:pt idx="1678">
                  <c:v>0.0201294796781</c:v>
                </c:pt>
                <c:pt idx="1679">
                  <c:v>0.0200603995154</c:v>
                </c:pt>
                <c:pt idx="1680">
                  <c:v>0.0199916743014</c:v>
                </c:pt>
                <c:pt idx="1681">
                  <c:v>0.0199233016116</c:v>
                </c:pt>
                <c:pt idx="1682">
                  <c:v>0.0198552790418</c:v>
                </c:pt>
                <c:pt idx="1683">
                  <c:v>0.0197876042083</c:v>
                </c:pt>
                <c:pt idx="1684">
                  <c:v>0.0197202747479</c:v>
                </c:pt>
                <c:pt idx="1685">
                  <c:v>0.0196532883171</c:v>
                </c:pt>
                <c:pt idx="1686">
                  <c:v>0.0195866425923</c:v>
                </c:pt>
                <c:pt idx="1687">
                  <c:v>0.0195203352696</c:v>
                </c:pt>
                <c:pt idx="1688">
                  <c:v>0.0194543640645</c:v>
                </c:pt>
                <c:pt idx="1689">
                  <c:v>0.0193887267117</c:v>
                </c:pt>
                <c:pt idx="1690">
                  <c:v>0.019323420965</c:v>
                </c:pt>
                <c:pt idx="1691">
                  <c:v>0.0192584445969</c:v>
                </c:pt>
                <c:pt idx="1692">
                  <c:v>0.0191937953988</c:v>
                </c:pt>
                <c:pt idx="1693">
                  <c:v>0.0191294711802</c:v>
                </c:pt>
                <c:pt idx="1694">
                  <c:v>0.0190654697693</c:v>
                </c:pt>
                <c:pt idx="1695">
                  <c:v>0.0190017890121</c:v>
                </c:pt>
                <c:pt idx="1696">
                  <c:v>0.0189384267726</c:v>
                </c:pt>
                <c:pt idx="1697">
                  <c:v>0.0188753809327</c:v>
                </c:pt>
                <c:pt idx="1698">
                  <c:v>0.0188126493915</c:v>
                </c:pt>
                <c:pt idx="1699">
                  <c:v>0.0187502300659</c:v>
                </c:pt>
                <c:pt idx="1700">
                  <c:v>0.0186881208898</c:v>
                </c:pt>
                <c:pt idx="1701">
                  <c:v>0.0186263198141</c:v>
                </c:pt>
                <c:pt idx="1702">
                  <c:v>0.0185648248068</c:v>
                </c:pt>
                <c:pt idx="1703">
                  <c:v>0.0185036338524</c:v>
                </c:pt>
                <c:pt idx="1704">
                  <c:v>0.0184427449521</c:v>
                </c:pt>
                <c:pt idx="1705">
                  <c:v>0.0183821561233</c:v>
                </c:pt>
                <c:pt idx="1706">
                  <c:v>0.0183218653999</c:v>
                </c:pt>
                <c:pt idx="1707">
                  <c:v>0.0182618708316</c:v>
                </c:pt>
                <c:pt idx="1708">
                  <c:v>0.0182021704842</c:v>
                </c:pt>
                <c:pt idx="1709">
                  <c:v>0.0181427624391</c:v>
                </c:pt>
                <c:pt idx="1710">
                  <c:v>0.0180836447935</c:v>
                </c:pt>
                <c:pt idx="1711">
                  <c:v>0.0180248156598</c:v>
                </c:pt>
                <c:pt idx="1712">
                  <c:v>0.0179662731659</c:v>
                </c:pt>
                <c:pt idx="1713">
                  <c:v>0.0179080154549</c:v>
                </c:pt>
                <c:pt idx="1714">
                  <c:v>0.0178500406846</c:v>
                </c:pt>
                <c:pt idx="1715">
                  <c:v>0.017792347028</c:v>
                </c:pt>
                <c:pt idx="1716">
                  <c:v>0.0177349326726</c:v>
                </c:pt>
                <c:pt idx="1717">
                  <c:v>0.0176777958206</c:v>
                </c:pt>
                <c:pt idx="1718">
                  <c:v>0.0176209346886</c:v>
                </c:pt>
                <c:pt idx="1719">
                  <c:v>0.0175643475073</c:v>
                </c:pt>
                <c:pt idx="1720">
                  <c:v>0.017508032522</c:v>
                </c:pt>
                <c:pt idx="1721">
                  <c:v>0.0174519879915</c:v>
                </c:pt>
                <c:pt idx="1722">
                  <c:v>0.017396212189</c:v>
                </c:pt>
                <c:pt idx="1723">
                  <c:v>0.017340703401</c:v>
                </c:pt>
                <c:pt idx="1724">
                  <c:v>0.017285459928</c:v>
                </c:pt>
                <c:pt idx="1725">
                  <c:v>0.0172304800837</c:v>
                </c:pt>
                <c:pt idx="1726">
                  <c:v>0.0171757621953</c:v>
                </c:pt>
                <c:pt idx="1727">
                  <c:v>0.0171213046034</c:v>
                </c:pt>
                <c:pt idx="1728">
                  <c:v>0.0170671056614</c:v>
                </c:pt>
                <c:pt idx="1729">
                  <c:v>0.0170131637359</c:v>
                </c:pt>
                <c:pt idx="1730">
                  <c:v>0.0169594772064</c:v>
                </c:pt>
                <c:pt idx="1731">
                  <c:v>0.0169060444649</c:v>
                </c:pt>
                <c:pt idx="1732">
                  <c:v>0.0168528639162</c:v>
                </c:pt>
                <c:pt idx="1733">
                  <c:v>0.0167999339778</c:v>
                </c:pt>
                <c:pt idx="1734">
                  <c:v>0.0167472530792</c:v>
                </c:pt>
                <c:pt idx="1735">
                  <c:v>0.0166948196624</c:v>
                </c:pt>
                <c:pt idx="1736">
                  <c:v>0.0166426321816</c:v>
                </c:pt>
                <c:pt idx="1737">
                  <c:v>0.0165906891029</c:v>
                </c:pt>
                <c:pt idx="1738">
                  <c:v>0.0165389889045</c:v>
                </c:pt>
                <c:pt idx="1739">
                  <c:v>0.0164875300763</c:v>
                </c:pt>
                <c:pt idx="1740">
                  <c:v>0.0164363111199</c:v>
                </c:pt>
                <c:pt idx="1741">
                  <c:v>0.0163853305486</c:v>
                </c:pt>
                <c:pt idx="1742">
                  <c:v>0.0163345868872</c:v>
                </c:pt>
                <c:pt idx="1743">
                  <c:v>0.0162840786717</c:v>
                </c:pt>
                <c:pt idx="1744">
                  <c:v>0.0162338044497</c:v>
                </c:pt>
                <c:pt idx="1745">
                  <c:v>0.0161837627797</c:v>
                </c:pt>
                <c:pt idx="1746">
                  <c:v>0.0161339522314</c:v>
                </c:pt>
                <c:pt idx="1747">
                  <c:v>0.0160843713855</c:v>
                </c:pt>
                <c:pt idx="1748">
                  <c:v>0.0160350188335</c:v>
                </c:pt>
                <c:pt idx="1749">
                  <c:v>0.0159858931778</c:v>
                </c:pt>
                <c:pt idx="1750">
                  <c:v>0.0159369930313</c:v>
                </c:pt>
                <c:pt idx="1751">
                  <c:v>0.0158883170176</c:v>
                </c:pt>
                <c:pt idx="1752">
                  <c:v>0.0158398637708</c:v>
                </c:pt>
                <c:pt idx="1753">
                  <c:v>0.0157916319353</c:v>
                </c:pt>
                <c:pt idx="1754">
                  <c:v>0.0157436201659</c:v>
                </c:pt>
                <c:pt idx="1755">
                  <c:v>0.0156958271275</c:v>
                </c:pt>
                <c:pt idx="1756">
                  <c:v>0.0156482514951</c:v>
                </c:pt>
                <c:pt idx="1757">
                  <c:v>0.0156008919539</c:v>
                </c:pt>
                <c:pt idx="1758">
                  <c:v>0.0155537471987</c:v>
                </c:pt>
                <c:pt idx="1759">
                  <c:v>0.0155068159345</c:v>
                </c:pt>
                <c:pt idx="1760">
                  <c:v>0.0154600968758</c:v>
                </c:pt>
                <c:pt idx="1761">
                  <c:v>0.0154135887468</c:v>
                </c:pt>
                <c:pt idx="1762">
                  <c:v>0.0153672902813</c:v>
                </c:pt>
                <c:pt idx="1763">
                  <c:v>0.0153212002226</c:v>
                </c:pt>
                <c:pt idx="1764">
                  <c:v>0.0152753173234</c:v>
                </c:pt>
                <c:pt idx="1765">
                  <c:v>0.0152296403458</c:v>
                </c:pt>
                <c:pt idx="1766">
                  <c:v>0.0151841680608</c:v>
                </c:pt>
                <c:pt idx="1767">
                  <c:v>0.015138899249</c:v>
                </c:pt>
                <c:pt idx="1768">
                  <c:v>0.0150938326998</c:v>
                </c:pt>
                <c:pt idx="1769">
                  <c:v>0.0150489672116</c:v>
                </c:pt>
                <c:pt idx="1770">
                  <c:v>0.0150043015917</c:v>
                </c:pt>
                <c:pt idx="1771">
                  <c:v>0.0149598346565</c:v>
                </c:pt>
                <c:pt idx="1772">
                  <c:v>0.0149155652307</c:v>
                </c:pt>
                <c:pt idx="1773">
                  <c:v>0.014871492148</c:v>
                </c:pt>
                <c:pt idx="1774">
                  <c:v>0.0148276142507</c:v>
                </c:pt>
                <c:pt idx="1775">
                  <c:v>0.0147839303894</c:v>
                </c:pt>
                <c:pt idx="1776">
                  <c:v>0.0147404394233</c:v>
                </c:pt>
                <c:pt idx="1777">
                  <c:v>0.01469714022</c:v>
                </c:pt>
                <c:pt idx="1778">
                  <c:v>0.0146540316553</c:v>
                </c:pt>
                <c:pt idx="1779">
                  <c:v>0.0146111126133</c:v>
                </c:pt>
                <c:pt idx="1780">
                  <c:v>0.0145683819862</c:v>
                </c:pt>
                <c:pt idx="1781">
                  <c:v>0.0145258386743</c:v>
                </c:pt>
                <c:pt idx="1782">
                  <c:v>0.0144834815859</c:v>
                </c:pt>
                <c:pt idx="1783">
                  <c:v>0.0144413096373</c:v>
                </c:pt>
                <c:pt idx="1784">
                  <c:v>0.0143993217527</c:v>
                </c:pt>
                <c:pt idx="1785">
                  <c:v>0.0143575168639</c:v>
                </c:pt>
                <c:pt idx="1786">
                  <c:v>0.0143158939106</c:v>
                </c:pt>
                <c:pt idx="1787">
                  <c:v>0.0142744518403</c:v>
                </c:pt>
                <c:pt idx="1788">
                  <c:v>0.0142331896077</c:v>
                </c:pt>
                <c:pt idx="1789">
                  <c:v>0.0141921061755</c:v>
                </c:pt>
                <c:pt idx="1790">
                  <c:v>0.0141512005135</c:v>
                </c:pt>
                <c:pt idx="1791">
                  <c:v>0.0141104715992</c:v>
                </c:pt>
                <c:pt idx="1792">
                  <c:v>0.0140699184172</c:v>
                </c:pt>
                <c:pt idx="1793">
                  <c:v>0.0140295399596</c:v>
                </c:pt>
                <c:pt idx="1794">
                  <c:v>0.0139893352255</c:v>
                </c:pt>
                <c:pt idx="1795">
                  <c:v>0.0139493032213</c:v>
                </c:pt>
                <c:pt idx="1796">
                  <c:v>0.0139094429604</c:v>
                </c:pt>
                <c:pt idx="1797">
                  <c:v>0.0138697534634</c:v>
                </c:pt>
                <c:pt idx="1798">
                  <c:v>0.0138302337577</c:v>
                </c:pt>
                <c:pt idx="1799">
                  <c:v>0.0137908828777</c:v>
                </c:pt>
                <c:pt idx="1800">
                  <c:v>0.0137516998647</c:v>
                </c:pt>
                <c:pt idx="1801">
                  <c:v>0.0137126837667</c:v>
                </c:pt>
                <c:pt idx="1802">
                  <c:v>0.0136738336384</c:v>
                </c:pt>
                <c:pt idx="1803">
                  <c:v>0.0136351485413</c:v>
                </c:pt>
                <c:pt idx="1804">
                  <c:v>0.0135966275435</c:v>
                </c:pt>
                <c:pt idx="1805">
                  <c:v>0.0135582697197</c:v>
                </c:pt>
                <c:pt idx="1806">
                  <c:v>0.0135200741511</c:v>
                </c:pt>
                <c:pt idx="1807">
                  <c:v>0.0134820399252</c:v>
                </c:pt>
                <c:pt idx="1808">
                  <c:v>0.0134441661361</c:v>
                </c:pt>
                <c:pt idx="1809">
                  <c:v>0.0134064518842</c:v>
                </c:pt>
                <c:pt idx="1810">
                  <c:v>0.0133688962762</c:v>
                </c:pt>
                <c:pt idx="1811">
                  <c:v>0.013331498425</c:v>
                </c:pt>
                <c:pt idx="1812">
                  <c:v>0.0132942574498</c:v>
                </c:pt>
                <c:pt idx="1813">
                  <c:v>0.0132571724758</c:v>
                </c:pt>
                <c:pt idx="1814">
                  <c:v>0.0132202426344</c:v>
                </c:pt>
                <c:pt idx="1815">
                  <c:v>0.013183467063</c:v>
                </c:pt>
                <c:pt idx="1816">
                  <c:v>0.013146844905</c:v>
                </c:pt>
                <c:pt idx="1817">
                  <c:v>0.0131103753097</c:v>
                </c:pt>
                <c:pt idx="1818">
                  <c:v>0.0130740574323</c:v>
                </c:pt>
                <c:pt idx="1819">
                  <c:v>0.0130378904339</c:v>
                </c:pt>
                <c:pt idx="1820">
                  <c:v>0.0130018734813</c:v>
                </c:pt>
                <c:pt idx="1821">
                  <c:v>0.0129660057472</c:v>
                </c:pt>
                <c:pt idx="1822">
                  <c:v>0.0129302864099</c:v>
                </c:pt>
                <c:pt idx="1823">
                  <c:v>0.0128947146532</c:v>
                </c:pt>
                <c:pt idx="1824">
                  <c:v>0.0128592896669</c:v>
                </c:pt>
                <c:pt idx="1825">
                  <c:v>0.0128240106459</c:v>
                </c:pt>
                <c:pt idx="1826">
                  <c:v>0.0127888767908</c:v>
                </c:pt>
                <c:pt idx="1827">
                  <c:v>0.0127538873079</c:v>
                </c:pt>
                <c:pt idx="1828">
                  <c:v>0.0127190414086</c:v>
                </c:pt>
                <c:pt idx="1829">
                  <c:v>0.0126843383098</c:v>
                </c:pt>
                <c:pt idx="1830">
                  <c:v>0.0126497772337</c:v>
                </c:pt>
                <c:pt idx="1831">
                  <c:v>0.0126153574079</c:v>
                </c:pt>
                <c:pt idx="1832">
                  <c:v>0.0125810780651</c:v>
                </c:pt>
                <c:pt idx="1833">
                  <c:v>0.0125469384433</c:v>
                </c:pt>
                <c:pt idx="1834">
                  <c:v>0.0125129377856</c:v>
                </c:pt>
                <c:pt idx="1835">
                  <c:v>0.0124790753403</c:v>
                </c:pt>
                <c:pt idx="1836">
                  <c:v>0.0124453503608</c:v>
                </c:pt>
                <c:pt idx="1837">
                  <c:v>0.0124117621053</c:v>
                </c:pt>
                <c:pt idx="1838">
                  <c:v>0.0123783098374</c:v>
                </c:pt>
                <c:pt idx="1839">
                  <c:v>0.0123449928253</c:v>
                </c:pt>
                <c:pt idx="1840">
                  <c:v>0.0123118103422</c:v>
                </c:pt>
                <c:pt idx="1841">
                  <c:v>0.0122787616663</c:v>
                </c:pt>
                <c:pt idx="1842">
                  <c:v>0.0122458460806</c:v>
                </c:pt>
                <c:pt idx="1843">
                  <c:v>0.0122130628729</c:v>
                </c:pt>
                <c:pt idx="1844">
                  <c:v>0.0121804113356</c:v>
                </c:pt>
                <c:pt idx="1845">
                  <c:v>0.012147890766</c:v>
                </c:pt>
                <c:pt idx="1846">
                  <c:v>0.012115500466</c:v>
                </c:pt>
                <c:pt idx="1847">
                  <c:v>0.0120832397423</c:v>
                </c:pt>
                <c:pt idx="1848">
                  <c:v>0.0120511079061</c:v>
                </c:pt>
                <c:pt idx="1849">
                  <c:v>0.0120191042731</c:v>
                </c:pt>
                <c:pt idx="1850">
                  <c:v>0.0119872281636</c:v>
                </c:pt>
                <c:pt idx="1851">
                  <c:v>0.0119554789024</c:v>
                </c:pt>
                <c:pt idx="1852">
                  <c:v>0.0119238558189</c:v>
                </c:pt>
                <c:pt idx="1853">
                  <c:v>0.0118923582467</c:v>
                </c:pt>
                <c:pt idx="1854">
                  <c:v>0.011860985524</c:v>
                </c:pt>
                <c:pt idx="1855">
                  <c:v>0.0118297369932</c:v>
                </c:pt>
                <c:pt idx="1856">
                  <c:v>0.0117986120011</c:v>
                </c:pt>
                <c:pt idx="1857">
                  <c:v>0.0117676098988</c:v>
                </c:pt>
                <c:pt idx="1858">
                  <c:v>0.0117367300417</c:v>
                </c:pt>
                <c:pt idx="1859">
                  <c:v>0.0117059717893</c:v>
                </c:pt>
                <c:pt idx="1860">
                  <c:v>0.0116753345055</c:v>
                </c:pt>
                <c:pt idx="1861">
                  <c:v>0.011644817558</c:v>
                </c:pt>
                <c:pt idx="1862">
                  <c:v>0.0116144203191</c:v>
                </c:pt>
                <c:pt idx="1863">
                  <c:v>0.0115841421648</c:v>
                </c:pt>
                <c:pt idx="1864">
                  <c:v>0.0115539824754</c:v>
                </c:pt>
                <c:pt idx="1865">
                  <c:v>0.0115239406351</c:v>
                </c:pt>
                <c:pt idx="1866">
                  <c:v>0.0114940160322</c:v>
                </c:pt>
                <c:pt idx="1867">
                  <c:v>0.0114642080589</c:v>
                </c:pt>
                <c:pt idx="1868">
                  <c:v>0.0114345161112</c:v>
                </c:pt>
                <c:pt idx="1869">
                  <c:v>0.0114049395894</c:v>
                </c:pt>
                <c:pt idx="1870">
                  <c:v>0.0113754778974</c:v>
                </c:pt>
                <c:pt idx="1871">
                  <c:v>0.0113461304428</c:v>
                </c:pt>
                <c:pt idx="1872">
                  <c:v>0.0113168966374</c:v>
                </c:pt>
                <c:pt idx="1873">
                  <c:v>0.0112877758965</c:v>
                </c:pt>
                <c:pt idx="1874">
                  <c:v>0.0112587676393</c:v>
                </c:pt>
                <c:pt idx="1875">
                  <c:v>0.0112298712887</c:v>
                </c:pt>
                <c:pt idx="1876">
                  <c:v>0.0112010862713</c:v>
                </c:pt>
                <c:pt idx="1877">
                  <c:v>0.0111724120172</c:v>
                </c:pt>
                <c:pt idx="1878">
                  <c:v>0.0111438479605</c:v>
                </c:pt>
                <c:pt idx="1879">
                  <c:v>0.0111153935386</c:v>
                </c:pt>
                <c:pt idx="1880">
                  <c:v>0.0110870481927</c:v>
                </c:pt>
                <c:pt idx="1881">
                  <c:v>0.0110588113675</c:v>
                </c:pt>
                <c:pt idx="1882">
                  <c:v>0.011030682511</c:v>
                </c:pt>
                <c:pt idx="1883">
                  <c:v>0.0110026610752</c:v>
                </c:pt>
                <c:pt idx="1884">
                  <c:v>0.0109747465151</c:v>
                </c:pt>
                <c:pt idx="1885">
                  <c:v>0.0109469382894</c:v>
                </c:pt>
                <c:pt idx="1886">
                  <c:v>0.0109192358603</c:v>
                </c:pt>
                <c:pt idx="1887">
                  <c:v>0.0108916386931</c:v>
                </c:pt>
                <c:pt idx="1888">
                  <c:v>0.0108641462568</c:v>
                </c:pt>
                <c:pt idx="1889">
                  <c:v>0.0108367580236</c:v>
                </c:pt>
                <c:pt idx="1890">
                  <c:v>0.0108094734689</c:v>
                </c:pt>
                <c:pt idx="1891">
                  <c:v>0.0107822920718</c:v>
                </c:pt>
                <c:pt idx="1892">
                  <c:v>0.0107552133143</c:v>
                </c:pt>
                <c:pt idx="1893">
                  <c:v>0.0107282366817</c:v>
                </c:pt>
                <c:pt idx="1894">
                  <c:v>0.0107013616626</c:v>
                </c:pt>
                <c:pt idx="1895">
                  <c:v>0.010674587749</c:v>
                </c:pt>
                <c:pt idx="1896">
                  <c:v>0.0106479144357</c:v>
                </c:pt>
                <c:pt idx="1897">
                  <c:v>0.0106213412209</c:v>
                </c:pt>
                <c:pt idx="1898">
                  <c:v>0.0105948676059</c:v>
                </c:pt>
                <c:pt idx="1899">
                  <c:v>0.010568493095</c:v>
                </c:pt>
                <c:pt idx="1900">
                  <c:v>0.0105422171957</c:v>
                </c:pt>
                <c:pt idx="1901">
                  <c:v>0.0105160394186</c:v>
                </c:pt>
                <c:pt idx="1902">
                  <c:v>0.0104899592772</c:v>
                </c:pt>
                <c:pt idx="1903">
                  <c:v>0.0104639762881</c:v>
                </c:pt>
                <c:pt idx="1904">
                  <c:v>0.0104380899709</c:v>
                </c:pt>
                <c:pt idx="1905">
                  <c:v>0.0104122998482</c:v>
                </c:pt>
                <c:pt idx="1906">
                  <c:v>0.0103866054454</c:v>
                </c:pt>
                <c:pt idx="1907">
                  <c:v>0.010361006291</c:v>
                </c:pt>
                <c:pt idx="1908">
                  <c:v>0.0103355019163</c:v>
                </c:pt>
                <c:pt idx="1909">
                  <c:v>0.0103100918556</c:v>
                </c:pt>
                <c:pt idx="1910">
                  <c:v>0.010284775646</c:v>
                </c:pt>
                <c:pt idx="1911">
                  <c:v>0.0102595528274</c:v>
                </c:pt>
                <c:pt idx="1912">
                  <c:v>0.0102344229425</c:v>
                </c:pt>
                <c:pt idx="1913">
                  <c:v>0.010209385537</c:v>
                </c:pt>
                <c:pt idx="1914">
                  <c:v>0.0101844401591</c:v>
                </c:pt>
                <c:pt idx="1915">
                  <c:v>0.01015958636</c:v>
                </c:pt>
                <c:pt idx="1916">
                  <c:v>0.0101348236935</c:v>
                </c:pt>
                <c:pt idx="1917">
                  <c:v>0.0101101517163</c:v>
                </c:pt>
                <c:pt idx="1918">
                  <c:v>0.0100855699875</c:v>
                </c:pt>
                <c:pt idx="1919">
                  <c:v>0.0100610780692</c:v>
                </c:pt>
                <c:pt idx="1920">
                  <c:v>0.010036675526</c:v>
                </c:pt>
                <c:pt idx="1921">
                  <c:v>0.010012361925</c:v>
                </c:pt>
                <c:pt idx="1922">
                  <c:v>0.00998813683626</c:v>
                </c:pt>
                <c:pt idx="1923">
                  <c:v>0.00996399983221</c:v>
                </c:pt>
                <c:pt idx="1924">
                  <c:v>0.00993995048793</c:v>
                </c:pt>
                <c:pt idx="1925">
                  <c:v>0.00991598838108</c:v>
                </c:pt>
                <c:pt idx="1926">
                  <c:v>0.00989211309184</c:v>
                </c:pt>
                <c:pt idx="1927">
                  <c:v>0.00986832420294</c:v>
                </c:pt>
                <c:pt idx="1928">
                  <c:v>0.00984462129962</c:v>
                </c:pt>
                <c:pt idx="1929">
                  <c:v>0.00982100396962</c:v>
                </c:pt>
                <c:pt idx="1930">
                  <c:v>0.00979747180314</c:v>
                </c:pt>
                <c:pt idx="1931">
                  <c:v>0.00977402439286</c:v>
                </c:pt>
                <c:pt idx="1932">
                  <c:v>0.00975066133389</c:v>
                </c:pt>
                <c:pt idx="1933">
                  <c:v>0.00972738222375</c:v>
                </c:pt>
                <c:pt idx="1934">
                  <c:v>0.00970418666241</c:v>
                </c:pt>
                <c:pt idx="1935">
                  <c:v>0.00968107425218</c:v>
                </c:pt>
                <c:pt idx="1936">
                  <c:v>0.00965804459777</c:v>
                </c:pt>
                <c:pt idx="1937">
                  <c:v>0.00963509730625</c:v>
                </c:pt>
                <c:pt idx="1938">
                  <c:v>0.00961223198702</c:v>
                </c:pt>
                <c:pt idx="1939">
                  <c:v>0.00958944825179</c:v>
                </c:pt>
                <c:pt idx="1940">
                  <c:v>0.0095667457146</c:v>
                </c:pt>
                <c:pt idx="1941">
                  <c:v>0.00954412399176</c:v>
                </c:pt>
                <c:pt idx="1942">
                  <c:v>0.00952158270187</c:v>
                </c:pt>
                <c:pt idx="1943">
                  <c:v>0.00949912146579</c:v>
                </c:pt>
                <c:pt idx="1944">
                  <c:v>0.00947673990659</c:v>
                </c:pt>
                <c:pt idx="1945">
                  <c:v>0.00945443764961</c:v>
                </c:pt>
                <c:pt idx="1946">
                  <c:v>0.00943221432236</c:v>
                </c:pt>
                <c:pt idx="1947">
                  <c:v>0.00941006955458</c:v>
                </c:pt>
                <c:pt idx="1948">
                  <c:v>0.00938800297816</c:v>
                </c:pt>
                <c:pt idx="1949">
                  <c:v>0.00936601422718</c:v>
                </c:pt>
                <c:pt idx="1950">
                  <c:v>0.00934410293786</c:v>
                </c:pt>
                <c:pt idx="1951">
                  <c:v>0.00932226874853</c:v>
                </c:pt>
                <c:pt idx="1952">
                  <c:v>0.00930051129968</c:v>
                </c:pt>
                <c:pt idx="1953">
                  <c:v>0.00927883023388</c:v>
                </c:pt>
                <c:pt idx="1954">
                  <c:v>0.0092572251958</c:v>
                </c:pt>
                <c:pt idx="1955">
                  <c:v>0.00923569583217</c:v>
                </c:pt>
                <c:pt idx="1956">
                  <c:v>0.0092142417918</c:v>
                </c:pt>
                <c:pt idx="1957">
                  <c:v>0.00919286272554</c:v>
                </c:pt>
                <c:pt idx="1958">
                  <c:v>0.00917155828626</c:v>
                </c:pt>
                <c:pt idx="1959">
                  <c:v>0.00915032812887</c:v>
                </c:pt>
                <c:pt idx="1960">
                  <c:v>0.00912917191028</c:v>
                </c:pt>
                <c:pt idx="1961">
                  <c:v>0.00910808928938</c:v>
                </c:pt>
                <c:pt idx="1962">
                  <c:v>0.00908707992704</c:v>
                </c:pt>
                <c:pt idx="1963">
                  <c:v>0.0090661434861</c:v>
                </c:pt>
                <c:pt idx="1964">
                  <c:v>0.00904527963135</c:v>
                </c:pt>
                <c:pt idx="1965">
                  <c:v>0.0090244880295</c:v>
                </c:pt>
                <c:pt idx="1966">
                  <c:v>0.00900376834922</c:v>
                </c:pt>
                <c:pt idx="1967">
                  <c:v>0.00898312026105</c:v>
                </c:pt>
                <c:pt idx="1968">
                  <c:v>0.00896254343745</c:v>
                </c:pt>
                <c:pt idx="1969">
                  <c:v>0.00894203755277</c:v>
                </c:pt>
                <c:pt idx="1970">
                  <c:v>0.00892160228321</c:v>
                </c:pt>
                <c:pt idx="1971">
                  <c:v>0.00890123730684</c:v>
                </c:pt>
                <c:pt idx="1972">
                  <c:v>0.00888094230358</c:v>
                </c:pt>
                <c:pt idx="1973">
                  <c:v>0.00886071695518</c:v>
                </c:pt>
                <c:pt idx="1974">
                  <c:v>0.00884056094521</c:v>
                </c:pt>
                <c:pt idx="1975">
                  <c:v>0.00882047395906</c:v>
                </c:pt>
                <c:pt idx="1976">
                  <c:v>0.0088004556839</c:v>
                </c:pt>
                <c:pt idx="1977">
                  <c:v>0.00878050580869</c:v>
                </c:pt>
                <c:pt idx="1978">
                  <c:v>0.00876062402418</c:v>
                </c:pt>
                <c:pt idx="1979">
                  <c:v>0.00874081002285</c:v>
                </c:pt>
                <c:pt idx="1980">
                  <c:v>0.00872106349895</c:v>
                </c:pt>
                <c:pt idx="1981">
                  <c:v>0.00870138414846</c:v>
                </c:pt>
                <c:pt idx="1982">
                  <c:v>0.00868177166909</c:v>
                </c:pt>
                <c:pt idx="1983">
                  <c:v>0.00866222576027</c:v>
                </c:pt>
                <c:pt idx="1984">
                  <c:v>0.00864274612311</c:v>
                </c:pt>
                <c:pt idx="1985">
                  <c:v>0.00862333246044</c:v>
                </c:pt>
                <c:pt idx="1986">
                  <c:v>0.00860398447674</c:v>
                </c:pt>
                <c:pt idx="1987">
                  <c:v>0.00858470187819</c:v>
                </c:pt>
                <c:pt idx="1988">
                  <c:v>0.0085654843726</c:v>
                </c:pt>
                <c:pt idx="1989">
                  <c:v>0.00854633166945</c:v>
                </c:pt>
                <c:pt idx="1990">
                  <c:v>0.00852724347984</c:v>
                </c:pt>
                <c:pt idx="1991">
                  <c:v>0.0085082195165</c:v>
                </c:pt>
                <c:pt idx="1992">
                  <c:v>0.00848925949377</c:v>
                </c:pt>
                <c:pt idx="1993">
                  <c:v>0.0084703631276</c:v>
                </c:pt>
                <c:pt idx="1994">
                  <c:v>0.00845153013552</c:v>
                </c:pt>
                <c:pt idx="1995">
                  <c:v>0.00843276023668</c:v>
                </c:pt>
                <c:pt idx="1996">
                  <c:v>0.00841405315175</c:v>
                </c:pt>
                <c:pt idx="1997">
                  <c:v>0.00839540860299</c:v>
                </c:pt>
                <c:pt idx="1998">
                  <c:v>0.00837682631421</c:v>
                </c:pt>
                <c:pt idx="1999">
                  <c:v>0.00835830601077</c:v>
                </c:pt>
                <c:pt idx="2000">
                  <c:v>0.00833984741954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0.75"/>
          <c:min val="0"/>
        </c:scaling>
        <c:delete val="0"/>
        <c:axPos val="l"/>
        <c:majorGridlines>
          <c:spPr>
            <a:ln xmlns:a="http://schemas.openxmlformats.org/drawingml/2006/main" w="4763">
              <a:solidFill>
                <a:srgbClr val="EEEEEE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2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majorUnit val="1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6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U/t = 2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222222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scatterChart>
        <c:scatterStyle val="lineMarker"/>
        <c:varyColors val="0"/>
        <c:ser>
          <c:idx val="0"/>
          <c:order val="0"/>
          <c:tx>
            <c:v>charge</c:v>
          </c:tx>
          <c:spPr>
            <a:ln xmlns:a="http://schemas.openxmlformats.org/drawingml/2006/main" w="15240">
              <a:solidFill>
                <a:srgbClr val="C43C64"/>
              </a:solidFill>
              <a:prstDash val="solid"/>
            </a:ln>
          </c:spPr>
          <c:marker>
            <c:symbol val="none"/>
            <c:size val="5"/>
            <c:spPr>
              <a:solidFill xmlns:a="http://schemas.openxmlformats.org/drawingml/2006/main">
                <a:srgbClr val="C43C64"/>
              </a:solidFill>
            </c:spPr>
          </c:marker>
          <c:xVal>
            <c:numRef>
              <c:f>'Chart Data'!$A$2:$A$2002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Data'!$B$2:$B$2002</c:f>
              <c:numCache>
                <c:formatCode>0.0</c:formatCode>
                <c:ptCount val="2001"/>
                <c:pt idx="0">
                  <c:v>0.00263074741506</c:v>
                </c:pt>
                <c:pt idx="1">
                  <c:v>0.00263465250787</c:v>
                </c:pt>
                <c:pt idx="2">
                  <c:v>0.0026385663665</c:v>
                </c:pt>
                <c:pt idx="3">
                  <c:v>0.00264248901737</c:v>
                </c:pt>
                <c:pt idx="4">
                  <c:v>0.00264642048698</c:v>
                </c:pt>
                <c:pt idx="5">
                  <c:v>0.00265036080194</c:v>
                </c:pt>
                <c:pt idx="6">
                  <c:v>0.00265430998899</c:v>
                </c:pt>
                <c:pt idx="7">
                  <c:v>0.00265826807492</c:v>
                </c:pt>
                <c:pt idx="8">
                  <c:v>0.00266223508665</c:v>
                </c:pt>
                <c:pt idx="9">
                  <c:v>0.00266621105122</c:v>
                </c:pt>
                <c:pt idx="10">
                  <c:v>0.00267019599573</c:v>
                </c:pt>
                <c:pt idx="11">
                  <c:v>0.00267418994742</c:v>
                </c:pt>
                <c:pt idx="12">
                  <c:v>0.00267819293361</c:v>
                </c:pt>
                <c:pt idx="13">
                  <c:v>0.00268220498174</c:v>
                </c:pt>
                <c:pt idx="14">
                  <c:v>0.00268622611935</c:v>
                </c:pt>
                <c:pt idx="15">
                  <c:v>0.00269025637409</c:v>
                </c:pt>
                <c:pt idx="16">
                  <c:v>0.0026942957737</c:v>
                </c:pt>
                <c:pt idx="17">
                  <c:v>0.00269834434604</c:v>
                </c:pt>
                <c:pt idx="18">
                  <c:v>0.00270240211907</c:v>
                </c:pt>
                <c:pt idx="19">
                  <c:v>0.00270646912087</c:v>
                </c:pt>
                <c:pt idx="20">
                  <c:v>0.00271054537961</c:v>
                </c:pt>
                <c:pt idx="21">
                  <c:v>0.00271463092357</c:v>
                </c:pt>
                <c:pt idx="22">
                  <c:v>0.00271872578116</c:v>
                </c:pt>
                <c:pt idx="23">
                  <c:v>0.00272282998088</c:v>
                </c:pt>
                <c:pt idx="24">
                  <c:v>0.00272694355135</c:v>
                </c:pt>
                <c:pt idx="25">
                  <c:v>0.00273106652127</c:v>
                </c:pt>
                <c:pt idx="26">
                  <c:v>0.00273519891951</c:v>
                </c:pt>
                <c:pt idx="27">
                  <c:v>0.00273934077499</c:v>
                </c:pt>
                <c:pt idx="28">
                  <c:v>0.00274349211677</c:v>
                </c:pt>
                <c:pt idx="29">
                  <c:v>0.00274765297404</c:v>
                </c:pt>
                <c:pt idx="30">
                  <c:v>0.00275182337607</c:v>
                </c:pt>
                <c:pt idx="31">
                  <c:v>0.00275600335225</c:v>
                </c:pt>
                <c:pt idx="32">
                  <c:v>0.00276019293211</c:v>
                </c:pt>
                <c:pt idx="33">
                  <c:v>0.00276439214526</c:v>
                </c:pt>
                <c:pt idx="34">
                  <c:v>0.00276860102145</c:v>
                </c:pt>
                <c:pt idx="35">
                  <c:v>0.00277281959052</c:v>
                </c:pt>
                <c:pt idx="36">
                  <c:v>0.00277704788246</c:v>
                </c:pt>
                <c:pt idx="37">
                  <c:v>0.00278128592736</c:v>
                </c:pt>
                <c:pt idx="38">
                  <c:v>0.0027855337554</c:v>
                </c:pt>
                <c:pt idx="39">
                  <c:v>0.00278979139693</c:v>
                </c:pt>
                <c:pt idx="40">
                  <c:v>0.00279405888239</c:v>
                </c:pt>
                <c:pt idx="41">
                  <c:v>0.00279833624232</c:v>
                </c:pt>
                <c:pt idx="42">
                  <c:v>0.00280262350742</c:v>
                </c:pt>
                <c:pt idx="43">
                  <c:v>0.00280692070848</c:v>
                </c:pt>
                <c:pt idx="44">
                  <c:v>0.00281122787643</c:v>
                </c:pt>
                <c:pt idx="45">
                  <c:v>0.0028155450423</c:v>
                </c:pt>
                <c:pt idx="46">
                  <c:v>0.00281987223726</c:v>
                </c:pt>
                <c:pt idx="47">
                  <c:v>0.00282420949259</c:v>
                </c:pt>
                <c:pt idx="48">
                  <c:v>0.0028285568397</c:v>
                </c:pt>
                <c:pt idx="49">
                  <c:v>0.00283291431013</c:v>
                </c:pt>
                <c:pt idx="50">
                  <c:v>0.00283728193552</c:v>
                </c:pt>
                <c:pt idx="51">
                  <c:v>0.00284165974767</c:v>
                </c:pt>
                <c:pt idx="52">
                  <c:v>0.00284604777846</c:v>
                </c:pt>
                <c:pt idx="53">
                  <c:v>0.00285044605995</c:v>
                </c:pt>
                <c:pt idx="54">
                  <c:v>0.00285485462427</c:v>
                </c:pt>
                <c:pt idx="55">
                  <c:v>0.00285927350373</c:v>
                </c:pt>
                <c:pt idx="56">
                  <c:v>0.00286370273072</c:v>
                </c:pt>
                <c:pt idx="57">
                  <c:v>0.00286814233779</c:v>
                </c:pt>
                <c:pt idx="58">
                  <c:v>0.00287259235762</c:v>
                </c:pt>
                <c:pt idx="59">
                  <c:v>0.00287705282298</c:v>
                </c:pt>
                <c:pt idx="60">
                  <c:v>0.00288152376683</c:v>
                </c:pt>
                <c:pt idx="61">
                  <c:v>0.0028860052222</c:v>
                </c:pt>
                <c:pt idx="62">
                  <c:v>0.00289049722231</c:v>
                </c:pt>
                <c:pt idx="63">
                  <c:v>0.00289499980045</c:v>
                </c:pt>
                <c:pt idx="64">
                  <c:v>0.0028995129901</c:v>
                </c:pt>
                <c:pt idx="65">
                  <c:v>0.00290403682484</c:v>
                </c:pt>
                <c:pt idx="66">
                  <c:v>0.0029085713384</c:v>
                </c:pt>
                <c:pt idx="67">
                  <c:v>0.00291311656461</c:v>
                </c:pt>
                <c:pt idx="68">
                  <c:v>0.00291767253749</c:v>
                </c:pt>
                <c:pt idx="69">
                  <c:v>0.00292223929116</c:v>
                </c:pt>
                <c:pt idx="70">
                  <c:v>0.00292681685987</c:v>
                </c:pt>
                <c:pt idx="71">
                  <c:v>0.00293140527803</c:v>
                </c:pt>
                <c:pt idx="72">
                  <c:v>0.00293600458019</c:v>
                </c:pt>
                <c:pt idx="73">
                  <c:v>0.002940614801</c:v>
                </c:pt>
                <c:pt idx="74">
                  <c:v>0.0029452359753</c:v>
                </c:pt>
                <c:pt idx="75">
                  <c:v>0.00294986813804</c:v>
                </c:pt>
                <c:pt idx="76">
                  <c:v>0.00295451132431</c:v>
                </c:pt>
                <c:pt idx="77">
                  <c:v>0.00295916556934</c:v>
                </c:pt>
                <c:pt idx="78">
                  <c:v>0.00296383090853</c:v>
                </c:pt>
                <c:pt idx="79">
                  <c:v>0.00296850737739</c:v>
                </c:pt>
                <c:pt idx="80">
                  <c:v>0.00297319501158</c:v>
                </c:pt>
                <c:pt idx="81">
                  <c:v>0.00297789384691</c:v>
                </c:pt>
                <c:pt idx="82">
                  <c:v>0.00298260391935</c:v>
                </c:pt>
                <c:pt idx="83">
                  <c:v>0.00298732526497</c:v>
                </c:pt>
                <c:pt idx="84">
                  <c:v>0.00299205792004</c:v>
                </c:pt>
                <c:pt idx="85">
                  <c:v>0.00299680192093</c:v>
                </c:pt>
                <c:pt idx="86">
                  <c:v>0.0030015573042</c:v>
                </c:pt>
                <c:pt idx="87">
                  <c:v>0.00300632410652</c:v>
                </c:pt>
                <c:pt idx="88">
                  <c:v>0.00301110236473</c:v>
                </c:pt>
                <c:pt idx="89">
                  <c:v>0.00301589211581</c:v>
                </c:pt>
                <c:pt idx="90">
                  <c:v>0.00302069339691</c:v>
                </c:pt>
                <c:pt idx="91">
                  <c:v>0.0030255062453</c:v>
                </c:pt>
                <c:pt idx="92">
                  <c:v>0.00303033069844</c:v>
                </c:pt>
                <c:pt idx="93">
                  <c:v>0.00303516679389</c:v>
                </c:pt>
                <c:pt idx="94">
                  <c:v>0.00304001456942</c:v>
                </c:pt>
                <c:pt idx="95">
                  <c:v>0.00304487406292</c:v>
                </c:pt>
                <c:pt idx="96">
                  <c:v>0.00304974531245</c:v>
                </c:pt>
                <c:pt idx="97">
                  <c:v>0.0030546283562</c:v>
                </c:pt>
                <c:pt idx="98">
                  <c:v>0.00305952323255</c:v>
                </c:pt>
                <c:pt idx="99">
                  <c:v>0.00306442998003</c:v>
                </c:pt>
                <c:pt idx="100">
                  <c:v>0.0030693486373</c:v>
                </c:pt>
                <c:pt idx="101">
                  <c:v>0.00307427924321</c:v>
                </c:pt>
                <c:pt idx="102">
                  <c:v>0.00307922183675</c:v>
                </c:pt>
                <c:pt idx="103">
                  <c:v>0.00308417645709</c:v>
                </c:pt>
                <c:pt idx="104">
                  <c:v>0.00308914314355</c:v>
                </c:pt>
                <c:pt idx="105">
                  <c:v>0.00309412193561</c:v>
                </c:pt>
                <c:pt idx="106">
                  <c:v>0.0030991128729</c:v>
                </c:pt>
                <c:pt idx="107">
                  <c:v>0.00310411599525</c:v>
                </c:pt>
                <c:pt idx="108">
                  <c:v>0.00310913134262</c:v>
                </c:pt>
                <c:pt idx="109">
                  <c:v>0.00311415895515</c:v>
                </c:pt>
                <c:pt idx="110">
                  <c:v>0.00311919887314</c:v>
                </c:pt>
                <c:pt idx="111">
                  <c:v>0.00312425113706</c:v>
                </c:pt>
                <c:pt idx="112">
                  <c:v>0.00312931578755</c:v>
                </c:pt>
                <c:pt idx="113">
                  <c:v>0.00313439286543</c:v>
                </c:pt>
                <c:pt idx="114">
                  <c:v>0.00313948241165</c:v>
                </c:pt>
                <c:pt idx="115">
                  <c:v>0.00314458446737</c:v>
                </c:pt>
                <c:pt idx="116">
                  <c:v>0.00314969907391</c:v>
                </c:pt>
                <c:pt idx="117">
                  <c:v>0.00315482627275</c:v>
                </c:pt>
                <c:pt idx="118">
                  <c:v>0.00315996610556</c:v>
                </c:pt>
                <c:pt idx="119">
                  <c:v>0.00316511861416</c:v>
                </c:pt>
                <c:pt idx="120">
                  <c:v>0.00317028384058</c:v>
                </c:pt>
                <c:pt idx="121">
                  <c:v>0.00317546182699</c:v>
                </c:pt>
                <c:pt idx="122">
                  <c:v>0.00318065261576</c:v>
                </c:pt>
                <c:pt idx="123">
                  <c:v>0.00318585624942</c:v>
                </c:pt>
                <c:pt idx="124">
                  <c:v>0.00319107277069</c:v>
                </c:pt>
                <c:pt idx="125">
                  <c:v>0.00319630222247</c:v>
                </c:pt>
                <c:pt idx="126">
                  <c:v>0.00320154464783</c:v>
                </c:pt>
                <c:pt idx="127">
                  <c:v>0.00320680009002</c:v>
                </c:pt>
                <c:pt idx="128">
                  <c:v>0.00321206859249</c:v>
                </c:pt>
                <c:pt idx="129">
                  <c:v>0.00321735019886</c:v>
                </c:pt>
                <c:pt idx="130">
                  <c:v>0.00322264495292</c:v>
                </c:pt>
                <c:pt idx="131">
                  <c:v>0.00322795289867</c:v>
                </c:pt>
                <c:pt idx="132">
                  <c:v>0.00323327408028</c:v>
                </c:pt>
                <c:pt idx="133">
                  <c:v>0.00323860854211</c:v>
                </c:pt>
                <c:pt idx="134">
                  <c:v>0.00324395632871</c:v>
                </c:pt>
                <c:pt idx="135">
                  <c:v>0.00324931748481</c:v>
                </c:pt>
                <c:pt idx="136">
                  <c:v>0.00325469205534</c:v>
                </c:pt>
                <c:pt idx="137">
                  <c:v>0.00326008008542</c:v>
                </c:pt>
                <c:pt idx="138">
                  <c:v>0.00326548162034</c:v>
                </c:pt>
                <c:pt idx="139">
                  <c:v>0.00327089670561</c:v>
                </c:pt>
                <c:pt idx="140">
                  <c:v>0.00327632538692</c:v>
                </c:pt>
                <c:pt idx="141">
                  <c:v>0.00328176771016</c:v>
                </c:pt>
                <c:pt idx="142">
                  <c:v>0.0032872237214</c:v>
                </c:pt>
                <c:pt idx="143">
                  <c:v>0.00329269346693</c:v>
                </c:pt>
                <c:pt idx="144">
                  <c:v>0.00329817699321</c:v>
                </c:pt>
                <c:pt idx="145">
                  <c:v>0.00330367434692</c:v>
                </c:pt>
                <c:pt idx="146">
                  <c:v>0.00330918557493</c:v>
                </c:pt>
                <c:pt idx="147">
                  <c:v>0.00331471072431</c:v>
                </c:pt>
                <c:pt idx="148">
                  <c:v>0.00332024984234</c:v>
                </c:pt>
                <c:pt idx="149">
                  <c:v>0.00332580297648</c:v>
                </c:pt>
                <c:pt idx="150">
                  <c:v>0.00333137017443</c:v>
                </c:pt>
                <c:pt idx="151">
                  <c:v>0.00333695148406</c:v>
                </c:pt>
                <c:pt idx="152">
                  <c:v>0.00334254695345</c:v>
                </c:pt>
                <c:pt idx="153">
                  <c:v>0.00334815663091</c:v>
                </c:pt>
                <c:pt idx="154">
                  <c:v>0.00335378056494</c:v>
                </c:pt>
                <c:pt idx="155">
                  <c:v>0.00335941880425</c:v>
                </c:pt>
                <c:pt idx="156">
                  <c:v>0.00336507139776</c:v>
                </c:pt>
                <c:pt idx="157">
                  <c:v>0.00337073839459</c:v>
                </c:pt>
                <c:pt idx="158">
                  <c:v>0.0033764198441</c:v>
                </c:pt>
                <c:pt idx="159">
                  <c:v>0.00338211579585</c:v>
                </c:pt>
                <c:pt idx="160">
                  <c:v>0.00338782629959</c:v>
                </c:pt>
                <c:pt idx="161">
                  <c:v>0.00339355140533</c:v>
                </c:pt>
                <c:pt idx="162">
                  <c:v>0.00339929116325</c:v>
                </c:pt>
                <c:pt idx="163">
                  <c:v>0.00340504562379</c:v>
                </c:pt>
                <c:pt idx="164">
                  <c:v>0.00341081483757</c:v>
                </c:pt>
                <c:pt idx="165">
                  <c:v>0.00341659885547</c:v>
                </c:pt>
                <c:pt idx="166">
                  <c:v>0.00342239772856</c:v>
                </c:pt>
                <c:pt idx="167">
                  <c:v>0.00342821150813</c:v>
                </c:pt>
                <c:pt idx="168">
                  <c:v>0.00343404024573</c:v>
                </c:pt>
                <c:pt idx="169">
                  <c:v>0.00343988399309</c:v>
                </c:pt>
                <c:pt idx="170">
                  <c:v>0.00344574280219</c:v>
                </c:pt>
                <c:pt idx="171">
                  <c:v>0.00345161672524</c:v>
                </c:pt>
                <c:pt idx="172">
                  <c:v>0.00345750581466</c:v>
                </c:pt>
                <c:pt idx="173">
                  <c:v>0.00346341012311</c:v>
                </c:pt>
                <c:pt idx="174">
                  <c:v>0.0034693297035</c:v>
                </c:pt>
                <c:pt idx="175">
                  <c:v>0.00347526460893</c:v>
                </c:pt>
                <c:pt idx="176">
                  <c:v>0.00348121489276</c:v>
                </c:pt>
                <c:pt idx="177">
                  <c:v>0.00348718060858</c:v>
                </c:pt>
                <c:pt idx="178">
                  <c:v>0.00349316181022</c:v>
                </c:pt>
                <c:pt idx="179">
                  <c:v>0.00349915855174</c:v>
                </c:pt>
                <c:pt idx="180">
                  <c:v>0.00350517088744</c:v>
                </c:pt>
                <c:pt idx="181">
                  <c:v>0.00351119887185</c:v>
                </c:pt>
                <c:pt idx="182">
                  <c:v>0.00351724255976</c:v>
                </c:pt>
                <c:pt idx="183">
                  <c:v>0.00352330200618</c:v>
                </c:pt>
                <c:pt idx="184">
                  <c:v>0.00352937726638</c:v>
                </c:pt>
                <c:pt idx="185">
                  <c:v>0.00353546839588</c:v>
                </c:pt>
                <c:pt idx="186">
                  <c:v>0.00354157545041</c:v>
                </c:pt>
                <c:pt idx="187">
                  <c:v>0.003547698486</c:v>
                </c:pt>
                <c:pt idx="188">
                  <c:v>0.00355383755887</c:v>
                </c:pt>
                <c:pt idx="189">
                  <c:v>0.00355999272554</c:v>
                </c:pt>
                <c:pt idx="190">
                  <c:v>0.00356616404275</c:v>
                </c:pt>
                <c:pt idx="191">
                  <c:v>0.00357235156751</c:v>
                </c:pt>
                <c:pt idx="192">
                  <c:v>0.00357855535707</c:v>
                </c:pt>
                <c:pt idx="193">
                  <c:v>0.00358477546894</c:v>
                </c:pt>
                <c:pt idx="194">
                  <c:v>0.0035910119609</c:v>
                </c:pt>
                <c:pt idx="195">
                  <c:v>0.00359726489096</c:v>
                </c:pt>
                <c:pt idx="196">
                  <c:v>0.00360353431742</c:v>
                </c:pt>
                <c:pt idx="197">
                  <c:v>0.00360982029881</c:v>
                </c:pt>
                <c:pt idx="198">
                  <c:v>0.00361612289396</c:v>
                </c:pt>
                <c:pt idx="199">
                  <c:v>0.00362244216192</c:v>
                </c:pt>
                <c:pt idx="200">
                  <c:v>0.00362877816203</c:v>
                </c:pt>
                <c:pt idx="201">
                  <c:v>0.0036351309539</c:v>
                </c:pt>
                <c:pt idx="202">
                  <c:v>0.0036415005974</c:v>
                </c:pt>
                <c:pt idx="203">
                  <c:v>0.00364788715267</c:v>
                </c:pt>
                <c:pt idx="204">
                  <c:v>0.00365429068011</c:v>
                </c:pt>
                <c:pt idx="205">
                  <c:v>0.00366071124041</c:v>
                </c:pt>
                <c:pt idx="206">
                  <c:v>0.00366714889453</c:v>
                </c:pt>
                <c:pt idx="207">
                  <c:v>0.0036736037037</c:v>
                </c:pt>
                <c:pt idx="208">
                  <c:v>0.00368007572943</c:v>
                </c:pt>
                <c:pt idx="209">
                  <c:v>0.0036865650335</c:v>
                </c:pt>
                <c:pt idx="210">
                  <c:v>0.00369307167798</c:v>
                </c:pt>
                <c:pt idx="211">
                  <c:v>0.00369959572522</c:v>
                </c:pt>
                <c:pt idx="212">
                  <c:v>0.00370613723785</c:v>
                </c:pt>
                <c:pt idx="213">
                  <c:v>0.00371269627878</c:v>
                </c:pt>
                <c:pt idx="214">
                  <c:v>0.00371927291121</c:v>
                </c:pt>
                <c:pt idx="215">
                  <c:v>0.00372586719864</c:v>
                </c:pt>
                <c:pt idx="216">
                  <c:v>0.00373247920484</c:v>
                </c:pt>
                <c:pt idx="217">
                  <c:v>0.00373910899387</c:v>
                </c:pt>
                <c:pt idx="218">
                  <c:v>0.00374575663011</c:v>
                </c:pt>
                <c:pt idx="219">
                  <c:v>0.0037524221782</c:v>
                </c:pt>
                <c:pt idx="220">
                  <c:v>0.00375910570309</c:v>
                </c:pt>
                <c:pt idx="221">
                  <c:v>0.00376580727004</c:v>
                </c:pt>
                <c:pt idx="222">
                  <c:v>0.00377252694458</c:v>
                </c:pt>
                <c:pt idx="223">
                  <c:v>0.00377926479257</c:v>
                </c:pt>
                <c:pt idx="224">
                  <c:v>0.00378602088015</c:v>
                </c:pt>
                <c:pt idx="225">
                  <c:v>0.00379279527378</c:v>
                </c:pt>
                <c:pt idx="226">
                  <c:v>0.00379958804021</c:v>
                </c:pt>
                <c:pt idx="227">
                  <c:v>0.00380639924652</c:v>
                </c:pt>
                <c:pt idx="228">
                  <c:v>0.00381322896007</c:v>
                </c:pt>
                <c:pt idx="229">
                  <c:v>0.00382007724855</c:v>
                </c:pt>
                <c:pt idx="230">
                  <c:v>0.00382694417996</c:v>
                </c:pt>
                <c:pt idx="231">
                  <c:v>0.00383382982261</c:v>
                </c:pt>
                <c:pt idx="232">
                  <c:v>0.00384073424513</c:v>
                </c:pt>
                <c:pt idx="233">
                  <c:v>0.00384765751646</c:v>
                </c:pt>
                <c:pt idx="234">
                  <c:v>0.00385459970588</c:v>
                </c:pt>
                <c:pt idx="235">
                  <c:v>0.00386156088296</c:v>
                </c:pt>
                <c:pt idx="236">
                  <c:v>0.00386854111762</c:v>
                </c:pt>
                <c:pt idx="237">
                  <c:v>0.00387554048009</c:v>
                </c:pt>
                <c:pt idx="238">
                  <c:v>0.00388255904093</c:v>
                </c:pt>
                <c:pt idx="239">
                  <c:v>0.00388959687104</c:v>
                </c:pt>
                <c:pt idx="240">
                  <c:v>0.00389665404164</c:v>
                </c:pt>
                <c:pt idx="241">
                  <c:v>0.00390373062427</c:v>
                </c:pt>
                <c:pt idx="242">
                  <c:v>0.00391082669082</c:v>
                </c:pt>
                <c:pt idx="243">
                  <c:v>0.00391794231352</c:v>
                </c:pt>
                <c:pt idx="244">
                  <c:v>0.00392507756494</c:v>
                </c:pt>
                <c:pt idx="245">
                  <c:v>0.00393223251796</c:v>
                </c:pt>
                <c:pt idx="246">
                  <c:v>0.00393940724584</c:v>
                </c:pt>
                <c:pt idx="247">
                  <c:v>0.00394660182216</c:v>
                </c:pt>
                <c:pt idx="248">
                  <c:v>0.00395381632086</c:v>
                </c:pt>
                <c:pt idx="249">
                  <c:v>0.00396105081621</c:v>
                </c:pt>
                <c:pt idx="250">
                  <c:v>0.00396830538285</c:v>
                </c:pt>
                <c:pt idx="251">
                  <c:v>0.00397558009576</c:v>
                </c:pt>
                <c:pt idx="252">
                  <c:v>0.00398287503027</c:v>
                </c:pt>
                <c:pt idx="253">
                  <c:v>0.00399019026208</c:v>
                </c:pt>
                <c:pt idx="254">
                  <c:v>0.00399752586724</c:v>
                </c:pt>
                <c:pt idx="255">
                  <c:v>0.00400488192216</c:v>
                </c:pt>
                <c:pt idx="256">
                  <c:v>0.0040122585036</c:v>
                </c:pt>
                <c:pt idx="257">
                  <c:v>0.00401965568871</c:v>
                </c:pt>
                <c:pt idx="258">
                  <c:v>0.00402707355498</c:v>
                </c:pt>
                <c:pt idx="259">
                  <c:v>0.00403451218029</c:v>
                </c:pt>
                <c:pt idx="260">
                  <c:v>0.00404197164288</c:v>
                </c:pt>
                <c:pt idx="261">
                  <c:v>0.00404945202135</c:v>
                </c:pt>
                <c:pt idx="262">
                  <c:v>0.00405695339471</c:v>
                </c:pt>
                <c:pt idx="263">
                  <c:v>0.00406447584231</c:v>
                </c:pt>
                <c:pt idx="264">
                  <c:v>0.00407201944389</c:v>
                </c:pt>
                <c:pt idx="265">
                  <c:v>0.00407958427959</c:v>
                </c:pt>
                <c:pt idx="266">
                  <c:v>0.0040871704299</c:v>
                </c:pt>
                <c:pt idx="267">
                  <c:v>0.00409477797573</c:v>
                </c:pt>
                <c:pt idx="268">
                  <c:v>0.00410240699835</c:v>
                </c:pt>
                <c:pt idx="269">
                  <c:v>0.00411005757944</c:v>
                </c:pt>
                <c:pt idx="270">
                  <c:v>0.00411772980107</c:v>
                </c:pt>
                <c:pt idx="271">
                  <c:v>0.00412542374568</c:v>
                </c:pt>
                <c:pt idx="272">
                  <c:v>0.00413313949614</c:v>
                </c:pt>
                <c:pt idx="273">
                  <c:v>0.00414087713571</c:v>
                </c:pt>
                <c:pt idx="274">
                  <c:v>0.00414863674804</c:v>
                </c:pt>
                <c:pt idx="275">
                  <c:v>0.00415641841719</c:v>
                </c:pt>
                <c:pt idx="276">
                  <c:v>0.00416422222763</c:v>
                </c:pt>
                <c:pt idx="277">
                  <c:v>0.00417204826424</c:v>
                </c:pt>
                <c:pt idx="278">
                  <c:v>0.0041798966123</c:v>
                </c:pt>
                <c:pt idx="279">
                  <c:v>0.00418776735752</c:v>
                </c:pt>
                <c:pt idx="280">
                  <c:v>0.00419566058602</c:v>
                </c:pt>
                <c:pt idx="281">
                  <c:v>0.00420357638433</c:v>
                </c:pt>
                <c:pt idx="282">
                  <c:v>0.00421151483941</c:v>
                </c:pt>
                <c:pt idx="283">
                  <c:v>0.00421947603864</c:v>
                </c:pt>
                <c:pt idx="284">
                  <c:v>0.00422746006982</c:v>
                </c:pt>
                <c:pt idx="285">
                  <c:v>0.0042354670212</c:v>
                </c:pt>
                <c:pt idx="286">
                  <c:v>0.00424349698144</c:v>
                </c:pt>
                <c:pt idx="287">
                  <c:v>0.00425155003963</c:v>
                </c:pt>
                <c:pt idx="288">
                  <c:v>0.00425962628533</c:v>
                </c:pt>
                <c:pt idx="289">
                  <c:v>0.00426772580849</c:v>
                </c:pt>
                <c:pt idx="290">
                  <c:v>0.00427584869954</c:v>
                </c:pt>
                <c:pt idx="291">
                  <c:v>0.00428399504934</c:v>
                </c:pt>
                <c:pt idx="292">
                  <c:v>0.0042921649492</c:v>
                </c:pt>
                <c:pt idx="293">
                  <c:v>0.00430035849087</c:v>
                </c:pt>
                <c:pt idx="294">
                  <c:v>0.00430857576657</c:v>
                </c:pt>
                <c:pt idx="295">
                  <c:v>0.00431681686895</c:v>
                </c:pt>
                <c:pt idx="296">
                  <c:v>0.00432508189114</c:v>
                </c:pt>
                <c:pt idx="297">
                  <c:v>0.00433337092672</c:v>
                </c:pt>
                <c:pt idx="298">
                  <c:v>0.00434168406973</c:v>
                </c:pt>
                <c:pt idx="299">
                  <c:v>0.00435002141469</c:v>
                </c:pt>
                <c:pt idx="300">
                  <c:v>0.00435838305658</c:v>
                </c:pt>
                <c:pt idx="301">
                  <c:v>0.00436676909084</c:v>
                </c:pt>
                <c:pt idx="302">
                  <c:v>0.0043751796134</c:v>
                </c:pt>
                <c:pt idx="303">
                  <c:v>0.00438361472066</c:v>
                </c:pt>
                <c:pt idx="304">
                  <c:v>0.00439207450951</c:v>
                </c:pt>
                <c:pt idx="305">
                  <c:v>0.00440055907731</c:v>
                </c:pt>
                <c:pt idx="306">
                  <c:v>0.00440906852191</c:v>
                </c:pt>
                <c:pt idx="307">
                  <c:v>0.00441760294166</c:v>
                </c:pt>
                <c:pt idx="308">
                  <c:v>0.00442616243537</c:v>
                </c:pt>
                <c:pt idx="309">
                  <c:v>0.00443474710239</c:v>
                </c:pt>
                <c:pt idx="310">
                  <c:v>0.00444335704253</c:v>
                </c:pt>
                <c:pt idx="311">
                  <c:v>0.00445199235612</c:v>
                </c:pt>
                <c:pt idx="312">
                  <c:v>0.004460653144</c:v>
                </c:pt>
                <c:pt idx="313">
                  <c:v>0.00446933950749</c:v>
                </c:pt>
                <c:pt idx="314">
                  <c:v>0.00447805154844</c:v>
                </c:pt>
                <c:pt idx="315">
                  <c:v>0.00448678936921</c:v>
                </c:pt>
                <c:pt idx="316">
                  <c:v>0.00449555307269</c:v>
                </c:pt>
                <c:pt idx="317">
                  <c:v>0.00450434276226</c:v>
                </c:pt>
                <c:pt idx="318">
                  <c:v>0.00451315854184</c:v>
                </c:pt>
                <c:pt idx="319">
                  <c:v>0.00452200051588</c:v>
                </c:pt>
                <c:pt idx="320">
                  <c:v>0.00453086878936</c:v>
                </c:pt>
                <c:pt idx="321">
                  <c:v>0.00453976346777</c:v>
                </c:pt>
                <c:pt idx="322">
                  <c:v>0.00454868465716</c:v>
                </c:pt>
                <c:pt idx="323">
                  <c:v>0.00455763246412</c:v>
                </c:pt>
                <c:pt idx="324">
                  <c:v>0.00456660699576</c:v>
                </c:pt>
                <c:pt idx="325">
                  <c:v>0.00457560835976</c:v>
                </c:pt>
                <c:pt idx="326">
                  <c:v>0.00458463666433</c:v>
                </c:pt>
                <c:pt idx="327">
                  <c:v>0.00459369201824</c:v>
                </c:pt>
                <c:pt idx="328">
                  <c:v>0.00460277453083</c:v>
                </c:pt>
                <c:pt idx="329">
                  <c:v>0.00461188431198</c:v>
                </c:pt>
                <c:pt idx="330">
                  <c:v>0.00462102147214</c:v>
                </c:pt>
                <c:pt idx="331">
                  <c:v>0.00463018612232</c:v>
                </c:pt>
                <c:pt idx="332">
                  <c:v>0.00463937837412</c:v>
                </c:pt>
                <c:pt idx="333">
                  <c:v>0.00464859833969</c:v>
                </c:pt>
                <c:pt idx="334">
                  <c:v>0.00465784613177</c:v>
                </c:pt>
                <c:pt idx="335">
                  <c:v>0.00466712186368</c:v>
                </c:pt>
                <c:pt idx="336">
                  <c:v>0.00467642564931</c:v>
                </c:pt>
                <c:pt idx="337">
                  <c:v>0.00468575760317</c:v>
                </c:pt>
                <c:pt idx="338">
                  <c:v>0.00469511784034</c:v>
                </c:pt>
                <c:pt idx="339">
                  <c:v>0.00470450647648</c:v>
                </c:pt>
                <c:pt idx="340">
                  <c:v>0.00471392362789</c:v>
                </c:pt>
                <c:pt idx="341">
                  <c:v>0.00472336941143</c:v>
                </c:pt>
                <c:pt idx="342">
                  <c:v>0.00473284394461</c:v>
                </c:pt>
                <c:pt idx="343">
                  <c:v>0.00474234734551</c:v>
                </c:pt>
                <c:pt idx="344">
                  <c:v>0.00475187973285</c:v>
                </c:pt>
                <c:pt idx="345">
                  <c:v>0.00476144122596</c:v>
                </c:pt>
                <c:pt idx="346">
                  <c:v>0.0047710319448</c:v>
                </c:pt>
                <c:pt idx="347">
                  <c:v>0.00478065200994</c:v>
                </c:pt>
                <c:pt idx="348">
                  <c:v>0.00479030154261</c:v>
                </c:pt>
                <c:pt idx="349">
                  <c:v>0.00479998066463</c:v>
                </c:pt>
                <c:pt idx="350">
                  <c:v>0.00480968949851</c:v>
                </c:pt>
                <c:pt idx="351">
                  <c:v>0.00481942816736</c:v>
                </c:pt>
                <c:pt idx="352">
                  <c:v>0.00482919679495</c:v>
                </c:pt>
                <c:pt idx="353">
                  <c:v>0.00483899550572</c:v>
                </c:pt>
                <c:pt idx="354">
                  <c:v>0.00484882442474</c:v>
                </c:pt>
                <c:pt idx="355">
                  <c:v>0.00485868367775</c:v>
                </c:pt>
                <c:pt idx="356">
                  <c:v>0.00486857339115</c:v>
                </c:pt>
                <c:pt idx="357">
                  <c:v>0.00487849369202</c:v>
                </c:pt>
                <c:pt idx="358">
                  <c:v>0.00488844470809</c:v>
                </c:pt>
                <c:pt idx="359">
                  <c:v>0.00489842656778</c:v>
                </c:pt>
                <c:pt idx="360">
                  <c:v>0.00490843940019</c:v>
                </c:pt>
                <c:pt idx="361">
                  <c:v>0.00491848333511</c:v>
                </c:pt>
                <c:pt idx="362">
                  <c:v>0.00492855850301</c:v>
                </c:pt>
                <c:pt idx="363">
                  <c:v>0.00493866503506</c:v>
                </c:pt>
                <c:pt idx="364">
                  <c:v>0.00494880306313</c:v>
                </c:pt>
                <c:pt idx="365">
                  <c:v>0.00495897271977</c:v>
                </c:pt>
                <c:pt idx="366">
                  <c:v>0.00496917413829</c:v>
                </c:pt>
                <c:pt idx="367">
                  <c:v>0.00497940745265</c:v>
                </c:pt>
                <c:pt idx="368">
                  <c:v>0.00498967279757</c:v>
                </c:pt>
                <c:pt idx="369">
                  <c:v>0.00499997030848</c:v>
                </c:pt>
                <c:pt idx="370">
                  <c:v>0.00501030012154</c:v>
                </c:pt>
                <c:pt idx="371">
                  <c:v>0.00502066237362</c:v>
                </c:pt>
                <c:pt idx="372">
                  <c:v>0.00503105720236</c:v>
                </c:pt>
                <c:pt idx="373">
                  <c:v>0.00504148474611</c:v>
                </c:pt>
                <c:pt idx="374">
                  <c:v>0.00505194514398</c:v>
                </c:pt>
                <c:pt idx="375">
                  <c:v>0.00506243853584</c:v>
                </c:pt>
                <c:pt idx="376">
                  <c:v>0.0050729650623</c:v>
                </c:pt>
                <c:pt idx="377">
                  <c:v>0.00508352486472</c:v>
                </c:pt>
                <c:pt idx="378">
                  <c:v>0.00509411808526</c:v>
                </c:pt>
                <c:pt idx="379">
                  <c:v>0.00510474486683</c:v>
                </c:pt>
                <c:pt idx="380">
                  <c:v>0.00511540535311</c:v>
                </c:pt>
                <c:pt idx="381">
                  <c:v>0.00512609968857</c:v>
                </c:pt>
                <c:pt idx="382">
                  <c:v>0.00513682801846</c:v>
                </c:pt>
                <c:pt idx="383">
                  <c:v>0.00514759048884</c:v>
                </c:pt>
                <c:pt idx="384">
                  <c:v>0.00515838724653</c:v>
                </c:pt>
                <c:pt idx="385">
                  <c:v>0.0051692184392</c:v>
                </c:pt>
                <c:pt idx="386">
                  <c:v>0.00518008421528</c:v>
                </c:pt>
                <c:pt idx="387">
                  <c:v>0.00519098472404</c:v>
                </c:pt>
                <c:pt idx="388">
                  <c:v>0.00520192011557</c:v>
                </c:pt>
                <c:pt idx="389">
                  <c:v>0.00521289054076</c:v>
                </c:pt>
                <c:pt idx="390">
                  <c:v>0.00522389615136</c:v>
                </c:pt>
                <c:pt idx="391">
                  <c:v>0.00523493709993</c:v>
                </c:pt>
                <c:pt idx="392">
                  <c:v>0.00524601353988</c:v>
                </c:pt>
                <c:pt idx="393">
                  <c:v>0.00525712562547</c:v>
                </c:pt>
                <c:pt idx="394">
                  <c:v>0.0052682735118</c:v>
                </c:pt>
                <c:pt idx="395">
                  <c:v>0.00527945735484</c:v>
                </c:pt>
                <c:pt idx="396">
                  <c:v>0.00529067731142</c:v>
                </c:pt>
                <c:pt idx="397">
                  <c:v>0.00530193353923</c:v>
                </c:pt>
                <c:pt idx="398">
                  <c:v>0.00531322619685</c:v>
                </c:pt>
                <c:pt idx="399">
                  <c:v>0.00532455544372</c:v>
                </c:pt>
                <c:pt idx="400">
                  <c:v>0.00533592144019</c:v>
                </c:pt>
                <c:pt idx="401">
                  <c:v>0.0053473243475</c:v>
                </c:pt>
                <c:pt idx="402">
                  <c:v>0.00535876432776</c:v>
                </c:pt>
                <c:pt idx="403">
                  <c:v>0.00537024154402</c:v>
                </c:pt>
                <c:pt idx="404">
                  <c:v>0.00538175616022</c:v>
                </c:pt>
                <c:pt idx="405">
                  <c:v>0.00539330834124</c:v>
                </c:pt>
                <c:pt idx="406">
                  <c:v>0.00540489825285</c:v>
                </c:pt>
                <c:pt idx="407">
                  <c:v>0.00541652606179</c:v>
                </c:pt>
                <c:pt idx="408">
                  <c:v>0.00542819193571</c:v>
                </c:pt>
                <c:pt idx="409">
                  <c:v>0.00543989604319</c:v>
                </c:pt>
                <c:pt idx="410">
                  <c:v>0.00545163855381</c:v>
                </c:pt>
                <c:pt idx="411">
                  <c:v>0.00546341963805</c:v>
                </c:pt>
                <c:pt idx="412">
                  <c:v>0.00547523946739</c:v>
                </c:pt>
                <c:pt idx="413">
                  <c:v>0.00548709821427</c:v>
                </c:pt>
                <c:pt idx="414">
                  <c:v>0.00549899605209</c:v>
                </c:pt>
                <c:pt idx="415">
                  <c:v>0.00551093315526</c:v>
                </c:pt>
                <c:pt idx="416">
                  <c:v>0.00552290969916</c:v>
                </c:pt>
                <c:pt idx="417">
                  <c:v>0.00553492586017</c:v>
                </c:pt>
                <c:pt idx="418">
                  <c:v>0.00554698181568</c:v>
                </c:pt>
                <c:pt idx="419">
                  <c:v>0.00555907774408</c:v>
                </c:pt>
                <c:pt idx="420">
                  <c:v>0.00557121382479</c:v>
                </c:pt>
                <c:pt idx="421">
                  <c:v>0.00558339023826</c:v>
                </c:pt>
                <c:pt idx="422">
                  <c:v>0.00559560716594</c:v>
                </c:pt>
                <c:pt idx="423">
                  <c:v>0.00560786479035</c:v>
                </c:pt>
                <c:pt idx="424">
                  <c:v>0.00562016329504</c:v>
                </c:pt>
                <c:pt idx="425">
                  <c:v>0.00563250286464</c:v>
                </c:pt>
                <c:pt idx="426">
                  <c:v>0.00564488368479</c:v>
                </c:pt>
                <c:pt idx="427">
                  <c:v>0.00565730594226</c:v>
                </c:pt>
                <c:pt idx="428">
                  <c:v>0.00566976982485</c:v>
                </c:pt>
                <c:pt idx="429">
                  <c:v>0.00568227552147</c:v>
                </c:pt>
                <c:pt idx="430">
                  <c:v>0.00569482322211</c:v>
                </c:pt>
                <c:pt idx="431">
                  <c:v>0.00570741311785</c:v>
                </c:pt>
                <c:pt idx="432">
                  <c:v>0.0057200454009</c:v>
                </c:pt>
                <c:pt idx="433">
                  <c:v>0.00573272026457</c:v>
                </c:pt>
                <c:pt idx="434">
                  <c:v>0.0057454379033</c:v>
                </c:pt>
                <c:pt idx="435">
                  <c:v>0.00575819851265</c:v>
                </c:pt>
                <c:pt idx="436">
                  <c:v>0.00577100228933</c:v>
                </c:pt>
                <c:pt idx="437">
                  <c:v>0.0057838494312</c:v>
                </c:pt>
                <c:pt idx="438">
                  <c:v>0.00579674013727</c:v>
                </c:pt>
                <c:pt idx="439">
                  <c:v>0.0058096746077</c:v>
                </c:pt>
                <c:pt idx="440">
                  <c:v>0.00582265304384</c:v>
                </c:pt>
                <c:pt idx="441">
                  <c:v>0.00583567564823</c:v>
                </c:pt>
                <c:pt idx="442">
                  <c:v>0.00584874262456</c:v>
                </c:pt>
                <c:pt idx="443">
                  <c:v>0.00586185417776</c:v>
                </c:pt>
                <c:pt idx="444">
                  <c:v>0.00587501051395</c:v>
                </c:pt>
                <c:pt idx="445">
                  <c:v>0.00588821184045</c:v>
                </c:pt>
                <c:pt idx="446">
                  <c:v>0.00590145836582</c:v>
                </c:pt>
                <c:pt idx="447">
                  <c:v>0.00591475029986</c:v>
                </c:pt>
                <c:pt idx="448">
                  <c:v>0.0059280878536</c:v>
                </c:pt>
                <c:pt idx="449">
                  <c:v>0.00594147123932</c:v>
                </c:pt>
                <c:pt idx="450">
                  <c:v>0.00595490067055</c:v>
                </c:pt>
                <c:pt idx="451">
                  <c:v>0.00596837636212</c:v>
                </c:pt>
                <c:pt idx="452">
                  <c:v>0.00598189853011</c:v>
                </c:pt>
                <c:pt idx="453">
                  <c:v>0.0059954673919</c:v>
                </c:pt>
                <c:pt idx="454">
                  <c:v>0.00600908316617</c:v>
                </c:pt>
                <c:pt idx="455">
                  <c:v>0.00602274607289</c:v>
                </c:pt>
                <c:pt idx="456">
                  <c:v>0.00603645633336</c:v>
                </c:pt>
                <c:pt idx="457">
                  <c:v>0.0060502141702</c:v>
                </c:pt>
                <c:pt idx="458">
                  <c:v>0.00606401980738</c:v>
                </c:pt>
                <c:pt idx="459">
                  <c:v>0.0060778734702</c:v>
                </c:pt>
                <c:pt idx="460">
                  <c:v>0.00609177538532</c:v>
                </c:pt>
                <c:pt idx="461">
                  <c:v>0.00610572578076</c:v>
                </c:pt>
                <c:pt idx="462">
                  <c:v>0.00611972488593</c:v>
                </c:pt>
                <c:pt idx="463">
                  <c:v>0.00613377293161</c:v>
                </c:pt>
                <c:pt idx="464">
                  <c:v>0.00614787014999</c:v>
                </c:pt>
                <c:pt idx="465">
                  <c:v>0.00616201677466</c:v>
                </c:pt>
                <c:pt idx="466">
                  <c:v>0.00617621304062</c:v>
                </c:pt>
                <c:pt idx="467">
                  <c:v>0.00619045918431</c:v>
                </c:pt>
                <c:pt idx="468">
                  <c:v>0.00620475544361</c:v>
                </c:pt>
                <c:pt idx="469">
                  <c:v>0.00621910205784</c:v>
                </c:pt>
                <c:pt idx="470">
                  <c:v>0.00623349926778</c:v>
                </c:pt>
                <c:pt idx="471">
                  <c:v>0.00624794731569</c:v>
                </c:pt>
                <c:pt idx="472">
                  <c:v>0.0062624464453</c:v>
                </c:pt>
                <c:pt idx="473">
                  <c:v>0.00627699690185</c:v>
                </c:pt>
                <c:pt idx="474">
                  <c:v>0.00629159893206</c:v>
                </c:pt>
                <c:pt idx="475">
                  <c:v>0.0063062527842</c:v>
                </c:pt>
                <c:pt idx="476">
                  <c:v>0.00632095870804</c:v>
                </c:pt>
                <c:pt idx="477">
                  <c:v>0.00633571695489</c:v>
                </c:pt>
                <c:pt idx="478">
                  <c:v>0.00635052777763</c:v>
                </c:pt>
                <c:pt idx="479">
                  <c:v>0.00636539143069</c:v>
                </c:pt>
                <c:pt idx="480">
                  <c:v>0.00638030817008</c:v>
                </c:pt>
                <c:pt idx="481">
                  <c:v>0.00639527825339</c:v>
                </c:pt>
                <c:pt idx="482">
                  <c:v>0.00641030193981</c:v>
                </c:pt>
                <c:pt idx="483">
                  <c:v>0.00642537949014</c:v>
                </c:pt>
                <c:pt idx="484">
                  <c:v>0.00644051116682</c:v>
                </c:pt>
                <c:pt idx="485">
                  <c:v>0.0064556972339</c:v>
                </c:pt>
                <c:pt idx="486">
                  <c:v>0.0064709379571</c:v>
                </c:pt>
                <c:pt idx="487">
                  <c:v>0.00648623360379</c:v>
                </c:pt>
                <c:pt idx="488">
                  <c:v>0.00650158444301</c:v>
                </c:pt>
                <c:pt idx="489">
                  <c:v>0.00651699074551</c:v>
                </c:pt>
                <c:pt idx="490">
                  <c:v>0.00653245278371</c:v>
                </c:pt>
                <c:pt idx="491">
                  <c:v>0.00654797083176</c:v>
                </c:pt>
                <c:pt idx="492">
                  <c:v>0.00656354516554</c:v>
                </c:pt>
                <c:pt idx="493">
                  <c:v>0.00657917606266</c:v>
                </c:pt>
                <c:pt idx="494">
                  <c:v>0.0065948638025</c:v>
                </c:pt>
                <c:pt idx="495">
                  <c:v>0.00661060866618</c:v>
                </c:pt>
                <c:pt idx="496">
                  <c:v>0.00662641093662</c:v>
                </c:pt>
                <c:pt idx="497">
                  <c:v>0.00664227089854</c:v>
                </c:pt>
                <c:pt idx="498">
                  <c:v>0.00665818883846</c:v>
                </c:pt>
                <c:pt idx="499">
                  <c:v>0.00667416504472</c:v>
                </c:pt>
                <c:pt idx="500">
                  <c:v>0.00669019980751</c:v>
                </c:pt>
                <c:pt idx="501">
                  <c:v>0.00670629341886</c:v>
                </c:pt>
                <c:pt idx="502">
                  <c:v>0.00672244617267</c:v>
                </c:pt>
                <c:pt idx="503">
                  <c:v>0.00673865836474</c:v>
                </c:pt>
                <c:pt idx="504">
                  <c:v>0.00675493029274</c:v>
                </c:pt>
                <c:pt idx="505">
                  <c:v>0.00677126225627</c:v>
                </c:pt>
                <c:pt idx="506">
                  <c:v>0.00678765455684</c:v>
                </c:pt>
                <c:pt idx="507">
                  <c:v>0.00680410749793</c:v>
                </c:pt>
                <c:pt idx="508">
                  <c:v>0.00682062138494</c:v>
                </c:pt>
                <c:pt idx="509">
                  <c:v>0.00683719652529</c:v>
                </c:pt>
                <c:pt idx="510">
                  <c:v>0.00685383322835</c:v>
                </c:pt>
                <c:pt idx="511">
                  <c:v>0.00687053180551</c:v>
                </c:pt>
                <c:pt idx="512">
                  <c:v>0.00688729257018</c:v>
                </c:pt>
                <c:pt idx="513">
                  <c:v>0.00690411583781</c:v>
                </c:pt>
                <c:pt idx="514">
                  <c:v>0.00692100192592</c:v>
                </c:pt>
                <c:pt idx="515">
                  <c:v>0.00693795115406</c:v>
                </c:pt>
                <c:pt idx="516">
                  <c:v>0.00695496384391</c:v>
                </c:pt>
                <c:pt idx="517">
                  <c:v>0.00697204031922</c:v>
                </c:pt>
                <c:pt idx="518">
                  <c:v>0.0069891809059</c:v>
                </c:pt>
                <c:pt idx="519">
                  <c:v>0.00700638593196</c:v>
                </c:pt>
                <c:pt idx="520">
                  <c:v>0.00702365572759</c:v>
                </c:pt>
                <c:pt idx="521">
                  <c:v>0.00704099062515</c:v>
                </c:pt>
                <c:pt idx="522">
                  <c:v>0.00705839095919</c:v>
                </c:pt>
                <c:pt idx="523">
                  <c:v>0.00707585706647</c:v>
                </c:pt>
                <c:pt idx="524">
                  <c:v>0.00709338928596</c:v>
                </c:pt>
                <c:pt idx="525">
                  <c:v>0.00711098795892</c:v>
                </c:pt>
                <c:pt idx="526">
                  <c:v>0.00712865342883</c:v>
                </c:pt>
                <c:pt idx="527">
                  <c:v>0.00714638604147</c:v>
                </c:pt>
                <c:pt idx="528">
                  <c:v>0.00716418614493</c:v>
                </c:pt>
                <c:pt idx="529">
                  <c:v>0.00718205408961</c:v>
                </c:pt>
                <c:pt idx="530">
                  <c:v>0.00719999022827</c:v>
                </c:pt>
                <c:pt idx="531">
                  <c:v>0.00721799491599</c:v>
                </c:pt>
                <c:pt idx="532">
                  <c:v>0.00723606851028</c:v>
                </c:pt>
                <c:pt idx="533">
                  <c:v>0.007254211371</c:v>
                </c:pt>
                <c:pt idx="534">
                  <c:v>0.00727242386047</c:v>
                </c:pt>
                <c:pt idx="535">
                  <c:v>0.00729070634342</c:v>
                </c:pt>
                <c:pt idx="536">
                  <c:v>0.00730905918707</c:v>
                </c:pt>
                <c:pt idx="537">
                  <c:v>0.00732748276109</c:v>
                </c:pt>
                <c:pt idx="538">
                  <c:v>0.00734597743767</c:v>
                </c:pt>
                <c:pt idx="539">
                  <c:v>0.00736454359152</c:v>
                </c:pt>
                <c:pt idx="540">
                  <c:v>0.00738318159989</c:v>
                </c:pt>
                <c:pt idx="541">
                  <c:v>0.0074018918426</c:v>
                </c:pt>
                <c:pt idx="542">
                  <c:v>0.00742067470205</c:v>
                </c:pt>
                <c:pt idx="543">
                  <c:v>0.00743953056327</c:v>
                </c:pt>
                <c:pt idx="544">
                  <c:v>0.00745845981388</c:v>
                </c:pt>
                <c:pt idx="545">
                  <c:v>0.0074774628442</c:v>
                </c:pt>
                <c:pt idx="546">
                  <c:v>0.0074965400472</c:v>
                </c:pt>
                <c:pt idx="547">
                  <c:v>0.00751569181855</c:v>
                </c:pt>
                <c:pt idx="548">
                  <c:v>0.00753491855666</c:v>
                </c:pt>
                <c:pt idx="549">
                  <c:v>0.00755422066267</c:v>
                </c:pt>
                <c:pt idx="550">
                  <c:v>0.00757359854048</c:v>
                </c:pt>
                <c:pt idx="551">
                  <c:v>0.00759305259681</c:v>
                </c:pt>
                <c:pt idx="552">
                  <c:v>0.00761258324119</c:v>
                </c:pt>
                <c:pt idx="553">
                  <c:v>0.00763219088597</c:v>
                </c:pt>
                <c:pt idx="554">
                  <c:v>0.00765187594639</c:v>
                </c:pt>
                <c:pt idx="555">
                  <c:v>0.00767163884057</c:v>
                </c:pt>
                <c:pt idx="556">
                  <c:v>0.00769147998956</c:v>
                </c:pt>
                <c:pt idx="557">
                  <c:v>0.00771139981733</c:v>
                </c:pt>
                <c:pt idx="558">
                  <c:v>0.00773139875083</c:v>
                </c:pt>
                <c:pt idx="559">
                  <c:v>0.00775147722001</c:v>
                </c:pt>
                <c:pt idx="560">
                  <c:v>0.00777163565783</c:v>
                </c:pt>
                <c:pt idx="561">
                  <c:v>0.00779187450029</c:v>
                </c:pt>
                <c:pt idx="562">
                  <c:v>0.00781219418648</c:v>
                </c:pt>
                <c:pt idx="563">
                  <c:v>0.00783259515858</c:v>
                </c:pt>
                <c:pt idx="564">
                  <c:v>0.00785307786189</c:v>
                </c:pt>
                <c:pt idx="565">
                  <c:v>0.00787364274488</c:v>
                </c:pt>
                <c:pt idx="566">
                  <c:v>0.0078942902592</c:v>
                </c:pt>
                <c:pt idx="567">
                  <c:v>0.0079150208597</c:v>
                </c:pt>
                <c:pt idx="568">
                  <c:v>0.00793583500448</c:v>
                </c:pt>
                <c:pt idx="569">
                  <c:v>0.00795673315491</c:v>
                </c:pt>
                <c:pt idx="570">
                  <c:v>0.00797771577564</c:v>
                </c:pt>
                <c:pt idx="571">
                  <c:v>0.00799878333468</c:v>
                </c:pt>
                <c:pt idx="572">
                  <c:v>0.00801993630336</c:v>
                </c:pt>
                <c:pt idx="573">
                  <c:v>0.00804117515642</c:v>
                </c:pt>
                <c:pt idx="574">
                  <c:v>0.00806250037201</c:v>
                </c:pt>
                <c:pt idx="575">
                  <c:v>0.00808391243174</c:v>
                </c:pt>
                <c:pt idx="576">
                  <c:v>0.00810541182069</c:v>
                </c:pt>
                <c:pt idx="577">
                  <c:v>0.00812699902744</c:v>
                </c:pt>
                <c:pt idx="578">
                  <c:v>0.00814867454413</c:v>
                </c:pt>
                <c:pt idx="579">
                  <c:v>0.00817043886647</c:v>
                </c:pt>
                <c:pt idx="580">
                  <c:v>0.00819229249378</c:v>
                </c:pt>
                <c:pt idx="581">
                  <c:v>0.00821423592902</c:v>
                </c:pt>
                <c:pt idx="582">
                  <c:v>0.00823626967881</c:v>
                </c:pt>
                <c:pt idx="583">
                  <c:v>0.00825839425349</c:v>
                </c:pt>
                <c:pt idx="584">
                  <c:v>0.00828061016715</c:v>
                </c:pt>
                <c:pt idx="585">
                  <c:v>0.00830291793764</c:v>
                </c:pt>
                <c:pt idx="586">
                  <c:v>0.00832531808663</c:v>
                </c:pt>
                <c:pt idx="587">
                  <c:v>0.00834781113963</c:v>
                </c:pt>
                <c:pt idx="588">
                  <c:v>0.00837039762603</c:v>
                </c:pt>
                <c:pt idx="589">
                  <c:v>0.00839307807915</c:v>
                </c:pt>
                <c:pt idx="590">
                  <c:v>0.00841585303625</c:v>
                </c:pt>
                <c:pt idx="591">
                  <c:v>0.00843872303857</c:v>
                </c:pt>
                <c:pt idx="592">
                  <c:v>0.00846168863142</c:v>
                </c:pt>
                <c:pt idx="593">
                  <c:v>0.00848475036412</c:v>
                </c:pt>
                <c:pt idx="594">
                  <c:v>0.00850790879014</c:v>
                </c:pt>
                <c:pt idx="595">
                  <c:v>0.00853116446706</c:v>
                </c:pt>
                <c:pt idx="596">
                  <c:v>0.00855451795666</c:v>
                </c:pt>
                <c:pt idx="597">
                  <c:v>0.00857796982493</c:v>
                </c:pt>
                <c:pt idx="598">
                  <c:v>0.00860152064213</c:v>
                </c:pt>
                <c:pt idx="599">
                  <c:v>0.00862517098279</c:v>
                </c:pt>
                <c:pt idx="600">
                  <c:v>0.00864892142582</c:v>
                </c:pt>
                <c:pt idx="601">
                  <c:v>0.00867277255449</c:v>
                </c:pt>
                <c:pt idx="602">
                  <c:v>0.0086967249565</c:v>
                </c:pt>
                <c:pt idx="603">
                  <c:v>0.00872077922401</c:v>
                </c:pt>
                <c:pt idx="604">
                  <c:v>0.0087449359537</c:v>
                </c:pt>
                <c:pt idx="605">
                  <c:v>0.00876919574678</c:v>
                </c:pt>
                <c:pt idx="606">
                  <c:v>0.00879355920907</c:v>
                </c:pt>
                <c:pt idx="607">
                  <c:v>0.00881802695103</c:v>
                </c:pt>
                <c:pt idx="608">
                  <c:v>0.00884259958781</c:v>
                </c:pt>
                <c:pt idx="609">
                  <c:v>0.00886727773926</c:v>
                </c:pt>
                <c:pt idx="610">
                  <c:v>0.00889206203003</c:v>
                </c:pt>
                <c:pt idx="611">
                  <c:v>0.0089169530896</c:v>
                </c:pt>
                <c:pt idx="612">
                  <c:v>0.00894195155228</c:v>
                </c:pt>
                <c:pt idx="613">
                  <c:v>0.00896705805732</c:v>
                </c:pt>
                <c:pt idx="614">
                  <c:v>0.00899227324894</c:v>
                </c:pt>
                <c:pt idx="615">
                  <c:v>0.00901759777636</c:v>
                </c:pt>
                <c:pt idx="616">
                  <c:v>0.00904303229385</c:v>
                </c:pt>
                <c:pt idx="617">
                  <c:v>0.00906857746081</c:v>
                </c:pt>
                <c:pt idx="618">
                  <c:v>0.00909423394178</c:v>
                </c:pt>
                <c:pt idx="619">
                  <c:v>0.00912000240652</c:v>
                </c:pt>
                <c:pt idx="620">
                  <c:v>0.00914588353005</c:v>
                </c:pt>
                <c:pt idx="621">
                  <c:v>0.00917187799272</c:v>
                </c:pt>
                <c:pt idx="622">
                  <c:v>0.00919798648022</c:v>
                </c:pt>
                <c:pt idx="623">
                  <c:v>0.00922420968368</c:v>
                </c:pt>
                <c:pt idx="624">
                  <c:v>0.00925054829968</c:v>
                </c:pt>
                <c:pt idx="625">
                  <c:v>0.00927700303036</c:v>
                </c:pt>
                <c:pt idx="626">
                  <c:v>0.00930357458341</c:v>
                </c:pt>
                <c:pt idx="627">
                  <c:v>0.00933026367218</c:v>
                </c:pt>
                <c:pt idx="628">
                  <c:v>0.00935707101572</c:v>
                </c:pt>
                <c:pt idx="629">
                  <c:v>0.00938399733881</c:v>
                </c:pt>
                <c:pt idx="630">
                  <c:v>0.00941104337205</c:v>
                </c:pt>
                <c:pt idx="631">
                  <c:v>0.00943820985192</c:v>
                </c:pt>
                <c:pt idx="632">
                  <c:v>0.00946549752082</c:v>
                </c:pt>
                <c:pt idx="633">
                  <c:v>0.00949290712714</c:v>
                </c:pt>
                <c:pt idx="634">
                  <c:v>0.0095204394253</c:v>
                </c:pt>
                <c:pt idx="635">
                  <c:v>0.00954809517586</c:v>
                </c:pt>
                <c:pt idx="636">
                  <c:v>0.00957587514554</c:v>
                </c:pt>
                <c:pt idx="637">
                  <c:v>0.00960378010728</c:v>
                </c:pt>
                <c:pt idx="638">
                  <c:v>0.00963181084035</c:v>
                </c:pt>
                <c:pt idx="639">
                  <c:v>0.00965996813035</c:v>
                </c:pt>
                <c:pt idx="640">
                  <c:v>0.00968825276933</c:v>
                </c:pt>
                <c:pt idx="641">
                  <c:v>0.00971666555583</c:v>
                </c:pt>
                <c:pt idx="642">
                  <c:v>0.00974520729494</c:v>
                </c:pt>
                <c:pt idx="643">
                  <c:v>0.00977387879841</c:v>
                </c:pt>
                <c:pt idx="644">
                  <c:v>0.00980268088465</c:v>
                </c:pt>
                <c:pt idx="645">
                  <c:v>0.00983161437885</c:v>
                </c:pt>
                <c:pt idx="646">
                  <c:v>0.00986068011306</c:v>
                </c:pt>
                <c:pt idx="647">
                  <c:v>0.0098898789262</c:v>
                </c:pt>
                <c:pt idx="648">
                  <c:v>0.00991921166419</c:v>
                </c:pt>
                <c:pt idx="649">
                  <c:v>0.00994867918001</c:v>
                </c:pt>
                <c:pt idx="650">
                  <c:v>0.00997828233376</c:v>
                </c:pt>
                <c:pt idx="651">
                  <c:v>0.0100080219927</c:v>
                </c:pt>
                <c:pt idx="652">
                  <c:v>0.0100378990315</c:v>
                </c:pt>
                <c:pt idx="653">
                  <c:v>0.010067914332</c:v>
                </c:pt>
                <c:pt idx="654">
                  <c:v>0.0100980687835</c:v>
                </c:pt>
                <c:pt idx="655">
                  <c:v>0.0101283632831</c:v>
                </c:pt>
                <c:pt idx="656">
                  <c:v>0.010158798735</c:v>
                </c:pt>
                <c:pt idx="657">
                  <c:v>0.0101893760514</c:v>
                </c:pt>
                <c:pt idx="658">
                  <c:v>0.0102200961523</c:v>
                </c:pt>
                <c:pt idx="659">
                  <c:v>0.0102509599652</c:v>
                </c:pt>
                <c:pt idx="660">
                  <c:v>0.0102819684259</c:v>
                </c:pt>
                <c:pt idx="661">
                  <c:v>0.010313122478</c:v>
                </c:pt>
                <c:pt idx="662">
                  <c:v>0.010344423073</c:v>
                </c:pt>
                <c:pt idx="663">
                  <c:v>0.010375871171</c:v>
                </c:pt>
                <c:pt idx="664">
                  <c:v>0.0104074677401</c:v>
                </c:pt>
                <c:pt idx="665">
                  <c:v>0.0104392137567</c:v>
                </c:pt>
                <c:pt idx="666">
                  <c:v>0.0104711102057</c:v>
                </c:pt>
                <c:pt idx="667">
                  <c:v>0.0105031580806</c:v>
                </c:pt>
                <c:pt idx="668">
                  <c:v>0.0105353583835</c:v>
                </c:pt>
                <c:pt idx="669">
                  <c:v>0.0105677121251</c:v>
                </c:pt>
                <c:pt idx="670">
                  <c:v>0.0106002203251</c:v>
                </c:pt>
                <c:pt idx="671">
                  <c:v>0.0106328840119</c:v>
                </c:pt>
                <c:pt idx="672">
                  <c:v>0.0106657042229</c:v>
                </c:pt>
                <c:pt idx="673">
                  <c:v>0.0106986820048</c:v>
                </c:pt>
                <c:pt idx="674">
                  <c:v>0.0107318184134</c:v>
                </c:pt>
                <c:pt idx="675">
                  <c:v>0.0107651145137</c:v>
                </c:pt>
                <c:pt idx="676">
                  <c:v>0.0107985713801</c:v>
                </c:pt>
                <c:pt idx="677">
                  <c:v>0.0108321900967</c:v>
                </c:pt>
                <c:pt idx="678">
                  <c:v>0.0108659717571</c:v>
                </c:pt>
                <c:pt idx="679">
                  <c:v>0.0108999174644</c:v>
                </c:pt>
                <c:pt idx="680">
                  <c:v>0.0109340283317</c:v>
                </c:pt>
                <c:pt idx="681">
                  <c:v>0.0109683054822</c:v>
                </c:pt>
                <c:pt idx="682">
                  <c:v>0.0110027500488</c:v>
                </c:pt>
                <c:pt idx="683">
                  <c:v>0.0110373631747</c:v>
                </c:pt>
                <c:pt idx="684">
                  <c:v>0.0110721460133</c:v>
                </c:pt>
                <c:pt idx="685">
                  <c:v>0.0111070997285</c:v>
                </c:pt>
                <c:pt idx="686">
                  <c:v>0.0111422254945</c:v>
                </c:pt>
                <c:pt idx="687">
                  <c:v>0.0111775244963</c:v>
                </c:pt>
                <c:pt idx="688">
                  <c:v>0.0112129979293</c:v>
                </c:pt>
                <c:pt idx="689">
                  <c:v>0.011248647</c:v>
                </c:pt>
                <c:pt idx="690">
                  <c:v>0.0112844729257</c:v>
                </c:pt>
                <c:pt idx="691">
                  <c:v>0.011320476935</c:v>
                </c:pt>
                <c:pt idx="692">
                  <c:v>0.0113566602675</c:v>
                </c:pt>
                <c:pt idx="693">
                  <c:v>0.011393024174</c:v>
                </c:pt>
                <c:pt idx="694">
                  <c:v>0.0114295699171</c:v>
                </c:pt>
                <c:pt idx="695">
                  <c:v>0.0114662987706</c:v>
                </c:pt>
                <c:pt idx="696">
                  <c:v>0.0115032120202</c:v>
                </c:pt>
                <c:pt idx="697">
                  <c:v>0.0115403109635</c:v>
                </c:pt>
                <c:pt idx="698">
                  <c:v>0.0115775969099</c:v>
                </c:pt>
                <c:pt idx="699">
                  <c:v>0.011615071181</c:v>
                </c:pt>
                <c:pt idx="700">
                  <c:v>0.0116527351105</c:v>
                </c:pt>
                <c:pt idx="701">
                  <c:v>0.0116905900445</c:v>
                </c:pt>
                <c:pt idx="702">
                  <c:v>0.0117286373418</c:v>
                </c:pt>
                <c:pt idx="703">
                  <c:v>0.0117668783736</c:v>
                </c:pt>
                <c:pt idx="704">
                  <c:v>0.0118053145241</c:v>
                </c:pt>
                <c:pt idx="705">
                  <c:v>0.0118439471901</c:v>
                </c:pt>
                <c:pt idx="706">
                  <c:v>0.0118827777817</c:v>
                </c:pt>
                <c:pt idx="707">
                  <c:v>0.0119218077224</c:v>
                </c:pt>
                <c:pt idx="708">
                  <c:v>0.0119610384485</c:v>
                </c:pt>
                <c:pt idx="709">
                  <c:v>0.0120004714104</c:v>
                </c:pt>
                <c:pt idx="710">
                  <c:v>0.0120401080719</c:v>
                </c:pt>
                <c:pt idx="711">
                  <c:v>0.0120799499104</c:v>
                </c:pt>
                <c:pt idx="712">
                  <c:v>0.0121199984177</c:v>
                </c:pt>
                <c:pt idx="713">
                  <c:v>0.0121602550993</c:v>
                </c:pt>
                <c:pt idx="714">
                  <c:v>0.0122007214753</c:v>
                </c:pt>
                <c:pt idx="715">
                  <c:v>0.01224139908</c:v>
                </c:pt>
                <c:pt idx="716">
                  <c:v>0.0122822894625</c:v>
                </c:pt>
                <c:pt idx="717">
                  <c:v>0.0123233941865</c:v>
                </c:pt>
                <c:pt idx="718">
                  <c:v>0.0123647148305</c:v>
                </c:pt>
                <c:pt idx="719">
                  <c:v>0.0124062529883</c:v>
                </c:pt>
                <c:pt idx="720">
                  <c:v>0.012448010269</c:v>
                </c:pt>
                <c:pt idx="721">
                  <c:v>0.0124899882967</c:v>
                </c:pt>
                <c:pt idx="722">
                  <c:v>0.0125321887116</c:v>
                </c:pt>
                <c:pt idx="723">
                  <c:v>0.0125746131692</c:v>
                </c:pt>
                <c:pt idx="724">
                  <c:v>0.0126172633411</c:v>
                </c:pt>
                <c:pt idx="725">
                  <c:v>0.0126601409152</c:v>
                </c:pt>
                <c:pt idx="726">
                  <c:v>0.0127032475952</c:v>
                </c:pt>
                <c:pt idx="727">
                  <c:v>0.0127465851016</c:v>
                </c:pt>
                <c:pt idx="728">
                  <c:v>0.0127901551714</c:v>
                </c:pt>
                <c:pt idx="729">
                  <c:v>0.0128339595583</c:v>
                </c:pt>
                <c:pt idx="730">
                  <c:v>0.0128780000331</c:v>
                </c:pt>
                <c:pt idx="731">
                  <c:v>0.0129222783838</c:v>
                </c:pt>
                <c:pt idx="732">
                  <c:v>0.0129667964155</c:v>
                </c:pt>
                <c:pt idx="733">
                  <c:v>0.0130115559509</c:v>
                </c:pt>
                <c:pt idx="734">
                  <c:v>0.0130565588306</c:v>
                </c:pt>
                <c:pt idx="735">
                  <c:v>0.0131018069128</c:v>
                </c:pt>
                <c:pt idx="736">
                  <c:v>0.0131473020738</c:v>
                </c:pt>
                <c:pt idx="737">
                  <c:v>0.0131930462084</c:v>
                </c:pt>
                <c:pt idx="738">
                  <c:v>0.0132390412296</c:v>
                </c:pt>
                <c:pt idx="739">
                  <c:v>0.0132852890689</c:v>
                </c:pt>
                <c:pt idx="740">
                  <c:v>0.013331791677</c:v>
                </c:pt>
                <c:pt idx="741">
                  <c:v>0.0133785510233</c:v>
                </c:pt>
                <c:pt idx="742">
                  <c:v>0.0134255690965</c:v>
                </c:pt>
                <c:pt idx="743">
                  <c:v>0.0134728479046</c:v>
                </c:pt>
                <c:pt idx="744">
                  <c:v>0.0135203894752</c:v>
                </c:pt>
                <c:pt idx="745">
                  <c:v>0.0135681958557</c:v>
                </c:pt>
                <c:pt idx="746">
                  <c:v>0.0136162691135</c:v>
                </c:pt>
                <c:pt idx="747">
                  <c:v>0.0136646113358</c:v>
                </c:pt>
                <c:pt idx="748">
                  <c:v>0.0137132246306</c:v>
                </c:pt>
                <c:pt idx="749">
                  <c:v>0.013762111126</c:v>
                </c:pt>
                <c:pt idx="750">
                  <c:v>0.0138112729711</c:v>
                </c:pt>
                <c:pt idx="751">
                  <c:v>0.0138607123357</c:v>
                </c:pt>
                <c:pt idx="752">
                  <c:v>0.0139104314107</c:v>
                </c:pt>
                <c:pt idx="753">
                  <c:v>0.0139604324084</c:v>
                </c:pt>
                <c:pt idx="754">
                  <c:v>0.0140107175624</c:v>
                </c:pt>
                <c:pt idx="755">
                  <c:v>0.0140612891278</c:v>
                </c:pt>
                <c:pt idx="756">
                  <c:v>0.0141121493819</c:v>
                </c:pt>
                <c:pt idx="757">
                  <c:v>0.0141633006236</c:v>
                </c:pt>
                <c:pt idx="758">
                  <c:v>0.0142147451741</c:v>
                </c:pt>
                <c:pt idx="759">
                  <c:v>0.0142664853771</c:v>
                </c:pt>
                <c:pt idx="760">
                  <c:v>0.0143185235986</c:v>
                </c:pt>
                <c:pt idx="761">
                  <c:v>0.0143708622273</c:v>
                </c:pt>
                <c:pt idx="762">
                  <c:v>0.0144235036748</c:v>
                </c:pt>
                <c:pt idx="763">
                  <c:v>0.0144764503758</c:v>
                </c:pt>
                <c:pt idx="764">
                  <c:v>0.0145297047881</c:v>
                </c:pt>
                <c:pt idx="765">
                  <c:v>0.0145832693927</c:v>
                </c:pt>
                <c:pt idx="766">
                  <c:v>0.0146371466942</c:v>
                </c:pt>
                <c:pt idx="767">
                  <c:v>0.0146913392209</c:v>
                </c:pt>
                <c:pt idx="768">
                  <c:v>0.0147458495247</c:v>
                </c:pt>
                <c:pt idx="769">
                  <c:v>0.0148006801815</c:v>
                </c:pt>
                <c:pt idx="770">
                  <c:v>0.0148558337914</c:v>
                </c:pt>
                <c:pt idx="771">
                  <c:v>0.0149113129782</c:v>
                </c:pt>
                <c:pt idx="772">
                  <c:v>0.0149671203904</c:v>
                </c:pt>
                <c:pt idx="773">
                  <c:v>0.0150232587008</c:v>
                </c:pt>
                <c:pt idx="774">
                  <c:v>0.0150797306065</c:v>
                </c:pt>
                <c:pt idx="775">
                  <c:v>0.0151365388293</c:v>
                </c:pt>
                <c:pt idx="776">
                  <c:v>0.0151936861159</c:v>
                </c:pt>
                <c:pt idx="777">
                  <c:v>0.0152511752373</c:v>
                </c:pt>
                <c:pt idx="778">
                  <c:v>0.0153090089896</c:v>
                </c:pt>
                <c:pt idx="779">
                  <c:v>0.0153671901937</c:v>
                </c:pt>
                <c:pt idx="780">
                  <c:v>0.0154257216954</c:v>
                </c:pt>
                <c:pt idx="781">
                  <c:v>0.0154846063655</c:v>
                </c:pt>
                <c:pt idx="782">
                  <c:v>0.0155438470998</c:v>
                </c:pt>
                <c:pt idx="783">
                  <c:v>0.0156034468188</c:v>
                </c:pt>
                <c:pt idx="784">
                  <c:v>0.0156634084684</c:v>
                </c:pt>
                <c:pt idx="785">
                  <c:v>0.0157237350191</c:v>
                </c:pt>
                <c:pt idx="786">
                  <c:v>0.0157844294663</c:v>
                </c:pt>
                <c:pt idx="787">
                  <c:v>0.0158454948307</c:v>
                </c:pt>
                <c:pt idx="788">
                  <c:v>0.0159069341572</c:v>
                </c:pt>
                <c:pt idx="789">
                  <c:v>0.0159687505158</c:v>
                </c:pt>
                <c:pt idx="790">
                  <c:v>0.0160309470009</c:v>
                </c:pt>
                <c:pt idx="791">
                  <c:v>0.0160935267316</c:v>
                </c:pt>
                <c:pt idx="792">
                  <c:v>0.016156492851</c:v>
                </c:pt>
                <c:pt idx="793">
                  <c:v>0.0162198485266</c:v>
                </c:pt>
                <c:pt idx="794">
                  <c:v>0.0162835969497</c:v>
                </c:pt>
                <c:pt idx="795">
                  <c:v>0.0163477413356</c:v>
                </c:pt>
                <c:pt idx="796">
                  <c:v>0.0164122849228</c:v>
                </c:pt>
                <c:pt idx="797">
                  <c:v>0.0164772309731</c:v>
                </c:pt>
                <c:pt idx="798">
                  <c:v>0.0165425827715</c:v>
                </c:pt>
                <c:pt idx="799">
                  <c:v>0.0166083436253</c:v>
                </c:pt>
                <c:pt idx="800">
                  <c:v>0.0166745168642</c:v>
                </c:pt>
                <c:pt idx="801">
                  <c:v>0.0167411058398</c:v>
                </c:pt>
                <c:pt idx="802">
                  <c:v>0.016808113925</c:v>
                </c:pt>
                <c:pt idx="803">
                  <c:v>0.016875544514</c:v>
                </c:pt>
                <c:pt idx="804">
                  <c:v>0.0169434010213</c:v>
                </c:pt>
                <c:pt idx="805">
                  <c:v>0.0170116868813</c:v>
                </c:pt>
                <c:pt idx="806">
                  <c:v>0.0170804055481</c:v>
                </c:pt>
                <c:pt idx="807">
                  <c:v>0.0171495604945</c:v>
                </c:pt>
                <c:pt idx="808">
                  <c:v>0.0172191552114</c:v>
                </c:pt>
                <c:pt idx="809">
                  <c:v>0.0172891932074</c:v>
                </c:pt>
                <c:pt idx="810">
                  <c:v>0.0173596780075</c:v>
                </c:pt>
                <c:pt idx="811">
                  <c:v>0.0174306131531</c:v>
                </c:pt>
                <c:pt idx="812">
                  <c:v>0.0175020022005</c:v>
                </c:pt>
                <c:pt idx="813">
                  <c:v>0.0175738487203</c:v>
                </c:pt>
                <c:pt idx="814">
                  <c:v>0.0176461562965</c:v>
                </c:pt>
                <c:pt idx="815">
                  <c:v>0.0177189285254</c:v>
                </c:pt>
                <c:pt idx="816">
                  <c:v>0.0177921690147</c:v>
                </c:pt>
                <c:pt idx="817">
                  <c:v>0.0178658813823</c:v>
                </c:pt>
                <c:pt idx="818">
                  <c:v>0.0179400692553</c:v>
                </c:pt>
                <c:pt idx="819">
                  <c:v>0.0180147362683</c:v>
                </c:pt>
                <c:pt idx="820">
                  <c:v>0.018089886063</c:v>
                </c:pt>
                <c:pt idx="821">
                  <c:v>0.018165522286</c:v>
                </c:pt>
                <c:pt idx="822">
                  <c:v>0.018241648588</c:v>
                </c:pt>
                <c:pt idx="823">
                  <c:v>0.0183182686218</c:v>
                </c:pt>
                <c:pt idx="824">
                  <c:v>0.0183953860414</c:v>
                </c:pt>
                <c:pt idx="825">
                  <c:v>0.0184730044998</c:v>
                </c:pt>
                <c:pt idx="826">
                  <c:v>0.0185511276477</c:v>
                </c:pt>
                <c:pt idx="827">
                  <c:v>0.0186297591317</c:v>
                </c:pt>
                <c:pt idx="828">
                  <c:v>0.0187089025923</c:v>
                </c:pt>
                <c:pt idx="829">
                  <c:v>0.018788561662</c:v>
                </c:pt>
                <c:pt idx="830">
                  <c:v>0.0188687399637</c:v>
                </c:pt>
                <c:pt idx="831">
                  <c:v>0.0189494411083</c:v>
                </c:pt>
                <c:pt idx="832">
                  <c:v>0.0190306686926</c:v>
                </c:pt>
                <c:pt idx="833">
                  <c:v>0.0191124262973</c:v>
                </c:pt>
                <c:pt idx="834">
                  <c:v>0.0191947174843</c:v>
                </c:pt>
                <c:pt idx="835">
                  <c:v>0.0192775457949</c:v>
                </c:pt>
                <c:pt idx="836">
                  <c:v>0.0193609147471</c:v>
                </c:pt>
                <c:pt idx="837">
                  <c:v>0.0194448278327</c:v>
                </c:pt>
                <c:pt idx="838">
                  <c:v>0.0195292885156</c:v>
                </c:pt>
                <c:pt idx="839">
                  <c:v>0.019614300228</c:v>
                </c:pt>
                <c:pt idx="840">
                  <c:v>0.0196998663686</c:v>
                </c:pt>
                <c:pt idx="841">
                  <c:v>0.0197859902993</c:v>
                </c:pt>
                <c:pt idx="842">
                  <c:v>0.0198726753425</c:v>
                </c:pt>
                <c:pt idx="843">
                  <c:v>0.0199599247778</c:v>
                </c:pt>
                <c:pt idx="844">
                  <c:v>0.0200477418393</c:v>
                </c:pt>
                <c:pt idx="845">
                  <c:v>0.0201361297124</c:v>
                </c:pt>
                <c:pt idx="846">
                  <c:v>0.0202250915305</c:v>
                </c:pt>
                <c:pt idx="847">
                  <c:v>0.020314630372</c:v>
                </c:pt>
                <c:pt idx="848">
                  <c:v>0.0204047492566</c:v>
                </c:pt>
                <c:pt idx="849">
                  <c:v>0.0204954511426</c:v>
                </c:pt>
                <c:pt idx="850">
                  <c:v>0.0205867389228</c:v>
                </c:pt>
                <c:pt idx="851">
                  <c:v>0.0206786154216</c:v>
                </c:pt>
                <c:pt idx="852">
                  <c:v>0.0207710833912</c:v>
                </c:pt>
                <c:pt idx="853">
                  <c:v>0.0208641455085</c:v>
                </c:pt>
                <c:pt idx="854">
                  <c:v>0.020957804371</c:v>
                </c:pt>
                <c:pt idx="855">
                  <c:v>0.0210520624941</c:v>
                </c:pt>
                <c:pt idx="856">
                  <c:v>0.0211469223068</c:v>
                </c:pt>
                <c:pt idx="857">
                  <c:v>0.0212423861485</c:v>
                </c:pt>
                <c:pt idx="858">
                  <c:v>0.0213384562658</c:v>
                </c:pt>
                <c:pt idx="859">
                  <c:v>0.0214351348087</c:v>
                </c:pt>
                <c:pt idx="860">
                  <c:v>0.0215324238271</c:v>
                </c:pt>
                <c:pt idx="861">
                  <c:v>0.0216303252677</c:v>
                </c:pt>
                <c:pt idx="862">
                  <c:v>0.0217288409709</c:v>
                </c:pt>
                <c:pt idx="863">
                  <c:v>0.0218279726669</c:v>
                </c:pt>
                <c:pt idx="864">
                  <c:v>0.0219277219735</c:v>
                </c:pt>
                <c:pt idx="865">
                  <c:v>0.0220280903923</c:v>
                </c:pt>
                <c:pt idx="866">
                  <c:v>0.0221290793065</c:v>
                </c:pt>
                <c:pt idx="867">
                  <c:v>0.0222306899777</c:v>
                </c:pt>
                <c:pt idx="868">
                  <c:v>0.0223329235438</c:v>
                </c:pt>
                <c:pt idx="869">
                  <c:v>0.0224357810163</c:v>
                </c:pt>
                <c:pt idx="870">
                  <c:v>0.0225392632787</c:v>
                </c:pt>
                <c:pt idx="871">
                  <c:v>0.0226433710838</c:v>
                </c:pt>
                <c:pt idx="872">
                  <c:v>0.022748105053</c:v>
                </c:pt>
                <c:pt idx="873">
                  <c:v>0.0228534656742</c:v>
                </c:pt>
                <c:pt idx="874">
                  <c:v>0.0229594533012</c:v>
                </c:pt>
                <c:pt idx="875">
                  <c:v>0.0230660681527</c:v>
                </c:pt>
                <c:pt idx="876">
                  <c:v>0.0231733103119</c:v>
                </c:pt>
                <c:pt idx="877">
                  <c:v>0.0232811797268</c:v>
                </c:pt>
                <c:pt idx="878">
                  <c:v>0.0233896762103</c:v>
                </c:pt>
                <c:pt idx="879">
                  <c:v>0.023498799441</c:v>
                </c:pt>
                <c:pt idx="880">
                  <c:v>0.0236085489643</c:v>
                </c:pt>
                <c:pt idx="881">
                  <c:v>0.0237189241946</c:v>
                </c:pt>
                <c:pt idx="882">
                  <c:v>0.0238299244167</c:v>
                </c:pt>
                <c:pt idx="883">
                  <c:v>0.0239415487893</c:v>
                </c:pt>
                <c:pt idx="884">
                  <c:v>0.0240537963477</c:v>
                </c:pt>
                <c:pt idx="885">
                  <c:v>0.0241666660077</c:v>
                </c:pt>
                <c:pt idx="886">
                  <c:v>0.02428015657</c:v>
                </c:pt>
                <c:pt idx="887">
                  <c:v>0.0243942667249</c:v>
                </c:pt>
                <c:pt idx="888">
                  <c:v>0.0245089950584</c:v>
                </c:pt>
                <c:pt idx="889">
                  <c:v>0.0246243400579</c:v>
                </c:pt>
                <c:pt idx="890">
                  <c:v>0.0247403001191</c:v>
                </c:pt>
                <c:pt idx="891">
                  <c:v>0.0248568735535</c:v>
                </c:pt>
                <c:pt idx="892">
                  <c:v>0.0249740585969</c:v>
                </c:pt>
                <c:pt idx="893">
                  <c:v>0.0250918534176</c:v>
                </c:pt>
                <c:pt idx="894">
                  <c:v>0.0252102561263</c:v>
                </c:pt>
                <c:pt idx="895">
                  <c:v>0.0253292647862</c:v>
                </c:pt>
                <c:pt idx="896">
                  <c:v>0.025448877424</c:v>
                </c:pt>
                <c:pt idx="897">
                  <c:v>0.025569092041</c:v>
                </c:pt>
                <c:pt idx="898">
                  <c:v>0.025689906626</c:v>
                </c:pt>
                <c:pt idx="899">
                  <c:v>0.0258113191674</c:v>
                </c:pt>
                <c:pt idx="900">
                  <c:v>0.0259333276675</c:v>
                </c:pt>
                <c:pt idx="901">
                  <c:v>0.026055930156</c:v>
                </c:pt>
                <c:pt idx="902">
                  <c:v>0.0261791247054</c:v>
                </c:pt>
                <c:pt idx="903">
                  <c:v>0.0263029094458</c:v>
                </c:pt>
                <c:pt idx="904">
                  <c:v>0.0264272825812</c:v>
                </c:pt>
                <c:pt idx="905">
                  <c:v>0.026552242406</c:v>
                </c:pt>
                <c:pt idx="906">
                  <c:v>0.0266777873217</c:v>
                </c:pt>
                <c:pt idx="907">
                  <c:v>0.0268039158545</c:v>
                </c:pt>
                <c:pt idx="908">
                  <c:v>0.0269306266733</c:v>
                </c:pt>
                <c:pt idx="909">
                  <c:v>0.0270579186073</c:v>
                </c:pt>
                <c:pt idx="910">
                  <c:v>0.0271857906655</c:v>
                </c:pt>
                <c:pt idx="911">
                  <c:v>0.0273142420546</c:v>
                </c:pt>
                <c:pt idx="912">
                  <c:v>0.0274432721985</c:v>
                </c:pt>
                <c:pt idx="913">
                  <c:v>0.0275728807573</c:v>
                </c:pt>
                <c:pt idx="914">
                  <c:v>0.0277030676465</c:v>
                </c:pt>
                <c:pt idx="915">
                  <c:v>0.0278338330564</c:v>
                </c:pt>
                <c:pt idx="916">
                  <c:v>0.0279651774714</c:v>
                </c:pt>
                <c:pt idx="917">
                  <c:v>0.0280971016888</c:v>
                </c:pt>
                <c:pt idx="918">
                  <c:v>0.0282296068381</c:v>
                </c:pt>
                <c:pt idx="919">
                  <c:v>0.0283626943995</c:v>
                </c:pt>
                <c:pt idx="920">
                  <c:v>0.0284963662223</c:v>
                </c:pt>
                <c:pt idx="921">
                  <c:v>0.0286306245431</c:v>
                </c:pt>
                <c:pt idx="922">
                  <c:v>0.028765472003</c:v>
                </c:pt>
                <c:pt idx="923">
                  <c:v>0.0289009116649</c:v>
                </c:pt>
                <c:pt idx="924">
                  <c:v>0.0290369470297</c:v>
                </c:pt>
                <c:pt idx="925">
                  <c:v>0.0291735820524</c:v>
                </c:pt>
                <c:pt idx="926">
                  <c:v>0.0293108211567</c:v>
                </c:pt>
                <c:pt idx="927">
                  <c:v>0.0294486692494</c:v>
                </c:pt>
                <c:pt idx="928">
                  <c:v>0.029587131734</c:v>
                </c:pt>
                <c:pt idx="929">
                  <c:v>0.029726214523</c:v>
                </c:pt>
                <c:pt idx="930">
                  <c:v>0.0298659240496</c:v>
                </c:pt>
                <c:pt idx="931">
                  <c:v>0.0300062672778</c:v>
                </c:pt>
                <c:pt idx="932">
                  <c:v>0.0301472517126</c:v>
                </c:pt>
                <c:pt idx="933">
                  <c:v>0.030288885408</c:v>
                </c:pt>
                <c:pt idx="934">
                  <c:v>0.0304311769742</c:v>
                </c:pt>
                <c:pt idx="935">
                  <c:v>0.0305741355843</c:v>
                </c:pt>
                <c:pt idx="936">
                  <c:v>0.0307177709788</c:v>
                </c:pt>
                <c:pt idx="937">
                  <c:v>0.0308620934697</c:v>
                </c:pt>
                <c:pt idx="938">
                  <c:v>0.031007113943</c:v>
                </c:pt>
                <c:pt idx="939">
                  <c:v>0.0311528438606</c:v>
                </c:pt>
                <c:pt idx="940">
                  <c:v>0.0312992952599</c:v>
                </c:pt>
                <c:pt idx="941">
                  <c:v>0.0314464807535</c:v>
                </c:pt>
                <c:pt idx="942">
                  <c:v>0.031594413527</c:v>
                </c:pt>
                <c:pt idx="943">
                  <c:v>0.0317431073357</c:v>
                </c:pt>
                <c:pt idx="944">
                  <c:v>0.0318925765002</c:v>
                </c:pt>
                <c:pt idx="945">
                  <c:v>0.0320428359013</c:v>
                </c:pt>
                <c:pt idx="946">
                  <c:v>0.0321939009734</c:v>
                </c:pt>
                <c:pt idx="947">
                  <c:v>0.032345787697</c:v>
                </c:pt>
                <c:pt idx="948">
                  <c:v>0.0324985125903</c:v>
                </c:pt>
                <c:pt idx="949">
                  <c:v>0.0326520927001</c:v>
                </c:pt>
                <c:pt idx="950">
                  <c:v>0.0328065455912</c:v>
                </c:pt>
                <c:pt idx="951">
                  <c:v>0.0329618893356</c:v>
                </c:pt>
                <c:pt idx="952">
                  <c:v>0.0331181425012</c:v>
                </c:pt>
                <c:pt idx="953">
                  <c:v>0.0332753241385</c:v>
                </c:pt>
                <c:pt idx="954">
                  <c:v>0.0334334537685</c:v>
                </c:pt>
                <c:pt idx="955">
                  <c:v>0.0335925513686</c:v>
                </c:pt>
                <c:pt idx="956">
                  <c:v>0.0337526373587</c:v>
                </c:pt>
                <c:pt idx="957">
                  <c:v>0.033913732587</c:v>
                </c:pt>
                <c:pt idx="958">
                  <c:v>0.034075858315</c:v>
                </c:pt>
                <c:pt idx="959">
                  <c:v>0.0342390362024</c:v>
                </c:pt>
                <c:pt idx="960">
                  <c:v>0.0344032882922</c:v>
                </c:pt>
                <c:pt idx="961">
                  <c:v>0.0345686369954</c:v>
                </c:pt>
                <c:pt idx="962">
                  <c:v>0.0347351050752</c:v>
                </c:pt>
                <c:pt idx="963">
                  <c:v>0.034902715632</c:v>
                </c:pt>
                <c:pt idx="964">
                  <c:v>0.0350714920881</c:v>
                </c:pt>
                <c:pt idx="965">
                  <c:v>0.0352414581725</c:v>
                </c:pt>
                <c:pt idx="966">
                  <c:v>0.035412637906</c:v>
                </c:pt>
                <c:pt idx="967">
                  <c:v>0.0355850555865</c:v>
                </c:pt>
                <c:pt idx="968">
                  <c:v>0.0357587357748</c:v>
                </c:pt>
                <c:pt idx="969">
                  <c:v>0.0359337032803</c:v>
                </c:pt>
                <c:pt idx="970">
                  <c:v>0.0361099831478</c:v>
                </c:pt>
                <c:pt idx="971">
                  <c:v>0.0362876006443</c:v>
                </c:pt>
                <c:pt idx="972">
                  <c:v>0.0364665812463</c:v>
                </c:pt>
                <c:pt idx="973">
                  <c:v>0.0366469506278</c:v>
                </c:pt>
                <c:pt idx="974">
                  <c:v>0.0368287346489</c:v>
                </c:pt>
                <c:pt idx="975">
                  <c:v>0.0370119593448</c:v>
                </c:pt>
                <c:pt idx="976">
                  <c:v>0.0371966509157</c:v>
                </c:pt>
                <c:pt idx="977">
                  <c:v>0.0373828357172</c:v>
                </c:pt>
                <c:pt idx="978">
                  <c:v>0.0375705402511</c:v>
                </c:pt>
                <c:pt idx="979">
                  <c:v>0.0377597911577</c:v>
                </c:pt>
                <c:pt idx="980">
                  <c:v>0.0379506152076</c:v>
                </c:pt>
                <c:pt idx="981">
                  <c:v>0.0381430392956</c:v>
                </c:pt>
                <c:pt idx="982">
                  <c:v>0.0383370904341</c:v>
                </c:pt>
                <c:pt idx="983">
                  <c:v>0.0385327957477</c:v>
                </c:pt>
                <c:pt idx="984">
                  <c:v>0.0387301824688</c:v>
                </c:pt>
                <c:pt idx="985">
                  <c:v>0.0389292779336</c:v>
                </c:pt>
                <c:pt idx="986">
                  <c:v>0.0391301095785</c:v>
                </c:pt>
                <c:pt idx="987">
                  <c:v>0.039332704938</c:v>
                </c:pt>
                <c:pt idx="988">
                  <c:v>0.0395370916424</c:v>
                </c:pt>
                <c:pt idx="989">
                  <c:v>0.0397432974168</c:v>
                </c:pt>
                <c:pt idx="990">
                  <c:v>0.0399513500806</c:v>
                </c:pt>
                <c:pt idx="991">
                  <c:v>0.0401612775476</c:v>
                </c:pt>
                <c:pt idx="992">
                  <c:v>0.0403731078263</c:v>
                </c:pt>
                <c:pt idx="993">
                  <c:v>0.0405868690219</c:v>
                </c:pt>
                <c:pt idx="994">
                  <c:v>0.0408025893377</c:v>
                </c:pt>
                <c:pt idx="995">
                  <c:v>0.0410202970777</c:v>
                </c:pt>
                <c:pt idx="996">
                  <c:v>0.0412400206498</c:v>
                </c:pt>
                <c:pt idx="997">
                  <c:v>0.0414617885691</c:v>
                </c:pt>
                <c:pt idx="998">
                  <c:v>0.041685629462</c:v>
                </c:pt>
                <c:pt idx="999">
                  <c:v>0.0419115720707</c:v>
                </c:pt>
                <c:pt idx="1000">
                  <c:v>0.0421396452583</c:v>
                </c:pt>
                <c:pt idx="1001">
                  <c:v>0.042369878014</c:v>
                </c:pt>
                <c:pt idx="1002">
                  <c:v>0.042602299459</c:v>
                </c:pt>
                <c:pt idx="1003">
                  <c:v>0.0428369388526</c:v>
                </c:pt>
                <c:pt idx="1004">
                  <c:v>0.043073825599</c:v>
                </c:pt>
                <c:pt idx="1005">
                  <c:v>0.0433129892538</c:v>
                </c:pt>
                <c:pt idx="1006">
                  <c:v>0.0435544595313</c:v>
                </c:pt>
                <c:pt idx="1007">
                  <c:v>0.0437982663123</c:v>
                </c:pt>
                <c:pt idx="1008">
                  <c:v>0.0440444396514</c:v>
                </c:pt>
                <c:pt idx="1009">
                  <c:v>0.0442930097853</c:v>
                </c:pt>
                <c:pt idx="1010">
                  <c:v>0.0445440071411</c:v>
                </c:pt>
                <c:pt idx="1011">
                  <c:v>0.0447974623445</c:v>
                </c:pt>
                <c:pt idx="1012">
                  <c:v>0.0450534062286</c:v>
                </c:pt>
                <c:pt idx="1013">
                  <c:v>0.0453118698428</c:v>
                </c:pt>
                <c:pt idx="1014">
                  <c:v>0.0455728844618</c:v>
                </c:pt>
                <c:pt idx="1015">
                  <c:v>0.0458364815945</c:v>
                </c:pt>
                <c:pt idx="1016">
                  <c:v>0.0461026929938</c:v>
                </c:pt>
                <c:pt idx="1017">
                  <c:v>0.0463715506652</c:v>
                </c:pt>
                <c:pt idx="1018">
                  <c:v>0.0466430868772</c:v>
                </c:pt>
                <c:pt idx="1019">
                  <c:v>0.0469173341703</c:v>
                </c:pt>
                <c:pt idx="1020">
                  <c:v>0.0471943253666</c:v>
                </c:pt>
                <c:pt idx="1021">
                  <c:v>0.04747409358</c:v>
                </c:pt>
                <c:pt idx="1022">
                  <c:v>0.0477566722257</c:v>
                </c:pt>
                <c:pt idx="1023">
                  <c:v>0.0480420950299</c:v>
                </c:pt>
                <c:pt idx="1024">
                  <c:v>0.04833039604</c:v>
                </c:pt>
                <c:pt idx="1025">
                  <c:v>0.0486216096342</c:v>
                </c:pt>
                <c:pt idx="1026">
                  <c:v>0.0489157705316</c:v>
                </c:pt>
                <c:pt idx="1027">
                  <c:v>0.0492129138018</c:v>
                </c:pt>
                <c:pt idx="1028">
                  <c:v>0.0495130748753</c:v>
                </c:pt>
                <c:pt idx="1029">
                  <c:v>0.0498162895531</c:v>
                </c:pt>
                <c:pt idx="1030">
                  <c:v>0.0501225940165</c:v>
                </c:pt>
                <c:pt idx="1031">
                  <c:v>0.0504320248373</c:v>
                </c:pt>
                <c:pt idx="1032">
                  <c:v>0.0507446189874</c:v>
                </c:pt>
                <c:pt idx="1033">
                  <c:v>0.0510604138487</c:v>
                </c:pt>
                <c:pt idx="1034">
                  <c:v>0.0513794472229</c:v>
                </c:pt>
                <c:pt idx="1035">
                  <c:v>0.0517017573413</c:v>
                </c:pt>
                <c:pt idx="1036">
                  <c:v>0.0520273828743</c:v>
                </c:pt>
                <c:pt idx="1037">
                  <c:v>0.0523563629416</c:v>
                </c:pt>
                <c:pt idx="1038">
                  <c:v>0.0526887371209</c:v>
                </c:pt>
                <c:pt idx="1039">
                  <c:v>0.0530245454582</c:v>
                </c:pt>
                <c:pt idx="1040">
                  <c:v>0.0533638284771</c:v>
                </c:pt>
                <c:pt idx="1041">
                  <c:v>0.053706627188</c:v>
                </c:pt>
                <c:pt idx="1042">
                  <c:v>0.0540529830978</c:v>
                </c:pt>
                <c:pt idx="1043">
                  <c:v>0.0544029382186</c:v>
                </c:pt>
                <c:pt idx="1044">
                  <c:v>0.0547565350776</c:v>
                </c:pt>
                <c:pt idx="1045">
                  <c:v>0.0551138167258</c:v>
                </c:pt>
                <c:pt idx="1046">
                  <c:v>0.0554748267469</c:v>
                </c:pt>
                <c:pt idx="1047">
                  <c:v>0.0558396092666</c:v>
                </c:pt>
                <c:pt idx="1048">
                  <c:v>0.0562082089611</c:v>
                </c:pt>
                <c:pt idx="1049">
                  <c:v>0.0565806710662</c:v>
                </c:pt>
                <c:pt idx="1050">
                  <c:v>0.0569570413854</c:v>
                </c:pt>
                <c:pt idx="1051">
                  <c:v>0.0573373662989</c:v>
                </c:pt>
                <c:pt idx="1052">
                  <c:v>0.0577216927719</c:v>
                </c:pt>
                <c:pt idx="1053">
                  <c:v>0.0581100683626</c:v>
                </c:pt>
                <c:pt idx="1054">
                  <c:v>0.0585025412306</c:v>
                </c:pt>
                <c:pt idx="1055">
                  <c:v>0.0588991601449</c:v>
                </c:pt>
                <c:pt idx="1056">
                  <c:v>0.0592999744917</c:v>
                </c:pt>
                <c:pt idx="1057">
                  <c:v>0.0597050342821</c:v>
                </c:pt>
                <c:pt idx="1058">
                  <c:v>0.0601143901598</c:v>
                </c:pt>
                <c:pt idx="1059">
                  <c:v>0.0605280934083</c:v>
                </c:pt>
                <c:pt idx="1060">
                  <c:v>0.0609461959583</c:v>
                </c:pt>
                <c:pt idx="1061">
                  <c:v>0.0613687503947</c:v>
                </c:pt>
                <c:pt idx="1062">
                  <c:v>0.0617958099634</c:v>
                </c:pt>
                <c:pt idx="1063">
                  <c:v>0.062227428578</c:v>
                </c:pt>
                <c:pt idx="1064">
                  <c:v>0.0626636608261</c:v>
                </c:pt>
                <c:pt idx="1065">
                  <c:v>0.063104561976</c:v>
                </c:pt>
                <c:pt idx="1066">
                  <c:v>0.0635501879819</c:v>
                </c:pt>
                <c:pt idx="1067">
                  <c:v>0.0640005954904</c:v>
                </c:pt>
                <c:pt idx="1068">
                  <c:v>0.0644558418454</c:v>
                </c:pt>
                <c:pt idx="1069">
                  <c:v>0.0649159850937</c:v>
                </c:pt>
                <c:pt idx="1070">
                  <c:v>0.0653810839898</c:v>
                </c:pt>
                <c:pt idx="1071">
                  <c:v>0.0658511980002</c:v>
                </c:pt>
                <c:pt idx="1072">
                  <c:v>0.0663263873082</c:v>
                </c:pt>
                <c:pt idx="1073">
                  <c:v>0.0668067128176</c:v>
                </c:pt>
                <c:pt idx="1074">
                  <c:v>0.0672922361562</c:v>
                </c:pt>
                <c:pt idx="1075">
                  <c:v>0.0677830196791</c:v>
                </c:pt>
                <c:pt idx="1076">
                  <c:v>0.0682791264718</c:v>
                </c:pt>
                <c:pt idx="1077">
                  <c:v>0.0687806203522</c:v>
                </c:pt>
                <c:pt idx="1078">
                  <c:v>0.0692875658729</c:v>
                </c:pt>
                <c:pt idx="1079">
                  <c:v>0.0698000283228</c:v>
                </c:pt>
                <c:pt idx="1080">
                  <c:v>0.0703180737279</c:v>
                </c:pt>
                <c:pt idx="1081">
                  <c:v>0.0708417688521</c:v>
                </c:pt>
                <c:pt idx="1082">
                  <c:v>0.0713711811971</c:v>
                </c:pt>
                <c:pt idx="1083">
                  <c:v>0.0719063790021</c:v>
                </c:pt>
                <c:pt idx="1084">
                  <c:v>0.0724474312428</c:v>
                </c:pt>
                <c:pt idx="1085">
                  <c:v>0.0729944076293</c:v>
                </c:pt>
                <c:pt idx="1086">
                  <c:v>0.0735473786045</c:v>
                </c:pt>
                <c:pt idx="1087">
                  <c:v>0.0741064153405</c:v>
                </c:pt>
                <c:pt idx="1088">
                  <c:v>0.0746715897357</c:v>
                </c:pt>
                <c:pt idx="1089">
                  <c:v>0.0752429744097</c:v>
                </c:pt>
                <c:pt idx="1090">
                  <c:v>0.0758206426989</c:v>
                </c:pt>
                <c:pt idx="1091">
                  <c:v>0.0764046686504</c:v>
                </c:pt>
                <c:pt idx="1092">
                  <c:v>0.0769951270153</c:v>
                </c:pt>
                <c:pt idx="1093">
                  <c:v>0.0775920932413</c:v>
                </c:pt>
                <c:pt idx="1094">
                  <c:v>0.0781956434645</c:v>
                </c:pt>
                <c:pt idx="1095">
                  <c:v>0.0788058544997</c:v>
                </c:pt>
                <c:pt idx="1096">
                  <c:v>0.0794228038308</c:v>
                </c:pt>
                <c:pt idx="1097">
                  <c:v>0.0800465695991</c:v>
                </c:pt>
                <c:pt idx="1098">
                  <c:v>0.0806772305913</c:v>
                </c:pt>
                <c:pt idx="1099">
                  <c:v>0.0813148662264</c:v>
                </c:pt>
                <c:pt idx="1100">
                  <c:v>0.0819595565409</c:v>
                </c:pt>
                <c:pt idx="1101">
                  <c:v>0.0826113821739</c:v>
                </c:pt>
                <c:pt idx="1102">
                  <c:v>0.08327042435</c:v>
                </c:pt>
                <c:pt idx="1103">
                  <c:v>0.0839367648614</c:v>
                </c:pt>
                <c:pt idx="1104">
                  <c:v>0.0846104860492</c:v>
                </c:pt>
                <c:pt idx="1105">
                  <c:v>0.0852916707827</c:v>
                </c:pt>
                <c:pt idx="1106">
                  <c:v>0.0859804024375</c:v>
                </c:pt>
                <c:pt idx="1107">
                  <c:v>0.0866767648728</c:v>
                </c:pt>
                <c:pt idx="1108">
                  <c:v>0.0873808424065</c:v>
                </c:pt>
                <c:pt idx="1109">
                  <c:v>0.0880927197895</c:v>
                </c:pt>
                <c:pt idx="1110">
                  <c:v>0.088812482178</c:v>
                </c:pt>
                <c:pt idx="1111">
                  <c:v>0.0895402151045</c:v>
                </c:pt>
                <c:pt idx="1112">
                  <c:v>0.0902760044476</c:v>
                </c:pt>
                <c:pt idx="1113">
                  <c:v>0.0910199363994</c:v>
                </c:pt>
                <c:pt idx="1114">
                  <c:v>0.0917720974319</c:v>
                </c:pt>
                <c:pt idx="1115">
                  <c:v>0.0925325742614</c:v>
                </c:pt>
                <c:pt idx="1116">
                  <c:v>0.0933014538114</c:v>
                </c:pt>
                <c:pt idx="1117">
                  <c:v>0.0940788231735</c:v>
                </c:pt>
                <c:pt idx="1118">
                  <c:v>0.0948647695669</c:v>
                </c:pt>
                <c:pt idx="1119">
                  <c:v>0.0956593802956</c:v>
                </c:pt>
                <c:pt idx="1120">
                  <c:v>0.0964627427041</c:v>
                </c:pt>
                <c:pt idx="1121">
                  <c:v>0.0972749441315</c:v>
                </c:pt>
                <c:pt idx="1122">
                  <c:v>0.0980960718628</c:v>
                </c:pt>
                <c:pt idx="1123">
                  <c:v>0.0989262130792</c:v>
                </c:pt>
                <c:pt idx="1124">
                  <c:v>0.0997654548063</c:v>
                </c:pt>
                <c:pt idx="1125">
                  <c:v>0.10061388386</c:v>
                </c:pt>
                <c:pt idx="1126">
                  <c:v>0.101471586791</c:v>
                </c:pt>
                <c:pt idx="1127">
                  <c:v>0.102338649826</c:v>
                </c:pt>
                <c:pt idx="1128">
                  <c:v>0.103215158809</c:v>
                </c:pt>
                <c:pt idx="1129">
                  <c:v>0.10410119914</c:v>
                </c:pt>
                <c:pt idx="1130">
                  <c:v>0.10499685571</c:v>
                </c:pt>
                <c:pt idx="1131">
                  <c:v>0.105902212837</c:v>
                </c:pt>
                <c:pt idx="1132">
                  <c:v>0.106817354197</c:v>
                </c:pt>
                <c:pt idx="1133">
                  <c:v>0.107742362754</c:v>
                </c:pt>
                <c:pt idx="1134">
                  <c:v>0.108677320691</c:v>
                </c:pt>
                <c:pt idx="1135">
                  <c:v>0.109622309336</c:v>
                </c:pt>
                <c:pt idx="1136">
                  <c:v>0.110577409085</c:v>
                </c:pt>
                <c:pt idx="1137">
                  <c:v>0.111542699328</c:v>
                </c:pt>
                <c:pt idx="1138">
                  <c:v>0.11251825837</c:v>
                </c:pt>
                <c:pt idx="1139">
                  <c:v>0.113504163346</c:v>
                </c:pt>
                <c:pt idx="1140">
                  <c:v>0.114500490148</c:v>
                </c:pt>
                <c:pt idx="1141">
                  <c:v>0.115507313331</c:v>
                </c:pt>
                <c:pt idx="1142">
                  <c:v>0.116524706037</c:v>
                </c:pt>
                <c:pt idx="1143">
                  <c:v>0.117552739903</c:v>
                </c:pt>
                <c:pt idx="1144">
                  <c:v>0.118591484975</c:v>
                </c:pt>
                <c:pt idx="1145">
                  <c:v>0.119641009617</c:v>
                </c:pt>
                <c:pt idx="1146">
                  <c:v>0.120701380423</c:v>
                </c:pt>
                <c:pt idx="1147">
                  <c:v>0.121772662125</c:v>
                </c:pt>
                <c:pt idx="1148">
                  <c:v>0.122854917496</c:v>
                </c:pt>
                <c:pt idx="1149">
                  <c:v>0.123948207262</c:v>
                </c:pt>
                <c:pt idx="1150">
                  <c:v>0.125052590004</c:v>
                </c:pt>
                <c:pt idx="1151">
                  <c:v>0.126168122062</c:v>
                </c:pt>
                <c:pt idx="1152">
                  <c:v>0.127294857443</c:v>
                </c:pt>
                <c:pt idx="1153">
                  <c:v>0.128432847718</c:v>
                </c:pt>
                <c:pt idx="1154">
                  <c:v>0.129582141929</c:v>
                </c:pt>
                <c:pt idx="1155">
                  <c:v>0.130742786491</c:v>
                </c:pt>
                <c:pt idx="1156">
                  <c:v>0.131914825093</c:v>
                </c:pt>
                <c:pt idx="1157">
                  <c:v>0.133098298598</c:v>
                </c:pt>
                <c:pt idx="1158">
                  <c:v>0.134293244948</c:v>
                </c:pt>
                <c:pt idx="1159">
                  <c:v>0.135499699063</c:v>
                </c:pt>
                <c:pt idx="1160">
                  <c:v>0.136717692744</c:v>
                </c:pt>
                <c:pt idx="1161">
                  <c:v>0.137947254572</c:v>
                </c:pt>
                <c:pt idx="1162">
                  <c:v>0.139188409813</c:v>
                </c:pt>
                <c:pt idx="1163">
                  <c:v>0.140441180316</c:v>
                </c:pt>
                <c:pt idx="1164">
                  <c:v>0.141705584419</c:v>
                </c:pt>
                <c:pt idx="1165">
                  <c:v>0.142981636849</c:v>
                </c:pt>
                <c:pt idx="1166">
                  <c:v>0.144269348623</c:v>
                </c:pt>
                <c:pt idx="1167">
                  <c:v>0.145568726954</c:v>
                </c:pt>
                <c:pt idx="1168">
                  <c:v>0.146879775153</c:v>
                </c:pt>
                <c:pt idx="1169">
                  <c:v>0.148202492531</c:v>
                </c:pt>
                <c:pt idx="1170">
                  <c:v>0.149536874303</c:v>
                </c:pt>
                <c:pt idx="1171">
                  <c:v>0.150882911494</c:v>
                </c:pt>
                <c:pt idx="1172">
                  <c:v>0.152240590837</c:v>
                </c:pt>
                <c:pt idx="1173">
                  <c:v>0.153609894684</c:v>
                </c:pt>
                <c:pt idx="1174">
                  <c:v>0.154990800904</c:v>
                </c:pt>
                <c:pt idx="1175">
                  <c:v>0.156383282789</c:v>
                </c:pt>
                <c:pt idx="1176">
                  <c:v>0.157787308955</c:v>
                </c:pt>
                <c:pt idx="1177">
                  <c:v>0.159202843248</c:v>
                </c:pt>
                <c:pt idx="1178">
                  <c:v>0.16062984464</c:v>
                </c:pt>
                <c:pt idx="1179">
                  <c:v>0.162068267136</c:v>
                </c:pt>
                <c:pt idx="1180">
                  <c:v>0.163518059671</c:v>
                </c:pt>
                <c:pt idx="1181">
                  <c:v>0.164979166006</c:v>
                </c:pt>
                <c:pt idx="1182">
                  <c:v>0.166451524632</c:v>
                </c:pt>
                <c:pt idx="1183">
                  <c:v>0.167935068656</c:v>
                </c:pt>
                <c:pt idx="1184">
                  <c:v>0.169429725702</c:v>
                </c:pt>
                <c:pt idx="1185">
                  <c:v>0.170935417799</c:v>
                </c:pt>
                <c:pt idx="1186">
                  <c:v>0.172452061266</c:v>
                </c:pt>
                <c:pt idx="1187">
                  <c:v>0.173979566606</c:v>
                </c:pt>
                <c:pt idx="1188">
                  <c:v>0.175517838378</c:v>
                </c:pt>
                <c:pt idx="1189">
                  <c:v>0.177066775086</c:v>
                </c:pt>
                <c:pt idx="1190">
                  <c:v>0.178626269049</c:v>
                </c:pt>
                <c:pt idx="1191">
                  <c:v>0.180196206271</c:v>
                </c:pt>
                <c:pt idx="1192">
                  <c:v>0.181776466316</c:v>
                </c:pt>
                <c:pt idx="1193">
                  <c:v>0.183366922164</c:v>
                </c:pt>
                <c:pt idx="1194">
                  <c:v>0.184967440073</c:v>
                </c:pt>
                <c:pt idx="1195">
                  <c:v>0.186577879431</c:v>
                </c:pt>
                <c:pt idx="1196">
                  <c:v>0.188198092608</c:v>
                </c:pt>
                <c:pt idx="1197">
                  <c:v>0.189827924795</c:v>
                </c:pt>
                <c:pt idx="1198">
                  <c:v>0.191467213847</c:v>
                </c:pt>
                <c:pt idx="1199">
                  <c:v>0.193115790113</c:v>
                </c:pt>
                <c:pt idx="1200">
                  <c:v>0.194773476264</c:v>
                </c:pt>
                <c:pt idx="1201">
                  <c:v>0.196440087114</c:v>
                </c:pt>
                <c:pt idx="1202">
                  <c:v>0.198115429437</c:v>
                </c:pt>
                <c:pt idx="1203">
                  <c:v>0.199799301778</c:v>
                </c:pt>
                <c:pt idx="1204">
                  <c:v>0.201491494257</c:v>
                </c:pt>
                <c:pt idx="1205">
                  <c:v>0.203191788368</c:v>
                </c:pt>
                <c:pt idx="1206">
                  <c:v>0.204899956777</c:v>
                </c:pt>
                <c:pt idx="1207">
                  <c:v>0.206615763105</c:v>
                </c:pt>
                <c:pt idx="1208">
                  <c:v>0.208338961716</c:v>
                </c:pt>
                <c:pt idx="1209">
                  <c:v>0.210069297499</c:v>
                </c:pt>
                <c:pt idx="1210">
                  <c:v>0.211806505637</c:v>
                </c:pt>
                <c:pt idx="1211">
                  <c:v>0.213550311385</c:v>
                </c:pt>
                <c:pt idx="1212">
                  <c:v>0.215300429835</c:v>
                </c:pt>
                <c:pt idx="1213">
                  <c:v>0.217056565681</c:v>
                </c:pt>
                <c:pt idx="1214">
                  <c:v>0.218818412984</c:v>
                </c:pt>
                <c:pt idx="1215">
                  <c:v>0.220585654929</c:v>
                </c:pt>
                <c:pt idx="1216">
                  <c:v>0.222357963591</c:v>
                </c:pt>
                <c:pt idx="1217">
                  <c:v>0.224134999688</c:v>
                </c:pt>
                <c:pt idx="1218">
                  <c:v>0.225916412348</c:v>
                </c:pt>
                <c:pt idx="1219">
                  <c:v>0.227701838861</c:v>
                </c:pt>
                <c:pt idx="1220">
                  <c:v>0.22949090445</c:v>
                </c:pt>
                <c:pt idx="1221">
                  <c:v>0.231283222034</c:v>
                </c:pt>
                <c:pt idx="1222">
                  <c:v>0.233078391996</c:v>
                </c:pt>
                <c:pt idx="1223">
                  <c:v>0.23487600196</c:v>
                </c:pt>
                <c:pt idx="1224">
                  <c:v>0.23667562657</c:v>
                </c:pt>
                <c:pt idx="1225">
                  <c:v>0.238476827281</c:v>
                </c:pt>
                <c:pt idx="1226">
                  <c:v>0.240279152148</c:v>
                </c:pt>
                <c:pt idx="1227">
                  <c:v>0.242082135641</c:v>
                </c:pt>
                <c:pt idx="1228">
                  <c:v>0.24388529845</c:v>
                </c:pt>
                <c:pt idx="1229">
                  <c:v>0.245688147325</c:v>
                </c:pt>
                <c:pt idx="1230">
                  <c:v>0.247490174907</c:v>
                </c:pt>
                <c:pt idx="1231">
                  <c:v>0.249290859589</c:v>
                </c:pt>
                <c:pt idx="1232">
                  <c:v>0.251089665389</c:v>
                </c:pt>
                <c:pt idx="1233">
                  <c:v>0.252886041838</c:v>
                </c:pt>
                <c:pt idx="1234">
                  <c:v>0.254679423888</c:v>
                </c:pt>
                <c:pt idx="1235">
                  <c:v>0.256469231843</c:v>
                </c:pt>
                <c:pt idx="1236">
                  <c:v>0.25825487131</c:v>
                </c:pt>
                <c:pt idx="1237">
                  <c:v>0.260035733174</c:v>
                </c:pt>
                <c:pt idx="1238">
                  <c:v>0.261811193596</c:v>
                </c:pt>
                <c:pt idx="1239">
                  <c:v>0.263580614046</c:v>
                </c:pt>
                <c:pt idx="1240">
                  <c:v>0.265343341352</c:v>
                </c:pt>
                <c:pt idx="1241">
                  <c:v>0.267098707788</c:v>
                </c:pt>
                <c:pt idx="1242">
                  <c:v>0.268846031193</c:v>
                </c:pt>
                <c:pt idx="1243">
                  <c:v>0.270584615118</c:v>
                </c:pt>
                <c:pt idx="1244">
                  <c:v>0.272313749013</c:v>
                </c:pt>
                <c:pt idx="1245">
                  <c:v>0.274032708452</c:v>
                </c:pt>
                <c:pt idx="1246">
                  <c:v>0.275740755386</c:v>
                </c:pt>
                <c:pt idx="1247">
                  <c:v>0.277437138448</c:v>
                </c:pt>
                <c:pt idx="1248">
                  <c:v>0.27912109329</c:v>
                </c:pt>
                <c:pt idx="1249">
                  <c:v>0.28079184297</c:v>
                </c:pt>
                <c:pt idx="1250">
                  <c:v>0.282448598373</c:v>
                </c:pt>
                <c:pt idx="1251">
                  <c:v>0.284090558689</c:v>
                </c:pt>
                <c:pt idx="1252">
                  <c:v>0.285716911928</c:v>
                </c:pt>
                <c:pt idx="1253">
                  <c:v>0.287326835488</c:v>
                </c:pt>
                <c:pt idx="1254">
                  <c:v>0.28891949677</c:v>
                </c:pt>
                <c:pt idx="1255">
                  <c:v>0.290494053841</c:v>
                </c:pt>
                <c:pt idx="1256">
                  <c:v>0.29204965615</c:v>
                </c:pt>
                <c:pt idx="1257">
                  <c:v>0.293585445296</c:v>
                </c:pt>
                <c:pt idx="1258">
                  <c:v>0.295100555846</c:v>
                </c:pt>
                <c:pt idx="1259">
                  <c:v>0.296594116201</c:v>
                </c:pt>
                <c:pt idx="1260">
                  <c:v>0.298065249524</c:v>
                </c:pt>
                <c:pt idx="1261">
                  <c:v>0.299513074713</c:v>
                </c:pt>
                <c:pt idx="1262">
                  <c:v>0.300936707425</c:v>
                </c:pt>
                <c:pt idx="1263">
                  <c:v>0.302335261159</c:v>
                </c:pt>
                <c:pt idx="1264">
                  <c:v>0.303707848383</c:v>
                </c:pt>
                <c:pt idx="1265">
                  <c:v>0.305053581713</c:v>
                </c:pt>
                <c:pt idx="1266">
                  <c:v>0.306371575143</c:v>
                </c:pt>
                <c:pt idx="1267">
                  <c:v>0.307660945321</c:v>
                </c:pt>
                <c:pt idx="1268">
                  <c:v>0.308920812869</c:v>
                </c:pt>
                <c:pt idx="1269">
                  <c:v>0.310150303749</c:v>
                </c:pt>
                <c:pt idx="1270">
                  <c:v>0.311348550673</c:v>
                </c:pt>
                <c:pt idx="1271">
                  <c:v>0.312514694541</c:v>
                </c:pt>
                <c:pt idx="1272">
                  <c:v>0.313647885933</c:v>
                </c:pt>
                <c:pt idx="1273">
                  <c:v>0.314747286614</c:v>
                </c:pt>
                <c:pt idx="1274">
                  <c:v>0.315812071083</c:v>
                </c:pt>
                <c:pt idx="1275">
                  <c:v>0.316841428142</c:v>
                </c:pt>
                <c:pt idx="1276">
                  <c:v>0.317834562484</c:v>
                </c:pt>
                <c:pt idx="1277">
                  <c:v>0.318790696303</c:v>
                </c:pt>
                <c:pt idx="1278">
                  <c:v>0.31970907091</c:v>
                </c:pt>
                <c:pt idx="1279">
                  <c:v>0.320588948366</c:v>
                </c:pt>
                <c:pt idx="1280">
                  <c:v>0.321429613105</c:v>
                </c:pt>
                <c:pt idx="1281">
                  <c:v>0.322230373566</c:v>
                </c:pt>
                <c:pt idx="1282">
                  <c:v>0.322990563805</c:v>
                </c:pt>
                <c:pt idx="1283">
                  <c:v>0.323709545102</c:v>
                </c:pt>
                <c:pt idx="1284">
                  <c:v>0.324386707543</c:v>
                </c:pt>
                <c:pt idx="1285">
                  <c:v>0.325021471571</c:v>
                </c:pt>
                <c:pt idx="1286">
                  <c:v>0.325613289516</c:v>
                </c:pt>
                <c:pt idx="1287">
                  <c:v>0.326161647075</c:v>
                </c:pt>
                <c:pt idx="1288">
                  <c:v>0.326666064751</c:v>
                </c:pt>
                <c:pt idx="1289">
                  <c:v>0.327126099242</c:v>
                </c:pt>
                <c:pt idx="1290">
                  <c:v>0.32754134477</c:v>
                </c:pt>
                <c:pt idx="1291">
                  <c:v>0.327911434349</c:v>
                </c:pt>
                <c:pt idx="1292">
                  <c:v>0.328236040981</c:v>
                </c:pt>
                <c:pt idx="1293">
                  <c:v>0.328514878776</c:v>
                </c:pt>
                <c:pt idx="1294">
                  <c:v>0.328747703998</c:v>
                </c:pt>
                <c:pt idx="1295">
                  <c:v>0.328934316013</c:v>
                </c:pt>
                <c:pt idx="1296">
                  <c:v>0.329074558156</c:v>
                </c:pt>
                <c:pt idx="1297">
                  <c:v>0.329168318503</c:v>
                </c:pt>
                <c:pt idx="1298">
                  <c:v>0.32921553053</c:v>
                </c:pt>
                <c:pt idx="1299">
                  <c:v>0.329216173685</c:v>
                </c:pt>
                <c:pt idx="1300">
                  <c:v>0.32917027384</c:v>
                </c:pt>
                <c:pt idx="1301">
                  <c:v>0.32907790364</c:v>
                </c:pt>
                <c:pt idx="1302">
                  <c:v>0.328939182734</c:v>
                </c:pt>
                <c:pt idx="1303">
                  <c:v>0.328754277899</c:v>
                </c:pt>
                <c:pt idx="1304">
                  <c:v>0.328523403036</c:v>
                </c:pt>
                <c:pt idx="1305">
                  <c:v>0.32824681906</c:v>
                </c:pt>
                <c:pt idx="1306">
                  <c:v>0.327924833669</c:v>
                </c:pt>
                <c:pt idx="1307">
                  <c:v>0.327557800994</c:v>
                </c:pt>
                <c:pt idx="1308">
                  <c:v>0.327146121131</c:v>
                </c:pt>
                <c:pt idx="1309">
                  <c:v>0.326690239569</c:v>
                </c:pt>
                <c:pt idx="1310">
                  <c:v>0.326190646488</c:v>
                </c:pt>
                <c:pt idx="1311">
                  <c:v>0.325647875962</c:v>
                </c:pt>
                <c:pt idx="1312">
                  <c:v>0.325062505048</c:v>
                </c:pt>
                <c:pt idx="1313">
                  <c:v>0.324435152766</c:v>
                </c:pt>
                <c:pt idx="1314">
                  <c:v>0.323766478989</c:v>
                </c:pt>
                <c:pt idx="1315">
                  <c:v>0.323057183232</c:v>
                </c:pt>
                <c:pt idx="1316">
                  <c:v>0.322308003347</c:v>
                </c:pt>
                <c:pt idx="1317">
                  <c:v>0.321519714141</c:v>
                </c:pt>
                <c:pt idx="1318">
                  <c:v>0.320693125909</c:v>
                </c:pt>
                <c:pt idx="1319">
                  <c:v>0.319829082888</c:v>
                </c:pt>
                <c:pt idx="1320">
                  <c:v>0.318928461657</c:v>
                </c:pt>
                <c:pt idx="1321">
                  <c:v>0.317992169463</c:v>
                </c:pt>
                <c:pt idx="1322">
                  <c:v>0.317021142495</c:v>
                </c:pt>
                <c:pt idx="1323">
                  <c:v>0.316016344119</c:v>
                </c:pt>
                <c:pt idx="1324">
                  <c:v>0.314978763056</c:v>
                </c:pt>
                <c:pt idx="1325">
                  <c:v>0.313909411544</c:v>
                </c:pt>
                <c:pt idx="1326">
                  <c:v>0.312809323458</c:v>
                </c:pt>
                <c:pt idx="1327">
                  <c:v>0.311679552418</c:v>
                </c:pt>
                <c:pt idx="1328">
                  <c:v>0.310521169879</c:v>
                </c:pt>
                <c:pt idx="1329">
                  <c:v>0.309335263223</c:v>
                </c:pt>
                <c:pt idx="1330">
                  <c:v>0.308122933836</c:v>
                </c:pt>
                <c:pt idx="1331">
                  <c:v>0.306885295208</c:v>
                </c:pt>
                <c:pt idx="1332">
                  <c:v>0.305623471035</c:v>
                </c:pt>
                <c:pt idx="1333">
                  <c:v>0.304338593342</c:v>
                </c:pt>
                <c:pt idx="1334">
                  <c:v>0.303031800635</c:v>
                </c:pt>
                <c:pt idx="1335">
                  <c:v>0.301704236073</c:v>
                </c:pt>
                <c:pt idx="1336">
                  <c:v>0.30035704569</c:v>
                </c:pt>
                <c:pt idx="1337">
                  <c:v>0.298991376639</c:v>
                </c:pt>
                <c:pt idx="1338">
                  <c:v>0.297608375497</c:v>
                </c:pt>
                <c:pt idx="1339">
                  <c:v>0.296209186608</c:v>
                </c:pt>
                <c:pt idx="1340">
                  <c:v>0.294794950481</c:v>
                </c:pt>
                <c:pt idx="1341">
                  <c:v>0.293366802246</c:v>
                </c:pt>
                <c:pt idx="1342">
                  <c:v>0.291925870163</c:v>
                </c:pt>
                <c:pt idx="1343">
                  <c:v>0.290473274201</c:v>
                </c:pt>
                <c:pt idx="1344">
                  <c:v>0.289010124673</c:v>
                </c:pt>
                <c:pt idx="1345">
                  <c:v>0.287537520938</c:v>
                </c:pt>
                <c:pt idx="1346">
                  <c:v>0.286056550177</c:v>
                </c:pt>
                <c:pt idx="1347">
                  <c:v>0.284568286224</c:v>
                </c:pt>
                <c:pt idx="1348">
                  <c:v>0.28307378848</c:v>
                </c:pt>
                <c:pt idx="1349">
                  <c:v>0.281574100891</c:v>
                </c:pt>
                <c:pt idx="1350">
                  <c:v>0.28007025099</c:v>
                </c:pt>
                <c:pt idx="1351">
                  <c:v>0.278563249024</c:v>
                </c:pt>
                <c:pt idx="1352">
                  <c:v>0.277054087135</c:v>
                </c:pt>
                <c:pt idx="1353">
                  <c:v>0.275543738617</c:v>
                </c:pt>
                <c:pt idx="1354">
                  <c:v>0.274033157247</c:v>
                </c:pt>
                <c:pt idx="1355">
                  <c:v>0.272523276669</c:v>
                </c:pt>
                <c:pt idx="1356">
                  <c:v>0.271015009859</c:v>
                </c:pt>
                <c:pt idx="1357">
                  <c:v>0.269509248644</c:v>
                </c:pt>
                <c:pt idx="1358">
                  <c:v>0.268006863286</c:v>
                </c:pt>
                <c:pt idx="1359">
                  <c:v>0.266508702133</c:v>
                </c:pt>
                <c:pt idx="1360">
                  <c:v>0.265015591317</c:v>
                </c:pt>
                <c:pt idx="1361">
                  <c:v>0.26352833452</c:v>
                </c:pt>
                <c:pt idx="1362">
                  <c:v>0.26204771279</c:v>
                </c:pt>
                <c:pt idx="1363">
                  <c:v>0.260574484409</c:v>
                </c:pt>
                <c:pt idx="1364">
                  <c:v>0.25910938481</c:v>
                </c:pt>
                <c:pt idx="1365">
                  <c:v>0.257653126543</c:v>
                </c:pt>
                <c:pt idx="1366">
                  <c:v>0.256206399289</c:v>
                </c:pt>
                <c:pt idx="1367">
                  <c:v>0.254769869909</c:v>
                </c:pt>
                <c:pt idx="1368">
                  <c:v>0.253344182542</c:v>
                </c:pt>
                <c:pt idx="1369">
                  <c:v>0.25192995873</c:v>
                </c:pt>
                <c:pt idx="1370">
                  <c:v>0.250527797589</c:v>
                </c:pt>
                <c:pt idx="1371">
                  <c:v>0.249138276005</c:v>
                </c:pt>
                <c:pt idx="1372">
                  <c:v>0.247761948861</c:v>
                </c:pt>
                <c:pt idx="1373">
                  <c:v>0.246399349294</c:v>
                </c:pt>
                <c:pt idx="1374">
                  <c:v>0.245050988975</c:v>
                </c:pt>
                <c:pt idx="1375">
                  <c:v>0.243717358412</c:v>
                </c:pt>
                <c:pt idx="1376">
                  <c:v>0.242398927275</c:v>
                </c:pt>
                <c:pt idx="1377">
                  <c:v>0.241096144734</c:v>
                </c:pt>
                <c:pt idx="1378">
                  <c:v>0.239809439822</c:v>
                </c:pt>
                <c:pt idx="1379">
                  <c:v>0.238539221801</c:v>
                </c:pt>
                <c:pt idx="1380">
                  <c:v>0.237285880551</c:v>
                </c:pt>
                <c:pt idx="1381">
                  <c:v>0.236049786957</c:v>
                </c:pt>
                <c:pt idx="1382">
                  <c:v>0.234831293316</c:v>
                </c:pt>
                <c:pt idx="1383">
                  <c:v>0.233630733741</c:v>
                </c:pt>
                <c:pt idx="1384">
                  <c:v>0.232448424571</c:v>
                </c:pt>
                <c:pt idx="1385">
                  <c:v>0.23128466479</c:v>
                </c:pt>
                <c:pt idx="1386">
                  <c:v>0.230139736439</c:v>
                </c:pt>
                <c:pt idx="1387">
                  <c:v>0.229013905034</c:v>
                </c:pt>
                <c:pt idx="1388">
                  <c:v>0.227907419975</c:v>
                </c:pt>
                <c:pt idx="1389">
                  <c:v>0.226820514962</c:v>
                </c:pt>
                <c:pt idx="1390">
                  <c:v>0.225753408399</c:v>
                </c:pt>
                <c:pt idx="1391">
                  <c:v>0.224706303793</c:v>
                </c:pt>
                <c:pt idx="1392">
                  <c:v>0.22367939015</c:v>
                </c:pt>
                <c:pt idx="1393">
                  <c:v>0.222672842363</c:v>
                </c:pt>
                <c:pt idx="1394">
                  <c:v>0.221686821587</c:v>
                </c:pt>
                <c:pt idx="1395">
                  <c:v>0.22072147561</c:v>
                </c:pt>
                <c:pt idx="1396">
                  <c:v>0.219776939209</c:v>
                </c:pt>
                <c:pt idx="1397">
                  <c:v>0.218853334501</c:v>
                </c:pt>
                <c:pt idx="1398">
                  <c:v>0.217950771275</c:v>
                </c:pt>
                <c:pt idx="1399">
                  <c:v>0.217069347316</c:v>
                </c:pt>
                <c:pt idx="1400">
                  <c:v>0.216209148717</c:v>
                </c:pt>
                <c:pt idx="1401">
                  <c:v>0.215370250173</c:v>
                </c:pt>
                <c:pt idx="1402">
                  <c:v>0.214552715265</c:v>
                </c:pt>
                <c:pt idx="1403">
                  <c:v>0.213756596729</c:v>
                </c:pt>
                <c:pt idx="1404">
                  <c:v>0.21298193671</c:v>
                </c:pt>
                <c:pt idx="1405">
                  <c:v>0.212228766997</c:v>
                </c:pt>
                <c:pt idx="1406">
                  <c:v>0.211497109249</c:v>
                </c:pt>
                <c:pt idx="1407">
                  <c:v>0.210786975201</c:v>
                </c:pt>
                <c:pt idx="1408">
                  <c:v>0.210098366856</c:v>
                </c:pt>
                <c:pt idx="1409">
                  <c:v>0.20943127666</c:v>
                </c:pt>
                <c:pt idx="1410">
                  <c:v>0.208785687659</c:v>
                </c:pt>
                <c:pt idx="1411">
                  <c:v>0.208161573648</c:v>
                </c:pt>
                <c:pt idx="1412">
                  <c:v>0.207558899287</c:v>
                </c:pt>
                <c:pt idx="1413">
                  <c:v>0.206977620223</c:v>
                </c:pt>
                <c:pt idx="1414">
                  <c:v>0.206417683173</c:v>
                </c:pt>
                <c:pt idx="1415">
                  <c:v>0.205879026006</c:v>
                </c:pt>
                <c:pt idx="1416">
                  <c:v>0.205361577806</c:v>
                </c:pt>
                <c:pt idx="1417">
                  <c:v>0.204865258912</c:v>
                </c:pt>
                <c:pt idx="1418">
                  <c:v>0.204389980948</c:v>
                </c:pt>
                <c:pt idx="1419">
                  <c:v>0.203935646837</c:v>
                </c:pt>
                <c:pt idx="1420">
                  <c:v>0.203502150797</c:v>
                </c:pt>
                <c:pt idx="1421">
                  <c:v>0.203089378322</c:v>
                </c:pt>
                <c:pt idx="1422">
                  <c:v>0.202697206147</c:v>
                </c:pt>
                <c:pt idx="1423">
                  <c:v>0.202325502202</c:v>
                </c:pt>
                <c:pt idx="1424">
                  <c:v>0.201974125546</c:v>
                </c:pt>
                <c:pt idx="1425">
                  <c:v>0.201642926292</c:v>
                </c:pt>
                <c:pt idx="1426">
                  <c:v>0.20133174551</c:v>
                </c:pt>
                <c:pt idx="1427">
                  <c:v>0.201040415128</c:v>
                </c:pt>
                <c:pt idx="1428">
                  <c:v>0.200768757812</c:v>
                </c:pt>
                <c:pt idx="1429">
                  <c:v>0.200516586833</c:v>
                </c:pt>
                <c:pt idx="1430">
                  <c:v>0.200283705928</c:v>
                </c:pt>
                <c:pt idx="1431">
                  <c:v>0.200069909145</c:v>
                </c:pt>
                <c:pt idx="1432">
                  <c:v>0.19987498068</c:v>
                </c:pt>
                <c:pt idx="1433">
                  <c:v>0.199698694702</c:v>
                </c:pt>
                <c:pt idx="1434">
                  <c:v>0.199540815171</c:v>
                </c:pt>
                <c:pt idx="1435">
                  <c:v>0.199401095646</c:v>
                </c:pt>
                <c:pt idx="1436">
                  <c:v>0.199279279085</c:v>
                </c:pt>
                <c:pt idx="1437">
                  <c:v>0.199175097646</c:v>
                </c:pt>
                <c:pt idx="1438">
                  <c:v>0.199088272466</c:v>
                </c:pt>
                <c:pt idx="1439">
                  <c:v>0.199018513457</c:v>
                </c:pt>
                <c:pt idx="1440">
                  <c:v>0.198965519079</c:v>
                </c:pt>
                <c:pt idx="1441">
                  <c:v>0.198928976126</c:v>
                </c:pt>
                <c:pt idx="1442">
                  <c:v>0.198908559498</c:v>
                </c:pt>
                <c:pt idx="1443">
                  <c:v>0.198903931986</c:v>
                </c:pt>
                <c:pt idx="1444">
                  <c:v>0.198914744051</c:v>
                </c:pt>
                <c:pt idx="1445">
                  <c:v>0.198940633604</c:v>
                </c:pt>
                <c:pt idx="1446">
                  <c:v>0.198981225801</c:v>
                </c:pt>
                <c:pt idx="1447">
                  <c:v>0.199036132832</c:v>
                </c:pt>
                <c:pt idx="1448">
                  <c:v>0.19910495373</c:v>
                </c:pt>
                <c:pt idx="1449">
                  <c:v>0.199187274178</c:v>
                </c:pt>
                <c:pt idx="1450">
                  <c:v>0.199282666337</c:v>
                </c:pt>
                <c:pt idx="1451">
                  <c:v>0.199390688679</c:v>
                </c:pt>
                <c:pt idx="1452">
                  <c:v>0.199510885846</c:v>
                </c:pt>
                <c:pt idx="1453">
                  <c:v>0.199642788513</c:v>
                </c:pt>
                <c:pt idx="1454">
                  <c:v>0.199785913282</c:v>
                </c:pt>
                <c:pt idx="1455">
                  <c:v>0.199939762585</c:v>
                </c:pt>
                <c:pt idx="1456">
                  <c:v>0.200103824626</c:v>
                </c:pt>
                <c:pt idx="1457">
                  <c:v>0.200277573333</c:v>
                </c:pt>
                <c:pt idx="1458">
                  <c:v>0.200460468346</c:v>
                </c:pt>
                <c:pt idx="1459">
                  <c:v>0.200651955031</c:v>
                </c:pt>
                <c:pt idx="1460">
                  <c:v>0.200851464531</c:v>
                </c:pt>
                <c:pt idx="1461">
                  <c:v>0.201058413843</c:v>
                </c:pt>
                <c:pt idx="1462">
                  <c:v>0.201272205939</c:v>
                </c:pt>
                <c:pt idx="1463">
                  <c:v>0.20149222992</c:v>
                </c:pt>
                <c:pt idx="1464">
                  <c:v>0.201717861211</c:v>
                </c:pt>
                <c:pt idx="1465">
                  <c:v>0.201948461802</c:v>
                </c:pt>
                <c:pt idx="1466">
                  <c:v>0.202183380527</c:v>
                </c:pt>
                <c:pt idx="1467">
                  <c:v>0.202421953395</c:v>
                </c:pt>
                <c:pt idx="1468">
                  <c:v>0.202663503966</c:v>
                </c:pt>
                <c:pt idx="1469">
                  <c:v>0.202907343776</c:v>
                </c:pt>
                <c:pt idx="1470">
                  <c:v>0.203152772813</c:v>
                </c:pt>
                <c:pt idx="1471">
                  <c:v>0.203399080049</c:v>
                </c:pt>
                <c:pt idx="1472">
                  <c:v>0.20364554402</c:v>
                </c:pt>
                <c:pt idx="1473">
                  <c:v>0.203891433461</c:v>
                </c:pt>
                <c:pt idx="1474">
                  <c:v>0.204136008002</c:v>
                </c:pt>
                <c:pt idx="1475">
                  <c:v>0.204378518913</c:v>
                </c:pt>
                <c:pt idx="1476">
                  <c:v>0.204618209907</c:v>
                </c:pt>
                <c:pt idx="1477">
                  <c:v>0.204854318</c:v>
                </c:pt>
                <c:pt idx="1478">
                  <c:v>0.205086074425</c:v>
                </c:pt>
                <c:pt idx="1479">
                  <c:v>0.205312705603</c:v>
                </c:pt>
                <c:pt idx="1480">
                  <c:v>0.205533434163</c:v>
                </c:pt>
                <c:pt idx="1481">
                  <c:v>0.205747480023</c:v>
                </c:pt>
                <c:pt idx="1482">
                  <c:v>0.205954061513</c:v>
                </c:pt>
                <c:pt idx="1483">
                  <c:v>0.206152396554</c:v>
                </c:pt>
                <c:pt idx="1484">
                  <c:v>0.206341703882</c:v>
                </c:pt>
                <c:pt idx="1485">
                  <c:v>0.206521204314</c:v>
                </c:pt>
                <c:pt idx="1486">
                  <c:v>0.206690122056</c:v>
                </c:pt>
                <c:pt idx="1487">
                  <c:v>0.206847686055</c:v>
                </c:pt>
                <c:pt idx="1488">
                  <c:v>0.206993131371</c:v>
                </c:pt>
                <c:pt idx="1489">
                  <c:v>0.207125700598</c:v>
                </c:pt>
                <c:pt idx="1490">
                  <c:v>0.20724464529</c:v>
                </c:pt>
                <c:pt idx="1491">
                  <c:v>0.207349227425</c:v>
                </c:pt>
                <c:pt idx="1492">
                  <c:v>0.207438720876</c:v>
                </c:pt>
                <c:pt idx="1493">
                  <c:v>0.207512412892</c:v>
                </c:pt>
                <c:pt idx="1494">
                  <c:v>0.207569605585</c:v>
                </c:pt>
                <c:pt idx="1495">
                  <c:v>0.207609617421</c:v>
                </c:pt>
                <c:pt idx="1496">
                  <c:v>0.207631784693</c:v>
                </c:pt>
                <c:pt idx="1497">
                  <c:v>0.20763546299</c:v>
                </c:pt>
                <c:pt idx="1498">
                  <c:v>0.207620028642</c:v>
                </c:pt>
                <c:pt idx="1499">
                  <c:v>0.20758488014</c:v>
                </c:pt>
                <c:pt idx="1500">
                  <c:v>0.20752943952</c:v>
                </c:pt>
                <c:pt idx="1501">
                  <c:v>0.207453153712</c:v>
                </c:pt>
                <c:pt idx="1502">
                  <c:v>0.207355495842</c:v>
                </c:pt>
                <c:pt idx="1503">
                  <c:v>0.207235966477</c:v>
                </c:pt>
                <c:pt idx="1504">
                  <c:v>0.207094094824</c:v>
                </c:pt>
                <c:pt idx="1505">
                  <c:v>0.206929439847</c:v>
                </c:pt>
                <c:pt idx="1506">
                  <c:v>0.206741591329</c:v>
                </c:pt>
                <c:pt idx="1507">
                  <c:v>0.206530170851</c:v>
                </c:pt>
                <c:pt idx="1508">
                  <c:v>0.206294832691</c:v>
                </c:pt>
                <c:pt idx="1509">
                  <c:v>0.206035264638</c:v>
                </c:pt>
                <c:pt idx="1510">
                  <c:v>0.205751188716</c:v>
                </c:pt>
                <c:pt idx="1511">
                  <c:v>0.205442361812</c:v>
                </c:pt>
                <c:pt idx="1512">
                  <c:v>0.205108576209</c:v>
                </c:pt>
                <c:pt idx="1513">
                  <c:v>0.204749660014</c:v>
                </c:pt>
                <c:pt idx="1514">
                  <c:v>0.204365477492</c:v>
                </c:pt>
                <c:pt idx="1515">
                  <c:v>0.203955929283</c:v>
                </c:pt>
                <c:pt idx="1516">
                  <c:v>0.203520952522</c:v>
                </c:pt>
                <c:pt idx="1517">
                  <c:v>0.203060520847</c:v>
                </c:pt>
                <c:pt idx="1518">
                  <c:v>0.202574644305</c:v>
                </c:pt>
                <c:pt idx="1519">
                  <c:v>0.202063369145</c:v>
                </c:pt>
                <c:pt idx="1520">
                  <c:v>0.201526777511</c:v>
                </c:pt>
                <c:pt idx="1521">
                  <c:v>0.20096498703</c:v>
                </c:pt>
                <c:pt idx="1522">
                  <c:v>0.200378150293</c:v>
                </c:pt>
                <c:pt idx="1523">
                  <c:v>0.199766454248</c:v>
                </c:pt>
                <c:pt idx="1524">
                  <c:v>0.199130119488</c:v>
                </c:pt>
                <c:pt idx="1525">
                  <c:v>0.198469399453</c:v>
                </c:pt>
                <c:pt idx="1526">
                  <c:v>0.197784579541</c:v>
                </c:pt>
                <c:pt idx="1527">
                  <c:v>0.197075976136</c:v>
                </c:pt>
                <c:pt idx="1528">
                  <c:v>0.196343935567</c:v>
                </c:pt>
                <c:pt idx="1529">
                  <c:v>0.195588832981</c:v>
                </c:pt>
                <c:pt idx="1530">
                  <c:v>0.194811071162</c:v>
                </c:pt>
                <c:pt idx="1531">
                  <c:v>0.194011079282</c:v>
                </c:pt>
                <c:pt idx="1532">
                  <c:v>0.193189311599</c:v>
                </c:pt>
                <c:pt idx="1533">
                  <c:v>0.192346246114</c:v>
                </c:pt>
                <c:pt idx="1534">
                  <c:v>0.191482383174</c:v>
                </c:pt>
                <c:pt idx="1535">
                  <c:v>0.19059824405</c:v>
                </c:pt>
                <c:pt idx="1536">
                  <c:v>0.189694369485</c:v>
                </c:pt>
                <c:pt idx="1537">
                  <c:v>0.188771318216</c:v>
                </c:pt>
                <c:pt idx="1538">
                  <c:v>0.187829665485</c:v>
                </c:pt>
                <c:pt idx="1539">
                  <c:v>0.186870001536</c:v>
                </c:pt>
                <c:pt idx="1540">
                  <c:v>0.185892930117</c:v>
                </c:pt>
                <c:pt idx="1541">
                  <c:v>0.184899066973</c:v>
                </c:pt>
                <c:pt idx="1542">
                  <c:v>0.183889038361</c:v>
                </c:pt>
                <c:pt idx="1543">
                  <c:v>0.182863479567</c:v>
                </c:pt>
                <c:pt idx="1544">
                  <c:v>0.181823033454</c:v>
                </c:pt>
                <c:pt idx="1545">
                  <c:v>0.180768349021</c:v>
                </c:pt>
                <c:pt idx="1546">
                  <c:v>0.179700080005</c:v>
                </c:pt>
                <c:pt idx="1547">
                  <c:v>0.178618883504</c:v>
                </c:pt>
                <c:pt idx="1548">
                  <c:v>0.177525418646</c:v>
                </c:pt>
                <c:pt idx="1549">
                  <c:v>0.176420345293</c:v>
                </c:pt>
                <c:pt idx="1550">
                  <c:v>0.17530432279</c:v>
                </c:pt>
                <c:pt idx="1551">
                  <c:v>0.174178008764</c:v>
                </c:pt>
                <c:pt idx="1552">
                  <c:v>0.173042057967</c:v>
                </c:pt>
                <c:pt idx="1553">
                  <c:v>0.171897121176</c:v>
                </c:pt>
                <c:pt idx="1554">
                  <c:v>0.170743844137</c:v>
                </c:pt>
                <c:pt idx="1555">
                  <c:v>0.169582866577</c:v>
                </c:pt>
                <c:pt idx="1556">
                  <c:v>0.168414821255</c:v>
                </c:pt>
                <c:pt idx="1557">
                  <c:v>0.167240333087</c:v>
                </c:pt>
                <c:pt idx="1558">
                  <c:v>0.166060018312</c:v>
                </c:pt>
                <c:pt idx="1559">
                  <c:v>0.164874483723</c:v>
                </c:pt>
                <c:pt idx="1560">
                  <c:v>0.163684325957</c:v>
                </c:pt>
                <c:pt idx="1561">
                  <c:v>0.162490130835</c:v>
                </c:pt>
                <c:pt idx="1562">
                  <c:v>0.16129247276</c:v>
                </c:pt>
                <c:pt idx="1563">
                  <c:v>0.160091914175</c:v>
                </c:pt>
                <c:pt idx="1564">
                  <c:v>0.158889005066</c:v>
                </c:pt>
                <c:pt idx="1565">
                  <c:v>0.157684282528</c:v>
                </c:pt>
                <c:pt idx="1566">
                  <c:v>0.156478270372</c:v>
                </c:pt>
                <c:pt idx="1567">
                  <c:v>0.155271478794</c:v>
                </c:pt>
                <c:pt idx="1568">
                  <c:v>0.154064404077</c:v>
                </c:pt>
                <c:pt idx="1569">
                  <c:v>0.152857528359</c:v>
                </c:pt>
                <c:pt idx="1570">
                  <c:v>0.151651319427</c:v>
                </c:pt>
                <c:pt idx="1571">
                  <c:v>0.150446230564</c:v>
                </c:pt>
                <c:pt idx="1572">
                  <c:v>0.149242700438</c:v>
                </c:pt>
                <c:pt idx="1573">
                  <c:v>0.148041153026</c:v>
                </c:pt>
                <c:pt idx="1574">
                  <c:v>0.146841997573</c:v>
                </c:pt>
                <c:pt idx="1575">
                  <c:v>0.145645628592</c:v>
                </c:pt>
                <c:pt idx="1576">
                  <c:v>0.144452425895</c:v>
                </c:pt>
                <c:pt idx="1577">
                  <c:v>0.143262754649</c:v>
                </c:pt>
                <c:pt idx="1578">
                  <c:v>0.14207696547</c:v>
                </c:pt>
                <c:pt idx="1579">
                  <c:v>0.140895394536</c:v>
                </c:pt>
                <c:pt idx="1580">
                  <c:v>0.139718363728</c:v>
                </c:pt>
                <c:pt idx="1581">
                  <c:v>0.138546180796</c:v>
                </c:pt>
                <c:pt idx="1582">
                  <c:v>0.137379139542</c:v>
                </c:pt>
                <c:pt idx="1583">
                  <c:v>0.136217520022</c:v>
                </c:pt>
                <c:pt idx="1584">
                  <c:v>0.135061588771</c:v>
                </c:pt>
                <c:pt idx="1585">
                  <c:v>0.133911599036</c:v>
                </c:pt>
                <c:pt idx="1586">
                  <c:v>0.132767791029</c:v>
                </c:pt>
                <c:pt idx="1587">
                  <c:v>0.131630392189</c:v>
                </c:pt>
                <c:pt idx="1588">
                  <c:v>0.130499617456</c:v>
                </c:pt>
                <c:pt idx="1589">
                  <c:v>0.129375669554</c:v>
                </c:pt>
                <c:pt idx="1590">
                  <c:v>0.128258739283</c:v>
                </c:pt>
                <c:pt idx="1591">
                  <c:v>0.127149005818</c:v>
                </c:pt>
                <c:pt idx="1592">
                  <c:v>0.12604663701</c:v>
                </c:pt>
                <c:pt idx="1593">
                  <c:v>0.124951789697</c:v>
                </c:pt>
                <c:pt idx="1594">
                  <c:v>0.123864610013</c:v>
                </c:pt>
                <c:pt idx="1595">
                  <c:v>0.122785233704</c:v>
                </c:pt>
                <c:pt idx="1596">
                  <c:v>0.121713786441</c:v>
                </c:pt>
                <c:pt idx="1597">
                  <c:v>0.120650384135</c:v>
                </c:pt>
                <c:pt idx="1598">
                  <c:v>0.119595133254</c:v>
                </c:pt>
                <c:pt idx="1599">
                  <c:v>0.118548131136</c:v>
                </c:pt>
                <c:pt idx="1600">
                  <c:v>0.117509466301</c:v>
                </c:pt>
                <c:pt idx="1601">
                  <c:v>0.11647921876</c:v>
                </c:pt>
                <c:pt idx="1602">
                  <c:v>0.115457460323</c:v>
                </c:pt>
                <c:pt idx="1603">
                  <c:v>0.114444254899</c:v>
                </c:pt>
                <c:pt idx="1604">
                  <c:v>0.113439658799</c:v>
                </c:pt>
                <c:pt idx="1605">
                  <c:v>0.112443721028</c:v>
                </c:pt>
                <c:pt idx="1606">
                  <c:v>0.111456483576</c:v>
                </c:pt>
                <c:pt idx="1607">
                  <c:v>0.110477981699</c:v>
                </c:pt>
                <c:pt idx="1608">
                  <c:v>0.109508244203</c:v>
                </c:pt>
                <c:pt idx="1609">
                  <c:v>0.108547293714</c:v>
                </c:pt>
                <c:pt idx="1610">
                  <c:v>0.107595146947</c:v>
                </c:pt>
                <c:pt idx="1611">
                  <c:v>0.106651814965</c:v>
                </c:pt>
                <c:pt idx="1612">
                  <c:v>0.105717303435</c:v>
                </c:pt>
                <c:pt idx="1613">
                  <c:v>0.104791612878</c:v>
                </c:pt>
                <c:pt idx="1614">
                  <c:v>0.103874738909</c:v>
                </c:pt>
                <c:pt idx="1615">
                  <c:v>0.102966672473</c:v>
                </c:pt>
                <c:pt idx="1616">
                  <c:v>0.102067400073</c:v>
                </c:pt>
                <c:pt idx="1617">
                  <c:v>0.101176903994</c:v>
                </c:pt>
                <c:pt idx="1618">
                  <c:v>0.100295162515</c:v>
                </c:pt>
                <c:pt idx="1619">
                  <c:v>0.0994221501235</c:v>
                </c:pt>
                <c:pt idx="1620">
                  <c:v>0.098557837711</c:v>
                </c:pt>
                <c:pt idx="1621">
                  <c:v>0.0977021927733</c:v>
                </c:pt>
                <c:pt idx="1622">
                  <c:v>0.0968551795976</c:v>
                </c:pt>
                <c:pt idx="1623">
                  <c:v>0.0960167594459</c:v>
                </c:pt>
                <c:pt idx="1624">
                  <c:v>0.0951868907309</c:v>
                </c:pt>
                <c:pt idx="1625">
                  <c:v>0.0943655291863</c:v>
                </c:pt>
                <c:pt idx="1626">
                  <c:v>0.0935526280304</c:v>
                </c:pt>
                <c:pt idx="1627">
                  <c:v>0.0927481381243</c:v>
                </c:pt>
                <c:pt idx="1628">
                  <c:v>0.0919520081236</c:v>
                </c:pt>
                <c:pt idx="1629">
                  <c:v>0.0911641846242</c:v>
                </c:pt>
                <c:pt idx="1630">
                  <c:v>0.0903846123032</c:v>
                </c:pt>
                <c:pt idx="1631">
                  <c:v>0.0896132340534</c:v>
                </c:pt>
                <c:pt idx="1632">
                  <c:v>0.0888499911127</c:v>
                </c:pt>
                <c:pt idx="1633">
                  <c:v>0.0880948231882</c:v>
                </c:pt>
                <c:pt idx="1634">
                  <c:v>0.0873476685752</c:v>
                </c:pt>
                <c:pt idx="1635">
                  <c:v>0.086608464271</c:v>
                </c:pt>
                <c:pt idx="1636">
                  <c:v>0.0858771460839</c:v>
                </c:pt>
                <c:pt idx="1637">
                  <c:v>0.0851536487379</c:v>
                </c:pt>
                <c:pt idx="1638">
                  <c:v>0.0844379059716</c:v>
                </c:pt>
                <c:pt idx="1639">
                  <c:v>0.0837298506342</c:v>
                </c:pt>
                <c:pt idx="1640">
                  <c:v>0.083029414776</c:v>
                </c:pt>
                <c:pt idx="1641">
                  <c:v>0.0823365297351</c:v>
                </c:pt>
                <c:pt idx="1642">
                  <c:v>0.0816511262202</c:v>
                </c:pt>
                <c:pt idx="1643">
                  <c:v>0.0809731343895</c:v>
                </c:pt>
                <c:pt idx="1644">
                  <c:v>0.0803024839252</c:v>
                </c:pt>
                <c:pt idx="1645">
                  <c:v>0.0796391041055</c:v>
                </c:pt>
                <c:pt idx="1646">
                  <c:v>0.0789829238717</c:v>
                </c:pt>
                <c:pt idx="1647">
                  <c:v>0.0783338718931</c:v>
                </c:pt>
                <c:pt idx="1648">
                  <c:v>0.0776918766279</c:v>
                </c:pt>
                <c:pt idx="1649">
                  <c:v>0.0770568663814</c:v>
                </c:pt>
                <c:pt idx="1650">
                  <c:v>0.0764287693606</c:v>
                </c:pt>
                <c:pt idx="1651">
                  <c:v>0.0758075137268</c:v>
                </c:pt>
                <c:pt idx="1652">
                  <c:v>0.0751930276441</c:v>
                </c:pt>
                <c:pt idx="1653">
                  <c:v>0.0745852393265</c:v>
                </c:pt>
                <c:pt idx="1654">
                  <c:v>0.0739840770817</c:v>
                </c:pt>
                <c:pt idx="1655">
                  <c:v>0.0733894693524</c:v>
                </c:pt>
                <c:pt idx="1656">
                  <c:v>0.0728013447556</c:v>
                </c:pt>
                <c:pt idx="1657">
                  <c:v>0.0722196321193</c:v>
                </c:pt>
                <c:pt idx="1658">
                  <c:v>0.0716442605171</c:v>
                </c:pt>
                <c:pt idx="1659">
                  <c:v>0.0710751593007</c:v>
                </c:pt>
                <c:pt idx="1660">
                  <c:v>0.0705122581302</c:v>
                </c:pt>
                <c:pt idx="1661">
                  <c:v>0.0699554870031</c:v>
                </c:pt>
                <c:pt idx="1662">
                  <c:v>0.0694047762808</c:v>
                </c:pt>
                <c:pt idx="1663">
                  <c:v>0.0688600567134</c:v>
                </c:pt>
                <c:pt idx="1664">
                  <c:v>0.0683212594632</c:v>
                </c:pt>
                <c:pt idx="1665">
                  <c:v>0.0677883161264</c:v>
                </c:pt>
                <c:pt idx="1666">
                  <c:v>0.0672611587532</c:v>
                </c:pt>
                <c:pt idx="1667">
                  <c:v>0.0667397198664</c:v>
                </c:pt>
                <c:pt idx="1668">
                  <c:v>0.0662239324787</c:v>
                </c:pt>
                <c:pt idx="1669">
                  <c:v>0.0657137301089</c:v>
                </c:pt>
                <c:pt idx="1670">
                  <c:v>0.0652090467964</c:v>
                </c:pt>
                <c:pt idx="1671">
                  <c:v>0.0647098171145</c:v>
                </c:pt>
                <c:pt idx="1672">
                  <c:v>0.0642159761831</c:v>
                </c:pt>
                <c:pt idx="1673">
                  <c:v>0.0637274596798</c:v>
                </c:pt>
                <c:pt idx="1674">
                  <c:v>0.06324420385</c:v>
                </c:pt>
                <c:pt idx="1675">
                  <c:v>0.0627661455163</c:v>
                </c:pt>
                <c:pt idx="1676">
                  <c:v>0.0622932220864</c:v>
                </c:pt>
                <c:pt idx="1677">
                  <c:v>0.0618253715611</c:v>
                </c:pt>
                <c:pt idx="1678">
                  <c:v>0.0613625325403</c:v>
                </c:pt>
                <c:pt idx="1679">
                  <c:v>0.0609046442288</c:v>
                </c:pt>
                <c:pt idx="1680">
                  <c:v>0.0604516464415</c:v>
                </c:pt>
                <c:pt idx="1681">
                  <c:v>0.0600034796075</c:v>
                </c:pt>
                <c:pt idx="1682">
                  <c:v>0.0595600847736</c:v>
                </c:pt>
                <c:pt idx="1683">
                  <c:v>0.0591214036075</c:v>
                </c:pt>
                <c:pt idx="1684">
                  <c:v>0.0586873783997</c:v>
                </c:pt>
                <c:pt idx="1685">
                  <c:v>0.0582579520655</c:v>
                </c:pt>
                <c:pt idx="1686">
                  <c:v>0.057833068146</c:v>
                </c:pt>
                <c:pt idx="1687">
                  <c:v>0.0574126708093</c:v>
                </c:pt>
                <c:pt idx="1688">
                  <c:v>0.0569967048497</c:v>
                </c:pt>
                <c:pt idx="1689">
                  <c:v>0.0565851156885</c:v>
                </c:pt>
                <c:pt idx="1690">
                  <c:v>0.0561778493724</c:v>
                </c:pt>
                <c:pt idx="1691">
                  <c:v>0.0557748525732</c:v>
                </c:pt>
                <c:pt idx="1692">
                  <c:v>0.0553760725856</c:v>
                </c:pt>
                <c:pt idx="1693">
                  <c:v>0.0549814573258</c:v>
                </c:pt>
                <c:pt idx="1694">
                  <c:v>0.0545909553292</c:v>
                </c:pt>
                <c:pt idx="1695">
                  <c:v>0.0542045157479</c:v>
                </c:pt>
                <c:pt idx="1696">
                  <c:v>0.0538220883479</c:v>
                </c:pt>
                <c:pt idx="1697">
                  <c:v>0.0534436235062</c:v>
                </c:pt>
                <c:pt idx="1698">
                  <c:v>0.0530690722074</c:v>
                </c:pt>
                <c:pt idx="1699">
                  <c:v>0.05269838604</c:v>
                </c:pt>
                <c:pt idx="1700">
                  <c:v>0.0523315171928</c:v>
                </c:pt>
                <c:pt idx="1701">
                  <c:v>0.051968418451</c:v>
                </c:pt>
                <c:pt idx="1702">
                  <c:v>0.0516090431919</c:v>
                </c:pt>
                <c:pt idx="1703">
                  <c:v>0.0512533453807</c:v>
                </c:pt>
                <c:pt idx="1704">
                  <c:v>0.0509012795658</c:v>
                </c:pt>
                <c:pt idx="1705">
                  <c:v>0.0505528008745</c:v>
                </c:pt>
                <c:pt idx="1706">
                  <c:v>0.0502078650078</c:v>
                </c:pt>
                <c:pt idx="1707">
                  <c:v>0.0498664282359</c:v>
                </c:pt>
                <c:pt idx="1708">
                  <c:v>0.0495284473929</c:v>
                </c:pt>
                <c:pt idx="1709">
                  <c:v>0.0491938798718</c:v>
                </c:pt>
                <c:pt idx="1710">
                  <c:v>0.0488626836194</c:v>
                </c:pt>
                <c:pt idx="1711">
                  <c:v>0.0485348171308</c:v>
                </c:pt>
                <c:pt idx="1712">
                  <c:v>0.0482102394442</c:v>
                </c:pt>
                <c:pt idx="1713">
                  <c:v>0.0478889101353</c:v>
                </c:pt>
                <c:pt idx="1714">
                  <c:v>0.047570789312</c:v>
                </c:pt>
                <c:pt idx="1715">
                  <c:v>0.0472558376088</c:v>
                </c:pt>
                <c:pt idx="1716">
                  <c:v>0.0469440161812</c:v>
                </c:pt>
                <c:pt idx="1717">
                  <c:v>0.0466352866999</c:v>
                </c:pt>
                <c:pt idx="1718">
                  <c:v>0.0463296113455</c:v>
                </c:pt>
                <c:pt idx="1719">
                  <c:v>0.0460269528028</c:v>
                </c:pt>
                <c:pt idx="1720">
                  <c:v>0.0457272742548</c:v>
                </c:pt>
                <c:pt idx="1721">
                  <c:v>0.0454305393772</c:v>
                </c:pt>
                <c:pt idx="1722">
                  <c:v>0.0451367123326</c:v>
                </c:pt>
                <c:pt idx="1723">
                  <c:v>0.0448457577652</c:v>
                </c:pt>
                <c:pt idx="1724">
                  <c:v>0.0445576407943</c:v>
                </c:pt>
                <c:pt idx="1725">
                  <c:v>0.0442723270095</c:v>
                </c:pt>
                <c:pt idx="1726">
                  <c:v>0.0439897824642</c:v>
                </c:pt>
                <c:pt idx="1727">
                  <c:v>0.0437099736705</c:v>
                </c:pt>
                <c:pt idx="1728">
                  <c:v>0.0434328675933</c:v>
                </c:pt>
                <c:pt idx="1729">
                  <c:v>0.0431584316448</c:v>
                </c:pt>
                <c:pt idx="1730">
                  <c:v>0.0428866336784</c:v>
                </c:pt>
                <c:pt idx="1731">
                  <c:v>0.042617441984</c:v>
                </c:pt>
                <c:pt idx="1732">
                  <c:v>0.0423508252815</c:v>
                </c:pt>
                <c:pt idx="1733">
                  <c:v>0.0420867527159</c:v>
                </c:pt>
                <c:pt idx="1734">
                  <c:v>0.0418251938515</c:v>
                </c:pt>
                <c:pt idx="1735">
                  <c:v>0.0415661186667</c:v>
                </c:pt>
                <c:pt idx="1736">
                  <c:v>0.0413094975482</c:v>
                </c:pt>
                <c:pt idx="1737">
                  <c:v>0.0410553012859</c:v>
                </c:pt>
                <c:pt idx="1738">
                  <c:v>0.0408035010677</c:v>
                </c:pt>
                <c:pt idx="1739">
                  <c:v>0.0405540684736</c:v>
                </c:pt>
                <c:pt idx="1740">
                  <c:v>0.0403069754712</c:v>
                </c:pt>
                <c:pt idx="1741">
                  <c:v>0.0400621944098</c:v>
                </c:pt>
                <c:pt idx="1742">
                  <c:v>0.0398196980159</c:v>
                </c:pt>
                <c:pt idx="1743">
                  <c:v>0.0395794593874</c:v>
                </c:pt>
                <c:pt idx="1744">
                  <c:v>0.039341451989</c:v>
                </c:pt>
                <c:pt idx="1745">
                  <c:v>0.0391056496473</c:v>
                </c:pt>
                <c:pt idx="1746">
                  <c:v>0.0388720265452</c:v>
                </c:pt>
                <c:pt idx="1747">
                  <c:v>0.0386405572176</c:v>
                </c:pt>
                <c:pt idx="1748">
                  <c:v>0.0384112165462</c:v>
                </c:pt>
                <c:pt idx="1749">
                  <c:v>0.038183979755</c:v>
                </c:pt>
                <c:pt idx="1750">
                  <c:v>0.037958822405</c:v>
                </c:pt>
                <c:pt idx="1751">
                  <c:v>0.0377357203901</c:v>
                </c:pt>
                <c:pt idx="1752">
                  <c:v>0.0375146499321</c:v>
                </c:pt>
                <c:pt idx="1753">
                  <c:v>0.0372955875761</c:v>
                </c:pt>
                <c:pt idx="1754">
                  <c:v>0.037078510186</c:v>
                </c:pt>
                <c:pt idx="1755">
                  <c:v>0.0368633949402</c:v>
                </c:pt>
                <c:pt idx="1756">
                  <c:v>0.0366502193267</c:v>
                </c:pt>
                <c:pt idx="1757">
                  <c:v>0.0364389611394</c:v>
                </c:pt>
                <c:pt idx="1758">
                  <c:v>0.036229598473</c:v>
                </c:pt>
                <c:pt idx="1759">
                  <c:v>0.0360221097192</c:v>
                </c:pt>
                <c:pt idx="1760">
                  <c:v>0.0358164735625</c:v>
                </c:pt>
                <c:pt idx="1761">
                  <c:v>0.0356126689757</c:v>
                </c:pt>
                <c:pt idx="1762">
                  <c:v>0.0354106752161</c:v>
                </c:pt>
                <c:pt idx="1763">
                  <c:v>0.0352104718213</c:v>
                </c:pt>
                <c:pt idx="1764">
                  <c:v>0.0350120386052</c:v>
                </c:pt>
                <c:pt idx="1765">
                  <c:v>0.034815355654</c:v>
                </c:pt>
                <c:pt idx="1766">
                  <c:v>0.0346204033223</c:v>
                </c:pt>
                <c:pt idx="1767">
                  <c:v>0.0344271622295</c:v>
                </c:pt>
                <c:pt idx="1768">
                  <c:v>0.0342356132556</c:v>
                </c:pt>
                <c:pt idx="1769">
                  <c:v>0.0340457375376</c:v>
                </c:pt>
                <c:pt idx="1770">
                  <c:v>0.0338575164661</c:v>
                </c:pt>
                <c:pt idx="1771">
                  <c:v>0.0336709316811</c:v>
                </c:pt>
                <c:pt idx="1772">
                  <c:v>0.0334859650688</c:v>
                </c:pt>
                <c:pt idx="1773">
                  <c:v>0.033302598758</c:v>
                </c:pt>
                <c:pt idx="1774">
                  <c:v>0.0331208151166</c:v>
                </c:pt>
                <c:pt idx="1775">
                  <c:v>0.0329405967481</c:v>
                </c:pt>
                <c:pt idx="1776">
                  <c:v>0.0327619264879</c:v>
                </c:pt>
                <c:pt idx="1777">
                  <c:v>0.0325847874008</c:v>
                </c:pt>
                <c:pt idx="1778">
                  <c:v>0.0324091627768</c:v>
                </c:pt>
                <c:pt idx="1779">
                  <c:v>0.0322350361283</c:v>
                </c:pt>
                <c:pt idx="1780">
                  <c:v>0.0320623911867</c:v>
                </c:pt>
                <c:pt idx="1781">
                  <c:v>0.0318912118996</c:v>
                </c:pt>
                <c:pt idx="1782">
                  <c:v>0.0317214824271</c:v>
                </c:pt>
                <c:pt idx="1783">
                  <c:v>0.0315531871394</c:v>
                </c:pt>
                <c:pt idx="1784">
                  <c:v>0.0313863106131</c:v>
                </c:pt>
                <c:pt idx="1785">
                  <c:v>0.0312208376289</c:v>
                </c:pt>
                <c:pt idx="1786">
                  <c:v>0.031056753168</c:v>
                </c:pt>
                <c:pt idx="1787">
                  <c:v>0.0308940424098</c:v>
                </c:pt>
                <c:pt idx="1788">
                  <c:v>0.0307326907285</c:v>
                </c:pt>
                <c:pt idx="1789">
                  <c:v>0.0305726836909</c:v>
                </c:pt>
                <c:pt idx="1790">
                  <c:v>0.0304140070529</c:v>
                </c:pt>
                <c:pt idx="1791">
                  <c:v>0.0302566467577</c:v>
                </c:pt>
                <c:pt idx="1792">
                  <c:v>0.0301005889321</c:v>
                </c:pt>
                <c:pt idx="1793">
                  <c:v>0.0299458198848</c:v>
                </c:pt>
                <c:pt idx="1794">
                  <c:v>0.029792326103</c:v>
                </c:pt>
                <c:pt idx="1795">
                  <c:v>0.0296400942504</c:v>
                </c:pt>
                <c:pt idx="1796">
                  <c:v>0.0294891111645</c:v>
                </c:pt>
                <c:pt idx="1797">
                  <c:v>0.0293393638539</c:v>
                </c:pt>
                <c:pt idx="1798">
                  <c:v>0.0291908394963</c:v>
                </c:pt>
                <c:pt idx="1799">
                  <c:v>0.0290435254357</c:v>
                </c:pt>
                <c:pt idx="1800">
                  <c:v>0.0288974091801</c:v>
                </c:pt>
                <c:pt idx="1801">
                  <c:v>0.0287524783992</c:v>
                </c:pt>
                <c:pt idx="1802">
                  <c:v>0.0286087209225</c:v>
                </c:pt>
                <c:pt idx="1803">
                  <c:v>0.0284661247361</c:v>
                </c:pt>
                <c:pt idx="1804">
                  <c:v>0.0283246779814</c:v>
                </c:pt>
                <c:pt idx="1805">
                  <c:v>0.0281843689525</c:v>
                </c:pt>
                <c:pt idx="1806">
                  <c:v>0.0280451860939</c:v>
                </c:pt>
                <c:pt idx="1807">
                  <c:v>0.0279071179986</c:v>
                </c:pt>
                <c:pt idx="1808">
                  <c:v>0.0277701534061</c:v>
                </c:pt>
                <c:pt idx="1809">
                  <c:v>0.0276342812001</c:v>
                </c:pt>
                <c:pt idx="1810">
                  <c:v>0.0274994904063</c:v>
                </c:pt>
                <c:pt idx="1811">
                  <c:v>0.027365770191</c:v>
                </c:pt>
                <c:pt idx="1812">
                  <c:v>0.0272331098586</c:v>
                </c:pt>
                <c:pt idx="1813">
                  <c:v>0.0271014988499</c:v>
                </c:pt>
                <c:pt idx="1814">
                  <c:v>0.02697092674</c:v>
                </c:pt>
                <c:pt idx="1815">
                  <c:v>0.0268413832367</c:v>
                </c:pt>
                <c:pt idx="1816">
                  <c:v>0.0267128581785</c:v>
                </c:pt>
                <c:pt idx="1817">
                  <c:v>0.0265853415326</c:v>
                </c:pt>
                <c:pt idx="1818">
                  <c:v>0.0264588233935</c:v>
                </c:pt>
                <c:pt idx="1819">
                  <c:v>0.026333293981</c:v>
                </c:pt>
                <c:pt idx="1820">
                  <c:v>0.0262087436383</c:v>
                </c:pt>
                <c:pt idx="1821">
                  <c:v>0.0260851628307</c:v>
                </c:pt>
                <c:pt idx="1822">
                  <c:v>0.0259625421435</c:v>
                </c:pt>
                <c:pt idx="1823">
                  <c:v>0.0258408722807</c:v>
                </c:pt>
                <c:pt idx="1824">
                  <c:v>0.0257201440631</c:v>
                </c:pt>
                <c:pt idx="1825">
                  <c:v>0.0256003484269</c:v>
                </c:pt>
                <c:pt idx="1826">
                  <c:v>0.025481476422</c:v>
                </c:pt>
                <c:pt idx="1827">
                  <c:v>0.0253635192103</c:v>
                </c:pt>
                <c:pt idx="1828">
                  <c:v>0.0252464680646</c:v>
                </c:pt>
                <c:pt idx="1829">
                  <c:v>0.0251303143666</c:v>
                </c:pt>
                <c:pt idx="1830">
                  <c:v>0.0250150496058</c:v>
                </c:pt>
                <c:pt idx="1831">
                  <c:v>0.0249006653779</c:v>
                </c:pt>
                <c:pt idx="1832">
                  <c:v>0.0247871533832</c:v>
                </c:pt>
                <c:pt idx="1833">
                  <c:v>0.0246745054254</c:v>
                </c:pt>
                <c:pt idx="1834">
                  <c:v>0.0245627134103</c:v>
                </c:pt>
                <c:pt idx="1835">
                  <c:v>0.0244517693441</c:v>
                </c:pt>
                <c:pt idx="1836">
                  <c:v>0.0243416653323</c:v>
                </c:pt>
                <c:pt idx="1837">
                  <c:v>0.0242323935782</c:v>
                </c:pt>
                <c:pt idx="1838">
                  <c:v>0.0241239463818</c:v>
                </c:pt>
                <c:pt idx="1839">
                  <c:v>0.0240163161385</c:v>
                </c:pt>
                <c:pt idx="1840">
                  <c:v>0.0239094953375</c:v>
                </c:pt>
                <c:pt idx="1841">
                  <c:v>0.0238034765611</c:v>
                </c:pt>
                <c:pt idx="1842">
                  <c:v>0.0236982524829</c:v>
                </c:pt>
                <c:pt idx="1843">
                  <c:v>0.023593815867</c:v>
                </c:pt>
                <c:pt idx="1844">
                  <c:v>0.0234901595666</c:v>
                </c:pt>
                <c:pt idx="1845">
                  <c:v>0.0233872765232</c:v>
                </c:pt>
                <c:pt idx="1846">
                  <c:v>0.0232851597648</c:v>
                </c:pt>
                <c:pt idx="1847">
                  <c:v>0.0231838024054</c:v>
                </c:pt>
                <c:pt idx="1848">
                  <c:v>0.0230831976434</c:v>
                </c:pt>
                <c:pt idx="1849">
                  <c:v>0.0229833387609</c:v>
                </c:pt>
                <c:pt idx="1850">
                  <c:v>0.0228842191224</c:v>
                </c:pt>
                <c:pt idx="1851">
                  <c:v>0.0227858321738</c:v>
                </c:pt>
                <c:pt idx="1852">
                  <c:v>0.0226881714414</c:v>
                </c:pt>
                <c:pt idx="1853">
                  <c:v>0.0225912305306</c:v>
                </c:pt>
                <c:pt idx="1854">
                  <c:v>0.0224950031253</c:v>
                </c:pt>
                <c:pt idx="1855">
                  <c:v>0.0223994829868</c:v>
                </c:pt>
                <c:pt idx="1856">
                  <c:v>0.0223046639526</c:v>
                </c:pt>
                <c:pt idx="1857">
                  <c:v>0.0222105399354</c:v>
                </c:pt>
                <c:pt idx="1858">
                  <c:v>0.0221171049227</c:v>
                </c:pt>
                <c:pt idx="1859">
                  <c:v>0.0220243529752</c:v>
                </c:pt>
                <c:pt idx="1860">
                  <c:v>0.0219322782262</c:v>
                </c:pt>
                <c:pt idx="1861">
                  <c:v>0.021840874881</c:v>
                </c:pt>
                <c:pt idx="1862">
                  <c:v>0.0217501372152</c:v>
                </c:pt>
                <c:pt idx="1863">
                  <c:v>0.0216600595747</c:v>
                </c:pt>
                <c:pt idx="1864">
                  <c:v>0.0215706363741</c:v>
                </c:pt>
                <c:pt idx="1865">
                  <c:v>0.0214818620966</c:v>
                </c:pt>
                <c:pt idx="1866">
                  <c:v>0.0213937312924</c:v>
                </c:pt>
                <c:pt idx="1867">
                  <c:v>0.0213062385786</c:v>
                </c:pt>
                <c:pt idx="1868">
                  <c:v>0.0212193786377</c:v>
                </c:pt>
                <c:pt idx="1869">
                  <c:v>0.0211331462174</c:v>
                </c:pt>
                <c:pt idx="1870">
                  <c:v>0.0210475361296</c:v>
                </c:pt>
                <c:pt idx="1871">
                  <c:v>0.0209625432494</c:v>
                </c:pt>
                <c:pt idx="1872">
                  <c:v>0.0208781625146</c:v>
                </c:pt>
                <c:pt idx="1873">
                  <c:v>0.0207943889252</c:v>
                </c:pt>
                <c:pt idx="1874">
                  <c:v>0.020711217542</c:v>
                </c:pt>
                <c:pt idx="1875">
                  <c:v>0.0206286434865</c:v>
                </c:pt>
                <c:pt idx="1876">
                  <c:v>0.0205466619399</c:v>
                </c:pt>
                <c:pt idx="1877">
                  <c:v>0.0204652681425</c:v>
                </c:pt>
                <c:pt idx="1878">
                  <c:v>0.020384457393</c:v>
                </c:pt>
                <c:pt idx="1879">
                  <c:v>0.0203042250476</c:v>
                </c:pt>
                <c:pt idx="1880">
                  <c:v>0.0202245665198</c:v>
                </c:pt>
                <c:pt idx="1881">
                  <c:v>0.0201454772794</c:v>
                </c:pt>
                <c:pt idx="1882">
                  <c:v>0.0200669528521</c:v>
                </c:pt>
                <c:pt idx="1883">
                  <c:v>0.0199889888186</c:v>
                </c:pt>
                <c:pt idx="1884">
                  <c:v>0.0199115808141</c:v>
                </c:pt>
                <c:pt idx="1885">
                  <c:v>0.0198347245278</c:v>
                </c:pt>
                <c:pt idx="1886">
                  <c:v>0.0197584157022</c:v>
                </c:pt>
                <c:pt idx="1887">
                  <c:v>0.0196826501324</c:v>
                </c:pt>
                <c:pt idx="1888">
                  <c:v>0.019607423666</c:v>
                </c:pt>
                <c:pt idx="1889">
                  <c:v>0.0195327322018</c:v>
                </c:pt>
                <c:pt idx="1890">
                  <c:v>0.0194585716899</c:v>
                </c:pt>
                <c:pt idx="1891">
                  <c:v>0.0193849381307</c:v>
                </c:pt>
                <c:pt idx="1892">
                  <c:v>0.0193118275748</c:v>
                </c:pt>
                <c:pt idx="1893">
                  <c:v>0.0192392361219</c:v>
                </c:pt>
                <c:pt idx="1894">
                  <c:v>0.0191671599208</c:v>
                </c:pt>
                <c:pt idx="1895">
                  <c:v>0.0190955951687</c:v>
                </c:pt>
                <c:pt idx="1896">
                  <c:v>0.0190245381107</c:v>
                </c:pt>
                <c:pt idx="1897">
                  <c:v>0.0189539850392</c:v>
                </c:pt>
                <c:pt idx="1898">
                  <c:v>0.0188839322935</c:v>
                </c:pt>
                <c:pt idx="1899">
                  <c:v>0.0188143762595</c:v>
                </c:pt>
                <c:pt idx="1900">
                  <c:v>0.018745313369</c:v>
                </c:pt>
                <c:pt idx="1901">
                  <c:v>0.0186767400993</c:v>
                </c:pt>
                <c:pt idx="1902">
                  <c:v>0.0186086529728</c:v>
                </c:pt>
                <c:pt idx="1903">
                  <c:v>0.0185410485564</c:v>
                </c:pt>
                <c:pt idx="1904">
                  <c:v>0.0184739234614</c:v>
                </c:pt>
                <c:pt idx="1905">
                  <c:v>0.0184072743428</c:v>
                </c:pt>
                <c:pt idx="1906">
                  <c:v>0.0183410978988</c:v>
                </c:pt>
                <c:pt idx="1907">
                  <c:v>0.0182753908708</c:v>
                </c:pt>
                <c:pt idx="1908">
                  <c:v>0.0182101500426</c:v>
                </c:pt>
                <c:pt idx="1909">
                  <c:v>0.0181453722402</c:v>
                </c:pt>
                <c:pt idx="1910">
                  <c:v>0.0180810543312</c:v>
                </c:pt>
                <c:pt idx="1911">
                  <c:v>0.0180171932247</c:v>
                </c:pt>
                <c:pt idx="1912">
                  <c:v>0.017953785871</c:v>
                </c:pt>
                <c:pt idx="1913">
                  <c:v>0.0178908292608</c:v>
                </c:pt>
                <c:pt idx="1914">
                  <c:v>0.0178283204251</c:v>
                </c:pt>
                <c:pt idx="1915">
                  <c:v>0.017766256435</c:v>
                </c:pt>
                <c:pt idx="1916">
                  <c:v>0.0177046344011</c:v>
                </c:pt>
                <c:pt idx="1917">
                  <c:v>0.0176434514731</c:v>
                </c:pt>
                <c:pt idx="1918">
                  <c:v>0.01758270484</c:v>
                </c:pt>
                <c:pt idx="1919">
                  <c:v>0.0175223917292</c:v>
                </c:pt>
                <c:pt idx="1920">
                  <c:v>0.0174625094063</c:v>
                </c:pt>
                <c:pt idx="1921">
                  <c:v>0.017403055175</c:v>
                </c:pt>
                <c:pt idx="1922">
                  <c:v>0.0173440263767</c:v>
                </c:pt>
                <c:pt idx="1923">
                  <c:v>0.0172854203902</c:v>
                </c:pt>
                <c:pt idx="1924">
                  <c:v>0.0172272346313</c:v>
                </c:pt>
                <c:pt idx="1925">
                  <c:v>0.0171694665528</c:v>
                </c:pt>
                <c:pt idx="1926">
                  <c:v>0.0171121136437</c:v>
                </c:pt>
                <c:pt idx="1927">
                  <c:v>0.0170551734296</c:v>
                </c:pt>
                <c:pt idx="1928">
                  <c:v>0.016998643472</c:v>
                </c:pt>
                <c:pt idx="1929">
                  <c:v>0.0169425213681</c:v>
                </c:pt>
                <c:pt idx="1930">
                  <c:v>0.0168868047505</c:v>
                </c:pt>
                <c:pt idx="1931">
                  <c:v>0.0168314912873</c:v>
                </c:pt>
                <c:pt idx="1932">
                  <c:v>0.0167765786815</c:v>
                </c:pt>
                <c:pt idx="1933">
                  <c:v>0.0167220646706</c:v>
                </c:pt>
                <c:pt idx="1934">
                  <c:v>0.016667947027</c:v>
                </c:pt>
                <c:pt idx="1935">
                  <c:v>0.0166142235572</c:v>
                </c:pt>
                <c:pt idx="1936">
                  <c:v>0.016560892102</c:v>
                </c:pt>
                <c:pt idx="1937">
                  <c:v>0.0165079505358</c:v>
                </c:pt>
                <c:pt idx="1938">
                  <c:v>0.0164553967669</c:v>
                </c:pt>
                <c:pt idx="1939">
                  <c:v>0.016403228737</c:v>
                </c:pt>
                <c:pt idx="1940">
                  <c:v>0.016351444421</c:v>
                </c:pt>
                <c:pt idx="1941">
                  <c:v>0.016300041827</c:v>
                </c:pt>
                <c:pt idx="1942">
                  <c:v>0.016249018996</c:v>
                </c:pt>
                <c:pt idx="1943">
                  <c:v>0.0161983740016</c:v>
                </c:pt>
                <c:pt idx="1944">
                  <c:v>0.0161481049499</c:v>
                </c:pt>
                <c:pt idx="1945">
                  <c:v>0.0160982099797</c:v>
                </c:pt>
                <c:pt idx="1946">
                  <c:v>0.0160486872616</c:v>
                </c:pt>
                <c:pt idx="1947">
                  <c:v>0.0159995349985</c:v>
                </c:pt>
                <c:pt idx="1948">
                  <c:v>0.015950751425</c:v>
                </c:pt>
                <c:pt idx="1949">
                  <c:v>0.0159023348077</c:v>
                </c:pt>
                <c:pt idx="1950">
                  <c:v>0.0158542834445</c:v>
                </c:pt>
                <c:pt idx="1951">
                  <c:v>0.0158065956648</c:v>
                </c:pt>
                <c:pt idx="1952">
                  <c:v>0.0157592698295</c:v>
                </c:pt>
                <c:pt idx="1953">
                  <c:v>0.0157123043304</c:v>
                </c:pt>
                <c:pt idx="1954">
                  <c:v>0.0156656975905</c:v>
                </c:pt>
                <c:pt idx="1955">
                  <c:v>0.0156194480637</c:v>
                </c:pt>
                <c:pt idx="1956">
                  <c:v>0.0155735542346</c:v>
                </c:pt>
                <c:pt idx="1957">
                  <c:v>0.0155280146187</c:v>
                </c:pt>
                <c:pt idx="1958">
                  <c:v>0.0154828277616</c:v>
                </c:pt>
                <c:pt idx="1959">
                  <c:v>0.0154379922399</c:v>
                </c:pt>
                <c:pt idx="1960">
                  <c:v>0.0153935066602</c:v>
                </c:pt>
                <c:pt idx="1961">
                  <c:v>0.0153493696593</c:v>
                </c:pt>
                <c:pt idx="1962">
                  <c:v>0.0153055799045</c:v>
                </c:pt>
                <c:pt idx="1963">
                  <c:v>0.0152621360927</c:v>
                </c:pt>
                <c:pt idx="1964">
                  <c:v>0.015219036951</c:v>
                </c:pt>
                <c:pt idx="1965">
                  <c:v>0.0151762812364</c:v>
                </c:pt>
                <c:pt idx="1966">
                  <c:v>0.0151338677356</c:v>
                </c:pt>
                <c:pt idx="1967">
                  <c:v>0.0150917952649</c:v>
                </c:pt>
                <c:pt idx="1968">
                  <c:v>0.0150500626704</c:v>
                </c:pt>
                <c:pt idx="1969">
                  <c:v>0.0150086688276</c:v>
                </c:pt>
                <c:pt idx="1970">
                  <c:v>0.0149676126415</c:v>
                </c:pt>
                <c:pt idx="1971">
                  <c:v>0.0149268930466</c:v>
                </c:pt>
                <c:pt idx="1972">
                  <c:v>0.0148865090065</c:v>
                </c:pt>
                <c:pt idx="1973">
                  <c:v>0.0148464595142</c:v>
                </c:pt>
                <c:pt idx="1974">
                  <c:v>0.014806743592</c:v>
                </c:pt>
                <c:pt idx="1975">
                  <c:v>0.014767360291</c:v>
                </c:pt>
                <c:pt idx="1976">
                  <c:v>0.0147283086916</c:v>
                </c:pt>
                <c:pt idx="1977">
                  <c:v>0.0146895879032</c:v>
                </c:pt>
                <c:pt idx="1978">
                  <c:v>0.014651197064</c:v>
                </c:pt>
                <c:pt idx="1979">
                  <c:v>0.0146131353412</c:v>
                </c:pt>
                <c:pt idx="1980">
                  <c:v>0.0145754019309</c:v>
                </c:pt>
                <c:pt idx="1981">
                  <c:v>0.0145379960577</c:v>
                </c:pt>
                <c:pt idx="1982">
                  <c:v>0.0145009169751</c:v>
                </c:pt>
                <c:pt idx="1983">
                  <c:v>0.0144641639653</c:v>
                </c:pt>
                <c:pt idx="1984">
                  <c:v>0.0144277363389</c:v>
                </c:pt>
                <c:pt idx="1985">
                  <c:v>0.0143916334353</c:v>
                </c:pt>
                <c:pt idx="1986">
                  <c:v>0.0143558546221</c:v>
                </c:pt>
                <c:pt idx="1987">
                  <c:v>0.0143203992955</c:v>
                </c:pt>
                <c:pt idx="1988">
                  <c:v>0.0142852668801</c:v>
                </c:pt>
                <c:pt idx="1989">
                  <c:v>0.0142504568287</c:v>
                </c:pt>
                <c:pt idx="1990">
                  <c:v>0.0142159686223</c:v>
                </c:pt>
                <c:pt idx="1991">
                  <c:v>0.0141818017703</c:v>
                </c:pt>
                <c:pt idx="1992">
                  <c:v>0.0141479558099</c:v>
                </c:pt>
                <c:pt idx="1993">
                  <c:v>0.0141144303067</c:v>
                </c:pt>
                <c:pt idx="1994">
                  <c:v>0.0140812248539</c:v>
                </c:pt>
                <c:pt idx="1995">
                  <c:v>0.0140483390729</c:v>
                </c:pt>
                <c:pt idx="1996">
                  <c:v>0.0140157726127</c:v>
                </c:pt>
                <c:pt idx="1997">
                  <c:v>0.0139835251502</c:v>
                </c:pt>
                <c:pt idx="1998">
                  <c:v>0.0139515963897</c:v>
                </c:pt>
                <c:pt idx="1999">
                  <c:v>0.0139199860634</c:v>
                </c:pt>
                <c:pt idx="2000">
                  <c:v>0.0138886939305</c:v>
                </c:pt>
              </c:numCache>
            </c:numRef>
          </c:yVal>
        </c:ser>
        <c:ser>
          <c:idx val="1"/>
          <c:order val="1"/>
          <c:tx>
            <c:v>spin</c:v>
          </c:tx>
          <c:spPr>
            <a:ln xmlns:a="http://schemas.openxmlformats.org/drawingml/2006/main" w="15240">
              <a:solidFill>
                <a:srgbClr val="234F91"/>
              </a:solidFill>
              <a:prstDash val="dash"/>
            </a:ln>
          </c:spPr>
          <c:marker>
            <c:symbol val="none"/>
            <c:size val="5"/>
            <c:spPr>
              <a:solidFill xmlns:a="http://schemas.openxmlformats.org/drawingml/2006/main">
                <a:srgbClr val="234F91"/>
              </a:solidFill>
            </c:spPr>
          </c:marker>
          <c:xVal>
            <c:numRef>
              <c:f>'Chart Data'!$C$2:$C$2002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Data'!$D$2:$D$2002</c:f>
              <c:numCache>
                <c:formatCode>0.0</c:formatCode>
                <c:ptCount val="2001"/>
                <c:pt idx="0">
                  <c:v>0.0071621124893</c:v>
                </c:pt>
                <c:pt idx="1">
                  <c:v>0.0071766329437</c:v>
                </c:pt>
                <c:pt idx="2">
                  <c:v>0.00719119761052</c:v>
                </c:pt>
                <c:pt idx="3">
                  <c:v>0.00720580666934</c:v>
                </c:pt>
                <c:pt idx="4">
                  <c:v>0.00722046030069</c:v>
                </c:pt>
                <c:pt idx="5">
                  <c:v>0.00723515868597</c:v>
                </c:pt>
                <c:pt idx="6">
                  <c:v>0.00724990200754</c:v>
                </c:pt>
                <c:pt idx="7">
                  <c:v>0.00726469044866</c:v>
                </c:pt>
                <c:pt idx="8">
                  <c:v>0.00727952419355</c:v>
                </c:pt>
                <c:pt idx="9">
                  <c:v>0.00729440342736</c:v>
                </c:pt>
                <c:pt idx="10">
                  <c:v>0.00730932833618</c:v>
                </c:pt>
                <c:pt idx="11">
                  <c:v>0.00732429910706</c:v>
                </c:pt>
                <c:pt idx="12">
                  <c:v>0.007339315928</c:v>
                </c:pt>
                <c:pt idx="13">
                  <c:v>0.00735437898797</c:v>
                </c:pt>
                <c:pt idx="14">
                  <c:v>0.00736948847691</c:v>
                </c:pt>
                <c:pt idx="15">
                  <c:v>0.00738464458574</c:v>
                </c:pt>
                <c:pt idx="16">
                  <c:v>0.00739984750634</c:v>
                </c:pt>
                <c:pt idx="17">
                  <c:v>0.00741509743159</c:v>
                </c:pt>
                <c:pt idx="18">
                  <c:v>0.00743039455538</c:v>
                </c:pt>
                <c:pt idx="19">
                  <c:v>0.00744573907258</c:v>
                </c:pt>
                <c:pt idx="20">
                  <c:v>0.00746113117907</c:v>
                </c:pt>
                <c:pt idx="21">
                  <c:v>0.00747657107173</c:v>
                </c:pt>
                <c:pt idx="22">
                  <c:v>0.0074920589485</c:v>
                </c:pt>
                <c:pt idx="23">
                  <c:v>0.00750759500829</c:v>
                </c:pt>
                <c:pt idx="24">
                  <c:v>0.00752317945107</c:v>
                </c:pt>
                <c:pt idx="25">
                  <c:v>0.00753881247786</c:v>
                </c:pt>
                <c:pt idx="26">
                  <c:v>0.00755449429069</c:v>
                </c:pt>
                <c:pt idx="27">
                  <c:v>0.00757022509268</c:v>
                </c:pt>
                <c:pt idx="28">
                  <c:v>0.00758600508797</c:v>
                </c:pt>
                <c:pt idx="29">
                  <c:v>0.00760183448178</c:v>
                </c:pt>
                <c:pt idx="30">
                  <c:v>0.0076177134804</c:v>
                </c:pt>
                <c:pt idx="31">
                  <c:v>0.00763364229121</c:v>
                </c:pt>
                <c:pt idx="32">
                  <c:v>0.00764962112264</c:v>
                </c:pt>
                <c:pt idx="33">
                  <c:v>0.00766565018425</c:v>
                </c:pt>
                <c:pt idx="34">
                  <c:v>0.00768172968666</c:v>
                </c:pt>
                <c:pt idx="35">
                  <c:v>0.00769785984163</c:v>
                </c:pt>
                <c:pt idx="36">
                  <c:v>0.007714040862</c:v>
                </c:pt>
                <c:pt idx="37">
                  <c:v>0.00773027296175</c:v>
                </c:pt>
                <c:pt idx="38">
                  <c:v>0.00774655635597</c:v>
                </c:pt>
                <c:pt idx="39">
                  <c:v>0.00776289126089</c:v>
                </c:pt>
                <c:pt idx="40">
                  <c:v>0.00777927789388</c:v>
                </c:pt>
                <c:pt idx="41">
                  <c:v>0.00779571647346</c:v>
                </c:pt>
                <c:pt idx="42">
                  <c:v>0.00781220721929</c:v>
                </c:pt>
                <c:pt idx="43">
                  <c:v>0.00782875035221</c:v>
                </c:pt>
                <c:pt idx="44">
                  <c:v>0.00784534609421</c:v>
                </c:pt>
                <c:pt idx="45">
                  <c:v>0.00786199466847</c:v>
                </c:pt>
                <c:pt idx="46">
                  <c:v>0.00787869629935</c:v>
                </c:pt>
                <c:pt idx="47">
                  <c:v>0.0078954512124</c:v>
                </c:pt>
                <c:pt idx="48">
                  <c:v>0.00791225963436</c:v>
                </c:pt>
                <c:pt idx="49">
                  <c:v>0.00792912179318</c:v>
                </c:pt>
                <c:pt idx="50">
                  <c:v>0.00794603791805</c:v>
                </c:pt>
                <c:pt idx="51">
                  <c:v>0.00796300823933</c:v>
                </c:pt>
                <c:pt idx="52">
                  <c:v>0.00798003298867</c:v>
                </c:pt>
                <c:pt idx="53">
                  <c:v>0.0079971123989</c:v>
                </c:pt>
                <c:pt idx="54">
                  <c:v>0.00801424670414</c:v>
                </c:pt>
                <c:pt idx="55">
                  <c:v>0.00803143613974</c:v>
                </c:pt>
                <c:pt idx="56">
                  <c:v>0.00804868094231</c:v>
                </c:pt>
                <c:pt idx="57">
                  <c:v>0.00806598134974</c:v>
                </c:pt>
                <c:pt idx="58">
                  <c:v>0.0080833376012</c:v>
                </c:pt>
                <c:pt idx="59">
                  <c:v>0.00810074993712</c:v>
                </c:pt>
                <c:pt idx="60">
                  <c:v>0.00811821859927</c:v>
                </c:pt>
                <c:pt idx="61">
                  <c:v>0.00813574383067</c:v>
                </c:pt>
                <c:pt idx="62">
                  <c:v>0.0081533258757</c:v>
                </c:pt>
                <c:pt idx="63">
                  <c:v>0.00817096498002</c:v>
                </c:pt>
                <c:pt idx="64">
                  <c:v>0.00818866139064</c:v>
                </c:pt>
                <c:pt idx="65">
                  <c:v>0.00820641535589</c:v>
                </c:pt>
                <c:pt idx="66">
                  <c:v>0.00822422712548</c:v>
                </c:pt>
                <c:pt idx="67">
                  <c:v>0.00824209695042</c:v>
                </c:pt>
                <c:pt idx="68">
                  <c:v>0.00826002508314</c:v>
                </c:pt>
                <c:pt idx="69">
                  <c:v>0.00827801177739</c:v>
                </c:pt>
                <c:pt idx="70">
                  <c:v>0.00829605728834</c:v>
                </c:pt>
                <c:pt idx="71">
                  <c:v>0.00831416187253</c:v>
                </c:pt>
                <c:pt idx="72">
                  <c:v>0.00833232578791</c:v>
                </c:pt>
                <c:pt idx="73">
                  <c:v>0.00835054929381</c:v>
                </c:pt>
                <c:pt idx="74">
                  <c:v>0.00836883265102</c:v>
                </c:pt>
                <c:pt idx="75">
                  <c:v>0.00838717612172</c:v>
                </c:pt>
                <c:pt idx="76">
                  <c:v>0.00840557996955</c:v>
                </c:pt>
                <c:pt idx="77">
                  <c:v>0.00842404445957</c:v>
                </c:pt>
                <c:pt idx="78">
                  <c:v>0.00844256985832</c:v>
                </c:pt>
                <c:pt idx="79">
                  <c:v>0.0084611564338</c:v>
                </c:pt>
                <c:pt idx="80">
                  <c:v>0.00847980445546</c:v>
                </c:pt>
                <c:pt idx="81">
                  <c:v>0.00849851419426</c:v>
                </c:pt>
                <c:pt idx="82">
                  <c:v>0.00851728592265</c:v>
                </c:pt>
                <c:pt idx="83">
                  <c:v>0.00853611991456</c:v>
                </c:pt>
                <c:pt idx="84">
                  <c:v>0.00855501644547</c:v>
                </c:pt>
                <c:pt idx="85">
                  <c:v>0.00857397579236</c:v>
                </c:pt>
                <c:pt idx="86">
                  <c:v>0.00859299823373</c:v>
                </c:pt>
                <c:pt idx="87">
                  <c:v>0.00861208404966</c:v>
                </c:pt>
                <c:pt idx="88">
                  <c:v>0.00863123352175</c:v>
                </c:pt>
                <c:pt idx="89">
                  <c:v>0.00865044693319</c:v>
                </c:pt>
                <c:pt idx="90">
                  <c:v>0.00866972456872</c:v>
                </c:pt>
                <c:pt idx="91">
                  <c:v>0.00868906671469</c:v>
                </c:pt>
                <c:pt idx="92">
                  <c:v>0.00870847365902</c:v>
                </c:pt>
                <c:pt idx="93">
                  <c:v>0.00872794569126</c:v>
                </c:pt>
                <c:pt idx="94">
                  <c:v>0.00874748310257</c:v>
                </c:pt>
                <c:pt idx="95">
                  <c:v>0.00876708618572</c:v>
                </c:pt>
                <c:pt idx="96">
                  <c:v>0.00878675523514</c:v>
                </c:pt>
                <c:pt idx="97">
                  <c:v>0.0088064905469</c:v>
                </c:pt>
                <c:pt idx="98">
                  <c:v>0.00882629241874</c:v>
                </c:pt>
                <c:pt idx="99">
                  <c:v>0.00884616115005</c:v>
                </c:pt>
                <c:pt idx="100">
                  <c:v>0.00886609704194</c:v>
                </c:pt>
                <c:pt idx="101">
                  <c:v>0.00888610039717</c:v>
                </c:pt>
                <c:pt idx="102">
                  <c:v>0.00890617152025</c:v>
                </c:pt>
                <c:pt idx="103">
                  <c:v>0.00892631071737</c:v>
                </c:pt>
                <c:pt idx="104">
                  <c:v>0.00894651829647</c:v>
                </c:pt>
                <c:pt idx="105">
                  <c:v>0.00896679456724</c:v>
                </c:pt>
                <c:pt idx="106">
                  <c:v>0.00898713984109</c:v>
                </c:pt>
                <c:pt idx="107">
                  <c:v>0.00900755443122</c:v>
                </c:pt>
                <c:pt idx="108">
                  <c:v>0.00902803865261</c:v>
                </c:pt>
                <c:pt idx="109">
                  <c:v>0.009048592822</c:v>
                </c:pt>
                <c:pt idx="110">
                  <c:v>0.00906921725797</c:v>
                </c:pt>
                <c:pt idx="111">
                  <c:v>0.00908991228088</c:v>
                </c:pt>
                <c:pt idx="112">
                  <c:v>0.00911067821293</c:v>
                </c:pt>
                <c:pt idx="113">
                  <c:v>0.00913151537816</c:v>
                </c:pt>
                <c:pt idx="114">
                  <c:v>0.00915242410245</c:v>
                </c:pt>
                <c:pt idx="115">
                  <c:v>0.00917340471356</c:v>
                </c:pt>
                <c:pt idx="116">
                  <c:v>0.00919445754111</c:v>
                </c:pt>
                <c:pt idx="117">
                  <c:v>0.00921558291661</c:v>
                </c:pt>
                <c:pt idx="118">
                  <c:v>0.00923678117349</c:v>
                </c:pt>
                <c:pt idx="119">
                  <c:v>0.00925805264707</c:v>
                </c:pt>
                <c:pt idx="120">
                  <c:v>0.00927939767461</c:v>
                </c:pt>
                <c:pt idx="121">
                  <c:v>0.00930081659532</c:v>
                </c:pt>
                <c:pt idx="122">
                  <c:v>0.00932230975034</c:v>
                </c:pt>
                <c:pt idx="123">
                  <c:v>0.00934387748281</c:v>
                </c:pt>
                <c:pt idx="124">
                  <c:v>0.00936552013783</c:v>
                </c:pt>
                <c:pt idx="125">
                  <c:v>0.0093872380625</c:v>
                </c:pt>
                <c:pt idx="126">
                  <c:v>0.00940903160593</c:v>
                </c:pt>
                <c:pt idx="127">
                  <c:v>0.00943090111926</c:v>
                </c:pt>
                <c:pt idx="128">
                  <c:v>0.00945284695566</c:v>
                </c:pt>
                <c:pt idx="129">
                  <c:v>0.00947486947035</c:v>
                </c:pt>
                <c:pt idx="130">
                  <c:v>0.00949696902062</c:v>
                </c:pt>
                <c:pt idx="131">
                  <c:v>0.00951914596584</c:v>
                </c:pt>
                <c:pt idx="132">
                  <c:v>0.00954140066748</c:v>
                </c:pt>
                <c:pt idx="133">
                  <c:v>0.00956373348911</c:v>
                </c:pt>
                <c:pt idx="134">
                  <c:v>0.00958614479644</c:v>
                </c:pt>
                <c:pt idx="135">
                  <c:v>0.00960863495729</c:v>
                </c:pt>
                <c:pt idx="136">
                  <c:v>0.00963120434166</c:v>
                </c:pt>
                <c:pt idx="137">
                  <c:v>0.00965385332171</c:v>
                </c:pt>
                <c:pt idx="138">
                  <c:v>0.00967658227179</c:v>
                </c:pt>
                <c:pt idx="139">
                  <c:v>0.00969939156844</c:v>
                </c:pt>
                <c:pt idx="140">
                  <c:v>0.00972228159042</c:v>
                </c:pt>
                <c:pt idx="141">
                  <c:v>0.00974525271874</c:v>
                </c:pt>
                <c:pt idx="142">
                  <c:v>0.00976830533662</c:v>
                </c:pt>
                <c:pt idx="143">
                  <c:v>0.00979143982956</c:v>
                </c:pt>
                <c:pt idx="144">
                  <c:v>0.00981465658536</c:v>
                </c:pt>
                <c:pt idx="145">
                  <c:v>0.00983795599408</c:v>
                </c:pt>
                <c:pt idx="146">
                  <c:v>0.00986133844811</c:v>
                </c:pt>
                <c:pt idx="147">
                  <c:v>0.00988480434217</c:v>
                </c:pt>
                <c:pt idx="148">
                  <c:v>0.00990835407331</c:v>
                </c:pt>
                <c:pt idx="149">
                  <c:v>0.00993198804095</c:v>
                </c:pt>
                <c:pt idx="150">
                  <c:v>0.0099557066469</c:v>
                </c:pt>
                <c:pt idx="151">
                  <c:v>0.00997951029533</c:v>
                </c:pt>
                <c:pt idx="152">
                  <c:v>0.0100033993929</c:v>
                </c:pt>
                <c:pt idx="153">
                  <c:v>0.0100273743485</c:v>
                </c:pt>
                <c:pt idx="154">
                  <c:v>0.0100514355738</c:v>
                </c:pt>
                <c:pt idx="155">
                  <c:v>0.0100755834826</c:v>
                </c:pt>
                <c:pt idx="156">
                  <c:v>0.0100998184914</c:v>
                </c:pt>
                <c:pt idx="157">
                  <c:v>0.010124141019</c:v>
                </c:pt>
                <c:pt idx="158">
                  <c:v>0.010148551487</c:v>
                </c:pt>
                <c:pt idx="159">
                  <c:v>0.0101730503194</c:v>
                </c:pt>
                <c:pt idx="160">
                  <c:v>0.0101976379425</c:v>
                </c:pt>
                <c:pt idx="161">
                  <c:v>0.0102223147856</c:v>
                </c:pt>
                <c:pt idx="162">
                  <c:v>0.0102470812804</c:v>
                </c:pt>
                <c:pt idx="163">
                  <c:v>0.0102719378611</c:v>
                </c:pt>
                <c:pt idx="164">
                  <c:v>0.0102968849647</c:v>
                </c:pt>
                <c:pt idx="165">
                  <c:v>0.0103219230307</c:v>
                </c:pt>
                <c:pt idx="166">
                  <c:v>0.0103470525014</c:v>
                </c:pt>
                <c:pt idx="167">
                  <c:v>0.0103722738218</c:v>
                </c:pt>
                <c:pt idx="168">
                  <c:v>0.0103975874394</c:v>
                </c:pt>
                <c:pt idx="169">
                  <c:v>0.0104229938046</c:v>
                </c:pt>
                <c:pt idx="170">
                  <c:v>0.0104484933706</c:v>
                </c:pt>
                <c:pt idx="171">
                  <c:v>0.0104740865933</c:v>
                </c:pt>
                <c:pt idx="172">
                  <c:v>0.0104997739312</c:v>
                </c:pt>
                <c:pt idx="173">
                  <c:v>0.0105255558458</c:v>
                </c:pt>
                <c:pt idx="174">
                  <c:v>0.0105514328015</c:v>
                </c:pt>
                <c:pt idx="175">
                  <c:v>0.0105774052654</c:v>
                </c:pt>
                <c:pt idx="176">
                  <c:v>0.0106034737074</c:v>
                </c:pt>
                <c:pt idx="177">
                  <c:v>0.0106296386006</c:v>
                </c:pt>
                <c:pt idx="178">
                  <c:v>0.0106559004206</c:v>
                </c:pt>
                <c:pt idx="179">
                  <c:v>0.0106822596463</c:v>
                </c:pt>
                <c:pt idx="180">
                  <c:v>0.0107087167593</c:v>
                </c:pt>
                <c:pt idx="181">
                  <c:v>0.0107352722443</c:v>
                </c:pt>
                <c:pt idx="182">
                  <c:v>0.010761926589</c:v>
                </c:pt>
                <c:pt idx="183">
                  <c:v>0.0107886802841</c:v>
                </c:pt>
                <c:pt idx="184">
                  <c:v>0.0108155338232</c:v>
                </c:pt>
                <c:pt idx="185">
                  <c:v>0.0108424877033</c:v>
                </c:pt>
                <c:pt idx="186">
                  <c:v>0.0108695424241</c:v>
                </c:pt>
                <c:pt idx="187">
                  <c:v>0.0108966984887</c:v>
                </c:pt>
                <c:pt idx="188">
                  <c:v>0.0109239564032</c:v>
                </c:pt>
                <c:pt idx="189">
                  <c:v>0.0109513166769</c:v>
                </c:pt>
                <c:pt idx="190">
                  <c:v>0.0109787798223</c:v>
                </c:pt>
                <c:pt idx="191">
                  <c:v>0.011006346355</c:v>
                </c:pt>
                <c:pt idx="192">
                  <c:v>0.0110340167939</c:v>
                </c:pt>
                <c:pt idx="193">
                  <c:v>0.0110617916612</c:v>
                </c:pt>
                <c:pt idx="194">
                  <c:v>0.0110896714824</c:v>
                </c:pt>
                <c:pt idx="195">
                  <c:v>0.0111176567861</c:v>
                </c:pt>
                <c:pt idx="196">
                  <c:v>0.0111457481044</c:v>
                </c:pt>
                <c:pt idx="197">
                  <c:v>0.0111739459728</c:v>
                </c:pt>
                <c:pt idx="198">
                  <c:v>0.0112022509299</c:v>
                </c:pt>
                <c:pt idx="199">
                  <c:v>0.0112306635182</c:v>
                </c:pt>
                <c:pt idx="200">
                  <c:v>0.011259184283</c:v>
                </c:pt>
                <c:pt idx="201">
                  <c:v>0.0112878137736</c:v>
                </c:pt>
                <c:pt idx="202">
                  <c:v>0.0113165525425</c:v>
                </c:pt>
                <c:pt idx="203">
                  <c:v>0.0113454011457</c:v>
                </c:pt>
                <c:pt idx="204">
                  <c:v>0.0113743601429</c:v>
                </c:pt>
                <c:pt idx="205">
                  <c:v>0.0114034300972</c:v>
                </c:pt>
                <c:pt idx="206">
                  <c:v>0.0114326115753</c:v>
                </c:pt>
                <c:pt idx="207">
                  <c:v>0.0114619051477</c:v>
                </c:pt>
                <c:pt idx="208">
                  <c:v>0.0114913113884</c:v>
                </c:pt>
                <c:pt idx="209">
                  <c:v>0.011520830875</c:v>
                </c:pt>
                <c:pt idx="210">
                  <c:v>0.0115504641888</c:v>
                </c:pt>
                <c:pt idx="211">
                  <c:v>0.0115802119151</c:v>
                </c:pt>
                <c:pt idx="212">
                  <c:v>0.0116100746427</c:v>
                </c:pt>
                <c:pt idx="213">
                  <c:v>0.0116400529642</c:v>
                </c:pt>
                <c:pt idx="214">
                  <c:v>0.0116701474761</c:v>
                </c:pt>
                <c:pt idx="215">
                  <c:v>0.0117003587787</c:v>
                </c:pt>
                <c:pt idx="216">
                  <c:v>0.0117306874761</c:v>
                </c:pt>
                <c:pt idx="217">
                  <c:v>0.0117611341766</c:v>
                </c:pt>
                <c:pt idx="218">
                  <c:v>0.011791699492</c:v>
                </c:pt>
                <c:pt idx="219">
                  <c:v>0.0118223840384</c:v>
                </c:pt>
                <c:pt idx="220">
                  <c:v>0.0118531884357</c:v>
                </c:pt>
                <c:pt idx="221">
                  <c:v>0.011884113308</c:v>
                </c:pt>
                <c:pt idx="222">
                  <c:v>0.0119151592832</c:v>
                </c:pt>
                <c:pt idx="223">
                  <c:v>0.0119463269936</c:v>
                </c:pt>
                <c:pt idx="224">
                  <c:v>0.0119776170755</c:v>
                </c:pt>
                <c:pt idx="225">
                  <c:v>0.0120090301692</c:v>
                </c:pt>
                <c:pt idx="226">
                  <c:v>0.0120405669193</c:v>
                </c:pt>
                <c:pt idx="227">
                  <c:v>0.0120722279748</c:v>
                </c:pt>
                <c:pt idx="228">
                  <c:v>0.0121040139885</c:v>
                </c:pt>
                <c:pt idx="229">
                  <c:v>0.012135925618</c:v>
                </c:pt>
                <c:pt idx="230">
                  <c:v>0.012167963525</c:v>
                </c:pt>
                <c:pt idx="231">
                  <c:v>0.0122001283753</c:v>
                </c:pt>
                <c:pt idx="232">
                  <c:v>0.0122324208395</c:v>
                </c:pt>
                <c:pt idx="233">
                  <c:v>0.0122648415924</c:v>
                </c:pt>
                <c:pt idx="234">
                  <c:v>0.0122973913132</c:v>
                </c:pt>
                <c:pt idx="235">
                  <c:v>0.0123300706859</c:v>
                </c:pt>
                <c:pt idx="236">
                  <c:v>0.0123628803986</c:v>
                </c:pt>
                <c:pt idx="237">
                  <c:v>0.0123958211443</c:v>
                </c:pt>
                <c:pt idx="238">
                  <c:v>0.0124288936205</c:v>
                </c:pt>
                <c:pt idx="239">
                  <c:v>0.0124620985292</c:v>
                </c:pt>
                <c:pt idx="240">
                  <c:v>0.0124954365772</c:v>
                </c:pt>
                <c:pt idx="241">
                  <c:v>0.0125289084761</c:v>
                </c:pt>
                <c:pt idx="242">
                  <c:v>0.0125625149421</c:v>
                </c:pt>
                <c:pt idx="243">
                  <c:v>0.0125962566961</c:v>
                </c:pt>
                <c:pt idx="244">
                  <c:v>0.0126301344642</c:v>
                </c:pt>
                <c:pt idx="245">
                  <c:v>0.0126641489769</c:v>
                </c:pt>
                <c:pt idx="246">
                  <c:v>0.0126983009698</c:v>
                </c:pt>
                <c:pt idx="247">
                  <c:v>0.0127325911837</c:v>
                </c:pt>
                <c:pt idx="248">
                  <c:v>0.0127670203638</c:v>
                </c:pt>
                <c:pt idx="249">
                  <c:v>0.012801589261</c:v>
                </c:pt>
                <c:pt idx="250">
                  <c:v>0.0128362986306</c:v>
                </c:pt>
                <c:pt idx="251">
                  <c:v>0.0128711492336</c:v>
                </c:pt>
                <c:pt idx="252">
                  <c:v>0.0129061418356</c:v>
                </c:pt>
                <c:pt idx="253">
                  <c:v>0.0129412772078</c:v>
                </c:pt>
                <c:pt idx="254">
                  <c:v>0.0129765561265</c:v>
                </c:pt>
                <c:pt idx="255">
                  <c:v>0.0130119793731</c:v>
                </c:pt>
                <c:pt idx="256">
                  <c:v>0.0130475477346</c:v>
                </c:pt>
                <c:pt idx="257">
                  <c:v>0.0130832620032</c:v>
                </c:pt>
                <c:pt idx="258">
                  <c:v>0.0131191229764</c:v>
                </c:pt>
                <c:pt idx="259">
                  <c:v>0.0131551314573</c:v>
                </c:pt>
                <c:pt idx="260">
                  <c:v>0.0131912882545</c:v>
                </c:pt>
                <c:pt idx="261">
                  <c:v>0.013227594182</c:v>
                </c:pt>
                <c:pt idx="262">
                  <c:v>0.0132640500594</c:v>
                </c:pt>
                <c:pt idx="263">
                  <c:v>0.0133006567122</c:v>
                </c:pt>
                <c:pt idx="264">
                  <c:v>0.0133374149711</c:v>
                </c:pt>
                <c:pt idx="265">
                  <c:v>0.0133743256728</c:v>
                </c:pt>
                <c:pt idx="266">
                  <c:v>0.0134113896598</c:v>
                </c:pt>
                <c:pt idx="267">
                  <c:v>0.0134486077803</c:v>
                </c:pt>
                <c:pt idx="268">
                  <c:v>0.0134859808884</c:v>
                </c:pt>
                <c:pt idx="269">
                  <c:v>0.0135235098441</c:v>
                </c:pt>
                <c:pt idx="270">
                  <c:v>0.0135611955134</c:v>
                </c:pt>
                <c:pt idx="271">
                  <c:v>0.0135990387681</c:v>
                </c:pt>
                <c:pt idx="272">
                  <c:v>0.0136370404864</c:v>
                </c:pt>
                <c:pt idx="273">
                  <c:v>0.0136752015524</c:v>
                </c:pt>
                <c:pt idx="274">
                  <c:v>0.0137135228562</c:v>
                </c:pt>
                <c:pt idx="275">
                  <c:v>0.0137520052945</c:v>
                </c:pt>
                <c:pt idx="276">
                  <c:v>0.01379064977</c:v>
                </c:pt>
                <c:pt idx="277">
                  <c:v>0.0138294571917</c:v>
                </c:pt>
                <c:pt idx="278">
                  <c:v>0.013868428475</c:v>
                </c:pt>
                <c:pt idx="279">
                  <c:v>0.0139075645418</c:v>
                </c:pt>
                <c:pt idx="280">
                  <c:v>0.0139468663205</c:v>
                </c:pt>
                <c:pt idx="281">
                  <c:v>0.0139863347458</c:v>
                </c:pt>
                <c:pt idx="282">
                  <c:v>0.0140259707591</c:v>
                </c:pt>
                <c:pt idx="283">
                  <c:v>0.0140657753086</c:v>
                </c:pt>
                <c:pt idx="284">
                  <c:v>0.0141057493491</c:v>
                </c:pt>
                <c:pt idx="285">
                  <c:v>0.0141458938419</c:v>
                </c:pt>
                <c:pt idx="286">
                  <c:v>0.0141862097554</c:v>
                </c:pt>
                <c:pt idx="287">
                  <c:v>0.0142266980648</c:v>
                </c:pt>
                <c:pt idx="288">
                  <c:v>0.0142673597522</c:v>
                </c:pt>
                <c:pt idx="289">
                  <c:v>0.0143081958066</c:v>
                </c:pt>
                <c:pt idx="290">
                  <c:v>0.0143492072243</c:v>
                </c:pt>
                <c:pt idx="291">
                  <c:v>0.0143903950083</c:v>
                </c:pt>
                <c:pt idx="292">
                  <c:v>0.0144317601692</c:v>
                </c:pt>
                <c:pt idx="293">
                  <c:v>0.0144733037244</c:v>
                </c:pt>
                <c:pt idx="294">
                  <c:v>0.014515026699</c:v>
                </c:pt>
                <c:pt idx="295">
                  <c:v>0.014556930125</c:v>
                </c:pt>
                <c:pt idx="296">
                  <c:v>0.0145990150423</c:v>
                </c:pt>
                <c:pt idx="297">
                  <c:v>0.0146412824978</c:v>
                </c:pt>
                <c:pt idx="298">
                  <c:v>0.0146837335463</c:v>
                </c:pt>
                <c:pt idx="299">
                  <c:v>0.01472636925</c:v>
                </c:pt>
                <c:pt idx="300">
                  <c:v>0.0147691906789</c:v>
                </c:pt>
                <c:pt idx="301">
                  <c:v>0.0148121989106</c:v>
                </c:pt>
                <c:pt idx="302">
                  <c:v>0.0148553950305</c:v>
                </c:pt>
                <c:pt idx="303">
                  <c:v>0.0148987801321</c:v>
                </c:pt>
                <c:pt idx="304">
                  <c:v>0.0149423553166</c:v>
                </c:pt>
                <c:pt idx="305">
                  <c:v>0.0149861216932</c:v>
                </c:pt>
                <c:pt idx="306">
                  <c:v>0.0150300803794</c:v>
                </c:pt>
                <c:pt idx="307">
                  <c:v>0.0150742325006</c:v>
                </c:pt>
                <c:pt idx="308">
                  <c:v>0.0151185791906</c:v>
                </c:pt>
                <c:pt idx="309">
                  <c:v>0.0151631215913</c:v>
                </c:pt>
                <c:pt idx="310">
                  <c:v>0.0152078608532</c:v>
                </c:pt>
                <c:pt idx="311">
                  <c:v>0.015252798135</c:v>
                </c:pt>
                <c:pt idx="312">
                  <c:v>0.0152979346041</c:v>
                </c:pt>
                <c:pt idx="313">
                  <c:v>0.0153432714363</c:v>
                </c:pt>
                <c:pt idx="314">
                  <c:v>0.0153888098162</c:v>
                </c:pt>
                <c:pt idx="315">
                  <c:v>0.0154345509372</c:v>
                </c:pt>
                <c:pt idx="316">
                  <c:v>0.0154804960012</c:v>
                </c:pt>
                <c:pt idx="317">
                  <c:v>0.0155266462194</c:v>
                </c:pt>
                <c:pt idx="318">
                  <c:v>0.0155730028117</c:v>
                </c:pt>
                <c:pt idx="319">
                  <c:v>0.015619567007</c:v>
                </c:pt>
                <c:pt idx="320">
                  <c:v>0.0156663400436</c:v>
                </c:pt>
                <c:pt idx="321">
                  <c:v>0.0157133231688</c:v>
                </c:pt>
                <c:pt idx="322">
                  <c:v>0.0157605176392</c:v>
                </c:pt>
                <c:pt idx="323">
                  <c:v>0.0158079247209</c:v>
                </c:pt>
                <c:pt idx="324">
                  <c:v>0.0158555456893</c:v>
                </c:pt>
                <c:pt idx="325">
                  <c:v>0.0159033818295</c:v>
                </c:pt>
                <c:pt idx="326">
                  <c:v>0.0159514344361</c:v>
                </c:pt>
                <c:pt idx="327">
                  <c:v>0.0159997048135</c:v>
                </c:pt>
                <c:pt idx="328">
                  <c:v>0.0160481942759</c:v>
                </c:pt>
                <c:pt idx="329">
                  <c:v>0.0160969041472</c:v>
                </c:pt>
                <c:pt idx="330">
                  <c:v>0.0161458357616</c:v>
                </c:pt>
                <c:pt idx="331">
                  <c:v>0.0161949904631</c:v>
                </c:pt>
                <c:pt idx="332">
                  <c:v>0.016244369606</c:v>
                </c:pt>
                <c:pt idx="333">
                  <c:v>0.0162939745549</c:v>
                </c:pt>
                <c:pt idx="334">
                  <c:v>0.0163438066845</c:v>
                </c:pt>
                <c:pt idx="335">
                  <c:v>0.0163938673803</c:v>
                </c:pt>
                <c:pt idx="336">
                  <c:v>0.0164441580379</c:v>
                </c:pt>
                <c:pt idx="337">
                  <c:v>0.0164946800639</c:v>
                </c:pt>
                <c:pt idx="338">
                  <c:v>0.0165454348755</c:v>
                </c:pt>
                <c:pt idx="339">
                  <c:v>0.0165964239007</c:v>
                </c:pt>
                <c:pt idx="340">
                  <c:v>0.0166476485783</c:v>
                </c:pt>
                <c:pt idx="341">
                  <c:v>0.0166991103584</c:v>
                </c:pt>
                <c:pt idx="342">
                  <c:v>0.0167508107021</c:v>
                </c:pt>
                <c:pt idx="343">
                  <c:v>0.0168027510815</c:v>
                </c:pt>
                <c:pt idx="344">
                  <c:v>0.0168549329805</c:v>
                </c:pt>
                <c:pt idx="345">
                  <c:v>0.0169073578939</c:v>
                </c:pt>
                <c:pt idx="346">
                  <c:v>0.0169600273285</c:v>
                </c:pt>
                <c:pt idx="347">
                  <c:v>0.0170129428024</c:v>
                </c:pt>
                <c:pt idx="348">
                  <c:v>0.0170661058457</c:v>
                </c:pt>
                <c:pt idx="349">
                  <c:v>0.0171195180002</c:v>
                </c:pt>
                <c:pt idx="350">
                  <c:v>0.0171731808197</c:v>
                </c:pt>
                <c:pt idx="351">
                  <c:v>0.0172270958702</c:v>
                </c:pt>
                <c:pt idx="352">
                  <c:v>0.0172812647297</c:v>
                </c:pt>
                <c:pt idx="353">
                  <c:v>0.0173356889886</c:v>
                </c:pt>
                <c:pt idx="354">
                  <c:v>0.0173903702498</c:v>
                </c:pt>
                <c:pt idx="355">
                  <c:v>0.0174453101286</c:v>
                </c:pt>
                <c:pt idx="356">
                  <c:v>0.017500510253</c:v>
                </c:pt>
                <c:pt idx="357">
                  <c:v>0.017555972264</c:v>
                </c:pt>
                <c:pt idx="358">
                  <c:v>0.017611697815</c:v>
                </c:pt>
                <c:pt idx="359">
                  <c:v>0.0176676885728</c:v>
                </c:pt>
                <c:pt idx="360">
                  <c:v>0.0177239462173</c:v>
                </c:pt>
                <c:pt idx="361">
                  <c:v>0.0177804724416</c:v>
                </c:pt>
                <c:pt idx="362">
                  <c:v>0.0178372689521</c:v>
                </c:pt>
                <c:pt idx="363">
                  <c:v>0.0178943374688</c:v>
                </c:pt>
                <c:pt idx="364">
                  <c:v>0.0179516797254</c:v>
                </c:pt>
                <c:pt idx="365">
                  <c:v>0.0180092974693</c:v>
                </c:pt>
                <c:pt idx="366">
                  <c:v>0.0180671924617</c:v>
                </c:pt>
                <c:pt idx="367">
                  <c:v>0.0181253664779</c:v>
                </c:pt>
                <c:pt idx="368">
                  <c:v>0.0181838213076</c:v>
                </c:pt>
                <c:pt idx="369">
                  <c:v>0.0182425587545</c:v>
                </c:pt>
                <c:pt idx="370">
                  <c:v>0.0183015806368</c:v>
                </c:pt>
                <c:pt idx="371">
                  <c:v>0.0183608887873</c:v>
                </c:pt>
                <c:pt idx="372">
                  <c:v>0.0184204850535</c:v>
                </c:pt>
                <c:pt idx="373">
                  <c:v>0.0184803712979</c:v>
                </c:pt>
                <c:pt idx="374">
                  <c:v>0.0185405493977</c:v>
                </c:pt>
                <c:pt idx="375">
                  <c:v>0.0186010212456</c:v>
                </c:pt>
                <c:pt idx="376">
                  <c:v>0.0186617887493</c:v>
                </c:pt>
                <c:pt idx="377">
                  <c:v>0.018722853832</c:v>
                </c:pt>
                <c:pt idx="378">
                  <c:v>0.0187842184326</c:v>
                </c:pt>
                <c:pt idx="379">
                  <c:v>0.0188458845056</c:v>
                </c:pt>
                <c:pt idx="380">
                  <c:v>0.0189078540215</c:v>
                </c:pt>
                <c:pt idx="381">
                  <c:v>0.0189701289668</c:v>
                </c:pt>
                <c:pt idx="382">
                  <c:v>0.0190327113442</c:v>
                </c:pt>
                <c:pt idx="383">
                  <c:v>0.0190956031726</c:v>
                </c:pt>
                <c:pt idx="384">
                  <c:v>0.0191588064877</c:v>
                </c:pt>
                <c:pt idx="385">
                  <c:v>0.0192223233417</c:v>
                </c:pt>
                <c:pt idx="386">
                  <c:v>0.0192861558036</c:v>
                </c:pt>
                <c:pt idx="387">
                  <c:v>0.0193503059596</c:v>
                </c:pt>
                <c:pt idx="388">
                  <c:v>0.0194147759129</c:v>
                </c:pt>
                <c:pt idx="389">
                  <c:v>0.0194795677841</c:v>
                </c:pt>
                <c:pt idx="390">
                  <c:v>0.0195446837112</c:v>
                </c:pt>
                <c:pt idx="391">
                  <c:v>0.0196101258501</c:v>
                </c:pt>
                <c:pt idx="392">
                  <c:v>0.0196758963744</c:v>
                </c:pt>
                <c:pt idx="393">
                  <c:v>0.0197419974758</c:v>
                </c:pt>
                <c:pt idx="394">
                  <c:v>0.0198084313641</c:v>
                </c:pt>
                <c:pt idx="395">
                  <c:v>0.0198752002677</c:v>
                </c:pt>
                <c:pt idx="396">
                  <c:v>0.0199423064334</c:v>
                </c:pt>
                <c:pt idx="397">
                  <c:v>0.0200097521268</c:v>
                </c:pt>
                <c:pt idx="398">
                  <c:v>0.0200775396325</c:v>
                </c:pt>
                <c:pt idx="399">
                  <c:v>0.0201456712542</c:v>
                </c:pt>
                <c:pt idx="400">
                  <c:v>0.020214149315</c:v>
                </c:pt>
                <c:pt idx="401">
                  <c:v>0.0202829761573</c:v>
                </c:pt>
                <c:pt idx="402">
                  <c:v>0.0203521541435</c:v>
                </c:pt>
                <c:pt idx="403">
                  <c:v>0.0204216856557</c:v>
                </c:pt>
                <c:pt idx="404">
                  <c:v>0.0204915730963</c:v>
                </c:pt>
                <c:pt idx="405">
                  <c:v>0.0205618188879</c:v>
                </c:pt>
                <c:pt idx="406">
                  <c:v>0.0206324254735</c:v>
                </c:pt>
                <c:pt idx="407">
                  <c:v>0.0207033953172</c:v>
                </c:pt>
                <c:pt idx="408">
                  <c:v>0.0207747309037</c:v>
                </c:pt>
                <c:pt idx="409">
                  <c:v>0.020846434739</c:v>
                </c:pt>
                <c:pt idx="410">
                  <c:v>0.0209185093504</c:v>
                </c:pt>
                <c:pt idx="411">
                  <c:v>0.0209909572868</c:v>
                </c:pt>
                <c:pt idx="412">
                  <c:v>0.021063781119</c:v>
                </c:pt>
                <c:pt idx="413">
                  <c:v>0.0211369834398</c:v>
                </c:pt>
                <c:pt idx="414">
                  <c:v>0.0212105668641</c:v>
                </c:pt>
                <c:pt idx="415">
                  <c:v>0.0212845340294</c:v>
                </c:pt>
                <c:pt idx="416">
                  <c:v>0.0213588875959</c:v>
                </c:pt>
                <c:pt idx="417">
                  <c:v>0.0214336302469</c:v>
                </c:pt>
                <c:pt idx="418">
                  <c:v>0.0215087646885</c:v>
                </c:pt>
                <c:pt idx="419">
                  <c:v>0.0215842936506</c:v>
                </c:pt>
                <c:pt idx="420">
                  <c:v>0.0216602198865</c:v>
                </c:pt>
                <c:pt idx="421">
                  <c:v>0.0217365461735</c:v>
                </c:pt>
                <c:pt idx="422">
                  <c:v>0.0218132753132</c:v>
                </c:pt>
                <c:pt idx="423">
                  <c:v>0.0218904101313</c:v>
                </c:pt>
                <c:pt idx="424">
                  <c:v>0.0219679534784</c:v>
                </c:pt>
                <c:pt idx="425">
                  <c:v>0.0220459082299</c:v>
                </c:pt>
                <c:pt idx="426">
                  <c:v>0.0221242772864</c:v>
                </c:pt>
                <c:pt idx="427">
                  <c:v>0.022203063574</c:v>
                </c:pt>
                <c:pt idx="428">
                  <c:v>0.0222822700443</c:v>
                </c:pt>
                <c:pt idx="429">
                  <c:v>0.0223618996751</c:v>
                </c:pt>
                <c:pt idx="430">
                  <c:v>0.0224419554703</c:v>
                </c:pt>
                <c:pt idx="431">
                  <c:v>0.0225224404603</c:v>
                </c:pt>
                <c:pt idx="432">
                  <c:v>0.0226033577025</c:v>
                </c:pt>
                <c:pt idx="433">
                  <c:v>0.0226847102812</c:v>
                </c:pt>
                <c:pt idx="434">
                  <c:v>0.0227665013079</c:v>
                </c:pt>
                <c:pt idx="435">
                  <c:v>0.0228487339222</c:v>
                </c:pt>
                <c:pt idx="436">
                  <c:v>0.0229314112912</c:v>
                </c:pt>
                <c:pt idx="437">
                  <c:v>0.0230145366106</c:v>
                </c:pt>
                <c:pt idx="438">
                  <c:v>0.0230981131043</c:v>
                </c:pt>
                <c:pt idx="439">
                  <c:v>0.0231821440253</c:v>
                </c:pt>
                <c:pt idx="440">
                  <c:v>0.0232666326557</c:v>
                </c:pt>
                <c:pt idx="441">
                  <c:v>0.0233515823069</c:v>
                </c:pt>
                <c:pt idx="442">
                  <c:v>0.0234369963204</c:v>
                </c:pt>
                <c:pt idx="443">
                  <c:v>0.0235228780674</c:v>
                </c:pt>
                <c:pt idx="444">
                  <c:v>0.0236092309499</c:v>
                </c:pt>
                <c:pt idx="445">
                  <c:v>0.0236960584004</c:v>
                </c:pt>
                <c:pt idx="446">
                  <c:v>0.0237833638825</c:v>
                </c:pt>
                <c:pt idx="447">
                  <c:v>0.0238711508913</c:v>
                </c:pt>
                <c:pt idx="448">
                  <c:v>0.0239594229536</c:v>
                </c:pt>
                <c:pt idx="449">
                  <c:v>0.0240481836283</c:v>
                </c:pt>
                <c:pt idx="450">
                  <c:v>0.0241374365067</c:v>
                </c:pt>
                <c:pt idx="451">
                  <c:v>0.024227185213</c:v>
                </c:pt>
                <c:pt idx="452">
                  <c:v>0.0243174334045</c:v>
                </c:pt>
                <c:pt idx="453">
                  <c:v>0.024408184772</c:v>
                </c:pt>
                <c:pt idx="454">
                  <c:v>0.0244994430401</c:v>
                </c:pt>
                <c:pt idx="455">
                  <c:v>0.0245912119677</c:v>
                </c:pt>
                <c:pt idx="456">
                  <c:v>0.0246834953484</c:v>
                </c:pt>
                <c:pt idx="457">
                  <c:v>0.0247762970108</c:v>
                </c:pt>
                <c:pt idx="458">
                  <c:v>0.0248696208186</c:v>
                </c:pt>
                <c:pt idx="459">
                  <c:v>0.0249634706717</c:v>
                </c:pt>
                <c:pt idx="460">
                  <c:v>0.0250578505059</c:v>
                </c:pt>
                <c:pt idx="461">
                  <c:v>0.0251527642935</c:v>
                </c:pt>
                <c:pt idx="462">
                  <c:v>0.0252482160441</c:v>
                </c:pt>
                <c:pt idx="463">
                  <c:v>0.0253442098043</c:v>
                </c:pt>
                <c:pt idx="464">
                  <c:v>0.0254407496587</c:v>
                </c:pt>
                <c:pt idx="465">
                  <c:v>0.0255378397301</c:v>
                </c:pt>
                <c:pt idx="466">
                  <c:v>0.0256354841798</c:v>
                </c:pt>
                <c:pt idx="467">
                  <c:v>0.0257336872084</c:v>
                </c:pt>
                <c:pt idx="468">
                  <c:v>0.0258324530559</c:v>
                </c:pt>
                <c:pt idx="469">
                  <c:v>0.025931786002</c:v>
                </c:pt>
                <c:pt idx="470">
                  <c:v>0.0260316903672</c:v>
                </c:pt>
                <c:pt idx="471">
                  <c:v>0.0261321705126</c:v>
                </c:pt>
                <c:pt idx="472">
                  <c:v>0.0262332308407</c:v>
                </c:pt>
                <c:pt idx="473">
                  <c:v>0.0263348757956</c:v>
                </c:pt>
                <c:pt idx="474">
                  <c:v>0.0264371098638</c:v>
                </c:pt>
                <c:pt idx="475">
                  <c:v>0.0265399375745</c:v>
                </c:pt>
                <c:pt idx="476">
                  <c:v>0.0266433635001</c:v>
                </c:pt>
                <c:pt idx="477">
                  <c:v>0.0267473922566</c:v>
                </c:pt>
                <c:pt idx="478">
                  <c:v>0.0268520285042</c:v>
                </c:pt>
                <c:pt idx="479">
                  <c:v>0.0269572769479</c:v>
                </c:pt>
                <c:pt idx="480">
                  <c:v>0.0270631423378</c:v>
                </c:pt>
                <c:pt idx="481">
                  <c:v>0.0271696294696</c:v>
                </c:pt>
                <c:pt idx="482">
                  <c:v>0.0272767431855</c:v>
                </c:pt>
                <c:pt idx="483">
                  <c:v>0.0273844883743</c:v>
                </c:pt>
                <c:pt idx="484">
                  <c:v>0.0274928699721</c:v>
                </c:pt>
                <c:pt idx="485">
                  <c:v>0.0276018929627</c:v>
                </c:pt>
                <c:pt idx="486">
                  <c:v>0.0277115623786</c:v>
                </c:pt>
                <c:pt idx="487">
                  <c:v>0.027821883301</c:v>
                </c:pt>
                <c:pt idx="488">
                  <c:v>0.0279328608606</c:v>
                </c:pt>
                <c:pt idx="489">
                  <c:v>0.0280445002385</c:v>
                </c:pt>
                <c:pt idx="490">
                  <c:v>0.028156806666</c:v>
                </c:pt>
                <c:pt idx="491">
                  <c:v>0.028269785426</c:v>
                </c:pt>
                <c:pt idx="492">
                  <c:v>0.0283834418531</c:v>
                </c:pt>
                <c:pt idx="493">
                  <c:v>0.0284977813343</c:v>
                </c:pt>
                <c:pt idx="494">
                  <c:v>0.0286128093099</c:v>
                </c:pt>
                <c:pt idx="495">
                  <c:v>0.0287285312735</c:v>
                </c:pt>
                <c:pt idx="496">
                  <c:v>0.0288449527733</c:v>
                </c:pt>
                <c:pt idx="497">
                  <c:v>0.0289620794124</c:v>
                </c:pt>
                <c:pt idx="498">
                  <c:v>0.0290799168493</c:v>
                </c:pt>
                <c:pt idx="499">
                  <c:v>0.0291984707991</c:v>
                </c:pt>
                <c:pt idx="500">
                  <c:v>0.0293177470334</c:v>
                </c:pt>
                <c:pt idx="501">
                  <c:v>0.0294377513817</c:v>
                </c:pt>
                <c:pt idx="502">
                  <c:v>0.0295584897315</c:v>
                </c:pt>
                <c:pt idx="503">
                  <c:v>0.0296799680294</c:v>
                </c:pt>
                <c:pt idx="504">
                  <c:v>0.0298021922816</c:v>
                </c:pt>
                <c:pt idx="505">
                  <c:v>0.0299251685546</c:v>
                </c:pt>
                <c:pt idx="506">
                  <c:v>0.0300489029761</c:v>
                </c:pt>
                <c:pt idx="507">
                  <c:v>0.0301734017355</c:v>
                </c:pt>
                <c:pt idx="508">
                  <c:v>0.0302986710847</c:v>
                </c:pt>
                <c:pt idx="509">
                  <c:v>0.030424717339</c:v>
                </c:pt>
                <c:pt idx="510">
                  <c:v>0.0305515468776</c:v>
                </c:pt>
                <c:pt idx="511">
                  <c:v>0.0306791661446</c:v>
                </c:pt>
                <c:pt idx="512">
                  <c:v>0.0308075816497</c:v>
                </c:pt>
                <c:pt idx="513">
                  <c:v>0.0309367999688</c:v>
                </c:pt>
                <c:pt idx="514">
                  <c:v>0.0310668277453</c:v>
                </c:pt>
                <c:pt idx="515">
                  <c:v>0.0311976716903</c:v>
                </c:pt>
                <c:pt idx="516">
                  <c:v>0.0313293385839</c:v>
                </c:pt>
                <c:pt idx="517">
                  <c:v>0.0314618352757</c:v>
                </c:pt>
                <c:pt idx="518">
                  <c:v>0.0315951686858</c:v>
                </c:pt>
                <c:pt idx="519">
                  <c:v>0.0317293458057</c:v>
                </c:pt>
                <c:pt idx="520">
                  <c:v>0.0318643736992</c:v>
                </c:pt>
                <c:pt idx="521">
                  <c:v>0.0320002595031</c:v>
                </c:pt>
                <c:pt idx="522">
                  <c:v>0.0321370104281</c:v>
                </c:pt>
                <c:pt idx="523">
                  <c:v>0.03227463376</c:v>
                </c:pt>
                <c:pt idx="524">
                  <c:v>0.0324131368603</c:v>
                </c:pt>
                <c:pt idx="525">
                  <c:v>0.0325525271673</c:v>
                </c:pt>
                <c:pt idx="526">
                  <c:v>0.0326928121969</c:v>
                </c:pt>
                <c:pt idx="527">
                  <c:v>0.0328339995437</c:v>
                </c:pt>
                <c:pt idx="528">
                  <c:v>0.032976096882</c:v>
                </c:pt>
                <c:pt idx="529">
                  <c:v>0.0331191119665</c:v>
                </c:pt>
                <c:pt idx="530">
                  <c:v>0.0332630526338</c:v>
                </c:pt>
                <c:pt idx="531">
                  <c:v>0.0334079268029</c:v>
                </c:pt>
                <c:pt idx="532">
                  <c:v>0.0335537424766</c:v>
                </c:pt>
                <c:pt idx="533">
                  <c:v>0.0337005077421</c:v>
                </c:pt>
                <c:pt idx="534">
                  <c:v>0.0338482307728</c:v>
                </c:pt>
                <c:pt idx="535">
                  <c:v>0.0339969198284</c:v>
                </c:pt>
                <c:pt idx="536">
                  <c:v>0.0341465832569</c:v>
                </c:pt>
                <c:pt idx="537">
                  <c:v>0.0342972294952</c:v>
                </c:pt>
                <c:pt idx="538">
                  <c:v>0.0344488670703</c:v>
                </c:pt>
                <c:pt idx="539">
                  <c:v>0.0346015046004</c:v>
                </c:pt>
                <c:pt idx="540">
                  <c:v>0.0347551507962</c:v>
                </c:pt>
                <c:pt idx="541">
                  <c:v>0.0349098144619</c:v>
                </c:pt>
                <c:pt idx="542">
                  <c:v>0.0350655044965</c:v>
                </c:pt>
                <c:pt idx="543">
                  <c:v>0.035222229895</c:v>
                </c:pt>
                <c:pt idx="544">
                  <c:v>0.0353799997495</c:v>
                </c:pt>
                <c:pt idx="545">
                  <c:v>0.0355388232506</c:v>
                </c:pt>
                <c:pt idx="546">
                  <c:v>0.0356987096885</c:v>
                </c:pt>
                <c:pt idx="547">
                  <c:v>0.0358596684544</c:v>
                </c:pt>
                <c:pt idx="548">
                  <c:v>0.0360217090416</c:v>
                </c:pt>
                <c:pt idx="549">
                  <c:v>0.036184841047</c:v>
                </c:pt>
                <c:pt idx="550">
                  <c:v>0.0363490741725</c:v>
                </c:pt>
                <c:pt idx="551">
                  <c:v>0.036514418226</c:v>
                </c:pt>
                <c:pt idx="552">
                  <c:v>0.0366808831232</c:v>
                </c:pt>
                <c:pt idx="553">
                  <c:v>0.0368484788884</c:v>
                </c:pt>
                <c:pt idx="554">
                  <c:v>0.0370172156567</c:v>
                </c:pt>
                <c:pt idx="555">
                  <c:v>0.0371871036747</c:v>
                </c:pt>
                <c:pt idx="556">
                  <c:v>0.0373581533024</c:v>
                </c:pt>
                <c:pt idx="557">
                  <c:v>0.0375303750145</c:v>
                </c:pt>
                <c:pt idx="558">
                  <c:v>0.0377037794017</c:v>
                </c:pt>
                <c:pt idx="559">
                  <c:v>0.0378783771726</c:v>
                </c:pt>
                <c:pt idx="560">
                  <c:v>0.0380541791551</c:v>
                </c:pt>
                <c:pt idx="561">
                  <c:v>0.0382311962979</c:v>
                </c:pt>
                <c:pt idx="562">
                  <c:v>0.0384094396718</c:v>
                </c:pt>
                <c:pt idx="563">
                  <c:v>0.038588920472</c:v>
                </c:pt>
                <c:pt idx="564">
                  <c:v>0.038769650019</c:v>
                </c:pt>
                <c:pt idx="565">
                  <c:v>0.0389516397607</c:v>
                </c:pt>
                <c:pt idx="566">
                  <c:v>0.039134901274</c:v>
                </c:pt>
                <c:pt idx="567">
                  <c:v>0.0393194462663</c:v>
                </c:pt>
                <c:pt idx="568">
                  <c:v>0.0395052865776</c:v>
                </c:pt>
                <c:pt idx="569">
                  <c:v>0.0396924341817</c:v>
                </c:pt>
                <c:pt idx="570">
                  <c:v>0.0398809011886</c:v>
                </c:pt>
                <c:pt idx="571">
                  <c:v>0.0400706998458</c:v>
                </c:pt>
                <c:pt idx="572">
                  <c:v>0.0402618425404</c:v>
                </c:pt>
                <c:pt idx="573">
                  <c:v>0.040454341801</c:v>
                </c:pt>
                <c:pt idx="574">
                  <c:v>0.0406482102994</c:v>
                </c:pt>
                <c:pt idx="575">
                  <c:v>0.0408434608524</c:v>
                </c:pt>
                <c:pt idx="576">
                  <c:v>0.0410401064243</c:v>
                </c:pt>
                <c:pt idx="577">
                  <c:v>0.0412381601282</c:v>
                </c:pt>
                <c:pt idx="578">
                  <c:v>0.0414376352285</c:v>
                </c:pt>
                <c:pt idx="579">
                  <c:v>0.0416385451426</c:v>
                </c:pt>
                <c:pt idx="580">
                  <c:v>0.0418409034433</c:v>
                </c:pt>
                <c:pt idx="581">
                  <c:v>0.0420447238604</c:v>
                </c:pt>
                <c:pt idx="582">
                  <c:v>0.0422500202835</c:v>
                </c:pt>
                <c:pt idx="583">
                  <c:v>0.0424568067634</c:v>
                </c:pt>
                <c:pt idx="584">
                  <c:v>0.0426650975149</c:v>
                </c:pt>
                <c:pt idx="585">
                  <c:v>0.0428749069188</c:v>
                </c:pt>
                <c:pt idx="586">
                  <c:v>0.043086249524</c:v>
                </c:pt>
                <c:pt idx="587">
                  <c:v>0.0432991400501</c:v>
                </c:pt>
                <c:pt idx="588">
                  <c:v>0.0435135933894</c:v>
                </c:pt>
                <c:pt idx="589">
                  <c:v>0.0437296246096</c:v>
                </c:pt>
                <c:pt idx="590">
                  <c:v>0.0439472489558</c:v>
                </c:pt>
                <c:pt idx="591">
                  <c:v>0.0441664818535</c:v>
                </c:pt>
                <c:pt idx="592">
                  <c:v>0.0443873389104</c:v>
                </c:pt>
                <c:pt idx="593">
                  <c:v>0.0446098359193</c:v>
                </c:pt>
                <c:pt idx="594">
                  <c:v>0.0448339888607</c:v>
                </c:pt>
                <c:pt idx="595">
                  <c:v>0.0450598139052</c:v>
                </c:pt>
                <c:pt idx="596">
                  <c:v>0.0452873274162</c:v>
                </c:pt>
                <c:pt idx="597">
                  <c:v>0.0455165459524</c:v>
                </c:pt>
                <c:pt idx="598">
                  <c:v>0.0457474862709</c:v>
                </c:pt>
                <c:pt idx="599">
                  <c:v>0.0459801653296</c:v>
                </c:pt>
                <c:pt idx="600">
                  <c:v>0.0462146002901</c:v>
                </c:pt>
                <c:pt idx="601">
                  <c:v>0.0464508085205</c:v>
                </c:pt>
                <c:pt idx="602">
                  <c:v>0.0466888075983</c:v>
                </c:pt>
                <c:pt idx="603">
                  <c:v>0.0469286153134</c:v>
                </c:pt>
                <c:pt idx="604">
                  <c:v>0.0471702496708</c:v>
                </c:pt>
                <c:pt idx="605">
                  <c:v>0.047413728894</c:v>
                </c:pt>
                <c:pt idx="606">
                  <c:v>0.0476590714278</c:v>
                </c:pt>
                <c:pt idx="607">
                  <c:v>0.0479062959414</c:v>
                </c:pt>
                <c:pt idx="608">
                  <c:v>0.0481554213316</c:v>
                </c:pt>
                <c:pt idx="609">
                  <c:v>0.0484064667261</c:v>
                </c:pt>
                <c:pt idx="610">
                  <c:v>0.0486594514864</c:v>
                </c:pt>
                <c:pt idx="611">
                  <c:v>0.0489143952117</c:v>
                </c:pt>
                <c:pt idx="612">
                  <c:v>0.0491713177417</c:v>
                </c:pt>
                <c:pt idx="613">
                  <c:v>0.0494302391601</c:v>
                </c:pt>
                <c:pt idx="614">
                  <c:v>0.0496911797984</c:v>
                </c:pt>
                <c:pt idx="615">
                  <c:v>0.0499541602391</c:v>
                </c:pt>
                <c:pt idx="616">
                  <c:v>0.0502192013191</c:v>
                </c:pt>
                <c:pt idx="617">
                  <c:v>0.0504863241338</c:v>
                </c:pt>
                <c:pt idx="618">
                  <c:v>0.0507555500404</c:v>
                </c:pt>
                <c:pt idx="619">
                  <c:v>0.0510269006617</c:v>
                </c:pt>
                <c:pt idx="620">
                  <c:v>0.0513003978901</c:v>
                </c:pt>
                <c:pt idx="621">
                  <c:v>0.051576063891</c:v>
                </c:pt>
                <c:pt idx="622">
                  <c:v>0.0518539211072</c:v>
                </c:pt>
                <c:pt idx="623">
                  <c:v>0.0521339922626</c:v>
                </c:pt>
                <c:pt idx="624">
                  <c:v>0.0524163003661</c:v>
                </c:pt>
                <c:pt idx="625">
                  <c:v>0.052700868716</c:v>
                </c:pt>
                <c:pt idx="626">
                  <c:v>0.0529877209041</c:v>
                </c:pt>
                <c:pt idx="627">
                  <c:v>0.0532768808196</c:v>
                </c:pt>
                <c:pt idx="628">
                  <c:v>0.0535683726537</c:v>
                </c:pt>
                <c:pt idx="629">
                  <c:v>0.0538622209039</c:v>
                </c:pt>
                <c:pt idx="630">
                  <c:v>0.0541584503782</c:v>
                </c:pt>
                <c:pt idx="631">
                  <c:v>0.0544570861999</c:v>
                </c:pt>
                <c:pt idx="632">
                  <c:v>0.0547581538118</c:v>
                </c:pt>
                <c:pt idx="633">
                  <c:v>0.0550616789813</c:v>
                </c:pt>
                <c:pt idx="634">
                  <c:v>0.0553676878045</c:v>
                </c:pt>
                <c:pt idx="635">
                  <c:v>0.0556762067115</c:v>
                </c:pt>
                <c:pt idx="636">
                  <c:v>0.0559872624708</c:v>
                </c:pt>
                <c:pt idx="637">
                  <c:v>0.0563008821946</c:v>
                </c:pt>
                <c:pt idx="638">
                  <c:v>0.0566170933434</c:v>
                </c:pt>
                <c:pt idx="639">
                  <c:v>0.0569359237314</c:v>
                </c:pt>
                <c:pt idx="640">
                  <c:v>0.0572574015315</c:v>
                </c:pt>
                <c:pt idx="641">
                  <c:v>0.0575815552804</c:v>
                </c:pt>
                <c:pt idx="642">
                  <c:v>0.0579084138841</c:v>
                </c:pt>
                <c:pt idx="643">
                  <c:v>0.0582380066233</c:v>
                </c:pt>
                <c:pt idx="644">
                  <c:v>0.0585703631586</c:v>
                </c:pt>
                <c:pt idx="645">
                  <c:v>0.0589055135361</c:v>
                </c:pt>
                <c:pt idx="646">
                  <c:v>0.0592434881935</c:v>
                </c:pt>
                <c:pt idx="647">
                  <c:v>0.0595843179651</c:v>
                </c:pt>
                <c:pt idx="648">
                  <c:v>0.059928034088</c:v>
                </c:pt>
                <c:pt idx="649">
                  <c:v>0.0602746682082</c:v>
                </c:pt>
                <c:pt idx="650">
                  <c:v>0.0606242523858</c:v>
                </c:pt>
                <c:pt idx="651">
                  <c:v>0.0609768191021</c:v>
                </c:pt>
                <c:pt idx="652">
                  <c:v>0.061332401265</c:v>
                </c:pt>
                <c:pt idx="653">
                  <c:v>0.0616910322153</c:v>
                </c:pt>
                <c:pt idx="654">
                  <c:v>0.0620527457335</c:v>
                </c:pt>
                <c:pt idx="655">
                  <c:v>0.0624175760458</c:v>
                </c:pt>
                <c:pt idx="656">
                  <c:v>0.0627855578309</c:v>
                </c:pt>
                <c:pt idx="657">
                  <c:v>0.0631567262265</c:v>
                </c:pt>
                <c:pt idx="658">
                  <c:v>0.0635311168359</c:v>
                </c:pt>
                <c:pt idx="659">
                  <c:v>0.0639087657352</c:v>
                </c:pt>
                <c:pt idx="660">
                  <c:v>0.0642897094798</c:v>
                </c:pt>
                <c:pt idx="661">
                  <c:v>0.0646739851117</c:v>
                </c:pt>
                <c:pt idx="662">
                  <c:v>0.0650616301667</c:v>
                </c:pt>
                <c:pt idx="663">
                  <c:v>0.0654526826812</c:v>
                </c:pt>
                <c:pt idx="664">
                  <c:v>0.0658471812001</c:v>
                </c:pt>
                <c:pt idx="665">
                  <c:v>0.0662451647838</c:v>
                </c:pt>
                <c:pt idx="666">
                  <c:v>0.066646673016</c:v>
                </c:pt>
                <c:pt idx="667">
                  <c:v>0.0670517460113</c:v>
                </c:pt>
                <c:pt idx="668">
                  <c:v>0.067460424423</c:v>
                </c:pt>
                <c:pt idx="669">
                  <c:v>0.0678727494507</c:v>
                </c:pt>
                <c:pt idx="670">
                  <c:v>0.0682887628488</c:v>
                </c:pt>
                <c:pt idx="671">
                  <c:v>0.0687085069341</c:v>
                </c:pt>
                <c:pt idx="672">
                  <c:v>0.0691320245943</c:v>
                </c:pt>
                <c:pt idx="673">
                  <c:v>0.0695593592963</c:v>
                </c:pt>
                <c:pt idx="674">
                  <c:v>0.0699905550946</c:v>
                </c:pt>
                <c:pt idx="675">
                  <c:v>0.0704256566396</c:v>
                </c:pt>
                <c:pt idx="676">
                  <c:v>0.0708647091869</c:v>
                </c:pt>
                <c:pt idx="677">
                  <c:v>0.0713077586054</c:v>
                </c:pt>
                <c:pt idx="678">
                  <c:v>0.0717548513866</c:v>
                </c:pt>
                <c:pt idx="679">
                  <c:v>0.0722060346535</c:v>
                </c:pt>
                <c:pt idx="680">
                  <c:v>0.0726613561698</c:v>
                </c:pt>
                <c:pt idx="681">
                  <c:v>0.073120864349</c:v>
                </c:pt>
                <c:pt idx="682">
                  <c:v>0.0735846082642</c:v>
                </c:pt>
                <c:pt idx="683">
                  <c:v>0.0740526376569</c:v>
                </c:pt>
                <c:pt idx="684">
                  <c:v>0.0745250029473</c:v>
                </c:pt>
                <c:pt idx="685">
                  <c:v>0.0750017552435</c:v>
                </c:pt>
                <c:pt idx="686">
                  <c:v>0.0754829463519</c:v>
                </c:pt>
                <c:pt idx="687">
                  <c:v>0.0759686287864</c:v>
                </c:pt>
                <c:pt idx="688">
                  <c:v>0.0764588557796</c:v>
                </c:pt>
                <c:pt idx="689">
                  <c:v>0.0769536812918</c:v>
                </c:pt>
                <c:pt idx="690">
                  <c:v>0.0774531600222</c:v>
                </c:pt>
                <c:pt idx="691">
                  <c:v>0.077957347419</c:v>
                </c:pt>
                <c:pt idx="692">
                  <c:v>0.0784662996901</c:v>
                </c:pt>
                <c:pt idx="693">
                  <c:v>0.0789800738136</c:v>
                </c:pt>
                <c:pt idx="694">
                  <c:v>0.0794987275488</c:v>
                </c:pt>
                <c:pt idx="695">
                  <c:v>0.0800223194471</c:v>
                </c:pt>
                <c:pt idx="696">
                  <c:v>0.0805509088629</c:v>
                </c:pt>
                <c:pt idx="697">
                  <c:v>0.0810845559649</c:v>
                </c:pt>
                <c:pt idx="698">
                  <c:v>0.0816233217471</c:v>
                </c:pt>
                <c:pt idx="699">
                  <c:v>0.0821672680406</c:v>
                </c:pt>
                <c:pt idx="700">
                  <c:v>0.0827164575247</c:v>
                </c:pt>
                <c:pt idx="701">
                  <c:v>0.0832709537387</c:v>
                </c:pt>
                <c:pt idx="702">
                  <c:v>0.0838308210934</c:v>
                </c:pt>
                <c:pt idx="703">
                  <c:v>0.084396124883</c:v>
                </c:pt>
                <c:pt idx="704">
                  <c:v>0.084966931297</c:v>
                </c:pt>
                <c:pt idx="705">
                  <c:v>0.0855433074323</c:v>
                </c:pt>
                <c:pt idx="706">
                  <c:v>0.0861253213049</c:v>
                </c:pt>
                <c:pt idx="707">
                  <c:v>0.0867130418624</c:v>
                </c:pt>
                <c:pt idx="708">
                  <c:v>0.0873065389962</c:v>
                </c:pt>
                <c:pt idx="709">
                  <c:v>0.0879058835537</c:v>
                </c:pt>
                <c:pt idx="710">
                  <c:v>0.0885111473506</c:v>
                </c:pt>
                <c:pt idx="711">
                  <c:v>0.0891224031839</c:v>
                </c:pt>
                <c:pt idx="712">
                  <c:v>0.0897397248437</c:v>
                </c:pt>
                <c:pt idx="713">
                  <c:v>0.0903631871264</c:v>
                </c:pt>
                <c:pt idx="714">
                  <c:v>0.090992865847</c:v>
                </c:pt>
                <c:pt idx="715">
                  <c:v>0.0916288378519</c:v>
                </c:pt>
                <c:pt idx="716">
                  <c:v>0.0922711810318</c:v>
                </c:pt>
                <c:pt idx="717">
                  <c:v>0.0929199743342</c:v>
                </c:pt>
                <c:pt idx="718">
                  <c:v>0.0935752977763</c:v>
                </c:pt>
                <c:pt idx="719">
                  <c:v>0.0942372324577</c:v>
                </c:pt>
                <c:pt idx="720">
                  <c:v>0.0949058605737</c:v>
                </c:pt>
                <c:pt idx="721">
                  <c:v>0.0955812654272</c:v>
                </c:pt>
                <c:pt idx="722">
                  <c:v>0.0962635314426</c:v>
                </c:pt>
                <c:pt idx="723">
                  <c:v>0.0969527441776</c:v>
                </c:pt>
                <c:pt idx="724">
                  <c:v>0.0976489903366</c:v>
                </c:pt>
                <c:pt idx="725">
                  <c:v>0.0983523577831</c:v>
                </c:pt>
                <c:pt idx="726">
                  <c:v>0.0990629355523</c:v>
                </c:pt>
                <c:pt idx="727">
                  <c:v>0.0997808138637</c:v>
                </c:pt>
                <c:pt idx="728">
                  <c:v>0.100506084134</c:v>
                </c:pt>
                <c:pt idx="729">
                  <c:v>0.101238838988</c:v>
                </c:pt>
                <c:pt idx="730">
                  <c:v>0.101979172274</c:v>
                </c:pt>
                <c:pt idx="731">
                  <c:v>0.102727179072</c:v>
                </c:pt>
                <c:pt idx="732">
                  <c:v>0.103482955708</c:v>
                </c:pt>
                <c:pt idx="733">
                  <c:v>0.104246599765</c:v>
                </c:pt>
                <c:pt idx="734">
                  <c:v>0.105018210096</c:v>
                </c:pt>
                <c:pt idx="735">
                  <c:v>0.105797886833</c:v>
                </c:pt>
                <c:pt idx="736">
                  <c:v>0.1065857314</c:v>
                </c:pt>
                <c:pt idx="737">
                  <c:v>0.107381846523</c:v>
                </c:pt>
                <c:pt idx="738">
                  <c:v>0.108186336241</c:v>
                </c:pt>
                <c:pt idx="739">
                  <c:v>0.108999305917</c:v>
                </c:pt>
                <c:pt idx="740">
                  <c:v>0.109820862246</c:v>
                </c:pt>
                <c:pt idx="741">
                  <c:v>0.110651113266</c:v>
                </c:pt>
                <c:pt idx="742">
                  <c:v>0.111490168367</c:v>
                </c:pt>
                <c:pt idx="743">
                  <c:v>0.112338138299</c:v>
                </c:pt>
                <c:pt idx="744">
                  <c:v>0.113195135182</c:v>
                </c:pt>
                <c:pt idx="745">
                  <c:v>0.114061272512</c:v>
                </c:pt>
                <c:pt idx="746">
                  <c:v>0.114936665171</c:v>
                </c:pt>
                <c:pt idx="747">
                  <c:v>0.11582142943</c:v>
                </c:pt>
                <c:pt idx="748">
                  <c:v>0.116715682956</c:v>
                </c:pt>
                <c:pt idx="749">
                  <c:v>0.11761954482</c:v>
                </c:pt>
                <c:pt idx="750">
                  <c:v>0.118533135501</c:v>
                </c:pt>
                <c:pt idx="751">
                  <c:v>0.119456576888</c:v>
                </c:pt>
                <c:pt idx="752">
                  <c:v>0.120389992285</c:v>
                </c:pt>
                <c:pt idx="753">
                  <c:v>0.121333506412</c:v>
                </c:pt>
                <c:pt idx="754">
                  <c:v>0.122287245409</c:v>
                </c:pt>
                <c:pt idx="755">
                  <c:v>0.123251336835</c:v>
                </c:pt>
                <c:pt idx="756">
                  <c:v>0.124225909667</c:v>
                </c:pt>
                <c:pt idx="757">
                  <c:v>0.1252110943</c:v>
                </c:pt>
                <c:pt idx="758">
                  <c:v>0.126207022545</c:v>
                </c:pt>
                <c:pt idx="759">
                  <c:v>0.127213827622</c:v>
                </c:pt>
                <c:pt idx="760">
                  <c:v>0.12823164416</c:v>
                </c:pt>
                <c:pt idx="761">
                  <c:v>0.129260608187</c:v>
                </c:pt>
                <c:pt idx="762">
                  <c:v>0.130300857124</c:v>
                </c:pt>
                <c:pt idx="763">
                  <c:v>0.131352529774</c:v>
                </c:pt>
                <c:pt idx="764">
                  <c:v>0.132415766316</c:v>
                </c:pt>
                <c:pt idx="765">
                  <c:v>0.133490708289</c:v>
                </c:pt>
                <c:pt idx="766">
                  <c:v>0.134577498577</c:v>
                </c:pt>
                <c:pt idx="767">
                  <c:v>0.135676281398</c:v>
                </c:pt>
                <c:pt idx="768">
                  <c:v>0.136787202285</c:v>
                </c:pt>
                <c:pt idx="769">
                  <c:v>0.137910408063</c:v>
                </c:pt>
                <c:pt idx="770">
                  <c:v>0.139046046832</c:v>
                </c:pt>
                <c:pt idx="771">
                  <c:v>0.140194267943</c:v>
                </c:pt>
                <c:pt idx="772">
                  <c:v>0.141355221968</c:v>
                </c:pt>
                <c:pt idx="773">
                  <c:v>0.14252906068</c:v>
                </c:pt>
                <c:pt idx="774">
                  <c:v>0.143715937012</c:v>
                </c:pt>
                <c:pt idx="775">
                  <c:v>0.144916005033</c:v>
                </c:pt>
                <c:pt idx="776">
                  <c:v>0.146129419908</c:v>
                </c:pt>
                <c:pt idx="777">
                  <c:v>0.14735633786</c:v>
                </c:pt>
                <c:pt idx="778">
                  <c:v>0.148596916129</c:v>
                </c:pt>
                <c:pt idx="779">
                  <c:v>0.149851312926</c:v>
                </c:pt>
                <c:pt idx="780">
                  <c:v>0.15111968739</c:v>
                </c:pt>
                <c:pt idx="781">
                  <c:v>0.15240219953</c:v>
                </c:pt>
                <c:pt idx="782">
                  <c:v>0.153699010178</c:v>
                </c:pt>
                <c:pt idx="783">
                  <c:v>0.155010280926</c:v>
                </c:pt>
                <c:pt idx="784">
                  <c:v>0.156336174067</c:v>
                </c:pt>
                <c:pt idx="785">
                  <c:v>0.15767685253</c:v>
                </c:pt>
                <c:pt idx="786">
                  <c:v>0.159032479809</c:v>
                </c:pt>
                <c:pt idx="787">
                  <c:v>0.160403219891</c:v>
                </c:pt>
                <c:pt idx="788">
                  <c:v>0.161789237179</c:v>
                </c:pt>
                <c:pt idx="789">
                  <c:v>0.163190696408</c:v>
                </c:pt>
                <c:pt idx="790">
                  <c:v>0.164607762562</c:v>
                </c:pt>
                <c:pt idx="791">
                  <c:v>0.166040600778</c:v>
                </c:pt>
                <c:pt idx="792">
                  <c:v>0.167489376255</c:v>
                </c:pt>
                <c:pt idx="793">
                  <c:v>0.16895425415</c:v>
                </c:pt>
                <c:pt idx="794">
                  <c:v>0.170435399473</c:v>
                </c:pt>
                <c:pt idx="795">
                  <c:v>0.171932976976</c:v>
                </c:pt>
                <c:pt idx="796">
                  <c:v>0.173447151034</c:v>
                </c:pt>
                <c:pt idx="797">
                  <c:v>0.174978085527</c:v>
                </c:pt>
                <c:pt idx="798">
                  <c:v>0.176525943706</c:v>
                </c:pt>
                <c:pt idx="799">
                  <c:v>0.178090888064</c:v>
                </c:pt>
                <c:pt idx="800">
                  <c:v>0.179673080196</c:v>
                </c:pt>
                <c:pt idx="801">
                  <c:v>0.181272680646</c:v>
                </c:pt>
                <c:pt idx="802">
                  <c:v>0.182889848765</c:v>
                </c:pt>
                <c:pt idx="803">
                  <c:v>0.184524742544</c:v>
                </c:pt>
                <c:pt idx="804">
                  <c:v>0.18617751845</c:v>
                </c:pt>
                <c:pt idx="805">
                  <c:v>0.187848331258</c:v>
                </c:pt>
                <c:pt idx="806">
                  <c:v>0.189537333869</c:v>
                </c:pt>
                <c:pt idx="807">
                  <c:v>0.191244677123</c:v>
                </c:pt>
                <c:pt idx="808">
                  <c:v>0.192970509609</c:v>
                </c:pt>
                <c:pt idx="809">
                  <c:v>0.194714977464</c:v>
                </c:pt>
                <c:pt idx="810">
                  <c:v>0.196478224168</c:v>
                </c:pt>
                <c:pt idx="811">
                  <c:v>0.198260390327</c:v>
                </c:pt>
                <c:pt idx="812">
                  <c:v>0.200061613455</c:v>
                </c:pt>
                <c:pt idx="813">
                  <c:v>0.201882027742</c:v>
                </c:pt>
                <c:pt idx="814">
                  <c:v>0.203721763823</c:v>
                </c:pt>
                <c:pt idx="815">
                  <c:v>0.205580948531</c:v>
                </c:pt>
                <c:pt idx="816">
                  <c:v>0.20745970465</c:v>
                </c:pt>
                <c:pt idx="817">
                  <c:v>0.209358150657</c:v>
                </c:pt>
                <c:pt idx="818">
                  <c:v>0.211276400457</c:v>
                </c:pt>
                <c:pt idx="819">
                  <c:v>0.213214563113</c:v>
                </c:pt>
                <c:pt idx="820">
                  <c:v>0.215172742568</c:v>
                </c:pt>
                <c:pt idx="821">
                  <c:v>0.217151037361</c:v>
                </c:pt>
                <c:pt idx="822">
                  <c:v>0.219149540332</c:v>
                </c:pt>
                <c:pt idx="823">
                  <c:v>0.221168338332</c:v>
                </c:pt>
                <c:pt idx="824">
                  <c:v>0.223207511913</c:v>
                </c:pt>
                <c:pt idx="825">
                  <c:v>0.225267135023</c:v>
                </c:pt>
                <c:pt idx="826">
                  <c:v>0.227347274689</c:v>
                </c:pt>
                <c:pt idx="827">
                  <c:v>0.229447990698</c:v>
                </c:pt>
                <c:pt idx="828">
                  <c:v>0.231569335274</c:v>
                </c:pt>
                <c:pt idx="829">
                  <c:v>0.233711352748</c:v>
                </c:pt>
                <c:pt idx="830">
                  <c:v>0.235874079224</c:v>
                </c:pt>
                <c:pt idx="831">
                  <c:v>0.238057542246</c:v>
                </c:pt>
                <c:pt idx="832">
                  <c:v>0.24026176046</c:v>
                </c:pt>
                <c:pt idx="833">
                  <c:v>0.242486743269</c:v>
                </c:pt>
                <c:pt idx="834">
                  <c:v>0.244732490493</c:v>
                </c:pt>
                <c:pt idx="835">
                  <c:v>0.246998992025</c:v>
                </c:pt>
                <c:pt idx="836">
                  <c:v>0.24928622749</c:v>
                </c:pt>
                <c:pt idx="837">
                  <c:v>0.251594165897</c:v>
                </c:pt>
                <c:pt idx="838">
                  <c:v>0.253922765299</c:v>
                </c:pt>
                <c:pt idx="839">
                  <c:v>0.256271972455</c:v>
                </c:pt>
                <c:pt idx="840">
                  <c:v>0.258641722493</c:v>
                </c:pt>
                <c:pt idx="841">
                  <c:v>0.261031938573</c:v>
                </c:pt>
                <c:pt idx="842">
                  <c:v>0.263442531563</c:v>
                </c:pt>
                <c:pt idx="843">
                  <c:v>0.265873399715</c:v>
                </c:pt>
                <c:pt idx="844">
                  <c:v>0.268324428349</c:v>
                </c:pt>
                <c:pt idx="845">
                  <c:v>0.270795489546</c:v>
                </c:pt>
                <c:pt idx="846">
                  <c:v>0.27328644185</c:v>
                </c:pt>
                <c:pt idx="847">
                  <c:v>0.275797129973</c:v>
                </c:pt>
                <c:pt idx="848">
                  <c:v>0.278327384526</c:v>
                </c:pt>
                <c:pt idx="849">
                  <c:v>0.280877021744</c:v>
                </c:pt>
                <c:pt idx="850">
                  <c:v>0.283445843239</c:v>
                </c:pt>
                <c:pt idx="851">
                  <c:v>0.286033635759</c:v>
                </c:pt>
                <c:pt idx="852">
                  <c:v>0.288640170964</c:v>
                </c:pt>
                <c:pt idx="853">
                  <c:v>0.291265205221</c:v>
                </c:pt>
                <c:pt idx="854">
                  <c:v>0.293908479412</c:v>
                </c:pt>
                <c:pt idx="855">
                  <c:v>0.296569718766</c:v>
                </c:pt>
                <c:pt idx="856">
                  <c:v>0.299248632707</c:v>
                </c:pt>
                <c:pt idx="857">
                  <c:v>0.301944914721</c:v>
                </c:pt>
                <c:pt idx="858">
                  <c:v>0.304658242252</c:v>
                </c:pt>
                <c:pt idx="859">
                  <c:v>0.307388276607</c:v>
                </c:pt>
                <c:pt idx="860">
                  <c:v>0.310134662904</c:v>
                </c:pt>
                <c:pt idx="861">
                  <c:v>0.312897030021</c:v>
                </c:pt>
                <c:pt idx="862">
                  <c:v>0.315674990589</c:v>
                </c:pt>
                <c:pt idx="863">
                  <c:v>0.318468141001</c:v>
                </c:pt>
                <c:pt idx="864">
                  <c:v>0.321276061446</c:v>
                </c:pt>
                <c:pt idx="865">
                  <c:v>0.324098315974</c:v>
                </c:pt>
                <c:pt idx="866">
                  <c:v>0.326934452586</c:v>
                </c:pt>
                <c:pt idx="867">
                  <c:v>0.32978400335</c:v>
                </c:pt>
                <c:pt idx="868">
                  <c:v>0.332646484544</c:v>
                </c:pt>
                <c:pt idx="869">
                  <c:v>0.335521396828</c:v>
                </c:pt>
                <c:pt idx="870">
                  <c:v>0.33840822544</c:v>
                </c:pt>
                <c:pt idx="871">
                  <c:v>0.341306440426</c:v>
                </c:pt>
                <c:pt idx="872">
                  <c:v>0.344215496883</c:v>
                </c:pt>
                <c:pt idx="873">
                  <c:v>0.347134835247</c:v>
                </c:pt>
                <c:pt idx="874">
                  <c:v>0.350063881589</c:v>
                </c:pt>
                <c:pt idx="875">
                  <c:v>0.353002047948</c:v>
                </c:pt>
                <c:pt idx="876">
                  <c:v>0.355948732682</c:v>
                </c:pt>
                <c:pt idx="877">
                  <c:v>0.358903320846</c:v>
                </c:pt>
                <c:pt idx="878">
                  <c:v>0.361865184593</c:v>
                </c:pt>
                <c:pt idx="879">
                  <c:v>0.364833683592</c:v>
                </c:pt>
                <c:pt idx="880">
                  <c:v>0.367808165474</c:v>
                </c:pt>
                <c:pt idx="881">
                  <c:v>0.37078796629</c:v>
                </c:pt>
                <c:pt idx="882">
                  <c:v>0.373772410992</c:v>
                </c:pt>
                <c:pt idx="883">
                  <c:v>0.376760813929</c:v>
                </c:pt>
                <c:pt idx="884">
                  <c:v>0.379752479358</c:v>
                </c:pt>
                <c:pt idx="885">
                  <c:v>0.382746701973</c:v>
                </c:pt>
                <c:pt idx="886">
                  <c:v>0.385742767441</c:v>
                </c:pt>
                <c:pt idx="887">
                  <c:v>0.38873995295</c:v>
                </c:pt>
                <c:pt idx="888">
                  <c:v>0.391737527774</c:v>
                </c:pt>
                <c:pt idx="889">
                  <c:v>0.394734753836</c:v>
                </c:pt>
                <c:pt idx="890">
                  <c:v>0.397730886285</c:v>
                </c:pt>
                <c:pt idx="891">
                  <c:v>0.400725174076</c:v>
                </c:pt>
                <c:pt idx="892">
                  <c:v>0.403716860554</c:v>
                </c:pt>
                <c:pt idx="893">
                  <c:v>0.406705184041</c:v>
                </c:pt>
                <c:pt idx="894">
                  <c:v>0.409689378424</c:v>
                </c:pt>
                <c:pt idx="895">
                  <c:v>0.412668673746</c:v>
                </c:pt>
                <c:pt idx="896">
                  <c:v>0.41564229679</c:v>
                </c:pt>
                <c:pt idx="897">
                  <c:v>0.418609471666</c:v>
                </c:pt>
                <c:pt idx="898">
                  <c:v>0.421569420397</c:v>
                </c:pt>
                <c:pt idx="899">
                  <c:v>0.42452136349</c:v>
                </c:pt>
                <c:pt idx="900">
                  <c:v>0.427464520516</c:v>
                </c:pt>
                <c:pt idx="901">
                  <c:v>0.430398110673</c:v>
                </c:pt>
                <c:pt idx="902">
                  <c:v>0.433321353351</c:v>
                </c:pt>
                <c:pt idx="903">
                  <c:v>0.436233468681</c:v>
                </c:pt>
                <c:pt idx="904">
                  <c:v>0.439133678084</c:v>
                </c:pt>
                <c:pt idx="905">
                  <c:v>0.442021204805</c:v>
                </c:pt>
                <c:pt idx="906">
                  <c:v>0.444895274446</c:v>
                </c:pt>
                <c:pt idx="907">
                  <c:v>0.447755115477</c:v>
                </c:pt>
                <c:pt idx="908">
                  <c:v>0.450599959751</c:v>
                </c:pt>
                <c:pt idx="909">
                  <c:v>0.453429042999</c:v>
                </c:pt>
                <c:pt idx="910">
                  <c:v>0.456241605315</c:v>
                </c:pt>
                <c:pt idx="911">
                  <c:v>0.459036891632</c:v>
                </c:pt>
                <c:pt idx="912">
                  <c:v>0.461814152189</c:v>
                </c:pt>
                <c:pt idx="913">
                  <c:v>0.464572642975</c:v>
                </c:pt>
                <c:pt idx="914">
                  <c:v>0.467311626169</c:v>
                </c:pt>
                <c:pt idx="915">
                  <c:v>0.470030370568</c:v>
                </c:pt>
                <c:pt idx="916">
                  <c:v>0.472728151987</c:v>
                </c:pt>
                <c:pt idx="917">
                  <c:v>0.475404253661</c:v>
                </c:pt>
                <c:pt idx="918">
                  <c:v>0.478057966622</c:v>
                </c:pt>
                <c:pt idx="919">
                  <c:v>0.480688590056</c:v>
                </c:pt>
                <c:pt idx="920">
                  <c:v>0.483295431652</c:v>
                </c:pt>
                <c:pt idx="921">
                  <c:v>0.485877807921</c:v>
                </c:pt>
                <c:pt idx="922">
                  <c:v>0.488435044509</c:v>
                </c:pt>
                <c:pt idx="923">
                  <c:v>0.490966476475</c:v>
                </c:pt>
                <c:pt idx="924">
                  <c:v>0.493471448553</c:v>
                </c:pt>
                <c:pt idx="925">
                  <c:v>0.495949315395</c:v>
                </c:pt>
                <c:pt idx="926">
                  <c:v>0.498399441781</c:v>
                </c:pt>
                <c:pt idx="927">
                  <c:v>0.50082120281</c:v>
                </c:pt>
                <c:pt idx="928">
                  <c:v>0.503213984057</c:v>
                </c:pt>
                <c:pt idx="929">
                  <c:v>0.505577181706</c:v>
                </c:pt>
                <c:pt idx="930">
                  <c:v>0.507910202656</c:v>
                </c:pt>
                <c:pt idx="931">
                  <c:v>0.510212464584</c:v>
                </c:pt>
                <c:pt idx="932">
                  <c:v>0.51248339599</c:v>
                </c:pt>
                <c:pt idx="933">
                  <c:v>0.514722436196</c:v>
                </c:pt>
                <c:pt idx="934">
                  <c:v>0.516929035319</c:v>
                </c:pt>
                <c:pt idx="935">
                  <c:v>0.519102654206</c:v>
                </c:pt>
                <c:pt idx="936">
                  <c:v>0.521242764328</c:v>
                </c:pt>
                <c:pt idx="937">
                  <c:v>0.523348847642</c:v>
                </c:pt>
                <c:pt idx="938">
                  <c:v>0.525420396416</c:v>
                </c:pt>
                <c:pt idx="939">
                  <c:v>0.527456913015</c:v>
                </c:pt>
                <c:pt idx="940">
                  <c:v>0.529457909647</c:v>
                </c:pt>
                <c:pt idx="941">
                  <c:v>0.531422908076</c:v>
                </c:pt>
                <c:pt idx="942">
                  <c:v>0.533351439293</c:v>
                </c:pt>
                <c:pt idx="943">
                  <c:v>0.535243043159</c:v>
                </c:pt>
                <c:pt idx="944">
                  <c:v>0.537097268004</c:v>
                </c:pt>
                <c:pt idx="945">
                  <c:v>0.538913670199</c:v>
                </c:pt>
                <c:pt idx="946">
                  <c:v>0.540691813691</c:v>
                </c:pt>
                <c:pt idx="947">
                  <c:v>0.542431269515</c:v>
                </c:pt>
                <c:pt idx="948">
                  <c:v>0.544131615269</c:v>
                </c:pt>
                <c:pt idx="949">
                  <c:v>0.545792434572</c:v>
                </c:pt>
                <c:pt idx="950">
                  <c:v>0.547413316495</c:v>
                </c:pt>
                <c:pt idx="951">
                  <c:v>0.548993854977</c:v>
                </c:pt>
                <c:pt idx="952">
                  <c:v>0.550533648217</c:v>
                </c:pt>
                <c:pt idx="953">
                  <c:v>0.552032298065</c:v>
                </c:pt>
                <c:pt idx="954">
                  <c:v>0.553489409398</c:v>
                </c:pt>
                <c:pt idx="955">
                  <c:v>0.55490458949</c:v>
                </c:pt>
                <c:pt idx="956">
                  <c:v>0.556277447388</c:v>
                </c:pt>
                <c:pt idx="957">
                  <c:v>0.557607593294</c:v>
                </c:pt>
                <c:pt idx="958">
                  <c:v>0.558894637947</c:v>
                </c:pt>
                <c:pt idx="959">
                  <c:v>0.560138192029</c:v>
                </c:pt>
                <c:pt idx="960">
                  <c:v>0.561337865588</c:v>
                </c:pt>
                <c:pt idx="961">
                  <c:v>0.562493267483</c:v>
                </c:pt>
                <c:pt idx="962">
                  <c:v>0.563604004861</c:v>
                </c:pt>
                <c:pt idx="963">
                  <c:v>0.564669682668</c:v>
                </c:pt>
                <c:pt idx="964">
                  <c:v>0.5656899032</c:v>
                </c:pt>
                <c:pt idx="965">
                  <c:v>0.5666642657</c:v>
                </c:pt>
                <c:pt idx="966">
                  <c:v>0.567592366</c:v>
                </c:pt>
                <c:pt idx="967">
                  <c:v>0.568473796225</c:v>
                </c:pt>
                <c:pt idx="968">
                  <c:v>0.569308144551</c:v>
                </c:pt>
                <c:pt idx="969">
                  <c:v>0.570094995028</c:v>
                </c:pt>
                <c:pt idx="970">
                  <c:v>0.570833927472</c:v>
                </c:pt>
                <c:pt idx="971">
                  <c:v>0.571524517429</c:v>
                </c:pt>
                <c:pt idx="972">
                  <c:v>0.572166336214</c:v>
                </c:pt>
                <c:pt idx="973">
                  <c:v>0.572758951032</c:v>
                </c:pt>
                <c:pt idx="974">
                  <c:v>0.573301925177</c:v>
                </c:pt>
                <c:pt idx="975">
                  <c:v>0.573794818321</c:v>
                </c:pt>
                <c:pt idx="976">
                  <c:v>0.574237186887</c:v>
                </c:pt>
                <c:pt idx="977">
                  <c:v>0.574628584513</c:v>
                </c:pt>
                <c:pt idx="978">
                  <c:v>0.574968562609</c:v>
                </c:pt>
                <c:pt idx="979">
                  <c:v>0.575256671</c:v>
                </c:pt>
                <c:pt idx="980">
                  <c:v>0.575492458669</c:v>
                </c:pt>
                <c:pt idx="981">
                  <c:v>0.575675474584</c:v>
                </c:pt>
                <c:pt idx="982">
                  <c:v>0.575805268626</c:v>
                </c:pt>
                <c:pt idx="983">
                  <c:v>0.5758813926</c:v>
                </c:pt>
                <c:pt idx="984">
                  <c:v>0.575903401338</c:v>
                </c:pt>
                <c:pt idx="985">
                  <c:v>0.575870853887</c:v>
                </c:pt>
                <c:pt idx="986">
                  <c:v>0.575783314788</c:v>
                </c:pt>
                <c:pt idx="987">
                  <c:v>0.575640355425</c:v>
                </c:pt>
                <c:pt idx="988">
                  <c:v>0.575441555456</c:v>
                </c:pt>
                <c:pt idx="989">
                  <c:v>0.57518650432</c:v>
                </c:pt>
                <c:pt idx="990">
                  <c:v>0.574874802801</c:v>
                </c:pt>
                <c:pt idx="991">
                  <c:v>0.574506064666</c:v>
                </c:pt>
                <c:pt idx="992">
                  <c:v>0.574079918347</c:v>
                </c:pt>
                <c:pt idx="993">
                  <c:v>0.573596008676</c:v>
                </c:pt>
                <c:pt idx="994">
                  <c:v>0.573053998665</c:v>
                </c:pt>
                <c:pt idx="995">
                  <c:v>0.572453571316</c:v>
                </c:pt>
                <c:pt idx="996">
                  <c:v>0.571794431455</c:v>
                </c:pt>
                <c:pt idx="997">
                  <c:v>0.571076307587</c:v>
                </c:pt>
                <c:pt idx="998">
                  <c:v>0.570298953761</c:v>
                </c:pt>
                <c:pt idx="999">
                  <c:v>0.569462151428</c:v>
                </c:pt>
                <c:pt idx="1000">
                  <c:v>0.568565711296</c:v>
                </c:pt>
                <c:pt idx="1001">
                  <c:v>0.567609475164</c:v>
                </c:pt>
                <c:pt idx="1002">
                  <c:v>0.566593317721</c:v>
                </c:pt>
                <c:pt idx="1003">
                  <c:v>0.565517148319</c:v>
                </c:pt>
                <c:pt idx="1004">
                  <c:v>0.564380912682</c:v>
                </c:pt>
                <c:pt idx="1005">
                  <c:v>0.563184594571</c:v>
                </c:pt>
                <c:pt idx="1006">
                  <c:v>0.561928217371</c:v>
                </c:pt>
                <c:pt idx="1007">
                  <c:v>0.560611845604</c:v>
                </c:pt>
                <c:pt idx="1008">
                  <c:v>0.559235586358</c:v>
                </c:pt>
                <c:pt idx="1009">
                  <c:v>0.557799590618</c:v>
                </c:pt>
                <c:pt idx="1010">
                  <c:v>0.55630405449</c:v>
                </c:pt>
                <c:pt idx="1011">
                  <c:v>0.554749220319</c:v>
                </c:pt>
                <c:pt idx="1012">
                  <c:v>0.553135377682</c:v>
                </c:pt>
                <c:pt idx="1013">
                  <c:v>0.551462864256</c:v>
                </c:pt>
                <c:pt idx="1014">
                  <c:v>0.549732066554</c:v>
                </c:pt>
                <c:pt idx="1015">
                  <c:v>0.54794342052</c:v>
                </c:pt>
                <c:pt idx="1016">
                  <c:v>0.546097411977</c:v>
                </c:pt>
                <c:pt idx="1017">
                  <c:v>0.544194576937</c:v>
                </c:pt>
                <c:pt idx="1018">
                  <c:v>0.542235501742</c:v>
                </c:pt>
                <c:pt idx="1019">
                  <c:v>0.54022082307</c:v>
                </c:pt>
                <c:pt idx="1020">
                  <c:v>0.538151227768</c:v>
                </c:pt>
                <c:pt idx="1021">
                  <c:v>0.536027452537</c:v>
                </c:pt>
                <c:pt idx="1022">
                  <c:v>0.533850283457</c:v>
                </c:pt>
                <c:pt idx="1023">
                  <c:v>0.531620555357</c:v>
                </c:pt>
                <c:pt idx="1024">
                  <c:v>0.529339151026</c:v>
                </c:pt>
                <c:pt idx="1025">
                  <c:v>0.527007000277</c:v>
                </c:pt>
                <c:pt idx="1026">
                  <c:v>0.524625078862</c:v>
                </c:pt>
                <c:pt idx="1027">
                  <c:v>0.522194407235</c:v>
                </c:pt>
                <c:pt idx="1028">
                  <c:v>0.519716049192</c:v>
                </c:pt>
                <c:pt idx="1029">
                  <c:v>0.517191110357</c:v>
                </c:pt>
                <c:pt idx="1030">
                  <c:v>0.51462073656</c:v>
                </c:pt>
                <c:pt idx="1031">
                  <c:v>0.512006112084</c:v>
                </c:pt>
                <c:pt idx="1032">
                  <c:v>0.509348457805</c:v>
                </c:pt>
                <c:pt idx="1033">
                  <c:v>0.506649029228</c:v>
                </c:pt>
                <c:pt idx="1034">
                  <c:v>0.503909114429</c:v>
                </c:pt>
                <c:pt idx="1035">
                  <c:v>0.50113003191</c:v>
                </c:pt>
                <c:pt idx="1036">
                  <c:v>0.49831312838</c:v>
                </c:pt>
                <c:pt idx="1037">
                  <c:v>0.495459776474</c:v>
                </c:pt>
                <c:pt idx="1038">
                  <c:v>0.492571372406</c:v>
                </c:pt>
                <c:pt idx="1039">
                  <c:v>0.48964933359</c:v>
                </c:pt>
                <c:pt idx="1040">
                  <c:v>0.486695096216</c:v>
                </c:pt>
                <c:pt idx="1041">
                  <c:v>0.483710112805</c:v>
                </c:pt>
                <c:pt idx="1042">
                  <c:v>0.480695849745</c:v>
                </c:pt>
                <c:pt idx="1043">
                  <c:v>0.477653784832</c:v>
                </c:pt>
                <c:pt idx="1044">
                  <c:v>0.474585404801</c:v>
                </c:pt>
                <c:pt idx="1045">
                  <c:v>0.471492202887</c:v>
                </c:pt>
                <c:pt idx="1046">
                  <c:v>0.468375676394</c:v>
                </c:pt>
                <c:pt idx="1047">
                  <c:v>0.465237324309</c:v>
                </c:pt>
                <c:pt idx="1048">
                  <c:v>0.462078644951</c:v>
                </c:pt>
                <c:pt idx="1049">
                  <c:v>0.458901133662</c:v>
                </c:pt>
                <c:pt idx="1050">
                  <c:v>0.455706280567</c:v>
                </c:pt>
                <c:pt idx="1051">
                  <c:v>0.452495568383</c:v>
                </c:pt>
                <c:pt idx="1052">
                  <c:v>0.449270470307</c:v>
                </c:pt>
                <c:pt idx="1053">
                  <c:v>0.44603244797</c:v>
                </c:pt>
                <c:pt idx="1054">
                  <c:v>0.442782949478</c:v>
                </c:pt>
                <c:pt idx="1055">
                  <c:v>0.439523407528</c:v>
                </c:pt>
                <c:pt idx="1056">
                  <c:v>0.436255237623</c:v>
                </c:pt>
                <c:pt idx="1057">
                  <c:v>0.432979836368</c:v>
                </c:pt>
                <c:pt idx="1058">
                  <c:v>0.429698579865</c:v>
                </c:pt>
                <c:pt idx="1059">
                  <c:v>0.426412822205</c:v>
                </c:pt>
                <c:pt idx="1060">
                  <c:v>0.423123894058</c:v>
                </c:pt>
                <c:pt idx="1061">
                  <c:v>0.419833101354</c:v>
                </c:pt>
                <c:pt idx="1062">
                  <c:v>0.416541724079</c:v>
                </c:pt>
                <c:pt idx="1063">
                  <c:v>0.413251015156</c:v>
                </c:pt>
                <c:pt idx="1064">
                  <c:v>0.409962199434</c:v>
                </c:pt>
                <c:pt idx="1065">
                  <c:v>0.406676472773</c:v>
                </c:pt>
                <c:pt idx="1066">
                  <c:v>0.403395001228</c:v>
                </c:pt>
                <c:pt idx="1067">
                  <c:v>0.400118920325</c:v>
                </c:pt>
                <c:pt idx="1068">
                  <c:v>0.396849334438</c:v>
                </c:pt>
                <c:pt idx="1069">
                  <c:v>0.39358731625</c:v>
                </c:pt>
                <c:pt idx="1070">
                  <c:v>0.390333906311</c:v>
                </c:pt>
                <c:pt idx="1071">
                  <c:v>0.387090112677</c:v>
                </c:pt>
                <c:pt idx="1072">
                  <c:v>0.383856910633</c:v>
                </c:pt>
                <c:pt idx="1073">
                  <c:v>0.380635242502</c:v>
                </c:pt>
                <c:pt idx="1074">
                  <c:v>0.377426017526</c:v>
                </c:pt>
                <c:pt idx="1075">
                  <c:v>0.374230111819</c:v>
                </c:pt>
                <c:pt idx="1076">
                  <c:v>0.3710483684</c:v>
                </c:pt>
                <c:pt idx="1077">
                  <c:v>0.367881597279</c:v>
                </c:pt>
                <c:pt idx="1078">
                  <c:v>0.364730575618</c:v>
                </c:pt>
                <c:pt idx="1079">
                  <c:v>0.361596047942</c:v>
                </c:pt>
                <c:pt idx="1080">
                  <c:v>0.358478726412</c:v>
                </c:pt>
                <c:pt idx="1081">
                  <c:v>0.355379291149</c:v>
                </c:pt>
                <c:pt idx="1082">
                  <c:v>0.352298390598</c:v>
                </c:pt>
                <c:pt idx="1083">
                  <c:v>0.349236641947</c:v>
                </c:pt>
                <c:pt idx="1084">
                  <c:v>0.346194631584</c:v>
                </c:pt>
                <c:pt idx="1085">
                  <c:v>0.343172915582</c:v>
                </c:pt>
                <c:pt idx="1086">
                  <c:v>0.340172020233</c:v>
                </c:pt>
                <c:pt idx="1087">
                  <c:v>0.337192442601</c:v>
                </c:pt>
                <c:pt idx="1088">
                  <c:v>0.334234651105</c:v>
                </c:pt>
                <c:pt idx="1089">
                  <c:v>0.331299086127</c:v>
                </c:pt>
                <c:pt idx="1090">
                  <c:v>0.328386160645</c:v>
                </c:pt>
                <c:pt idx="1091">
                  <c:v>0.325496260872</c:v>
                </c:pt>
                <c:pt idx="1092">
                  <c:v>0.322629746927</c:v>
                </c:pt>
                <c:pt idx="1093">
                  <c:v>0.319786953504</c:v>
                </c:pt>
                <c:pt idx="1094">
                  <c:v>0.316968190558</c:v>
                </c:pt>
                <c:pt idx="1095">
                  <c:v>0.314173744002</c:v>
                </c:pt>
                <c:pt idx="1096">
                  <c:v>0.311403876401</c:v>
                </c:pt>
                <c:pt idx="1097">
                  <c:v>0.308658827676</c:v>
                </c:pt>
                <c:pt idx="1098">
                  <c:v>0.30593881581</c:v>
                </c:pt>
                <c:pt idx="1099">
                  <c:v>0.303244037547</c:v>
                </c:pt>
                <c:pt idx="1100">
                  <c:v>0.300574669097</c:v>
                </c:pt>
                <c:pt idx="1101">
                  <c:v>0.297930866831</c:v>
                </c:pt>
                <c:pt idx="1102">
                  <c:v>0.295312767976</c:v>
                </c:pt>
                <c:pt idx="1103">
                  <c:v>0.292720491299</c:v>
                </c:pt>
                <c:pt idx="1104">
                  <c:v>0.290154137786</c:v>
                </c:pt>
                <c:pt idx="1105">
                  <c:v>0.287613791312</c:v>
                </c:pt>
                <c:pt idx="1106">
                  <c:v>0.285099519299</c:v>
                </c:pt>
                <c:pt idx="1107">
                  <c:v>0.282611373366</c:v>
                </c:pt>
                <c:pt idx="1108">
                  <c:v>0.280149389965</c:v>
                </c:pt>
                <c:pt idx="1109">
                  <c:v>0.277713591006</c:v>
                </c:pt>
                <c:pt idx="1110">
                  <c:v>0.275303984467</c:v>
                </c:pt>
                <c:pt idx="1111">
                  <c:v>0.272920564992</c:v>
                </c:pt>
                <c:pt idx="1112">
                  <c:v>0.270563314477</c:v>
                </c:pt>
                <c:pt idx="1113">
                  <c:v>0.268232202633</c:v>
                </c:pt>
                <c:pt idx="1114">
                  <c:v>0.265927187545</c:v>
                </c:pt>
                <c:pt idx="1115">
                  <c:v>0.263648216207</c:v>
                </c:pt>
                <c:pt idx="1116">
                  <c:v>0.261395225049</c:v>
                </c:pt>
                <c:pt idx="1117">
                  <c:v>0.259168140437</c:v>
                </c:pt>
                <c:pt idx="1118">
                  <c:v>0.25696687917</c:v>
                </c:pt>
                <c:pt idx="1119">
                  <c:v>0.254791348954</c:v>
                </c:pt>
                <c:pt idx="1120">
                  <c:v>0.252641448858</c:v>
                </c:pt>
                <c:pt idx="1121">
                  <c:v>0.250517069764</c:v>
                </c:pt>
                <c:pt idx="1122">
                  <c:v>0.248418094785</c:v>
                </c:pt>
                <c:pt idx="1123">
                  <c:v>0.246344399684</c:v>
                </c:pt>
                <c:pt idx="1124">
                  <c:v>0.244295853265</c:v>
                </c:pt>
                <c:pt idx="1125">
                  <c:v>0.242272317756</c:v>
                </c:pt>
                <c:pt idx="1126">
                  <c:v>0.24027364917</c:v>
                </c:pt>
                <c:pt idx="1127">
                  <c:v>0.238299697657</c:v>
                </c:pt>
                <c:pt idx="1128">
                  <c:v>0.236350307836</c:v>
                </c:pt>
                <c:pt idx="1129">
                  <c:v>0.234425319113</c:v>
                </c:pt>
                <c:pt idx="1130">
                  <c:v>0.232524565989</c:v>
                </c:pt>
                <c:pt idx="1131">
                  <c:v>0.230647878346</c:v>
                </c:pt>
                <c:pt idx="1132">
                  <c:v>0.228795081725</c:v>
                </c:pt>
                <c:pt idx="1133">
                  <c:v>0.226965997584</c:v>
                </c:pt>
                <c:pt idx="1134">
                  <c:v>0.225160443552</c:v>
                </c:pt>
                <c:pt idx="1135">
                  <c:v>0.22337823366</c:v>
                </c:pt>
                <c:pt idx="1136">
                  <c:v>0.221619178563</c:v>
                </c:pt>
                <c:pt idx="1137">
                  <c:v>0.21988308575</c:v>
                </c:pt>
                <c:pt idx="1138">
                  <c:v>0.21816975974</c:v>
                </c:pt>
                <c:pt idx="1139">
                  <c:v>0.216479002268</c:v>
                </c:pt>
                <c:pt idx="1140">
                  <c:v>0.214810612456</c:v>
                </c:pt>
                <c:pt idx="1141">
                  <c:v>0.213164386977</c:v>
                </c:pt>
                <c:pt idx="1142">
                  <c:v>0.211540120201</c:v>
                </c:pt>
                <c:pt idx="1143">
                  <c:v>0.209937604342</c:v>
                </c:pt>
                <c:pt idx="1144">
                  <c:v>0.208356629578</c:v>
                </c:pt>
                <c:pt idx="1145">
                  <c:v>0.206796984178</c:v>
                </c:pt>
                <c:pt idx="1146">
                  <c:v>0.205258454609</c:v>
                </c:pt>
                <c:pt idx="1147">
                  <c:v>0.203740825633</c:v>
                </c:pt>
                <c:pt idx="1148">
                  <c:v>0.202243880403</c:v>
                </c:pt>
                <c:pt idx="1149">
                  <c:v>0.200767400541</c:v>
                </c:pt>
                <c:pt idx="1150">
                  <c:v>0.199311166215</c:v>
                </c:pt>
                <c:pt idx="1151">
                  <c:v>0.197874956204</c:v>
                </c:pt>
                <c:pt idx="1152">
                  <c:v>0.196458547954</c:v>
                </c:pt>
                <c:pt idx="1153">
                  <c:v>0.195061717633</c:v>
                </c:pt>
                <c:pt idx="1154">
                  <c:v>0.193684240173</c:v>
                </c:pt>
                <c:pt idx="1155">
                  <c:v>0.192325889308</c:v>
                </c:pt>
                <c:pt idx="1156">
                  <c:v>0.190986437602</c:v>
                </c:pt>
                <c:pt idx="1157">
                  <c:v>0.189665656483</c:v>
                </c:pt>
                <c:pt idx="1158">
                  <c:v>0.188363316252</c:v>
                </c:pt>
                <c:pt idx="1159">
                  <c:v>0.187079186107</c:v>
                </c:pt>
                <c:pt idx="1160">
                  <c:v>0.18581303415</c:v>
                </c:pt>
                <c:pt idx="1161">
                  <c:v>0.184564627392</c:v>
                </c:pt>
                <c:pt idx="1162">
                  <c:v>0.183333731755</c:v>
                </c:pt>
                <c:pt idx="1163">
                  <c:v>0.182120112074</c:v>
                </c:pt>
                <c:pt idx="1164">
                  <c:v>0.18092353209</c:v>
                </c:pt>
                <c:pt idx="1165">
                  <c:v>0.179743754442</c:v>
                </c:pt>
                <c:pt idx="1166">
                  <c:v>0.17858054066</c:v>
                </c:pt>
                <c:pt idx="1167">
                  <c:v>0.177433651152</c:v>
                </c:pt>
                <c:pt idx="1168">
                  <c:v>0.176302845195</c:v>
                </c:pt>
                <c:pt idx="1169">
                  <c:v>0.175187880914</c:v>
                </c:pt>
                <c:pt idx="1170">
                  <c:v>0.174088515278</c:v>
                </c:pt>
                <c:pt idx="1171">
                  <c:v>0.173004504077</c:v>
                </c:pt>
                <c:pt idx="1172">
                  <c:v>0.171935601916</c:v>
                </c:pt>
                <c:pt idx="1173">
                  <c:v>0.170881562196</c:v>
                </c:pt>
                <c:pt idx="1174">
                  <c:v>0.169842137106</c:v>
                </c:pt>
                <c:pt idx="1175">
                  <c:v>0.168817077614</c:v>
                </c:pt>
                <c:pt idx="1176">
                  <c:v>0.167806133459</c:v>
                </c:pt>
                <c:pt idx="1177">
                  <c:v>0.166809053144</c:v>
                </c:pt>
                <c:pt idx="1178">
                  <c:v>0.16582558394</c:v>
                </c:pt>
                <c:pt idx="1179">
                  <c:v>0.164855471885</c:v>
                </c:pt>
                <c:pt idx="1180">
                  <c:v>0.163898461792</c:v>
                </c:pt>
                <c:pt idx="1181">
                  <c:v>0.162954297258</c:v>
                </c:pt>
                <c:pt idx="1182">
                  <c:v>0.162022720687</c:v>
                </c:pt>
                <c:pt idx="1183">
                  <c:v>0.161103473304</c:v>
                </c:pt>
                <c:pt idx="1184">
                  <c:v>0.16019629519</c:v>
                </c:pt>
                <c:pt idx="1185">
                  <c:v>0.159300925314</c:v>
                </c:pt>
                <c:pt idx="1186">
                  <c:v>0.158417101573</c:v>
                </c:pt>
                <c:pt idx="1187">
                  <c:v>0.157544560845</c:v>
                </c:pt>
                <c:pt idx="1188">
                  <c:v>0.156683039042</c:v>
                </c:pt>
                <c:pt idx="1189">
                  <c:v>0.155832271177</c:v>
                </c:pt>
                <c:pt idx="1190">
                  <c:v>0.154991991438</c:v>
                </c:pt>
                <c:pt idx="1191">
                  <c:v>0.154161933266</c:v>
                </c:pt>
                <c:pt idx="1192">
                  <c:v>0.153341829451</c:v>
                </c:pt>
                <c:pt idx="1193">
                  <c:v>0.152531412226</c:v>
                </c:pt>
                <c:pt idx="1194">
                  <c:v>0.151730413384</c:v>
                </c:pt>
                <c:pt idx="1195">
                  <c:v>0.150938564391</c:v>
                </c:pt>
                <c:pt idx="1196">
                  <c:v>0.150155596518</c:v>
                </c:pt>
                <c:pt idx="1197">
                  <c:v>0.14938124098</c:v>
                </c:pt>
                <c:pt idx="1198">
                  <c:v>0.148615229083</c:v>
                </c:pt>
                <c:pt idx="1199">
                  <c:v>0.147857292384</c:v>
                </c:pt>
                <c:pt idx="1200">
                  <c:v>0.147107162858</c:v>
                </c:pt>
                <c:pt idx="1201">
                  <c:v>0.146364573076</c:v>
                </c:pt>
                <c:pt idx="1202">
                  <c:v>0.145629256396</c:v>
                </c:pt>
                <c:pt idx="1203">
                  <c:v>0.144900947154</c:v>
                </c:pt>
                <c:pt idx="1204">
                  <c:v>0.144179380872</c:v>
                </c:pt>
                <c:pt idx="1205">
                  <c:v>0.143464294474</c:v>
                </c:pt>
                <c:pt idx="1206">
                  <c:v>0.142755426504</c:v>
                </c:pt>
                <c:pt idx="1207">
                  <c:v>0.142052517359</c:v>
                </c:pt>
                <c:pt idx="1208">
                  <c:v>0.141355309524</c:v>
                </c:pt>
                <c:pt idx="1209">
                  <c:v>0.140663547815</c:v>
                </c:pt>
                <c:pt idx="1210">
                  <c:v>0.139976979629</c:v>
                </c:pt>
                <c:pt idx="1211">
                  <c:v>0.139295355196</c:v>
                </c:pt>
                <c:pt idx="1212">
                  <c:v>0.138618427838</c:v>
                </c:pt>
                <c:pt idx="1213">
                  <c:v>0.13794595423</c:v>
                </c:pt>
                <c:pt idx="1214">
                  <c:v>0.137277694662</c:v>
                </c:pt>
                <c:pt idx="1215">
                  <c:v>0.136613413306</c:v>
                </c:pt>
                <c:pt idx="1216">
                  <c:v>0.13595287848</c:v>
                </c:pt>
                <c:pt idx="1217">
                  <c:v>0.135295862913</c:v>
                </c:pt>
                <c:pt idx="1218">
                  <c:v>0.134642144009</c:v>
                </c:pt>
                <c:pt idx="1219">
                  <c:v>0.133991504104</c:v>
                </c:pt>
                <c:pt idx="1220">
                  <c:v>0.133343730726</c:v>
                </c:pt>
                <c:pt idx="1221">
                  <c:v>0.132698616845</c:v>
                </c:pt>
                <c:pt idx="1222">
                  <c:v>0.132055961116</c:v>
                </c:pt>
                <c:pt idx="1223">
                  <c:v>0.131415568122</c:v>
                </c:pt>
                <c:pt idx="1224">
                  <c:v>0.130777248596</c:v>
                </c:pt>
                <c:pt idx="1225">
                  <c:v>0.130140819649</c:v>
                </c:pt>
                <c:pt idx="1226">
                  <c:v>0.129506104973</c:v>
                </c:pt>
                <c:pt idx="1227">
                  <c:v>0.128872935042</c:v>
                </c:pt>
                <c:pt idx="1228">
                  <c:v>0.128241147295</c:v>
                </c:pt>
                <c:pt idx="1229">
                  <c:v>0.127610586311</c:v>
                </c:pt>
                <c:pt idx="1230">
                  <c:v>0.126981103961</c:v>
                </c:pt>
                <c:pt idx="1231">
                  <c:v>0.126352559556</c:v>
                </c:pt>
                <c:pt idx="1232">
                  <c:v>0.125724819967</c:v>
                </c:pt>
                <c:pt idx="1233">
                  <c:v>0.125097759736</c:v>
                </c:pt>
                <c:pt idx="1234">
                  <c:v>0.124471261169</c:v>
                </c:pt>
                <c:pt idx="1235">
                  <c:v>0.123845214408</c:v>
                </c:pt>
                <c:pt idx="1236">
                  <c:v>0.123219517488</c:v>
                </c:pt>
                <c:pt idx="1237">
                  <c:v>0.122594076372</c:v>
                </c:pt>
                <c:pt idx="1238">
                  <c:v>0.121968804969</c:v>
                </c:pt>
                <c:pt idx="1239">
                  <c:v>0.121343625135</c:v>
                </c:pt>
                <c:pt idx="1240">
                  <c:v>0.120718466651</c:v>
                </c:pt>
                <c:pt idx="1241">
                  <c:v>0.120093267185</c:v>
                </c:pt>
                <c:pt idx="1242">
                  <c:v>0.119467972233</c:v>
                </c:pt>
                <c:pt idx="1243">
                  <c:v>0.118842535043</c:v>
                </c:pt>
                <c:pt idx="1244">
                  <c:v>0.11821691652</c:v>
                </c:pt>
                <c:pt idx="1245">
                  <c:v>0.117591085115</c:v>
                </c:pt>
                <c:pt idx="1246">
                  <c:v>0.116965016692</c:v>
                </c:pt>
                <c:pt idx="1247">
                  <c:v>0.116338694387</c:v>
                </c:pt>
                <c:pt idx="1248">
                  <c:v>0.115712108439</c:v>
                </c:pt>
                <c:pt idx="1249">
                  <c:v>0.115085256019</c:v>
                </c:pt>
                <c:pt idx="1250">
                  <c:v>0.114458141033</c:v>
                </c:pt>
                <c:pt idx="1251">
                  <c:v>0.113830773921</c:v>
                </c:pt>
                <c:pt idx="1252">
                  <c:v>0.113203171438</c:v>
                </c:pt>
                <c:pt idx="1253">
                  <c:v>0.112575356424</c:v>
                </c:pt>
                <c:pt idx="1254">
                  <c:v>0.111947357566</c:v>
                </c:pt>
                <c:pt idx="1255">
                  <c:v>0.11131920915</c:v>
                </c:pt>
                <c:pt idx="1256">
                  <c:v>0.110690950801</c:v>
                </c:pt>
                <c:pt idx="1257">
                  <c:v>0.110062627222</c:v>
                </c:pt>
                <c:pt idx="1258">
                  <c:v>0.109434287923</c:v>
                </c:pt>
                <c:pt idx="1259">
                  <c:v>0.108805986945</c:v>
                </c:pt>
                <c:pt idx="1260">
                  <c:v>0.108177782582</c:v>
                </c:pt>
                <c:pt idx="1261">
                  <c:v>0.107549737101</c:v>
                </c:pt>
                <c:pt idx="1262">
                  <c:v>0.106921916456</c:v>
                </c:pt>
                <c:pt idx="1263">
                  <c:v>0.106294390006</c:v>
                </c:pt>
                <c:pt idx="1264">
                  <c:v>0.105667230231</c:v>
                </c:pt>
                <c:pt idx="1265">
                  <c:v>0.105040512452</c:v>
                </c:pt>
                <c:pt idx="1266">
                  <c:v>0.104414314549</c:v>
                </c:pt>
                <c:pt idx="1267">
                  <c:v>0.103788716686</c:v>
                </c:pt>
                <c:pt idx="1268">
                  <c:v>0.103163801038</c:v>
                </c:pt>
                <c:pt idx="1269">
                  <c:v>0.102539651526</c:v>
                </c:pt>
                <c:pt idx="1270">
                  <c:v>0.10191635355</c:v>
                </c:pt>
                <c:pt idx="1271">
                  <c:v>0.101293993741</c:v>
                </c:pt>
                <c:pt idx="1272">
                  <c:v>0.100672659705</c:v>
                </c:pt>
                <c:pt idx="1273">
                  <c:v>0.100052439788</c:v>
                </c:pt>
                <c:pt idx="1274">
                  <c:v>0.0994334228356</c:v>
                </c:pt>
                <c:pt idx="1275">
                  <c:v>0.0988156979763</c:v>
                </c:pt>
                <c:pt idx="1276">
                  <c:v>0.0981993543989</c:v>
                </c:pt>
                <c:pt idx="1277">
                  <c:v>0.0975844811481</c:v>
                </c:pt>
                <c:pt idx="1278">
                  <c:v>0.0969711669261</c:v>
                </c:pt>
                <c:pt idx="1279">
                  <c:v>0.0963594999045</c:v>
                </c:pt>
                <c:pt idx="1280">
                  <c:v>0.0957495675451</c:v>
                </c:pt>
                <c:pt idx="1281">
                  <c:v>0.0951414564319</c:v>
                </c:pt>
                <c:pt idx="1282">
                  <c:v>0.0945352521113</c:v>
                </c:pt>
                <c:pt idx="1283">
                  <c:v>0.0939310389435</c:v>
                </c:pt>
                <c:pt idx="1284">
                  <c:v>0.0933288999627</c:v>
                </c:pt>
                <c:pt idx="1285">
                  <c:v>0.0927289167482</c:v>
                </c:pt>
                <c:pt idx="1286">
                  <c:v>0.0921311693036</c:v>
                </c:pt>
                <c:pt idx="1287">
                  <c:v>0.0915357359475</c:v>
                </c:pt>
                <c:pt idx="1288">
                  <c:v>0.0909426932112</c:v>
                </c:pt>
                <c:pt idx="1289">
                  <c:v>0.0903521157479</c:v>
                </c:pt>
                <c:pt idx="1290">
                  <c:v>0.0897640762491</c:v>
                </c:pt>
                <c:pt idx="1291">
                  <c:v>0.0891786453705</c:v>
                </c:pt>
                <c:pt idx="1292">
                  <c:v>0.0885958916661</c:v>
                </c:pt>
                <c:pt idx="1293">
                  <c:v>0.0880158815304</c:v>
                </c:pt>
                <c:pt idx="1294">
                  <c:v>0.0874386791487</c:v>
                </c:pt>
                <c:pt idx="1295">
                  <c:v>0.0868643464544</c:v>
                </c:pt>
                <c:pt idx="1296">
                  <c:v>0.0862929430945</c:v>
                </c:pt>
                <c:pt idx="1297">
                  <c:v>0.0857245264008</c:v>
                </c:pt>
                <c:pt idx="1298">
                  <c:v>0.0851591513687</c:v>
                </c:pt>
                <c:pt idx="1299">
                  <c:v>0.0845968706419</c:v>
                </c:pt>
                <c:pt idx="1300">
                  <c:v>0.0840377345029</c:v>
                </c:pt>
                <c:pt idx="1301">
                  <c:v>0.0834817908692</c:v>
                </c:pt>
                <c:pt idx="1302">
                  <c:v>0.0829290852952</c:v>
                </c:pt>
                <c:pt idx="1303">
                  <c:v>0.0823796609785</c:v>
                </c:pt>
                <c:pt idx="1304">
                  <c:v>0.0818335587711</c:v>
                </c:pt>
                <c:pt idx="1305">
                  <c:v>0.081290817195</c:v>
                </c:pt>
                <c:pt idx="1306">
                  <c:v>0.0807514724622</c:v>
                </c:pt>
                <c:pt idx="1307">
                  <c:v>0.0802155584974</c:v>
                </c:pt>
                <c:pt idx="1308">
                  <c:v>0.0796831069656</c:v>
                </c:pt>
                <c:pt idx="1309">
                  <c:v>0.0791541473015</c:v>
                </c:pt>
                <c:pt idx="1310">
                  <c:v>0.0786287067431</c:v>
                </c:pt>
                <c:pt idx="1311">
                  <c:v>0.0781068103667</c:v>
                </c:pt>
                <c:pt idx="1312">
                  <c:v>0.0775884811257</c:v>
                </c:pt>
                <c:pt idx="1313">
                  <c:v>0.0770737398902</c:v>
                </c:pt>
                <c:pt idx="1314">
                  <c:v>0.0765626054895</c:v>
                </c:pt>
                <c:pt idx="1315">
                  <c:v>0.076055094756</c:v>
                </c:pt>
                <c:pt idx="1316">
                  <c:v>0.0755512225705</c:v>
                </c:pt>
                <c:pt idx="1317">
                  <c:v>0.0750510019091</c:v>
                </c:pt>
                <c:pt idx="1318">
                  <c:v>0.0745544438906</c:v>
                </c:pt>
                <c:pt idx="1319">
                  <c:v>0.0740615578262</c:v>
                </c:pt>
                <c:pt idx="1320">
                  <c:v>0.0735723512679</c:v>
                </c:pt>
                <c:pt idx="1321">
                  <c:v>0.0730868300597</c:v>
                </c:pt>
                <c:pt idx="1322">
                  <c:v>0.0726049983875</c:v>
                </c:pt>
                <c:pt idx="1323">
                  <c:v>0.0721268588306</c:v>
                </c:pt>
                <c:pt idx="1324">
                  <c:v>0.0716524124125</c:v>
                </c:pt>
                <c:pt idx="1325">
                  <c:v>0.0711816586519</c:v>
                </c:pt>
                <c:pt idx="1326">
                  <c:v>0.0707145956146</c:v>
                </c:pt>
                <c:pt idx="1327">
                  <c:v>0.0702512199635</c:v>
                </c:pt>
                <c:pt idx="1328">
                  <c:v>0.0697915270102</c:v>
                </c:pt>
                <c:pt idx="1329">
                  <c:v>0.0693355107645</c:v>
                </c:pt>
                <c:pt idx="1330">
                  <c:v>0.0688831639851</c:v>
                </c:pt>
                <c:pt idx="1331">
                  <c:v>0.0684344782284</c:v>
                </c:pt>
                <c:pt idx="1332">
                  <c:v>0.0679894438976</c:v>
                </c:pt>
                <c:pt idx="1333">
                  <c:v>0.0675480502907</c:v>
                </c:pt>
                <c:pt idx="1334">
                  <c:v>0.067110285648</c:v>
                </c:pt>
                <c:pt idx="1335">
                  <c:v>0.0666761371986</c:v>
                </c:pt>
                <c:pt idx="1336">
                  <c:v>0.0662455912066</c:v>
                </c:pt>
                <c:pt idx="1337">
                  <c:v>0.0658186330155</c:v>
                </c:pt>
                <c:pt idx="1338">
                  <c:v>0.0653952470929</c:v>
                </c:pt>
                <c:pt idx="1339">
                  <c:v>0.0649754170733</c:v>
                </c:pt>
                <c:pt idx="1340">
                  <c:v>0.0645591258002</c:v>
                </c:pt>
                <c:pt idx="1341">
                  <c:v>0.0641463553676</c:v>
                </c:pt>
                <c:pt idx="1342">
                  <c:v>0.0637370871601</c:v>
                </c:pt>
                <c:pt idx="1343">
                  <c:v>0.0633313018922</c:v>
                </c:pt>
                <c:pt idx="1344">
                  <c:v>0.0629289796462</c:v>
                </c:pt>
                <c:pt idx="1345">
                  <c:v>0.0625300999096</c:v>
                </c:pt>
                <c:pt idx="1346">
                  <c:v>0.0621346416112</c:v>
                </c:pt>
                <c:pt idx="1347">
                  <c:v>0.061742583156</c:v>
                </c:pt>
                <c:pt idx="1348">
                  <c:v>0.0613539024593</c:v>
                </c:pt>
                <c:pt idx="1349">
                  <c:v>0.0609685769798</c:v>
                </c:pt>
                <c:pt idx="1350">
                  <c:v>0.0605865837511</c:v>
                </c:pt>
                <c:pt idx="1351">
                  <c:v>0.060207899413</c:v>
                </c:pt>
                <c:pt idx="1352">
                  <c:v>0.0598325002412</c:v>
                </c:pt>
                <c:pt idx="1353">
                  <c:v>0.0594603621763</c:v>
                </c:pt>
                <c:pt idx="1354">
                  <c:v>0.0590914608513</c:v>
                </c:pt>
                <c:pt idx="1355">
                  <c:v>0.0587257716187</c:v>
                </c:pt>
                <c:pt idx="1356">
                  <c:v>0.0583632695763</c:v>
                </c:pt>
                <c:pt idx="1357">
                  <c:v>0.0580039295921</c:v>
                </c:pt>
                <c:pt idx="1358">
                  <c:v>0.0576477263284</c:v>
                </c:pt>
                <c:pt idx="1359">
                  <c:v>0.0572946342646</c:v>
                </c:pt>
                <c:pt idx="1360">
                  <c:v>0.0569446277192</c:v>
                </c:pt>
                <c:pt idx="1361">
                  <c:v>0.0565976808717</c:v>
                </c:pt>
                <c:pt idx="1362">
                  <c:v>0.0562537677821</c:v>
                </c:pt>
                <c:pt idx="1363">
                  <c:v>0.0559128624108</c:v>
                </c:pt>
                <c:pt idx="1364">
                  <c:v>0.0555749386374</c:v>
                </c:pt>
                <c:pt idx="1365">
                  <c:v>0.0552399702783</c:v>
                </c:pt>
                <c:pt idx="1366">
                  <c:v>0.0549079311037</c:v>
                </c:pt>
                <c:pt idx="1367">
                  <c:v>0.0545787948543</c:v>
                </c:pt>
                <c:pt idx="1368">
                  <c:v>0.0542525352562</c:v>
                </c:pt>
                <c:pt idx="1369">
                  <c:v>0.0539291260364</c:v>
                </c:pt>
                <c:pt idx="1370">
                  <c:v>0.0536085409363</c:v>
                </c:pt>
                <c:pt idx="1371">
                  <c:v>0.0532907537255</c:v>
                </c:pt>
                <c:pt idx="1372">
                  <c:v>0.0529757382142</c:v>
                </c:pt>
                <c:pt idx="1373">
                  <c:v>0.0526634682657</c:v>
                </c:pt>
                <c:pt idx="1374">
                  <c:v>0.0523539178076</c:v>
                </c:pt>
                <c:pt idx="1375">
                  <c:v>0.0520470608426</c:v>
                </c:pt>
                <c:pt idx="1376">
                  <c:v>0.0517428714593</c:v>
                </c:pt>
                <c:pt idx="1377">
                  <c:v>0.051441323841</c:v>
                </c:pt>
                <c:pt idx="1378">
                  <c:v>0.0511423922759</c:v>
                </c:pt>
                <c:pt idx="1379">
                  <c:v>0.050846051165</c:v>
                </c:pt>
                <c:pt idx="1380">
                  <c:v>0.0505522750307</c:v>
                </c:pt>
                <c:pt idx="1381">
                  <c:v>0.050261038524</c:v>
                </c:pt>
                <c:pt idx="1382">
                  <c:v>0.0499723164323</c:v>
                </c:pt>
                <c:pt idx="1383">
                  <c:v>0.0496860836855</c:v>
                </c:pt>
                <c:pt idx="1384">
                  <c:v>0.0494023153628</c:v>
                </c:pt>
                <c:pt idx="1385">
                  <c:v>0.0491209866985</c:v>
                </c:pt>
                <c:pt idx="1386">
                  <c:v>0.048842073087</c:v>
                </c:pt>
                <c:pt idx="1387">
                  <c:v>0.0485655500886</c:v>
                </c:pt>
                <c:pt idx="1388">
                  <c:v>0.0482913934339</c:v>
                </c:pt>
                <c:pt idx="1389">
                  <c:v>0.0480195790281</c:v>
                </c:pt>
                <c:pt idx="1390">
                  <c:v>0.0477500829551</c:v>
                </c:pt>
                <c:pt idx="1391">
                  <c:v>0.0474828814814</c:v>
                </c:pt>
                <c:pt idx="1392">
                  <c:v>0.0472179510593</c:v>
                </c:pt>
                <c:pt idx="1393">
                  <c:v>0.0469552683301</c:v>
                </c:pt>
                <c:pt idx="1394">
                  <c:v>0.0466948101269</c:v>
                </c:pt>
                <c:pt idx="1395">
                  <c:v>0.0464365534771</c:v>
                </c:pt>
                <c:pt idx="1396">
                  <c:v>0.0461804756048</c:v>
                </c:pt>
                <c:pt idx="1397">
                  <c:v>0.045926553933</c:v>
                </c:pt>
                <c:pt idx="1398">
                  <c:v>0.045674766085</c:v>
                </c:pt>
                <c:pt idx="1399">
                  <c:v>0.0454250898863</c:v>
                </c:pt>
                <c:pt idx="1400">
                  <c:v>0.045177503366</c:v>
                </c:pt>
                <c:pt idx="1401">
                  <c:v>0.0449319847578</c:v>
                </c:pt>
                <c:pt idx="1402">
                  <c:v>0.0446885125011</c:v>
                </c:pt>
                <c:pt idx="1403">
                  <c:v>0.044447065242</c:v>
                </c:pt>
                <c:pt idx="1404">
                  <c:v>0.0442076218334</c:v>
                </c:pt>
                <c:pt idx="1405">
                  <c:v>0.043970161336</c:v>
                </c:pt>
                <c:pt idx="1406">
                  <c:v>0.0437346630183</c:v>
                </c:pt>
                <c:pt idx="1407">
                  <c:v>0.043501106357</c:v>
                </c:pt>
                <c:pt idx="1408">
                  <c:v>0.0432694710367</c:v>
                </c:pt>
                <c:pt idx="1409">
                  <c:v>0.0430397369501</c:v>
                </c:pt>
                <c:pt idx="1410">
                  <c:v>0.0428118841978</c:v>
                </c:pt>
                <c:pt idx="1411">
                  <c:v>0.0425858930874</c:v>
                </c:pt>
                <c:pt idx="1412">
                  <c:v>0.0423617441338</c:v>
                </c:pt>
                <c:pt idx="1413">
                  <c:v>0.042139418058</c:v>
                </c:pt>
                <c:pt idx="1414">
                  <c:v>0.0419188957869</c:v>
                </c:pt>
                <c:pt idx="1415">
                  <c:v>0.0417001584522</c:v>
                </c:pt>
                <c:pt idx="1416">
                  <c:v>0.0414831873898</c:v>
                </c:pt>
                <c:pt idx="1417">
                  <c:v>0.0412679641387</c:v>
                </c:pt>
                <c:pt idx="1418">
                  <c:v>0.04105447044</c:v>
                </c:pt>
                <c:pt idx="1419">
                  <c:v>0.040842688236</c:v>
                </c:pt>
                <c:pt idx="1420">
                  <c:v>0.0406325996688</c:v>
                </c:pt>
                <c:pt idx="1421">
                  <c:v>0.0404241870794</c:v>
                </c:pt>
                <c:pt idx="1422">
                  <c:v>0.0402174330062</c:v>
                </c:pt>
                <c:pt idx="1423">
                  <c:v>0.0400123201838</c:v>
                </c:pt>
                <c:pt idx="1424">
                  <c:v>0.0398088315414</c:v>
                </c:pt>
                <c:pt idx="1425">
                  <c:v>0.0396069502019</c:v>
                </c:pt>
                <c:pt idx="1426">
                  <c:v>0.0394066594798</c:v>
                </c:pt>
                <c:pt idx="1427">
                  <c:v>0.0392079428804</c:v>
                </c:pt>
                <c:pt idx="1428">
                  <c:v>0.0390107840975</c:v>
                </c:pt>
                <c:pt idx="1429">
                  <c:v>0.0388151670126</c:v>
                </c:pt>
                <c:pt idx="1430">
                  <c:v>0.0386210756928</c:v>
                </c:pt>
                <c:pt idx="1431">
                  <c:v>0.0384284943892</c:v>
                </c:pt>
                <c:pt idx="1432">
                  <c:v>0.0382374075357</c:v>
                </c:pt>
                <c:pt idx="1433">
                  <c:v>0.0380477997469</c:v>
                </c:pt>
                <c:pt idx="1434">
                  <c:v>0.0378596558163</c:v>
                </c:pt>
                <c:pt idx="1435">
                  <c:v>0.0376729607153</c:v>
                </c:pt>
                <c:pt idx="1436">
                  <c:v>0.0374876995907</c:v>
                </c:pt>
                <c:pt idx="1437">
                  <c:v>0.0373038577634</c:v>
                </c:pt>
                <c:pt idx="1438">
                  <c:v>0.0371214207267</c:v>
                </c:pt>
                <c:pt idx="1439">
                  <c:v>0.0369403741442</c:v>
                </c:pt>
                <c:pt idx="1440">
                  <c:v>0.0367607038484</c:v>
                </c:pt>
                <c:pt idx="1441">
                  <c:v>0.0365823958387</c:v>
                </c:pt>
                <c:pt idx="1442">
                  <c:v>0.03640543628</c:v>
                </c:pt>
                <c:pt idx="1443">
                  <c:v>0.0362298115003</c:v>
                </c:pt>
                <c:pt idx="1444">
                  <c:v>0.0360555079896</c:v>
                </c:pt>
                <c:pt idx="1445">
                  <c:v>0.0358825123976</c:v>
                </c:pt>
                <c:pt idx="1446">
                  <c:v>0.0357108115325</c:v>
                </c:pt>
                <c:pt idx="1447">
                  <c:v>0.0355403923586</c:v>
                </c:pt>
                <c:pt idx="1448">
                  <c:v>0.0353712419949</c:v>
                </c:pt>
                <c:pt idx="1449">
                  <c:v>0.0352033477133</c:v>
                </c:pt>
                <c:pt idx="1450">
                  <c:v>0.035036696937</c:v>
                </c:pt>
                <c:pt idx="1451">
                  <c:v>0.0348712772383</c:v>
                </c:pt>
                <c:pt idx="1452">
                  <c:v>0.0347070763374</c:v>
                </c:pt>
                <c:pt idx="1453">
                  <c:v>0.0345440821002</c:v>
                </c:pt>
                <c:pt idx="1454">
                  <c:v>0.034382282537</c:v>
                </c:pt>
                <c:pt idx="1455">
                  <c:v>0.0342216658004</c:v>
                </c:pt>
                <c:pt idx="1456">
                  <c:v>0.034062220184</c:v>
                </c:pt>
                <c:pt idx="1457">
                  <c:v>0.0339039341203</c:v>
                </c:pt>
                <c:pt idx="1458">
                  <c:v>0.0337467961793</c:v>
                </c:pt>
                <c:pt idx="1459">
                  <c:v>0.0335907950666</c:v>
                </c:pt>
                <c:pt idx="1460">
                  <c:v>0.0334359196222</c:v>
                </c:pt>
                <c:pt idx="1461">
                  <c:v>0.0332821588182</c:v>
                </c:pt>
                <c:pt idx="1462">
                  <c:v>0.0331295017577</c:v>
                </c:pt>
                <c:pt idx="1463">
                  <c:v>0.0329779376729</c:v>
                </c:pt>
                <c:pt idx="1464">
                  <c:v>0.0328274559236</c:v>
                </c:pt>
                <c:pt idx="1465">
                  <c:v>0.0326780459958</c:v>
                </c:pt>
                <c:pt idx="1466">
                  <c:v>0.0325296974995</c:v>
                </c:pt>
                <c:pt idx="1467">
                  <c:v>0.032382400168</c:v>
                </c:pt>
                <c:pt idx="1468">
                  <c:v>0.0322361438557</c:v>
                </c:pt>
                <c:pt idx="1469">
                  <c:v>0.0320909185367</c:v>
                </c:pt>
                <c:pt idx="1470">
                  <c:v>0.0319467143034</c:v>
                </c:pt>
                <c:pt idx="1471">
                  <c:v>0.0318035213653</c:v>
                </c:pt>
                <c:pt idx="1472">
                  <c:v>0.0316613300466</c:v>
                </c:pt>
                <c:pt idx="1473">
                  <c:v>0.0315201307858</c:v>
                </c:pt>
                <c:pt idx="1474">
                  <c:v>0.0313799141334</c:v>
                </c:pt>
                <c:pt idx="1475">
                  <c:v>0.031240670751</c:v>
                </c:pt>
                <c:pt idx="1476">
                  <c:v>0.0311023914097</c:v>
                </c:pt>
                <c:pt idx="1477">
                  <c:v>0.0309650669885</c:v>
                </c:pt>
                <c:pt idx="1478">
                  <c:v>0.0308286884733</c:v>
                </c:pt>
                <c:pt idx="1479">
                  <c:v>0.0306932469552</c:v>
                </c:pt>
                <c:pt idx="1480">
                  <c:v>0.0305587336292</c:v>
                </c:pt>
                <c:pt idx="1481">
                  <c:v>0.0304251397929</c:v>
                </c:pt>
                <c:pt idx="1482">
                  <c:v>0.0302924568453</c:v>
                </c:pt>
                <c:pt idx="1483">
                  <c:v>0.0301606762853</c:v>
                </c:pt>
                <c:pt idx="1484">
                  <c:v>0.0300297897104</c:v>
                </c:pt>
                <c:pt idx="1485">
                  <c:v>0.0298997888154</c:v>
                </c:pt>
                <c:pt idx="1486">
                  <c:v>0.0297706653915</c:v>
                </c:pt>
                <c:pt idx="1487">
                  <c:v>0.0296424113245</c:v>
                </c:pt>
                <c:pt idx="1488">
                  <c:v>0.0295150185939</c:v>
                </c:pt>
                <c:pt idx="1489">
                  <c:v>0.0293884792716</c:v>
                </c:pt>
                <c:pt idx="1490">
                  <c:v>0.0292627855207</c:v>
                </c:pt>
                <c:pt idx="1491">
                  <c:v>0.0291379295943</c:v>
                </c:pt>
                <c:pt idx="1492">
                  <c:v>0.0290139038344</c:v>
                </c:pt>
                <c:pt idx="1493">
                  <c:v>0.0288907006706</c:v>
                </c:pt>
                <c:pt idx="1494">
                  <c:v>0.028768312619</c:v>
                </c:pt>
                <c:pt idx="1495">
                  <c:v>0.0286467322812</c:v>
                </c:pt>
                <c:pt idx="1496">
                  <c:v>0.0285259523431</c:v>
                </c:pt>
                <c:pt idx="1497">
                  <c:v>0.0284059655736</c:v>
                </c:pt>
                <c:pt idx="1498">
                  <c:v>0.0282867648239</c:v>
                </c:pt>
                <c:pt idx="1499">
                  <c:v>0.0281683430261</c:v>
                </c:pt>
                <c:pt idx="1500">
                  <c:v>0.0280506931923</c:v>
                </c:pt>
                <c:pt idx="1501">
                  <c:v>0.0279338084135</c:v>
                </c:pt>
                <c:pt idx="1502">
                  <c:v>0.0278176818588</c:v>
                </c:pt>
                <c:pt idx="1503">
                  <c:v>0.0277023067738</c:v>
                </c:pt>
                <c:pt idx="1504">
                  <c:v>0.0275876764803</c:v>
                </c:pt>
                <c:pt idx="1505">
                  <c:v>0.0274737843749</c:v>
                </c:pt>
                <c:pt idx="1506">
                  <c:v>0.027360623928</c:v>
                </c:pt>
                <c:pt idx="1507">
                  <c:v>0.0272481886831</c:v>
                </c:pt>
                <c:pt idx="1508">
                  <c:v>0.0271364722556</c:v>
                </c:pt>
                <c:pt idx="1509">
                  <c:v>0.0270254683321</c:v>
                </c:pt>
                <c:pt idx="1510">
                  <c:v>0.0269151706691</c:v>
                </c:pt>
                <c:pt idx="1511">
                  <c:v>0.0268055730926</c:v>
                </c:pt>
                <c:pt idx="1512">
                  <c:v>0.0266966694968</c:v>
                </c:pt>
                <c:pt idx="1513">
                  <c:v>0.0265884538434</c:v>
                </c:pt>
                <c:pt idx="1514">
                  <c:v>0.0264809201605</c:v>
                </c:pt>
                <c:pt idx="1515">
                  <c:v>0.0263740625421</c:v>
                </c:pt>
                <c:pt idx="1516">
                  <c:v>0.0262678751471</c:v>
                </c:pt>
                <c:pt idx="1517">
                  <c:v>0.0261623521983</c:v>
                </c:pt>
                <c:pt idx="1518">
                  <c:v>0.0260574879816</c:v>
                </c:pt>
                <c:pt idx="1519">
                  <c:v>0.0259532768457</c:v>
                </c:pt>
                <c:pt idx="1520">
                  <c:v>0.0258497132003</c:v>
                </c:pt>
                <c:pt idx="1521">
                  <c:v>0.0257467915164</c:v>
                </c:pt>
                <c:pt idx="1522">
                  <c:v>0.0256445063248</c:v>
                </c:pt>
                <c:pt idx="1523">
                  <c:v>0.0255428522154</c:v>
                </c:pt>
                <c:pt idx="1524">
                  <c:v>0.0254418238368</c:v>
                </c:pt>
                <c:pt idx="1525">
                  <c:v>0.0253414158952</c:v>
                </c:pt>
                <c:pt idx="1526">
                  <c:v>0.0252416231539</c:v>
                </c:pt>
                <c:pt idx="1527">
                  <c:v>0.0251424404323</c:v>
                </c:pt>
                <c:pt idx="1528">
                  <c:v>0.0250438626056</c:v>
                </c:pt>
                <c:pt idx="1529">
                  <c:v>0.0249458846035</c:v>
                </c:pt>
                <c:pt idx="1530">
                  <c:v>0.0248485014102</c:v>
                </c:pt>
                <c:pt idx="1531">
                  <c:v>0.024751708063</c:v>
                </c:pt>
                <c:pt idx="1532">
                  <c:v>0.0246554996522</c:v>
                </c:pt>
                <c:pt idx="1533">
                  <c:v>0.0245598713202</c:v>
                </c:pt>
                <c:pt idx="1534">
                  <c:v>0.0244648182607</c:v>
                </c:pt>
                <c:pt idx="1535">
                  <c:v>0.0243703357184</c:v>
                </c:pt>
                <c:pt idx="1536">
                  <c:v>0.0242764189879</c:v>
                </c:pt>
                <c:pt idx="1537">
                  <c:v>0.0241830634136</c:v>
                </c:pt>
                <c:pt idx="1538">
                  <c:v>0.0240902643885</c:v>
                </c:pt>
                <c:pt idx="1539">
                  <c:v>0.0239980173542</c:v>
                </c:pt>
                <c:pt idx="1540">
                  <c:v>0.0239063177997</c:v>
                </c:pt>
                <c:pt idx="1541">
                  <c:v>0.0238151612612</c:v>
                </c:pt>
                <c:pt idx="1542">
                  <c:v>0.0237245433214</c:v>
                </c:pt>
                <c:pt idx="1543">
                  <c:v>0.023634459609</c:v>
                </c:pt>
                <c:pt idx="1544">
                  <c:v>0.0235449057978</c:v>
                </c:pt>
                <c:pt idx="1545">
                  <c:v>0.0234558776065</c:v>
                </c:pt>
                <c:pt idx="1546">
                  <c:v>0.0233673707981</c:v>
                </c:pt>
                <c:pt idx="1547">
                  <c:v>0.0232793811792</c:v>
                </c:pt>
                <c:pt idx="1548">
                  <c:v>0.0231919045995</c:v>
                </c:pt>
                <c:pt idx="1549">
                  <c:v>0.0231049369513</c:v>
                </c:pt>
                <c:pt idx="1550">
                  <c:v>0.0230184741689</c:v>
                </c:pt>
                <c:pt idx="1551">
                  <c:v>0.0229325122284</c:v>
                </c:pt>
                <c:pt idx="1552">
                  <c:v>0.0228470471466</c:v>
                </c:pt>
                <c:pt idx="1553">
                  <c:v>0.0227620749811</c:v>
                </c:pt>
                <c:pt idx="1554">
                  <c:v>0.0226775918294</c:v>
                </c:pt>
                <c:pt idx="1555">
                  <c:v>0.0225935938286</c:v>
                </c:pt>
                <c:pt idx="1556">
                  <c:v>0.0225100771548</c:v>
                </c:pt>
                <c:pt idx="1557">
                  <c:v>0.0224270380228</c:v>
                </c:pt>
                <c:pt idx="1558">
                  <c:v>0.0223444726853</c:v>
                </c:pt>
                <c:pt idx="1559">
                  <c:v>0.0222623774329</c:v>
                </c:pt>
                <c:pt idx="1560">
                  <c:v>0.0221807485932</c:v>
                </c:pt>
                <c:pt idx="1561">
                  <c:v>0.0220995825307</c:v>
                </c:pt>
                <c:pt idx="1562">
                  <c:v>0.0220188756461</c:v>
                </c:pt>
                <c:pt idx="1563">
                  <c:v>0.021938624376</c:v>
                </c:pt>
                <c:pt idx="1564">
                  <c:v>0.0218588251923</c:v>
                </c:pt>
                <c:pt idx="1565">
                  <c:v>0.0217794746022</c:v>
                </c:pt>
                <c:pt idx="1566">
                  <c:v>0.0217005691472</c:v>
                </c:pt>
                <c:pt idx="1567">
                  <c:v>0.021622105403</c:v>
                </c:pt>
                <c:pt idx="1568">
                  <c:v>0.0215440799792</c:v>
                </c:pt>
                <c:pt idx="1569">
                  <c:v>0.0214664895186</c:v>
                </c:pt>
                <c:pt idx="1570">
                  <c:v>0.021389330697</c:v>
                </c:pt>
                <c:pt idx="1571">
                  <c:v>0.0213126002229</c:v>
                </c:pt>
                <c:pt idx="1572">
                  <c:v>0.0212362948368</c:v>
                </c:pt>
                <c:pt idx="1573">
                  <c:v>0.0211604113111</c:v>
                </c:pt>
                <c:pt idx="1574">
                  <c:v>0.0210849464495</c:v>
                </c:pt>
                <c:pt idx="1575">
                  <c:v>0.0210098970869</c:v>
                </c:pt>
                <c:pt idx="1576">
                  <c:v>0.0209352600887</c:v>
                </c:pt>
                <c:pt idx="1577">
                  <c:v>0.0208610323508</c:v>
                </c:pt>
                <c:pt idx="1578">
                  <c:v>0.020787210799</c:v>
                </c:pt>
                <c:pt idx="1579">
                  <c:v>0.0207137923886</c:v>
                </c:pt>
                <c:pt idx="1580">
                  <c:v>0.0206407741043</c:v>
                </c:pt>
                <c:pt idx="1581">
                  <c:v>0.0205681529598</c:v>
                </c:pt>
                <c:pt idx="1582">
                  <c:v>0.0204959259971</c:v>
                </c:pt>
                <c:pt idx="1583">
                  <c:v>0.0204240902867</c:v>
                </c:pt>
                <c:pt idx="1584">
                  <c:v>0.0203526429269</c:v>
                </c:pt>
                <c:pt idx="1585">
                  <c:v>0.0202815810438</c:v>
                </c:pt>
                <c:pt idx="1586">
                  <c:v>0.0202109017904</c:v>
                </c:pt>
                <c:pt idx="1587">
                  <c:v>0.020140602347</c:v>
                </c:pt>
                <c:pt idx="1588">
                  <c:v>0.0200706799205</c:v>
                </c:pt>
                <c:pt idx="1589">
                  <c:v>0.020001131744</c:v>
                </c:pt>
                <c:pt idx="1590">
                  <c:v>0.0199319550768</c:v>
                </c:pt>
                <c:pt idx="1591">
                  <c:v>0.0198631472038</c:v>
                </c:pt>
                <c:pt idx="1592">
                  <c:v>0.0197947054355</c:v>
                </c:pt>
                <c:pt idx="1593">
                  <c:v>0.0197266271075</c:v>
                </c:pt>
                <c:pt idx="1594">
                  <c:v>0.0196589095802</c:v>
                </c:pt>
                <c:pt idx="1595">
                  <c:v>0.0195915502388</c:v>
                </c:pt>
                <c:pt idx="1596">
                  <c:v>0.0195245464925</c:v>
                </c:pt>
                <c:pt idx="1597">
                  <c:v>0.0194578957749</c:v>
                </c:pt>
                <c:pt idx="1598">
                  <c:v>0.019391595543</c:v>
                </c:pt>
                <c:pt idx="1599">
                  <c:v>0.0193256432775</c:v>
                </c:pt>
                <c:pt idx="1600">
                  <c:v>0.0192600364823</c:v>
                </c:pt>
                <c:pt idx="1601">
                  <c:v>0.0191947726844</c:v>
                </c:pt>
                <c:pt idx="1602">
                  <c:v>0.0191298494332</c:v>
                </c:pt>
                <c:pt idx="1603">
                  <c:v>0.0190652643008</c:v>
                </c:pt>
                <c:pt idx="1604">
                  <c:v>0.0190010148814</c:v>
                </c:pt>
                <c:pt idx="1605">
                  <c:v>0.0189370987913</c:v>
                </c:pt>
                <c:pt idx="1606">
                  <c:v>0.0188735136683</c:v>
                </c:pt>
                <c:pt idx="1607">
                  <c:v>0.0188102571718</c:v>
                </c:pt>
                <c:pt idx="1608">
                  <c:v>0.0187473269825</c:v>
                </c:pt>
                <c:pt idx="1609">
                  <c:v>0.0186847208019</c:v>
                </c:pt>
                <c:pt idx="1610">
                  <c:v>0.0186224363525</c:v>
                </c:pt>
                <c:pt idx="1611">
                  <c:v>0.0185604713771</c:v>
                </c:pt>
                <c:pt idx="1612">
                  <c:v>0.018498823639</c:v>
                </c:pt>
                <c:pt idx="1613">
                  <c:v>0.0184374909215</c:v>
                </c:pt>
                <c:pt idx="1614">
                  <c:v>0.0183764710278</c:v>
                </c:pt>
                <c:pt idx="1615">
                  <c:v>0.0183157617806</c:v>
                </c:pt>
                <c:pt idx="1616">
                  <c:v>0.0182553610223</c:v>
                </c:pt>
                <c:pt idx="1617">
                  <c:v>0.0181952666144</c:v>
                </c:pt>
                <c:pt idx="1618">
                  <c:v>0.0181354764372</c:v>
                </c:pt>
                <c:pt idx="1619">
                  <c:v>0.0180759883903</c:v>
                </c:pt>
                <c:pt idx="1620">
                  <c:v>0.0180168003914</c:v>
                </c:pt>
                <c:pt idx="1621">
                  <c:v>0.0179579103768</c:v>
                </c:pt>
                <c:pt idx="1622">
                  <c:v>0.0178993163012</c:v>
                </c:pt>
                <c:pt idx="1623">
                  <c:v>0.0178410161369</c:v>
                </c:pt>
                <c:pt idx="1624">
                  <c:v>0.0177830078744</c:v>
                </c:pt>
                <c:pt idx="1625">
                  <c:v>0.0177252895215</c:v>
                </c:pt>
                <c:pt idx="1626">
                  <c:v>0.0176678591037</c:v>
                </c:pt>
                <c:pt idx="1627">
                  <c:v>0.0176107146636</c:v>
                </c:pt>
                <c:pt idx="1628">
                  <c:v>0.0175538542609</c:v>
                </c:pt>
                <c:pt idx="1629">
                  <c:v>0.0174972759722</c:v>
                </c:pt>
                <c:pt idx="1630">
                  <c:v>0.0174409778907</c:v>
                </c:pt>
                <c:pt idx="1631">
                  <c:v>0.0173849581262</c:v>
                </c:pt>
                <c:pt idx="1632">
                  <c:v>0.0173292148048</c:v>
                </c:pt>
                <c:pt idx="1633">
                  <c:v>0.017273746069</c:v>
                </c:pt>
                <c:pt idx="1634">
                  <c:v>0.0172185500769</c:v>
                </c:pt>
                <c:pt idx="1635">
                  <c:v>0.0171636250028</c:v>
                </c:pt>
                <c:pt idx="1636">
                  <c:v>0.0171089690365</c:v>
                </c:pt>
                <c:pt idx="1637">
                  <c:v>0.0170545803833</c:v>
                </c:pt>
                <c:pt idx="1638">
                  <c:v>0.0170004572639</c:v>
                </c:pt>
                <c:pt idx="1639">
                  <c:v>0.0169465979141</c:v>
                </c:pt>
                <c:pt idx="1640">
                  <c:v>0.0168930005848</c:v>
                </c:pt>
                <c:pt idx="1641">
                  <c:v>0.0168396635418</c:v>
                </c:pt>
                <c:pt idx="1642">
                  <c:v>0.0167865850655</c:v>
                </c:pt>
                <c:pt idx="1643">
                  <c:v>0.0167337634509</c:v>
                </c:pt>
                <c:pt idx="1644">
                  <c:v>0.0166811970074</c:v>
                </c:pt>
                <c:pt idx="1645">
                  <c:v>0.0166288840588</c:v>
                </c:pt>
                <c:pt idx="1646">
                  <c:v>0.0165768229428</c:v>
                </c:pt>
                <c:pt idx="1647">
                  <c:v>0.0165250120112</c:v>
                </c:pt>
                <c:pt idx="1648">
                  <c:v>0.0164734496295</c:v>
                </c:pt>
                <c:pt idx="1649">
                  <c:v>0.0164221341771</c:v>
                </c:pt>
                <c:pt idx="1650">
                  <c:v>0.0163710640467</c:v>
                </c:pt>
                <c:pt idx="1651">
                  <c:v>0.0163202376446</c:v>
                </c:pt>
                <c:pt idx="1652">
                  <c:v>0.0162696533901</c:v>
                </c:pt>
                <c:pt idx="1653">
                  <c:v>0.0162193097161</c:v>
                </c:pt>
                <c:pt idx="1654">
                  <c:v>0.016169205068</c:v>
                </c:pt>
                <c:pt idx="1655">
                  <c:v>0.0161193379043</c:v>
                </c:pt>
                <c:pt idx="1656">
                  <c:v>0.0160697066962</c:v>
                </c:pt>
                <c:pt idx="1657">
                  <c:v>0.0160203099276</c:v>
                </c:pt>
                <c:pt idx="1658">
                  <c:v>0.0159711460947</c:v>
                </c:pt>
                <c:pt idx="1659">
                  <c:v>0.0159222137062</c:v>
                </c:pt>
                <c:pt idx="1660">
                  <c:v>0.015873511283</c:v>
                </c:pt>
                <c:pt idx="1661">
                  <c:v>0.0158250373581</c:v>
                </c:pt>
                <c:pt idx="1662">
                  <c:v>0.0157767904764</c:v>
                </c:pt>
                <c:pt idx="1663">
                  <c:v>0.0157287691947</c:v>
                </c:pt>
                <c:pt idx="1664">
                  <c:v>0.0156809720818</c:v>
                </c:pt>
                <c:pt idx="1665">
                  <c:v>0.0156333977178</c:v>
                </c:pt>
                <c:pt idx="1666">
                  <c:v>0.0155860446943</c:v>
                </c:pt>
                <c:pt idx="1667">
                  <c:v>0.0155389116147</c:v>
                </c:pt>
                <c:pt idx="1668">
                  <c:v>0.0154919970933</c:v>
                </c:pt>
                <c:pt idx="1669">
                  <c:v>0.0154452997556</c:v>
                </c:pt>
                <c:pt idx="1670">
                  <c:v>0.0153988182384</c:v>
                </c:pt>
                <c:pt idx="1671">
                  <c:v>0.0153525511894</c:v>
                </c:pt>
                <c:pt idx="1672">
                  <c:v>0.0153064972669</c:v>
                </c:pt>
                <c:pt idx="1673">
                  <c:v>0.0152606551402</c:v>
                </c:pt>
                <c:pt idx="1674">
                  <c:v>0.0152150234891</c:v>
                </c:pt>
                <c:pt idx="1675">
                  <c:v>0.0151696010041</c:v>
                </c:pt>
                <c:pt idx="1676">
                  <c:v>0.015124386386</c:v>
                </c:pt>
                <c:pt idx="1677">
                  <c:v>0.015079378346</c:v>
                </c:pt>
                <c:pt idx="1678">
                  <c:v>0.0150345756054</c:v>
                </c:pt>
                <c:pt idx="1679">
                  <c:v>0.0149899768957</c:v>
                </c:pt>
                <c:pt idx="1680">
                  <c:v>0.0149455809585</c:v>
                </c:pt>
                <c:pt idx="1681">
                  <c:v>0.0149013865453</c:v>
                </c:pt>
                <c:pt idx="1682">
                  <c:v>0.0148573924173</c:v>
                </c:pt>
                <c:pt idx="1683">
                  <c:v>0.0148135973458</c:v>
                </c:pt>
                <c:pt idx="1684">
                  <c:v>0.0147700001114</c:v>
                </c:pt>
                <c:pt idx="1685">
                  <c:v>0.0147265995043</c:v>
                </c:pt>
                <c:pt idx="1686">
                  <c:v>0.0146833943244</c:v>
                </c:pt>
                <c:pt idx="1687">
                  <c:v>0.0146403833807</c:v>
                </c:pt>
                <c:pt idx="1688">
                  <c:v>0.0145975654916</c:v>
                </c:pt>
                <c:pt idx="1689">
                  <c:v>0.0145549394848</c:v>
                </c:pt>
                <c:pt idx="1690">
                  <c:v>0.014512504197</c:v>
                </c:pt>
                <c:pt idx="1691">
                  <c:v>0.0144702584739</c:v>
                </c:pt>
                <c:pt idx="1692">
                  <c:v>0.0144282011703</c:v>
                </c:pt>
                <c:pt idx="1693">
                  <c:v>0.0143863311495</c:v>
                </c:pt>
                <c:pt idx="1694">
                  <c:v>0.0143446472841</c:v>
                </c:pt>
                <c:pt idx="1695">
                  <c:v>0.0143031484548</c:v>
                </c:pt>
                <c:pt idx="1696">
                  <c:v>0.0142618335515</c:v>
                </c:pt>
                <c:pt idx="1697">
                  <c:v>0.0142207014721</c:v>
                </c:pt>
                <c:pt idx="1698">
                  <c:v>0.0141797511232</c:v>
                </c:pt>
                <c:pt idx="1699">
                  <c:v>0.0141389814199</c:v>
                </c:pt>
                <c:pt idx="1700">
                  <c:v>0.0140983912852</c:v>
                </c:pt>
                <c:pt idx="1701">
                  <c:v>0.0140579796508</c:v>
                </c:pt>
                <c:pt idx="1702">
                  <c:v>0.0140177454561</c:v>
                </c:pt>
                <c:pt idx="1703">
                  <c:v>0.0139776876487</c:v>
                </c:pt>
                <c:pt idx="1704">
                  <c:v>0.0139378051844</c:v>
                </c:pt>
                <c:pt idx="1705">
                  <c:v>0.0138980970266</c:v>
                </c:pt>
                <c:pt idx="1706">
                  <c:v>0.0138585621467</c:v>
                </c:pt>
                <c:pt idx="1707">
                  <c:v>0.0138191995238</c:v>
                </c:pt>
                <c:pt idx="1708">
                  <c:v>0.0137800081447</c:v>
                </c:pt>
                <c:pt idx="1709">
                  <c:v>0.013740987004</c:v>
                </c:pt>
                <c:pt idx="1710">
                  <c:v>0.0137021351036</c:v>
                </c:pt>
                <c:pt idx="1711">
                  <c:v>0.0136634514529</c:v>
                </c:pt>
                <c:pt idx="1712">
                  <c:v>0.013624935069</c:v>
                </c:pt>
                <c:pt idx="1713">
                  <c:v>0.013586584976</c:v>
                </c:pt>
                <c:pt idx="1714">
                  <c:v>0.0135484002055</c:v>
                </c:pt>
                <c:pt idx="1715">
                  <c:v>0.0135103797962</c:v>
                </c:pt>
                <c:pt idx="1716">
                  <c:v>0.013472522794</c:v>
                </c:pt>
                <c:pt idx="1717">
                  <c:v>0.0134348282518</c:v>
                </c:pt>
                <c:pt idx="1718">
                  <c:v>0.0133972952298</c:v>
                </c:pt>
                <c:pt idx="1719">
                  <c:v>0.0133599227948</c:v>
                </c:pt>
                <c:pt idx="1720">
                  <c:v>0.0133227100207</c:v>
                </c:pt>
                <c:pt idx="1721">
                  <c:v>0.0132856559882</c:v>
                </c:pt>
                <c:pt idx="1722">
                  <c:v>0.0132487597847</c:v>
                </c:pt>
                <c:pt idx="1723">
                  <c:v>0.0132120205044</c:v>
                </c:pt>
                <c:pt idx="1724">
                  <c:v>0.0131754372481</c:v>
                </c:pt>
                <c:pt idx="1725">
                  <c:v>0.0131390091231</c:v>
                </c:pt>
                <c:pt idx="1726">
                  <c:v>0.0131027352435</c:v>
                </c:pt>
                <c:pt idx="1727">
                  <c:v>0.0130666147297</c:v>
                </c:pt>
                <c:pt idx="1728">
                  <c:v>0.0130306467083</c:v>
                </c:pt>
                <c:pt idx="1729">
                  <c:v>0.0129948303127</c:v>
                </c:pt>
                <c:pt idx="1730">
                  <c:v>0.0129591646823</c:v>
                </c:pt>
                <c:pt idx="1731">
                  <c:v>0.0129236489629</c:v>
                </c:pt>
                <c:pt idx="1732">
                  <c:v>0.0128882823063</c:v>
                </c:pt>
                <c:pt idx="1733">
                  <c:v>0.0128530638706</c:v>
                </c:pt>
                <c:pt idx="1734">
                  <c:v>0.01281799282</c:v>
                </c:pt>
                <c:pt idx="1735">
                  <c:v>0.0127830683246</c:v>
                </c:pt>
                <c:pt idx="1736">
                  <c:v>0.0127482895606</c:v>
                </c:pt>
                <c:pt idx="1737">
                  <c:v>0.01271365571</c:v>
                </c:pt>
                <c:pt idx="1738">
                  <c:v>0.0126791659608</c:v>
                </c:pt>
                <c:pt idx="1739">
                  <c:v>0.0126448195067</c:v>
                </c:pt>
                <c:pt idx="1740">
                  <c:v>0.0126106155473</c:v>
                </c:pt>
                <c:pt idx="1741">
                  <c:v>0.0125765532878</c:v>
                </c:pt>
                <c:pt idx="1742">
                  <c:v>0.0125426319391</c:v>
                </c:pt>
                <c:pt idx="1743">
                  <c:v>0.0125088507179</c:v>
                </c:pt>
                <c:pt idx="1744">
                  <c:v>0.0124752088462</c:v>
                </c:pt>
                <c:pt idx="1745">
                  <c:v>0.0124417055516</c:v>
                </c:pt>
                <c:pt idx="1746">
                  <c:v>0.0124083400672</c:v>
                </c:pt>
                <c:pt idx="1747">
                  <c:v>0.0123751116317</c:v>
                </c:pt>
                <c:pt idx="1748">
                  <c:v>0.012342019489</c:v>
                </c:pt>
                <c:pt idx="1749">
                  <c:v>0.0123090628882</c:v>
                </c:pt>
                <c:pt idx="1750">
                  <c:v>0.012276241084</c:v>
                </c:pt>
                <c:pt idx="1751">
                  <c:v>0.0122435533362</c:v>
                </c:pt>
                <c:pt idx="1752">
                  <c:v>0.0122109989098</c:v>
                </c:pt>
                <c:pt idx="1753">
                  <c:v>0.0121785770749</c:v>
                </c:pt>
                <c:pt idx="1754">
                  <c:v>0.0121462871068</c:v>
                </c:pt>
                <c:pt idx="1755">
                  <c:v>0.0121141282859</c:v>
                </c:pt>
                <c:pt idx="1756">
                  <c:v>0.0120820998975</c:v>
                </c:pt>
                <c:pt idx="1757">
                  <c:v>0.0120502012319</c:v>
                </c:pt>
                <c:pt idx="1758">
                  <c:v>0.0120184315846</c:v>
                </c:pt>
                <c:pt idx="1759">
                  <c:v>0.0119867902556</c:v>
                </c:pt>
                <c:pt idx="1760">
                  <c:v>0.0119552765501</c:v>
                </c:pt>
                <c:pt idx="1761">
                  <c:v>0.0119238897779</c:v>
                </c:pt>
                <c:pt idx="1762">
                  <c:v>0.0118926292536</c:v>
                </c:pt>
                <c:pt idx="1763">
                  <c:v>0.0118614942966</c:v>
                </c:pt>
                <c:pt idx="1764">
                  <c:v>0.0118304842311</c:v>
                </c:pt>
                <c:pt idx="1765">
                  <c:v>0.0117995983857</c:v>
                </c:pt>
                <c:pt idx="1766">
                  <c:v>0.0117688360938</c:v>
                </c:pt>
                <c:pt idx="1767">
                  <c:v>0.0117381966934</c:v>
                </c:pt>
                <c:pt idx="1768">
                  <c:v>0.011707679527</c:v>
                </c:pt>
                <c:pt idx="1769">
                  <c:v>0.0116772839415</c:v>
                </c:pt>
                <c:pt idx="1770">
                  <c:v>0.0116470092883</c:v>
                </c:pt>
                <c:pt idx="1771">
                  <c:v>0.0116168549235</c:v>
                </c:pt>
                <c:pt idx="1772">
                  <c:v>0.0115868202073</c:v>
                </c:pt>
                <c:pt idx="1773">
                  <c:v>0.0115569045042</c:v>
                </c:pt>
                <c:pt idx="1774">
                  <c:v>0.0115271071834</c:v>
                </c:pt>
                <c:pt idx="1775">
                  <c:v>0.0114974276179</c:v>
                </c:pt>
                <c:pt idx="1776">
                  <c:v>0.0114678651854</c:v>
                </c:pt>
                <c:pt idx="1777">
                  <c:v>0.0114384192676</c:v>
                </c:pt>
                <c:pt idx="1778">
                  <c:v>0.0114090892503</c:v>
                </c:pt>
                <c:pt idx="1779">
                  <c:v>0.0113798745236</c:v>
                </c:pt>
                <c:pt idx="1780">
                  <c:v>0.0113507744816</c:v>
                </c:pt>
                <c:pt idx="1781">
                  <c:v>0.0113217885227</c:v>
                </c:pt>
                <c:pt idx="1782">
                  <c:v>0.0112929160491</c:v>
                </c:pt>
                <c:pt idx="1783">
                  <c:v>0.0112641564671</c:v>
                </c:pt>
                <c:pt idx="1784">
                  <c:v>0.011235509187</c:v>
                </c:pt>
                <c:pt idx="1785">
                  <c:v>0.011206973623</c:v>
                </c:pt>
                <c:pt idx="1786">
                  <c:v>0.0111785491933</c:v>
                </c:pt>
                <c:pt idx="1787">
                  <c:v>0.0111502353199</c:v>
                </c:pt>
                <c:pt idx="1788">
                  <c:v>0.0111220314288</c:v>
                </c:pt>
                <c:pt idx="1789">
                  <c:v>0.0110939369496</c:v>
                </c:pt>
                <c:pt idx="1790">
                  <c:v>0.0110659513159</c:v>
                </c:pt>
                <c:pt idx="1791">
                  <c:v>0.011038073965</c:v>
                </c:pt>
                <c:pt idx="1792">
                  <c:v>0.0110103043378</c:v>
                </c:pt>
                <c:pt idx="1793">
                  <c:v>0.0109826418791</c:v>
                </c:pt>
                <c:pt idx="1794">
                  <c:v>0.0109550860373</c:v>
                </c:pt>
                <c:pt idx="1795">
                  <c:v>0.0109276362644</c:v>
                </c:pt>
                <c:pt idx="1796">
                  <c:v>0.010900292016</c:v>
                </c:pt>
                <c:pt idx="1797">
                  <c:v>0.0108730527515</c:v>
                </c:pt>
                <c:pt idx="1798">
                  <c:v>0.0108459179336</c:v>
                </c:pt>
                <c:pt idx="1799">
                  <c:v>0.0108188870285</c:v>
                </c:pt>
                <c:pt idx="1800">
                  <c:v>0.0107919595063</c:v>
                </c:pt>
                <c:pt idx="1801">
                  <c:v>0.0107651348401</c:v>
                </c:pt>
                <c:pt idx="1802">
                  <c:v>0.0107384125068</c:v>
                </c:pt>
                <c:pt idx="1803">
                  <c:v>0.0107117919864</c:v>
                </c:pt>
                <c:pt idx="1804">
                  <c:v>0.0106852727626</c:v>
                </c:pt>
                <c:pt idx="1805">
                  <c:v>0.0106588543223</c:v>
                </c:pt>
                <c:pt idx="1806">
                  <c:v>0.0106325361558</c:v>
                </c:pt>
                <c:pt idx="1807">
                  <c:v>0.0106063177566</c:v>
                </c:pt>
                <c:pt idx="1808">
                  <c:v>0.0105801986217</c:v>
                </c:pt>
                <c:pt idx="1809">
                  <c:v>0.0105541782512</c:v>
                </c:pt>
                <c:pt idx="1810">
                  <c:v>0.0105282561485</c:v>
                </c:pt>
                <c:pt idx="1811">
                  <c:v>0.0105024318202</c:v>
                </c:pt>
                <c:pt idx="1812">
                  <c:v>0.010476704776</c:v>
                </c:pt>
                <c:pt idx="1813">
                  <c:v>0.010451074529</c:v>
                </c:pt>
                <c:pt idx="1814">
                  <c:v>0.0104255405951</c:v>
                </c:pt>
                <c:pt idx="1815">
                  <c:v>0.0104001024937</c:v>
                </c:pt>
                <c:pt idx="1816">
                  <c:v>0.010374759747</c:v>
                </c:pt>
                <c:pt idx="1817">
                  <c:v>0.0103495118804</c:v>
                </c:pt>
                <c:pt idx="1818">
                  <c:v>0.0103243584222</c:v>
                </c:pt>
                <c:pt idx="1819">
                  <c:v>0.010299298904</c:v>
                </c:pt>
                <c:pt idx="1820">
                  <c:v>0.0102743328602</c:v>
                </c:pt>
                <c:pt idx="1821">
                  <c:v>0.010249459828</c:v>
                </c:pt>
                <c:pt idx="1822">
                  <c:v>0.010224679348</c:v>
                </c:pt>
                <c:pt idx="1823">
                  <c:v>0.0101999909634</c:v>
                </c:pt>
                <c:pt idx="1824">
                  <c:v>0.0101753942203</c:v>
                </c:pt>
                <c:pt idx="1825">
                  <c:v>0.010150888668</c:v>
                </c:pt>
                <c:pt idx="1826">
                  <c:v>0.0101264738582</c:v>
                </c:pt>
                <c:pt idx="1827">
                  <c:v>0.0101021493458</c:v>
                </c:pt>
                <c:pt idx="1828">
                  <c:v>0.0100779146885</c:v>
                </c:pt>
                <c:pt idx="1829">
                  <c:v>0.0100537694465</c:v>
                </c:pt>
                <c:pt idx="1830">
                  <c:v>0.0100297131832</c:v>
                </c:pt>
                <c:pt idx="1831">
                  <c:v>0.0100057454644</c:v>
                </c:pt>
                <c:pt idx="1832">
                  <c:v>0.00998186585877</c:v>
                </c:pt>
                <c:pt idx="1833">
                  <c:v>0.00995807393783</c:v>
                </c:pt>
                <c:pt idx="1834">
                  <c:v>0.0099343692756</c:v>
                </c:pt>
                <c:pt idx="1835">
                  <c:v>0.00991075144888</c:v>
                </c:pt>
                <c:pt idx="1836">
                  <c:v>0.00988722003709</c:v>
                </c:pt>
                <c:pt idx="1837">
                  <c:v>0.00986377462229</c:v>
                </c:pt>
                <c:pt idx="1838">
                  <c:v>0.00984041478919</c:v>
                </c:pt>
                <c:pt idx="1839">
                  <c:v>0.00981714012505</c:v>
                </c:pt>
                <c:pt idx="1840">
                  <c:v>0.00979395021974</c:v>
                </c:pt>
                <c:pt idx="1841">
                  <c:v>0.0097708446657</c:v>
                </c:pt>
                <c:pt idx="1842">
                  <c:v>0.00974782305787</c:v>
                </c:pt>
                <c:pt idx="1843">
                  <c:v>0.00972488499377</c:v>
                </c:pt>
                <c:pt idx="1844">
                  <c:v>0.00970203007337</c:v>
                </c:pt>
                <c:pt idx="1845">
                  <c:v>0.00967925789915</c:v>
                </c:pt>
                <c:pt idx="1846">
                  <c:v>0.00965656807607</c:v>
                </c:pt>
                <c:pt idx="1847">
                  <c:v>0.00963396021153</c:v>
                </c:pt>
                <c:pt idx="1848">
                  <c:v>0.00961143391535</c:v>
                </c:pt>
                <c:pt idx="1849">
                  <c:v>0.00958898879977</c:v>
                </c:pt>
                <c:pt idx="1850">
                  <c:v>0.00956662447945</c:v>
                </c:pt>
                <c:pt idx="1851">
                  <c:v>0.00954434057141</c:v>
                </c:pt>
                <c:pt idx="1852">
                  <c:v>0.00952213669502</c:v>
                </c:pt>
                <c:pt idx="1853">
                  <c:v>0.00950001247202</c:v>
                </c:pt>
                <c:pt idx="1854">
                  <c:v>0.00947796752647</c:v>
                </c:pt>
                <c:pt idx="1855">
                  <c:v>0.00945600148475</c:v>
                </c:pt>
                <c:pt idx="1856">
                  <c:v>0.00943411397551</c:v>
                </c:pt>
                <c:pt idx="1857">
                  <c:v>0.00941230462972</c:v>
                </c:pt>
                <c:pt idx="1858">
                  <c:v>0.00939057308057</c:v>
                </c:pt>
                <c:pt idx="1859">
                  <c:v>0.00936891896352</c:v>
                </c:pt>
                <c:pt idx="1860">
                  <c:v>0.00934734191627</c:v>
                </c:pt>
                <c:pt idx="1861">
                  <c:v>0.00932584157872</c:v>
                </c:pt>
                <c:pt idx="1862">
                  <c:v>0.00930441759296</c:v>
                </c:pt>
                <c:pt idx="1863">
                  <c:v>0.0092830696033</c:v>
                </c:pt>
                <c:pt idx="1864">
                  <c:v>0.00926179725617</c:v>
                </c:pt>
                <c:pt idx="1865">
                  <c:v>0.0092406002002</c:v>
                </c:pt>
                <c:pt idx="1866">
                  <c:v>0.00921947808613</c:v>
                </c:pt>
                <c:pt idx="1867">
                  <c:v>0.00919843056683</c:v>
                </c:pt>
                <c:pt idx="1868">
                  <c:v>0.00917745729727</c:v>
                </c:pt>
                <c:pt idx="1869">
                  <c:v>0.00915655793454</c:v>
                </c:pt>
                <c:pt idx="1870">
                  <c:v>0.00913573213778</c:v>
                </c:pt>
                <c:pt idx="1871">
                  <c:v>0.00911497956821</c:v>
                </c:pt>
                <c:pt idx="1872">
                  <c:v>0.0090942998891</c:v>
                </c:pt>
                <c:pt idx="1873">
                  <c:v>0.00907369276575</c:v>
                </c:pt>
                <c:pt idx="1874">
                  <c:v>0.00905315786549</c:v>
                </c:pt>
                <c:pt idx="1875">
                  <c:v>0.00903269485765</c:v>
                </c:pt>
                <c:pt idx="1876">
                  <c:v>0.00901230341356</c:v>
                </c:pt>
                <c:pt idx="1877">
                  <c:v>0.00899198320653</c:v>
                </c:pt>
                <c:pt idx="1878">
                  <c:v>0.00897173391184</c:v>
                </c:pt>
                <c:pt idx="1879">
                  <c:v>0.00895155520671</c:v>
                </c:pt>
                <c:pt idx="1880">
                  <c:v>0.00893144677032</c:v>
                </c:pt>
                <c:pt idx="1881">
                  <c:v>0.00891140828376</c:v>
                </c:pt>
                <c:pt idx="1882">
                  <c:v>0.00889143943006</c:v>
                </c:pt>
                <c:pt idx="1883">
                  <c:v>0.00887153989411</c:v>
                </c:pt>
                <c:pt idx="1884">
                  <c:v>0.00885170936273</c:v>
                </c:pt>
                <c:pt idx="1885">
                  <c:v>0.0088319475246</c:v>
                </c:pt>
                <c:pt idx="1886">
                  <c:v>0.00881225407024</c:v>
                </c:pt>
                <c:pt idx="1887">
                  <c:v>0.00879262869207</c:v>
                </c:pt>
                <c:pt idx="1888">
                  <c:v>0.0087730710843</c:v>
                </c:pt>
                <c:pt idx="1889">
                  <c:v>0.00875358094299</c:v>
                </c:pt>
                <c:pt idx="1890">
                  <c:v>0.00873415796601</c:v>
                </c:pt>
                <c:pt idx="1891">
                  <c:v>0.00871480185305</c:v>
                </c:pt>
                <c:pt idx="1892">
                  <c:v>0.00869551230554</c:v>
                </c:pt>
                <c:pt idx="1893">
                  <c:v>0.00867628902675</c:v>
                </c:pt>
                <c:pt idx="1894">
                  <c:v>0.00865713172167</c:v>
                </c:pt>
                <c:pt idx="1895">
                  <c:v>0.00863804009706</c:v>
                </c:pt>
                <c:pt idx="1896">
                  <c:v>0.00861901386144</c:v>
                </c:pt>
                <c:pt idx="1897">
                  <c:v>0.00860005272503</c:v>
                </c:pt>
                <c:pt idx="1898">
                  <c:v>0.00858115639979</c:v>
                </c:pt>
                <c:pt idx="1899">
                  <c:v>0.00856232459939</c:v>
                </c:pt>
                <c:pt idx="1900">
                  <c:v>0.00854355703919</c:v>
                </c:pt>
                <c:pt idx="1901">
                  <c:v>0.00852485343625</c:v>
                </c:pt>
                <c:pt idx="1902">
                  <c:v>0.00850621350929</c:v>
                </c:pt>
                <c:pt idx="1903">
                  <c:v>0.00848763697871</c:v>
                </c:pt>
                <c:pt idx="1904">
                  <c:v>0.00846912356656</c:v>
                </c:pt>
                <c:pt idx="1905">
                  <c:v>0.00845067299652</c:v>
                </c:pt>
                <c:pt idx="1906">
                  <c:v>0.00843228499393</c:v>
                </c:pt>
                <c:pt idx="1907">
                  <c:v>0.00841395928574</c:v>
                </c:pt>
                <c:pt idx="1908">
                  <c:v>0.0083956956005</c:v>
                </c:pt>
                <c:pt idx="1909">
                  <c:v>0.00837749366839</c:v>
                </c:pt>
                <c:pt idx="1910">
                  <c:v>0.00835935322117</c:v>
                </c:pt>
                <c:pt idx="1911">
                  <c:v>0.00834127399217</c:v>
                </c:pt>
                <c:pt idx="1912">
                  <c:v>0.00832325571632</c:v>
                </c:pt>
                <c:pt idx="1913">
                  <c:v>0.00830529813008</c:v>
                </c:pt>
                <c:pt idx="1914">
                  <c:v>0.0082874009715</c:v>
                </c:pt>
                <c:pt idx="1915">
                  <c:v>0.00826956398014</c:v>
                </c:pt>
                <c:pt idx="1916">
                  <c:v>0.00825178689712</c:v>
                </c:pt>
                <c:pt idx="1917">
                  <c:v>0.00823406946507</c:v>
                </c:pt>
                <c:pt idx="1918">
                  <c:v>0.00821641142814</c:v>
                </c:pt>
                <c:pt idx="1919">
                  <c:v>0.00819881253198</c:v>
                </c:pt>
                <c:pt idx="1920">
                  <c:v>0.00818127252374</c:v>
                </c:pt>
                <c:pt idx="1921">
                  <c:v>0.00816379115207</c:v>
                </c:pt>
                <c:pt idx="1922">
                  <c:v>0.00814636816709</c:v>
                </c:pt>
                <c:pt idx="1923">
                  <c:v>0.00812900332037</c:v>
                </c:pt>
                <c:pt idx="1924">
                  <c:v>0.00811169636498</c:v>
                </c:pt>
                <c:pt idx="1925">
                  <c:v>0.0080944470554</c:v>
                </c:pt>
                <c:pt idx="1926">
                  <c:v>0.00807725514759</c:v>
                </c:pt>
                <c:pt idx="1927">
                  <c:v>0.00806012039892</c:v>
                </c:pt>
                <c:pt idx="1928">
                  <c:v>0.0080430425682</c:v>
                </c:pt>
                <c:pt idx="1929">
                  <c:v>0.00802602141565</c:v>
                </c:pt>
                <c:pt idx="1930">
                  <c:v>0.0080090567029</c:v>
                </c:pt>
                <c:pt idx="1931">
                  <c:v>0.007992148193</c:v>
                </c:pt>
                <c:pt idx="1932">
                  <c:v>0.00797529565035</c:v>
                </c:pt>
                <c:pt idx="1933">
                  <c:v>0.00795849884078</c:v>
                </c:pt>
                <c:pt idx="1934">
                  <c:v>0.00794175753147</c:v>
                </c:pt>
                <c:pt idx="1935">
                  <c:v>0.00792507149099</c:v>
                </c:pt>
                <c:pt idx="1936">
                  <c:v>0.00790844048924</c:v>
                </c:pt>
                <c:pt idx="1937">
                  <c:v>0.0078918642975</c:v>
                </c:pt>
                <c:pt idx="1938">
                  <c:v>0.00787534268838</c:v>
                </c:pt>
                <c:pt idx="1939">
                  <c:v>0.00785887543585</c:v>
                </c:pt>
                <c:pt idx="1940">
                  <c:v>0.00784246231518</c:v>
                </c:pt>
                <c:pt idx="1941">
                  <c:v>0.00782610310299</c:v>
                </c:pt>
                <c:pt idx="1942">
                  <c:v>0.00780979757719</c:v>
                </c:pt>
                <c:pt idx="1943">
                  <c:v>0.00779354551701</c:v>
                </c:pt>
                <c:pt idx="1944">
                  <c:v>0.00777734670299</c:v>
                </c:pt>
                <c:pt idx="1945">
                  <c:v>0.00776120091696</c:v>
                </c:pt>
                <c:pt idx="1946">
                  <c:v>0.00774510794201</c:v>
                </c:pt>
                <c:pt idx="1947">
                  <c:v>0.00772906756255</c:v>
                </c:pt>
                <c:pt idx="1948">
                  <c:v>0.00771307956424</c:v>
                </c:pt>
                <c:pt idx="1949">
                  <c:v>0.007697143734</c:v>
                </c:pt>
                <c:pt idx="1950">
                  <c:v>0.00768125986002</c:v>
                </c:pt>
                <c:pt idx="1951">
                  <c:v>0.00766542773174</c:v>
                </c:pt>
                <c:pt idx="1952">
                  <c:v>0.00764964713984</c:v>
                </c:pt>
                <c:pt idx="1953">
                  <c:v>0.00763391787625</c:v>
                </c:pt>
                <c:pt idx="1954">
                  <c:v>0.00761823973411</c:v>
                </c:pt>
                <c:pt idx="1955">
                  <c:v>0.00760261250781</c:v>
                </c:pt>
                <c:pt idx="1956">
                  <c:v>0.00758703599295</c:v>
                </c:pt>
                <c:pt idx="1957">
                  <c:v>0.00757150998633</c:v>
                </c:pt>
                <c:pt idx="1958">
                  <c:v>0.00755603428597</c:v>
                </c:pt>
                <c:pt idx="1959">
                  <c:v>0.00754060869109</c:v>
                </c:pt>
                <c:pt idx="1960">
                  <c:v>0.0075252330021</c:v>
                </c:pt>
                <c:pt idx="1961">
                  <c:v>0.00750990702059</c:v>
                </c:pt>
                <c:pt idx="1962">
                  <c:v>0.00749463054936</c:v>
                </c:pt>
                <c:pt idx="1963">
                  <c:v>0.00747940339234</c:v>
                </c:pt>
                <c:pt idx="1964">
                  <c:v>0.00746422535468</c:v>
                </c:pt>
                <c:pt idx="1965">
                  <c:v>0.00744909624265</c:v>
                </c:pt>
                <c:pt idx="1966">
                  <c:v>0.00743401586371</c:v>
                </c:pt>
                <c:pt idx="1967">
                  <c:v>0.00741898402645</c:v>
                </c:pt>
                <c:pt idx="1968">
                  <c:v>0.00740400054062</c:v>
                </c:pt>
                <c:pt idx="1969">
                  <c:v>0.00738906521711</c:v>
                </c:pt>
                <c:pt idx="1970">
                  <c:v>0.00737417786794</c:v>
                </c:pt>
                <c:pt idx="1971">
                  <c:v>0.00735933830627</c:v>
                </c:pt>
                <c:pt idx="1972">
                  <c:v>0.00734454634636</c:v>
                </c:pt>
                <c:pt idx="1973">
                  <c:v>0.00732980180363</c:v>
                </c:pt>
                <c:pt idx="1974">
                  <c:v>0.00731510449458</c:v>
                </c:pt>
                <c:pt idx="1975">
                  <c:v>0.00730045423682</c:v>
                </c:pt>
                <c:pt idx="1976">
                  <c:v>0.00728585084908</c:v>
                </c:pt>
                <c:pt idx="1977">
                  <c:v>0.00727129415119</c:v>
                </c:pt>
                <c:pt idx="1978">
                  <c:v>0.00725678396405</c:v>
                </c:pt>
                <c:pt idx="1979">
                  <c:v>0.00724232010966</c:v>
                </c:pt>
                <c:pt idx="1980">
                  <c:v>0.00722790241111</c:v>
                </c:pt>
                <c:pt idx="1981">
                  <c:v>0.00721353069257</c:v>
                </c:pt>
                <c:pt idx="1982">
                  <c:v>0.00719920477926</c:v>
                </c:pt>
                <c:pt idx="1983">
                  <c:v>0.00718492449749</c:v>
                </c:pt>
                <c:pt idx="1984">
                  <c:v>0.00717068967463</c:v>
                </c:pt>
                <c:pt idx="1985">
                  <c:v>0.00715650013909</c:v>
                </c:pt>
                <c:pt idx="1986">
                  <c:v>0.00714235572037</c:v>
                </c:pt>
                <c:pt idx="1987">
                  <c:v>0.00712825624898</c:v>
                </c:pt>
                <c:pt idx="1988">
                  <c:v>0.00711420155649</c:v>
                </c:pt>
                <c:pt idx="1989">
                  <c:v>0.00710019147552</c:v>
                </c:pt>
                <c:pt idx="1990">
                  <c:v>0.00708622583971</c:v>
                </c:pt>
                <c:pt idx="1991">
                  <c:v>0.00707230448374</c:v>
                </c:pt>
                <c:pt idx="1992">
                  <c:v>0.00705842724331</c:v>
                </c:pt>
                <c:pt idx="1993">
                  <c:v>0.00704459395515</c:v>
                </c:pt>
                <c:pt idx="1994">
                  <c:v>0.00703080445698</c:v>
                </c:pt>
                <c:pt idx="1995">
                  <c:v>0.00701705858757</c:v>
                </c:pt>
                <c:pt idx="1996">
                  <c:v>0.00700335618667</c:v>
                </c:pt>
                <c:pt idx="1997">
                  <c:v>0.00698969709505</c:v>
                </c:pt>
                <c:pt idx="1998">
                  <c:v>0.00697608115447</c:v>
                </c:pt>
                <c:pt idx="1999">
                  <c:v>0.00696250820768</c:v>
                </c:pt>
                <c:pt idx="2000">
                  <c:v>0.00694897809844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0.75"/>
          <c:min val="0"/>
        </c:scaling>
        <c:delete val="0"/>
        <c:axPos val="l"/>
        <c:majorGridlines>
          <c:spPr>
            <a:ln xmlns:a="http://schemas.openxmlformats.org/drawingml/2006/main" w="4763">
              <a:solidFill>
                <a:srgbClr val="EEEEEE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2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majorUnit val="1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7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U/t = 3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222222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scatterChart>
        <c:scatterStyle val="lineMarker"/>
        <c:varyColors val="0"/>
        <c:ser>
          <c:idx val="0"/>
          <c:order val="0"/>
          <c:tx>
            <c:v>charge</c:v>
          </c:tx>
          <c:spPr>
            <a:ln xmlns:a="http://schemas.openxmlformats.org/drawingml/2006/main" w="15240">
              <a:solidFill>
                <a:srgbClr val="C43C64"/>
              </a:solidFill>
              <a:prstDash val="solid"/>
            </a:ln>
          </c:spPr>
          <c:marker>
            <c:symbol val="none"/>
            <c:size val="5"/>
            <c:spPr>
              <a:solidFill xmlns:a="http://schemas.openxmlformats.org/drawingml/2006/main">
                <a:srgbClr val="C43C64"/>
              </a:solidFill>
            </c:spPr>
          </c:marker>
          <c:xVal>
            <c:numRef>
              <c:f>'Chart Data'!$A$2:$A$2002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Data'!$B$2:$B$2002</c:f>
              <c:numCache>
                <c:formatCode>0.0</c:formatCode>
                <c:ptCount val="2001"/>
                <c:pt idx="0">
                  <c:v>0.00232198215657</c:v>
                </c:pt>
                <c:pt idx="1">
                  <c:v>0.00232566151875</c:v>
                </c:pt>
                <c:pt idx="2">
                  <c:v>0.00232934984536</c:v>
                </c:pt>
                <c:pt idx="3">
                  <c:v>0.00233304716603</c:v>
                </c:pt>
                <c:pt idx="4">
                  <c:v>0.00233675351056</c:v>
                </c:pt>
                <c:pt idx="5">
                  <c:v>0.00234046890886</c:v>
                </c:pt>
                <c:pt idx="6">
                  <c:v>0.00234419339095</c:v>
                </c:pt>
                <c:pt idx="7">
                  <c:v>0.00234792698702</c:v>
                </c:pt>
                <c:pt idx="8">
                  <c:v>0.00235166972733</c:v>
                </c:pt>
                <c:pt idx="9">
                  <c:v>0.00235542164232</c:v>
                </c:pt>
                <c:pt idx="10">
                  <c:v>0.00235918276252</c:v>
                </c:pt>
                <c:pt idx="11">
                  <c:v>0.00236295311862</c:v>
                </c:pt>
                <c:pt idx="12">
                  <c:v>0.0023667327414</c:v>
                </c:pt>
                <c:pt idx="13">
                  <c:v>0.00237052166182</c:v>
                </c:pt>
                <c:pt idx="14">
                  <c:v>0.00237431991093</c:v>
                </c:pt>
                <c:pt idx="15">
                  <c:v>0.00237812751994</c:v>
                </c:pt>
                <c:pt idx="16">
                  <c:v>0.00238194452016</c:v>
                </c:pt>
                <c:pt idx="17">
                  <c:v>0.00238577094307</c:v>
                </c:pt>
                <c:pt idx="18">
                  <c:v>0.00238960682027</c:v>
                </c:pt>
                <c:pt idx="19">
                  <c:v>0.00239345218347</c:v>
                </c:pt>
                <c:pt idx="20">
                  <c:v>0.00239730706456</c:v>
                </c:pt>
                <c:pt idx="21">
                  <c:v>0.00240117149553</c:v>
                </c:pt>
                <c:pt idx="22">
                  <c:v>0.00240504550852</c:v>
                </c:pt>
                <c:pt idx="23">
                  <c:v>0.00240892913581</c:v>
                </c:pt>
                <c:pt idx="24">
                  <c:v>0.0024128224098</c:v>
                </c:pt>
                <c:pt idx="25">
                  <c:v>0.00241672536307</c:v>
                </c:pt>
                <c:pt idx="26">
                  <c:v>0.00242063802829</c:v>
                </c:pt>
                <c:pt idx="27">
                  <c:v>0.0024245604383</c:v>
                </c:pt>
                <c:pt idx="28">
                  <c:v>0.00242849262607</c:v>
                </c:pt>
                <c:pt idx="29">
                  <c:v>0.00243243462473</c:v>
                </c:pt>
                <c:pt idx="30">
                  <c:v>0.00243638646752</c:v>
                </c:pt>
                <c:pt idx="31">
                  <c:v>0.00244034818785</c:v>
                </c:pt>
                <c:pt idx="32">
                  <c:v>0.00244431981926</c:v>
                </c:pt>
                <c:pt idx="33">
                  <c:v>0.00244830139544</c:v>
                </c:pt>
                <c:pt idx="34">
                  <c:v>0.00245229295023</c:v>
                </c:pt>
                <c:pt idx="35">
                  <c:v>0.00245629451761</c:v>
                </c:pt>
                <c:pt idx="36">
                  <c:v>0.0024603061317</c:v>
                </c:pt>
                <c:pt idx="37">
                  <c:v>0.00246432782679</c:v>
                </c:pt>
                <c:pt idx="38">
                  <c:v>0.00246835963729</c:v>
                </c:pt>
                <c:pt idx="39">
                  <c:v>0.00247240159778</c:v>
                </c:pt>
                <c:pt idx="40">
                  <c:v>0.00247645374298</c:v>
                </c:pt>
                <c:pt idx="41">
                  <c:v>0.00248051610777</c:v>
                </c:pt>
                <c:pt idx="42">
                  <c:v>0.00248458872718</c:v>
                </c:pt>
                <c:pt idx="43">
                  <c:v>0.00248867163637</c:v>
                </c:pt>
                <c:pt idx="44">
                  <c:v>0.00249276487069</c:v>
                </c:pt>
                <c:pt idx="45">
                  <c:v>0.00249686846561</c:v>
                </c:pt>
                <c:pt idx="46">
                  <c:v>0.00250098245679</c:v>
                </c:pt>
                <c:pt idx="47">
                  <c:v>0.00250510688001</c:v>
                </c:pt>
                <c:pt idx="48">
                  <c:v>0.00250924177124</c:v>
                </c:pt>
                <c:pt idx="49">
                  <c:v>0.00251338716657</c:v>
                </c:pt>
                <c:pt idx="50">
                  <c:v>0.00251754310228</c:v>
                </c:pt>
                <c:pt idx="51">
                  <c:v>0.0025217096148</c:v>
                </c:pt>
                <c:pt idx="52">
                  <c:v>0.00252588674071</c:v>
                </c:pt>
                <c:pt idx="53">
                  <c:v>0.00253007451677</c:v>
                </c:pt>
                <c:pt idx="54">
                  <c:v>0.00253427297988</c:v>
                </c:pt>
                <c:pt idx="55">
                  <c:v>0.00253848216711</c:v>
                </c:pt>
                <c:pt idx="56">
                  <c:v>0.0025427021157</c:v>
                </c:pt>
                <c:pt idx="57">
                  <c:v>0.00254693286306</c:v>
                </c:pt>
                <c:pt idx="58">
                  <c:v>0.00255117444674</c:v>
                </c:pt>
                <c:pt idx="59">
                  <c:v>0.00255542690448</c:v>
                </c:pt>
                <c:pt idx="60">
                  <c:v>0.00255969027417</c:v>
                </c:pt>
                <c:pt idx="61">
                  <c:v>0.00256396459389</c:v>
                </c:pt>
                <c:pt idx="62">
                  <c:v>0.00256824990187</c:v>
                </c:pt>
                <c:pt idx="63">
                  <c:v>0.0025725462365</c:v>
                </c:pt>
                <c:pt idx="64">
                  <c:v>0.00257685363637</c:v>
                </c:pt>
                <c:pt idx="65">
                  <c:v>0.00258117214023</c:v>
                </c:pt>
                <c:pt idx="66">
                  <c:v>0.00258550178699</c:v>
                </c:pt>
                <c:pt idx="67">
                  <c:v>0.00258984261574</c:v>
                </c:pt>
                <c:pt idx="68">
                  <c:v>0.00259419466575</c:v>
                </c:pt>
                <c:pt idx="69">
                  <c:v>0.00259855797646</c:v>
                </c:pt>
                <c:pt idx="70">
                  <c:v>0.0026029325875</c:v>
                </c:pt>
                <c:pt idx="71">
                  <c:v>0.00260731853864</c:v>
                </c:pt>
                <c:pt idx="72">
                  <c:v>0.00261171586988</c:v>
                </c:pt>
                <c:pt idx="73">
                  <c:v>0.00261612462135</c:v>
                </c:pt>
                <c:pt idx="74">
                  <c:v>0.0026205448334</c:v>
                </c:pt>
                <c:pt idx="75">
                  <c:v>0.00262497654653</c:v>
                </c:pt>
                <c:pt idx="76">
                  <c:v>0.00262941980145</c:v>
                </c:pt>
                <c:pt idx="77">
                  <c:v>0.00263387463902</c:v>
                </c:pt>
                <c:pt idx="78">
                  <c:v>0.00263834110031</c:v>
                </c:pt>
                <c:pt idx="79">
                  <c:v>0.00264281922657</c:v>
                </c:pt>
                <c:pt idx="80">
                  <c:v>0.00264730905923</c:v>
                </c:pt>
                <c:pt idx="81">
                  <c:v>0.00265181063992</c:v>
                </c:pt>
                <c:pt idx="82">
                  <c:v>0.00265632401043</c:v>
                </c:pt>
                <c:pt idx="83">
                  <c:v>0.00266084921277</c:v>
                </c:pt>
                <c:pt idx="84">
                  <c:v>0.00266538628913</c:v>
                </c:pt>
                <c:pt idx="85">
                  <c:v>0.00266993528188</c:v>
                </c:pt>
                <c:pt idx="86">
                  <c:v>0.0026744962336</c:v>
                </c:pt>
                <c:pt idx="87">
                  <c:v>0.00267906918705</c:v>
                </c:pt>
                <c:pt idx="88">
                  <c:v>0.00268365418519</c:v>
                </c:pt>
                <c:pt idx="89">
                  <c:v>0.00268825127117</c:v>
                </c:pt>
                <c:pt idx="90">
                  <c:v>0.00269286048835</c:v>
                </c:pt>
                <c:pt idx="91">
                  <c:v>0.00269748188027</c:v>
                </c:pt>
                <c:pt idx="92">
                  <c:v>0.00270211549068</c:v>
                </c:pt>
                <c:pt idx="93">
                  <c:v>0.00270676136353</c:v>
                </c:pt>
                <c:pt idx="94">
                  <c:v>0.00271141954297</c:v>
                </c:pt>
                <c:pt idx="95">
                  <c:v>0.00271609007335</c:v>
                </c:pt>
                <c:pt idx="96">
                  <c:v>0.00272077299922</c:v>
                </c:pt>
                <c:pt idx="97">
                  <c:v>0.00272546836533</c:v>
                </c:pt>
                <c:pt idx="98">
                  <c:v>0.00273017621666</c:v>
                </c:pt>
                <c:pt idx="99">
                  <c:v>0.00273489659837</c:v>
                </c:pt>
                <c:pt idx="100">
                  <c:v>0.00273962955585</c:v>
                </c:pt>
                <c:pt idx="101">
                  <c:v>0.00274437513467</c:v>
                </c:pt>
                <c:pt idx="102">
                  <c:v>0.00274913338064</c:v>
                </c:pt>
                <c:pt idx="103">
                  <c:v>0.00275390433976</c:v>
                </c:pt>
                <c:pt idx="104">
                  <c:v>0.00275868805826</c:v>
                </c:pt>
                <c:pt idx="105">
                  <c:v>0.00276348458257</c:v>
                </c:pt>
                <c:pt idx="106">
                  <c:v>0.00276829395934</c:v>
                </c:pt>
                <c:pt idx="107">
                  <c:v>0.00277311623543</c:v>
                </c:pt>
                <c:pt idx="108">
                  <c:v>0.00277795145793</c:v>
                </c:pt>
                <c:pt idx="109">
                  <c:v>0.00278279967415</c:v>
                </c:pt>
                <c:pt idx="110">
                  <c:v>0.00278766093159</c:v>
                </c:pt>
                <c:pt idx="111">
                  <c:v>0.00279253527801</c:v>
                </c:pt>
                <c:pt idx="112">
                  <c:v>0.00279742276138</c:v>
                </c:pt>
                <c:pt idx="113">
                  <c:v>0.00280232342987</c:v>
                </c:pt>
                <c:pt idx="114">
                  <c:v>0.0028072373319</c:v>
                </c:pt>
                <c:pt idx="115">
                  <c:v>0.00281216451612</c:v>
                </c:pt>
                <c:pt idx="116">
                  <c:v>0.00281710503138</c:v>
                </c:pt>
                <c:pt idx="117">
                  <c:v>0.0028220589268</c:v>
                </c:pt>
                <c:pt idx="118">
                  <c:v>0.00282702625168</c:v>
                </c:pt>
                <c:pt idx="119">
                  <c:v>0.00283200705559</c:v>
                </c:pt>
                <c:pt idx="120">
                  <c:v>0.00283700138832</c:v>
                </c:pt>
                <c:pt idx="121">
                  <c:v>0.0028420092999</c:v>
                </c:pt>
                <c:pt idx="122">
                  <c:v>0.00284703084058</c:v>
                </c:pt>
                <c:pt idx="123">
                  <c:v>0.00285206606085</c:v>
                </c:pt>
                <c:pt idx="124">
                  <c:v>0.00285711501146</c:v>
                </c:pt>
                <c:pt idx="125">
                  <c:v>0.00286217774337</c:v>
                </c:pt>
                <c:pt idx="126">
                  <c:v>0.00286725430781</c:v>
                </c:pt>
                <c:pt idx="127">
                  <c:v>0.00287234475622</c:v>
                </c:pt>
                <c:pt idx="128">
                  <c:v>0.00287744914031</c:v>
                </c:pt>
                <c:pt idx="129">
                  <c:v>0.00288256751202</c:v>
                </c:pt>
                <c:pt idx="130">
                  <c:v>0.00288769992355</c:v>
                </c:pt>
                <c:pt idx="131">
                  <c:v>0.00289284642733</c:v>
                </c:pt>
                <c:pt idx="132">
                  <c:v>0.00289800707605</c:v>
                </c:pt>
                <c:pt idx="133">
                  <c:v>0.00290318192265</c:v>
                </c:pt>
                <c:pt idx="134">
                  <c:v>0.00290837102033</c:v>
                </c:pt>
                <c:pt idx="135">
                  <c:v>0.00291357442253</c:v>
                </c:pt>
                <c:pt idx="136">
                  <c:v>0.00291879218295</c:v>
                </c:pt>
                <c:pt idx="137">
                  <c:v>0.00292402435554</c:v>
                </c:pt>
                <c:pt idx="138">
                  <c:v>0.00292927099453</c:v>
                </c:pt>
                <c:pt idx="139">
                  <c:v>0.00293453215439</c:v>
                </c:pt>
                <c:pt idx="140">
                  <c:v>0.00293980788984</c:v>
                </c:pt>
                <c:pt idx="141">
                  <c:v>0.00294509825591</c:v>
                </c:pt>
                <c:pt idx="142">
                  <c:v>0.00295040330783</c:v>
                </c:pt>
                <c:pt idx="143">
                  <c:v>0.00295572310115</c:v>
                </c:pt>
                <c:pt idx="144">
                  <c:v>0.00296105769166</c:v>
                </c:pt>
                <c:pt idx="145">
                  <c:v>0.00296640713542</c:v>
                </c:pt>
                <c:pt idx="146">
                  <c:v>0.00297177148878</c:v>
                </c:pt>
                <c:pt idx="147">
                  <c:v>0.00297715080833</c:v>
                </c:pt>
                <c:pt idx="148">
                  <c:v>0.00298254515096</c:v>
                </c:pt>
                <c:pt idx="149">
                  <c:v>0.00298795457383</c:v>
                </c:pt>
                <c:pt idx="150">
                  <c:v>0.00299337913437</c:v>
                </c:pt>
                <c:pt idx="151">
                  <c:v>0.00299881889029</c:v>
                </c:pt>
                <c:pt idx="152">
                  <c:v>0.00300427389958</c:v>
                </c:pt>
                <c:pt idx="153">
                  <c:v>0.00300974422052</c:v>
                </c:pt>
                <c:pt idx="154">
                  <c:v>0.00301522991166</c:v>
                </c:pt>
                <c:pt idx="155">
                  <c:v>0.00302073103185</c:v>
                </c:pt>
                <c:pt idx="156">
                  <c:v>0.00302624764022</c:v>
                </c:pt>
                <c:pt idx="157">
                  <c:v>0.00303177979618</c:v>
                </c:pt>
                <c:pt idx="158">
                  <c:v>0.00303732755945</c:v>
                </c:pt>
                <c:pt idx="159">
                  <c:v>0.00304289099003</c:v>
                </c:pt>
                <c:pt idx="160">
                  <c:v>0.0030484701482</c:v>
                </c:pt>
                <c:pt idx="161">
                  <c:v>0.00305406509457</c:v>
                </c:pt>
                <c:pt idx="162">
                  <c:v>0.00305967589001</c:v>
                </c:pt>
                <c:pt idx="163">
                  <c:v>0.00306530259572</c:v>
                </c:pt>
                <c:pt idx="164">
                  <c:v>0.00307094527318</c:v>
                </c:pt>
                <c:pt idx="165">
                  <c:v>0.00307660398419</c:v>
                </c:pt>
                <c:pt idx="166">
                  <c:v>0.00308227879083</c:v>
                </c:pt>
                <c:pt idx="167">
                  <c:v>0.00308796975551</c:v>
                </c:pt>
                <c:pt idx="168">
                  <c:v>0.00309367694095</c:v>
                </c:pt>
                <c:pt idx="169">
                  <c:v>0.00309940041015</c:v>
                </c:pt>
                <c:pt idx="170">
                  <c:v>0.00310514022646</c:v>
                </c:pt>
                <c:pt idx="171">
                  <c:v>0.00311089645351</c:v>
                </c:pt>
                <c:pt idx="172">
                  <c:v>0.00311666915527</c:v>
                </c:pt>
                <c:pt idx="173">
                  <c:v>0.00312245839603</c:v>
                </c:pt>
                <c:pt idx="174">
                  <c:v>0.00312826424036</c:v>
                </c:pt>
                <c:pt idx="175">
                  <c:v>0.00313408675321</c:v>
                </c:pt>
                <c:pt idx="176">
                  <c:v>0.00313992599981</c:v>
                </c:pt>
                <c:pt idx="177">
                  <c:v>0.00314578204573</c:v>
                </c:pt>
                <c:pt idx="178">
                  <c:v>0.00315165495687</c:v>
                </c:pt>
                <c:pt idx="179">
                  <c:v>0.00315754479945</c:v>
                </c:pt>
                <c:pt idx="180">
                  <c:v>0.00316345164003</c:v>
                </c:pt>
                <c:pt idx="181">
                  <c:v>0.00316937554551</c:v>
                </c:pt>
                <c:pt idx="182">
                  <c:v>0.00317531658312</c:v>
                </c:pt>
                <c:pt idx="183">
                  <c:v>0.00318127482041</c:v>
                </c:pt>
                <c:pt idx="184">
                  <c:v>0.00318725032529</c:v>
                </c:pt>
                <c:pt idx="185">
                  <c:v>0.003193243166</c:v>
                </c:pt>
                <c:pt idx="186">
                  <c:v>0.00319925341115</c:v>
                </c:pt>
                <c:pt idx="187">
                  <c:v>0.00320528112965</c:v>
                </c:pt>
                <c:pt idx="188">
                  <c:v>0.00321132639081</c:v>
                </c:pt>
                <c:pt idx="189">
                  <c:v>0.00321738926425</c:v>
                </c:pt>
                <c:pt idx="190">
                  <c:v>0.00322346981996</c:v>
                </c:pt>
                <c:pt idx="191">
                  <c:v>0.00322956812827</c:v>
                </c:pt>
                <c:pt idx="192">
                  <c:v>0.0032356842599</c:v>
                </c:pt>
                <c:pt idx="193">
                  <c:v>0.0032418182859</c:v>
                </c:pt>
                <c:pt idx="194">
                  <c:v>0.00324797027768</c:v>
                </c:pt>
                <c:pt idx="195">
                  <c:v>0.00325414030704</c:v>
                </c:pt>
                <c:pt idx="196">
                  <c:v>0.00326032844611</c:v>
                </c:pt>
                <c:pt idx="197">
                  <c:v>0.00326653476742</c:v>
                </c:pt>
                <c:pt idx="198">
                  <c:v>0.00327275934384</c:v>
                </c:pt>
                <c:pt idx="199">
                  <c:v>0.00327900224865</c:v>
                </c:pt>
                <c:pt idx="200">
                  <c:v>0.00328526355547</c:v>
                </c:pt>
                <c:pt idx="201">
                  <c:v>0.00329154333832</c:v>
                </c:pt>
                <c:pt idx="202">
                  <c:v>0.00329784167159</c:v>
                </c:pt>
                <c:pt idx="203">
                  <c:v>0.00330415863005</c:v>
                </c:pt>
                <c:pt idx="204">
                  <c:v>0.00331049428887</c:v>
                </c:pt>
                <c:pt idx="205">
                  <c:v>0.00331684872358</c:v>
                </c:pt>
                <c:pt idx="206">
                  <c:v>0.00332322201012</c:v>
                </c:pt>
                <c:pt idx="207">
                  <c:v>0.00332961422482</c:v>
                </c:pt>
                <c:pt idx="208">
                  <c:v>0.0033360254444</c:v>
                </c:pt>
                <c:pt idx="209">
                  <c:v>0.00334245574598</c:v>
                </c:pt>
                <c:pt idx="210">
                  <c:v>0.00334890520707</c:v>
                </c:pt>
                <c:pt idx="211">
                  <c:v>0.0033553739056</c:v>
                </c:pt>
                <c:pt idx="212">
                  <c:v>0.00336186191988</c:v>
                </c:pt>
                <c:pt idx="213">
                  <c:v>0.00336836932866</c:v>
                </c:pt>
                <c:pt idx="214">
                  <c:v>0.00337489621106</c:v>
                </c:pt>
                <c:pt idx="215">
                  <c:v>0.00338144264663</c:v>
                </c:pt>
                <c:pt idx="216">
                  <c:v>0.00338800871536</c:v>
                </c:pt>
                <c:pt idx="217">
                  <c:v>0.00339459449762</c:v>
                </c:pt>
                <c:pt idx="218">
                  <c:v>0.00340120007422</c:v>
                </c:pt>
                <c:pt idx="219">
                  <c:v>0.00340782552638</c:v>
                </c:pt>
                <c:pt idx="220">
                  <c:v>0.00341447093575</c:v>
                </c:pt>
                <c:pt idx="221">
                  <c:v>0.00342113638443</c:v>
                </c:pt>
                <c:pt idx="222">
                  <c:v>0.00342782195492</c:v>
                </c:pt>
                <c:pt idx="223">
                  <c:v>0.00343452773016</c:v>
                </c:pt>
                <c:pt idx="224">
                  <c:v>0.00344125379355</c:v>
                </c:pt>
                <c:pt idx="225">
                  <c:v>0.0034480002289</c:v>
                </c:pt>
                <c:pt idx="226">
                  <c:v>0.00345476712047</c:v>
                </c:pt>
                <c:pt idx="227">
                  <c:v>0.00346155455299</c:v>
                </c:pt>
                <c:pt idx="228">
                  <c:v>0.0034683626116</c:v>
                </c:pt>
                <c:pt idx="229">
                  <c:v>0.00347519138191</c:v>
                </c:pt>
                <c:pt idx="230">
                  <c:v>0.00348204094999</c:v>
                </c:pt>
                <c:pt idx="231">
                  <c:v>0.00348891140235</c:v>
                </c:pt>
                <c:pt idx="232">
                  <c:v>0.00349580282597</c:v>
                </c:pt>
                <c:pt idx="233">
                  <c:v>0.00350271530831</c:v>
                </c:pt>
                <c:pt idx="234">
                  <c:v>0.00350964893725</c:v>
                </c:pt>
                <c:pt idx="235">
                  <c:v>0.00351660380118</c:v>
                </c:pt>
                <c:pt idx="236">
                  <c:v>0.00352357998895</c:v>
                </c:pt>
                <c:pt idx="237">
                  <c:v>0.00353057758988</c:v>
                </c:pt>
                <c:pt idx="238">
                  <c:v>0.00353759669377</c:v>
                </c:pt>
                <c:pt idx="239">
                  <c:v>0.00354463739091</c:v>
                </c:pt>
                <c:pt idx="240">
                  <c:v>0.00355169977205</c:v>
                </c:pt>
                <c:pt idx="241">
                  <c:v>0.00355878392846</c:v>
                </c:pt>
                <c:pt idx="242">
                  <c:v>0.00356588995188</c:v>
                </c:pt>
                <c:pt idx="243">
                  <c:v>0.00357301793455</c:v>
                </c:pt>
                <c:pt idx="244">
                  <c:v>0.0035801679692</c:v>
                </c:pt>
                <c:pt idx="245">
                  <c:v>0.00358734014907</c:v>
                </c:pt>
                <c:pt idx="246">
                  <c:v>0.0035945345679</c:v>
                </c:pt>
                <c:pt idx="247">
                  <c:v>0.00360175131994</c:v>
                </c:pt>
                <c:pt idx="248">
                  <c:v>0.00360899049995</c:v>
                </c:pt>
                <c:pt idx="249">
                  <c:v>0.0036162522032</c:v>
                </c:pt>
                <c:pt idx="250">
                  <c:v>0.00362353652548</c:v>
                </c:pt>
                <c:pt idx="251">
                  <c:v>0.0036308435631</c:v>
                </c:pt>
                <c:pt idx="252">
                  <c:v>0.0036381734129</c:v>
                </c:pt>
                <c:pt idx="253">
                  <c:v>0.00364552617223</c:v>
                </c:pt>
                <c:pt idx="254">
                  <c:v>0.003652901939</c:v>
                </c:pt>
                <c:pt idx="255">
                  <c:v>0.00366030081163</c:v>
                </c:pt>
                <c:pt idx="256">
                  <c:v>0.00366772288908</c:v>
                </c:pt>
                <c:pt idx="257">
                  <c:v>0.00367516827088</c:v>
                </c:pt>
                <c:pt idx="258">
                  <c:v>0.00368263705706</c:v>
                </c:pt>
                <c:pt idx="259">
                  <c:v>0.00369012934825</c:v>
                </c:pt>
                <c:pt idx="260">
                  <c:v>0.00369764524559</c:v>
                </c:pt>
                <c:pt idx="261">
                  <c:v>0.0037051848508</c:v>
                </c:pt>
                <c:pt idx="262">
                  <c:v>0.00371274826615</c:v>
                </c:pt>
                <c:pt idx="263">
                  <c:v>0.0037203355945</c:v>
                </c:pt>
                <c:pt idx="264">
                  <c:v>0.00372794693923</c:v>
                </c:pt>
                <c:pt idx="265">
                  <c:v>0.00373558240434</c:v>
                </c:pt>
                <c:pt idx="266">
                  <c:v>0.00374324209438</c:v>
                </c:pt>
                <c:pt idx="267">
                  <c:v>0.00375092611448</c:v>
                </c:pt>
                <c:pt idx="268">
                  <c:v>0.00375863457037</c:v>
                </c:pt>
                <c:pt idx="269">
                  <c:v>0.00376636756835</c:v>
                </c:pt>
                <c:pt idx="270">
                  <c:v>0.00377412521532</c:v>
                </c:pt>
                <c:pt idx="271">
                  <c:v>0.00378190761878</c:v>
                </c:pt>
                <c:pt idx="272">
                  <c:v>0.00378971488682</c:v>
                </c:pt>
                <c:pt idx="273">
                  <c:v>0.00379754712815</c:v>
                </c:pt>
                <c:pt idx="274">
                  <c:v>0.00380540445206</c:v>
                </c:pt>
                <c:pt idx="275">
                  <c:v>0.00381328696849</c:v>
                </c:pt>
                <c:pt idx="276">
                  <c:v>0.00382119478796</c:v>
                </c:pt>
                <c:pt idx="277">
                  <c:v>0.00382912802164</c:v>
                </c:pt>
                <c:pt idx="278">
                  <c:v>0.0038370867813</c:v>
                </c:pt>
                <c:pt idx="279">
                  <c:v>0.00384507117936</c:v>
                </c:pt>
                <c:pt idx="280">
                  <c:v>0.00385308132887</c:v>
                </c:pt>
                <c:pt idx="281">
                  <c:v>0.00386111734351</c:v>
                </c:pt>
                <c:pt idx="282">
                  <c:v>0.00386917933761</c:v>
                </c:pt>
                <c:pt idx="283">
                  <c:v>0.00387726742613</c:v>
                </c:pt>
                <c:pt idx="284">
                  <c:v>0.00388538172472</c:v>
                </c:pt>
                <c:pt idx="285">
                  <c:v>0.00389352234964</c:v>
                </c:pt>
                <c:pt idx="286">
                  <c:v>0.00390168941785</c:v>
                </c:pt>
                <c:pt idx="287">
                  <c:v>0.00390988304694</c:v>
                </c:pt>
                <c:pt idx="288">
                  <c:v>0.00391810335521</c:v>
                </c:pt>
                <c:pt idx="289">
                  <c:v>0.00392635046159</c:v>
                </c:pt>
                <c:pt idx="290">
                  <c:v>0.00393462448573</c:v>
                </c:pt>
                <c:pt idx="291">
                  <c:v>0.00394292554794</c:v>
                </c:pt>
                <c:pt idx="292">
                  <c:v>0.00395125376923</c:v>
                </c:pt>
                <c:pt idx="293">
                  <c:v>0.00395960927129</c:v>
                </c:pt>
                <c:pt idx="294">
                  <c:v>0.00396799217653</c:v>
                </c:pt>
                <c:pt idx="295">
                  <c:v>0.00397640260805</c:v>
                </c:pt>
                <c:pt idx="296">
                  <c:v>0.00398484068965</c:v>
                </c:pt>
                <c:pt idx="297">
                  <c:v>0.00399330654586</c:v>
                </c:pt>
                <c:pt idx="298">
                  <c:v>0.00400180030193</c:v>
                </c:pt>
                <c:pt idx="299">
                  <c:v>0.00401032208383</c:v>
                </c:pt>
                <c:pt idx="300">
                  <c:v>0.00401887201824</c:v>
                </c:pt>
                <c:pt idx="301">
                  <c:v>0.00402745023261</c:v>
                </c:pt>
                <c:pt idx="302">
                  <c:v>0.00403605685509</c:v>
                </c:pt>
                <c:pt idx="303">
                  <c:v>0.00404469201462</c:v>
                </c:pt>
                <c:pt idx="304">
                  <c:v>0.00405335584084</c:v>
                </c:pt>
                <c:pt idx="305">
                  <c:v>0.00406204846419</c:v>
                </c:pt>
                <c:pt idx="306">
                  <c:v>0.00407077001584</c:v>
                </c:pt>
                <c:pt idx="307">
                  <c:v>0.00407952062774</c:v>
                </c:pt>
                <c:pt idx="308">
                  <c:v>0.00408830043261</c:v>
                </c:pt>
                <c:pt idx="309">
                  <c:v>0.00409710956395</c:v>
                </c:pt>
                <c:pt idx="310">
                  <c:v>0.00410594815604</c:v>
                </c:pt>
                <c:pt idx="311">
                  <c:v>0.00411481634395</c:v>
                </c:pt>
                <c:pt idx="312">
                  <c:v>0.00412371426353</c:v>
                </c:pt>
                <c:pt idx="313">
                  <c:v>0.00413264205147</c:v>
                </c:pt>
                <c:pt idx="314">
                  <c:v>0.00414159984522</c:v>
                </c:pt>
                <c:pt idx="315">
                  <c:v>0.00415058778306</c:v>
                </c:pt>
                <c:pt idx="316">
                  <c:v>0.0041596060041</c:v>
                </c:pt>
                <c:pt idx="317">
                  <c:v>0.00416865464825</c:v>
                </c:pt>
                <c:pt idx="318">
                  <c:v>0.00417773385628</c:v>
                </c:pt>
                <c:pt idx="319">
                  <c:v>0.00418684376977</c:v>
                </c:pt>
                <c:pt idx="320">
                  <c:v>0.00419598453114</c:v>
                </c:pt>
                <c:pt idx="321">
                  <c:v>0.00420515628369</c:v>
                </c:pt>
                <c:pt idx="322">
                  <c:v>0.00421435917153</c:v>
                </c:pt>
                <c:pt idx="323">
                  <c:v>0.00422359333967</c:v>
                </c:pt>
                <c:pt idx="324">
                  <c:v>0.00423285893396</c:v>
                </c:pt>
                <c:pt idx="325">
                  <c:v>0.00424215610114</c:v>
                </c:pt>
                <c:pt idx="326">
                  <c:v>0.00425148498881</c:v>
                </c:pt>
                <c:pt idx="327">
                  <c:v>0.00426084574549</c:v>
                </c:pt>
                <c:pt idx="328">
                  <c:v>0.00427023852056</c:v>
                </c:pt>
                <c:pt idx="329">
                  <c:v>0.00427966346432</c:v>
                </c:pt>
                <c:pt idx="330">
                  <c:v>0.00428912072795</c:v>
                </c:pt>
                <c:pt idx="331">
                  <c:v>0.00429861046358</c:v>
                </c:pt>
                <c:pt idx="332">
                  <c:v>0.00430813282423</c:v>
                </c:pt>
                <c:pt idx="333">
                  <c:v>0.00431768796386</c:v>
                </c:pt>
                <c:pt idx="334">
                  <c:v>0.00432727603736</c:v>
                </c:pt>
                <c:pt idx="335">
                  <c:v>0.00433689720056</c:v>
                </c:pt>
                <c:pt idx="336">
                  <c:v>0.00434655161024</c:v>
                </c:pt>
                <c:pt idx="337">
                  <c:v>0.00435623942413</c:v>
                </c:pt>
                <c:pt idx="338">
                  <c:v>0.00436596080093</c:v>
                </c:pt>
                <c:pt idx="339">
                  <c:v>0.0043757159003</c:v>
                </c:pt>
                <c:pt idx="340">
                  <c:v>0.00438550488287</c:v>
                </c:pt>
                <c:pt idx="341">
                  <c:v>0.00439532791028</c:v>
                </c:pt>
                <c:pt idx="342">
                  <c:v>0.00440518514514</c:v>
                </c:pt>
                <c:pt idx="343">
                  <c:v>0.00441507675106</c:v>
                </c:pt>
                <c:pt idx="344">
                  <c:v>0.00442500289266</c:v>
                </c:pt>
                <c:pt idx="345">
                  <c:v>0.00443496373557</c:v>
                </c:pt>
                <c:pt idx="346">
                  <c:v>0.00444495944645</c:v>
                </c:pt>
                <c:pt idx="347">
                  <c:v>0.00445499019299</c:v>
                </c:pt>
                <c:pt idx="348">
                  <c:v>0.0044650561439</c:v>
                </c:pt>
                <c:pt idx="349">
                  <c:v>0.00447515746895</c:v>
                </c:pt>
                <c:pt idx="350">
                  <c:v>0.00448529433895</c:v>
                </c:pt>
                <c:pt idx="351">
                  <c:v>0.0044954669258</c:v>
                </c:pt>
                <c:pt idx="352">
                  <c:v>0.00450567540244</c:v>
                </c:pt>
                <c:pt idx="353">
                  <c:v>0.0045159199429</c:v>
                </c:pt>
                <c:pt idx="354">
                  <c:v>0.00452620072229</c:v>
                </c:pt>
                <c:pt idx="355">
                  <c:v>0.00453651791682</c:v>
                </c:pt>
                <c:pt idx="356">
                  <c:v>0.0045468717038</c:v>
                </c:pt>
                <c:pt idx="357">
                  <c:v>0.00455726226166</c:v>
                </c:pt>
                <c:pt idx="358">
                  <c:v>0.00456768976992</c:v>
                </c:pt>
                <c:pt idx="359">
                  <c:v>0.00457815440927</c:v>
                </c:pt>
                <c:pt idx="360">
                  <c:v>0.0045886563615</c:v>
                </c:pt>
                <c:pt idx="361">
                  <c:v>0.00459919580958</c:v>
                </c:pt>
                <c:pt idx="362">
                  <c:v>0.00460977293761</c:v>
                </c:pt>
                <c:pt idx="363">
                  <c:v>0.00462038793087</c:v>
                </c:pt>
                <c:pt idx="364">
                  <c:v>0.00463104097579</c:v>
                </c:pt>
                <c:pt idx="365">
                  <c:v>0.00464173226002</c:v>
                </c:pt>
                <c:pt idx="366">
                  <c:v>0.00465246197236</c:v>
                </c:pt>
                <c:pt idx="367">
                  <c:v>0.00466323030283</c:v>
                </c:pt>
                <c:pt idx="368">
                  <c:v>0.00467403744268</c:v>
                </c:pt>
                <c:pt idx="369">
                  <c:v>0.00468488358435</c:v>
                </c:pt>
                <c:pt idx="370">
                  <c:v>0.00469576892152</c:v>
                </c:pt>
                <c:pt idx="371">
                  <c:v>0.00470669364911</c:v>
                </c:pt>
                <c:pt idx="372">
                  <c:v>0.00471765796329</c:v>
                </c:pt>
                <c:pt idx="373">
                  <c:v>0.00472866206149</c:v>
                </c:pt>
                <c:pt idx="374">
                  <c:v>0.00473970614241</c:v>
                </c:pt>
                <c:pt idx="375">
                  <c:v>0.00475079040603</c:v>
                </c:pt>
                <c:pt idx="376">
                  <c:v>0.0047619150536</c:v>
                </c:pt>
                <c:pt idx="377">
                  <c:v>0.0047730802877</c:v>
                </c:pt>
                <c:pt idx="378">
                  <c:v>0.00478428631221</c:v>
                </c:pt>
                <c:pt idx="379">
                  <c:v>0.00479553333232</c:v>
                </c:pt>
                <c:pt idx="380">
                  <c:v>0.00480682155456</c:v>
                </c:pt>
                <c:pt idx="381">
                  <c:v>0.00481815118679</c:v>
                </c:pt>
                <c:pt idx="382">
                  <c:v>0.00482952243825</c:v>
                </c:pt>
                <c:pt idx="383">
                  <c:v>0.00484093551952</c:v>
                </c:pt>
                <c:pt idx="384">
                  <c:v>0.00485239064255</c:v>
                </c:pt>
                <c:pt idx="385">
                  <c:v>0.0048638880207</c:v>
                </c:pt>
                <c:pt idx="386">
                  <c:v>0.00487542786872</c:v>
                </c:pt>
                <c:pt idx="387">
                  <c:v>0.00488701040274</c:v>
                </c:pt>
                <c:pt idx="388">
                  <c:v>0.00489863584035</c:v>
                </c:pt>
                <c:pt idx="389">
                  <c:v>0.00491030440055</c:v>
                </c:pt>
                <c:pt idx="390">
                  <c:v>0.00492201630378</c:v>
                </c:pt>
                <c:pt idx="391">
                  <c:v>0.00493377177195</c:v>
                </c:pt>
                <c:pt idx="392">
                  <c:v>0.00494557102843</c:v>
                </c:pt>
                <c:pt idx="393">
                  <c:v>0.00495741429805</c:v>
                </c:pt>
                <c:pt idx="394">
                  <c:v>0.00496930180716</c:v>
                </c:pt>
                <c:pt idx="395">
                  <c:v>0.00498123378361</c:v>
                </c:pt>
                <c:pt idx="396">
                  <c:v>0.00499321045674</c:v>
                </c:pt>
                <c:pt idx="397">
                  <c:v>0.00500523205744</c:v>
                </c:pt>
                <c:pt idx="398">
                  <c:v>0.00501729881814</c:v>
                </c:pt>
                <c:pt idx="399">
                  <c:v>0.00502941097281</c:v>
                </c:pt>
                <c:pt idx="400">
                  <c:v>0.005041568757</c:v>
                </c:pt>
                <c:pt idx="401">
                  <c:v>0.00505377240784</c:v>
                </c:pt>
                <c:pt idx="402">
                  <c:v>0.00506602216404</c:v>
                </c:pt>
                <c:pt idx="403">
                  <c:v>0.00507831826593</c:v>
                </c:pt>
                <c:pt idx="404">
                  <c:v>0.00509066095544</c:v>
                </c:pt>
                <c:pt idx="405">
                  <c:v>0.00510305047616</c:v>
                </c:pt>
                <c:pt idx="406">
                  <c:v>0.0051154870733</c:v>
                </c:pt>
                <c:pt idx="407">
                  <c:v>0.00512797099375</c:v>
                </c:pt>
                <c:pt idx="408">
                  <c:v>0.00514050248606</c:v>
                </c:pt>
                <c:pt idx="409">
                  <c:v>0.00515308180047</c:v>
                </c:pt>
                <c:pt idx="410">
                  <c:v>0.00516570918894</c:v>
                </c:pt>
                <c:pt idx="411">
                  <c:v>0.00517838490512</c:v>
                </c:pt>
                <c:pt idx="412">
                  <c:v>0.00519110920442</c:v>
                </c:pt>
                <c:pt idx="413">
                  <c:v>0.00520388234397</c:v>
                </c:pt>
                <c:pt idx="414">
                  <c:v>0.00521670458268</c:v>
                </c:pt>
                <c:pt idx="415">
                  <c:v>0.00522957618122</c:v>
                </c:pt>
                <c:pt idx="416">
                  <c:v>0.00524249740207</c:v>
                </c:pt>
                <c:pt idx="417">
                  <c:v>0.00525546850951</c:v>
                </c:pt>
                <c:pt idx="418">
                  <c:v>0.00526848976962</c:v>
                </c:pt>
                <c:pt idx="419">
                  <c:v>0.00528156145036</c:v>
                </c:pt>
                <c:pt idx="420">
                  <c:v>0.0052946838215</c:v>
                </c:pt>
                <c:pt idx="421">
                  <c:v>0.00530785715471</c:v>
                </c:pt>
                <c:pt idx="422">
                  <c:v>0.00532108172353</c:v>
                </c:pt>
                <c:pt idx="423">
                  <c:v>0.0053343578034</c:v>
                </c:pt>
                <c:pt idx="424">
                  <c:v>0.0053476856717</c:v>
                </c:pt>
                <c:pt idx="425">
                  <c:v>0.00536106560772</c:v>
                </c:pt>
                <c:pt idx="426">
                  <c:v>0.00537449789271</c:v>
                </c:pt>
                <c:pt idx="427">
                  <c:v>0.00538798280989</c:v>
                </c:pt>
                <c:pt idx="428">
                  <c:v>0.00540152064447</c:v>
                </c:pt>
                <c:pt idx="429">
                  <c:v>0.00541511168365</c:v>
                </c:pt>
                <c:pt idx="430">
                  <c:v>0.00542875621667</c:v>
                </c:pt>
                <c:pt idx="431">
                  <c:v>0.00544245453478</c:v>
                </c:pt>
                <c:pt idx="432">
                  <c:v>0.00545620693132</c:v>
                </c:pt>
                <c:pt idx="433">
                  <c:v>0.00547001370168</c:v>
                </c:pt>
                <c:pt idx="434">
                  <c:v>0.00548387514334</c:v>
                </c:pt>
                <c:pt idx="435">
                  <c:v>0.00549779155592</c:v>
                </c:pt>
                <c:pt idx="436">
                  <c:v>0.00551176324114</c:v>
                </c:pt>
                <c:pt idx="437">
                  <c:v>0.00552579050288</c:v>
                </c:pt>
                <c:pt idx="438">
                  <c:v>0.00553987364718</c:v>
                </c:pt>
                <c:pt idx="439">
                  <c:v>0.00555401298229</c:v>
                </c:pt>
                <c:pt idx="440">
                  <c:v>0.00556820881863</c:v>
                </c:pt>
                <c:pt idx="441">
                  <c:v>0.00558246146888</c:v>
                </c:pt>
                <c:pt idx="442">
                  <c:v>0.00559677124794</c:v>
                </c:pt>
                <c:pt idx="443">
                  <c:v>0.00561113847299</c:v>
                </c:pt>
                <c:pt idx="444">
                  <c:v>0.0056255634635</c:v>
                </c:pt>
                <c:pt idx="445">
                  <c:v>0.00564004654124</c:v>
                </c:pt>
                <c:pt idx="446">
                  <c:v>0.0056545880303</c:v>
                </c:pt>
                <c:pt idx="447">
                  <c:v>0.00566918825713</c:v>
                </c:pt>
                <c:pt idx="448">
                  <c:v>0.00568384755055</c:v>
                </c:pt>
                <c:pt idx="449">
                  <c:v>0.00569856624175</c:v>
                </c:pt>
                <c:pt idx="450">
                  <c:v>0.00571334466438</c:v>
                </c:pt>
                <c:pt idx="451">
                  <c:v>0.00572818315447</c:v>
                </c:pt>
                <c:pt idx="452">
                  <c:v>0.00574308205054</c:v>
                </c:pt>
                <c:pt idx="453">
                  <c:v>0.00575804169358</c:v>
                </c:pt>
                <c:pt idx="454">
                  <c:v>0.00577306242709</c:v>
                </c:pt>
                <c:pt idx="455">
                  <c:v>0.00578814459708</c:v>
                </c:pt>
                <c:pt idx="456">
                  <c:v>0.00580328855213</c:v>
                </c:pt>
                <c:pt idx="457">
                  <c:v>0.00581849464336</c:v>
                </c:pt>
                <c:pt idx="458">
                  <c:v>0.00583376322452</c:v>
                </c:pt>
                <c:pt idx="459">
                  <c:v>0.00584909465195</c:v>
                </c:pt>
                <c:pt idx="460">
                  <c:v>0.00586448928465</c:v>
                </c:pt>
                <c:pt idx="461">
                  <c:v>0.00587994748429</c:v>
                </c:pt>
                <c:pt idx="462">
                  <c:v>0.00589546961522</c:v>
                </c:pt>
                <c:pt idx="463">
                  <c:v>0.00591105604451</c:v>
                </c:pt>
                <c:pt idx="464">
                  <c:v>0.00592670714199</c:v>
                </c:pt>
                <c:pt idx="465">
                  <c:v>0.00594242328024</c:v>
                </c:pt>
                <c:pt idx="466">
                  <c:v>0.00595820483464</c:v>
                </c:pt>
                <c:pt idx="467">
                  <c:v>0.00597405218338</c:v>
                </c:pt>
                <c:pt idx="468">
                  <c:v>0.00598996570753</c:v>
                </c:pt>
                <c:pt idx="469">
                  <c:v>0.00600594579099</c:v>
                </c:pt>
                <c:pt idx="470">
                  <c:v>0.00602199282059</c:v>
                </c:pt>
                <c:pt idx="471">
                  <c:v>0.00603810718609</c:v>
                </c:pt>
                <c:pt idx="472">
                  <c:v>0.00605428928018</c:v>
                </c:pt>
                <c:pt idx="473">
                  <c:v>0.00607053949856</c:v>
                </c:pt>
                <c:pt idx="474">
                  <c:v>0.00608685823993</c:v>
                </c:pt>
                <c:pt idx="475">
                  <c:v>0.00610324590604</c:v>
                </c:pt>
                <c:pt idx="476">
                  <c:v>0.0061197029017</c:v>
                </c:pt>
                <c:pt idx="477">
                  <c:v>0.00613622963482</c:v>
                </c:pt>
                <c:pt idx="478">
                  <c:v>0.00615282651644</c:v>
                </c:pt>
                <c:pt idx="479">
                  <c:v>0.00616949396076</c:v>
                </c:pt>
                <c:pt idx="480">
                  <c:v>0.00618623238518</c:v>
                </c:pt>
                <c:pt idx="481">
                  <c:v>0.0062030422103</c:v>
                </c:pt>
                <c:pt idx="482">
                  <c:v>0.00621992385998</c:v>
                </c:pt>
                <c:pt idx="483">
                  <c:v>0.00623687776137</c:v>
                </c:pt>
                <c:pt idx="484">
                  <c:v>0.00625390434493</c:v>
                </c:pt>
                <c:pt idx="485">
                  <c:v>0.00627100404445</c:v>
                </c:pt>
                <c:pt idx="486">
                  <c:v>0.00628817729711</c:v>
                </c:pt>
                <c:pt idx="487">
                  <c:v>0.00630542454352</c:v>
                </c:pt>
                <c:pt idx="488">
                  <c:v>0.00632274622771</c:v>
                </c:pt>
                <c:pt idx="489">
                  <c:v>0.0063401427972</c:v>
                </c:pt>
                <c:pt idx="490">
                  <c:v>0.00635761470301</c:v>
                </c:pt>
                <c:pt idx="491">
                  <c:v>0.00637516239973</c:v>
                </c:pt>
                <c:pt idx="492">
                  <c:v>0.00639278634551</c:v>
                </c:pt>
                <c:pt idx="493">
                  <c:v>0.00641048700212</c:v>
                </c:pt>
                <c:pt idx="494">
                  <c:v>0.006428264835</c:v>
                </c:pt>
                <c:pt idx="495">
                  <c:v>0.00644612031326</c:v>
                </c:pt>
                <c:pt idx="496">
                  <c:v>0.00646405390976</c:v>
                </c:pt>
                <c:pt idx="497">
                  <c:v>0.00648206610108</c:v>
                </c:pt>
                <c:pt idx="498">
                  <c:v>0.00650015736764</c:v>
                </c:pt>
                <c:pt idx="499">
                  <c:v>0.00651832819369</c:v>
                </c:pt>
                <c:pt idx="500">
                  <c:v>0.00653657906734</c:v>
                </c:pt>
                <c:pt idx="501">
                  <c:v>0.00655491048063</c:v>
                </c:pt>
                <c:pt idx="502">
                  <c:v>0.00657332292955</c:v>
                </c:pt>
                <c:pt idx="503">
                  <c:v>0.00659181691408</c:v>
                </c:pt>
                <c:pt idx="504">
                  <c:v>0.00661039293823</c:v>
                </c:pt>
                <c:pt idx="505">
                  <c:v>0.00662905151011</c:v>
                </c:pt>
                <c:pt idx="506">
                  <c:v>0.00664779314192</c:v>
                </c:pt>
                <c:pt idx="507">
                  <c:v>0.00666661835002</c:v>
                </c:pt>
                <c:pt idx="508">
                  <c:v>0.00668552765498</c:v>
                </c:pt>
                <c:pt idx="509">
                  <c:v>0.00670452158161</c:v>
                </c:pt>
                <c:pt idx="510">
                  <c:v>0.00672360065901</c:v>
                </c:pt>
                <c:pt idx="511">
                  <c:v>0.00674276542059</c:v>
                </c:pt>
                <c:pt idx="512">
                  <c:v>0.00676201640416</c:v>
                </c:pt>
                <c:pt idx="513">
                  <c:v>0.00678135415192</c:v>
                </c:pt>
                <c:pt idx="514">
                  <c:v>0.00680077921057</c:v>
                </c:pt>
                <c:pt idx="515">
                  <c:v>0.00682029213129</c:v>
                </c:pt>
                <c:pt idx="516">
                  <c:v>0.00683989346982</c:v>
                </c:pt>
                <c:pt idx="517">
                  <c:v>0.00685958378651</c:v>
                </c:pt>
                <c:pt idx="518">
                  <c:v>0.00687936364637</c:v>
                </c:pt>
                <c:pt idx="519">
                  <c:v>0.00689923361909</c:v>
                </c:pt>
                <c:pt idx="520">
                  <c:v>0.00691919427912</c:v>
                </c:pt>
                <c:pt idx="521">
                  <c:v>0.0069392462057</c:v>
                </c:pt>
                <c:pt idx="522">
                  <c:v>0.00695938998293</c:v>
                </c:pt>
                <c:pt idx="523">
                  <c:v>0.00697962619978</c:v>
                </c:pt>
                <c:pt idx="524">
                  <c:v>0.00699995545021</c:v>
                </c:pt>
                <c:pt idx="525">
                  <c:v>0.00702037833315</c:v>
                </c:pt>
                <c:pt idx="526">
                  <c:v>0.00704089545259</c:v>
                </c:pt>
                <c:pt idx="527">
                  <c:v>0.00706150741763</c:v>
                </c:pt>
                <c:pt idx="528">
                  <c:v>0.00708221484253</c:v>
                </c:pt>
                <c:pt idx="529">
                  <c:v>0.00710301834676</c:v>
                </c:pt>
                <c:pt idx="530">
                  <c:v>0.00712391855507</c:v>
                </c:pt>
                <c:pt idx="531">
                  <c:v>0.00714491609754</c:v>
                </c:pt>
                <c:pt idx="532">
                  <c:v>0.0071660116096</c:v>
                </c:pt>
                <c:pt idx="533">
                  <c:v>0.00718720573216</c:v>
                </c:pt>
                <c:pt idx="534">
                  <c:v>0.00720849911161</c:v>
                </c:pt>
                <c:pt idx="535">
                  <c:v>0.0072298923999</c:v>
                </c:pt>
                <c:pt idx="536">
                  <c:v>0.00725138625458</c:v>
                </c:pt>
                <c:pt idx="537">
                  <c:v>0.0072729813389</c:v>
                </c:pt>
                <c:pt idx="538">
                  <c:v>0.00729467832183</c:v>
                </c:pt>
                <c:pt idx="539">
                  <c:v>0.00731647787816</c:v>
                </c:pt>
                <c:pt idx="540">
                  <c:v>0.00733838068851</c:v>
                </c:pt>
                <c:pt idx="541">
                  <c:v>0.00736038743945</c:v>
                </c:pt>
                <c:pt idx="542">
                  <c:v>0.00738249882354</c:v>
                </c:pt>
                <c:pt idx="543">
                  <c:v>0.00740471553936</c:v>
                </c:pt>
                <c:pt idx="544">
                  <c:v>0.00742703829166</c:v>
                </c:pt>
                <c:pt idx="545">
                  <c:v>0.00744946779133</c:v>
                </c:pt>
                <c:pt idx="546">
                  <c:v>0.00747200475555</c:v>
                </c:pt>
                <c:pt idx="547">
                  <c:v>0.00749464990779</c:v>
                </c:pt>
                <c:pt idx="548">
                  <c:v>0.00751740397793</c:v>
                </c:pt>
                <c:pt idx="549">
                  <c:v>0.0075402677023</c:v>
                </c:pt>
                <c:pt idx="550">
                  <c:v>0.00756324182378</c:v>
                </c:pt>
                <c:pt idx="551">
                  <c:v>0.00758632709183</c:v>
                </c:pt>
                <c:pt idx="552">
                  <c:v>0.0076095242626</c:v>
                </c:pt>
                <c:pt idx="553">
                  <c:v>0.00763283409898</c:v>
                </c:pt>
                <c:pt idx="554">
                  <c:v>0.00765625737069</c:v>
                </c:pt>
                <c:pt idx="555">
                  <c:v>0.00767979485435</c:v>
                </c:pt>
                <c:pt idx="556">
                  <c:v>0.00770344733355</c:v>
                </c:pt>
                <c:pt idx="557">
                  <c:v>0.00772721559895</c:v>
                </c:pt>
                <c:pt idx="558">
                  <c:v>0.00775110044831</c:v>
                </c:pt>
                <c:pt idx="559">
                  <c:v>0.00777510268662</c:v>
                </c:pt>
                <c:pt idx="560">
                  <c:v>0.00779922312618</c:v>
                </c:pt>
                <c:pt idx="561">
                  <c:v>0.00782346258662</c:v>
                </c:pt>
                <c:pt idx="562">
                  <c:v>0.00784782189506</c:v>
                </c:pt>
                <c:pt idx="563">
                  <c:v>0.00787230188614</c:v>
                </c:pt>
                <c:pt idx="564">
                  <c:v>0.00789690340213</c:v>
                </c:pt>
                <c:pt idx="565">
                  <c:v>0.007921627293</c:v>
                </c:pt>
                <c:pt idx="566">
                  <c:v>0.00794647441652</c:v>
                </c:pt>
                <c:pt idx="567">
                  <c:v>0.00797144563836</c:v>
                </c:pt>
                <c:pt idx="568">
                  <c:v>0.00799654183212</c:v>
                </c:pt>
                <c:pt idx="569">
                  <c:v>0.0080217638795</c:v>
                </c:pt>
                <c:pt idx="570">
                  <c:v>0.00804711267034</c:v>
                </c:pt>
                <c:pt idx="571">
                  <c:v>0.00807258910271</c:v>
                </c:pt>
                <c:pt idx="572">
                  <c:v>0.00809819408304</c:v>
                </c:pt>
                <c:pt idx="573">
                  <c:v>0.00812392852618</c:v>
                </c:pt>
                <c:pt idx="574">
                  <c:v>0.0081497933555</c:v>
                </c:pt>
                <c:pt idx="575">
                  <c:v>0.00817578950302</c:v>
                </c:pt>
                <c:pt idx="576">
                  <c:v>0.00820191790945</c:v>
                </c:pt>
                <c:pt idx="577">
                  <c:v>0.00822817952436</c:v>
                </c:pt>
                <c:pt idx="578">
                  <c:v>0.0082545753062</c:v>
                </c:pt>
                <c:pt idx="579">
                  <c:v>0.00828110622248</c:v>
                </c:pt>
                <c:pt idx="580">
                  <c:v>0.00830777324982</c:v>
                </c:pt>
                <c:pt idx="581">
                  <c:v>0.00833457737408</c:v>
                </c:pt>
                <c:pt idx="582">
                  <c:v>0.00836151959044</c:v>
                </c:pt>
                <c:pt idx="583">
                  <c:v>0.00838860090355</c:v>
                </c:pt>
                <c:pt idx="584">
                  <c:v>0.00841582232758</c:v>
                </c:pt>
                <c:pt idx="585">
                  <c:v>0.0084431848864</c:v>
                </c:pt>
                <c:pt idx="586">
                  <c:v>0.00847068961363</c:v>
                </c:pt>
                <c:pt idx="587">
                  <c:v>0.00849833755276</c:v>
                </c:pt>
                <c:pt idx="588">
                  <c:v>0.0085261297573</c:v>
                </c:pt>
                <c:pt idx="589">
                  <c:v>0.00855406729088</c:v>
                </c:pt>
                <c:pt idx="590">
                  <c:v>0.00858215122732</c:v>
                </c:pt>
                <c:pt idx="591">
                  <c:v>0.00861038265084</c:v>
                </c:pt>
                <c:pt idx="592">
                  <c:v>0.00863876265607</c:v>
                </c:pt>
                <c:pt idx="593">
                  <c:v>0.00866729234827</c:v>
                </c:pt>
                <c:pt idx="594">
                  <c:v>0.00869597284338</c:v>
                </c:pt>
                <c:pt idx="595">
                  <c:v>0.00872480526819</c:v>
                </c:pt>
                <c:pt idx="596">
                  <c:v>0.00875379076041</c:v>
                </c:pt>
                <c:pt idx="597">
                  <c:v>0.00878293046887</c:v>
                </c:pt>
                <c:pt idx="598">
                  <c:v>0.00881222555358</c:v>
                </c:pt>
                <c:pt idx="599">
                  <c:v>0.00884167718591</c:v>
                </c:pt>
                <c:pt idx="600">
                  <c:v>0.00887128654868</c:v>
                </c:pt>
                <c:pt idx="601">
                  <c:v>0.00890105483631</c:v>
                </c:pt>
                <c:pt idx="602">
                  <c:v>0.00893098325495</c:v>
                </c:pt>
                <c:pt idx="603">
                  <c:v>0.00896107302262</c:v>
                </c:pt>
                <c:pt idx="604">
                  <c:v>0.00899132536934</c:v>
                </c:pt>
                <c:pt idx="605">
                  <c:v>0.00902174153728</c:v>
                </c:pt>
                <c:pt idx="606">
                  <c:v>0.00905232278087</c:v>
                </c:pt>
                <c:pt idx="607">
                  <c:v>0.00908307036696</c:v>
                </c:pt>
                <c:pt idx="608">
                  <c:v>0.00911398557498</c:v>
                </c:pt>
                <c:pt idx="609">
                  <c:v>0.00914506969703</c:v>
                </c:pt>
                <c:pt idx="610">
                  <c:v>0.0091763240381</c:v>
                </c:pt>
                <c:pt idx="611">
                  <c:v>0.00920774991613</c:v>
                </c:pt>
                <c:pt idx="612">
                  <c:v>0.00923934866224</c:v>
                </c:pt>
                <c:pt idx="613">
                  <c:v>0.0092711216208</c:v>
                </c:pt>
                <c:pt idx="614">
                  <c:v>0.00930307014966</c:v>
                </c:pt>
                <c:pt idx="615">
                  <c:v>0.00933519562023</c:v>
                </c:pt>
                <c:pt idx="616">
                  <c:v>0.00936749941769</c:v>
                </c:pt>
                <c:pt idx="617">
                  <c:v>0.0093999829411</c:v>
                </c:pt>
                <c:pt idx="618">
                  <c:v>0.00943264760357</c:v>
                </c:pt>
                <c:pt idx="619">
                  <c:v>0.00946549483246</c:v>
                </c:pt>
                <c:pt idx="620">
                  <c:v>0.00949852606945</c:v>
                </c:pt>
                <c:pt idx="621">
                  <c:v>0.00953174277078</c:v>
                </c:pt>
                <c:pt idx="622">
                  <c:v>0.00956514640737</c:v>
                </c:pt>
                <c:pt idx="623">
                  <c:v>0.00959873846499</c:v>
                </c:pt>
                <c:pt idx="624">
                  <c:v>0.00963252044445</c:v>
                </c:pt>
                <c:pt idx="625">
                  <c:v>0.0096664938617</c:v>
                </c:pt>
                <c:pt idx="626">
                  <c:v>0.00970066024805</c:v>
                </c:pt>
                <c:pt idx="627">
                  <c:v>0.00973502115034</c:v>
                </c:pt>
                <c:pt idx="628">
                  <c:v>0.00976957813107</c:v>
                </c:pt>
                <c:pt idx="629">
                  <c:v>0.00980433276858</c:v>
                </c:pt>
                <c:pt idx="630">
                  <c:v>0.00983928665724</c:v>
                </c:pt>
                <c:pt idx="631">
                  <c:v>0.00987444140762</c:v>
                </c:pt>
                <c:pt idx="632">
                  <c:v>0.00990979864661</c:v>
                </c:pt>
                <c:pt idx="633">
                  <c:v>0.00994536001766</c:v>
                </c:pt>
                <c:pt idx="634">
                  <c:v>0.0099811271809</c:v>
                </c:pt>
                <c:pt idx="635">
                  <c:v>0.0100171018134</c:v>
                </c:pt>
                <c:pt idx="636">
                  <c:v>0.0100532856091</c:v>
                </c:pt>
                <c:pt idx="637">
                  <c:v>0.0100896802794</c:v>
                </c:pt>
                <c:pt idx="638">
                  <c:v>0.0101262875529</c:v>
                </c:pt>
                <c:pt idx="639">
                  <c:v>0.010163109176</c:v>
                </c:pt>
                <c:pt idx="640">
                  <c:v>0.0102001469125</c:v>
                </c:pt>
                <c:pt idx="641">
                  <c:v>0.0102374025444</c:v>
                </c:pt>
                <c:pt idx="642">
                  <c:v>0.0102748778717</c:v>
                </c:pt>
                <c:pt idx="643">
                  <c:v>0.0103125747127</c:v>
                </c:pt>
                <c:pt idx="644">
                  <c:v>0.0103504949041</c:v>
                </c:pt>
                <c:pt idx="645">
                  <c:v>0.0103886403013</c:v>
                </c:pt>
                <c:pt idx="646">
                  <c:v>0.0104270127783</c:v>
                </c:pt>
                <c:pt idx="647">
                  <c:v>0.0104656142282</c:v>
                </c:pt>
                <c:pt idx="648">
                  <c:v>0.0105044465633</c:v>
                </c:pt>
                <c:pt idx="649">
                  <c:v>0.010543511715</c:v>
                </c:pt>
                <c:pt idx="650">
                  <c:v>0.0105828116344</c:v>
                </c:pt>
                <c:pt idx="651">
                  <c:v>0.0106223482921</c:v>
                </c:pt>
                <c:pt idx="652">
                  <c:v>0.0106621236786</c:v>
                </c:pt>
                <c:pt idx="653">
                  <c:v>0.0107021398041</c:v>
                </c:pt>
                <c:pt idx="654">
                  <c:v>0.0107423986993</c:v>
                </c:pt>
                <c:pt idx="655">
                  <c:v>0.0107829024149</c:v>
                </c:pt>
                <c:pt idx="656">
                  <c:v>0.0108236530223</c:v>
                </c:pt>
                <c:pt idx="657">
                  <c:v>0.0108646526132</c:v>
                </c:pt>
                <c:pt idx="658">
                  <c:v>0.0109059033004</c:v>
                </c:pt>
                <c:pt idx="659">
                  <c:v>0.0109474072174</c:v>
                </c:pt>
                <c:pt idx="660">
                  <c:v>0.0109891665187</c:v>
                </c:pt>
                <c:pt idx="661">
                  <c:v>0.0110311833801</c:v>
                </c:pt>
                <c:pt idx="662">
                  <c:v>0.0110734599987</c:v>
                </c:pt>
                <c:pt idx="663">
                  <c:v>0.011115998593</c:v>
                </c:pt>
                <c:pt idx="664">
                  <c:v>0.0111588014032</c:v>
                </c:pt>
                <c:pt idx="665">
                  <c:v>0.011201870691</c:v>
                </c:pt>
                <c:pt idx="666">
                  <c:v>0.0112452087403</c:v>
                </c:pt>
                <c:pt idx="667">
                  <c:v>0.0112888178565</c:v>
                </c:pt>
                <c:pt idx="668">
                  <c:v>0.0113327003672</c:v>
                </c:pt>
                <c:pt idx="669">
                  <c:v>0.0113768586224</c:v>
                </c:pt>
                <c:pt idx="670">
                  <c:v>0.0114212949938</c:v>
                </c:pt>
                <c:pt idx="671">
                  <c:v>0.011466011876</c:v>
                </c:pt>
                <c:pt idx="672">
                  <c:v>0.0115110116855</c:v>
                </c:pt>
                <c:pt idx="673">
                  <c:v>0.0115562968614</c:v>
                </c:pt>
                <c:pt idx="674">
                  <c:v>0.0116018698656</c:v>
                </c:pt>
                <c:pt idx="675">
                  <c:v>0.011647733182</c:v>
                </c:pt>
                <c:pt idx="676">
                  <c:v>0.0116938893177</c:v>
                </c:pt>
                <c:pt idx="677">
                  <c:v>0.0117403408018</c:v>
                </c:pt>
                <c:pt idx="678">
                  <c:v>0.0117870901866</c:v>
                </c:pt>
                <c:pt idx="679">
                  <c:v>0.0118341400467</c:v>
                </c:pt>
                <c:pt idx="680">
                  <c:v>0.0118814929794</c:v>
                </c:pt>
                <c:pt idx="681">
                  <c:v>0.0119291516046</c:v>
                </c:pt>
                <c:pt idx="682">
                  <c:v>0.0119771185648</c:v>
                </c:pt>
                <c:pt idx="683">
                  <c:v>0.012025396525</c:v>
                </c:pt>
                <c:pt idx="684">
                  <c:v>0.0120739881726</c:v>
                </c:pt>
                <c:pt idx="685">
                  <c:v>0.0121228962174</c:v>
                </c:pt>
                <c:pt idx="686">
                  <c:v>0.0121721233916</c:v>
                </c:pt>
                <c:pt idx="687">
                  <c:v>0.0122216724493</c:v>
                </c:pt>
                <c:pt idx="688">
                  <c:v>0.0122715461668</c:v>
                </c:pt>
                <c:pt idx="689">
                  <c:v>0.0123217473421</c:v>
                </c:pt>
                <c:pt idx="690">
                  <c:v>0.012372278795</c:v>
                </c:pt>
                <c:pt idx="691">
                  <c:v>0.0124231433667</c:v>
                </c:pt>
                <c:pt idx="692">
                  <c:v>0.0124743439198</c:v>
                </c:pt>
                <c:pt idx="693">
                  <c:v>0.0125258833377</c:v>
                </c:pt>
                <c:pt idx="694">
                  <c:v>0.0125777645249</c:v>
                </c:pt>
                <c:pt idx="695">
                  <c:v>0.0126299904059</c:v>
                </c:pt>
                <c:pt idx="696">
                  <c:v>0.0126825639257</c:v>
                </c:pt>
                <c:pt idx="697">
                  <c:v>0.012735488049</c:v>
                </c:pt>
                <c:pt idx="698">
                  <c:v>0.0127887657599</c:v>
                </c:pt>
                <c:pt idx="699">
                  <c:v>0.0128424000616</c:v>
                </c:pt>
                <c:pt idx="700">
                  <c:v>0.0128963939759</c:v>
                </c:pt>
                <c:pt idx="701">
                  <c:v>0.0129507505426</c:v>
                </c:pt>
                <c:pt idx="702">
                  <c:v>0.0130054728195</c:v>
                </c:pt>
                <c:pt idx="703">
                  <c:v>0.0130605638811</c:v>
                </c:pt>
                <c:pt idx="704">
                  <c:v>0.0131160268188</c:v>
                </c:pt>
                <c:pt idx="705">
                  <c:v>0.0131718647397</c:v>
                </c:pt>
                <c:pt idx="706">
                  <c:v>0.0132280807666</c:v>
                </c:pt>
                <c:pt idx="707">
                  <c:v>0.0132846780367</c:v>
                </c:pt>
                <c:pt idx="708">
                  <c:v>0.0133416597013</c:v>
                </c:pt>
                <c:pt idx="709">
                  <c:v>0.0133990289249</c:v>
                </c:pt>
                <c:pt idx="710">
                  <c:v>0.0134567888845</c:v>
                </c:pt>
                <c:pt idx="711">
                  <c:v>0.0135149427685</c:v>
                </c:pt>
                <c:pt idx="712">
                  <c:v>0.0135734937765</c:v>
                </c:pt>
                <c:pt idx="713">
                  <c:v>0.0136324451176</c:v>
                </c:pt>
                <c:pt idx="714">
                  <c:v>0.01369180001</c:v>
                </c:pt>
                <c:pt idx="715">
                  <c:v>0.0137515616797</c:v>
                </c:pt>
                <c:pt idx="716">
                  <c:v>0.0138117333596</c:v>
                </c:pt>
                <c:pt idx="717">
                  <c:v>0.0138723182884</c:v>
                </c:pt>
                <c:pt idx="718">
                  <c:v>0.0139333197096</c:v>
                </c:pt>
                <c:pt idx="719">
                  <c:v>0.01399474087</c:v>
                </c:pt>
                <c:pt idx="720">
                  <c:v>0.0140565850186</c:v>
                </c:pt>
                <c:pt idx="721">
                  <c:v>0.0141188554058</c:v>
                </c:pt>
                <c:pt idx="722">
                  <c:v>0.0141815552812</c:v>
                </c:pt>
                <c:pt idx="723">
                  <c:v>0.0142446878931</c:v>
                </c:pt>
                <c:pt idx="724">
                  <c:v>0.0143082564865</c:v>
                </c:pt>
                <c:pt idx="725">
                  <c:v>0.0143722643019</c:v>
                </c:pt>
                <c:pt idx="726">
                  <c:v>0.0144367145739</c:v>
                </c:pt>
                <c:pt idx="727">
                  <c:v>0.0145016105293</c:v>
                </c:pt>
                <c:pt idx="728">
                  <c:v>0.014566955386</c:v>
                </c:pt>
                <c:pt idx="729">
                  <c:v>0.0146327523509</c:v>
                </c:pt>
                <c:pt idx="730">
                  <c:v>0.0146990046187</c:v>
                </c:pt>
                <c:pt idx="731">
                  <c:v>0.0147657153696</c:v>
                </c:pt>
                <c:pt idx="732">
                  <c:v>0.0148328877681</c:v>
                </c:pt>
                <c:pt idx="733">
                  <c:v>0.0149005249612</c:v>
                </c:pt>
                <c:pt idx="734">
                  <c:v>0.0149686300759</c:v>
                </c:pt>
                <c:pt idx="735">
                  <c:v>0.0150372062184</c:v>
                </c:pt>
                <c:pt idx="736">
                  <c:v>0.0151062564714</c:v>
                </c:pt>
                <c:pt idx="737">
                  <c:v>0.0151757838926</c:v>
                </c:pt>
                <c:pt idx="738">
                  <c:v>0.0152457915127</c:v>
                </c:pt>
                <c:pt idx="739">
                  <c:v>0.0153162823335</c:v>
                </c:pt>
                <c:pt idx="740">
                  <c:v>0.0153872593258</c:v>
                </c:pt>
                <c:pt idx="741">
                  <c:v>0.0154587254278</c:v>
                </c:pt>
                <c:pt idx="742">
                  <c:v>0.0155306835428</c:v>
                </c:pt>
                <c:pt idx="743">
                  <c:v>0.0156031365376</c:v>
                </c:pt>
                <c:pt idx="744">
                  <c:v>0.0156760872404</c:v>
                </c:pt>
                <c:pt idx="745">
                  <c:v>0.0157495384388</c:v>
                </c:pt>
                <c:pt idx="746">
                  <c:v>0.015823492878</c:v>
                </c:pt>
                <c:pt idx="747">
                  <c:v>0.0158979532593</c:v>
                </c:pt>
                <c:pt idx="748">
                  <c:v>0.0159729222378</c:v>
                </c:pt>
                <c:pt idx="749">
                  <c:v>0.0160484024209</c:v>
                </c:pt>
                <c:pt idx="750">
                  <c:v>0.0161243963665</c:v>
                </c:pt>
                <c:pt idx="751">
                  <c:v>0.0162009065818</c:v>
                </c:pt>
                <c:pt idx="752">
                  <c:v>0.016277935521</c:v>
                </c:pt>
                <c:pt idx="753">
                  <c:v>0.0163554855848</c:v>
                </c:pt>
                <c:pt idx="754">
                  <c:v>0.0164335591181</c:v>
                </c:pt>
                <c:pt idx="755">
                  <c:v>0.0165121584096</c:v>
                </c:pt>
                <c:pt idx="756">
                  <c:v>0.0165912856902</c:v>
                </c:pt>
                <c:pt idx="757">
                  <c:v>0.0166709431322</c:v>
                </c:pt>
                <c:pt idx="758">
                  <c:v>0.0167511328486</c:v>
                </c:pt>
                <c:pt idx="759">
                  <c:v>0.0168318568923</c:v>
                </c:pt>
                <c:pt idx="760">
                  <c:v>0.0169131172555</c:v>
                </c:pt>
                <c:pt idx="761">
                  <c:v>0.01699491587</c:v>
                </c:pt>
                <c:pt idx="762">
                  <c:v>0.0170772546063</c:v>
                </c:pt>
                <c:pt idx="763">
                  <c:v>0.0171601352745</c:v>
                </c:pt>
                <c:pt idx="764">
                  <c:v>0.0172435596242</c:v>
                </c:pt>
                <c:pt idx="765">
                  <c:v>0.0173275293455</c:v>
                </c:pt>
                <c:pt idx="766">
                  <c:v>0.0174120460695</c:v>
                </c:pt>
                <c:pt idx="767">
                  <c:v>0.0174971113698</c:v>
                </c:pt>
                <c:pt idx="768">
                  <c:v>0.0175827267637</c:v>
                </c:pt>
                <c:pt idx="769">
                  <c:v>0.0176688937141</c:v>
                </c:pt>
                <c:pt idx="770">
                  <c:v>0.0177556136316</c:v>
                </c:pt>
                <c:pt idx="771">
                  <c:v>0.0178428878769</c:v>
                </c:pt>
                <c:pt idx="772">
                  <c:v>0.0179307177634</c:v>
                </c:pt>
                <c:pt idx="773">
                  <c:v>0.0180191045605</c:v>
                </c:pt>
                <c:pt idx="774">
                  <c:v>0.0181080494968</c:v>
                </c:pt>
                <c:pt idx="775">
                  <c:v>0.0181975537643</c:v>
                </c:pt>
                <c:pt idx="776">
                  <c:v>0.0182876185223</c:v>
                </c:pt>
                <c:pt idx="777">
                  <c:v>0.0183782449021</c:v>
                </c:pt>
                <c:pt idx="778">
                  <c:v>0.018469434012</c:v>
                </c:pt>
                <c:pt idx="779">
                  <c:v>0.0185611869428</c:v>
                </c:pt>
                <c:pt idx="780">
                  <c:v>0.0186535047735</c:v>
                </c:pt>
                <c:pt idx="781">
                  <c:v>0.0187463885777</c:v>
                </c:pt>
                <c:pt idx="782">
                  <c:v>0.01883983943</c:v>
                </c:pt>
                <c:pt idx="783">
                  <c:v>0.0189338584131</c:v>
                </c:pt>
                <c:pt idx="784">
                  <c:v>0.0190284466253</c:v>
                </c:pt>
                <c:pt idx="785">
                  <c:v>0.0191236051886</c:v>
                </c:pt>
                <c:pt idx="786">
                  <c:v>0.0192193352566</c:v>
                </c:pt>
                <c:pt idx="787">
                  <c:v>0.0193156380233</c:v>
                </c:pt>
                <c:pt idx="788">
                  <c:v>0.019412514732</c:v>
                </c:pt>
                <c:pt idx="789">
                  <c:v>0.0195099666851</c:v>
                </c:pt>
                <c:pt idx="790">
                  <c:v>0.0196079952533</c:v>
                </c:pt>
                <c:pt idx="791">
                  <c:v>0.0197066018864</c:v>
                </c:pt>
                <c:pt idx="792">
                  <c:v>0.0198057881228</c:v>
                </c:pt>
                <c:pt idx="793">
                  <c:v>0.0199055556013</c:v>
                </c:pt>
                <c:pt idx="794">
                  <c:v>0.0200059060712</c:v>
                </c:pt>
                <c:pt idx="795">
                  <c:v>0.0201068414039</c:v>
                </c:pt>
                <c:pt idx="796">
                  <c:v>0.0202083636047</c:v>
                </c:pt>
                <c:pt idx="797">
                  <c:v>0.0203104748241</c:v>
                </c:pt>
                <c:pt idx="798">
                  <c:v>0.0204131773696</c:v>
                </c:pt>
                <c:pt idx="799">
                  <c:v>0.0205164737182</c:v>
                </c:pt>
                <c:pt idx="800">
                  <c:v>0.0206203665281</c:v>
                </c:pt>
                <c:pt idx="801">
                  <c:v>0.0207248586509</c:v>
                </c:pt>
                <c:pt idx="802">
                  <c:v>0.0208299531442</c:v>
                </c:pt>
                <c:pt idx="803">
                  <c:v>0.0209356532836</c:v>
                </c:pt>
                <c:pt idx="804">
                  <c:v>0.0210419625746</c:v>
                </c:pt>
                <c:pt idx="805">
                  <c:v>0.0211488847653</c:v>
                </c:pt>
                <c:pt idx="806">
                  <c:v>0.0212564238583</c:v>
                </c:pt>
                <c:pt idx="807">
                  <c:v>0.0213645841222</c:v>
                </c:pt>
                <c:pt idx="808">
                  <c:v>0.0214733701037</c:v>
                </c:pt>
                <c:pt idx="809">
                  <c:v>0.0215827866386</c:v>
                </c:pt>
                <c:pt idx="810">
                  <c:v>0.0216928388638</c:v>
                </c:pt>
                <c:pt idx="811">
                  <c:v>0.0218035322271</c:v>
                </c:pt>
                <c:pt idx="812">
                  <c:v>0.0219148724986</c:v>
                </c:pt>
                <c:pt idx="813">
                  <c:v>0.0220268657805</c:v>
                </c:pt>
                <c:pt idx="814">
                  <c:v>0.022139518517</c:v>
                </c:pt>
                <c:pt idx="815">
                  <c:v>0.0222528375032</c:v>
                </c:pt>
                <c:pt idx="816">
                  <c:v>0.0223668298945</c:v>
                </c:pt>
                <c:pt idx="817">
                  <c:v>0.0224815032143</c:v>
                </c:pt>
                <c:pt idx="818">
                  <c:v>0.0225968653624</c:v>
                </c:pt>
                <c:pt idx="819">
                  <c:v>0.0227129246214</c:v>
                </c:pt>
                <c:pt idx="820">
                  <c:v>0.0228296896641</c:v>
                </c:pt>
                <c:pt idx="821">
                  <c:v>0.0229471695588</c:v>
                </c:pt>
                <c:pt idx="822">
                  <c:v>0.0230653737752</c:v>
                </c:pt>
                <c:pt idx="823">
                  <c:v>0.0231843121885</c:v>
                </c:pt>
                <c:pt idx="824">
                  <c:v>0.0233039950839</c:v>
                </c:pt>
                <c:pt idx="825">
                  <c:v>0.0234244331599</c:v>
                </c:pt>
                <c:pt idx="826">
                  <c:v>0.0235456375305</c:v>
                </c:pt>
                <c:pt idx="827">
                  <c:v>0.0236676197279</c:v>
                </c:pt>
                <c:pt idx="828">
                  <c:v>0.0237903917031</c:v>
                </c:pt>
                <c:pt idx="829">
                  <c:v>0.0239139658269</c:v>
                </c:pt>
                <c:pt idx="830">
                  <c:v>0.0240383548895</c:v>
                </c:pt>
                <c:pt idx="831">
                  <c:v>0.0241635721001</c:v>
                </c:pt>
                <c:pt idx="832">
                  <c:v>0.0242896310851</c:v>
                </c:pt>
                <c:pt idx="833">
                  <c:v>0.024416545886</c:v>
                </c:pt>
                <c:pt idx="834">
                  <c:v>0.024544330957</c:v>
                </c:pt>
                <c:pt idx="835">
                  <c:v>0.0246730011612</c:v>
                </c:pt>
                <c:pt idx="836">
                  <c:v>0.0248025717667</c:v>
                </c:pt>
                <c:pt idx="837">
                  <c:v>0.0249330584421</c:v>
                </c:pt>
                <c:pt idx="838">
                  <c:v>0.0250644772517</c:v>
                </c:pt>
                <c:pt idx="839">
                  <c:v>0.025196844649</c:v>
                </c:pt>
                <c:pt idx="840">
                  <c:v>0.0253301774713</c:v>
                </c:pt>
                <c:pt idx="841">
                  <c:v>0.0254644929327</c:v>
                </c:pt>
                <c:pt idx="842">
                  <c:v>0.0255998086171</c:v>
                </c:pt>
                <c:pt idx="843">
                  <c:v>0.0257361424707</c:v>
                </c:pt>
                <c:pt idx="844">
                  <c:v>0.0258735127942</c:v>
                </c:pt>
                <c:pt idx="845">
                  <c:v>0.0260119382343</c:v>
                </c:pt>
                <c:pt idx="846">
                  <c:v>0.0261514377756</c:v>
                </c:pt>
                <c:pt idx="847">
                  <c:v>0.0262920307315</c:v>
                </c:pt>
                <c:pt idx="848">
                  <c:v>0.0264337367353</c:v>
                </c:pt>
                <c:pt idx="849">
                  <c:v>0.026576575731</c:v>
                </c:pt>
                <c:pt idx="850">
                  <c:v>0.0267205679638</c:v>
                </c:pt>
                <c:pt idx="851">
                  <c:v>0.0268657339708</c:v>
                </c:pt>
                <c:pt idx="852">
                  <c:v>0.027012094571</c:v>
                </c:pt>
                <c:pt idx="853">
                  <c:v>0.0271596708561</c:v>
                </c:pt>
                <c:pt idx="854">
                  <c:v>0.0273084841804</c:v>
                </c:pt>
                <c:pt idx="855">
                  <c:v>0.0274585561515</c:v>
                </c:pt>
                <c:pt idx="856">
                  <c:v>0.0276099086202</c:v>
                </c:pt>
                <c:pt idx="857">
                  <c:v>0.027762563671</c:v>
                </c:pt>
                <c:pt idx="858">
                  <c:v>0.0279165436128</c:v>
                </c:pt>
                <c:pt idx="859">
                  <c:v>0.0280718709692</c:v>
                </c:pt>
                <c:pt idx="860">
                  <c:v>0.0282285684695</c:v>
                </c:pt>
                <c:pt idx="861">
                  <c:v>0.028386659039</c:v>
                </c:pt>
                <c:pt idx="862">
                  <c:v>0.0285461657908</c:v>
                </c:pt>
                <c:pt idx="863">
                  <c:v>0.0287071120162</c:v>
                </c:pt>
                <c:pt idx="864">
                  <c:v>0.0288695211767</c:v>
                </c:pt>
                <c:pt idx="865">
                  <c:v>0.0290334168954</c:v>
                </c:pt>
                <c:pt idx="866">
                  <c:v>0.0291988229485</c:v>
                </c:pt>
                <c:pt idx="867">
                  <c:v>0.0293657632582</c:v>
                </c:pt>
                <c:pt idx="868">
                  <c:v>0.0295342618839</c:v>
                </c:pt>
                <c:pt idx="869">
                  <c:v>0.0297043430155</c:v>
                </c:pt>
                <c:pt idx="870">
                  <c:v>0.0298760309661</c:v>
                </c:pt>
                <c:pt idx="871">
                  <c:v>0.0300493501644</c:v>
                </c:pt>
                <c:pt idx="872">
                  <c:v>0.0302243251486</c:v>
                </c:pt>
                <c:pt idx="873">
                  <c:v>0.0304009805593</c:v>
                </c:pt>
                <c:pt idx="874">
                  <c:v>0.0305793411335</c:v>
                </c:pt>
                <c:pt idx="875">
                  <c:v>0.0307594316983</c:v>
                </c:pt>
                <c:pt idx="876">
                  <c:v>0.0309412771648</c:v>
                </c:pt>
                <c:pt idx="877">
                  <c:v>0.0311249025227</c:v>
                </c:pt>
                <c:pt idx="878">
                  <c:v>0.0313103328342</c:v>
                </c:pt>
                <c:pt idx="879">
                  <c:v>0.0314975932291</c:v>
                </c:pt>
                <c:pt idx="880">
                  <c:v>0.0316867088987</c:v>
                </c:pt>
                <c:pt idx="881">
                  <c:v>0.0318777050915</c:v>
                </c:pt>
                <c:pt idx="882">
                  <c:v>0.0320706071072</c:v>
                </c:pt>
                <c:pt idx="883">
                  <c:v>0.0322654402923</c:v>
                </c:pt>
                <c:pt idx="884">
                  <c:v>0.0324622300347</c:v>
                </c:pt>
                <c:pt idx="885">
                  <c:v>0.0326610017587</c:v>
                </c:pt>
                <c:pt idx="886">
                  <c:v>0.0328617809204</c:v>
                </c:pt>
                <c:pt idx="887">
                  <c:v>0.0330645930023</c:v>
                </c:pt>
                <c:pt idx="888">
                  <c:v>0.0332694635085</c:v>
                </c:pt>
                <c:pt idx="889">
                  <c:v>0.0334764179593</c:v>
                </c:pt>
                <c:pt idx="890">
                  <c:v>0.0336854818863</c:v>
                </c:pt>
                <c:pt idx="891">
                  <c:v>0.0338966808267</c:v>
                </c:pt>
                <c:pt idx="892">
                  <c:v>0.0341100403183</c:v>
                </c:pt>
                <c:pt idx="893">
                  <c:v>0.0343255858934</c:v>
                </c:pt>
                <c:pt idx="894">
                  <c:v>0.0345433430729</c:v>
                </c:pt>
                <c:pt idx="895">
                  <c:v>0.0347633373606</c:v>
                </c:pt>
                <c:pt idx="896">
                  <c:v>0.0349855942366</c:v>
                </c:pt>
                <c:pt idx="897">
                  <c:v>0.0352101391506</c:v>
                </c:pt>
                <c:pt idx="898">
                  <c:v>0.035436997515</c:v>
                </c:pt>
                <c:pt idx="899">
                  <c:v>0.035666194698</c:v>
                </c:pt>
                <c:pt idx="900">
                  <c:v>0.0358977560153</c:v>
                </c:pt>
                <c:pt idx="901">
                  <c:v>0.0361317067228</c:v>
                </c:pt>
                <c:pt idx="902">
                  <c:v>0.0363680720078</c:v>
                </c:pt>
                <c:pt idx="903">
                  <c:v>0.0366068769804</c:v>
                </c:pt>
                <c:pt idx="904">
                  <c:v>0.0368481466642</c:v>
                </c:pt>
                <c:pt idx="905">
                  <c:v>0.0370919059866</c:v>
                </c:pt>
                <c:pt idx="906">
                  <c:v>0.0373381797687</c:v>
                </c:pt>
                <c:pt idx="907">
                  <c:v>0.0375869927144</c:v>
                </c:pt>
                <c:pt idx="908">
                  <c:v>0.0378383693996</c:v>
                </c:pt>
                <c:pt idx="909">
                  <c:v>0.0380923342603</c:v>
                </c:pt>
                <c:pt idx="910">
                  <c:v>0.0383489115803</c:v>
                </c:pt>
                <c:pt idx="911">
                  <c:v>0.0386081254784</c:v>
                </c:pt>
                <c:pt idx="912">
                  <c:v>0.0388699998955</c:v>
                </c:pt>
                <c:pt idx="913">
                  <c:v>0.03913455858</c:v>
                </c:pt>
                <c:pt idx="914">
                  <c:v>0.0394018250738</c:v>
                </c:pt>
                <c:pt idx="915">
                  <c:v>0.0396718226971</c:v>
                </c:pt>
                <c:pt idx="916">
                  <c:v>0.0399445745326</c:v>
                </c:pt>
                <c:pt idx="917">
                  <c:v>0.0402201034096</c:v>
                </c:pt>
                <c:pt idx="918">
                  <c:v>0.0404984318869</c:v>
                </c:pt>
                <c:pt idx="919">
                  <c:v>0.0407795822354</c:v>
                </c:pt>
                <c:pt idx="920">
                  <c:v>0.0410635764203</c:v>
                </c:pt>
                <c:pt idx="921">
                  <c:v>0.0413504360826</c:v>
                </c:pt>
                <c:pt idx="922">
                  <c:v>0.0416401825197</c:v>
                </c:pt>
                <c:pt idx="923">
                  <c:v>0.0419328366663</c:v>
                </c:pt>
                <c:pt idx="924">
                  <c:v>0.0422284190738</c:v>
                </c:pt>
                <c:pt idx="925">
                  <c:v>0.0425269498898</c:v>
                </c:pt>
                <c:pt idx="926">
                  <c:v>0.0428284488371</c:v>
                </c:pt>
                <c:pt idx="927">
                  <c:v>0.043132935192</c:v>
                </c:pt>
                <c:pt idx="928">
                  <c:v>0.0434404277627</c:v>
                </c:pt>
                <c:pt idx="929">
                  <c:v>0.0437509448662</c:v>
                </c:pt>
                <c:pt idx="930">
                  <c:v>0.0440645043062</c:v>
                </c:pt>
                <c:pt idx="931">
                  <c:v>0.04438112335</c:v>
                </c:pt>
                <c:pt idx="932">
                  <c:v>0.0447008187048</c:v>
                </c:pt>
                <c:pt idx="933">
                  <c:v>0.0450236064948</c:v>
                </c:pt>
                <c:pt idx="934">
                  <c:v>0.0453495022369</c:v>
                </c:pt>
                <c:pt idx="935">
                  <c:v>0.0456785208173</c:v>
                </c:pt>
                <c:pt idx="936">
                  <c:v>0.0460106764673</c:v>
                </c:pt>
                <c:pt idx="937">
                  <c:v>0.04634598274</c:v>
                </c:pt>
                <c:pt idx="938">
                  <c:v>0.0466844524857</c:v>
                </c:pt>
                <c:pt idx="939">
                  <c:v>0.0470260978288</c:v>
                </c:pt>
                <c:pt idx="940">
                  <c:v>0.0473709301441</c:v>
                </c:pt>
                <c:pt idx="941">
                  <c:v>0.0477189600338</c:v>
                </c:pt>
                <c:pt idx="942">
                  <c:v>0.0480701973043</c:v>
                </c:pt>
                <c:pt idx="943">
                  <c:v>0.048424650944</c:v>
                </c:pt>
                <c:pt idx="944">
                  <c:v>0.0487823291013</c:v>
                </c:pt>
                <c:pt idx="945">
                  <c:v>0.0491432390633</c:v>
                </c:pt>
                <c:pt idx="946">
                  <c:v>0.0495073872351</c:v>
                </c:pt>
                <c:pt idx="947">
                  <c:v>0.0498747791199</c:v>
                </c:pt>
                <c:pt idx="948">
                  <c:v>0.0502454193</c:v>
                </c:pt>
                <c:pt idx="949">
                  <c:v>0.0506193114184</c:v>
                </c:pt>
                <c:pt idx="950">
                  <c:v>0.0509964581622</c:v>
                </c:pt>
                <c:pt idx="951">
                  <c:v>0.051376861246</c:v>
                </c:pt>
                <c:pt idx="952">
                  <c:v>0.0517605213975</c:v>
                </c:pt>
                <c:pt idx="953">
                  <c:v>0.0521474383436</c:v>
                </c:pt>
                <c:pt idx="954">
                  <c:v>0.0525376107985</c:v>
                </c:pt>
                <c:pt idx="955">
                  <c:v>0.0529310364526</c:v>
                </c:pt>
                <c:pt idx="956">
                  <c:v>0.0533277119638</c:v>
                </c:pt>
                <c:pt idx="957">
                  <c:v>0.0537276329488</c:v>
                </c:pt>
                <c:pt idx="958">
                  <c:v>0.0541307939779</c:v>
                </c:pt>
                <c:pt idx="959">
                  <c:v>0.0545371885704</c:v>
                </c:pt>
                <c:pt idx="960">
                  <c:v>0.0549468091917</c:v>
                </c:pt>
                <c:pt idx="961">
                  <c:v>0.0553596472526</c:v>
                </c:pt>
                <c:pt idx="962">
                  <c:v>0.0557756931104</c:v>
                </c:pt>
                <c:pt idx="963">
                  <c:v>0.0561949360715</c:v>
                </c:pt>
                <c:pt idx="964">
                  <c:v>0.0566173643966</c:v>
                </c:pt>
                <c:pt idx="965">
                  <c:v>0.0570429653066</c:v>
                </c:pt>
                <c:pt idx="966">
                  <c:v>0.0574717249918</c:v>
                </c:pt>
                <c:pt idx="967">
                  <c:v>0.0579036286218</c:v>
                </c:pt>
                <c:pt idx="968">
                  <c:v>0.0583386603583</c:v>
                </c:pt>
                <c:pt idx="969">
                  <c:v>0.0587768033686</c:v>
                </c:pt>
                <c:pt idx="970">
                  <c:v>0.059218039842</c:v>
                </c:pt>
                <c:pt idx="971">
                  <c:v>0.0596623510072</c:v>
                </c:pt>
                <c:pt idx="972">
                  <c:v>0.0601097171517</c:v>
                </c:pt>
                <c:pt idx="973">
                  <c:v>0.0605601176427</c:v>
                </c:pt>
                <c:pt idx="974">
                  <c:v>0.0610135309498</c:v>
                </c:pt>
                <c:pt idx="975">
                  <c:v>0.0614699346685</c:v>
                </c:pt>
                <c:pt idx="976">
                  <c:v>0.0619293055455</c:v>
                </c:pt>
                <c:pt idx="977">
                  <c:v>0.0623916195054</c:v>
                </c:pt>
                <c:pt idx="978">
                  <c:v>0.0628568516779</c:v>
                </c:pt>
                <c:pt idx="979">
                  <c:v>0.063324976426</c:v>
                </c:pt>
                <c:pt idx="980">
                  <c:v>0.0637959673757</c:v>
                </c:pt>
                <c:pt idx="981">
                  <c:v>0.0642697974456</c:v>
                </c:pt>
                <c:pt idx="982">
                  <c:v>0.0647464388772</c:v>
                </c:pt>
                <c:pt idx="983">
                  <c:v>0.0652258632658</c:v>
                </c:pt>
                <c:pt idx="984">
                  <c:v>0.065708041591</c:v>
                </c:pt>
                <c:pt idx="985">
                  <c:v>0.0661929442482</c:v>
                </c:pt>
                <c:pt idx="986">
                  <c:v>0.066680541079</c:v>
                </c:pt>
                <c:pt idx="987">
                  <c:v>0.0671708014015</c:v>
                </c:pt>
                <c:pt idx="988">
                  <c:v>0.067663694041</c:v>
                </c:pt>
                <c:pt idx="989">
                  <c:v>0.0681591873589</c:v>
                </c:pt>
                <c:pt idx="990">
                  <c:v>0.0686572492815</c:v>
                </c:pt>
                <c:pt idx="991">
                  <c:v>0.0691578473282</c:v>
                </c:pt>
                <c:pt idx="992">
                  <c:v>0.0696609486379</c:v>
                </c:pt>
                <c:pt idx="993">
                  <c:v>0.0701665199951</c:v>
                </c:pt>
                <c:pt idx="994">
                  <c:v>0.0706745278544</c:v>
                </c:pt>
                <c:pt idx="995">
                  <c:v>0.0711849383636</c:v>
                </c:pt>
                <c:pt idx="996">
                  <c:v>0.0716977173855</c:v>
                </c:pt>
                <c:pt idx="997">
                  <c:v>0.0722128305188</c:v>
                </c:pt>
                <c:pt idx="998">
                  <c:v>0.0727302431165</c:v>
                </c:pt>
                <c:pt idx="999">
                  <c:v>0.0732499203037</c:v>
                </c:pt>
                <c:pt idx="1000">
                  <c:v>0.0737718269934</c:v>
                </c:pt>
                <c:pt idx="1001">
                  <c:v>0.0742959279009</c:v>
                </c:pt>
                <c:pt idx="1002">
                  <c:v>0.0748221875565</c:v>
                </c:pt>
                <c:pt idx="1003">
                  <c:v>0.0753505703175</c:v>
                </c:pt>
                <c:pt idx="1004">
                  <c:v>0.0758810403776</c:v>
                </c:pt>
                <c:pt idx="1005">
                  <c:v>0.0764135617759</c:v>
                </c:pt>
                <c:pt idx="1006">
                  <c:v>0.0769480984044</c:v>
                </c:pt>
                <c:pt idx="1007">
                  <c:v>0.0774846140139</c:v>
                </c:pt>
                <c:pt idx="1008">
                  <c:v>0.0780230722199</c:v>
                </c:pt>
                <c:pt idx="1009">
                  <c:v>0.078563436506</c:v>
                </c:pt>
                <c:pt idx="1010">
                  <c:v>0.079105670228</c:v>
                </c:pt>
                <c:pt idx="1011">
                  <c:v>0.0796497366168</c:v>
                </c:pt>
                <c:pt idx="1012">
                  <c:v>0.0801955987801</c:v>
                </c:pt>
                <c:pt idx="1013">
                  <c:v>0.080743219705</c:v>
                </c:pt>
                <c:pt idx="1014">
                  <c:v>0.0812925622593</c:v>
                </c:pt>
                <c:pt idx="1015">
                  <c:v>0.0818435891935</c:v>
                </c:pt>
                <c:pt idx="1016">
                  <c:v>0.0823962631426</c:v>
                </c:pt>
                <c:pt idx="1017">
                  <c:v>0.0829505466277</c:v>
                </c:pt>
                <c:pt idx="1018">
                  <c:v>0.0835064020593</c:v>
                </c:pt>
                <c:pt idx="1019">
                  <c:v>0.0840637917398</c:v>
                </c:pt>
                <c:pt idx="1020">
                  <c:v>0.0846226778675</c:v>
                </c:pt>
                <c:pt idx="1021">
                  <c:v>0.0851830225413</c:v>
                </c:pt>
                <c:pt idx="1022">
                  <c:v>0.0857447877663</c:v>
                </c:pt>
                <c:pt idx="1023">
                  <c:v>0.0863079354607</c:v>
                </c:pt>
                <c:pt idx="1024">
                  <c:v>0.0868724274634</c:v>
                </c:pt>
                <c:pt idx="1025">
                  <c:v>0.0874382255441</c:v>
                </c:pt>
                <c:pt idx="1026">
                  <c:v>0.0880052914129</c:v>
                </c:pt>
                <c:pt idx="1027">
                  <c:v>0.0885735867335</c:v>
                </c:pt>
                <c:pt idx="1028">
                  <c:v>0.0891430731362</c:v>
                </c:pt>
                <c:pt idx="1029">
                  <c:v>0.0897137122335</c:v>
                </c:pt>
                <c:pt idx="1030">
                  <c:v>0.0902854656365</c:v>
                </c:pt>
                <c:pt idx="1031">
                  <c:v>0.090858294974</c:v>
                </c:pt>
                <c:pt idx="1032">
                  <c:v>0.0914321619116</c:v>
                </c:pt>
                <c:pt idx="1033">
                  <c:v>0.0920070281743</c:v>
                </c:pt>
                <c:pt idx="1034">
                  <c:v>0.0925828555688</c:v>
                </c:pt>
                <c:pt idx="1035">
                  <c:v>0.0931596060082</c:v>
                </c:pt>
                <c:pt idx="1036">
                  <c:v>0.0937372415384</c:v>
                </c:pt>
                <c:pt idx="1037">
                  <c:v>0.0943157243652</c:v>
                </c:pt>
                <c:pt idx="1038">
                  <c:v>0.0948950168826</c:v>
                </c:pt>
                <c:pt idx="1039">
                  <c:v>0.0954750817029</c:v>
                </c:pt>
                <c:pt idx="1040">
                  <c:v>0.0960558816873</c:v>
                </c:pt>
                <c:pt idx="1041">
                  <c:v>0.0966373799775</c:v>
                </c:pt>
                <c:pt idx="1042">
                  <c:v>0.0972195400281</c:v>
                </c:pt>
                <c:pt idx="1043">
                  <c:v>0.0978023256396</c:v>
                </c:pt>
                <c:pt idx="1044">
                  <c:v>0.0983857009917</c:v>
                </c:pt>
                <c:pt idx="1045">
                  <c:v>0.0989696306775</c:v>
                </c:pt>
                <c:pt idx="1046">
                  <c:v>0.0995540797371</c:v>
                </c:pt>
                <c:pt idx="1047">
                  <c:v>0.100139013691</c:v>
                </c:pt>
                <c:pt idx="1048">
                  <c:v>0.100724398576</c:v>
                </c:pt>
                <c:pt idx="1049">
                  <c:v>0.101310200975</c:v>
                </c:pt>
                <c:pt idx="1050">
                  <c:v>0.101896388053</c:v>
                </c:pt>
                <c:pt idx="1051">
                  <c:v>0.102482927587</c:v>
                </c:pt>
                <c:pt idx="1052">
                  <c:v>0.103069788001</c:v>
                </c:pt>
                <c:pt idx="1053">
                  <c:v>0.103656938391</c:v>
                </c:pt>
                <c:pt idx="1054">
                  <c:v>0.104244348559</c:v>
                </c:pt>
                <c:pt idx="1055">
                  <c:v>0.104831989038</c:v>
                </c:pt>
                <c:pt idx="1056">
                  <c:v>0.105419831121</c:v>
                </c:pt>
                <c:pt idx="1057">
                  <c:v>0.106007846884</c:v>
                </c:pt>
                <c:pt idx="1058">
                  <c:v>0.106596009212</c:v>
                </c:pt>
                <c:pt idx="1059">
                  <c:v>0.107184291816</c:v>
                </c:pt>
                <c:pt idx="1060">
                  <c:v>0.107772669258</c:v>
                </c:pt>
                <c:pt idx="1061">
                  <c:v>0.108361116969</c:v>
                </c:pt>
                <c:pt idx="1062">
                  <c:v>0.10894961126</c:v>
                </c:pt>
                <c:pt idx="1063">
                  <c:v>0.109538129342</c:v>
                </c:pt>
                <c:pt idx="1064">
                  <c:v>0.110126649334</c:v>
                </c:pt>
                <c:pt idx="1065">
                  <c:v>0.110715150277</c:v>
                </c:pt>
                <c:pt idx="1066">
                  <c:v>0.111303612138</c:v>
                </c:pt>
                <c:pt idx="1067">
                  <c:v>0.111892015818</c:v>
                </c:pt>
                <c:pt idx="1068">
                  <c:v>0.112480343159</c:v>
                </c:pt>
                <c:pt idx="1069">
                  <c:v>0.113068576939</c:v>
                </c:pt>
                <c:pt idx="1070">
                  <c:v>0.113656700879</c:v>
                </c:pt>
                <c:pt idx="1071">
                  <c:v>0.114244699636</c:v>
                </c:pt>
                <c:pt idx="1072">
                  <c:v>0.114832558803</c:v>
                </c:pt>
                <c:pt idx="1073">
                  <c:v>0.115420264899</c:v>
                </c:pt>
                <c:pt idx="1074">
                  <c:v>0.116007805369</c:v>
                </c:pt>
                <c:pt idx="1075">
                  <c:v>0.116595168565</c:v>
                </c:pt>
                <c:pt idx="1076">
                  <c:v>0.117182343743</c:v>
                </c:pt>
                <c:pt idx="1077">
                  <c:v>0.11776932105</c:v>
                </c:pt>
                <c:pt idx="1078">
                  <c:v>0.118356091503</c:v>
                </c:pt>
                <c:pt idx="1079">
                  <c:v>0.118942646985</c:v>
                </c:pt>
                <c:pt idx="1080">
                  <c:v>0.119528980221</c:v>
                </c:pt>
                <c:pt idx="1081">
                  <c:v>0.120115084759</c:v>
                </c:pt>
                <c:pt idx="1082">
                  <c:v>0.12070095496</c:v>
                </c:pt>
                <c:pt idx="1083">
                  <c:v>0.121286585969</c:v>
                </c:pt>
                <c:pt idx="1084">
                  <c:v>0.121871973698</c:v>
                </c:pt>
                <c:pt idx="1085">
                  <c:v>0.122457114806</c:v>
                </c:pt>
                <c:pt idx="1086">
                  <c:v>0.123042006672</c:v>
                </c:pt>
                <c:pt idx="1087">
                  <c:v>0.123626647377</c:v>
                </c:pt>
                <c:pt idx="1088">
                  <c:v>0.124211035675</c:v>
                </c:pt>
                <c:pt idx="1089">
                  <c:v>0.124795170972</c:v>
                </c:pt>
                <c:pt idx="1090">
                  <c:v>0.125379053299</c:v>
                </c:pt>
                <c:pt idx="1091">
                  <c:v>0.125962683288</c:v>
                </c:pt>
                <c:pt idx="1092">
                  <c:v>0.126546062144</c:v>
                </c:pt>
                <c:pt idx="1093">
                  <c:v>0.127129191622</c:v>
                </c:pt>
                <c:pt idx="1094">
                  <c:v>0.127712073995</c:v>
                </c:pt>
                <c:pt idx="1095">
                  <c:v>0.128294712034</c:v>
                </c:pt>
                <c:pt idx="1096">
                  <c:v>0.128877108975</c:v>
                </c:pt>
                <c:pt idx="1097">
                  <c:v>0.129459268497</c:v>
                </c:pt>
                <c:pt idx="1098">
                  <c:v>0.130041194688</c:v>
                </c:pt>
                <c:pt idx="1099">
                  <c:v>0.130622892028</c:v>
                </c:pt>
                <c:pt idx="1100">
                  <c:v>0.13120436535</c:v>
                </c:pt>
                <c:pt idx="1101">
                  <c:v>0.131785619824</c:v>
                </c:pt>
                <c:pt idx="1102">
                  <c:v>0.132366660921</c:v>
                </c:pt>
                <c:pt idx="1103">
                  <c:v>0.132947494392</c:v>
                </c:pt>
                <c:pt idx="1104">
                  <c:v>0.133528126239</c:v>
                </c:pt>
                <c:pt idx="1105">
                  <c:v>0.134108562689</c:v>
                </c:pt>
                <c:pt idx="1106">
                  <c:v>0.134688810166</c:v>
                </c:pt>
                <c:pt idx="1107">
                  <c:v>0.135268875269</c:v>
                </c:pt>
                <c:pt idx="1108">
                  <c:v>0.135848764741</c:v>
                </c:pt>
                <c:pt idx="1109">
                  <c:v>0.136428485448</c:v>
                </c:pt>
                <c:pt idx="1110">
                  <c:v>0.137008044353</c:v>
                </c:pt>
                <c:pt idx="1111">
                  <c:v>0.137587448489</c:v>
                </c:pt>
                <c:pt idx="1112">
                  <c:v>0.138166704936</c:v>
                </c:pt>
                <c:pt idx="1113">
                  <c:v>0.138745820797</c:v>
                </c:pt>
                <c:pt idx="1114">
                  <c:v>0.139324803176</c:v>
                </c:pt>
                <c:pt idx="1115">
                  <c:v>0.139903659148</c:v>
                </c:pt>
                <c:pt idx="1116">
                  <c:v>0.140482395747</c:v>
                </c:pt>
                <c:pt idx="1117">
                  <c:v>0.141061019931</c:v>
                </c:pt>
                <c:pt idx="1118">
                  <c:v>0.14163953857</c:v>
                </c:pt>
                <c:pt idx="1119">
                  <c:v>0.142217958417</c:v>
                </c:pt>
                <c:pt idx="1120">
                  <c:v>0.142796286091</c:v>
                </c:pt>
                <c:pt idx="1121">
                  <c:v>0.143374528052</c:v>
                </c:pt>
                <c:pt idx="1122">
                  <c:v>0.143952690582</c:v>
                </c:pt>
                <c:pt idx="1123">
                  <c:v>0.144530779767</c:v>
                </c:pt>
                <c:pt idx="1124">
                  <c:v>0.14510880147</c:v>
                </c:pt>
                <c:pt idx="1125">
                  <c:v>0.145686761318</c:v>
                </c:pt>
                <c:pt idx="1126">
                  <c:v>0.146264664676</c:v>
                </c:pt>
                <c:pt idx="1127">
                  <c:v>0.146842516635</c:v>
                </c:pt>
                <c:pt idx="1128">
                  <c:v>0.147420321986</c:v>
                </c:pt>
                <c:pt idx="1129">
                  <c:v>0.147998085202</c:v>
                </c:pt>
                <c:pt idx="1130">
                  <c:v>0.148575810427</c:v>
                </c:pt>
                <c:pt idx="1131">
                  <c:v>0.149153501445</c:v>
                </c:pt>
                <c:pt idx="1132">
                  <c:v>0.149731161673</c:v>
                </c:pt>
                <c:pt idx="1133">
                  <c:v>0.150308794138</c:v>
                </c:pt>
                <c:pt idx="1134">
                  <c:v>0.15088640146</c:v>
                </c:pt>
                <c:pt idx="1135">
                  <c:v>0.151463985832</c:v>
                </c:pt>
                <c:pt idx="1136">
                  <c:v>0.152041549008</c:v>
                </c:pt>
                <c:pt idx="1137">
                  <c:v>0.152619092281</c:v>
                </c:pt>
                <c:pt idx="1138">
                  <c:v>0.15319661647</c:v>
                </c:pt>
                <c:pt idx="1139">
                  <c:v>0.153774121899</c:v>
                </c:pt>
                <c:pt idx="1140">
                  <c:v>0.154351608381</c:v>
                </c:pt>
                <c:pt idx="1141">
                  <c:v>0.154929075205</c:v>
                </c:pt>
                <c:pt idx="1142">
                  <c:v>0.155506521115</c:v>
                </c:pt>
                <c:pt idx="1143">
                  <c:v>0.156083944295</c:v>
                </c:pt>
                <c:pt idx="1144">
                  <c:v>0.156661342356</c:v>
                </c:pt>
                <c:pt idx="1145">
                  <c:v>0.157238712312</c:v>
                </c:pt>
                <c:pt idx="1146">
                  <c:v>0.15781605057</c:v>
                </c:pt>
                <c:pt idx="1147">
                  <c:v>0.158393352911</c:v>
                </c:pt>
                <c:pt idx="1148">
                  <c:v>0.158970614477</c:v>
                </c:pt>
                <c:pt idx="1149">
                  <c:v>0.159547829748</c:v>
                </c:pt>
                <c:pt idx="1150">
                  <c:v>0.160124992531</c:v>
                </c:pt>
                <c:pt idx="1151">
                  <c:v>0.160702095942</c:v>
                </c:pt>
                <c:pt idx="1152">
                  <c:v>0.16127913239</c:v>
                </c:pt>
                <c:pt idx="1153">
                  <c:v>0.16185609356</c:v>
                </c:pt>
                <c:pt idx="1154">
                  <c:v>0.162432970394</c:v>
                </c:pt>
                <c:pt idx="1155">
                  <c:v>0.163009753078</c:v>
                </c:pt>
                <c:pt idx="1156">
                  <c:v>0.163586431022</c:v>
                </c:pt>
                <c:pt idx="1157">
                  <c:v>0.164162992845</c:v>
                </c:pt>
                <c:pt idx="1158">
                  <c:v>0.164739426356</c:v>
                </c:pt>
                <c:pt idx="1159">
                  <c:v>0.165315718537</c:v>
                </c:pt>
                <c:pt idx="1160">
                  <c:v>0.165891855525</c:v>
                </c:pt>
                <c:pt idx="1161">
                  <c:v>0.166467822593</c:v>
                </c:pt>
                <c:pt idx="1162">
                  <c:v>0.167043604135</c:v>
                </c:pt>
                <c:pt idx="1163">
                  <c:v>0.167619183642</c:v>
                </c:pt>
                <c:pt idx="1164">
                  <c:v>0.16819454369</c:v>
                </c:pt>
                <c:pt idx="1165">
                  <c:v>0.168769665912</c:v>
                </c:pt>
                <c:pt idx="1166">
                  <c:v>0.169344530985</c:v>
                </c:pt>
                <c:pt idx="1167">
                  <c:v>0.169919118608</c:v>
                </c:pt>
                <c:pt idx="1168">
                  <c:v>0.170493407482</c:v>
                </c:pt>
                <c:pt idx="1169">
                  <c:v>0.171067375284</c:v>
                </c:pt>
                <c:pt idx="1170">
                  <c:v>0.171640998653</c:v>
                </c:pt>
                <c:pt idx="1171">
                  <c:v>0.172214253164</c:v>
                </c:pt>
                <c:pt idx="1172">
                  <c:v>0.172787113302</c:v>
                </c:pt>
                <c:pt idx="1173">
                  <c:v>0.173359552445</c:v>
                </c:pt>
                <c:pt idx="1174">
                  <c:v>0.173931542836</c:v>
                </c:pt>
                <c:pt idx="1175">
                  <c:v>0.174503055559</c:v>
                </c:pt>
                <c:pt idx="1176">
                  <c:v>0.175074060512</c:v>
                </c:pt>
                <c:pt idx="1177">
                  <c:v>0.175644526385</c:v>
                </c:pt>
                <c:pt idx="1178">
                  <c:v>0.176214420628</c:v>
                </c:pt>
                <c:pt idx="1179">
                  <c:v>0.176783709424</c:v>
                </c:pt>
                <c:pt idx="1180">
                  <c:v>0.177352357662</c:v>
                </c:pt>
                <c:pt idx="1181">
                  <c:v>0.177920328903</c:v>
                </c:pt>
                <c:pt idx="1182">
                  <c:v>0.178487585355</c:v>
                </c:pt>
                <c:pt idx="1183">
                  <c:v>0.179054087832</c:v>
                </c:pt>
                <c:pt idx="1184">
                  <c:v>0.179619795729</c:v>
                </c:pt>
                <c:pt idx="1185">
                  <c:v>0.18018466698</c:v>
                </c:pt>
                <c:pt idx="1186">
                  <c:v>0.180748658027</c:v>
                </c:pt>
                <c:pt idx="1187">
                  <c:v>0.18131172378</c:v>
                </c:pt>
                <c:pt idx="1188">
                  <c:v>0.181873817577</c:v>
                </c:pt>
                <c:pt idx="1189">
                  <c:v>0.182434891145</c:v>
                </c:pt>
                <c:pt idx="1190">
                  <c:v>0.182994894557</c:v>
                </c:pt>
                <c:pt idx="1191">
                  <c:v>0.183553776188</c:v>
                </c:pt>
                <c:pt idx="1192">
                  <c:v>0.18411148267</c:v>
                </c:pt>
                <c:pt idx="1193">
                  <c:v>0.184667958843</c:v>
                </c:pt>
                <c:pt idx="1194">
                  <c:v>0.185223147705</c:v>
                </c:pt>
                <c:pt idx="1195">
                  <c:v>0.185776990362</c:v>
                </c:pt>
                <c:pt idx="1196">
                  <c:v>0.186329425975</c:v>
                </c:pt>
                <c:pt idx="1197">
                  <c:v>0.186880391701</c:v>
                </c:pt>
                <c:pt idx="1198">
                  <c:v>0.187429822639</c:v>
                </c:pt>
                <c:pt idx="1199">
                  <c:v>0.187977651764</c:v>
                </c:pt>
                <c:pt idx="1200">
                  <c:v>0.188523809872</c:v>
                </c:pt>
                <c:pt idx="1201">
                  <c:v>0.189068225507</c:v>
                </c:pt>
                <c:pt idx="1202">
                  <c:v>0.1896108249</c:v>
                </c:pt>
                <c:pt idx="1203">
                  <c:v>0.190151531894</c:v>
                </c:pt>
                <c:pt idx="1204">
                  <c:v>0.190690267875</c:v>
                </c:pt>
                <c:pt idx="1205">
                  <c:v>0.191226951695</c:v>
                </c:pt>
                <c:pt idx="1206">
                  <c:v>0.191761499593</c:v>
                </c:pt>
                <c:pt idx="1207">
                  <c:v>0.192293825117</c:v>
                </c:pt>
                <c:pt idx="1208">
                  <c:v>0.192823839041</c:v>
                </c:pt>
                <c:pt idx="1209">
                  <c:v>0.193351449276</c:v>
                </c:pt>
                <c:pt idx="1210">
                  <c:v>0.193876560785</c:v>
                </c:pt>
                <c:pt idx="1211">
                  <c:v>0.194399075491</c:v>
                </c:pt>
                <c:pt idx="1212">
                  <c:v>0.194918892185</c:v>
                </c:pt>
                <c:pt idx="1213">
                  <c:v>0.195435906427</c:v>
                </c:pt>
                <c:pt idx="1214">
                  <c:v>0.195950010452</c:v>
                </c:pt>
                <c:pt idx="1215">
                  <c:v>0.196461093067</c:v>
                </c:pt>
                <c:pt idx="1216">
                  <c:v>0.19696903955</c:v>
                </c:pt>
                <c:pt idx="1217">
                  <c:v>0.197473731547</c:v>
                </c:pt>
                <c:pt idx="1218">
                  <c:v>0.197975046964</c:v>
                </c:pt>
                <c:pt idx="1219">
                  <c:v>0.19847285986</c:v>
                </c:pt>
                <c:pt idx="1220">
                  <c:v>0.198967040341</c:v>
                </c:pt>
                <c:pt idx="1221">
                  <c:v>0.199457454451</c:v>
                </c:pt>
                <c:pt idx="1222">
                  <c:v>0.199943964057</c:v>
                </c:pt>
                <c:pt idx="1223">
                  <c:v>0.200426426747</c:v>
                </c:pt>
                <c:pt idx="1224">
                  <c:v>0.200904695711</c:v>
                </c:pt>
                <c:pt idx="1225">
                  <c:v>0.201378619642</c:v>
                </c:pt>
                <c:pt idx="1226">
                  <c:v>0.20184804262</c:v>
                </c:pt>
                <c:pt idx="1227">
                  <c:v>0.202312804008</c:v>
                </c:pt>
                <c:pt idx="1228">
                  <c:v>0.202772738348</c:v>
                </c:pt>
                <c:pt idx="1229">
                  <c:v>0.203227675259</c:v>
                </c:pt>
                <c:pt idx="1230">
                  <c:v>0.203677439339</c:v>
                </c:pt>
                <c:pt idx="1231">
                  <c:v>0.204121850069</c:v>
                </c:pt>
                <c:pt idx="1232">
                  <c:v>0.204560721724</c:v>
                </c:pt>
                <c:pt idx="1233">
                  <c:v>0.204993863288</c:v>
                </c:pt>
                <c:pt idx="1234">
                  <c:v>0.205421078377</c:v>
                </c:pt>
                <c:pt idx="1235">
                  <c:v>0.205842165163</c:v>
                </c:pt>
                <c:pt idx="1236">
                  <c:v>0.206256916316</c:v>
                </c:pt>
                <c:pt idx="1237">
                  <c:v>0.206665118942</c:v>
                </c:pt>
                <c:pt idx="1238">
                  <c:v>0.207066554542</c:v>
                </c:pt>
                <c:pt idx="1239">
                  <c:v>0.207460998973</c:v>
                </c:pt>
                <c:pt idx="1240">
                  <c:v>0.207848222424</c:v>
                </c:pt>
                <c:pt idx="1241">
                  <c:v>0.208227989404</c:v>
                </c:pt>
                <c:pt idx="1242">
                  <c:v>0.20860005874</c:v>
                </c:pt>
                <c:pt idx="1243">
                  <c:v>0.208964183593</c:v>
                </c:pt>
                <c:pt idx="1244">
                  <c:v>0.209320111485</c:v>
                </c:pt>
                <c:pt idx="1245">
                  <c:v>0.209667584344</c:v>
                </c:pt>
                <c:pt idx="1246">
                  <c:v>0.210006338567</c:v>
                </c:pt>
                <c:pt idx="1247">
                  <c:v>0.210336105096</c:v>
                </c:pt>
                <c:pt idx="1248">
                  <c:v>0.210656609515</c:v>
                </c:pt>
                <c:pt idx="1249">
                  <c:v>0.210967572168</c:v>
                </c:pt>
                <c:pt idx="1250">
                  <c:v>0.211268708291</c:v>
                </c:pt>
                <c:pt idx="1251">
                  <c:v>0.211559728174</c:v>
                </c:pt>
                <c:pt idx="1252">
                  <c:v>0.211840337336</c:v>
                </c:pt>
                <c:pt idx="1253">
                  <c:v>0.212110236723</c:v>
                </c:pt>
                <c:pt idx="1254">
                  <c:v>0.212369122934</c:v>
                </c:pt>
                <c:pt idx="1255">
                  <c:v>0.212616688465</c:v>
                </c:pt>
                <c:pt idx="1256">
                  <c:v>0.212852621981</c:v>
                </c:pt>
                <c:pt idx="1257">
                  <c:v>0.213076608605</c:v>
                </c:pt>
                <c:pt idx="1258">
                  <c:v>0.213288330235</c:v>
                </c:pt>
                <c:pt idx="1259">
                  <c:v>0.213487465893</c:v>
                </c:pt>
                <c:pt idx="1260">
                  <c:v>0.21367369208</c:v>
                </c:pt>
                <c:pt idx="1261">
                  <c:v>0.213846683177</c:v>
                </c:pt>
                <c:pt idx="1262">
                  <c:v>0.214006111851</c:v>
                </c:pt>
                <c:pt idx="1263">
                  <c:v>0.214151649499</c:v>
                </c:pt>
                <c:pt idx="1264">
                  <c:v>0.214282966706</c:v>
                </c:pt>
                <c:pt idx="1265">
                  <c:v>0.214399733737</c:v>
                </c:pt>
                <c:pt idx="1266">
                  <c:v>0.214501621035</c:v>
                </c:pt>
                <c:pt idx="1267">
                  <c:v>0.214588299761</c:v>
                </c:pt>
                <c:pt idx="1268">
                  <c:v>0.214659442336</c:v>
                </c:pt>
                <c:pt idx="1269">
                  <c:v>0.214714723018</c:v>
                </c:pt>
                <c:pt idx="1270">
                  <c:v>0.214753818488</c:v>
                </c:pt>
                <c:pt idx="1271">
                  <c:v>0.214776408461</c:v>
                </c:pt>
                <c:pt idx="1272">
                  <c:v>0.214782176305</c:v>
                </c:pt>
                <c:pt idx="1273">
                  <c:v>0.214770809685</c:v>
                </c:pt>
                <c:pt idx="1274">
                  <c:v>0.214742001214</c:v>
                </c:pt>
                <c:pt idx="1275">
                  <c:v>0.214695449114</c:v>
                </c:pt>
                <c:pt idx="1276">
                  <c:v>0.214630857898</c:v>
                </c:pt>
                <c:pt idx="1277">
                  <c:v>0.214547939043</c:v>
                </c:pt>
                <c:pt idx="1278">
                  <c:v>0.214446411688</c:v>
                </c:pt>
                <c:pt idx="1279">
                  <c:v>0.214326003321</c:v>
                </c:pt>
                <c:pt idx="1280">
                  <c:v>0.214186450478</c:v>
                </c:pt>
                <c:pt idx="1281">
                  <c:v>0.214027499433</c:v>
                </c:pt>
                <c:pt idx="1282">
                  <c:v>0.213848906898</c:v>
                </c:pt>
                <c:pt idx="1283">
                  <c:v>0.213650440704</c:v>
                </c:pt>
                <c:pt idx="1284">
                  <c:v>0.213431880485</c:v>
                </c:pt>
                <c:pt idx="1285">
                  <c:v>0.21319301835</c:v>
                </c:pt>
                <c:pt idx="1286">
                  <c:v>0.212933659537</c:v>
                </c:pt>
                <c:pt idx="1287">
                  <c:v>0.212653623063</c:v>
                </c:pt>
                <c:pt idx="1288">
                  <c:v>0.212352742349</c:v>
                </c:pt>
                <c:pt idx="1289">
                  <c:v>0.212030865827</c:v>
                </c:pt>
                <c:pt idx="1290">
                  <c:v>0.211687857525</c:v>
                </c:pt>
                <c:pt idx="1291">
                  <c:v>0.211323597632</c:v>
                </c:pt>
                <c:pt idx="1292">
                  <c:v>0.210937983029</c:v>
                </c:pt>
                <c:pt idx="1293">
                  <c:v>0.210530927791</c:v>
                </c:pt>
                <c:pt idx="1294">
                  <c:v>0.210102363667</c:v>
                </c:pt>
                <c:pt idx="1295">
                  <c:v>0.209652240514</c:v>
                </c:pt>
                <c:pt idx="1296">
                  <c:v>0.209180526703</c:v>
                </c:pt>
                <c:pt idx="1297">
                  <c:v>0.208687209482</c:v>
                </c:pt>
                <c:pt idx="1298">
                  <c:v>0.208172295302</c:v>
                </c:pt>
                <c:pt idx="1299">
                  <c:v>0.2076358101</c:v>
                </c:pt>
                <c:pt idx="1300">
                  <c:v>0.20707779954</c:v>
                </c:pt>
                <c:pt idx="1301">
                  <c:v>0.206498329208</c:v>
                </c:pt>
                <c:pt idx="1302">
                  <c:v>0.205897484758</c:v>
                </c:pt>
                <c:pt idx="1303">
                  <c:v>0.205275372015</c:v>
                </c:pt>
                <c:pt idx="1304">
                  <c:v>0.204632117028</c:v>
                </c:pt>
                <c:pt idx="1305">
                  <c:v>0.203967866072</c:v>
                </c:pt>
                <c:pt idx="1306">
                  <c:v>0.203282785603</c:v>
                </c:pt>
                <c:pt idx="1307">
                  <c:v>0.20257706216</c:v>
                </c:pt>
                <c:pt idx="1308">
                  <c:v>0.20185090222</c:v>
                </c:pt>
                <c:pt idx="1309">
                  <c:v>0.201104531999</c:v>
                </c:pt>
                <c:pt idx="1310">
                  <c:v>0.200338197203</c:v>
                </c:pt>
                <c:pt idx="1311">
                  <c:v>0.199552162738</c:v>
                </c:pt>
                <c:pt idx="1312">
                  <c:v>0.198746712356</c:v>
                </c:pt>
                <c:pt idx="1313">
                  <c:v>0.197922148269</c:v>
                </c:pt>
                <c:pt idx="1314">
                  <c:v>0.197078790703</c:v>
                </c:pt>
                <c:pt idx="1315">
                  <c:v>0.19621697742</c:v>
                </c:pt>
                <c:pt idx="1316">
                  <c:v>0.195337063181</c:v>
                </c:pt>
                <c:pt idx="1317">
                  <c:v>0.194439419182</c:v>
                </c:pt>
                <c:pt idx="1318">
                  <c:v>0.193524432443</c:v>
                </c:pt>
                <c:pt idx="1319">
                  <c:v>0.192592505155</c:v>
                </c:pt>
                <c:pt idx="1320">
                  <c:v>0.191644054003</c:v>
                </c:pt>
                <c:pt idx="1321">
                  <c:v>0.190679509448</c:v>
                </c:pt>
                <c:pt idx="1322">
                  <c:v>0.189699314978</c:v>
                </c:pt>
                <c:pt idx="1323">
                  <c:v>0.188703926337</c:v>
                </c:pt>
                <c:pt idx="1324">
                  <c:v>0.187693810729</c:v>
                </c:pt>
                <c:pt idx="1325">
                  <c:v>0.186669445992</c:v>
                </c:pt>
                <c:pt idx="1326">
                  <c:v>0.185631319768</c:v>
                </c:pt>
                <c:pt idx="1327">
                  <c:v>0.184579928642</c:v>
                </c:pt>
                <c:pt idx="1328">
                  <c:v>0.183515777279</c:v>
                </c:pt>
                <c:pt idx="1329">
                  <c:v>0.18243937755</c:v>
                </c:pt>
                <c:pt idx="1330">
                  <c:v>0.181351247648</c:v>
                </c:pt>
                <c:pt idx="1331">
                  <c:v>0.180251911206</c:v>
                </c:pt>
                <c:pt idx="1332">
                  <c:v>0.179141896411</c:v>
                </c:pt>
                <c:pt idx="1333">
                  <c:v>0.178021735124</c:v>
                </c:pt>
                <c:pt idx="1334">
                  <c:v>0.176891962003</c:v>
                </c:pt>
                <c:pt idx="1335">
                  <c:v>0.175753113639</c:v>
                </c:pt>
                <c:pt idx="1336">
                  <c:v>0.174605727699</c:v>
                </c:pt>
                <c:pt idx="1337">
                  <c:v>0.173450342087</c:v>
                </c:pt>
                <c:pt idx="1338">
                  <c:v>0.17228749412</c:v>
                </c:pt>
                <c:pt idx="1339">
                  <c:v>0.171117719723</c:v>
                </c:pt>
                <c:pt idx="1340">
                  <c:v>0.169941552645</c:v>
                </c:pt>
                <c:pt idx="1341">
                  <c:v>0.168759523698</c:v>
                </c:pt>
                <c:pt idx="1342">
                  <c:v>0.167572160025</c:v>
                </c:pt>
                <c:pt idx="1343">
                  <c:v>0.166379984389</c:v>
                </c:pt>
                <c:pt idx="1344">
                  <c:v>0.165183514493</c:v>
                </c:pt>
                <c:pt idx="1345">
                  <c:v>0.163983262332</c:v>
                </c:pt>
                <c:pt idx="1346">
                  <c:v>0.162779733574</c:v>
                </c:pt>
                <c:pt idx="1347">
                  <c:v>0.16157342697</c:v>
                </c:pt>
                <c:pt idx="1348">
                  <c:v>0.160364833802</c:v>
                </c:pt>
                <c:pt idx="1349">
                  <c:v>0.159154437364</c:v>
                </c:pt>
                <c:pt idx="1350">
                  <c:v>0.157942712469</c:v>
                </c:pt>
                <c:pt idx="1351">
                  <c:v>0.156730125003</c:v>
                </c:pt>
                <c:pt idx="1352">
                  <c:v>0.1555171315</c:v>
                </c:pt>
                <c:pt idx="1353">
                  <c:v>0.154304178764</c:v>
                </c:pt>
                <c:pt idx="1354">
                  <c:v>0.153091703515</c:v>
                </c:pt>
                <c:pt idx="1355">
                  <c:v>0.151880132074</c:v>
                </c:pt>
                <c:pt idx="1356">
                  <c:v>0.150669880083</c:v>
                </c:pt>
                <c:pt idx="1357">
                  <c:v>0.149461352252</c:v>
                </c:pt>
                <c:pt idx="1358">
                  <c:v>0.148254942145</c:v>
                </c:pt>
                <c:pt idx="1359">
                  <c:v>0.14705103199</c:v>
                </c:pt>
                <c:pt idx="1360">
                  <c:v>0.145849992533</c:v>
                </c:pt>
                <c:pt idx="1361">
                  <c:v>0.144652182904</c:v>
                </c:pt>
                <c:pt idx="1362">
                  <c:v>0.143457950527</c:v>
                </c:pt>
                <c:pt idx="1363">
                  <c:v>0.142267631051</c:v>
                </c:pt>
                <c:pt idx="1364">
                  <c:v>0.141081548307</c:v>
                </c:pt>
                <c:pt idx="1365">
                  <c:v>0.139900014294</c:v>
                </c:pt>
                <c:pt idx="1366">
                  <c:v>0.138723329188</c:v>
                </c:pt>
                <c:pt idx="1367">
                  <c:v>0.137551781373</c:v>
                </c:pt>
                <c:pt idx="1368">
                  <c:v>0.136385647496</c:v>
                </c:pt>
                <c:pt idx="1369">
                  <c:v>0.135225192541</c:v>
                </c:pt>
                <c:pt idx="1370">
                  <c:v>0.134070669923</c:v>
                </c:pt>
                <c:pt idx="1371">
                  <c:v>0.1329223216</c:v>
                </c:pt>
                <c:pt idx="1372">
                  <c:v>0.131780378204</c:v>
                </c:pt>
                <c:pt idx="1373">
                  <c:v>0.130645059183</c:v>
                </c:pt>
                <c:pt idx="1374">
                  <c:v>0.129516572962</c:v>
                </c:pt>
                <c:pt idx="1375">
                  <c:v>0.128395117117</c:v>
                </c:pt>
                <c:pt idx="1376">
                  <c:v>0.127280878557</c:v>
                </c:pt>
                <c:pt idx="1377">
                  <c:v>0.126174033722</c:v>
                </c:pt>
                <c:pt idx="1378">
                  <c:v>0.125074748785</c:v>
                </c:pt>
                <c:pt idx="1379">
                  <c:v>0.123983179871</c:v>
                </c:pt>
                <c:pt idx="1380">
                  <c:v>0.122899473276</c:v>
                </c:pt>
                <c:pt idx="1381">
                  <c:v>0.121823765697</c:v>
                </c:pt>
                <c:pt idx="1382">
                  <c:v>0.120756184464</c:v>
                </c:pt>
                <c:pt idx="1383">
                  <c:v>0.119696847782</c:v>
                </c:pt>
                <c:pt idx="1384">
                  <c:v>0.118645864975</c:v>
                </c:pt>
                <c:pt idx="1385">
                  <c:v>0.117603336728</c:v>
                </c:pt>
                <c:pt idx="1386">
                  <c:v>0.116569355341</c:v>
                </c:pt>
                <c:pt idx="1387">
                  <c:v>0.115544004977</c:v>
                </c:pt>
                <c:pt idx="1388">
                  <c:v>0.114527361912</c:v>
                </c:pt>
                <c:pt idx="1389">
                  <c:v>0.113519494789</c:v>
                </c:pt>
                <c:pt idx="1390">
                  <c:v>0.112520464871</c:v>
                </c:pt>
                <c:pt idx="1391">
                  <c:v>0.111530326286</c:v>
                </c:pt>
                <c:pt idx="1392">
                  <c:v>0.110549126279</c:v>
                </c:pt>
                <c:pt idx="1393">
                  <c:v>0.109576905463</c:v>
                </c:pt>
                <c:pt idx="1394">
                  <c:v>0.108613698056</c:v>
                </c:pt>
                <c:pt idx="1395">
                  <c:v>0.10765953213</c:v>
                </c:pt>
                <c:pt idx="1396">
                  <c:v>0.106714429847</c:v>
                </c:pt>
                <c:pt idx="1397">
                  <c:v>0.105778407694</c:v>
                </c:pt>
                <c:pt idx="1398">
                  <c:v>0.104851476717</c:v>
                </c:pt>
                <c:pt idx="1399">
                  <c:v>0.103933642747</c:v>
                </c:pt>
                <c:pt idx="1400">
                  <c:v>0.103024906624</c:v>
                </c:pt>
                <c:pt idx="1401">
                  <c:v>0.102125264417</c:v>
                </c:pt>
                <c:pt idx="1402">
                  <c:v>0.101234707636</c:v>
                </c:pt>
                <c:pt idx="1403">
                  <c:v>0.100353223446</c:v>
                </c:pt>
                <c:pt idx="1404">
                  <c:v>0.0994807948675</c:v>
                </c:pt>
                <c:pt idx="1405">
                  <c:v>0.0986174009783</c:v>
                </c:pt>
                <c:pt idx="1406">
                  <c:v>0.0977630171078</c:v>
                </c:pt>
                <c:pt idx="1407">
                  <c:v>0.0969176150264</c:v>
                </c:pt>
                <c:pt idx="1408">
                  <c:v>0.0960811631293</c:v>
                </c:pt>
                <c:pt idx="1409">
                  <c:v>0.0952536266163</c:v>
                </c:pt>
                <c:pt idx="1410">
                  <c:v>0.0944349676643</c:v>
                </c:pt>
                <c:pt idx="1411">
                  <c:v>0.0936251455965</c:v>
                </c:pt>
                <c:pt idx="1412">
                  <c:v>0.0928241170453</c:v>
                </c:pt>
                <c:pt idx="1413">
                  <c:v>0.09203183611</c:v>
                </c:pt>
                <c:pt idx="1414">
                  <c:v>0.0912482545093</c:v>
                </c:pt>
                <c:pt idx="1415">
                  <c:v>0.0904733217295</c:v>
                </c:pt>
                <c:pt idx="1416">
                  <c:v>0.089706985166</c:v>
                </c:pt>
                <c:pt idx="1417">
                  <c:v>0.0889491902613</c:v>
                </c:pt>
                <c:pt idx="1418">
                  <c:v>0.0881998806372</c:v>
                </c:pt>
                <c:pt idx="1419">
                  <c:v>0.0874589982225</c:v>
                </c:pt>
                <c:pt idx="1420">
                  <c:v>0.0867264833754</c:v>
                </c:pt>
                <c:pt idx="1421">
                  <c:v>0.0860022750018</c:v>
                </c:pt>
                <c:pt idx="1422">
                  <c:v>0.085286310669</c:v>
                </c:pt>
                <c:pt idx="1423">
                  <c:v>0.0845785267139</c:v>
                </c:pt>
                <c:pt idx="1424">
                  <c:v>0.0838788583484</c:v>
                </c:pt>
                <c:pt idx="1425">
                  <c:v>0.0831872397589</c:v>
                </c:pt>
                <c:pt idx="1426">
                  <c:v>0.0825036042029</c:v>
                </c:pt>
                <c:pt idx="1427">
                  <c:v>0.0818278841005</c:v>
                </c:pt>
                <c:pt idx="1428">
                  <c:v>0.0811600111227</c:v>
                </c:pt>
                <c:pt idx="1429">
                  <c:v>0.0804999162755</c:v>
                </c:pt>
                <c:pt idx="1430">
                  <c:v>0.07984752998</c:v>
                </c:pt>
                <c:pt idx="1431">
                  <c:v>0.0792027821493</c:v>
                </c:pt>
                <c:pt idx="1432">
                  <c:v>0.0785656022618</c:v>
                </c:pt>
                <c:pt idx="1433">
                  <c:v>0.0779359194307</c:v>
                </c:pt>
                <c:pt idx="1434">
                  <c:v>0.0773136624706</c:v>
                </c:pt>
                <c:pt idx="1435">
                  <c:v>0.0766987599608</c:v>
                </c:pt>
                <c:pt idx="1436">
                  <c:v>0.0760911403052</c:v>
                </c:pt>
                <c:pt idx="1437">
                  <c:v>0.0754907317898</c:v>
                </c:pt>
                <c:pt idx="1438">
                  <c:v>0.0748974626367</c:v>
                </c:pt>
                <c:pt idx="1439">
                  <c:v>0.0743112610554</c:v>
                </c:pt>
                <c:pt idx="1440">
                  <c:v>0.0737320552922</c:v>
                </c:pt>
                <c:pt idx="1441">
                  <c:v>0.0731597736757</c:v>
                </c:pt>
                <c:pt idx="1442">
                  <c:v>0.0725943446609</c:v>
                </c:pt>
                <c:pt idx="1443">
                  <c:v>0.0720356968704</c:v>
                </c:pt>
                <c:pt idx="1444">
                  <c:v>0.0714837591336</c:v>
                </c:pt>
                <c:pt idx="1445">
                  <c:v>0.0709384605229</c:v>
                </c:pt>
                <c:pt idx="1446">
                  <c:v>0.070399730389</c:v>
                </c:pt>
                <c:pt idx="1447">
                  <c:v>0.0698674983932</c:v>
                </c:pt>
                <c:pt idx="1448">
                  <c:v>0.0693416945379</c:v>
                </c:pt>
                <c:pt idx="1449">
                  <c:v>0.0688222491957</c:v>
                </c:pt>
                <c:pt idx="1450">
                  <c:v>0.0683090931363</c:v>
                </c:pt>
                <c:pt idx="1451">
                  <c:v>0.0678021575513</c:v>
                </c:pt>
                <c:pt idx="1452">
                  <c:v>0.0673013740785</c:v>
                </c:pt>
                <c:pt idx="1453">
                  <c:v>0.0668066748232</c:v>
                </c:pt>
                <c:pt idx="1454">
                  <c:v>0.0663179923792</c:v>
                </c:pt>
                <c:pt idx="1455">
                  <c:v>0.0658352598477</c:v>
                </c:pt>
                <c:pt idx="1456">
                  <c:v>0.0653584108547</c:v>
                </c:pt>
                <c:pt idx="1457">
                  <c:v>0.0648873795677</c:v>
                </c:pt>
                <c:pt idx="1458">
                  <c:v>0.0644221007109</c:v>
                </c:pt>
                <c:pt idx="1459">
                  <c:v>0.0639625095785</c:v>
                </c:pt>
                <c:pt idx="1460">
                  <c:v>0.0635085420479</c:v>
                </c:pt>
                <c:pt idx="1461">
                  <c:v>0.0630601345915</c:v>
                </c:pt>
                <c:pt idx="1462">
                  <c:v>0.062617224287</c:v>
                </c:pt>
                <c:pt idx="1463">
                  <c:v>0.0621797488269</c:v>
                </c:pt>
                <c:pt idx="1464">
                  <c:v>0.0617476465278</c:v>
                </c:pt>
                <c:pt idx="1465">
                  <c:v>0.0613208563377</c:v>
                </c:pt>
                <c:pt idx="1466">
                  <c:v>0.0608993178431</c:v>
                </c:pt>
                <c:pt idx="1467">
                  <c:v>0.0604829712754</c:v>
                </c:pt>
                <c:pt idx="1468">
                  <c:v>0.0600717575159</c:v>
                </c:pt>
                <c:pt idx="1469">
                  <c:v>0.0596656181006</c:v>
                </c:pt>
                <c:pt idx="1470">
                  <c:v>0.0592644952247</c:v>
                </c:pt>
                <c:pt idx="1471">
                  <c:v>0.0588683317451</c:v>
                </c:pt>
                <c:pt idx="1472">
                  <c:v>0.0584770711837</c:v>
                </c:pt>
                <c:pt idx="1473">
                  <c:v>0.0580906577296</c:v>
                </c:pt>
                <c:pt idx="1474">
                  <c:v>0.0577090362402</c:v>
                </c:pt>
                <c:pt idx="1475">
                  <c:v>0.057332152243</c:v>
                </c:pt>
                <c:pt idx="1476">
                  <c:v>0.0569599519357</c:v>
                </c:pt>
                <c:pt idx="1477">
                  <c:v>0.0565923821864</c:v>
                </c:pt>
                <c:pt idx="1478">
                  <c:v>0.0562293905335</c:v>
                </c:pt>
                <c:pt idx="1479">
                  <c:v>0.055870925185</c:v>
                </c:pt>
                <c:pt idx="1480">
                  <c:v>0.0555169350173</c:v>
                </c:pt>
                <c:pt idx="1481">
                  <c:v>0.055167369574</c:v>
                </c:pt>
                <c:pt idx="1482">
                  <c:v>0.0548221790639</c:v>
                </c:pt>
                <c:pt idx="1483">
                  <c:v>0.054481314359</c:v>
                </c:pt>
                <c:pt idx="1484">
                  <c:v>0.0541447269924</c:v>
                </c:pt>
                <c:pt idx="1485">
                  <c:v>0.0538123691552</c:v>
                </c:pt>
                <c:pt idx="1486">
                  <c:v>0.0534841936941</c:v>
                </c:pt>
                <c:pt idx="1487">
                  <c:v>0.0531601541079</c:v>
                </c:pt>
                <c:pt idx="1488">
                  <c:v>0.0528402045445</c:v>
                </c:pt>
                <c:pt idx="1489">
                  <c:v>0.0525242997971</c:v>
                </c:pt>
                <c:pt idx="1490">
                  <c:v>0.0522123953006</c:v>
                </c:pt>
                <c:pt idx="1491">
                  <c:v>0.0519044471278</c:v>
                </c:pt>
                <c:pt idx="1492">
                  <c:v>0.0516004119849</c:v>
                </c:pt>
                <c:pt idx="1493">
                  <c:v>0.051300247208</c:v>
                </c:pt>
                <c:pt idx="1494">
                  <c:v>0.0510039107582</c:v>
                </c:pt>
                <c:pt idx="1495">
                  <c:v>0.0507113612174</c:v>
                </c:pt>
                <c:pt idx="1496">
                  <c:v>0.0504225577839</c:v>
                </c:pt>
                <c:pt idx="1497">
                  <c:v>0.0501374602671</c:v>
                </c:pt>
                <c:pt idx="1498">
                  <c:v>0.0498560290837</c:v>
                </c:pt>
                <c:pt idx="1499">
                  <c:v>0.049578225252</c:v>
                </c:pt>
                <c:pt idx="1500">
                  <c:v>0.0493040103878</c:v>
                </c:pt>
                <c:pt idx="1501">
                  <c:v>0.0490333466987</c:v>
                </c:pt>
                <c:pt idx="1502">
                  <c:v>0.0487661969796</c:v>
                </c:pt>
                <c:pt idx="1503">
                  <c:v>0.0485025246077</c:v>
                </c:pt>
                <c:pt idx="1504">
                  <c:v>0.048242293537</c:v>
                </c:pt>
                <c:pt idx="1505">
                  <c:v>0.0479854682937</c:v>
                </c:pt>
                <c:pt idx="1506">
                  <c:v>0.0477320139707</c:v>
                </c:pt>
                <c:pt idx="1507">
                  <c:v>0.0474818962226</c:v>
                </c:pt>
                <c:pt idx="1508">
                  <c:v>0.0472350812607</c:v>
                </c:pt>
                <c:pt idx="1509">
                  <c:v>0.0469915358477</c:v>
                </c:pt>
                <c:pt idx="1510">
                  <c:v>0.0467512272924</c:v>
                </c:pt>
                <c:pt idx="1511">
                  <c:v>0.046514123445</c:v>
                </c:pt>
                <c:pt idx="1512">
                  <c:v>0.0462801926915</c:v>
                </c:pt>
                <c:pt idx="1513">
                  <c:v>0.046049403949</c:v>
                </c:pt>
                <c:pt idx="1514">
                  <c:v>0.0458217266603</c:v>
                </c:pt>
                <c:pt idx="1515">
                  <c:v>0.0455971307889</c:v>
                </c:pt>
                <c:pt idx="1516">
                  <c:v>0.0453755868142</c:v>
                </c:pt>
                <c:pt idx="1517">
                  <c:v>0.0451570657263</c:v>
                </c:pt>
                <c:pt idx="1518">
                  <c:v>0.044941539021</c:v>
                </c:pt>
                <c:pt idx="1519">
                  <c:v>0.0447289786951</c:v>
                </c:pt>
                <c:pt idx="1520">
                  <c:v>0.044519357241</c:v>
                </c:pt>
                <c:pt idx="1521">
                  <c:v>0.0443126476427</c:v>
                </c:pt>
                <c:pt idx="1522">
                  <c:v>0.0441088233702</c:v>
                </c:pt>
                <c:pt idx="1523">
                  <c:v>0.0439078583751</c:v>
                </c:pt>
                <c:pt idx="1524">
                  <c:v>0.0437097270862</c:v>
                </c:pt>
                <c:pt idx="1525">
                  <c:v>0.0435144044042</c:v>
                </c:pt>
                <c:pt idx="1526">
                  <c:v>0.0433218656976</c:v>
                </c:pt>
                <c:pt idx="1527">
                  <c:v>0.0431320867983</c:v>
                </c:pt>
                <c:pt idx="1528">
                  <c:v>0.0429450439964</c:v>
                </c:pt>
                <c:pt idx="1529">
                  <c:v>0.0427607140368</c:v>
                </c:pt>
                <c:pt idx="1530">
                  <c:v>0.042579074114</c:v>
                </c:pt>
                <c:pt idx="1531">
                  <c:v>0.0424001018683</c:v>
                </c:pt>
                <c:pt idx="1532">
                  <c:v>0.0422237753816</c:v>
                </c:pt>
                <c:pt idx="1533">
                  <c:v>0.0420500731728</c:v>
                </c:pt>
                <c:pt idx="1534">
                  <c:v>0.0418789741943</c:v>
                </c:pt>
                <c:pt idx="1535">
                  <c:v>0.0417104578275</c:v>
                </c:pt>
                <c:pt idx="1536">
                  <c:v>0.0415445038794</c:v>
                </c:pt>
                <c:pt idx="1537">
                  <c:v>0.041381092578</c:v>
                </c:pt>
                <c:pt idx="1538">
                  <c:v>0.0412202045693</c:v>
                </c:pt>
                <c:pt idx="1539">
                  <c:v>0.0410618209128</c:v>
                </c:pt>
                <c:pt idx="1540">
                  <c:v>0.0409059230786</c:v>
                </c:pt>
                <c:pt idx="1541">
                  <c:v>0.040752492943</c:v>
                </c:pt>
                <c:pt idx="1542">
                  <c:v>0.0406015127857</c:v>
                </c:pt>
                <c:pt idx="1543">
                  <c:v>0.040452965286</c:v>
                </c:pt>
                <c:pt idx="1544">
                  <c:v>0.0403068335194</c:v>
                </c:pt>
                <c:pt idx="1545">
                  <c:v>0.0401631009545</c:v>
                </c:pt>
                <c:pt idx="1546">
                  <c:v>0.0400217514496</c:v>
                </c:pt>
                <c:pt idx="1547">
                  <c:v>0.0398827692497</c:v>
                </c:pt>
                <c:pt idx="1548">
                  <c:v>0.0397461389832</c:v>
                </c:pt>
                <c:pt idx="1549">
                  <c:v>0.0396118456593</c:v>
                </c:pt>
                <c:pt idx="1550">
                  <c:v>0.0394798746646</c:v>
                </c:pt>
                <c:pt idx="1551">
                  <c:v>0.0393502117604</c:v>
                </c:pt>
                <c:pt idx="1552">
                  <c:v>0.0392228430803</c:v>
                </c:pt>
                <c:pt idx="1553">
                  <c:v>0.039097755127</c:v>
                </c:pt>
                <c:pt idx="1554">
                  <c:v>0.0389749347699</c:v>
                </c:pt>
                <c:pt idx="1555">
                  <c:v>0.0388543692424</c:v>
                </c:pt>
                <c:pt idx="1556">
                  <c:v>0.0387360461396</c:v>
                </c:pt>
                <c:pt idx="1557">
                  <c:v>0.038619953416</c:v>
                </c:pt>
                <c:pt idx="1558">
                  <c:v>0.0385060793827</c:v>
                </c:pt>
                <c:pt idx="1559">
                  <c:v>0.0383944127056</c:v>
                </c:pt>
                <c:pt idx="1560">
                  <c:v>0.038284942403</c:v>
                </c:pt>
                <c:pt idx="1561">
                  <c:v>0.0381776578436</c:v>
                </c:pt>
                <c:pt idx="1562">
                  <c:v>0.0380725487443</c:v>
                </c:pt>
                <c:pt idx="1563">
                  <c:v>0.0379696051684</c:v>
                </c:pt>
                <c:pt idx="1564">
                  <c:v>0.0378688175236</c:v>
                </c:pt>
                <c:pt idx="1565">
                  <c:v>0.0377701765603</c:v>
                </c:pt>
                <c:pt idx="1566">
                  <c:v>0.0376736733697</c:v>
                </c:pt>
                <c:pt idx="1567">
                  <c:v>0.0375792993823</c:v>
                </c:pt>
                <c:pt idx="1568">
                  <c:v>0.0374870463659</c:v>
                </c:pt>
                <c:pt idx="1569">
                  <c:v>0.0373969064249</c:v>
                </c:pt>
                <c:pt idx="1570">
                  <c:v>0.0373088719977</c:v>
                </c:pt>
                <c:pt idx="1571">
                  <c:v>0.0372229358564</c:v>
                </c:pt>
                <c:pt idx="1572">
                  <c:v>0.0371390911046</c:v>
                </c:pt>
                <c:pt idx="1573">
                  <c:v>0.0370573311769</c:v>
                </c:pt>
                <c:pt idx="1574">
                  <c:v>0.036977649837</c:v>
                </c:pt>
                <c:pt idx="1575">
                  <c:v>0.0369000411771</c:v>
                </c:pt>
                <c:pt idx="1576">
                  <c:v>0.0368244996167</c:v>
                </c:pt>
                <c:pt idx="1577">
                  <c:v>0.0367510199017</c:v>
                </c:pt>
                <c:pt idx="1578">
                  <c:v>0.0366795971031</c:v>
                </c:pt>
                <c:pt idx="1579">
                  <c:v>0.0366102266167</c:v>
                </c:pt>
                <c:pt idx="1580">
                  <c:v>0.0365429041621</c:v>
                </c:pt>
                <c:pt idx="1581">
                  <c:v>0.0364776257816</c:v>
                </c:pt>
                <c:pt idx="1582">
                  <c:v>0.0364143878405</c:v>
                </c:pt>
                <c:pt idx="1583">
                  <c:v>0.0363531870253</c:v>
                </c:pt>
                <c:pt idx="1584">
                  <c:v>0.0362940203442</c:v>
                </c:pt>
                <c:pt idx="1585">
                  <c:v>0.0362368851262</c:v>
                </c:pt>
                <c:pt idx="1586">
                  <c:v>0.0361817790206</c:v>
                </c:pt>
                <c:pt idx="1587">
                  <c:v>0.036128699997</c:v>
                </c:pt>
                <c:pt idx="1588">
                  <c:v>0.0360776463448</c:v>
                </c:pt>
                <c:pt idx="1589">
                  <c:v>0.0360286166728</c:v>
                </c:pt>
                <c:pt idx="1590">
                  <c:v>0.0359816099096</c:v>
                </c:pt>
                <c:pt idx="1591">
                  <c:v>0.0359366253031</c:v>
                </c:pt>
                <c:pt idx="1592">
                  <c:v>0.0358936624205</c:v>
                </c:pt>
                <c:pt idx="1593">
                  <c:v>0.0358527211483</c:v>
                </c:pt>
                <c:pt idx="1594">
                  <c:v>0.0358138016927</c:v>
                </c:pt>
                <c:pt idx="1595">
                  <c:v>0.0357769045791</c:v>
                </c:pt>
                <c:pt idx="1596">
                  <c:v>0.0357420306532</c:v>
                </c:pt>
                <c:pt idx="1597">
                  <c:v>0.0357091810801</c:v>
                </c:pt>
                <c:pt idx="1598">
                  <c:v>0.0356783573456</c:v>
                </c:pt>
                <c:pt idx="1599">
                  <c:v>0.035649561256</c:v>
                </c:pt>
                <c:pt idx="1600">
                  <c:v>0.0356227949387</c:v>
                </c:pt>
                <c:pt idx="1601">
                  <c:v>0.0355980608424</c:v>
                </c:pt>
                <c:pt idx="1602">
                  <c:v>0.0355753617379</c:v>
                </c:pt>
                <c:pt idx="1603">
                  <c:v>0.0355547007183</c:v>
                </c:pt>
                <c:pt idx="1604">
                  <c:v>0.0355360812</c:v>
                </c:pt>
                <c:pt idx="1605">
                  <c:v>0.0355195069228</c:v>
                </c:pt>
                <c:pt idx="1606">
                  <c:v>0.0355049819508</c:v>
                </c:pt>
                <c:pt idx="1607">
                  <c:v>0.0354925106734</c:v>
                </c:pt>
                <c:pt idx="1608">
                  <c:v>0.0354820978054</c:v>
                </c:pt>
                <c:pt idx="1609">
                  <c:v>0.0354737483882</c:v>
                </c:pt>
                <c:pt idx="1610">
                  <c:v>0.0354674677906</c:v>
                </c:pt>
                <c:pt idx="1611">
                  <c:v>0.0354632617093</c:v>
                </c:pt>
                <c:pt idx="1612">
                  <c:v>0.0354611361701</c:v>
                </c:pt>
                <c:pt idx="1613">
                  <c:v>0.0354610975286</c:v>
                </c:pt>
                <c:pt idx="1614">
                  <c:v>0.0354631524712</c:v>
                </c:pt>
                <c:pt idx="1615">
                  <c:v>0.0354673080159</c:v>
                </c:pt>
                <c:pt idx="1616">
                  <c:v>0.0354735715134</c:v>
                </c:pt>
                <c:pt idx="1617">
                  <c:v>0.0354819506479</c:v>
                </c:pt>
                <c:pt idx="1618">
                  <c:v>0.0354924534381</c:v>
                </c:pt>
                <c:pt idx="1619">
                  <c:v>0.0355050882383</c:v>
                </c:pt>
                <c:pt idx="1620">
                  <c:v>0.0355198637394</c:v>
                </c:pt>
                <c:pt idx="1621">
                  <c:v>0.0355367889695</c:v>
                </c:pt>
                <c:pt idx="1622">
                  <c:v>0.0355558732954</c:v>
                </c:pt>
                <c:pt idx="1623">
                  <c:v>0.0355771264232</c:v>
                </c:pt>
                <c:pt idx="1624">
                  <c:v>0.0356005583997</c:v>
                </c:pt>
                <c:pt idx="1625">
                  <c:v>0.0356261796127</c:v>
                </c:pt>
                <c:pt idx="1626">
                  <c:v>0.0356540007924</c:v>
                </c:pt>
                <c:pt idx="1627">
                  <c:v>0.0356840330125</c:v>
                </c:pt>
                <c:pt idx="1628">
                  <c:v>0.0357162876905</c:v>
                </c:pt>
                <c:pt idx="1629">
                  <c:v>0.0357507765889</c:v>
                </c:pt>
                <c:pt idx="1630">
                  <c:v>0.035787511816</c:v>
                </c:pt>
                <c:pt idx="1631">
                  <c:v>0.0358265058267</c:v>
                </c:pt>
                <c:pt idx="1632">
                  <c:v>0.035867771423</c:v>
                </c:pt>
                <c:pt idx="1633">
                  <c:v>0.0359113217549</c:v>
                </c:pt>
                <c:pt idx="1634">
                  <c:v>0.0359571703208</c:v>
                </c:pt>
                <c:pt idx="1635">
                  <c:v>0.0360053309683</c:v>
                </c:pt>
                <c:pt idx="1636">
                  <c:v>0.0360558178942</c:v>
                </c:pt>
                <c:pt idx="1637">
                  <c:v>0.0361086456454</c:v>
                </c:pt>
                <c:pt idx="1638">
                  <c:v>0.0361638291187</c:v>
                </c:pt>
                <c:pt idx="1639">
                  <c:v>0.0362213835613</c:v>
                </c:pt>
                <c:pt idx="1640">
                  <c:v>0.0362813245704</c:v>
                </c:pt>
                <c:pt idx="1641">
                  <c:v>0.0363436680937</c:v>
                </c:pt>
                <c:pt idx="1642">
                  <c:v>0.0364084304289</c:v>
                </c:pt>
                <c:pt idx="1643">
                  <c:v>0.0364756282233</c:v>
                </c:pt>
                <c:pt idx="1644">
                  <c:v>0.0365452784734</c:v>
                </c:pt>
                <c:pt idx="1645">
                  <c:v>0.0366173985243</c:v>
                </c:pt>
                <c:pt idx="1646">
                  <c:v>0.0366920060687</c:v>
                </c:pt>
                <c:pt idx="1647">
                  <c:v>0.0367691191462</c:v>
                </c:pt>
                <c:pt idx="1648">
                  <c:v>0.0368487561416</c:v>
                </c:pt>
                <c:pt idx="1649">
                  <c:v>0.0369309357839</c:v>
                </c:pt>
                <c:pt idx="1650">
                  <c:v>0.0370156771446</c:v>
                </c:pt>
                <c:pt idx="1651">
                  <c:v>0.0371029996354</c:v>
                </c:pt>
                <c:pt idx="1652">
                  <c:v>0.0371929230065</c:v>
                </c:pt>
                <c:pt idx="1653">
                  <c:v>0.0372854673442</c:v>
                </c:pt>
                <c:pt idx="1654">
                  <c:v>0.0373806530677</c:v>
                </c:pt>
                <c:pt idx="1655">
                  <c:v>0.0374785009265</c:v>
                </c:pt>
                <c:pt idx="1656">
                  <c:v>0.037579031997</c:v>
                </c:pt>
                <c:pt idx="1657">
                  <c:v>0.0376822676786</c:v>
                </c:pt>
                <c:pt idx="1658">
                  <c:v>0.0377882296899</c:v>
                </c:pt>
                <c:pt idx="1659">
                  <c:v>0.037896940064</c:v>
                </c:pt>
                <c:pt idx="1660">
                  <c:v>0.038008421144</c:v>
                </c:pt>
                <c:pt idx="1661">
                  <c:v>0.0381226955775</c:v>
                </c:pt>
                <c:pt idx="1662">
                  <c:v>0.0382397863106</c:v>
                </c:pt>
                <c:pt idx="1663">
                  <c:v>0.0383597165824</c:v>
                </c:pt>
                <c:pt idx="1664">
                  <c:v>0.0384825099177</c:v>
                </c:pt>
                <c:pt idx="1665">
                  <c:v>0.0386081901199</c:v>
                </c:pt>
                <c:pt idx="1666">
                  <c:v>0.0387367812633</c:v>
                </c:pt>
                <c:pt idx="1667">
                  <c:v>0.0388683076849</c:v>
                </c:pt>
                <c:pt idx="1668">
                  <c:v>0.0390027939749</c:v>
                </c:pt>
                <c:pt idx="1669">
                  <c:v>0.0391402649677</c:v>
                </c:pt>
                <c:pt idx="1670">
                  <c:v>0.0392807457311</c:v>
                </c:pt>
                <c:pt idx="1671">
                  <c:v>0.0394242615555</c:v>
                </c:pt>
                <c:pt idx="1672">
                  <c:v>0.0395708379421</c:v>
                </c:pt>
                <c:pt idx="1673">
                  <c:v>0.0397205005904</c:v>
                </c:pt>
                <c:pt idx="1674">
                  <c:v>0.0398732753849</c:v>
                </c:pt>
                <c:pt idx="1675">
                  <c:v>0.0400291883807</c:v>
                </c:pt>
                <c:pt idx="1676">
                  <c:v>0.0401882657885</c:v>
                </c:pt>
                <c:pt idx="1677">
                  <c:v>0.0403505339587</c:v>
                </c:pt>
                <c:pt idx="1678">
                  <c:v>0.0405160193641</c:v>
                </c:pt>
                <c:pt idx="1679">
                  <c:v>0.0406847485823</c:v>
                </c:pt>
                <c:pt idx="1680">
                  <c:v>0.0408567482759</c:v>
                </c:pt>
                <c:pt idx="1681">
                  <c:v>0.041032045173</c:v>
                </c:pt>
                <c:pt idx="1682">
                  <c:v>0.0412106660456</c:v>
                </c:pt>
                <c:pt idx="1683">
                  <c:v>0.0413926376866</c:v>
                </c:pt>
                <c:pt idx="1684">
                  <c:v>0.0415779868866</c:v>
                </c:pt>
                <c:pt idx="1685">
                  <c:v>0.0417667404083</c:v>
                </c:pt>
                <c:pt idx="1686">
                  <c:v>0.0419589249601</c:v>
                </c:pt>
                <c:pt idx="1687">
                  <c:v>0.0421545671681</c:v>
                </c:pt>
                <c:pt idx="1688">
                  <c:v>0.0423536935467</c:v>
                </c:pt>
                <c:pt idx="1689">
                  <c:v>0.0425563304679</c:v>
                </c:pt>
                <c:pt idx="1690">
                  <c:v>0.0427625041281</c:v>
                </c:pt>
                <c:pt idx="1691">
                  <c:v>0.0429722405144</c:v>
                </c:pt>
                <c:pt idx="1692">
                  <c:v>0.0431855653686</c:v>
                </c:pt>
                <c:pt idx="1693">
                  <c:v>0.0434025041491</c:v>
                </c:pt>
                <c:pt idx="1694">
                  <c:v>0.0436230819919</c:v>
                </c:pt>
                <c:pt idx="1695">
                  <c:v>0.0438473236686</c:v>
                </c:pt>
                <c:pt idx="1696">
                  <c:v>0.0440752535432</c:v>
                </c:pt>
                <c:pt idx="1697">
                  <c:v>0.0443068955265</c:v>
                </c:pt>
                <c:pt idx="1698">
                  <c:v>0.0445422730287</c:v>
                </c:pt>
                <c:pt idx="1699">
                  <c:v>0.0447814089091</c:v>
                </c:pt>
                <c:pt idx="1700">
                  <c:v>0.0450243254245</c:v>
                </c:pt>
                <c:pt idx="1701">
                  <c:v>0.0452710441748</c:v>
                </c:pt>
                <c:pt idx="1702">
                  <c:v>0.0455215860459</c:v>
                </c:pt>
                <c:pt idx="1703">
                  <c:v>0.0457759711508</c:v>
                </c:pt>
                <c:pt idx="1704">
                  <c:v>0.0460342187678</c:v>
                </c:pt>
                <c:pt idx="1705">
                  <c:v>0.0462963472761</c:v>
                </c:pt>
                <c:pt idx="1706">
                  <c:v>0.0465623740888</c:v>
                </c:pt>
                <c:pt idx="1707">
                  <c:v>0.0468323155832</c:v>
                </c:pt>
                <c:pt idx="1708">
                  <c:v>0.0471061870282</c:v>
                </c:pt>
                <c:pt idx="1709">
                  <c:v>0.0473840025093</c:v>
                </c:pt>
                <c:pt idx="1710">
                  <c:v>0.0476657748498</c:v>
                </c:pt>
                <c:pt idx="1711">
                  <c:v>0.0479515155299</c:v>
                </c:pt>
                <c:pt idx="1712">
                  <c:v>0.0482412346023</c:v>
                </c:pt>
                <c:pt idx="1713">
                  <c:v>0.0485349406049</c:v>
                </c:pt>
                <c:pt idx="1714">
                  <c:v>0.0488326404705</c:v>
                </c:pt>
                <c:pt idx="1715">
                  <c:v>0.0491343394327</c:v>
                </c:pt>
                <c:pt idx="1716">
                  <c:v>0.0494400409296</c:v>
                </c:pt>
                <c:pt idx="1717">
                  <c:v>0.0497497465033</c:v>
                </c:pt>
                <c:pt idx="1718">
                  <c:v>0.0500634556969</c:v>
                </c:pt>
                <c:pt idx="1719">
                  <c:v>0.050381165948</c:v>
                </c:pt>
                <c:pt idx="1720">
                  <c:v>0.0507028724782</c:v>
                </c:pt>
                <c:pt idx="1721">
                  <c:v>0.0510285681808</c:v>
                </c:pt>
                <c:pt idx="1722">
                  <c:v>0.0513582435038</c:v>
                </c:pt>
                <c:pt idx="1723">
                  <c:v>0.0516918863305</c:v>
                </c:pt>
                <c:pt idx="1724">
                  <c:v>0.0520294818562</c:v>
                </c:pt>
                <c:pt idx="1725">
                  <c:v>0.052371012463</c:v>
                </c:pt>
                <c:pt idx="1726">
                  <c:v>0.0527164575895</c:v>
                </c:pt>
                <c:pt idx="1727">
                  <c:v>0.0530657935996</c:v>
                </c:pt>
                <c:pt idx="1728">
                  <c:v>0.0534189936465</c:v>
                </c:pt>
                <c:pt idx="1729">
                  <c:v>0.0537760275353</c:v>
                </c:pt>
                <c:pt idx="1730">
                  <c:v>0.0541368615816</c:v>
                </c:pt>
                <c:pt idx="1731">
                  <c:v>0.0545014584685</c:v>
                </c:pt>
                <c:pt idx="1732">
                  <c:v>0.0548697771009</c:v>
                </c:pt>
                <c:pt idx="1733">
                  <c:v>0.055241772457</c:v>
                </c:pt>
                <c:pt idx="1734">
                  <c:v>0.0556173954383</c:v>
                </c:pt>
                <c:pt idx="1735">
                  <c:v>0.0559965927179</c:v>
                </c:pt>
                <c:pt idx="1736">
                  <c:v>0.0563793065867</c:v>
                </c:pt>
                <c:pt idx="1737">
                  <c:v>0.0567654747984</c:v>
                </c:pt>
                <c:pt idx="1738">
                  <c:v>0.0571550304143</c:v>
                </c:pt>
                <c:pt idx="1739">
                  <c:v>0.0575479016458</c:v>
                </c:pt>
                <c:pt idx="1740">
                  <c:v>0.0579440116988</c:v>
                </c:pt>
                <c:pt idx="1741">
                  <c:v>0.0583432786158</c:v>
                </c:pt>
                <c:pt idx="1742">
                  <c:v>0.0587456151206</c:v>
                </c:pt>
                <c:pt idx="1743">
                  <c:v>0.0591509284625</c:v>
                </c:pt>
                <c:pt idx="1744">
                  <c:v>0.0595591202629</c:v>
                </c:pt>
                <c:pt idx="1745">
                  <c:v>0.0599700863633</c:v>
                </c:pt>
                <c:pt idx="1746">
                  <c:v>0.0603837166763</c:v>
                </c:pt>
                <c:pt idx="1747">
                  <c:v>0.060799895039</c:v>
                </c:pt>
                <c:pt idx="1748">
                  <c:v>0.0612184990712</c:v>
                </c:pt>
                <c:pt idx="1749">
                  <c:v>0.0616394000372</c:v>
                </c:pt>
                <c:pt idx="1750">
                  <c:v>0.062062462713</c:v>
                </c:pt>
                <c:pt idx="1751">
                  <c:v>0.0624875452595</c:v>
                </c:pt>
                <c:pt idx="1752">
                  <c:v>0.0629144991019</c:v>
                </c:pt>
                <c:pt idx="1753">
                  <c:v>0.0633431688172</c:v>
                </c:pt>
                <c:pt idx="1754">
                  <c:v>0.0637733920289</c:v>
                </c:pt>
                <c:pt idx="1755">
                  <c:v>0.0642049993123</c:v>
                </c:pt>
                <c:pt idx="1756">
                  <c:v>0.0646378141081</c:v>
                </c:pt>
                <c:pt idx="1757">
                  <c:v>0.0650716526485</c:v>
                </c:pt>
                <c:pt idx="1758">
                  <c:v>0.0655063238939</c:v>
                </c:pt>
                <c:pt idx="1759">
                  <c:v>0.0659416294833</c:v>
                </c:pt>
                <c:pt idx="1760">
                  <c:v>0.0663773636979</c:v>
                </c:pt>
                <c:pt idx="1761">
                  <c:v>0.0668133134399</c:v>
                </c:pt>
                <c:pt idx="1762">
                  <c:v>0.0672492582269</c:v>
                </c:pt>
                <c:pt idx="1763">
                  <c:v>0.0676849702031</c:v>
                </c:pt>
                <c:pt idx="1764">
                  <c:v>0.0681202141684</c:v>
                </c:pt>
                <c:pt idx="1765">
                  <c:v>0.0685547476259</c:v>
                </c:pt>
                <c:pt idx="1766">
                  <c:v>0.06898832085</c:v>
                </c:pt>
                <c:pt idx="1767">
                  <c:v>0.0694206769743</c:v>
                </c:pt>
                <c:pt idx="1768">
                  <c:v>0.0698515521015</c:v>
                </c:pt>
                <c:pt idx="1769">
                  <c:v>0.0702806754363</c:v>
                </c:pt>
                <c:pt idx="1770">
                  <c:v>0.0707077694414</c:v>
                </c:pt>
                <c:pt idx="1771">
                  <c:v>0.0711325500173</c:v>
                </c:pt>
                <c:pt idx="1772">
                  <c:v>0.0715547267077</c:v>
                </c:pt>
                <c:pt idx="1773">
                  <c:v>0.0719740029308</c:v>
                </c:pt>
                <c:pt idx="1774">
                  <c:v>0.0723900762358</c:v>
                </c:pt>
                <c:pt idx="1775">
                  <c:v>0.0728026385871</c:v>
                </c:pt>
                <c:pt idx="1776">
                  <c:v>0.0732113766757</c:v>
                </c:pt>
                <c:pt idx="1777">
                  <c:v>0.0736159722574</c:v>
                </c:pt>
                <c:pt idx="1778">
                  <c:v>0.0740161025198</c:v>
                </c:pt>
                <c:pt idx="1779">
                  <c:v>0.0744114404759</c:v>
                </c:pt>
                <c:pt idx="1780">
                  <c:v>0.0748016553868</c:v>
                </c:pt>
                <c:pt idx="1781">
                  <c:v>0.0751864132106</c:v>
                </c:pt>
                <c:pt idx="1782">
                  <c:v>0.0755653770796</c:v>
                </c:pt>
                <c:pt idx="1783">
                  <c:v>0.075938207804</c:v>
                </c:pt>
                <c:pt idx="1784">
                  <c:v>0.0763045644012</c:v>
                </c:pt>
                <c:pt idx="1785">
                  <c:v>0.0766641046511</c:v>
                </c:pt>
                <c:pt idx="1786">
                  <c:v>0.077016485675</c:v>
                </c:pt>
                <c:pt idx="1787">
                  <c:v>0.0773613645384</c:v>
                </c:pt>
                <c:pt idx="1788">
                  <c:v>0.0776983988749</c:v>
                </c:pt>
                <c:pt idx="1789">
                  <c:v>0.0780272475307</c:v>
                </c:pt>
                <c:pt idx="1790">
                  <c:v>0.0783475712277</c:v>
                </c:pt>
                <c:pt idx="1791">
                  <c:v>0.0786590332433</c:v>
                </c:pt>
                <c:pt idx="1792">
                  <c:v>0.0789613001048</c:v>
                </c:pt>
                <c:pt idx="1793">
                  <c:v>0.0792540422967</c:v>
                </c:pt>
                <c:pt idx="1794">
                  <c:v>0.0795369349772</c:v>
                </c:pt>
                <c:pt idx="1795">
                  <c:v>0.0798096587036</c:v>
                </c:pt>
                <c:pt idx="1796">
                  <c:v>0.0800719001619</c:v>
                </c:pt>
                <c:pt idx="1797">
                  <c:v>0.0803233528985</c:v>
                </c:pt>
                <c:pt idx="1798">
                  <c:v>0.0805637180518</c:v>
                </c:pt>
                <c:pt idx="1799">
                  <c:v>0.08079270508</c:v>
                </c:pt>
                <c:pt idx="1800">
                  <c:v>0.081010032482</c:v>
                </c:pt>
                <c:pt idx="1801">
                  <c:v>0.0812154285085</c:v>
                </c:pt>
                <c:pt idx="1802">
                  <c:v>0.0814086318605</c:v>
                </c:pt>
                <c:pt idx="1803">
                  <c:v>0.0815893923714</c:v>
                </c:pt>
                <c:pt idx="1804">
                  <c:v>0.0817574716696</c:v>
                </c:pt>
                <c:pt idx="1805">
                  <c:v>0.0819126438191</c:v>
                </c:pt>
                <c:pt idx="1806">
                  <c:v>0.0820546959339</c:v>
                </c:pt>
                <c:pt idx="1807">
                  <c:v>0.0821834287644</c:v>
                </c:pt>
                <c:pt idx="1808">
                  <c:v>0.0822986572519</c:v>
                </c:pt>
                <c:pt idx="1809">
                  <c:v>0.0824002110482</c:v>
                </c:pt>
                <c:pt idx="1810">
                  <c:v>0.0824879349995</c:v>
                </c:pt>
                <c:pt idx="1811">
                  <c:v>0.0825616895889</c:v>
                </c:pt>
                <c:pt idx="1812">
                  <c:v>0.0826213513383</c:v>
                </c:pt>
                <c:pt idx="1813">
                  <c:v>0.0826668131653</c:v>
                </c:pt>
                <c:pt idx="1814">
                  <c:v>0.0826979846946</c:v>
                </c:pt>
                <c:pt idx="1815">
                  <c:v>0.0827147925214</c:v>
                </c:pt>
                <c:pt idx="1816">
                  <c:v>0.0827171804251</c:v>
                </c:pt>
                <c:pt idx="1817">
                  <c:v>0.0827051095338</c:v>
                </c:pt>
                <c:pt idx="1818">
                  <c:v>0.0826785584364</c:v>
                </c:pt>
                <c:pt idx="1819">
                  <c:v>0.0826375232429</c:v>
                </c:pt>
                <c:pt idx="1820">
                  <c:v>0.0825820175934</c:v>
                </c:pt>
                <c:pt idx="1821">
                  <c:v>0.0825120726133</c:v>
                </c:pt>
                <c:pt idx="1822">
                  <c:v>0.0824277368181</c:v>
                </c:pt>
                <c:pt idx="1823">
                  <c:v>0.0823290759649</c:v>
                </c:pt>
                <c:pt idx="1824">
                  <c:v>0.082216172855</c:v>
                </c:pt>
                <c:pt idx="1825">
                  <c:v>0.0820891270852</c:v>
                </c:pt>
                <c:pt idx="1826">
                  <c:v>0.0819480547521</c:v>
                </c:pt>
                <c:pt idx="1827">
                  <c:v>0.0817930881094</c:v>
                </c:pt>
                <c:pt idx="1828">
                  <c:v>0.08162437518</c:v>
                </c:pt>
                <c:pt idx="1829">
                  <c:v>0.0814420793256</c:v>
                </c:pt>
                <c:pt idx="1830">
                  <c:v>0.0812463787766</c:v>
                </c:pt>
                <c:pt idx="1831">
                  <c:v>0.081037466123</c:v>
                </c:pt>
                <c:pt idx="1832">
                  <c:v>0.0808155477707</c:v>
                </c:pt>
                <c:pt idx="1833">
                  <c:v>0.0805808433649</c:v>
                </c:pt>
                <c:pt idx="1834">
                  <c:v>0.0803335851844</c:v>
                </c:pt>
                <c:pt idx="1835">
                  <c:v>0.0800740175088</c:v>
                </c:pt>
                <c:pt idx="1836">
                  <c:v>0.0798023959628</c:v>
                </c:pt>
                <c:pt idx="1837">
                  <c:v>0.0795189868394</c:v>
                </c:pt>
                <c:pt idx="1838">
                  <c:v>0.0792240664065</c:v>
                </c:pt>
                <c:pt idx="1839">
                  <c:v>0.0789179201999</c:v>
                </c:pt>
                <c:pt idx="1840">
                  <c:v>0.0786008423042</c:v>
                </c:pt>
                <c:pt idx="1841">
                  <c:v>0.0782731346272</c:v>
                </c:pt>
                <c:pt idx="1842">
                  <c:v>0.0779351061695</c:v>
                </c:pt>
                <c:pt idx="1843">
                  <c:v>0.077587072292</c:v>
                </c:pt>
                <c:pt idx="1844">
                  <c:v>0.077229353985</c:v>
                </c:pt>
                <c:pt idx="1845">
                  <c:v>0.0768622771417</c:v>
                </c:pt>
                <c:pt idx="1846">
                  <c:v>0.0764861718379</c:v>
                </c:pt>
                <c:pt idx="1847">
                  <c:v>0.0761013716219</c:v>
                </c:pt>
                <c:pt idx="1848">
                  <c:v>0.0757082128151</c:v>
                </c:pt>
                <c:pt idx="1849">
                  <c:v>0.0753070338274</c:v>
                </c:pt>
                <c:pt idx="1850">
                  <c:v>0.0748981744886</c:v>
                </c:pt>
                <c:pt idx="1851">
                  <c:v>0.0744819753974</c:v>
                </c:pt>
                <c:pt idx="1852">
                  <c:v>0.0740587772904</c:v>
                </c:pt>
                <c:pt idx="1853">
                  <c:v>0.0736289204326</c:v>
                </c:pt>
                <c:pt idx="1854">
                  <c:v>0.0731927440304</c:v>
                </c:pt>
                <c:pt idx="1855">
                  <c:v>0.0727505856682</c:v>
                </c:pt>
                <c:pt idx="1856">
                  <c:v>0.072302780771</c:v>
                </c:pt>
                <c:pt idx="1857">
                  <c:v>0.0718496620915</c:v>
                </c:pt>
                <c:pt idx="1858">
                  <c:v>0.0713915592251</c:v>
                </c:pt>
                <c:pt idx="1859">
                  <c:v>0.0709287981505</c:v>
                </c:pt>
                <c:pt idx="1860">
                  <c:v>0.0704617007993</c:v>
                </c:pt>
                <c:pt idx="1861">
                  <c:v>0.0699905846525</c:v>
                </c:pt>
                <c:pt idx="1862">
                  <c:v>0.0695157623646</c:v>
                </c:pt>
                <c:pt idx="1863">
                  <c:v>0.0690375414158</c:v>
                </c:pt>
                <c:pt idx="1864">
                  <c:v>0.0685562237922</c:v>
                </c:pt>
                <c:pt idx="1865">
                  <c:v>0.0680721056924</c:v>
                </c:pt>
                <c:pt idx="1866">
                  <c:v>0.0675854772619</c:v>
                </c:pt>
                <c:pt idx="1867">
                  <c:v>0.0670966223534</c:v>
                </c:pt>
                <c:pt idx="1868">
                  <c:v>0.0666058183129</c:v>
                </c:pt>
                <c:pt idx="1869">
                  <c:v>0.0661133357917</c:v>
                </c:pt>
                <c:pt idx="1870">
                  <c:v>0.0656194385821</c:v>
                </c:pt>
                <c:pt idx="1871">
                  <c:v>0.0651243834771</c:v>
                </c:pt>
                <c:pt idx="1872">
                  <c:v>0.0646284201532</c:v>
                </c:pt>
                <c:pt idx="1873">
                  <c:v>0.0641317910746</c:v>
                </c:pt>
                <c:pt idx="1874">
                  <c:v>0.063634731419</c:v>
                </c:pt>
                <c:pt idx="1875">
                  <c:v>0.0631374690229</c:v>
                </c:pt>
                <c:pt idx="1876">
                  <c:v>0.0626402243467</c:v>
                </c:pt>
                <c:pt idx="1877">
                  <c:v>0.0621432104574</c:v>
                </c:pt>
                <c:pt idx="1878">
                  <c:v>0.0616466330284</c:v>
                </c:pt>
                <c:pt idx="1879">
                  <c:v>0.0611506903558</c:v>
                </c:pt>
                <c:pt idx="1880">
                  <c:v>0.0606555733893</c:v>
                </c:pt>
                <c:pt idx="1881">
                  <c:v>0.0601614657779</c:v>
                </c:pt>
                <c:pt idx="1882">
                  <c:v>0.0596685439278</c:v>
                </c:pt>
                <c:pt idx="1883">
                  <c:v>0.0591769770733</c:v>
                </c:pt>
                <c:pt idx="1884">
                  <c:v>0.0586869273585</c:v>
                </c:pt>
                <c:pt idx="1885">
                  <c:v>0.0581985499296</c:v>
                </c:pt>
                <c:pt idx="1886">
                  <c:v>0.0577119930359</c:v>
                </c:pt>
                <c:pt idx="1887">
                  <c:v>0.0572273981404</c:v>
                </c:pt>
                <c:pt idx="1888">
                  <c:v>0.0567449000371</c:v>
                </c:pt>
                <c:pt idx="1889">
                  <c:v>0.0562646269756</c:v>
                </c:pt>
                <c:pt idx="1890">
                  <c:v>0.0557867007921</c:v>
                </c:pt>
                <c:pt idx="1891">
                  <c:v>0.0553112370448</c:v>
                </c:pt>
                <c:pt idx="1892">
                  <c:v>0.0548383451554</c:v>
                </c:pt>
                <c:pt idx="1893">
                  <c:v>0.054368128553</c:v>
                </c:pt>
                <c:pt idx="1894">
                  <c:v>0.0539006848225</c:v>
                </c:pt>
                <c:pt idx="1895">
                  <c:v>0.053436105855</c:v>
                </c:pt>
                <c:pt idx="1896">
                  <c:v>0.0529744780009</c:v>
                </c:pt>
                <c:pt idx="1897">
                  <c:v>0.0525158822244</c:v>
                </c:pt>
                <c:pt idx="1898">
                  <c:v>0.0520603942589</c:v>
                </c:pt>
                <c:pt idx="1899">
                  <c:v>0.0516080847634</c:v>
                </c:pt>
                <c:pt idx="1900">
                  <c:v>0.051159019479</c:v>
                </c:pt>
                <c:pt idx="1901">
                  <c:v>0.0507132593853</c:v>
                </c:pt>
                <c:pt idx="1902">
                  <c:v>0.0502708608557</c:v>
                </c:pt>
                <c:pt idx="1903">
                  <c:v>0.0498318758131</c:v>
                </c:pt>
                <c:pt idx="1904">
                  <c:v>0.0493963518828</c:v>
                </c:pt>
                <c:pt idx="1905">
                  <c:v>0.048964332545</c:v>
                </c:pt>
                <c:pt idx="1906">
                  <c:v>0.0485358572852</c:v>
                </c:pt>
                <c:pt idx="1907">
                  <c:v>0.0481109617427</c:v>
                </c:pt>
                <c:pt idx="1908">
                  <c:v>0.0476896778567</c:v>
                </c:pt>
                <c:pt idx="1909">
                  <c:v>0.0472720340102</c:v>
                </c:pt>
                <c:pt idx="1910">
                  <c:v>0.0468580551714</c:v>
                </c:pt>
                <c:pt idx="1911">
                  <c:v>0.0464477630323</c:v>
                </c:pt>
                <c:pt idx="1912">
                  <c:v>0.0460411761444</c:v>
                </c:pt>
                <c:pt idx="1913">
                  <c:v>0.0456383100514</c:v>
                </c:pt>
                <c:pt idx="1914">
                  <c:v>0.0452391774194</c:v>
                </c:pt>
                <c:pt idx="1915">
                  <c:v>0.0448437881636</c:v>
                </c:pt>
                <c:pt idx="1916">
                  <c:v>0.0444521495713</c:v>
                </c:pt>
                <c:pt idx="1917">
                  <c:v>0.0440642664232</c:v>
                </c:pt>
                <c:pt idx="1918">
                  <c:v>0.0436801411096</c:v>
                </c:pt>
                <c:pt idx="1919">
                  <c:v>0.0432997737448</c:v>
                </c:pt>
                <c:pt idx="1920">
                  <c:v>0.0429231622775</c:v>
                </c:pt>
                <c:pt idx="1921">
                  <c:v>0.042550302598</c:v>
                </c:pt>
                <c:pt idx="1922">
                  <c:v>0.0421811886425</c:v>
                </c:pt>
                <c:pt idx="1923">
                  <c:v>0.0418158124933</c:v>
                </c:pt>
                <c:pt idx="1924">
                  <c:v>0.0414541644768</c:v>
                </c:pt>
                <c:pt idx="1925">
                  <c:v>0.0410962332575</c:v>
                </c:pt>
                <c:pt idx="1926">
                  <c:v>0.0407420059294</c:v>
                </c:pt>
                <c:pt idx="1927">
                  <c:v>0.0403914681035</c:v>
                </c:pt>
                <c:pt idx="1928">
                  <c:v>0.040044603993</c:v>
                </c:pt>
                <c:pt idx="1929">
                  <c:v>0.0397013964949</c:v>
                </c:pt>
                <c:pt idx="1930">
                  <c:v>0.0393618272691</c:v>
                </c:pt>
                <c:pt idx="1931">
                  <c:v>0.0390258768141</c:v>
                </c:pt>
                <c:pt idx="1932">
                  <c:v>0.03869352454</c:v>
                </c:pt>
                <c:pt idx="1933">
                  <c:v>0.0383647488387</c:v>
                </c:pt>
                <c:pt idx="1934">
                  <c:v>0.0380395271515</c:v>
                </c:pt>
                <c:pt idx="1935">
                  <c:v>0.0377178360336</c:v>
                </c:pt>
                <c:pt idx="1936">
                  <c:v>0.0373996512166</c:v>
                </c:pt>
                <c:pt idx="1937">
                  <c:v>0.0370849476676</c:v>
                </c:pt>
                <c:pt idx="1938">
                  <c:v>0.0367736996467</c:v>
                </c:pt>
                <c:pt idx="1939">
                  <c:v>0.0364658807615</c:v>
                </c:pt>
                <c:pt idx="1940">
                  <c:v>0.0361614640196</c:v>
                </c:pt>
                <c:pt idx="1941">
                  <c:v>0.0358604218783</c:v>
                </c:pt>
                <c:pt idx="1942">
                  <c:v>0.0355627262928</c:v>
                </c:pt>
                <c:pt idx="1943">
                  <c:v>0.0352683487619</c:v>
                </c:pt>
                <c:pt idx="1944">
                  <c:v>0.0349772603714</c:v>
                </c:pt>
                <c:pt idx="1945">
                  <c:v>0.0346894318357</c:v>
                </c:pt>
                <c:pt idx="1946">
                  <c:v>0.034404833538</c:v>
                </c:pt>
                <c:pt idx="1947">
                  <c:v>0.0341234355675</c:v>
                </c:pt>
                <c:pt idx="1948">
                  <c:v>0.0338452077556</c:v>
                </c:pt>
                <c:pt idx="1949">
                  <c:v>0.0335701197104</c:v>
                </c:pt>
                <c:pt idx="1950">
                  <c:v>0.0332981408488</c:v>
                </c:pt>
                <c:pt idx="1951">
                  <c:v>0.033029240428</c:v>
                </c:pt>
                <c:pt idx="1952">
                  <c:v>0.0327633875744</c:v>
                </c:pt>
                <c:pt idx="1953">
                  <c:v>0.0325005513117</c:v>
                </c:pt>
                <c:pt idx="1954">
                  <c:v>0.0322407005875</c:v>
                </c:pt>
                <c:pt idx="1955">
                  <c:v>0.0319838042978</c:v>
                </c:pt>
                <c:pt idx="1956">
                  <c:v>0.0317298313112</c:v>
                </c:pt>
                <c:pt idx="1957">
                  <c:v>0.0314787504913</c:v>
                </c:pt>
                <c:pt idx="1958">
                  <c:v>0.0312305307173</c:v>
                </c:pt>
                <c:pt idx="1959">
                  <c:v>0.0309851409048</c:v>
                </c:pt>
                <c:pt idx="1960">
                  <c:v>0.030742550024</c:v>
                </c:pt>
                <c:pt idx="1961">
                  <c:v>0.0305027271178</c:v>
                </c:pt>
                <c:pt idx="1962">
                  <c:v>0.0302656413184</c:v>
                </c:pt>
                <c:pt idx="1963">
                  <c:v>0.030031261863</c:v>
                </c:pt>
                <c:pt idx="1964">
                  <c:v>0.0297995581086</c:v>
                </c:pt>
                <c:pt idx="1965">
                  <c:v>0.0295704995458</c:v>
                </c:pt>
                <c:pt idx="1966">
                  <c:v>0.029344055812</c:v>
                </c:pt>
                <c:pt idx="1967">
                  <c:v>0.0291201967031</c:v>
                </c:pt>
                <c:pt idx="1968">
                  <c:v>0.028898892185</c:v>
                </c:pt>
                <c:pt idx="1969">
                  <c:v>0.0286801124044</c:v>
                </c:pt>
                <c:pt idx="1970">
                  <c:v>0.0284638276983</c:v>
                </c:pt>
                <c:pt idx="1971">
                  <c:v>0.0282500086032</c:v>
                </c:pt>
                <c:pt idx="1972">
                  <c:v>0.028038625864</c:v>
                </c:pt>
                <c:pt idx="1973">
                  <c:v>0.0278296504409</c:v>
                </c:pt>
                <c:pt idx="1974">
                  <c:v>0.0276230535176</c:v>
                </c:pt>
                <c:pt idx="1975">
                  <c:v>0.0274188065074</c:v>
                </c:pt>
                <c:pt idx="1976">
                  <c:v>0.0272168810596</c:v>
                </c:pt>
                <c:pt idx="1977">
                  <c:v>0.0270172490646</c:v>
                </c:pt>
                <c:pt idx="1978">
                  <c:v>0.0268198826597</c:v>
                </c:pt>
                <c:pt idx="1979">
                  <c:v>0.0266247542331</c:v>
                </c:pt>
                <c:pt idx="1980">
                  <c:v>0.0264318364284</c:v>
                </c:pt>
                <c:pt idx="1981">
                  <c:v>0.0262411021482</c:v>
                </c:pt>
                <c:pt idx="1982">
                  <c:v>0.0260525245577</c:v>
                </c:pt>
                <c:pt idx="1983">
                  <c:v>0.0258660770872</c:v>
                </c:pt>
                <c:pt idx="1984">
                  <c:v>0.0256817334351</c:v>
                </c:pt>
                <c:pt idx="1985">
                  <c:v>0.02549946757</c:v>
                </c:pt>
                <c:pt idx="1986">
                  <c:v>0.0253192537325</c:v>
                </c:pt>
                <c:pt idx="1987">
                  <c:v>0.0251410664371</c:v>
                </c:pt>
                <c:pt idx="1988">
                  <c:v>0.0249648804733</c:v>
                </c:pt>
                <c:pt idx="1989">
                  <c:v>0.0247906709067</c:v>
                </c:pt>
                <c:pt idx="1990">
                  <c:v>0.02461841308</c:v>
                </c:pt>
                <c:pt idx="1991">
                  <c:v>0.0244480826131</c:v>
                </c:pt>
                <c:pt idx="1992">
                  <c:v>0.0242796554039</c:v>
                </c:pt>
                <c:pt idx="1993">
                  <c:v>0.0241131076279</c:v>
                </c:pt>
                <c:pt idx="1994">
                  <c:v>0.0239484157387</c:v>
                </c:pt>
                <c:pt idx="1995">
                  <c:v>0.0237855564671</c:v>
                </c:pt>
                <c:pt idx="1996">
                  <c:v>0.023624506821</c:v>
                </c:pt>
                <c:pt idx="1997">
                  <c:v>0.0234652440845</c:v>
                </c:pt>
                <c:pt idx="1998">
                  <c:v>0.0233077458173</c:v>
                </c:pt>
                <c:pt idx="1999">
                  <c:v>0.0231519898537</c:v>
                </c:pt>
                <c:pt idx="2000">
                  <c:v>0.0229979543012</c:v>
                </c:pt>
              </c:numCache>
            </c:numRef>
          </c:yVal>
        </c:ser>
        <c:ser>
          <c:idx val="1"/>
          <c:order val="1"/>
          <c:tx>
            <c:v>spin</c:v>
          </c:tx>
          <c:spPr>
            <a:ln xmlns:a="http://schemas.openxmlformats.org/drawingml/2006/main" w="15240">
              <a:solidFill>
                <a:srgbClr val="234F91"/>
              </a:solidFill>
              <a:prstDash val="dash"/>
            </a:ln>
          </c:spPr>
          <c:marker>
            <c:symbol val="none"/>
            <c:size val="5"/>
            <c:spPr>
              <a:solidFill xmlns:a="http://schemas.openxmlformats.org/drawingml/2006/main">
                <a:srgbClr val="234F91"/>
              </a:solidFill>
            </c:spPr>
          </c:marker>
          <c:xVal>
            <c:numRef>
              <c:f>'Chart Data'!$C$2:$C$2002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Data'!$D$2:$D$2002</c:f>
              <c:numCache>
                <c:formatCode>0.0</c:formatCode>
                <c:ptCount val="2001"/>
                <c:pt idx="0">
                  <c:v>0.00953739996231</c:v>
                </c:pt>
                <c:pt idx="1">
                  <c:v>0.00955953740685</c:v>
                </c:pt>
                <c:pt idx="2">
                  <c:v>0.0095817521073</c:v>
                </c:pt>
                <c:pt idx="3">
                  <c:v>0.00960404442355</c:v>
                </c:pt>
                <c:pt idx="4">
                  <c:v>0.0096264147176</c:v>
                </c:pt>
                <c:pt idx="5">
                  <c:v>0.00964886335355</c:v>
                </c:pt>
                <c:pt idx="6">
                  <c:v>0.00967139069761</c:v>
                </c:pt>
                <c:pt idx="7">
                  <c:v>0.00969399711817</c:v>
                </c:pt>
                <c:pt idx="8">
                  <c:v>0.00971668298573</c:v>
                </c:pt>
                <c:pt idx="9">
                  <c:v>0.00973944867299</c:v>
                </c:pt>
                <c:pt idx="10">
                  <c:v>0.00976229455483</c:v>
                </c:pt>
                <c:pt idx="11">
                  <c:v>0.00978522100834</c:v>
                </c:pt>
                <c:pt idx="12">
                  <c:v>0.00980822841281</c:v>
                </c:pt>
                <c:pt idx="13">
                  <c:v>0.00983131714977</c:v>
                </c:pt>
                <c:pt idx="14">
                  <c:v>0.009854487603</c:v>
                </c:pt>
                <c:pt idx="15">
                  <c:v>0.00987774015855</c:v>
                </c:pt>
                <c:pt idx="16">
                  <c:v>0.00990107520474</c:v>
                </c:pt>
                <c:pt idx="17">
                  <c:v>0.00992449313219</c:v>
                </c:pt>
                <c:pt idx="18">
                  <c:v>0.00994799433384</c:v>
                </c:pt>
                <c:pt idx="19">
                  <c:v>0.00997157920494</c:v>
                </c:pt>
                <c:pt idx="20">
                  <c:v>0.00999524814312</c:v>
                </c:pt>
                <c:pt idx="21">
                  <c:v>0.0100190015483</c:v>
                </c:pt>
                <c:pt idx="22">
                  <c:v>0.010042839823</c:v>
                </c:pt>
                <c:pt idx="23">
                  <c:v>0.0100667633717</c:v>
                </c:pt>
                <c:pt idx="24">
                  <c:v>0.0100907726018</c:v>
                </c:pt>
                <c:pt idx="25">
                  <c:v>0.0101148679227</c:v>
                </c:pt>
                <c:pt idx="26">
                  <c:v>0.0101390497466</c:v>
                </c:pt>
                <c:pt idx="27">
                  <c:v>0.010163318488</c:v>
                </c:pt>
                <c:pt idx="28">
                  <c:v>0.0101876745638</c:v>
                </c:pt>
                <c:pt idx="29">
                  <c:v>0.0102121183935</c:v>
                </c:pt>
                <c:pt idx="30">
                  <c:v>0.0102366503991</c:v>
                </c:pt>
                <c:pt idx="31">
                  <c:v>0.0102612710052</c:v>
                </c:pt>
                <c:pt idx="32">
                  <c:v>0.010285980639</c:v>
                </c:pt>
                <c:pt idx="33">
                  <c:v>0.01031077973</c:v>
                </c:pt>
                <c:pt idx="34">
                  <c:v>0.0103356687105</c:v>
                </c:pt>
                <c:pt idx="35">
                  <c:v>0.0103606480155</c:v>
                </c:pt>
                <c:pt idx="36">
                  <c:v>0.0103857180824</c:v>
                </c:pt>
                <c:pt idx="37">
                  <c:v>0.0104108793514</c:v>
                </c:pt>
                <c:pt idx="38">
                  <c:v>0.0104361322653</c:v>
                </c:pt>
                <c:pt idx="39">
                  <c:v>0.0104614772697</c:v>
                </c:pt>
                <c:pt idx="40">
                  <c:v>0.0104869148128</c:v>
                </c:pt>
                <c:pt idx="41">
                  <c:v>0.0105124453456</c:v>
                </c:pt>
                <c:pt idx="42">
                  <c:v>0.0105380693217</c:v>
                </c:pt>
                <c:pt idx="43">
                  <c:v>0.0105637871976</c:v>
                </c:pt>
                <c:pt idx="44">
                  <c:v>0.0105895994326</c:v>
                </c:pt>
                <c:pt idx="45">
                  <c:v>0.0106155064887</c:v>
                </c:pt>
                <c:pt idx="46">
                  <c:v>0.0106415088309</c:v>
                </c:pt>
                <c:pt idx="47">
                  <c:v>0.0106676069269</c:v>
                </c:pt>
                <c:pt idx="48">
                  <c:v>0.0106938012472</c:v>
                </c:pt>
                <c:pt idx="49">
                  <c:v>0.0107200922656</c:v>
                </c:pt>
                <c:pt idx="50">
                  <c:v>0.0107464804582</c:v>
                </c:pt>
                <c:pt idx="51">
                  <c:v>0.0107729663046</c:v>
                </c:pt>
                <c:pt idx="52">
                  <c:v>0.0107995502869</c:v>
                </c:pt>
                <c:pt idx="53">
                  <c:v>0.0108262328906</c:v>
                </c:pt>
                <c:pt idx="54">
                  <c:v>0.0108530146039</c:v>
                </c:pt>
                <c:pt idx="55">
                  <c:v>0.010879895918</c:v>
                </c:pt>
                <c:pt idx="56">
                  <c:v>0.0109068773275</c:v>
                </c:pt>
                <c:pt idx="57">
                  <c:v>0.0109339593296</c:v>
                </c:pt>
                <c:pt idx="58">
                  <c:v>0.010961142425</c:v>
                </c:pt>
                <c:pt idx="59">
                  <c:v>0.0109884271172</c:v>
                </c:pt>
                <c:pt idx="60">
                  <c:v>0.011015813913</c:v>
                </c:pt>
                <c:pt idx="61">
                  <c:v>0.0110433033224</c:v>
                </c:pt>
                <c:pt idx="62">
                  <c:v>0.0110708958584</c:v>
                </c:pt>
                <c:pt idx="63">
                  <c:v>0.0110985920373</c:v>
                </c:pt>
                <c:pt idx="64">
                  <c:v>0.0111263923788</c:v>
                </c:pt>
                <c:pt idx="65">
                  <c:v>0.0111542974056</c:v>
                </c:pt>
                <c:pt idx="66">
                  <c:v>0.0111823076439</c:v>
                </c:pt>
                <c:pt idx="67">
                  <c:v>0.0112104236229</c:v>
                </c:pt>
                <c:pt idx="68">
                  <c:v>0.0112386458754</c:v>
                </c:pt>
                <c:pt idx="69">
                  <c:v>0.0112669749375</c:v>
                </c:pt>
                <c:pt idx="70">
                  <c:v>0.0112954113487</c:v>
                </c:pt>
                <c:pt idx="71">
                  <c:v>0.0113239556518</c:v>
                </c:pt>
                <c:pt idx="72">
                  <c:v>0.0113526083931</c:v>
                </c:pt>
                <c:pt idx="73">
                  <c:v>0.0113813701224</c:v>
                </c:pt>
                <c:pt idx="74">
                  <c:v>0.0114102413928</c:v>
                </c:pt>
                <c:pt idx="75">
                  <c:v>0.0114392227612</c:v>
                </c:pt>
                <c:pt idx="76">
                  <c:v>0.0114683147878</c:v>
                </c:pt>
                <c:pt idx="77">
                  <c:v>0.0114975180365</c:v>
                </c:pt>
                <c:pt idx="78">
                  <c:v>0.0115268330747</c:v>
                </c:pt>
                <c:pt idx="79">
                  <c:v>0.0115562604734</c:v>
                </c:pt>
                <c:pt idx="80">
                  <c:v>0.0115858008074</c:v>
                </c:pt>
                <c:pt idx="81">
                  <c:v>0.0116154546551</c:v>
                </c:pt>
                <c:pt idx="82">
                  <c:v>0.0116452225984</c:v>
                </c:pt>
                <c:pt idx="83">
                  <c:v>0.0116751052233</c:v>
                </c:pt>
                <c:pt idx="84">
                  <c:v>0.0117051031193</c:v>
                </c:pt>
                <c:pt idx="85">
                  <c:v>0.0117352168798</c:v>
                </c:pt>
                <c:pt idx="86">
                  <c:v>0.0117654471019</c:v>
                </c:pt>
                <c:pt idx="87">
                  <c:v>0.0117957943866</c:v>
                </c:pt>
                <c:pt idx="88">
                  <c:v>0.0118262593389</c:v>
                </c:pt>
                <c:pt idx="89">
                  <c:v>0.0118568425676</c:v>
                </c:pt>
                <c:pt idx="90">
                  <c:v>0.0118875446853</c:v>
                </c:pt>
                <c:pt idx="91">
                  <c:v>0.0119183663089</c:v>
                </c:pt>
                <c:pt idx="92">
                  <c:v>0.011949308059</c:v>
                </c:pt>
                <c:pt idx="93">
                  <c:v>0.0119803705604</c:v>
                </c:pt>
                <c:pt idx="94">
                  <c:v>0.0120115544419</c:v>
                </c:pt>
                <c:pt idx="95">
                  <c:v>0.0120428603363</c:v>
                </c:pt>
                <c:pt idx="96">
                  <c:v>0.0120742888806</c:v>
                </c:pt>
                <c:pt idx="97">
                  <c:v>0.0121058407161</c:v>
                </c:pt>
                <c:pt idx="98">
                  <c:v>0.0121375164882</c:v>
                </c:pt>
                <c:pt idx="99">
                  <c:v>0.0121693168463</c:v>
                </c:pt>
                <c:pt idx="100">
                  <c:v>0.0122012424443</c:v>
                </c:pt>
                <c:pt idx="101">
                  <c:v>0.0122332939404</c:v>
                </c:pt>
                <c:pt idx="102">
                  <c:v>0.012265471997</c:v>
                </c:pt>
                <c:pt idx="103">
                  <c:v>0.0122977772809</c:v>
                </c:pt>
                <c:pt idx="104">
                  <c:v>0.0123302104633</c:v>
                </c:pt>
                <c:pt idx="105">
                  <c:v>0.0123627722199</c:v>
                </c:pt>
                <c:pt idx="106">
                  <c:v>0.0123954632306</c:v>
                </c:pt>
                <c:pt idx="107">
                  <c:v>0.0124282841802</c:v>
                </c:pt>
                <c:pt idx="108">
                  <c:v>0.0124612357576</c:v>
                </c:pt>
                <c:pt idx="109">
                  <c:v>0.0124943186566</c:v>
                </c:pt>
                <c:pt idx="110">
                  <c:v>0.0125275335754</c:v>
                </c:pt>
                <c:pt idx="111">
                  <c:v>0.0125608812171</c:v>
                </c:pt>
                <c:pt idx="112">
                  <c:v>0.012594362289</c:v>
                </c:pt>
                <c:pt idx="113">
                  <c:v>0.0126279775037</c:v>
                </c:pt>
                <c:pt idx="114">
                  <c:v>0.0126617275781</c:v>
                </c:pt>
                <c:pt idx="115">
                  <c:v>0.012695613234</c:v>
                </c:pt>
                <c:pt idx="116">
                  <c:v>0.0127296351982</c:v>
                </c:pt>
                <c:pt idx="117">
                  <c:v>0.0127637942022</c:v>
                </c:pt>
                <c:pt idx="118">
                  <c:v>0.0127980909825</c:v>
                </c:pt>
                <c:pt idx="119">
                  <c:v>0.0128325262804</c:v>
                </c:pt>
                <c:pt idx="120">
                  <c:v>0.0128671008424</c:v>
                </c:pt>
                <c:pt idx="121">
                  <c:v>0.0129018154198</c:v>
                </c:pt>
                <c:pt idx="122">
                  <c:v>0.0129366707691</c:v>
                </c:pt>
                <c:pt idx="123">
                  <c:v>0.0129716676519</c:v>
                </c:pt>
                <c:pt idx="124">
                  <c:v>0.013006806835</c:v>
                </c:pt>
                <c:pt idx="125">
                  <c:v>0.0130420890902</c:v>
                </c:pt>
                <c:pt idx="126">
                  <c:v>0.0130775151946</c:v>
                </c:pt>
                <c:pt idx="127">
                  <c:v>0.0131130859308</c:v>
                </c:pt>
                <c:pt idx="128">
                  <c:v>0.0131488020865</c:v>
                </c:pt>
                <c:pt idx="129">
                  <c:v>0.0131846644547</c:v>
                </c:pt>
                <c:pt idx="130">
                  <c:v>0.013220673834</c:v>
                </c:pt>
                <c:pt idx="131">
                  <c:v>0.0132568310282</c:v>
                </c:pt>
                <c:pt idx="132">
                  <c:v>0.013293136847</c:v>
                </c:pt>
                <c:pt idx="133">
                  <c:v>0.0133295921052</c:v>
                </c:pt>
                <c:pt idx="134">
                  <c:v>0.0133661976235</c:v>
                </c:pt>
                <c:pt idx="135">
                  <c:v>0.013402954228</c:v>
                </c:pt>
                <c:pt idx="136">
                  <c:v>0.0134398627505</c:v>
                </c:pt>
                <c:pt idx="137">
                  <c:v>0.0134769240288</c:v>
                </c:pt>
                <c:pt idx="138">
                  <c:v>0.0135141389061</c:v>
                </c:pt>
                <c:pt idx="139">
                  <c:v>0.0135515082317</c:v>
                </c:pt>
                <c:pt idx="140">
                  <c:v>0.0135890328606</c:v>
                </c:pt>
                <c:pt idx="141">
                  <c:v>0.0136267136537</c:v>
                </c:pt>
                <c:pt idx="142">
                  <c:v>0.013664551478</c:v>
                </c:pt>
                <c:pt idx="143">
                  <c:v>0.0137025472064</c:v>
                </c:pt>
                <c:pt idx="144">
                  <c:v>0.0137407017179</c:v>
                </c:pt>
                <c:pt idx="145">
                  <c:v>0.0137790158977</c:v>
                </c:pt>
                <c:pt idx="146">
                  <c:v>0.013817490637</c:v>
                </c:pt>
                <c:pt idx="147">
                  <c:v>0.0138561268332</c:v>
                </c:pt>
                <c:pt idx="148">
                  <c:v>0.0138949253902</c:v>
                </c:pt>
                <c:pt idx="149">
                  <c:v>0.013933887218</c:v>
                </c:pt>
                <c:pt idx="150">
                  <c:v>0.0139730132331</c:v>
                </c:pt>
                <c:pt idx="151">
                  <c:v>0.0140123043583</c:v>
                </c:pt>
                <c:pt idx="152">
                  <c:v>0.014051761523</c:v>
                </c:pt>
                <c:pt idx="153">
                  <c:v>0.0140913856631</c:v>
                </c:pt>
                <c:pt idx="154">
                  <c:v>0.0141311777211</c:v>
                </c:pt>
                <c:pt idx="155">
                  <c:v>0.014171138646</c:v>
                </c:pt>
                <c:pt idx="156">
                  <c:v>0.0142112693938</c:v>
                </c:pt>
                <c:pt idx="157">
                  <c:v>0.0142515709269</c:v>
                </c:pt>
                <c:pt idx="158">
                  <c:v>0.0142920442147</c:v>
                </c:pt>
                <c:pt idx="159">
                  <c:v>0.0143326902337</c:v>
                </c:pt>
                <c:pt idx="160">
                  <c:v>0.0143735099668</c:v>
                </c:pt>
                <c:pt idx="161">
                  <c:v>0.0144145044044</c:v>
                </c:pt>
                <c:pt idx="162">
                  <c:v>0.0144556745436</c:v>
                </c:pt>
                <c:pt idx="163">
                  <c:v>0.0144970213888</c:v>
                </c:pt>
                <c:pt idx="164">
                  <c:v>0.0145385459515</c:v>
                </c:pt>
                <c:pt idx="165">
                  <c:v>0.0145802492505</c:v>
                </c:pt>
                <c:pt idx="166">
                  <c:v>0.0146221323118</c:v>
                </c:pt>
                <c:pt idx="167">
                  <c:v>0.0146641961688</c:v>
                </c:pt>
                <c:pt idx="168">
                  <c:v>0.0147064418623</c:v>
                </c:pt>
                <c:pt idx="169">
                  <c:v>0.0147488704406</c:v>
                </c:pt>
                <c:pt idx="170">
                  <c:v>0.0147914829596</c:v>
                </c:pt>
                <c:pt idx="171">
                  <c:v>0.0148342804827</c:v>
                </c:pt>
                <c:pt idx="172">
                  <c:v>0.014877264081</c:v>
                </c:pt>
                <c:pt idx="173">
                  <c:v>0.0149204348334</c:v>
                </c:pt>
                <c:pt idx="174">
                  <c:v>0.0149637938267</c:v>
                </c:pt>
                <c:pt idx="175">
                  <c:v>0.0150073421553</c:v>
                </c:pt>
                <c:pt idx="176">
                  <c:v>0.0150510809219</c:v>
                </c:pt>
                <c:pt idx="177">
                  <c:v>0.0150950112368</c:v>
                </c:pt>
                <c:pt idx="178">
                  <c:v>0.0151391342189</c:v>
                </c:pt>
                <c:pt idx="179">
                  <c:v>0.0151834509947</c:v>
                </c:pt>
                <c:pt idx="180">
                  <c:v>0.0152279626994</c:v>
                </c:pt>
                <c:pt idx="181">
                  <c:v>0.0152726704763</c:v>
                </c:pt>
                <c:pt idx="182">
                  <c:v>0.0153175754769</c:v>
                </c:pt>
                <c:pt idx="183">
                  <c:v>0.0153626788616</c:v>
                </c:pt>
                <c:pt idx="184">
                  <c:v>0.0154079817988</c:v>
                </c:pt>
                <c:pt idx="185">
                  <c:v>0.0154534854658</c:v>
                </c:pt>
                <c:pt idx="186">
                  <c:v>0.0154991910486</c:v>
                </c:pt>
                <c:pt idx="187">
                  <c:v>0.0155450997418</c:v>
                </c:pt>
                <c:pt idx="188">
                  <c:v>0.0155912127489</c:v>
                </c:pt>
                <c:pt idx="189">
                  <c:v>0.0156375312823</c:v>
                </c:pt>
                <c:pt idx="190">
                  <c:v>0.0156840565633</c:v>
                </c:pt>
                <c:pt idx="191">
                  <c:v>0.0157307898224</c:v>
                </c:pt>
                <c:pt idx="192">
                  <c:v>0.0157777322992</c:v>
                </c:pt>
                <c:pt idx="193">
                  <c:v>0.0158248852424</c:v>
                </c:pt>
                <c:pt idx="194">
                  <c:v>0.0158722499101</c:v>
                </c:pt>
                <c:pt idx="195">
                  <c:v>0.0159198275698</c:v>
                </c:pt>
                <c:pt idx="196">
                  <c:v>0.0159676194986</c:v>
                </c:pt>
                <c:pt idx="197">
                  <c:v>0.0160156269828</c:v>
                </c:pt>
                <c:pt idx="198">
                  <c:v>0.0160638513187</c:v>
                </c:pt>
                <c:pt idx="199">
                  <c:v>0.0161122938122</c:v>
                </c:pt>
                <c:pt idx="200">
                  <c:v>0.0161609557789</c:v>
                </c:pt>
                <c:pt idx="201">
                  <c:v>0.0162098385444</c:v>
                </c:pt>
                <c:pt idx="202">
                  <c:v>0.0162589434445</c:v>
                </c:pt>
                <c:pt idx="203">
                  <c:v>0.0163082718246</c:v>
                </c:pt>
                <c:pt idx="204">
                  <c:v>0.0163578250408</c:v>
                </c:pt>
                <c:pt idx="205">
                  <c:v>0.0164076044592</c:v>
                </c:pt>
                <c:pt idx="206">
                  <c:v>0.0164576114561</c:v>
                </c:pt>
                <c:pt idx="207">
                  <c:v>0.0165078474187</c:v>
                </c:pt>
                <c:pt idx="208">
                  <c:v>0.0165583137442</c:v>
                </c:pt>
                <c:pt idx="209">
                  <c:v>0.016609011841</c:v>
                </c:pt>
                <c:pt idx="210">
                  <c:v>0.0166599431279</c:v>
                </c:pt>
                <c:pt idx="211">
                  <c:v>0.0167111090346</c:v>
                </c:pt>
                <c:pt idx="212">
                  <c:v>0.0167625110017</c:v>
                </c:pt>
                <c:pt idx="213">
                  <c:v>0.016814150481</c:v>
                </c:pt>
                <c:pt idx="214">
                  <c:v>0.0168660289352</c:v>
                </c:pt>
                <c:pt idx="215">
                  <c:v>0.0169181478386</c:v>
                </c:pt>
                <c:pt idx="216">
                  <c:v>0.0169705086764</c:v>
                </c:pt>
                <c:pt idx="217">
                  <c:v>0.0170231129457</c:v>
                </c:pt>
                <c:pt idx="218">
                  <c:v>0.0170759621547</c:v>
                </c:pt>
                <c:pt idx="219">
                  <c:v>0.0171290578237</c:v>
                </c:pt>
                <c:pt idx="220">
                  <c:v>0.0171824014844</c:v>
                </c:pt>
                <c:pt idx="221">
                  <c:v>0.0172359946807</c:v>
                </c:pt>
                <c:pt idx="222">
                  <c:v>0.0172898389683</c:v>
                </c:pt>
                <c:pt idx="223">
                  <c:v>0.017343935915</c:v>
                </c:pt>
                <c:pt idx="224">
                  <c:v>0.0173982871009</c:v>
                </c:pt>
                <c:pt idx="225">
                  <c:v>0.0174528941183</c:v>
                </c:pt>
                <c:pt idx="226">
                  <c:v>0.0175077585722</c:v>
                </c:pt>
                <c:pt idx="227">
                  <c:v>0.0175628820798</c:v>
                </c:pt>
                <c:pt idx="228">
                  <c:v>0.0176182662713</c:v>
                </c:pt>
                <c:pt idx="229">
                  <c:v>0.0176739127894</c:v>
                </c:pt>
                <c:pt idx="230">
                  <c:v>0.0177298232901</c:v>
                </c:pt>
                <c:pt idx="231">
                  <c:v>0.017785999442</c:v>
                </c:pt>
                <c:pt idx="232">
                  <c:v>0.0178424429272</c:v>
                </c:pt>
                <c:pt idx="233">
                  <c:v>0.017899155441</c:v>
                </c:pt>
                <c:pt idx="234">
                  <c:v>0.0179561386919</c:v>
                </c:pt>
                <c:pt idx="235">
                  <c:v>0.0180133944022</c:v>
                </c:pt>
                <c:pt idx="236">
                  <c:v>0.0180709243078</c:v>
                </c:pt>
                <c:pt idx="237">
                  <c:v>0.0181287301584</c:v>
                </c:pt>
                <c:pt idx="238">
                  <c:v>0.0181868137174</c:v>
                </c:pt>
                <c:pt idx="239">
                  <c:v>0.0182451767626</c:v>
                </c:pt>
                <c:pt idx="240">
                  <c:v>0.0183038210859</c:v>
                </c:pt>
                <c:pt idx="241">
                  <c:v>0.0183627484933</c:v>
                </c:pt>
                <c:pt idx="242">
                  <c:v>0.0184219608055</c:v>
                </c:pt>
                <c:pt idx="243">
                  <c:v>0.0184814598578</c:v>
                </c:pt>
                <c:pt idx="244">
                  <c:v>0.0185412475001</c:v>
                </c:pt>
                <c:pt idx="245">
                  <c:v>0.0186013255972</c:v>
                </c:pt>
                <c:pt idx="246">
                  <c:v>0.0186616960292</c:v>
                </c:pt>
                <c:pt idx="247">
                  <c:v>0.0187223606909</c:v>
                </c:pt>
                <c:pt idx="248">
                  <c:v>0.0187833214929</c:v>
                </c:pt>
                <c:pt idx="249">
                  <c:v>0.0188445803609</c:v>
                </c:pt>
                <c:pt idx="250">
                  <c:v>0.0189061392365</c:v>
                </c:pt>
                <c:pt idx="251">
                  <c:v>0.0189680000768</c:v>
                </c:pt>
                <c:pt idx="252">
                  <c:v>0.019030164855</c:v>
                </c:pt>
                <c:pt idx="253">
                  <c:v>0.0190926355603</c:v>
                </c:pt>
                <c:pt idx="254">
                  <c:v>0.0191554141982</c:v>
                </c:pt>
                <c:pt idx="255">
                  <c:v>0.0192185027905</c:v>
                </c:pt>
                <c:pt idx="256">
                  <c:v>0.0192819033757</c:v>
                </c:pt>
                <c:pt idx="257">
                  <c:v>0.0193456180088</c:v>
                </c:pt>
                <c:pt idx="258">
                  <c:v>0.0194096487618</c:v>
                </c:pt>
                <c:pt idx="259">
                  <c:v>0.0194739977238</c:v>
                </c:pt>
                <c:pt idx="260">
                  <c:v>0.019538667001</c:v>
                </c:pt>
                <c:pt idx="261">
                  <c:v>0.019603658717</c:v>
                </c:pt>
                <c:pt idx="262">
                  <c:v>0.019668975013</c:v>
                </c:pt>
                <c:pt idx="263">
                  <c:v>0.0197346180478</c:v>
                </c:pt>
                <c:pt idx="264">
                  <c:v>0.0198005899983</c:v>
                </c:pt>
                <c:pt idx="265">
                  <c:v>0.0198668930593</c:v>
                </c:pt>
                <c:pt idx="266">
                  <c:v>0.0199335294439</c:v>
                </c:pt>
                <c:pt idx="267">
                  <c:v>0.0200005013837</c:v>
                </c:pt>
                <c:pt idx="268">
                  <c:v>0.0200678111288</c:v>
                </c:pt>
                <c:pt idx="269">
                  <c:v>0.0201354609483</c:v>
                </c:pt>
                <c:pt idx="270">
                  <c:v>0.02020345313</c:v>
                </c:pt>
                <c:pt idx="271">
                  <c:v>0.0202717899812</c:v>
                </c:pt>
                <c:pt idx="272">
                  <c:v>0.0203404738283</c:v>
                </c:pt>
                <c:pt idx="273">
                  <c:v>0.0204095070174</c:v>
                </c:pt>
                <c:pt idx="274">
                  <c:v>0.0204788919145</c:v>
                </c:pt>
                <c:pt idx="275">
                  <c:v>0.0205486309052</c:v>
                </c:pt>
                <c:pt idx="276">
                  <c:v>0.0206187263957</c:v>
                </c:pt>
                <c:pt idx="277">
                  <c:v>0.0206891808123</c:v>
                </c:pt>
                <c:pt idx="278">
                  <c:v>0.0207599966018</c:v>
                </c:pt>
                <c:pt idx="279">
                  <c:v>0.0208311762321</c:v>
                </c:pt>
                <c:pt idx="280">
                  <c:v>0.0209027221917</c:v>
                </c:pt>
                <c:pt idx="281">
                  <c:v>0.0209746369907</c:v>
                </c:pt>
                <c:pt idx="282">
                  <c:v>0.0210469231603</c:v>
                </c:pt>
                <c:pt idx="283">
                  <c:v>0.0211195832535</c:v>
                </c:pt>
                <c:pt idx="284">
                  <c:v>0.0211926198452</c:v>
                </c:pt>
                <c:pt idx="285">
                  <c:v>0.0212660355322</c:v>
                </c:pt>
                <c:pt idx="286">
                  <c:v>0.0213398329339</c:v>
                </c:pt>
                <c:pt idx="287">
                  <c:v>0.0214140146919</c:v>
                </c:pt>
                <c:pt idx="288">
                  <c:v>0.0214885834708</c:v>
                </c:pt>
                <c:pt idx="289">
                  <c:v>0.0215635419582</c:v>
                </c:pt>
                <c:pt idx="290">
                  <c:v>0.0216388928648</c:v>
                </c:pt>
                <c:pt idx="291">
                  <c:v>0.0217146389249</c:v>
                </c:pt>
                <c:pt idx="292">
                  <c:v>0.0217907828965</c:v>
                </c:pt>
                <c:pt idx="293">
                  <c:v>0.0218673275616</c:v>
                </c:pt>
                <c:pt idx="294">
                  <c:v>0.0219442757262</c:v>
                </c:pt>
                <c:pt idx="295">
                  <c:v>0.0220216302212</c:v>
                </c:pt>
                <c:pt idx="296">
                  <c:v>0.0220993939018</c:v>
                </c:pt>
                <c:pt idx="297">
                  <c:v>0.0221775696485</c:v>
                </c:pt>
                <c:pt idx="298">
                  <c:v>0.0222561603667</c:v>
                </c:pt>
                <c:pt idx="299">
                  <c:v>0.0223351689877</c:v>
                </c:pt>
                <c:pt idx="300">
                  <c:v>0.0224145984682</c:v>
                </c:pt>
                <c:pt idx="301">
                  <c:v>0.0224944517913</c:v>
                </c:pt>
                <c:pt idx="302">
                  <c:v>0.0225747319661</c:v>
                </c:pt>
                <c:pt idx="303">
                  <c:v>0.0226554420285</c:v>
                </c:pt>
                <c:pt idx="304">
                  <c:v>0.0227365850411</c:v>
                </c:pt>
                <c:pt idx="305">
                  <c:v>0.022818164094</c:v>
                </c:pt>
                <c:pt idx="306">
                  <c:v>0.0229001823042</c:v>
                </c:pt>
                <c:pt idx="307">
                  <c:v>0.022982642817</c:v>
                </c:pt>
                <c:pt idx="308">
                  <c:v>0.0230655488054</c:v>
                </c:pt>
                <c:pt idx="309">
                  <c:v>0.0231489034707</c:v>
                </c:pt>
                <c:pt idx="310">
                  <c:v>0.023232710043</c:v>
                </c:pt>
                <c:pt idx="311">
                  <c:v>0.0233169717813</c:v>
                </c:pt>
                <c:pt idx="312">
                  <c:v>0.0234016919738</c:v>
                </c:pt>
                <c:pt idx="313">
                  <c:v>0.0234868739382</c:v>
                </c:pt>
                <c:pt idx="314">
                  <c:v>0.0235725210222</c:v>
                </c:pt>
                <c:pt idx="315">
                  <c:v>0.0236586366035</c:v>
                </c:pt>
                <c:pt idx="316">
                  <c:v>0.0237452240906</c:v>
                </c:pt>
                <c:pt idx="317">
                  <c:v>0.0238322869226</c:v>
                </c:pt>
                <c:pt idx="318">
                  <c:v>0.0239198285699</c:v>
                </c:pt>
                <c:pt idx="319">
                  <c:v>0.0240078525343</c:v>
                </c:pt>
                <c:pt idx="320">
                  <c:v>0.0240963623496</c:v>
                </c:pt>
                <c:pt idx="321">
                  <c:v>0.0241853615817</c:v>
                </c:pt>
                <c:pt idx="322">
                  <c:v>0.0242748538291</c:v>
                </c:pt>
                <c:pt idx="323">
                  <c:v>0.0243648427232</c:v>
                </c:pt>
                <c:pt idx="324">
                  <c:v>0.0244553319287</c:v>
                </c:pt>
                <c:pt idx="325">
                  <c:v>0.0245463251437</c:v>
                </c:pt>
                <c:pt idx="326">
                  <c:v>0.0246378261005</c:v>
                </c:pt>
                <c:pt idx="327">
                  <c:v>0.0247298385659</c:v>
                </c:pt>
                <c:pt idx="328">
                  <c:v>0.0248223663411</c:v>
                </c:pt>
                <c:pt idx="329">
                  <c:v>0.0249154132626</c:v>
                </c:pt>
                <c:pt idx="330">
                  <c:v>0.0250089832024</c:v>
                </c:pt>
                <c:pt idx="331">
                  <c:v>0.0251030800685</c:v>
                </c:pt>
                <c:pt idx="332">
                  <c:v>0.0251977078049</c:v>
                </c:pt>
                <c:pt idx="333">
                  <c:v>0.0252928703926</c:v>
                </c:pt>
                <c:pt idx="334">
                  <c:v>0.0253885718496</c:v>
                </c:pt>
                <c:pt idx="335">
                  <c:v>0.0254848162314</c:v>
                </c:pt>
                <c:pt idx="336">
                  <c:v>0.0255816076313</c:v>
                </c:pt>
                <c:pt idx="337">
                  <c:v>0.0256789501812</c:v>
                </c:pt>
                <c:pt idx="338">
                  <c:v>0.0257768480516</c:v>
                </c:pt>
                <c:pt idx="339">
                  <c:v>0.0258753054523</c:v>
                </c:pt>
                <c:pt idx="340">
                  <c:v>0.0259743266328</c:v>
                </c:pt>
                <c:pt idx="341">
                  <c:v>0.0260739158824</c:v>
                </c:pt>
                <c:pt idx="342">
                  <c:v>0.0261740775313</c:v>
                </c:pt>
                <c:pt idx="343">
                  <c:v>0.0262748159506</c:v>
                </c:pt>
                <c:pt idx="344">
                  <c:v>0.0263761355528</c:v>
                </c:pt>
                <c:pt idx="345">
                  <c:v>0.0264780407923</c:v>
                </c:pt>
                <c:pt idx="346">
                  <c:v>0.0265805361659</c:v>
                </c:pt>
                <c:pt idx="347">
                  <c:v>0.0266836262135</c:v>
                </c:pt>
                <c:pt idx="348">
                  <c:v>0.0267873155181</c:v>
                </c:pt>
                <c:pt idx="349">
                  <c:v>0.0268916087067</c:v>
                </c:pt>
                <c:pt idx="350">
                  <c:v>0.0269965104505</c:v>
                </c:pt>
                <c:pt idx="351">
                  <c:v>0.0271020254659</c:v>
                </c:pt>
                <c:pt idx="352">
                  <c:v>0.0272081585143</c:v>
                </c:pt>
                <c:pt idx="353">
                  <c:v>0.0273149144033</c:v>
                </c:pt>
                <c:pt idx="354">
                  <c:v>0.0274222979866</c:v>
                </c:pt>
                <c:pt idx="355">
                  <c:v>0.0275303141652</c:v>
                </c:pt>
                <c:pt idx="356">
                  <c:v>0.0276389678874</c:v>
                </c:pt>
                <c:pt idx="357">
                  <c:v>0.0277482641495</c:v>
                </c:pt>
                <c:pt idx="358">
                  <c:v>0.0278582079965</c:v>
                </c:pt>
                <c:pt idx="359">
                  <c:v>0.0279688045225</c:v>
                </c:pt>
                <c:pt idx="360">
                  <c:v>0.0280800588714</c:v>
                </c:pt>
                <c:pt idx="361">
                  <c:v>0.0281919762372</c:v>
                </c:pt>
                <c:pt idx="362">
                  <c:v>0.028304561865</c:v>
                </c:pt>
                <c:pt idx="363">
                  <c:v>0.0284178210513</c:v>
                </c:pt>
                <c:pt idx="364">
                  <c:v>0.0285317591447</c:v>
                </c:pt>
                <c:pt idx="365">
                  <c:v>0.0286463815463</c:v>
                </c:pt>
                <c:pt idx="366">
                  <c:v>0.0287616937107</c:v>
                </c:pt>
                <c:pt idx="367">
                  <c:v>0.0288777011464</c:v>
                </c:pt>
                <c:pt idx="368">
                  <c:v>0.0289944094164</c:v>
                </c:pt>
                <c:pt idx="369">
                  <c:v>0.0291118241389</c:v>
                </c:pt>
                <c:pt idx="370">
                  <c:v>0.0292299509879</c:v>
                </c:pt>
                <c:pt idx="371">
                  <c:v>0.029348795694</c:v>
                </c:pt>
                <c:pt idx="372">
                  <c:v>0.0294683640448</c:v>
                </c:pt>
                <c:pt idx="373">
                  <c:v>0.029588661886</c:v>
                </c:pt>
                <c:pt idx="374">
                  <c:v>0.0297096951215</c:v>
                </c:pt>
                <c:pt idx="375">
                  <c:v>0.0298314697148</c:v>
                </c:pt>
                <c:pt idx="376">
                  <c:v>0.0299539916889</c:v>
                </c:pt>
                <c:pt idx="377">
                  <c:v>0.0300772671279</c:v>
                </c:pt>
                <c:pt idx="378">
                  <c:v>0.0302013021769</c:v>
                </c:pt>
                <c:pt idx="379">
                  <c:v>0.0303261030431</c:v>
                </c:pt>
                <c:pt idx="380">
                  <c:v>0.0304516759969</c:v>
                </c:pt>
                <c:pt idx="381">
                  <c:v>0.030578027372</c:v>
                </c:pt>
                <c:pt idx="382">
                  <c:v>0.0307051635664</c:v>
                </c:pt>
                <c:pt idx="383">
                  <c:v>0.0308330910433</c:v>
                </c:pt>
                <c:pt idx="384">
                  <c:v>0.030961816332</c:v>
                </c:pt>
                <c:pt idx="385">
                  <c:v>0.0310913460284</c:v>
                </c:pt>
                <c:pt idx="386">
                  <c:v>0.0312216867957</c:v>
                </c:pt>
                <c:pt idx="387">
                  <c:v>0.0313528453657</c:v>
                </c:pt>
                <c:pt idx="388">
                  <c:v>0.0314848285393</c:v>
                </c:pt>
                <c:pt idx="389">
                  <c:v>0.0316176431873</c:v>
                </c:pt>
                <c:pt idx="390">
                  <c:v>0.0317512962515</c:v>
                </c:pt>
                <c:pt idx="391">
                  <c:v>0.0318857947454</c:v>
                </c:pt>
                <c:pt idx="392">
                  <c:v>0.032021145755</c:v>
                </c:pt>
                <c:pt idx="393">
                  <c:v>0.0321573564398</c:v>
                </c:pt>
                <c:pt idx="394">
                  <c:v>0.0322944340337</c:v>
                </c:pt>
                <c:pt idx="395">
                  <c:v>0.0324323858461</c:v>
                </c:pt>
                <c:pt idx="396">
                  <c:v>0.0325712192622</c:v>
                </c:pt>
                <c:pt idx="397">
                  <c:v>0.0327109417448</c:v>
                </c:pt>
                <c:pt idx="398">
                  <c:v>0.0328515608345</c:v>
                </c:pt>
                <c:pt idx="399">
                  <c:v>0.0329930841513</c:v>
                </c:pt>
                <c:pt idx="400">
                  <c:v>0.0331355193948</c:v>
                </c:pt>
                <c:pt idx="401">
                  <c:v>0.0332788743461</c:v>
                </c:pt>
                <c:pt idx="402">
                  <c:v>0.0334231568681</c:v>
                </c:pt>
                <c:pt idx="403">
                  <c:v>0.033568374907</c:v>
                </c:pt>
                <c:pt idx="404">
                  <c:v>0.0337145364928</c:v>
                </c:pt>
                <c:pt idx="405">
                  <c:v>0.033861649741</c:v>
                </c:pt>
                <c:pt idx="406">
                  <c:v>0.0340097228531</c:v>
                </c:pt>
                <c:pt idx="407">
                  <c:v>0.0341587641181</c:v>
                </c:pt>
                <c:pt idx="408">
                  <c:v>0.0343087819133</c:v>
                </c:pt>
                <c:pt idx="409">
                  <c:v>0.0344597847054</c:v>
                </c:pt>
                <c:pt idx="410">
                  <c:v>0.0346117810521</c:v>
                </c:pt>
                <c:pt idx="411">
                  <c:v>0.0347647796026</c:v>
                </c:pt>
                <c:pt idx="412">
                  <c:v>0.0349187890991</c:v>
                </c:pt>
                <c:pt idx="413">
                  <c:v>0.0350738183781</c:v>
                </c:pt>
                <c:pt idx="414">
                  <c:v>0.0352298763712</c:v>
                </c:pt>
                <c:pt idx="415">
                  <c:v>0.0353869721067</c:v>
                </c:pt>
                <c:pt idx="416">
                  <c:v>0.0355451147105</c:v>
                </c:pt>
                <c:pt idx="417">
                  <c:v>0.0357043134079</c:v>
                </c:pt>
                <c:pt idx="418">
                  <c:v>0.0358645775239</c:v>
                </c:pt>
                <c:pt idx="419">
                  <c:v>0.0360259164855</c:v>
                </c:pt>
                <c:pt idx="420">
                  <c:v>0.0361883398224</c:v>
                </c:pt>
                <c:pt idx="421">
                  <c:v>0.0363518571686</c:v>
                </c:pt>
                <c:pt idx="422">
                  <c:v>0.0365164782633</c:v>
                </c:pt>
                <c:pt idx="423">
                  <c:v>0.0366822129531</c:v>
                </c:pt>
                <c:pt idx="424">
                  <c:v>0.0368490711923</c:v>
                </c:pt>
                <c:pt idx="425">
                  <c:v>0.0370170630452</c:v>
                </c:pt>
                <c:pt idx="426">
                  <c:v>0.0371861986872</c:v>
                </c:pt>
                <c:pt idx="427">
                  <c:v>0.037356488406</c:v>
                </c:pt>
                <c:pt idx="428">
                  <c:v>0.0375279426034</c:v>
                </c:pt>
                <c:pt idx="429">
                  <c:v>0.0377005717966</c:v>
                </c:pt>
                <c:pt idx="430">
                  <c:v>0.03787438662</c:v>
                </c:pt>
                <c:pt idx="431">
                  <c:v>0.038049397826</c:v>
                </c:pt>
                <c:pt idx="432">
                  <c:v>0.0382256162876</c:v>
                </c:pt>
                <c:pt idx="433">
                  <c:v>0.0384030529991</c:v>
                </c:pt>
                <c:pt idx="434">
                  <c:v>0.0385817190779</c:v>
                </c:pt>
                <c:pt idx="435">
                  <c:v>0.0387616257665</c:v>
                </c:pt>
                <c:pt idx="436">
                  <c:v>0.0389427844337</c:v>
                </c:pt>
                <c:pt idx="437">
                  <c:v>0.0391252065766</c:v>
                </c:pt>
                <c:pt idx="438">
                  <c:v>0.0393089038218</c:v>
                </c:pt>
                <c:pt idx="439">
                  <c:v>0.0394938879278</c:v>
                </c:pt>
                <c:pt idx="440">
                  <c:v>0.0396801707862</c:v>
                </c:pt>
                <c:pt idx="441">
                  <c:v>0.0398677644236</c:v>
                </c:pt>
                <c:pt idx="442">
                  <c:v>0.0400566810036</c:v>
                </c:pt>
                <c:pt idx="443">
                  <c:v>0.0402469328283</c:v>
                </c:pt>
                <c:pt idx="444">
                  <c:v>0.0404385323406</c:v>
                </c:pt>
                <c:pt idx="445">
                  <c:v>0.0406314921254</c:v>
                </c:pt>
                <c:pt idx="446">
                  <c:v>0.0408258249123</c:v>
                </c:pt>
                <c:pt idx="447">
                  <c:v>0.0410215435767</c:v>
                </c:pt>
                <c:pt idx="448">
                  <c:v>0.0412186611426</c:v>
                </c:pt>
                <c:pt idx="449">
                  <c:v>0.041417190784</c:v>
                </c:pt>
                <c:pt idx="450">
                  <c:v>0.041617145827</c:v>
                </c:pt>
                <c:pt idx="451">
                  <c:v>0.0418185397521</c:v>
                </c:pt>
                <c:pt idx="452">
                  <c:v>0.0420213861961</c:v>
                </c:pt>
                <c:pt idx="453">
                  <c:v>0.0422256989543</c:v>
                </c:pt>
                <c:pt idx="454">
                  <c:v>0.0424314919826</c:v>
                </c:pt>
                <c:pt idx="455">
                  <c:v>0.0426387793995</c:v>
                </c:pt>
                <c:pt idx="456">
                  <c:v>0.0428475754888</c:v>
                </c:pt>
                <c:pt idx="457">
                  <c:v>0.0430578947012</c:v>
                </c:pt>
                <c:pt idx="458">
                  <c:v>0.0432697516571</c:v>
                </c:pt>
                <c:pt idx="459">
                  <c:v>0.0434831611487</c:v>
                </c:pt>
                <c:pt idx="460">
                  <c:v>0.0436981381424</c:v>
                </c:pt>
                <c:pt idx="461">
                  <c:v>0.0439146977811</c:v>
                </c:pt>
                <c:pt idx="462">
                  <c:v>0.0441328553867</c:v>
                </c:pt>
                <c:pt idx="463">
                  <c:v>0.0443526264626</c:v>
                </c:pt>
                <c:pt idx="464">
                  <c:v>0.044574026696</c:v>
                </c:pt>
                <c:pt idx="465">
                  <c:v>0.0447970719607</c:v>
                </c:pt>
                <c:pt idx="466">
                  <c:v>0.0450217783195</c:v>
                </c:pt>
                <c:pt idx="467">
                  <c:v>0.0452481620268</c:v>
                </c:pt>
                <c:pt idx="468">
                  <c:v>0.0454762395312</c:v>
                </c:pt>
                <c:pt idx="469">
                  <c:v>0.0457060274786</c:v>
                </c:pt>
                <c:pt idx="470">
                  <c:v>0.0459375427144</c:v>
                </c:pt>
                <c:pt idx="471">
                  <c:v>0.0461708022865</c:v>
                </c:pt>
                <c:pt idx="472">
                  <c:v>0.0464058234481</c:v>
                </c:pt>
                <c:pt idx="473">
                  <c:v>0.0466426236607</c:v>
                </c:pt>
                <c:pt idx="474">
                  <c:v>0.0468812205968</c:v>
                </c:pt>
                <c:pt idx="475">
                  <c:v>0.0471216321429</c:v>
                </c:pt>
                <c:pt idx="476">
                  <c:v>0.0473638764025</c:v>
                </c:pt>
                <c:pt idx="477">
                  <c:v>0.0476079716993</c:v>
                </c:pt>
                <c:pt idx="478">
                  <c:v>0.04785393658</c:v>
                </c:pt>
                <c:pt idx="479">
                  <c:v>0.0481017898176</c:v>
                </c:pt>
                <c:pt idx="480">
                  <c:v>0.0483515504147</c:v>
                </c:pt>
                <c:pt idx="481">
                  <c:v>0.0486032376063</c:v>
                </c:pt>
                <c:pt idx="482">
                  <c:v>0.0488568708638</c:v>
                </c:pt>
                <c:pt idx="483">
                  <c:v>0.0491124698975</c:v>
                </c:pt>
                <c:pt idx="484">
                  <c:v>0.0493700546606</c:v>
                </c:pt>
                <c:pt idx="485">
                  <c:v>0.0496296453525</c:v>
                </c:pt>
                <c:pt idx="486">
                  <c:v>0.0498912624219</c:v>
                </c:pt>
                <c:pt idx="487">
                  <c:v>0.050154926571</c:v>
                </c:pt>
                <c:pt idx="488">
                  <c:v>0.0504206587585</c:v>
                </c:pt>
                <c:pt idx="489">
                  <c:v>0.0506884802036</c:v>
                </c:pt>
                <c:pt idx="490">
                  <c:v>0.0509584123897</c:v>
                </c:pt>
                <c:pt idx="491">
                  <c:v>0.0512304770679</c:v>
                </c:pt>
                <c:pt idx="492">
                  <c:v>0.0515046962611</c:v>
                </c:pt>
                <c:pt idx="493">
                  <c:v>0.0517810922677</c:v>
                </c:pt>
                <c:pt idx="494">
                  <c:v>0.0520596876658</c:v>
                </c:pt>
                <c:pt idx="495">
                  <c:v>0.0523405053168</c:v>
                </c:pt>
                <c:pt idx="496">
                  <c:v>0.0526235683697</c:v>
                </c:pt>
                <c:pt idx="497">
                  <c:v>0.0529089002654</c:v>
                </c:pt>
                <c:pt idx="498">
                  <c:v>0.0531965247407</c:v>
                </c:pt>
                <c:pt idx="499">
                  <c:v>0.0534864658322</c:v>
                </c:pt>
                <c:pt idx="500">
                  <c:v>0.0537787478814</c:v>
                </c:pt>
                <c:pt idx="501">
                  <c:v>0.0540733955384</c:v>
                </c:pt>
                <c:pt idx="502">
                  <c:v>0.0543704337668</c:v>
                </c:pt>
                <c:pt idx="503">
                  <c:v>0.0546698878478</c:v>
                </c:pt>
                <c:pt idx="504">
                  <c:v>0.0549717833853</c:v>
                </c:pt>
                <c:pt idx="505">
                  <c:v>0.0552761463101</c:v>
                </c:pt>
                <c:pt idx="506">
                  <c:v>0.0555830028849</c:v>
                </c:pt>
                <c:pt idx="507">
                  <c:v>0.055892379709</c:v>
                </c:pt>
                <c:pt idx="508">
                  <c:v>0.0562043037232</c:v>
                </c:pt>
                <c:pt idx="509">
                  <c:v>0.0565188022148</c:v>
                </c:pt>
                <c:pt idx="510">
                  <c:v>0.0568359028226</c:v>
                </c:pt>
                <c:pt idx="511">
                  <c:v>0.0571556335418</c:v>
                </c:pt>
                <c:pt idx="512">
                  <c:v>0.0574780227296</c:v>
                </c:pt>
                <c:pt idx="513">
                  <c:v>0.0578030991101</c:v>
                </c:pt>
                <c:pt idx="514">
                  <c:v>0.05813089178</c:v>
                </c:pt>
                <c:pt idx="515">
                  <c:v>0.0584614302135</c:v>
                </c:pt>
                <c:pt idx="516">
                  <c:v>0.0587947442682</c:v>
                </c:pt>
                <c:pt idx="517">
                  <c:v>0.0591308641907</c:v>
                </c:pt>
                <c:pt idx="518">
                  <c:v>0.059469820622</c:v>
                </c:pt>
                <c:pt idx="519">
                  <c:v>0.0598116446035</c:v>
                </c:pt>
                <c:pt idx="520">
                  <c:v>0.0601563675828</c:v>
                </c:pt>
                <c:pt idx="521">
                  <c:v>0.0605040214194</c:v>
                </c:pt>
                <c:pt idx="522">
                  <c:v>0.060854638391</c:v>
                </c:pt>
                <c:pt idx="523">
                  <c:v>0.0612082511995</c:v>
                </c:pt>
                <c:pt idx="524">
                  <c:v>0.0615648929774</c:v>
                </c:pt>
                <c:pt idx="525">
                  <c:v>0.0619245972935</c:v>
                </c:pt>
                <c:pt idx="526">
                  <c:v>0.0622873981599</c:v>
                </c:pt>
                <c:pt idx="527">
                  <c:v>0.0626533300382</c:v>
                </c:pt>
                <c:pt idx="528">
                  <c:v>0.0630224278463</c:v>
                </c:pt>
                <c:pt idx="529">
                  <c:v>0.0633947269645</c:v>
                </c:pt>
                <c:pt idx="530">
                  <c:v>0.0637702632429</c:v>
                </c:pt>
                <c:pt idx="531">
                  <c:v>0.064149073008</c:v>
                </c:pt>
                <c:pt idx="532">
                  <c:v>0.0645311930696</c:v>
                </c:pt>
                <c:pt idx="533">
                  <c:v>0.0649166607279</c:v>
                </c:pt>
                <c:pt idx="534">
                  <c:v>0.0653055137808</c:v>
                </c:pt>
                <c:pt idx="535">
                  <c:v>0.0656977905308</c:v>
                </c:pt>
                <c:pt idx="536">
                  <c:v>0.066093529793</c:v>
                </c:pt>
                <c:pt idx="537">
                  <c:v>0.0664927709017</c:v>
                </c:pt>
                <c:pt idx="538">
                  <c:v>0.0668955537189</c:v>
                </c:pt>
                <c:pt idx="539">
                  <c:v>0.0673019186412</c:v>
                </c:pt>
                <c:pt idx="540">
                  <c:v>0.067711906608</c:v>
                </c:pt>
                <c:pt idx="541">
                  <c:v>0.0681255591095</c:v>
                </c:pt>
                <c:pt idx="542">
                  <c:v>0.0685429181943</c:v>
                </c:pt>
                <c:pt idx="543">
                  <c:v>0.0689640264777</c:v>
                </c:pt>
                <c:pt idx="544">
                  <c:v>0.0693889271501</c:v>
                </c:pt>
                <c:pt idx="545">
                  <c:v>0.069817663985</c:v>
                </c:pt>
                <c:pt idx="546">
                  <c:v>0.0702502813477</c:v>
                </c:pt>
                <c:pt idx="547">
                  <c:v>0.0706868242039</c:v>
                </c:pt>
                <c:pt idx="548">
                  <c:v>0.0711273381278</c:v>
                </c:pt>
                <c:pt idx="549">
                  <c:v>0.0715718693117</c:v>
                </c:pt>
                <c:pt idx="550">
                  <c:v>0.0720204645743</c:v>
                </c:pt>
                <c:pt idx="551">
                  <c:v>0.0724731713699</c:v>
                </c:pt>
                <c:pt idx="552">
                  <c:v>0.0729300377976</c:v>
                </c:pt>
                <c:pt idx="553">
                  <c:v>0.0733911126102</c:v>
                </c:pt>
                <c:pt idx="554">
                  <c:v>0.073856445224</c:v>
                </c:pt>
                <c:pt idx="555">
                  <c:v>0.0743260857278</c:v>
                </c:pt>
                <c:pt idx="556">
                  <c:v>0.074800084893</c:v>
                </c:pt>
                <c:pt idx="557">
                  <c:v>0.0752784941825</c:v>
                </c:pt>
                <c:pt idx="558">
                  <c:v>0.0757613657614</c:v>
                </c:pt>
                <c:pt idx="559">
                  <c:v>0.0762487525063</c:v>
                </c:pt>
                <c:pt idx="560">
                  <c:v>0.0767407080152</c:v>
                </c:pt>
                <c:pt idx="561">
                  <c:v>0.0772372866184</c:v>
                </c:pt>
                <c:pt idx="562">
                  <c:v>0.0777385433878</c:v>
                </c:pt>
                <c:pt idx="563">
                  <c:v>0.0782445341481</c:v>
                </c:pt>
                <c:pt idx="564">
                  <c:v>0.0787553154864</c:v>
                </c:pt>
                <c:pt idx="565">
                  <c:v>0.0792709447635</c:v>
                </c:pt>
                <c:pt idx="566">
                  <c:v>0.0797914801243</c:v>
                </c:pt>
                <c:pt idx="567">
                  <c:v>0.0803169805082</c:v>
                </c:pt>
                <c:pt idx="568">
                  <c:v>0.0808475056608</c:v>
                </c:pt>
                <c:pt idx="569">
                  <c:v>0.081383116144</c:v>
                </c:pt>
                <c:pt idx="570">
                  <c:v>0.0819238733476</c:v>
                </c:pt>
                <c:pt idx="571">
                  <c:v>0.0824698395004</c:v>
                </c:pt>
                <c:pt idx="572">
                  <c:v>0.0830210776812</c:v>
                </c:pt>
                <c:pt idx="573">
                  <c:v>0.0835776518306</c:v>
                </c:pt>
                <c:pt idx="574">
                  <c:v>0.0841396267618</c:v>
                </c:pt>
                <c:pt idx="575">
                  <c:v>0.084707068173</c:v>
                </c:pt>
                <c:pt idx="576">
                  <c:v>0.0852800426579</c:v>
                </c:pt>
                <c:pt idx="577">
                  <c:v>0.0858586177184</c:v>
                </c:pt>
                <c:pt idx="578">
                  <c:v>0.0864428617757</c:v>
                </c:pt>
                <c:pt idx="579">
                  <c:v>0.0870328441824</c:v>
                </c:pt>
                <c:pt idx="580">
                  <c:v>0.0876286352342</c:v>
                </c:pt>
                <c:pt idx="581">
                  <c:v>0.088230306182</c:v>
                </c:pt>
                <c:pt idx="582">
                  <c:v>0.0888379292438</c:v>
                </c:pt>
                <c:pt idx="583">
                  <c:v>0.0894515776166</c:v>
                </c:pt>
                <c:pt idx="584">
                  <c:v>0.0900713254888</c:v>
                </c:pt>
                <c:pt idx="585">
                  <c:v>0.0906972480517</c:v>
                </c:pt>
                <c:pt idx="586">
                  <c:v>0.0913294215124</c:v>
                </c:pt>
                <c:pt idx="587">
                  <c:v>0.0919679231051</c:v>
                </c:pt>
                <c:pt idx="588">
                  <c:v>0.092612831104</c:v>
                </c:pt>
                <c:pt idx="589">
                  <c:v>0.0932642248347</c:v>
                </c:pt>
                <c:pt idx="590">
                  <c:v>0.0939221846871</c:v>
                </c:pt>
                <c:pt idx="591">
                  <c:v>0.0945867921266</c:v>
                </c:pt>
                <c:pt idx="592">
                  <c:v>0.095258129707</c:v>
                </c:pt>
                <c:pt idx="593">
                  <c:v>0.0959362810819</c:v>
                </c:pt>
                <c:pt idx="594">
                  <c:v>0.0966213310172</c:v>
                </c:pt>
                <c:pt idx="595">
                  <c:v>0.0973133654023</c:v>
                </c:pt>
                <c:pt idx="596">
                  <c:v>0.0980124712627</c:v>
                </c:pt>
                <c:pt idx="597">
                  <c:v>0.0987187367708</c:v>
                </c:pt>
                <c:pt idx="598">
                  <c:v>0.0994322512584</c:v>
                </c:pt>
                <c:pt idx="599">
                  <c:v>0.100153105228</c:v>
                </c:pt>
                <c:pt idx="600">
                  <c:v>0.100881390362</c:v>
                </c:pt>
                <c:pt idx="601">
                  <c:v>0.101617199539</c:v>
                </c:pt>
                <c:pt idx="602">
                  <c:v>0.102360626838</c:v>
                </c:pt>
                <c:pt idx="603">
                  <c:v>0.103111767555</c:v>
                </c:pt>
                <c:pt idx="604">
                  <c:v>0.103870718209</c:v>
                </c:pt>
                <c:pt idx="605">
                  <c:v>0.104637576558</c:v>
                </c:pt>
                <c:pt idx="606">
                  <c:v>0.105412441601</c:v>
                </c:pt>
                <c:pt idx="607">
                  <c:v>0.106195413595</c:v>
                </c:pt>
                <c:pt idx="608">
                  <c:v>0.106986594062</c:v>
                </c:pt>
                <c:pt idx="609">
                  <c:v>0.107786085794</c:v>
                </c:pt>
                <c:pt idx="610">
                  <c:v>0.108593992869</c:v>
                </c:pt>
                <c:pt idx="611">
                  <c:v>0.109410420655</c:v>
                </c:pt>
                <c:pt idx="612">
                  <c:v>0.110235475816</c:v>
                </c:pt>
                <c:pt idx="613">
                  <c:v>0.111069266324</c:v>
                </c:pt>
                <c:pt idx="614">
                  <c:v>0.111911901463</c:v>
                </c:pt>
                <c:pt idx="615">
                  <c:v>0.112763491837</c:v>
                </c:pt>
                <c:pt idx="616">
                  <c:v>0.113624149372</c:v>
                </c:pt>
                <c:pt idx="617">
                  <c:v>0.114493987325</c:v>
                </c:pt>
                <c:pt idx="618">
                  <c:v>0.11537312029</c:v>
                </c:pt>
                <c:pt idx="619">
                  <c:v>0.116261664195</c:v>
                </c:pt>
                <c:pt idx="620">
                  <c:v>0.117159736311</c:v>
                </c:pt>
                <c:pt idx="621">
                  <c:v>0.118067455253</c:v>
                </c:pt>
                <c:pt idx="622">
                  <c:v>0.11898494098</c:v>
                </c:pt>
                <c:pt idx="623">
                  <c:v>0.119912314797</c:v>
                </c:pt>
                <c:pt idx="624">
                  <c:v>0.120849699352</c:v>
                </c:pt>
                <c:pt idx="625">
                  <c:v>0.121797218638</c:v>
                </c:pt>
                <c:pt idx="626">
                  <c:v>0.12275499799</c:v>
                </c:pt>
                <c:pt idx="627">
                  <c:v>0.123723164078</c:v>
                </c:pt>
                <c:pt idx="628">
                  <c:v>0.124701844907</c:v>
                </c:pt>
                <c:pt idx="629">
                  <c:v>0.125691169807</c:v>
                </c:pt>
                <c:pt idx="630">
                  <c:v>0.126691269428</c:v>
                </c:pt>
                <c:pt idx="631">
                  <c:v>0.127702275732</c:v>
                </c:pt>
                <c:pt idx="632">
                  <c:v>0.128724321979</c:v>
                </c:pt>
                <c:pt idx="633">
                  <c:v>0.129757542719</c:v>
                </c:pt>
                <c:pt idx="634">
                  <c:v>0.13080207378</c:v>
                </c:pt>
                <c:pt idx="635">
                  <c:v>0.131858052246</c:v>
                </c:pt>
                <c:pt idx="636">
                  <c:v>0.13292561645</c:v>
                </c:pt>
                <c:pt idx="637">
                  <c:v>0.134004905947</c:v>
                </c:pt>
                <c:pt idx="638">
                  <c:v>0.135096061498</c:v>
                </c:pt>
                <c:pt idx="639">
                  <c:v>0.136199225046</c:v>
                </c:pt>
                <c:pt idx="640">
                  <c:v>0.137314539694</c:v>
                </c:pt>
                <c:pt idx="641">
                  <c:v>0.138442149673</c:v>
                </c:pt>
                <c:pt idx="642">
                  <c:v>0.139582200316</c:v>
                </c:pt>
                <c:pt idx="643">
                  <c:v>0.140734838028</c:v>
                </c:pt>
                <c:pt idx="644">
                  <c:v>0.141900210247</c:v>
                </c:pt>
                <c:pt idx="645">
                  <c:v>0.143078465412</c:v>
                </c:pt>
                <c:pt idx="646">
                  <c:v>0.14426975292</c:v>
                </c:pt>
                <c:pt idx="647">
                  <c:v>0.145474223085</c:v>
                </c:pt>
                <c:pt idx="648">
                  <c:v>0.146692027092</c:v>
                </c:pt>
                <c:pt idx="649">
                  <c:v>0.147923316948</c:v>
                </c:pt>
                <c:pt idx="650">
                  <c:v>0.149168245432</c:v>
                </c:pt>
                <c:pt idx="651">
                  <c:v>0.150426966037</c:v>
                </c:pt>
                <c:pt idx="652">
                  <c:v>0.151699632911</c:v>
                </c:pt>
                <c:pt idx="653">
                  <c:v>0.1529864008</c:v>
                </c:pt>
                <c:pt idx="654">
                  <c:v>0.154287424974</c:v>
                </c:pt>
                <c:pt idx="655">
                  <c:v>0.155602861161</c:v>
                </c:pt>
                <c:pt idx="656">
                  <c:v>0.156932865474</c:v>
                </c:pt>
                <c:pt idx="657">
                  <c:v>0.158277594329</c:v>
                </c:pt>
                <c:pt idx="658">
                  <c:v>0.159637204363</c:v>
                </c:pt>
                <c:pt idx="659">
                  <c:v>0.161011852351</c:v>
                </c:pt>
                <c:pt idx="660">
                  <c:v>0.162401695108</c:v>
                </c:pt>
                <c:pt idx="661">
                  <c:v>0.163806889396</c:v>
                </c:pt>
                <c:pt idx="662">
                  <c:v>0.16522759182</c:v>
                </c:pt>
                <c:pt idx="663">
                  <c:v>0.166663958724</c:v>
                </c:pt>
                <c:pt idx="664">
                  <c:v>0.168116146076</c:v>
                </c:pt>
                <c:pt idx="665">
                  <c:v>0.169584309354</c:v>
                </c:pt>
                <c:pt idx="666">
                  <c:v>0.17106860342</c:v>
                </c:pt>
                <c:pt idx="667">
                  <c:v>0.172569182393</c:v>
                </c:pt>
                <c:pt idx="668">
                  <c:v>0.174086199515</c:v>
                </c:pt>
                <c:pt idx="669">
                  <c:v>0.175619807008</c:v>
                </c:pt>
                <c:pt idx="670">
                  <c:v>0.177170155934</c:v>
                </c:pt>
                <c:pt idx="671">
                  <c:v>0.178737396035</c:v>
                </c:pt>
                <c:pt idx="672">
                  <c:v>0.180321675578</c:v>
                </c:pt>
                <c:pt idx="673">
                  <c:v>0.18192314119</c:v>
                </c:pt>
                <c:pt idx="674">
                  <c:v>0.183541937687</c:v>
                </c:pt>
                <c:pt idx="675">
                  <c:v>0.185178207891</c:v>
                </c:pt>
                <c:pt idx="676">
                  <c:v>0.186832092452</c:v>
                </c:pt>
                <c:pt idx="677">
                  <c:v>0.188503729649</c:v>
                </c:pt>
                <c:pt idx="678">
                  <c:v>0.190193255198</c:v>
                </c:pt>
                <c:pt idx="679">
                  <c:v>0.191900802041</c:v>
                </c:pt>
                <c:pt idx="680">
                  <c:v>0.193626500136</c:v>
                </c:pt>
                <c:pt idx="681">
                  <c:v>0.195370476239</c:v>
                </c:pt>
                <c:pt idx="682">
                  <c:v>0.197132853673</c:v>
                </c:pt>
                <c:pt idx="683">
                  <c:v>0.1989137521</c:v>
                </c:pt>
                <c:pt idx="684">
                  <c:v>0.200713287277</c:v>
                </c:pt>
                <c:pt idx="685">
                  <c:v>0.202531570812</c:v>
                </c:pt>
                <c:pt idx="686">
                  <c:v>0.204368709907</c:v>
                </c:pt>
                <c:pt idx="687">
                  <c:v>0.2062248071</c:v>
                </c:pt>
                <c:pt idx="688">
                  <c:v>0.208099959997</c:v>
                </c:pt>
                <c:pt idx="689">
                  <c:v>0.209994260999</c:v>
                </c:pt>
                <c:pt idx="690">
                  <c:v>0.211907797022</c:v>
                </c:pt>
                <c:pt idx="691">
                  <c:v>0.213840649213</c:v>
                </c:pt>
                <c:pt idx="692">
                  <c:v>0.215792892656</c:v>
                </c:pt>
                <c:pt idx="693">
                  <c:v>0.217764596079</c:v>
                </c:pt>
                <c:pt idx="694">
                  <c:v>0.219755821552</c:v>
                </c:pt>
                <c:pt idx="695">
                  <c:v>0.221766624178</c:v>
                </c:pt>
                <c:pt idx="696">
                  <c:v>0.223797051783</c:v>
                </c:pt>
                <c:pt idx="697">
                  <c:v>0.225847144607</c:v>
                </c:pt>
                <c:pt idx="698">
                  <c:v>0.227916934978</c:v>
                </c:pt>
                <c:pt idx="699">
                  <c:v>0.230006446998</c:v>
                </c:pt>
                <c:pt idx="700">
                  <c:v>0.232115696217</c:v>
                </c:pt>
                <c:pt idx="701">
                  <c:v>0.23424468931</c:v>
                </c:pt>
                <c:pt idx="702">
                  <c:v>0.23639342375</c:v>
                </c:pt>
                <c:pt idx="703">
                  <c:v>0.238561887485</c:v>
                </c:pt>
                <c:pt idx="704">
                  <c:v>0.240750058611</c:v>
                </c:pt>
                <c:pt idx="705">
                  <c:v>0.242957905048</c:v>
                </c:pt>
                <c:pt idx="706">
                  <c:v>0.245185384219</c:v>
                </c:pt>
                <c:pt idx="707">
                  <c:v>0.247432442734</c:v>
                </c:pt>
                <c:pt idx="708">
                  <c:v>0.249699016072</c:v>
                </c:pt>
                <c:pt idx="709">
                  <c:v>0.251985028272</c:v>
                </c:pt>
                <c:pt idx="710">
                  <c:v>0.254290391632</c:v>
                </c:pt>
                <c:pt idx="711">
                  <c:v>0.256615006412</c:v>
                </c:pt>
                <c:pt idx="712">
                  <c:v>0.258958760546</c:v>
                </c:pt>
                <c:pt idx="713">
                  <c:v>0.261321529362</c:v>
                </c:pt>
                <c:pt idx="714">
                  <c:v>0.263703175317</c:v>
                </c:pt>
                <c:pt idx="715">
                  <c:v>0.26610354774</c:v>
                </c:pt>
                <c:pt idx="716">
                  <c:v>0.268522482588</c:v>
                </c:pt>
                <c:pt idx="717">
                  <c:v>0.270959802217</c:v>
                </c:pt>
                <c:pt idx="718">
                  <c:v>0.273415315174</c:v>
                </c:pt>
                <c:pt idx="719">
                  <c:v>0.275888815993</c:v>
                </c:pt>
                <c:pt idx="720">
                  <c:v>0.278380085024</c:v>
                </c:pt>
                <c:pt idx="721">
                  <c:v>0.280888888272</c:v>
                </c:pt>
                <c:pt idx="722">
                  <c:v>0.283414977256</c:v>
                </c:pt>
                <c:pt idx="723">
                  <c:v>0.285958088899</c:v>
                </c:pt>
                <c:pt idx="724">
                  <c:v>0.288517945432</c:v>
                </c:pt>
                <c:pt idx="725">
                  <c:v>0.291094254327</c:v>
                </c:pt>
                <c:pt idx="726">
                  <c:v>0.293686708252</c:v>
                </c:pt>
                <c:pt idx="727">
                  <c:v>0.296294985059</c:v>
                </c:pt>
                <c:pt idx="728">
                  <c:v>0.298918747791</c:v>
                </c:pt>
                <c:pt idx="729">
                  <c:v>0.301557644727</c:v>
                </c:pt>
                <c:pt idx="730">
                  <c:v>0.304211309447</c:v>
                </c:pt>
                <c:pt idx="731">
                  <c:v>0.306879360935</c:v>
                </c:pt>
                <c:pt idx="732">
                  <c:v>0.309561403708</c:v>
                </c:pt>
                <c:pt idx="733">
                  <c:v>0.312257027981</c:v>
                </c:pt>
                <c:pt idx="734">
                  <c:v>0.314965809859</c:v>
                </c:pt>
                <c:pt idx="735">
                  <c:v>0.317687311562</c:v>
                </c:pt>
                <c:pt idx="736">
                  <c:v>0.320421081686</c:v>
                </c:pt>
                <c:pt idx="737">
                  <c:v>0.323166655497</c:v>
                </c:pt>
                <c:pt idx="738">
                  <c:v>0.325923555247</c:v>
                </c:pt>
                <c:pt idx="739">
                  <c:v>0.328691290538</c:v>
                </c:pt>
                <c:pt idx="740">
                  <c:v>0.331469358701</c:v>
                </c:pt>
                <c:pt idx="741">
                  <c:v>0.33425724522</c:v>
                </c:pt>
                <c:pt idx="742">
                  <c:v>0.337054424178</c:v>
                </c:pt>
                <c:pt idx="743">
                  <c:v>0.339860358732</c:v>
                </c:pt>
                <c:pt idx="744">
                  <c:v>0.342674501618</c:v>
                </c:pt>
                <c:pt idx="745">
                  <c:v>0.345496295684</c:v>
                </c:pt>
                <c:pt idx="746">
                  <c:v>0.348325174446</c:v>
                </c:pt>
                <c:pt idx="747">
                  <c:v>0.351160562663</c:v>
                </c:pt>
                <c:pt idx="748">
                  <c:v>0.354001876942</c:v>
                </c:pt>
                <c:pt idx="749">
                  <c:v>0.356848526353</c:v>
                </c:pt>
                <c:pt idx="750">
                  <c:v>0.35969991307</c:v>
                </c:pt>
                <c:pt idx="751">
                  <c:v>0.362555433017</c:v>
                </c:pt>
                <c:pt idx="752">
                  <c:v>0.365414476532</c:v>
                </c:pt>
                <c:pt idx="753">
                  <c:v>0.368276429039</c:v>
                </c:pt>
                <c:pt idx="754">
                  <c:v>0.371140671727</c:v>
                </c:pt>
                <c:pt idx="755">
                  <c:v>0.374006582227</c:v>
                </c:pt>
                <c:pt idx="756">
                  <c:v>0.376873535301</c:v>
                </c:pt>
                <c:pt idx="757">
                  <c:v>0.379740903517</c:v>
                </c:pt>
                <c:pt idx="758">
                  <c:v>0.382608057921</c:v>
                </c:pt>
                <c:pt idx="759">
                  <c:v>0.385474368708</c:v>
                </c:pt>
                <c:pt idx="760">
                  <c:v>0.38833920587</c:v>
                </c:pt>
                <c:pt idx="761">
                  <c:v>0.391201939839</c:v>
                </c:pt>
                <c:pt idx="762">
                  <c:v>0.394061942104</c:v>
                </c:pt>
                <c:pt idx="763">
                  <c:v>0.39691858581</c:v>
                </c:pt>
                <c:pt idx="764">
                  <c:v>0.399771246337</c:v>
                </c:pt>
                <c:pt idx="765">
                  <c:v>0.402619301847</c:v>
                </c:pt>
                <c:pt idx="766">
                  <c:v>0.405462133804</c:v>
                </c:pt>
                <c:pt idx="767">
                  <c:v>0.408299127459</c:v>
                </c:pt>
                <c:pt idx="768">
                  <c:v>0.411129672309</c:v>
                </c:pt>
                <c:pt idx="769">
                  <c:v>0.413953162513</c:v>
                </c:pt>
                <c:pt idx="770">
                  <c:v>0.416768997268</c:v>
                </c:pt>
                <c:pt idx="771">
                  <c:v>0.419576581153</c:v>
                </c:pt>
                <c:pt idx="772">
                  <c:v>0.422375324426</c:v>
                </c:pt>
                <c:pt idx="773">
                  <c:v>0.425164643279</c:v>
                </c:pt>
                <c:pt idx="774">
                  <c:v>0.427943960055</c:v>
                </c:pt>
                <c:pt idx="775">
                  <c:v>0.430712703414</c:v>
                </c:pt>
                <c:pt idx="776">
                  <c:v>0.43347030846</c:v>
                </c:pt>
                <c:pt idx="777">
                  <c:v>0.436216216821</c:v>
                </c:pt>
                <c:pt idx="778">
                  <c:v>0.438949876691</c:v>
                </c:pt>
                <c:pt idx="779">
                  <c:v>0.441670742819</c:v>
                </c:pt>
                <c:pt idx="780">
                  <c:v>0.444378276467</c:v>
                </c:pt>
                <c:pt idx="781">
                  <c:v>0.447071945316</c:v>
                </c:pt>
                <c:pt idx="782">
                  <c:v>0.449751223343</c:v>
                </c:pt>
                <c:pt idx="783">
                  <c:v>0.452415590651</c:v>
                </c:pt>
                <c:pt idx="784">
                  <c:v>0.45506453327</c:v>
                </c:pt>
                <c:pt idx="785">
                  <c:v>0.457697542918</c:v>
                </c:pt>
                <c:pt idx="786">
                  <c:v>0.460314116736</c:v>
                </c:pt>
                <c:pt idx="787">
                  <c:v>0.462913756991</c:v>
                </c:pt>
                <c:pt idx="788">
                  <c:v>0.465495970752</c:v>
                </c:pt>
                <c:pt idx="789">
                  <c:v>0.468060269547</c:v>
                </c:pt>
                <c:pt idx="790">
                  <c:v>0.470606168994</c:v>
                </c:pt>
                <c:pt idx="791">
                  <c:v>0.473133188419</c:v>
                </c:pt>
                <c:pt idx="792">
                  <c:v>0.475640850457</c:v>
                </c:pt>
                <c:pt idx="793">
                  <c:v>0.478128680643</c:v>
                </c:pt>
                <c:pt idx="794">
                  <c:v>0.480596206995</c:v>
                </c:pt>
                <c:pt idx="795">
                  <c:v>0.483042959592</c:v>
                </c:pt>
                <c:pt idx="796">
                  <c:v>0.485468470149</c:v>
                </c:pt>
                <c:pt idx="797">
                  <c:v>0.487872271592</c:v>
                </c:pt>
                <c:pt idx="798">
                  <c:v>0.490253897643</c:v>
                </c:pt>
                <c:pt idx="799">
                  <c:v>0.492612882402</c:v>
                </c:pt>
                <c:pt idx="800">
                  <c:v>0.494948759945</c:v>
                </c:pt>
                <c:pt idx="801">
                  <c:v>0.49726106393</c:v>
                </c:pt>
                <c:pt idx="802">
                  <c:v>0.499549327219</c:v>
                </c:pt>
                <c:pt idx="803">
                  <c:v>0.501813081514</c:v>
                </c:pt>
                <c:pt idx="804">
                  <c:v>0.504051857007</c:v>
                </c:pt>
                <c:pt idx="805">
                  <c:v>0.506265182056</c:v>
                </c:pt>
                <c:pt idx="806">
                  <c:v>0.508452582874</c:v>
                </c:pt>
                <c:pt idx="807">
                  <c:v>0.510613583244</c:v>
                </c:pt>
                <c:pt idx="808">
                  <c:v>0.512747704253</c:v>
                </c:pt>
                <c:pt idx="809">
                  <c:v>0.51485446405</c:v>
                </c:pt>
                <c:pt idx="810">
                  <c:v>0.516933377623</c:v>
                </c:pt>
                <c:pt idx="811">
                  <c:v>0.518983956609</c:v>
                </c:pt>
                <c:pt idx="812">
                  <c:v>0.521005709112</c:v>
                </c:pt>
                <c:pt idx="813">
                  <c:v>0.52299813956</c:v>
                </c:pt>
                <c:pt idx="814">
                  <c:v>0.524960748569</c:v>
                </c:pt>
                <c:pt idx="815">
                  <c:v>0.526893032841</c:v>
                </c:pt>
                <c:pt idx="816">
                  <c:v>0.528794485074</c:v>
                </c:pt>
                <c:pt idx="817">
                  <c:v>0.5306645939</c:v>
                </c:pt>
                <c:pt idx="818">
                  <c:v>0.532502843833</c:v>
                </c:pt>
                <c:pt idx="819">
                  <c:v>0.534308715247</c:v>
                </c:pt>
                <c:pt idx="820">
                  <c:v>0.536081684358</c:v>
                </c:pt>
                <c:pt idx="821">
                  <c:v>0.537821223232</c:v>
                </c:pt>
                <c:pt idx="822">
                  <c:v>0.539526799804</c:v>
                </c:pt>
                <c:pt idx="823">
                  <c:v>0.541197877913</c:v>
                </c:pt>
                <c:pt idx="824">
                  <c:v>0.542833917346</c:v>
                </c:pt>
                <c:pt idx="825">
                  <c:v>0.5444343739</c:v>
                </c:pt>
                <c:pt idx="826">
                  <c:v>0.545998699451</c:v>
                </c:pt>
                <c:pt idx="827">
                  <c:v>0.547526342037</c:v>
                </c:pt>
                <c:pt idx="828">
                  <c:v>0.549016745948</c:v>
                </c:pt>
                <c:pt idx="829">
                  <c:v>0.550469351831</c:v>
                </c:pt>
                <c:pt idx="830">
                  <c:v>0.551883596799</c:v>
                </c:pt>
                <c:pt idx="831">
                  <c:v>0.553258914555</c:v>
                </c:pt>
                <c:pt idx="832">
                  <c:v>0.554594735524</c:v>
                </c:pt>
                <c:pt idx="833">
                  <c:v>0.555890486999</c:v>
                </c:pt>
                <c:pt idx="834">
                  <c:v>0.557145593294</c:v>
                </c:pt>
                <c:pt idx="835">
                  <c:v>0.558359475913</c:v>
                </c:pt>
                <c:pt idx="836">
                  <c:v>0.559531553733</c:v>
                </c:pt>
                <c:pt idx="837">
                  <c:v>0.560661243203</c:v>
                </c:pt>
                <c:pt idx="838">
                  <c:v>0.561747958555</c:v>
                </c:pt>
                <c:pt idx="839">
                  <c:v>0.562791112044</c:v>
                </c:pt>
                <c:pt idx="840">
                  <c:v>0.563790114198</c:v>
                </c:pt>
                <c:pt idx="841">
                  <c:v>0.5647443741</c:v>
                </c:pt>
                <c:pt idx="842">
                  <c:v>0.565653299694</c:v>
                </c:pt>
                <c:pt idx="843">
                  <c:v>0.566516298112</c:v>
                </c:pt>
                <c:pt idx="844">
                  <c:v>0.567332776045</c:v>
                </c:pt>
                <c:pt idx="845">
                  <c:v>0.56810214014</c:v>
                </c:pt>
                <c:pt idx="846">
                  <c:v>0.568823797431</c:v>
                </c:pt>
                <c:pt idx="847">
                  <c:v>0.569497155816</c:v>
                </c:pt>
                <c:pt idx="848">
                  <c:v>0.570121624577</c:v>
                </c:pt>
                <c:pt idx="849">
                  <c:v>0.570696614936</c:v>
                </c:pt>
                <c:pt idx="850">
                  <c:v>0.571221540666</c:v>
                </c:pt>
                <c:pt idx="851">
                  <c:v>0.571695818752</c:v>
                </c:pt>
                <c:pt idx="852">
                  <c:v>0.572118870103</c:v>
                </c:pt>
                <c:pt idx="853">
                  <c:v>0.572490120316</c:v>
                </c:pt>
                <c:pt idx="854">
                  <c:v>0.572809000496</c:v>
                </c:pt>
                <c:pt idx="855">
                  <c:v>0.573074948143</c:v>
                </c:pt>
                <c:pt idx="856">
                  <c:v>0.573287408082</c:v>
                </c:pt>
                <c:pt idx="857">
                  <c:v>0.573445833468</c:v>
                </c:pt>
                <c:pt idx="858">
                  <c:v>0.573549686837</c:v>
                </c:pt>
                <c:pt idx="859">
                  <c:v>0.573598441228</c:v>
                </c:pt>
                <c:pt idx="860">
                  <c:v>0.573591581357</c:v>
                </c:pt>
                <c:pt idx="861">
                  <c:v>0.573528604848</c:v>
                </c:pt>
                <c:pt idx="862">
                  <c:v>0.573409023528</c:v>
                </c:pt>
                <c:pt idx="863">
                  <c:v>0.573232364762</c:v>
                </c:pt>
                <c:pt idx="864">
                  <c:v>0.572998172854</c:v>
                </c:pt>
                <c:pt idx="865">
                  <c:v>0.572706010486</c:v>
                </c:pt>
                <c:pt idx="866">
                  <c:v>0.5723554602</c:v>
                </c:pt>
                <c:pt idx="867">
                  <c:v>0.571946125924</c:v>
                </c:pt>
                <c:pt idx="868">
                  <c:v>0.571477634529</c:v>
                </c:pt>
                <c:pt idx="869">
                  <c:v>0.570949637413</c:v>
                </c:pt>
                <c:pt idx="870">
                  <c:v>0.570361812108</c:v>
                </c:pt>
                <c:pt idx="871">
                  <c:v>0.569713863904</c:v>
                </c:pt>
                <c:pt idx="872">
                  <c:v>0.569005527473</c:v>
                </c:pt>
                <c:pt idx="873">
                  <c:v>0.568236568509</c:v>
                </c:pt>
                <c:pt idx="874">
                  <c:v>0.567406785339</c:v>
                </c:pt>
                <c:pt idx="875">
                  <c:v>0.566516010538</c:v>
                </c:pt>
                <c:pt idx="876">
                  <c:v>0.565564112508</c:v>
                </c:pt>
                <c:pt idx="877">
                  <c:v>0.564550997025</c:v>
                </c:pt>
                <c:pt idx="878">
                  <c:v>0.563476608747</c:v>
                </c:pt>
                <c:pt idx="879">
                  <c:v>0.562340932668</c:v>
                </c:pt>
                <c:pt idx="880">
                  <c:v>0.561143995509</c:v>
                </c:pt>
                <c:pt idx="881">
                  <c:v>0.559885867048</c:v>
                </c:pt>
                <c:pt idx="882">
                  <c:v>0.558566661365</c:v>
                </c:pt>
                <c:pt idx="883">
                  <c:v>0.557186537995</c:v>
                </c:pt>
                <c:pt idx="884">
                  <c:v>0.555745703</c:v>
                </c:pt>
                <c:pt idx="885">
                  <c:v>0.554244409927</c:v>
                </c:pt>
                <c:pt idx="886">
                  <c:v>0.552682960652</c:v>
                </c:pt>
                <c:pt idx="887">
                  <c:v>0.551061706121</c:v>
                </c:pt>
                <c:pt idx="888">
                  <c:v>0.549381046949</c:v>
                </c:pt>
                <c:pt idx="889">
                  <c:v>0.547641433897</c:v>
                </c:pt>
                <c:pt idx="890">
                  <c:v>0.545843368219</c:v>
                </c:pt>
                <c:pt idx="891">
                  <c:v>0.543987401852</c:v>
                </c:pt>
                <c:pt idx="892">
                  <c:v>0.542074137483</c:v>
                </c:pt>
                <c:pt idx="893">
                  <c:v>0.540104228447</c:v>
                </c:pt>
                <c:pt idx="894">
                  <c:v>0.538078378498</c:v>
                </c:pt>
                <c:pt idx="895">
                  <c:v>0.535997341411</c:v>
                </c:pt>
                <c:pt idx="896">
                  <c:v>0.533861920447</c:v>
                </c:pt>
                <c:pt idx="897">
                  <c:v>0.531672967657</c:v>
                </c:pt>
                <c:pt idx="898">
                  <c:v>0.529431383049</c:v>
                </c:pt>
                <c:pt idx="899">
                  <c:v>0.527138113597</c:v>
                </c:pt>
                <c:pt idx="900">
                  <c:v>0.524794152118</c:v>
                </c:pt>
                <c:pt idx="901">
                  <c:v>0.522400535999</c:v>
                </c:pt>
                <c:pt idx="902">
                  <c:v>0.519958345802</c:v>
                </c:pt>
                <c:pt idx="903">
                  <c:v>0.517468703725</c:v>
                </c:pt>
                <c:pt idx="904">
                  <c:v>0.514932771958</c:v>
                </c:pt>
                <c:pt idx="905">
                  <c:v>0.512351750909</c:v>
                </c:pt>
                <c:pt idx="906">
                  <c:v>0.509726877331</c:v>
                </c:pt>
                <c:pt idx="907">
                  <c:v>0.507059422342</c:v>
                </c:pt>
                <c:pt idx="908">
                  <c:v>0.504350689363</c:v>
                </c:pt>
                <c:pt idx="909">
                  <c:v>0.501602011966</c:v>
                </c:pt>
                <c:pt idx="910">
                  <c:v>0.498814751651</c:v>
                </c:pt>
                <c:pt idx="911">
                  <c:v>0.495990295562</c:v>
                </c:pt>
                <c:pt idx="912">
                  <c:v>0.493130054148</c:v>
                </c:pt>
                <c:pt idx="913">
                  <c:v>0.490235458779</c:v>
                </c:pt>
                <c:pt idx="914">
                  <c:v>0.487307959335</c:v>
                </c:pt>
                <c:pt idx="915">
                  <c:v>0.484349021757</c:v>
                </c:pt>
                <c:pt idx="916">
                  <c:v>0.481360125604</c:v>
                </c:pt>
                <c:pt idx="917">
                  <c:v>0.47834276159</c:v>
                </c:pt>
                <c:pt idx="918">
                  <c:v>0.475298429134</c:v>
                </c:pt>
                <c:pt idx="919">
                  <c:v>0.472228633923</c:v>
                </c:pt>
                <c:pt idx="920">
                  <c:v>0.469134885501</c:v>
                </c:pt>
                <c:pt idx="921">
                  <c:v>0.466018694886</c:v>
                </c:pt>
                <c:pt idx="922">
                  <c:v>0.46288157223</c:v>
                </c:pt>
                <c:pt idx="923">
                  <c:v>0.459725024531</c:v>
                </c:pt>
                <c:pt idx="924">
                  <c:v>0.456550553392</c:v>
                </c:pt>
                <c:pt idx="925">
                  <c:v>0.453359652849</c:v>
                </c:pt>
                <c:pt idx="926">
                  <c:v>0.450153807266</c:v>
                </c:pt>
                <c:pt idx="927">
                  <c:v>0.4469344893</c:v>
                </c:pt>
                <c:pt idx="928">
                  <c:v>0.443703157952</c:v>
                </c:pt>
                <c:pt idx="929">
                  <c:v>0.440461256694</c:v>
                </c:pt>
                <c:pt idx="930">
                  <c:v>0.437210211685</c:v>
                </c:pt>
                <c:pt idx="931">
                  <c:v>0.433951430086</c:v>
                </c:pt>
                <c:pt idx="932">
                  <c:v>0.430686298453</c:v>
                </c:pt>
                <c:pt idx="933">
                  <c:v>0.427416181241</c:v>
                </c:pt>
                <c:pt idx="934">
                  <c:v>0.424142419393</c:v>
                </c:pt>
                <c:pt idx="935">
                  <c:v>0.420866329037</c:v>
                </c:pt>
                <c:pt idx="936">
                  <c:v>0.417589200272</c:v>
                </c:pt>
                <c:pt idx="937">
                  <c:v>0.414312296066</c:v>
                </c:pt>
                <c:pt idx="938">
                  <c:v>0.411036851238</c:v>
                </c:pt>
                <c:pt idx="939">
                  <c:v>0.40776407155</c:v>
                </c:pt>
                <c:pt idx="940">
                  <c:v>0.404495132888</c:v>
                </c:pt>
                <c:pt idx="941">
                  <c:v>0.401231180546</c:v>
                </c:pt>
                <c:pt idx="942">
                  <c:v>0.397973328596</c:v>
                </c:pt>
                <c:pt idx="943">
                  <c:v>0.394722659354</c:v>
                </c:pt>
                <c:pt idx="944">
                  <c:v>0.391480222932</c:v>
                </c:pt>
                <c:pt idx="945">
                  <c:v>0.38824703688</c:v>
                </c:pt>
                <c:pt idx="946">
                  <c:v>0.385024085909</c:v>
                </c:pt>
                <c:pt idx="947">
                  <c:v>0.381812321693</c:v>
                </c:pt>
                <c:pt idx="948">
                  <c:v>0.378612662751</c:v>
                </c:pt>
                <c:pt idx="949">
                  <c:v>0.3754259944</c:v>
                </c:pt>
                <c:pt idx="950">
                  <c:v>0.372253168782</c:v>
                </c:pt>
                <c:pt idx="951">
                  <c:v>0.369095004951</c:v>
                </c:pt>
                <c:pt idx="952">
                  <c:v>0.365952289029</c:v>
                </c:pt>
                <c:pt idx="953">
                  <c:v>0.362825774419</c:v>
                </c:pt>
                <c:pt idx="954">
                  <c:v>0.359716182074</c:v>
                </c:pt>
                <c:pt idx="955">
                  <c:v>0.356624200816</c:v>
                </c:pt>
                <c:pt idx="956">
                  <c:v>0.353550487704</c:v>
                </c:pt>
                <c:pt idx="957">
                  <c:v>0.350495668452</c:v>
                </c:pt>
                <c:pt idx="958">
                  <c:v>0.347460337878</c:v>
                </c:pt>
                <c:pt idx="959">
                  <c:v>0.344445060398</c:v>
                </c:pt>
                <c:pt idx="960">
                  <c:v>0.341450370554</c:v>
                </c:pt>
                <c:pt idx="961">
                  <c:v>0.338476773568</c:v>
                </c:pt>
                <c:pt idx="962">
                  <c:v>0.335524745928</c:v>
                </c:pt>
                <c:pt idx="963">
                  <c:v>0.332594735998</c:v>
                </c:pt>
                <c:pt idx="964">
                  <c:v>0.329687164648</c:v>
                </c:pt>
                <c:pt idx="965">
                  <c:v>0.326802425902</c:v>
                </c:pt>
                <c:pt idx="966">
                  <c:v>0.323940887607</c:v>
                </c:pt>
                <c:pt idx="967">
                  <c:v>0.321102892108</c:v>
                </c:pt>
                <c:pt idx="968">
                  <c:v>0.318288756938</c:v>
                </c:pt>
                <c:pt idx="969">
                  <c:v>0.315498775519</c:v>
                </c:pt>
                <c:pt idx="970">
                  <c:v>0.312733217862</c:v>
                </c:pt>
                <c:pt idx="971">
                  <c:v>0.309992331278</c:v>
                </c:pt>
                <c:pt idx="972">
                  <c:v>0.307276341086</c:v>
                </c:pt>
                <c:pt idx="973">
                  <c:v>0.304585451328</c:v>
                </c:pt>
                <c:pt idx="974">
                  <c:v>0.301919845472</c:v>
                </c:pt>
                <c:pt idx="975">
                  <c:v>0.299279687122</c:v>
                </c:pt>
                <c:pt idx="976">
                  <c:v>0.296665120719</c:v>
                </c:pt>
                <c:pt idx="977">
                  <c:v>0.294076272238</c:v>
                </c:pt>
                <c:pt idx="978">
                  <c:v>0.291513249873</c:v>
                </c:pt>
                <c:pt idx="979">
                  <c:v>0.28897614472</c:v>
                </c:pt>
                <c:pt idx="980">
                  <c:v>0.286465031446</c:v>
                </c:pt>
                <c:pt idx="981">
                  <c:v>0.283979968952</c:v>
                </c:pt>
                <c:pt idx="982">
                  <c:v>0.28152100102</c:v>
                </c:pt>
                <c:pt idx="983">
                  <c:v>0.279088156953</c:v>
                </c:pt>
                <c:pt idx="984">
                  <c:v>0.276681452198</c:v>
                </c:pt>
                <c:pt idx="985">
                  <c:v>0.274300888958</c:v>
                </c:pt>
                <c:pt idx="986">
                  <c:v>0.271946456789</c:v>
                </c:pt>
                <c:pt idx="987">
                  <c:v>0.26961813319</c:v>
                </c:pt>
                <c:pt idx="988">
                  <c:v>0.267315884163</c:v>
                </c:pt>
                <c:pt idx="989">
                  <c:v>0.265039664777</c:v>
                </c:pt>
                <c:pt idx="990">
                  <c:v>0.2627894197</c:v>
                </c:pt>
                <c:pt idx="991">
                  <c:v>0.26056508373</c:v>
                </c:pt>
                <c:pt idx="992">
                  <c:v>0.258366582299</c:v>
                </c:pt>
                <c:pt idx="993">
                  <c:v>0.256193831969</c:v>
                </c:pt>
                <c:pt idx="994">
                  <c:v>0.25404674091</c:v>
                </c:pt>
                <c:pt idx="995">
                  <c:v>0.251925209361</c:v>
                </c:pt>
                <c:pt idx="996">
                  <c:v>0.24982913008</c:v>
                </c:pt>
                <c:pt idx="997">
                  <c:v>0.247758388773</c:v>
                </c:pt>
                <c:pt idx="998">
                  <c:v>0.245712864509</c:v>
                </c:pt>
                <c:pt idx="999">
                  <c:v>0.243692430126</c:v>
                </c:pt>
                <c:pt idx="1000">
                  <c:v>0.24169695261</c:v>
                </c:pt>
                <c:pt idx="1001">
                  <c:v>0.239726293472</c:v>
                </c:pt>
                <c:pt idx="1002">
                  <c:v>0.237780309101</c:v>
                </c:pt>
                <c:pt idx="1003">
                  <c:v>0.235858851107</c:v>
                </c:pt>
                <c:pt idx="1004">
                  <c:v>0.233961766645</c:v>
                </c:pt>
                <c:pt idx="1005">
                  <c:v>0.232088898735</c:v>
                </c:pt>
                <c:pt idx="1006">
                  <c:v>0.230240086552</c:v>
                </c:pt>
                <c:pt idx="1007">
                  <c:v>0.228415165722</c:v>
                </c:pt>
                <c:pt idx="1008">
                  <c:v>0.226613968585</c:v>
                </c:pt>
                <c:pt idx="1009">
                  <c:v>0.224836324462</c:v>
                </c:pt>
                <c:pt idx="1010">
                  <c:v>0.223082059897</c:v>
                </c:pt>
                <c:pt idx="1011">
                  <c:v>0.221350998891</c:v>
                </c:pt>
                <c:pt idx="1012">
                  <c:v>0.219642963128</c:v>
                </c:pt>
                <c:pt idx="1013">
                  <c:v>0.217957772179</c:v>
                </c:pt>
                <c:pt idx="1014">
                  <c:v>0.216295243707</c:v>
                </c:pt>
                <c:pt idx="1015">
                  <c:v>0.214655193646</c:v>
                </c:pt>
                <c:pt idx="1016">
                  <c:v>0.213037436385</c:v>
                </c:pt>
                <c:pt idx="1017">
                  <c:v>0.211441784924</c:v>
                </c:pt>
                <c:pt idx="1018">
                  <c:v>0.209868051037</c:v>
                </c:pt>
                <c:pt idx="1019">
                  <c:v>0.20831604541</c:v>
                </c:pt>
                <c:pt idx="1020">
                  <c:v>0.206785577778</c:v>
                </c:pt>
                <c:pt idx="1021">
                  <c:v>0.205276457046</c:v>
                </c:pt>
                <c:pt idx="1022">
                  <c:v>0.203788491409</c:v>
                </c:pt>
                <c:pt idx="1023">
                  <c:v>0.202321488453</c:v>
                </c:pt>
                <c:pt idx="1024">
                  <c:v>0.200875255252</c:v>
                </c:pt>
                <c:pt idx="1025">
                  <c:v>0.199449598457</c:v>
                </c:pt>
                <c:pt idx="1026">
                  <c:v>0.198044324378</c:v>
                </c:pt>
                <c:pt idx="1027">
                  <c:v>0.196659239046</c:v>
                </c:pt>
                <c:pt idx="1028">
                  <c:v>0.195294148288</c:v>
                </c:pt>
                <c:pt idx="1029">
                  <c:v>0.193948857773</c:v>
                </c:pt>
                <c:pt idx="1030">
                  <c:v>0.192623173062</c:v>
                </c:pt>
                <c:pt idx="1031">
                  <c:v>0.19131689965</c:v>
                </c:pt>
                <c:pt idx="1032">
                  <c:v>0.190029843</c:v>
                </c:pt>
                <c:pt idx="1033">
                  <c:v>0.188761808563</c:v>
                </c:pt>
                <c:pt idx="1034">
                  <c:v>0.187512601804</c:v>
                </c:pt>
                <c:pt idx="1035">
                  <c:v>0.186282028213</c:v>
                </c:pt>
                <c:pt idx="1036">
                  <c:v>0.185069893311</c:v>
                </c:pt>
                <c:pt idx="1037">
                  <c:v>0.183876002649</c:v>
                </c:pt>
                <c:pt idx="1038">
                  <c:v>0.182700161806</c:v>
                </c:pt>
                <c:pt idx="1039">
                  <c:v>0.181542176377</c:v>
                </c:pt>
                <c:pt idx="1040">
                  <c:v>0.180401851952</c:v>
                </c:pt>
                <c:pt idx="1041">
                  <c:v>0.179278994102</c:v>
                </c:pt>
                <c:pt idx="1042">
                  <c:v>0.178173408345</c:v>
                </c:pt>
                <c:pt idx="1043">
                  <c:v>0.177084900119</c:v>
                </c:pt>
                <c:pt idx="1044">
                  <c:v>0.176013274742</c:v>
                </c:pt>
                <c:pt idx="1045">
                  <c:v>0.174958337371</c:v>
                </c:pt>
                <c:pt idx="1046">
                  <c:v>0.17391989296</c:v>
                </c:pt>
                <c:pt idx="1047">
                  <c:v>0.172897746207</c:v>
                </c:pt>
                <c:pt idx="1048">
                  <c:v>0.171891701503</c:v>
                </c:pt>
                <c:pt idx="1049">
                  <c:v>0.170901562873</c:v>
                </c:pt>
                <c:pt idx="1050">
                  <c:v>0.169927133917</c:v>
                </c:pt>
                <c:pt idx="1051">
                  <c:v>0.168968217746</c:v>
                </c:pt>
                <c:pt idx="1052">
                  <c:v>0.168024616917</c:v>
                </c:pt>
                <c:pt idx="1053">
                  <c:v>0.16709613336</c:v>
                </c:pt>
                <c:pt idx="1054">
                  <c:v>0.166182568311</c:v>
                </c:pt>
                <c:pt idx="1055">
                  <c:v>0.165283722236</c:v>
                </c:pt>
                <c:pt idx="1056">
                  <c:v>0.164399394755</c:v>
                </c:pt>
                <c:pt idx="1057">
                  <c:v>0.163529384566</c:v>
                </c:pt>
                <c:pt idx="1058">
                  <c:v>0.162673489364</c:v>
                </c:pt>
                <c:pt idx="1059">
                  <c:v>0.161831505767</c:v>
                </c:pt>
                <c:pt idx="1060">
                  <c:v>0.161003229228</c:v>
                </c:pt>
                <c:pt idx="1061">
                  <c:v>0.160188453963</c:v>
                </c:pt>
                <c:pt idx="1062">
                  <c:v>0.159386972864</c:v>
                </c:pt>
                <c:pt idx="1063">
                  <c:v>0.158598577421</c:v>
                </c:pt>
                <c:pt idx="1064">
                  <c:v>0.157823057644</c:v>
                </c:pt>
                <c:pt idx="1065">
                  <c:v>0.157060201984</c:v>
                </c:pt>
                <c:pt idx="1066">
                  <c:v>0.156309797254</c:v>
                </c:pt>
                <c:pt idx="1067">
                  <c:v>0.155571628559</c:v>
                </c:pt>
                <c:pt idx="1068">
                  <c:v>0.154845479219</c:v>
                </c:pt>
                <c:pt idx="1069">
                  <c:v>0.154131130703</c:v>
                </c:pt>
                <c:pt idx="1070">
                  <c:v>0.153428362559</c:v>
                </c:pt>
                <c:pt idx="1071">
                  <c:v>0.152736952355</c:v>
                </c:pt>
                <c:pt idx="1072">
                  <c:v>0.152056675618</c:v>
                </c:pt>
                <c:pt idx="1073">
                  <c:v>0.151387305783</c:v>
                </c:pt>
                <c:pt idx="1074">
                  <c:v>0.150728614139</c:v>
                </c:pt>
                <c:pt idx="1075">
                  <c:v>0.150080369793</c:v>
                </c:pt>
                <c:pt idx="1076">
                  <c:v>0.149442339627</c:v>
                </c:pt>
                <c:pt idx="1077">
                  <c:v>0.14881428827</c:v>
                </c:pt>
                <c:pt idx="1078">
                  <c:v>0.148195978075</c:v>
                </c:pt>
                <c:pt idx="1079">
                  <c:v>0.147587169105</c:v>
                </c:pt>
                <c:pt idx="1080">
                  <c:v>0.146987619121</c:v>
                </c:pt>
                <c:pt idx="1081">
                  <c:v>0.146397083587</c:v>
                </c:pt>
                <c:pt idx="1082">
                  <c:v>0.145815315678</c:v>
                </c:pt>
                <c:pt idx="1083">
                  <c:v>0.145242066302</c:v>
                </c:pt>
                <c:pt idx="1084">
                  <c:v>0.144677084125</c:v>
                </c:pt>
                <c:pt idx="1085">
                  <c:v>0.144120115619</c:v>
                </c:pt>
                <c:pt idx="1086">
                  <c:v>0.143570905105</c:v>
                </c:pt>
                <c:pt idx="1087">
                  <c:v>0.14302919482</c:v>
                </c:pt>
                <c:pt idx="1088">
                  <c:v>0.142494724991</c:v>
                </c:pt>
                <c:pt idx="1089">
                  <c:v>0.141967233919</c:v>
                </c:pt>
                <c:pt idx="1090">
                  <c:v>0.141446458079</c:v>
                </c:pt>
                <c:pt idx="1091">
                  <c:v>0.140932132229</c:v>
                </c:pt>
                <c:pt idx="1092">
                  <c:v>0.140423989537</c:v>
                </c:pt>
                <c:pt idx="1093">
                  <c:v>0.139921761715</c:v>
                </c:pt>
                <c:pt idx="1094">
                  <c:v>0.139425179171</c:v>
                </c:pt>
                <c:pt idx="1095">
                  <c:v>0.138933971171</c:v>
                </c:pt>
                <c:pt idx="1096">
                  <c:v>0.138447866014</c:v>
                </c:pt>
                <c:pt idx="1097">
                  <c:v>0.137966591226</c:v>
                </c:pt>
                <c:pt idx="1098">
                  <c:v>0.13748987376</c:v>
                </c:pt>
                <c:pt idx="1099">
                  <c:v>0.137017440211</c:v>
                </c:pt>
                <c:pt idx="1100">
                  <c:v>0.136549017047</c:v>
                </c:pt>
                <c:pt idx="1101">
                  <c:v>0.136084330852</c:v>
                </c:pt>
                <c:pt idx="1102">
                  <c:v>0.135623108573</c:v>
                </c:pt>
                <c:pt idx="1103">
                  <c:v>0.135165077792</c:v>
                </c:pt>
                <c:pt idx="1104">
                  <c:v>0.134709967</c:v>
                </c:pt>
                <c:pt idx="1105">
                  <c:v>0.134257505883</c:v>
                </c:pt>
                <c:pt idx="1106">
                  <c:v>0.13380742562</c:v>
                </c:pt>
                <c:pt idx="1107">
                  <c:v>0.13335945919</c:v>
                </c:pt>
                <c:pt idx="1108">
                  <c:v>0.132913341687</c:v>
                </c:pt>
                <c:pt idx="1109">
                  <c:v>0.132468810641</c:v>
                </c:pt>
                <c:pt idx="1110">
                  <c:v>0.132025606351</c:v>
                </c:pt>
                <c:pt idx="1111">
                  <c:v>0.131583472215</c:v>
                </c:pt>
                <c:pt idx="1112">
                  <c:v>0.131142155074</c:v>
                </c:pt>
                <c:pt idx="1113">
                  <c:v>0.130701405552</c:v>
                </c:pt>
                <c:pt idx="1114">
                  <c:v>0.130260978404</c:v>
                </c:pt>
                <c:pt idx="1115">
                  <c:v>0.129820632862</c:v>
                </c:pt>
                <c:pt idx="1116">
                  <c:v>0.129380132981</c:v>
                </c:pt>
                <c:pt idx="1117">
                  <c:v>0.128939247983</c:v>
                </c:pt>
                <c:pt idx="1118">
                  <c:v>0.1284977526</c:v>
                </c:pt>
                <c:pt idx="1119">
                  <c:v>0.128055427415</c:v>
                </c:pt>
                <c:pt idx="1120">
                  <c:v>0.127612059188</c:v>
                </c:pt>
                <c:pt idx="1121">
                  <c:v>0.127167441188</c:v>
                </c:pt>
                <c:pt idx="1122">
                  <c:v>0.126721373505</c:v>
                </c:pt>
                <c:pt idx="1123">
                  <c:v>0.12627366336</c:v>
                </c:pt>
                <c:pt idx="1124">
                  <c:v>0.1258241254</c:v>
                </c:pt>
                <c:pt idx="1125">
                  <c:v>0.125372581984</c:v>
                </c:pt>
                <c:pt idx="1126">
                  <c:v>0.124918863448</c:v>
                </c:pt>
                <c:pt idx="1127">
                  <c:v>0.124462808366</c:v>
                </c:pt>
                <c:pt idx="1128">
                  <c:v>0.124004263781</c:v>
                </c:pt>
                <c:pt idx="1129">
                  <c:v>0.123543085435</c:v>
                </c:pt>
                <c:pt idx="1130">
                  <c:v>0.123079137963</c:v>
                </c:pt>
                <c:pt idx="1131">
                  <c:v>0.122612295082</c:v>
                </c:pt>
                <c:pt idx="1132">
                  <c:v>0.12214243975</c:v>
                </c:pt>
                <c:pt idx="1133">
                  <c:v>0.121669464308</c:v>
                </c:pt>
                <c:pt idx="1134">
                  <c:v>0.121193270599</c:v>
                </c:pt>
                <c:pt idx="1135">
                  <c:v>0.120713770065</c:v>
                </c:pt>
                <c:pt idx="1136">
                  <c:v>0.120230883817</c:v>
                </c:pt>
                <c:pt idx="1137">
                  <c:v>0.119744542689</c:v>
                </c:pt>
                <c:pt idx="1138">
                  <c:v>0.119254687257</c:v>
                </c:pt>
                <c:pt idx="1139">
                  <c:v>0.118761267846</c:v>
                </c:pt>
                <c:pt idx="1140">
                  <c:v>0.118264244501</c:v>
                </c:pt>
                <c:pt idx="1141">
                  <c:v>0.117763586944</c:v>
                </c:pt>
                <c:pt idx="1142">
                  <c:v>0.117259274498</c:v>
                </c:pt>
                <c:pt idx="1143">
                  <c:v>0.116751295994</c:v>
                </c:pt>
                <c:pt idx="1144">
                  <c:v>0.11623964965</c:v>
                </c:pt>
                <c:pt idx="1145">
                  <c:v>0.115724342931</c:v>
                </c:pt>
                <c:pt idx="1146">
                  <c:v>0.115205392382</c:v>
                </c:pt>
                <c:pt idx="1147">
                  <c:v>0.114682823442</c:v>
                </c:pt>
                <c:pt idx="1148">
                  <c:v>0.11415667024</c:v>
                </c:pt>
                <c:pt idx="1149">
                  <c:v>0.113626975365</c:v>
                </c:pt>
                <c:pt idx="1150">
                  <c:v>0.113093789623</c:v>
                </c:pt>
                <c:pt idx="1151">
                  <c:v>0.112557171771</c:v>
                </c:pt>
                <c:pt idx="1152">
                  <c:v>0.112017188239</c:v>
                </c:pt>
                <c:pt idx="1153">
                  <c:v>0.111473912833</c:v>
                </c:pt>
                <c:pt idx="1154">
                  <c:v>0.110927426429</c:v>
                </c:pt>
                <c:pt idx="1155">
                  <c:v>0.110377816647</c:v>
                </c:pt>
                <c:pt idx="1156">
                  <c:v>0.109825177519</c:v>
                </c:pt>
                <c:pt idx="1157">
                  <c:v>0.109269609146</c:v>
                </c:pt>
                <c:pt idx="1158">
                  <c:v>0.108711217347</c:v>
                </c:pt>
                <c:pt idx="1159">
                  <c:v>0.108150113297</c:v>
                </c:pt>
                <c:pt idx="1160">
                  <c:v>0.107586413166</c:v>
                </c:pt>
                <c:pt idx="1161">
                  <c:v>0.107020237745</c:v>
                </c:pt>
                <c:pt idx="1162">
                  <c:v>0.106451712081</c:v>
                </c:pt>
                <c:pt idx="1163">
                  <c:v>0.105880965097</c:v>
                </c:pt>
                <c:pt idx="1164">
                  <c:v>0.105308129224</c:v>
                </c:pt>
                <c:pt idx="1165">
                  <c:v>0.104733340026</c:v>
                </c:pt>
                <c:pt idx="1166">
                  <c:v>0.104156735832</c:v>
                </c:pt>
                <c:pt idx="1167">
                  <c:v>0.103578457369</c:v>
                </c:pt>
                <c:pt idx="1168">
                  <c:v>0.102998647402</c:v>
                </c:pt>
                <c:pt idx="1169">
                  <c:v>0.10241745038</c:v>
                </c:pt>
                <c:pt idx="1170">
                  <c:v>0.101835012087</c:v>
                </c:pt>
                <c:pt idx="1171">
                  <c:v>0.101251479302</c:v>
                </c:pt>
                <c:pt idx="1172">
                  <c:v>0.100666999472</c:v>
                </c:pt>
                <c:pt idx="1173">
                  <c:v>0.100081720386</c:v>
                </c:pt>
                <c:pt idx="1174">
                  <c:v>0.0994957898677</c:v>
                </c:pt>
                <c:pt idx="1175">
                  <c:v>0.098909355476</c:v>
                </c:pt>
                <c:pt idx="1176">
                  <c:v>0.0983225642172</c:v>
                </c:pt>
                <c:pt idx="1177">
                  <c:v>0.0977355622699</c:v>
                </c:pt>
                <c:pt idx="1178">
                  <c:v>0.0971484947229</c:v>
                </c:pt>
                <c:pt idx="1179">
                  <c:v>0.0965615053257</c:v>
                </c:pt>
                <c:pt idx="1180">
                  <c:v>0.0959747362528</c:v>
                </c:pt>
                <c:pt idx="1181">
                  <c:v>0.0953883278813</c:v>
                </c:pt>
                <c:pt idx="1182">
                  <c:v>0.0948024185825</c:v>
                </c:pt>
                <c:pt idx="1183">
                  <c:v>0.0942171445271</c:v>
                </c:pt>
                <c:pt idx="1184">
                  <c:v>0.0936326395043</c:v>
                </c:pt>
                <c:pt idx="1185">
                  <c:v>0.0930490347548</c:v>
                </c:pt>
                <c:pt idx="1186">
                  <c:v>0.0924664588175</c:v>
                </c:pt>
                <c:pt idx="1187">
                  <c:v>0.0918850373895</c:v>
                </c:pt>
                <c:pt idx="1188">
                  <c:v>0.0913048931998</c:v>
                </c:pt>
                <c:pt idx="1189">
                  <c:v>0.0907261458957</c:v>
                </c:pt>
                <c:pt idx="1190">
                  <c:v>0.0901489119421</c:v>
                </c:pt>
                <c:pt idx="1191">
                  <c:v>0.0895733045337</c:v>
                </c:pt>
                <c:pt idx="1192">
                  <c:v>0.0889994335189</c:v>
                </c:pt>
                <c:pt idx="1193">
                  <c:v>0.088427405335</c:v>
                </c:pt>
                <c:pt idx="1194">
                  <c:v>0.087857322956</c:v>
                </c:pt>
                <c:pt idx="1195">
                  <c:v>0.0872892858499</c:v>
                </c:pt>
                <c:pt idx="1196">
                  <c:v>0.0867233899471</c:v>
                </c:pt>
                <c:pt idx="1197">
                  <c:v>0.0861597276188</c:v>
                </c:pt>
                <c:pt idx="1198">
                  <c:v>0.0855983876649</c:v>
                </c:pt>
                <c:pt idx="1199">
                  <c:v>0.0850394553101</c:v>
                </c:pt>
                <c:pt idx="1200">
                  <c:v>0.0844830122098</c:v>
                </c:pt>
                <c:pt idx="1201">
                  <c:v>0.0839291364629</c:v>
                </c:pt>
                <c:pt idx="1202">
                  <c:v>0.0833779026328</c:v>
                </c:pt>
                <c:pt idx="1203">
                  <c:v>0.0828293817748</c:v>
                </c:pt>
                <c:pt idx="1204">
                  <c:v>0.0822836414706</c:v>
                </c:pt>
                <c:pt idx="1205">
                  <c:v>0.0817407458685</c:v>
                </c:pt>
                <c:pt idx="1206">
                  <c:v>0.0812007557294</c:v>
                </c:pt>
                <c:pt idx="1207">
                  <c:v>0.0806637284774</c:v>
                </c:pt>
                <c:pt idx="1208">
                  <c:v>0.080129718256</c:v>
                </c:pt>
                <c:pt idx="1209">
                  <c:v>0.0795987759873</c:v>
                </c:pt>
                <c:pt idx="1210">
                  <c:v>0.079070949436</c:v>
                </c:pt>
                <c:pt idx="1211">
                  <c:v>0.0785462832763</c:v>
                </c:pt>
                <c:pt idx="1212">
                  <c:v>0.078024819162</c:v>
                </c:pt>
                <c:pt idx="1213">
                  <c:v>0.0775065957987</c:v>
                </c:pt>
                <c:pt idx="1214">
                  <c:v>0.0769916490188</c:v>
                </c:pt>
                <c:pt idx="1215">
                  <c:v>0.0764800118584</c:v>
                </c:pt>
                <c:pt idx="1216">
                  <c:v>0.0759717146351</c:v>
                </c:pt>
                <c:pt idx="1217">
                  <c:v>0.0754667850277</c:v>
                </c:pt>
                <c:pt idx="1218">
                  <c:v>0.0749652481563</c:v>
                </c:pt>
                <c:pt idx="1219">
                  <c:v>0.0744671266639</c:v>
                </c:pt>
                <c:pt idx="1220">
                  <c:v>0.0739724407973</c:v>
                </c:pt>
                <c:pt idx="1221">
                  <c:v>0.0734812084888</c:v>
                </c:pt>
                <c:pt idx="1222">
                  <c:v>0.0729934454379</c:v>
                </c:pt>
                <c:pt idx="1223">
                  <c:v>0.0725091651921</c:v>
                </c:pt>
                <c:pt idx="1224">
                  <c:v>0.0720283792279</c:v>
                </c:pt>
                <c:pt idx="1225">
                  <c:v>0.0715510970306</c:v>
                </c:pt>
                <c:pt idx="1226">
                  <c:v>0.0710773261735</c:v>
                </c:pt>
                <c:pt idx="1227">
                  <c:v>0.070607072396</c:v>
                </c:pt>
                <c:pt idx="1228">
                  <c:v>0.0701403396802</c:v>
                </c:pt>
                <c:pt idx="1229">
                  <c:v>0.0696771303271</c:v>
                </c:pt>
                <c:pt idx="1230">
                  <c:v>0.0692174450306</c:v>
                </c:pt>
                <c:pt idx="1231">
                  <c:v>0.0687612829499</c:v>
                </c:pt>
                <c:pt idx="1232">
                  <c:v>0.0683086417811</c:v>
                </c:pt>
                <c:pt idx="1233">
                  <c:v>0.0678595178267</c:v>
                </c:pt>
                <c:pt idx="1234">
                  <c:v>0.0674139060626</c:v>
                </c:pt>
                <c:pt idx="1235">
                  <c:v>0.066971800205</c:v>
                </c:pt>
                <c:pt idx="1236">
                  <c:v>0.0665331927735</c:v>
                </c:pt>
                <c:pt idx="1237">
                  <c:v>0.0660980751539</c:v>
                </c:pt>
                <c:pt idx="1238">
                  <c:v>0.0656664376582</c:v>
                </c:pt>
                <c:pt idx="1239">
                  <c:v>0.0652382695827</c:v>
                </c:pt>
                <c:pt idx="1240">
                  <c:v>0.0648135592645</c:v>
                </c:pt>
                <c:pt idx="1241">
                  <c:v>0.0643922941361</c:v>
                </c:pt>
                <c:pt idx="1242">
                  <c:v>0.0639744607769</c:v>
                </c:pt>
                <c:pt idx="1243">
                  <c:v>0.0635600449646</c:v>
                </c:pt>
                <c:pt idx="1244">
                  <c:v>0.0631490317229</c:v>
                </c:pt>
                <c:pt idx="1245">
                  <c:v>0.0627414053686</c:v>
                </c:pt>
                <c:pt idx="1246">
                  <c:v>0.0623371495557</c:v>
                </c:pt>
                <c:pt idx="1247">
                  <c:v>0.0619362473182</c:v>
                </c:pt>
                <c:pt idx="1248">
                  <c:v>0.0615386811113</c:v>
                </c:pt>
                <c:pt idx="1249">
                  <c:v>0.0611444328501</c:v>
                </c:pt>
                <c:pt idx="1250">
                  <c:v>0.0607534839468</c:v>
                </c:pt>
                <c:pt idx="1251">
                  <c:v>0.0603658153467</c:v>
                </c:pt>
                <c:pt idx="1252">
                  <c:v>0.0599814075614</c:v>
                </c:pt>
                <c:pt idx="1253">
                  <c:v>0.0596002407015</c:v>
                </c:pt>
                <c:pt idx="1254">
                  <c:v>0.0592222945068</c:v>
                </c:pt>
                <c:pt idx="1255">
                  <c:v>0.0588475483758</c:v>
                </c:pt>
                <c:pt idx="1256">
                  <c:v>0.0584759813928</c:v>
                </c:pt>
                <c:pt idx="1257">
                  <c:v>0.0581075723544</c:v>
                </c:pt>
                <c:pt idx="1258">
                  <c:v>0.057742299794</c:v>
                </c:pt>
                <c:pt idx="1259">
                  <c:v>0.0573801420052</c:v>
                </c:pt>
                <c:pt idx="1260">
                  <c:v>0.0570210770642</c:v>
                </c:pt>
                <c:pt idx="1261">
                  <c:v>0.0566650828505</c:v>
                </c:pt>
                <c:pt idx="1262">
                  <c:v>0.0563121370669</c:v>
                </c:pt>
                <c:pt idx="1263">
                  <c:v>0.0559622172577</c:v>
                </c:pt>
                <c:pt idx="1264">
                  <c:v>0.055615300827</c:v>
                </c:pt>
                <c:pt idx="1265">
                  <c:v>0.0552713650546</c:v>
                </c:pt>
                <c:pt idx="1266">
                  <c:v>0.0549303871122</c:v>
                </c:pt>
                <c:pt idx="1267">
                  <c:v>0.054592344078</c:v>
                </c:pt>
                <c:pt idx="1268">
                  <c:v>0.0542572129504</c:v>
                </c:pt>
                <c:pt idx="1269">
                  <c:v>0.0539249706615</c:v>
                </c:pt>
                <c:pt idx="1270">
                  <c:v>0.0535955940893</c:v>
                </c:pt>
                <c:pt idx="1271">
                  <c:v>0.0532690600692</c:v>
                </c:pt>
                <c:pt idx="1272">
                  <c:v>0.0529453454053</c:v>
                </c:pt>
                <c:pt idx="1273">
                  <c:v>0.0526244268804</c:v>
                </c:pt>
                <c:pt idx="1274">
                  <c:v>0.0523062812664</c:v>
                </c:pt>
                <c:pt idx="1275">
                  <c:v>0.0519908853327</c:v>
                </c:pt>
                <c:pt idx="1276">
                  <c:v>0.0516782158559</c:v>
                </c:pt>
                <c:pt idx="1277">
                  <c:v>0.0513682496272</c:v>
                </c:pt>
                <c:pt idx="1278">
                  <c:v>0.0510609634606</c:v>
                </c:pt>
                <c:pt idx="1279">
                  <c:v>0.0507563342005</c:v>
                </c:pt>
                <c:pt idx="1280">
                  <c:v>0.0504543387284</c:v>
                </c:pt>
                <c:pt idx="1281">
                  <c:v>0.0501549539694</c:v>
                </c:pt>
                <c:pt idx="1282">
                  <c:v>0.0498581568992</c:v>
                </c:pt>
                <c:pt idx="1283">
                  <c:v>0.0495639245493</c:v>
                </c:pt>
                <c:pt idx="1284">
                  <c:v>0.0492722340133</c:v>
                </c:pt>
                <c:pt idx="1285">
                  <c:v>0.048983062452</c:v>
                </c:pt>
                <c:pt idx="1286">
                  <c:v>0.0486963870987</c:v>
                </c:pt>
                <c:pt idx="1287">
                  <c:v>0.0484121852644</c:v>
                </c:pt>
                <c:pt idx="1288">
                  <c:v>0.0481304343421</c:v>
                </c:pt>
                <c:pt idx="1289">
                  <c:v>0.0478511118114</c:v>
                </c:pt>
                <c:pt idx="1290">
                  <c:v>0.0475741952432</c:v>
                </c:pt>
                <c:pt idx="1291">
                  <c:v>0.0472996623034</c:v>
                </c:pt>
                <c:pt idx="1292">
                  <c:v>0.047027490757</c:v>
                </c:pt>
                <c:pt idx="1293">
                  <c:v>0.0467576584721</c:v>
                </c:pt>
                <c:pt idx="1294">
                  <c:v>0.0464901434231</c:v>
                </c:pt>
                <c:pt idx="1295">
                  <c:v>0.0462249236948</c:v>
                </c:pt>
                <c:pt idx="1296">
                  <c:v>0.0459619774852</c:v>
                </c:pt>
                <c:pt idx="1297">
                  <c:v>0.0457012831088</c:v>
                </c:pt>
                <c:pt idx="1298">
                  <c:v>0.045442819</c:v>
                </c:pt>
                <c:pt idx="1299">
                  <c:v>0.0451865637157</c:v>
                </c:pt>
                <c:pt idx="1300">
                  <c:v>0.0449324959383</c:v>
                </c:pt>
                <c:pt idx="1301">
                  <c:v>0.0446805944785</c:v>
                </c:pt>
                <c:pt idx="1302">
                  <c:v>0.0444308382774</c:v>
                </c:pt>
                <c:pt idx="1303">
                  <c:v>0.0441832064096</c:v>
                </c:pt>
                <c:pt idx="1304">
                  <c:v>0.0439376780852</c:v>
                </c:pt>
                <c:pt idx="1305">
                  <c:v>0.0436942326522</c:v>
                </c:pt>
                <c:pt idx="1306">
                  <c:v>0.0434528495984</c:v>
                </c:pt>
                <c:pt idx="1307">
                  <c:v>0.0432135085537</c:v>
                </c:pt>
                <c:pt idx="1308">
                  <c:v>0.042976189292</c:v>
                </c:pt>
                <c:pt idx="1309">
                  <c:v>0.0427408717329</c:v>
                </c:pt>
                <c:pt idx="1310">
                  <c:v>0.0425075359436</c:v>
                </c:pt>
                <c:pt idx="1311">
                  <c:v>0.0422761621402</c:v>
                </c:pt>
                <c:pt idx="1312">
                  <c:v>0.0420467306897</c:v>
                </c:pt>
                <c:pt idx="1313">
                  <c:v>0.0418192221112</c:v>
                </c:pt>
                <c:pt idx="1314">
                  <c:v>0.0415936170771</c:v>
                </c:pt>
                <c:pt idx="1315">
                  <c:v>0.0413698964145</c:v>
                </c:pt>
                <c:pt idx="1316">
                  <c:v>0.0411480411064</c:v>
                </c:pt>
                <c:pt idx="1317">
                  <c:v>0.0409280322927</c:v>
                </c:pt>
                <c:pt idx="1318">
                  <c:v>0.0407098512711</c:v>
                </c:pt>
                <c:pt idx="1319">
                  <c:v>0.0404934794979</c:v>
                </c:pt>
                <c:pt idx="1320">
                  <c:v>0.0402788985893</c:v>
                </c:pt>
                <c:pt idx="1321">
                  <c:v>0.0400660903214</c:v>
                </c:pt>
                <c:pt idx="1322">
                  <c:v>0.0398550366312</c:v>
                </c:pt>
                <c:pt idx="1323">
                  <c:v>0.0396457196172</c:v>
                </c:pt>
                <c:pt idx="1324">
                  <c:v>0.0394381215397</c:v>
                </c:pt>
                <c:pt idx="1325">
                  <c:v>0.0392322248211</c:v>
                </c:pt>
                <c:pt idx="1326">
                  <c:v>0.0390280120463</c:v>
                </c:pt>
                <c:pt idx="1327">
                  <c:v>0.0388254659631</c:v>
                </c:pt>
                <c:pt idx="1328">
                  <c:v>0.0386245694821</c:v>
                </c:pt>
                <c:pt idx="1329">
                  <c:v>0.0384253056767</c:v>
                </c:pt>
                <c:pt idx="1330">
                  <c:v>0.0382276577834</c:v>
                </c:pt>
                <c:pt idx="1331">
                  <c:v>0.0380316092015</c:v>
                </c:pt>
                <c:pt idx="1332">
                  <c:v>0.0378371434929</c:v>
                </c:pt>
                <c:pt idx="1333">
                  <c:v>0.0376442443823</c:v>
                </c:pt>
                <c:pt idx="1334">
                  <c:v>0.0374528957564</c:v>
                </c:pt>
                <c:pt idx="1335">
                  <c:v>0.0372630816641</c:v>
                </c:pt>
                <c:pt idx="1336">
                  <c:v>0.0370747863156</c:v>
                </c:pt>
                <c:pt idx="1337">
                  <c:v>0.0368879940824</c:v>
                </c:pt>
                <c:pt idx="1338">
                  <c:v>0.0367026894964</c:v>
                </c:pt>
                <c:pt idx="1339">
                  <c:v>0.0365188572498</c:v>
                </c:pt>
                <c:pt idx="1340">
                  <c:v>0.0363364821942</c:v>
                </c:pt>
                <c:pt idx="1341">
                  <c:v>0.0361555493399</c:v>
                </c:pt>
                <c:pt idx="1342">
                  <c:v>0.0359760438555</c:v>
                </c:pt>
                <c:pt idx="1343">
                  <c:v>0.0357979510668</c:v>
                </c:pt>
                <c:pt idx="1344">
                  <c:v>0.0356212564563</c:v>
                </c:pt>
                <c:pt idx="1345">
                  <c:v>0.0354459456623</c:v>
                </c:pt>
                <c:pt idx="1346">
                  <c:v>0.0352720044779</c:v>
                </c:pt>
                <c:pt idx="1347">
                  <c:v>0.0350994188503</c:v>
                </c:pt>
                <c:pt idx="1348">
                  <c:v>0.0349281748799</c:v>
                </c:pt>
                <c:pt idx="1349">
                  <c:v>0.0347582588189</c:v>
                </c:pt>
                <c:pt idx="1350">
                  <c:v>0.0345896570709</c:v>
                </c:pt>
                <c:pt idx="1351">
                  <c:v>0.0344223561894</c:v>
                </c:pt>
                <c:pt idx="1352">
                  <c:v>0.034256342877</c:v>
                </c:pt>
                <c:pt idx="1353">
                  <c:v>0.0340916039843</c:v>
                </c:pt>
                <c:pt idx="1354">
                  <c:v>0.0339281265087</c:v>
                </c:pt>
                <c:pt idx="1355">
                  <c:v>0.0337658975932</c:v>
                </c:pt>
                <c:pt idx="1356">
                  <c:v>0.0336049045255</c:v>
                </c:pt>
                <c:pt idx="1357">
                  <c:v>0.0334451347367</c:v>
                </c:pt>
                <c:pt idx="1358">
                  <c:v>0.0332865758001</c:v>
                </c:pt>
                <c:pt idx="1359">
                  <c:v>0.0331292154297</c:v>
                </c:pt>
                <c:pt idx="1360">
                  <c:v>0.0329730414798</c:v>
                </c:pt>
                <c:pt idx="1361">
                  <c:v>0.0328180419429</c:v>
                </c:pt>
                <c:pt idx="1362">
                  <c:v>0.0326642049488</c:v>
                </c:pt>
                <c:pt idx="1363">
                  <c:v>0.0325115187634</c:v>
                </c:pt>
                <c:pt idx="1364">
                  <c:v>0.0323599717876</c:v>
                </c:pt>
                <c:pt idx="1365">
                  <c:v>0.0322095525553</c:v>
                </c:pt>
                <c:pt idx="1366">
                  <c:v>0.0320602497331</c:v>
                </c:pt>
                <c:pt idx="1367">
                  <c:v>0.0319120521182</c:v>
                </c:pt>
                <c:pt idx="1368">
                  <c:v>0.0317649486376</c:v>
                </c:pt>
                <c:pt idx="1369">
                  <c:v>0.0316189283465</c:v>
                </c:pt>
                <c:pt idx="1370">
                  <c:v>0.0314739804273</c:v>
                </c:pt>
                <c:pt idx="1371">
                  <c:v>0.031330094188</c:v>
                </c:pt>
                <c:pt idx="1372">
                  <c:v>0.0311872590609</c:v>
                </c:pt>
                <c:pt idx="1373">
                  <c:v>0.0310454646015</c:v>
                </c:pt>
                <c:pt idx="1374">
                  <c:v>0.0309047004872</c:v>
                </c:pt>
                <c:pt idx="1375">
                  <c:v>0.0307649565156</c:v>
                </c:pt>
                <c:pt idx="1376">
                  <c:v>0.0306262226037</c:v>
                </c:pt>
                <c:pt idx="1377">
                  <c:v>0.0304884887863</c:v>
                </c:pt>
                <c:pt idx="1378">
                  <c:v>0.0303517452147</c:v>
                </c:pt>
                <c:pt idx="1379">
                  <c:v>0.0302159821556</c:v>
                </c:pt>
                <c:pt idx="1380">
                  <c:v>0.0300811899894</c:v>
                </c:pt>
                <c:pt idx="1381">
                  <c:v>0.0299473592094</c:v>
                </c:pt>
                <c:pt idx="1382">
                  <c:v>0.0298144804202</c:v>
                </c:pt>
                <c:pt idx="1383">
                  <c:v>0.0296825443365</c:v>
                </c:pt>
                <c:pt idx="1384">
                  <c:v>0.0295515417819</c:v>
                </c:pt>
                <c:pt idx="1385">
                  <c:v>0.0294214636876</c:v>
                </c:pt>
                <c:pt idx="1386">
                  <c:v>0.0292923010908</c:v>
                </c:pt>
                <c:pt idx="1387">
                  <c:v>0.0291640451342</c:v>
                </c:pt>
                <c:pt idx="1388">
                  <c:v>0.029036687064</c:v>
                </c:pt>
                <c:pt idx="1389">
                  <c:v>0.028910218229</c:v>
                </c:pt>
                <c:pt idx="1390">
                  <c:v>0.0287846300794</c:v>
                </c:pt>
                <c:pt idx="1391">
                  <c:v>0.0286599141656</c:v>
                </c:pt>
                <c:pt idx="1392">
                  <c:v>0.0285360621368</c:v>
                </c:pt>
                <c:pt idx="1393">
                  <c:v>0.02841306574</c:v>
                </c:pt>
                <c:pt idx="1394">
                  <c:v>0.0282909168185</c:v>
                </c:pt>
                <c:pt idx="1395">
                  <c:v>0.0281696073112</c:v>
                </c:pt>
                <c:pt idx="1396">
                  <c:v>0.0280491292511</c:v>
                </c:pt>
                <c:pt idx="1397">
                  <c:v>0.0279294747642</c:v>
                </c:pt>
                <c:pt idx="1398">
                  <c:v>0.0278106360682</c:v>
                </c:pt>
                <c:pt idx="1399">
                  <c:v>0.0276926054717</c:v>
                </c:pt>
                <c:pt idx="1400">
                  <c:v>0.0275753753729</c:v>
                </c:pt>
                <c:pt idx="1401">
                  <c:v>0.0274589382583</c:v>
                </c:pt>
                <c:pt idx="1402">
                  <c:v>0.0273432867018</c:v>
                </c:pt>
                <c:pt idx="1403">
                  <c:v>0.0272284133638</c:v>
                </c:pt>
                <c:pt idx="1404">
                  <c:v>0.0271143109896</c:v>
                </c:pt>
                <c:pt idx="1405">
                  <c:v>0.0270009724086</c:v>
                </c:pt>
                <c:pt idx="1406">
                  <c:v>0.0268883905335</c:v>
                </c:pt>
                <c:pt idx="1407">
                  <c:v>0.0267765583586</c:v>
                </c:pt>
                <c:pt idx="1408">
                  <c:v>0.0266654689595</c:v>
                </c:pt>
                <c:pt idx="1409">
                  <c:v>0.0265551154916</c:v>
                </c:pt>
                <c:pt idx="1410">
                  <c:v>0.026445491189</c:v>
                </c:pt>
                <c:pt idx="1411">
                  <c:v>0.026336589364</c:v>
                </c:pt>
                <c:pt idx="1412">
                  <c:v>0.0262284034057</c:v>
                </c:pt>
                <c:pt idx="1413">
                  <c:v>0.0261209267788</c:v>
                </c:pt>
                <c:pt idx="1414">
                  <c:v>0.0260141530235</c:v>
                </c:pt>
                <c:pt idx="1415">
                  <c:v>0.0259080757535</c:v>
                </c:pt>
                <c:pt idx="1416">
                  <c:v>0.0258026886558</c:v>
                </c:pt>
                <c:pt idx="1417">
                  <c:v>0.0256979854893</c:v>
                </c:pt>
                <c:pt idx="1418">
                  <c:v>0.0255939600842</c:v>
                </c:pt>
                <c:pt idx="1419">
                  <c:v>0.025490606341</c:v>
                </c:pt>
                <c:pt idx="1420">
                  <c:v>0.0253879182293</c:v>
                </c:pt>
                <c:pt idx="1421">
                  <c:v>0.0252858897874</c:v>
                </c:pt>
                <c:pt idx="1422">
                  <c:v>0.025184515121</c:v>
                </c:pt>
                <c:pt idx="1423">
                  <c:v>0.0250837884025</c:v>
                </c:pt>
                <c:pt idx="1424">
                  <c:v>0.0249837038703</c:v>
                </c:pt>
                <c:pt idx="1425">
                  <c:v>0.0248842558276</c:v>
                </c:pt>
                <c:pt idx="1426">
                  <c:v>0.0247854386419</c:v>
                </c:pt>
                <c:pt idx="1427">
                  <c:v>0.0246872467438</c:v>
                </c:pt>
                <c:pt idx="1428">
                  <c:v>0.0245896746267</c:v>
                </c:pt>
                <c:pt idx="1429">
                  <c:v>0.0244927168453</c:v>
                </c:pt>
                <c:pt idx="1430">
                  <c:v>0.0243963680156</c:v>
                </c:pt>
                <c:pt idx="1431">
                  <c:v>0.0243006228134</c:v>
                </c:pt>
                <c:pt idx="1432">
                  <c:v>0.024205475974</c:v>
                </c:pt>
                <c:pt idx="1433">
                  <c:v>0.0241109222913</c:v>
                </c:pt>
                <c:pt idx="1434">
                  <c:v>0.0240169566168</c:v>
                </c:pt>
                <c:pt idx="1435">
                  <c:v>0.0239235738592</c:v>
                </c:pt>
                <c:pt idx="1436">
                  <c:v>0.0238307689836</c:v>
                </c:pt>
                <c:pt idx="1437">
                  <c:v>0.0237385370107</c:v>
                </c:pt>
                <c:pt idx="1438">
                  <c:v>0.0236468730158</c:v>
                </c:pt>
                <c:pt idx="1439">
                  <c:v>0.0235557721287</c:v>
                </c:pt>
                <c:pt idx="1440">
                  <c:v>0.0234652295327</c:v>
                </c:pt>
                <c:pt idx="1441">
                  <c:v>0.0233752404636</c:v>
                </c:pt>
                <c:pt idx="1442">
                  <c:v>0.0232858002095</c:v>
                </c:pt>
                <c:pt idx="1443">
                  <c:v>0.0231969041101</c:v>
                </c:pt>
                <c:pt idx="1444">
                  <c:v>0.0231085475555</c:v>
                </c:pt>
                <c:pt idx="1445">
                  <c:v>0.0230207259863</c:v>
                </c:pt>
                <c:pt idx="1446">
                  <c:v>0.0229334348925</c:v>
                </c:pt>
                <c:pt idx="1447">
                  <c:v>0.0228466698128</c:v>
                </c:pt>
                <c:pt idx="1448">
                  <c:v>0.0227604263343</c:v>
                </c:pt>
                <c:pt idx="1449">
                  <c:v>0.0226747000916</c:v>
                </c:pt>
                <c:pt idx="1450">
                  <c:v>0.0225894867665</c:v>
                </c:pt>
                <c:pt idx="1451">
                  <c:v>0.022504782087</c:v>
                </c:pt>
                <c:pt idx="1452">
                  <c:v>0.022420581827</c:v>
                </c:pt>
                <c:pt idx="1453">
                  <c:v>0.0223368818058</c:v>
                </c:pt>
                <c:pt idx="1454">
                  <c:v>0.022253677887</c:v>
                </c:pt>
                <c:pt idx="1455">
                  <c:v>0.0221709659786</c:v>
                </c:pt>
                <c:pt idx="1456">
                  <c:v>0.0220887420321</c:v>
                </c:pt>
                <c:pt idx="1457">
                  <c:v>0.0220070020419</c:v>
                </c:pt>
                <c:pt idx="1458">
                  <c:v>0.0219257420448</c:v>
                </c:pt>
                <c:pt idx="1459">
                  <c:v>0.0218449581196</c:v>
                </c:pt>
                <c:pt idx="1460">
                  <c:v>0.0217646463865</c:v>
                </c:pt>
                <c:pt idx="1461">
                  <c:v>0.0216848030064</c:v>
                </c:pt>
                <c:pt idx="1462">
                  <c:v>0.0216054241808</c:v>
                </c:pt>
                <c:pt idx="1463">
                  <c:v>0.0215265061507</c:v>
                </c:pt>
                <c:pt idx="1464">
                  <c:v>0.0214480451968</c:v>
                </c:pt>
                <c:pt idx="1465">
                  <c:v>0.0213700376383</c:v>
                </c:pt>
                <c:pt idx="1466">
                  <c:v>0.021292479833</c:v>
                </c:pt>
                <c:pt idx="1467">
                  <c:v>0.0212153681764</c:v>
                </c:pt>
                <c:pt idx="1468">
                  <c:v>0.0211386991015</c:v>
                </c:pt>
                <c:pt idx="1469">
                  <c:v>0.0210624690783</c:v>
                </c:pt>
                <c:pt idx="1470">
                  <c:v>0.0209866746131</c:v>
                </c:pt>
                <c:pt idx="1471">
                  <c:v>0.0209113122484</c:v>
                </c:pt>
                <c:pt idx="1472">
                  <c:v>0.0208363785622</c:v>
                </c:pt>
                <c:pt idx="1473">
                  <c:v>0.0207618701675</c:v>
                </c:pt>
                <c:pt idx="1474">
                  <c:v>0.0206877837123</c:v>
                </c:pt>
                <c:pt idx="1475">
                  <c:v>0.0206141158786</c:v>
                </c:pt>
                <c:pt idx="1476">
                  <c:v>0.0205408633824</c:v>
                </c:pt>
                <c:pt idx="1477">
                  <c:v>0.020468022973</c:v>
                </c:pt>
                <c:pt idx="1478">
                  <c:v>0.020395591433</c:v>
                </c:pt>
                <c:pt idx="1479">
                  <c:v>0.0203235655773</c:v>
                </c:pt>
                <c:pt idx="1480">
                  <c:v>0.0202519422531</c:v>
                </c:pt>
                <c:pt idx="1481">
                  <c:v>0.0201807183396</c:v>
                </c:pt>
                <c:pt idx="1482">
                  <c:v>0.0201098907473</c:v>
                </c:pt>
                <c:pt idx="1483">
                  <c:v>0.0200394564178</c:v>
                </c:pt>
                <c:pt idx="1484">
                  <c:v>0.0199694123232</c:v>
                </c:pt>
                <c:pt idx="1485">
                  <c:v>0.0198997554661</c:v>
                </c:pt>
                <c:pt idx="1486">
                  <c:v>0.019830482879</c:v>
                </c:pt>
                <c:pt idx="1487">
                  <c:v>0.019761591624</c:v>
                </c:pt>
                <c:pt idx="1488">
                  <c:v>0.0196930787923</c:v>
                </c:pt>
                <c:pt idx="1489">
                  <c:v>0.019624941504</c:v>
                </c:pt>
                <c:pt idx="1490">
                  <c:v>0.0195571769079</c:v>
                </c:pt>
                <c:pt idx="1491">
                  <c:v>0.0194897821807</c:v>
                </c:pt>
                <c:pt idx="1492">
                  <c:v>0.0194227545271</c:v>
                </c:pt>
                <c:pt idx="1493">
                  <c:v>0.0193560911793</c:v>
                </c:pt>
                <c:pt idx="1494">
                  <c:v>0.0192897893966</c:v>
                </c:pt>
                <c:pt idx="1495">
                  <c:v>0.0192238464652</c:v>
                </c:pt>
                <c:pt idx="1496">
                  <c:v>0.0191582596978</c:v>
                </c:pt>
                <c:pt idx="1497">
                  <c:v>0.0190930264334</c:v>
                </c:pt>
                <c:pt idx="1498">
                  <c:v>0.0190281440367</c:v>
                </c:pt>
                <c:pt idx="1499">
                  <c:v>0.0189636098983</c:v>
                </c:pt>
                <c:pt idx="1500">
                  <c:v>0.0188994214339</c:v>
                </c:pt>
                <c:pt idx="1501">
                  <c:v>0.0188355760842</c:v>
                </c:pt>
                <c:pt idx="1502">
                  <c:v>0.0187720713146</c:v>
                </c:pt>
                <c:pt idx="1503">
                  <c:v>0.018708904615</c:v>
                </c:pt>
                <c:pt idx="1504">
                  <c:v>0.0186460734994</c:v>
                </c:pt>
                <c:pt idx="1505">
                  <c:v>0.0185835755056</c:v>
                </c:pt>
                <c:pt idx="1506">
                  <c:v>0.0185214081949</c:v>
                </c:pt>
                <c:pt idx="1507">
                  <c:v>0.0184595691521</c:v>
                </c:pt>
                <c:pt idx="1508">
                  <c:v>0.0183980559848</c:v>
                </c:pt>
                <c:pt idx="1509">
                  <c:v>0.0183368663235</c:v>
                </c:pt>
                <c:pt idx="1510">
                  <c:v>0.0182759978212</c:v>
                </c:pt>
                <c:pt idx="1511">
                  <c:v>0.0182154481529</c:v>
                </c:pt>
                <c:pt idx="1512">
                  <c:v>0.0181552150159</c:v>
                </c:pt>
                <c:pt idx="1513">
                  <c:v>0.0180952961289</c:v>
                </c:pt>
                <c:pt idx="1514">
                  <c:v>0.0180356892323</c:v>
                </c:pt>
                <c:pt idx="1515">
                  <c:v>0.0179763920878</c:v>
                </c:pt>
                <c:pt idx="1516">
                  <c:v>0.0179174024777</c:v>
                </c:pt>
                <c:pt idx="1517">
                  <c:v>0.0178587182053</c:v>
                </c:pt>
                <c:pt idx="1518">
                  <c:v>0.0178003370945</c:v>
                </c:pt>
                <c:pt idx="1519">
                  <c:v>0.0177422569893</c:v>
                </c:pt>
                <c:pt idx="1520">
                  <c:v>0.0176844757537</c:v>
                </c:pt>
                <c:pt idx="1521">
                  <c:v>0.0176269912716</c:v>
                </c:pt>
                <c:pt idx="1522">
                  <c:v>0.0175698014466</c:v>
                </c:pt>
                <c:pt idx="1523">
                  <c:v>0.0175129042014</c:v>
                </c:pt>
                <c:pt idx="1524">
                  <c:v>0.0174562974781</c:v>
                </c:pt>
                <c:pt idx="1525">
                  <c:v>0.0173999792377</c:v>
                </c:pt>
                <c:pt idx="1526">
                  <c:v>0.0173439474596</c:v>
                </c:pt>
                <c:pt idx="1527">
                  <c:v>0.0172882001422</c:v>
                </c:pt>
                <c:pt idx="1528">
                  <c:v>0.0172327353018</c:v>
                </c:pt>
                <c:pt idx="1529">
                  <c:v>0.0171775509731</c:v>
                </c:pt>
                <c:pt idx="1530">
                  <c:v>0.0171226452085</c:v>
                </c:pt>
                <c:pt idx="1531">
                  <c:v>0.0170680160781</c:v>
                </c:pt>
                <c:pt idx="1532">
                  <c:v>0.0170136616697</c:v>
                </c:pt>
                <c:pt idx="1533">
                  <c:v>0.0169595800881</c:v>
                </c:pt>
                <c:pt idx="1534">
                  <c:v>0.0169057694556</c:v>
                </c:pt>
                <c:pt idx="1535">
                  <c:v>0.016852227911</c:v>
                </c:pt>
                <c:pt idx="1536">
                  <c:v>0.0167989536103</c:v>
                </c:pt>
                <c:pt idx="1537">
                  <c:v>0.0167459447256</c:v>
                </c:pt>
                <c:pt idx="1538">
                  <c:v>0.0166931994457</c:v>
                </c:pt>
                <c:pt idx="1539">
                  <c:v>0.0166407159756</c:v>
                </c:pt>
                <c:pt idx="1540">
                  <c:v>0.0165884925361</c:v>
                </c:pt>
                <c:pt idx="1541">
                  <c:v>0.0165365273639</c:v>
                </c:pt>
                <c:pt idx="1542">
                  <c:v>0.0164848187117</c:v>
                </c:pt>
                <c:pt idx="1543">
                  <c:v>0.0164333648472</c:v>
                </c:pt>
                <c:pt idx="1544">
                  <c:v>0.0163821640538</c:v>
                </c:pt>
                <c:pt idx="1545">
                  <c:v>0.01633121463</c:v>
                </c:pt>
                <c:pt idx="1546">
                  <c:v>0.0162805148893</c:v>
                </c:pt>
                <c:pt idx="1547">
                  <c:v>0.0162300631599</c:v>
                </c:pt>
                <c:pt idx="1548">
                  <c:v>0.0161798577848</c:v>
                </c:pt>
                <c:pt idx="1549">
                  <c:v>0.0161298971217</c:v>
                </c:pt>
                <c:pt idx="1550">
                  <c:v>0.0160801795425</c:v>
                </c:pt>
                <c:pt idx="1551">
                  <c:v>0.0160307034332</c:v>
                </c:pt>
                <c:pt idx="1552">
                  <c:v>0.0159814671941</c:v>
                </c:pt>
                <c:pt idx="1553">
                  <c:v>0.0159324692393</c:v>
                </c:pt>
                <c:pt idx="1554">
                  <c:v>0.0158837079968</c:v>
                </c:pt>
                <c:pt idx="1555">
                  <c:v>0.0158351819081</c:v>
                </c:pt>
                <c:pt idx="1556">
                  <c:v>0.0157868894281</c:v>
                </c:pt>
                <c:pt idx="1557">
                  <c:v>0.0157388290254</c:v>
                </c:pt>
                <c:pt idx="1558">
                  <c:v>0.0156909991815</c:v>
                </c:pt>
                <c:pt idx="1559">
                  <c:v>0.015643398391</c:v>
                </c:pt>
                <c:pt idx="1560">
                  <c:v>0.0155960251614</c:v>
                </c:pt>
                <c:pt idx="1561">
                  <c:v>0.0155488780132</c:v>
                </c:pt>
                <c:pt idx="1562">
                  <c:v>0.0155019554794</c:v>
                </c:pt>
                <c:pt idx="1563">
                  <c:v>0.0154552561054</c:v>
                </c:pt>
                <c:pt idx="1564">
                  <c:v>0.0154087784494</c:v>
                </c:pt>
                <c:pt idx="1565">
                  <c:v>0.0153625210815</c:v>
                </c:pt>
                <c:pt idx="1566">
                  <c:v>0.0153164825841</c:v>
                </c:pt>
                <c:pt idx="1567">
                  <c:v>0.0152706615515</c:v>
                </c:pt>
                <c:pt idx="1568">
                  <c:v>0.0152250565901</c:v>
                </c:pt>
                <c:pt idx="1569">
                  <c:v>0.0151796663179</c:v>
                </c:pt>
                <c:pt idx="1570">
                  <c:v>0.0151344893647</c:v>
                </c:pt>
                <c:pt idx="1571">
                  <c:v>0.0150895243716</c:v>
                </c:pt>
                <c:pt idx="1572">
                  <c:v>0.0150447699914</c:v>
                </c:pt>
                <c:pt idx="1573">
                  <c:v>0.015000224888</c:v>
                </c:pt>
                <c:pt idx="1574">
                  <c:v>0.0149558877366</c:v>
                </c:pt>
                <c:pt idx="1575">
                  <c:v>0.0149117572234</c:v>
                </c:pt>
                <c:pt idx="1576">
                  <c:v>0.0148678320455</c:v>
                </c:pt>
                <c:pt idx="1577">
                  <c:v>0.0148241109111</c:v>
                </c:pt>
                <c:pt idx="1578">
                  <c:v>0.0147805925389</c:v>
                </c:pt>
                <c:pt idx="1579">
                  <c:v>0.0147372756583</c:v>
                </c:pt>
                <c:pt idx="1580">
                  <c:v>0.0146941590093</c:v>
                </c:pt>
                <c:pt idx="1581">
                  <c:v>0.0146512413422</c:v>
                </c:pt>
                <c:pt idx="1582">
                  <c:v>0.0146085214178</c:v>
                </c:pt>
                <c:pt idx="1583">
                  <c:v>0.0145659980069</c:v>
                </c:pt>
                <c:pt idx="1584">
                  <c:v>0.0145236698905</c:v>
                </c:pt>
                <c:pt idx="1585">
                  <c:v>0.0144815358597</c:v>
                </c:pt>
                <c:pt idx="1586">
                  <c:v>0.0144395947154</c:v>
                </c:pt>
                <c:pt idx="1587">
                  <c:v>0.0143978452684</c:v>
                </c:pt>
                <c:pt idx="1588">
                  <c:v>0.0143562863392</c:v>
                </c:pt>
                <c:pt idx="1589">
                  <c:v>0.0143149167579</c:v>
                </c:pt>
                <c:pt idx="1590">
                  <c:v>0.0142737353642</c:v>
                </c:pt>
                <c:pt idx="1591">
                  <c:v>0.014232741007</c:v>
                </c:pt>
                <c:pt idx="1592">
                  <c:v>0.014191932545</c:v>
                </c:pt>
                <c:pt idx="1593">
                  <c:v>0.0141513088457</c:v>
                </c:pt>
                <c:pt idx="1594">
                  <c:v>0.014110868786</c:v>
                </c:pt>
                <c:pt idx="1595">
                  <c:v>0.0140706112518</c:v>
                </c:pt>
                <c:pt idx="1596">
                  <c:v>0.0140305351382</c:v>
                </c:pt>
                <c:pt idx="1597">
                  <c:v>0.0139906393488</c:v>
                </c:pt>
                <c:pt idx="1598">
                  <c:v>0.0139509227964</c:v>
                </c:pt>
                <c:pt idx="1599">
                  <c:v>0.0139113844024</c:v>
                </c:pt>
                <c:pt idx="1600">
                  <c:v>0.0138720230967</c:v>
                </c:pt>
                <c:pt idx="1601">
                  <c:v>0.013832837818</c:v>
                </c:pt>
                <c:pt idx="1602">
                  <c:v>0.0137938275133</c:v>
                </c:pt>
                <c:pt idx="1603">
                  <c:v>0.0137549911383</c:v>
                </c:pt>
                <c:pt idx="1604">
                  <c:v>0.0137163276566</c:v>
                </c:pt>
                <c:pt idx="1605">
                  <c:v>0.0136778360404</c:v>
                </c:pt>
                <c:pt idx="1606">
                  <c:v>0.0136395152698</c:v>
                </c:pt>
                <c:pt idx="1607">
                  <c:v>0.0136013643333</c:v>
                </c:pt>
                <c:pt idx="1608">
                  <c:v>0.0135633822272</c:v>
                </c:pt>
                <c:pt idx="1609">
                  <c:v>0.0135255679557</c:v>
                </c:pt>
                <c:pt idx="1610">
                  <c:v>0.013487920531</c:v>
                </c:pt>
                <c:pt idx="1611">
                  <c:v>0.0134504389732</c:v>
                </c:pt>
                <c:pt idx="1612">
                  <c:v>0.0134131223098</c:v>
                </c:pt>
                <c:pt idx="1613">
                  <c:v>0.0133759695762</c:v>
                </c:pt>
                <c:pt idx="1614">
                  <c:v>0.0133389798153</c:v>
                </c:pt>
                <c:pt idx="1615">
                  <c:v>0.0133021520776</c:v>
                </c:pt>
                <c:pt idx="1616">
                  <c:v>0.0132654854208</c:v>
                </c:pt>
                <c:pt idx="1617">
                  <c:v>0.0132289789103</c:v>
                </c:pt>
                <c:pt idx="1618">
                  <c:v>0.0131926316186</c:v>
                </c:pt>
                <c:pt idx="1619">
                  <c:v>0.0131564426254</c:v>
                </c:pt>
                <c:pt idx="1620">
                  <c:v>0.0131204110177</c:v>
                </c:pt>
                <c:pt idx="1621">
                  <c:v>0.0130845358896</c:v>
                </c:pt>
                <c:pt idx="1622">
                  <c:v>0.0130488163422</c:v>
                </c:pt>
                <c:pt idx="1623">
                  <c:v>0.0130132514836</c:v>
                </c:pt>
                <c:pt idx="1624">
                  <c:v>0.0129778404288</c:v>
                </c:pt>
                <c:pt idx="1625">
                  <c:v>0.0129425822997</c:v>
                </c:pt>
                <c:pt idx="1626">
                  <c:v>0.0129074762248</c:v>
                </c:pt>
                <c:pt idx="1627">
                  <c:v>0.0128725213397</c:v>
                </c:pt>
                <c:pt idx="1628">
                  <c:v>0.0128377167864</c:v>
                </c:pt>
                <c:pt idx="1629">
                  <c:v>0.0128030617135</c:v>
                </c:pt>
                <c:pt idx="1630">
                  <c:v>0.0127685552763</c:v>
                </c:pt>
                <c:pt idx="1631">
                  <c:v>0.0127341966366</c:v>
                </c:pt>
                <c:pt idx="1632">
                  <c:v>0.0126999849625</c:v>
                </c:pt>
                <c:pt idx="1633">
                  <c:v>0.0126659194285</c:v>
                </c:pt>
                <c:pt idx="1634">
                  <c:v>0.0126319992156</c:v>
                </c:pt>
                <c:pt idx="1635">
                  <c:v>0.012598223511</c:v>
                </c:pt>
                <c:pt idx="1636">
                  <c:v>0.012564591508</c:v>
                </c:pt>
                <c:pt idx="1637">
                  <c:v>0.0125311024061</c:v>
                </c:pt>
                <c:pt idx="1638">
                  <c:v>0.0124977554111</c:v>
                </c:pt>
                <c:pt idx="1639">
                  <c:v>0.0124645497347</c:v>
                </c:pt>
                <c:pt idx="1640">
                  <c:v>0.0124314845945</c:v>
                </c:pt>
                <c:pt idx="1641">
                  <c:v>0.0123985592142</c:v>
                </c:pt>
                <c:pt idx="1642">
                  <c:v>0.0123657728236</c:v>
                </c:pt>
                <c:pt idx="1643">
                  <c:v>0.0123331246579</c:v>
                </c:pt>
                <c:pt idx="1644">
                  <c:v>0.0123006139584</c:v>
                </c:pt>
                <c:pt idx="1645">
                  <c:v>0.0122682399722</c:v>
                </c:pt>
                <c:pt idx="1646">
                  <c:v>0.012236001952</c:v>
                </c:pt>
                <c:pt idx="1647">
                  <c:v>0.012203899156</c:v>
                </c:pt>
                <c:pt idx="1648">
                  <c:v>0.0121719308484</c:v>
                </c:pt>
                <c:pt idx="1649">
                  <c:v>0.0121400962985</c:v>
                </c:pt>
                <c:pt idx="1650">
                  <c:v>0.0121083947816</c:v>
                </c:pt>
                <c:pt idx="1651">
                  <c:v>0.0120768255782</c:v>
                </c:pt>
                <c:pt idx="1652">
                  <c:v>0.0120453879741</c:v>
                </c:pt>
                <c:pt idx="1653">
                  <c:v>0.0120140812608</c:v>
                </c:pt>
                <c:pt idx="1654">
                  <c:v>0.0119829047349</c:v>
                </c:pt>
                <c:pt idx="1655">
                  <c:v>0.0119518576985</c:v>
                </c:pt>
                <c:pt idx="1656">
                  <c:v>0.0119209394587</c:v>
                </c:pt>
                <c:pt idx="1657">
                  <c:v>0.0118901493279</c:v>
                </c:pt>
                <c:pt idx="1658">
                  <c:v>0.0118594866239</c:v>
                </c:pt>
                <c:pt idx="1659">
                  <c:v>0.0118289506693</c:v>
                </c:pt>
                <c:pt idx="1660">
                  <c:v>0.011798540792</c:v>
                </c:pt>
                <c:pt idx="1661">
                  <c:v>0.0117682563247</c:v>
                </c:pt>
                <c:pt idx="1662">
                  <c:v>0.0117380966054</c:v>
                </c:pt>
                <c:pt idx="1663">
                  <c:v>0.011708060977</c:v>
                </c:pt>
                <c:pt idx="1664">
                  <c:v>0.0116781487871</c:v>
                </c:pt>
                <c:pt idx="1665">
                  <c:v>0.0116483593884</c:v>
                </c:pt>
                <c:pt idx="1666">
                  <c:v>0.0116186921383</c:v>
                </c:pt>
                <c:pt idx="1667">
                  <c:v>0.0115891463993</c:v>
                </c:pt>
                <c:pt idx="1668">
                  <c:v>0.0115597215383</c:v>
                </c:pt>
                <c:pt idx="1669">
                  <c:v>0.0115304169271</c:v>
                </c:pt>
                <c:pt idx="1670">
                  <c:v>0.0115012319423</c:v>
                </c:pt>
                <c:pt idx="1671">
                  <c:v>0.0114721659651</c:v>
                </c:pt>
                <c:pt idx="1672">
                  <c:v>0.0114432183811</c:v>
                </c:pt>
                <c:pt idx="1673">
                  <c:v>0.0114143885808</c:v>
                </c:pt>
                <c:pt idx="1674">
                  <c:v>0.0113856759592</c:v>
                </c:pt>
                <c:pt idx="1675">
                  <c:v>0.0113570799157</c:v>
                </c:pt>
                <c:pt idx="1676">
                  <c:v>0.0113285998542</c:v>
                </c:pt>
                <c:pt idx="1677">
                  <c:v>0.0113002351832</c:v>
                </c:pt>
                <c:pt idx="1678">
                  <c:v>0.0112719853155</c:v>
                </c:pt>
                <c:pt idx="1679">
                  <c:v>0.0112438496684</c:v>
                </c:pt>
                <c:pt idx="1680">
                  <c:v>0.0112158276633</c:v>
                </c:pt>
                <c:pt idx="1681">
                  <c:v>0.0111879187263</c:v>
                </c:pt>
                <c:pt idx="1682">
                  <c:v>0.0111601222874</c:v>
                </c:pt>
                <c:pt idx="1683">
                  <c:v>0.0111324377813</c:v>
                </c:pt>
                <c:pt idx="1684">
                  <c:v>0.0111048646465</c:v>
                </c:pt>
                <c:pt idx="1685">
                  <c:v>0.011077402326</c:v>
                </c:pt>
                <c:pt idx="1686">
                  <c:v>0.0110500502668</c:v>
                </c:pt>
                <c:pt idx="1687">
                  <c:v>0.0110228079202</c:v>
                </c:pt>
                <c:pt idx="1688">
                  <c:v>0.0109956747414</c:v>
                </c:pt>
                <c:pt idx="1689">
                  <c:v>0.01096865019</c:v>
                </c:pt>
                <c:pt idx="1690">
                  <c:v>0.0109417337293</c:v>
                </c:pt>
                <c:pt idx="1691">
                  <c:v>0.0109149248269</c:v>
                </c:pt>
                <c:pt idx="1692">
                  <c:v>0.0108882229542</c:v>
                </c:pt>
                <c:pt idx="1693">
                  <c:v>0.0108616275868</c:v>
                </c:pt>
                <c:pt idx="1694">
                  <c:v>0.0108351382041</c:v>
                </c:pt>
                <c:pt idx="1695">
                  <c:v>0.0108087542893</c:v>
                </c:pt>
                <c:pt idx="1696">
                  <c:v>0.0107824753298</c:v>
                </c:pt>
                <c:pt idx="1697">
                  <c:v>0.0107563008166</c:v>
                </c:pt>
                <c:pt idx="1698">
                  <c:v>0.0107302302447</c:v>
                </c:pt>
                <c:pt idx="1699">
                  <c:v>0.0107042631128</c:v>
                </c:pt>
                <c:pt idx="1700">
                  <c:v>0.0106783989235</c:v>
                </c:pt>
                <c:pt idx="1701">
                  <c:v>0.0106526371831</c:v>
                </c:pt>
                <c:pt idx="1702">
                  <c:v>0.0106269774018</c:v>
                </c:pt>
                <c:pt idx="1703">
                  <c:v>0.0106014190932</c:v>
                </c:pt>
                <c:pt idx="1704">
                  <c:v>0.0105759617748</c:v>
                </c:pt>
                <c:pt idx="1705">
                  <c:v>0.0105506049679</c:v>
                </c:pt>
                <c:pt idx="1706">
                  <c:v>0.0105253481973</c:v>
                </c:pt>
                <c:pt idx="1707">
                  <c:v>0.0105001909913</c:v>
                </c:pt>
                <c:pt idx="1708">
                  <c:v>0.010475132882</c:v>
                </c:pt>
                <c:pt idx="1709">
                  <c:v>0.010450173405</c:v>
                </c:pt>
                <c:pt idx="1710">
                  <c:v>0.0104253120997</c:v>
                </c:pt>
                <c:pt idx="1711">
                  <c:v>0.0104005485085</c:v>
                </c:pt>
                <c:pt idx="1712">
                  <c:v>0.010375882178</c:v>
                </c:pt>
                <c:pt idx="1713">
                  <c:v>0.0103513126577</c:v>
                </c:pt>
                <c:pt idx="1714">
                  <c:v>0.0103268395009</c:v>
                </c:pt>
                <c:pt idx="1715">
                  <c:v>0.0103024622644</c:v>
                </c:pt>
                <c:pt idx="1716">
                  <c:v>0.0102781805083</c:v>
                </c:pt>
                <c:pt idx="1717">
                  <c:v>0.0102539937961</c:v>
                </c:pt>
                <c:pt idx="1718">
                  <c:v>0.0102299016948</c:v>
                </c:pt>
                <c:pt idx="1719">
                  <c:v>0.0102059037747</c:v>
                </c:pt>
                <c:pt idx="1720">
                  <c:v>0.0101819996096</c:v>
                </c:pt>
                <c:pt idx="1721">
                  <c:v>0.0101581887766</c:v>
                </c:pt>
                <c:pt idx="1722">
                  <c:v>0.0101344708559</c:v>
                </c:pt>
                <c:pt idx="1723">
                  <c:v>0.0101108454314</c:v>
                </c:pt>
                <c:pt idx="1724">
                  <c:v>0.01008731209</c:v>
                </c:pt>
                <c:pt idx="1725">
                  <c:v>0.0100638704221</c:v>
                </c:pt>
                <c:pt idx="1726">
                  <c:v>0.0100405200211</c:v>
                </c:pt>
                <c:pt idx="1727">
                  <c:v>0.0100172604838</c:v>
                </c:pt>
                <c:pt idx="1728">
                  <c:v>0.0099940914103</c:v>
                </c:pt>
                <c:pt idx="1729">
                  <c:v>0.00997101240379</c:v>
                </c:pt>
                <c:pt idx="1730">
                  <c:v>0.00994802307071</c:v>
                </c:pt>
                <c:pt idx="1731">
                  <c:v>0.00992512302068</c:v>
                </c:pt>
                <c:pt idx="1732">
                  <c:v>0.00990231186647</c:v>
                </c:pt>
                <c:pt idx="1733">
                  <c:v>0.00987958922403</c:v>
                </c:pt>
                <c:pt idx="1734">
                  <c:v>0.00985695471245</c:v>
                </c:pt>
                <c:pt idx="1735">
                  <c:v>0.00983440795391</c:v>
                </c:pt>
                <c:pt idx="1736">
                  <c:v>0.00981194857375</c:v>
                </c:pt>
                <c:pt idx="1737">
                  <c:v>0.00978957620038</c:v>
                </c:pt>
                <c:pt idx="1738">
                  <c:v>0.00976729046531</c:v>
                </c:pt>
                <c:pt idx="1739">
                  <c:v>0.0097450910031</c:v>
                </c:pt>
                <c:pt idx="1740">
                  <c:v>0.00972297745141</c:v>
                </c:pt>
                <c:pt idx="1741">
                  <c:v>0.00970094945091</c:v>
                </c:pt>
                <c:pt idx="1742">
                  <c:v>0.00967900664534</c:v>
                </c:pt>
                <c:pt idx="1743">
                  <c:v>0.00965714868142</c:v>
                </c:pt>
                <c:pt idx="1744">
                  <c:v>0.00963537520893</c:v>
                </c:pt>
                <c:pt idx="1745">
                  <c:v>0.00961368588063</c:v>
                </c:pt>
                <c:pt idx="1746">
                  <c:v>0.00959208035227</c:v>
                </c:pt>
                <c:pt idx="1747">
                  <c:v>0.00957055828257</c:v>
                </c:pt>
                <c:pt idx="1748">
                  <c:v>0.00954911933325</c:v>
                </c:pt>
                <c:pt idx="1749">
                  <c:v>0.00952776316896</c:v>
                </c:pt>
                <c:pt idx="1750">
                  <c:v>0.00950648945731</c:v>
                </c:pt>
                <c:pt idx="1751">
                  <c:v>0.00948529786885</c:v>
                </c:pt>
                <c:pt idx="1752">
                  <c:v>0.00946418807707</c:v>
                </c:pt>
                <c:pt idx="1753">
                  <c:v>0.00944315975835</c:v>
                </c:pt>
                <c:pt idx="1754">
                  <c:v>0.00942221259202</c:v>
                </c:pt>
                <c:pt idx="1755">
                  <c:v>0.00940134626029</c:v>
                </c:pt>
                <c:pt idx="1756">
                  <c:v>0.00938056044827</c:v>
                </c:pt>
                <c:pt idx="1757">
                  <c:v>0.00935985484396</c:v>
                </c:pt>
                <c:pt idx="1758">
                  <c:v>0.00933922913822</c:v>
                </c:pt>
                <c:pt idx="1759">
                  <c:v>0.00931868302481</c:v>
                </c:pt>
                <c:pt idx="1760">
                  <c:v>0.00929821620033</c:v>
                </c:pt>
                <c:pt idx="1761">
                  <c:v>0.00927782836425</c:v>
                </c:pt>
                <c:pt idx="1762">
                  <c:v>0.00925751921888</c:v>
                </c:pt>
                <c:pt idx="1763">
                  <c:v>0.00923728846937</c:v>
                </c:pt>
                <c:pt idx="1764">
                  <c:v>0.0092171358237</c:v>
                </c:pt>
                <c:pt idx="1765">
                  <c:v>0.0091970609927</c:v>
                </c:pt>
                <c:pt idx="1766">
                  <c:v>0.00917706369</c:v>
                </c:pt>
                <c:pt idx="1767">
                  <c:v>0.00915714363206</c:v>
                </c:pt>
                <c:pt idx="1768">
                  <c:v>0.00913730053813</c:v>
                </c:pt>
                <c:pt idx="1769">
                  <c:v>0.00911753413029</c:v>
                </c:pt>
                <c:pt idx="1770">
                  <c:v>0.0090978441334</c:v>
                </c:pt>
                <c:pt idx="1771">
                  <c:v>0.00907823027512</c:v>
                </c:pt>
                <c:pt idx="1772">
                  <c:v>0.00905869228588</c:v>
                </c:pt>
                <c:pt idx="1773">
                  <c:v>0.00903922989893</c:v>
                </c:pt>
                <c:pt idx="1774">
                  <c:v>0.00901984285027</c:v>
                </c:pt>
                <c:pt idx="1775">
                  <c:v>0.00900053087868</c:v>
                </c:pt>
                <c:pt idx="1776">
                  <c:v>0.0089812937257</c:v>
                </c:pt>
                <c:pt idx="1777">
                  <c:v>0.00896213113564</c:v>
                </c:pt>
                <c:pt idx="1778">
                  <c:v>0.00894304285558</c:v>
                </c:pt>
                <c:pt idx="1779">
                  <c:v>0.00892402863534</c:v>
                </c:pt>
                <c:pt idx="1780">
                  <c:v>0.0089050882275</c:v>
                </c:pt>
                <c:pt idx="1781">
                  <c:v>0.00888622138738</c:v>
                </c:pt>
                <c:pt idx="1782">
                  <c:v>0.00886742787305</c:v>
                </c:pt>
                <c:pt idx="1783">
                  <c:v>0.00884870744531</c:v>
                </c:pt>
                <c:pt idx="1784">
                  <c:v>0.00883005986771</c:v>
                </c:pt>
                <c:pt idx="1785">
                  <c:v>0.00881148490652</c:v>
                </c:pt>
                <c:pt idx="1786">
                  <c:v>0.00879298233074</c:v>
                </c:pt>
                <c:pt idx="1787">
                  <c:v>0.00877455191209</c:v>
                </c:pt>
                <c:pt idx="1788">
                  <c:v>0.00875619342502</c:v>
                </c:pt>
                <c:pt idx="1789">
                  <c:v>0.00873790664669</c:v>
                </c:pt>
                <c:pt idx="1790">
                  <c:v>0.00871969135697</c:v>
                </c:pt>
                <c:pt idx="1791">
                  <c:v>0.00870154733845</c:v>
                </c:pt>
                <c:pt idx="1792">
                  <c:v>0.00868347437642</c:v>
                </c:pt>
                <c:pt idx="1793">
                  <c:v>0.00866547225886</c:v>
                </c:pt>
                <c:pt idx="1794">
                  <c:v>0.00864754077648</c:v>
                </c:pt>
                <c:pt idx="1795">
                  <c:v>0.00862967972265</c:v>
                </c:pt>
                <c:pt idx="1796">
                  <c:v>0.00861188889344</c:v>
                </c:pt>
                <c:pt idx="1797">
                  <c:v>0.00859416808761</c:v>
                </c:pt>
                <c:pt idx="1798">
                  <c:v>0.0085765171066</c:v>
                </c:pt>
                <c:pt idx="1799">
                  <c:v>0.00855893575452</c:v>
                </c:pt>
                <c:pt idx="1800">
                  <c:v>0.00854142383817</c:v>
                </c:pt>
                <c:pt idx="1801">
                  <c:v>0.008523981167</c:v>
                </c:pt>
                <c:pt idx="1802">
                  <c:v>0.00850660755311</c:v>
                </c:pt>
                <c:pt idx="1803">
                  <c:v>0.00848930281129</c:v>
                </c:pt>
                <c:pt idx="1804">
                  <c:v>0.00847206675894</c:v>
                </c:pt>
                <c:pt idx="1805">
                  <c:v>0.00845489921614</c:v>
                </c:pt>
                <c:pt idx="1806">
                  <c:v>0.00843780000558</c:v>
                </c:pt>
                <c:pt idx="1807">
                  <c:v>0.0084207689526</c:v>
                </c:pt>
                <c:pt idx="1808">
                  <c:v>0.00840380588515</c:v>
                </c:pt>
                <c:pt idx="1809">
                  <c:v>0.00838691063379</c:v>
                </c:pt>
                <c:pt idx="1810">
                  <c:v>0.0083700830317</c:v>
                </c:pt>
                <c:pt idx="1811">
                  <c:v>0.00835332291465</c:v>
                </c:pt>
                <c:pt idx="1812">
                  <c:v>0.00833663012099</c:v>
                </c:pt>
                <c:pt idx="1813">
                  <c:v>0.00832000449167</c:v>
                </c:pt>
                <c:pt idx="1814">
                  <c:v>0.00830344587018</c:v>
                </c:pt>
                <c:pt idx="1815">
                  <c:v>0.00828695410258</c:v>
                </c:pt>
                <c:pt idx="1816">
                  <c:v>0.00827052903746</c:v>
                </c:pt>
                <c:pt idx="1817">
                  <c:v>0.00825417052597</c:v>
                </c:pt>
                <c:pt idx="1818">
                  <c:v>0.00823787842173</c:v>
                </c:pt>
                <c:pt idx="1819">
                  <c:v>0.0082216525809</c:v>
                </c:pt>
                <c:pt idx="1820">
                  <c:v>0.0082054928621</c:v>
                </c:pt>
                <c:pt idx="1821">
                  <c:v>0.00818939912643</c:v>
                </c:pt>
                <c:pt idx="1822">
                  <c:v>0.00817337123743</c:v>
                </c:pt>
                <c:pt idx="1823">
                  <c:v>0.00815740906107</c:v>
                </c:pt>
                <c:pt idx="1824">
                  <c:v>0.00814151246575</c:v>
                </c:pt>
                <c:pt idx="1825">
                  <c:v>0.00812568132223</c:v>
                </c:pt>
                <c:pt idx="1826">
                  <c:v>0.00810991550366</c:v>
                </c:pt>
                <c:pt idx="1827">
                  <c:v>0.0080942148855</c:v>
                </c:pt>
                <c:pt idx="1828">
                  <c:v>0.00807857934556</c:v>
                </c:pt>
                <c:pt idx="1829">
                  <c:v>0.00806300876391</c:v>
                </c:pt>
                <c:pt idx="1830">
                  <c:v>0.00804750302288</c:v>
                </c:pt>
                <c:pt idx="1831">
                  <c:v>0.00803206200706</c:v>
                </c:pt>
                <c:pt idx="1832">
                  <c:v>0.00801668560318</c:v>
                </c:pt>
                <c:pt idx="1833">
                  <c:v>0.00800137370018</c:v>
                </c:pt>
                <c:pt idx="1834">
                  <c:v>0.0079861261891</c:v>
                </c:pt>
                <c:pt idx="1835">
                  <c:v>0.00797094296305</c:v>
                </c:pt>
                <c:pt idx="1836">
                  <c:v>0.00795582391721</c:v>
                </c:pt>
                <c:pt idx="1837">
                  <c:v>0.00794076894876</c:v>
                </c:pt>
                <c:pt idx="1838">
                  <c:v>0.00792577795681</c:v>
                </c:pt>
                <c:pt idx="1839">
                  <c:v>0.00791085084241</c:v>
                </c:pt>
                <c:pt idx="1840">
                  <c:v>0.00789598750844</c:v>
                </c:pt>
                <c:pt idx="1841">
                  <c:v>0.00788118785959</c:v>
                </c:pt>
                <c:pt idx="1842">
                  <c:v>0.00786645180231</c:v>
                </c:pt>
                <c:pt idx="1843">
                  <c:v>0.00785177924474</c:v>
                </c:pt>
                <c:pt idx="1844">
                  <c:v>0.00783717009662</c:v>
                </c:pt>
                <c:pt idx="1845">
                  <c:v>0.00782262426928</c:v>
                </c:pt>
                <c:pt idx="1846">
                  <c:v>0.00780814167554</c:v>
                </c:pt>
                <c:pt idx="1847">
                  <c:v>0.00779372222964</c:v>
                </c:pt>
                <c:pt idx="1848">
                  <c:v>0.00777936584716</c:v>
                </c:pt>
                <c:pt idx="1849">
                  <c:v>0.00776507244496</c:v>
                </c:pt>
                <c:pt idx="1850">
                  <c:v>0.00775084194108</c:v>
                </c:pt>
                <c:pt idx="1851">
                  <c:v>0.00773667425467</c:v>
                </c:pt>
                <c:pt idx="1852">
                  <c:v>0.00772256930589</c:v>
                </c:pt>
                <c:pt idx="1853">
                  <c:v>0.00770852701581</c:v>
                </c:pt>
                <c:pt idx="1854">
                  <c:v>0.00769454730633</c:v>
                </c:pt>
                <c:pt idx="1855">
                  <c:v>0.00768063010006</c:v>
                </c:pt>
                <c:pt idx="1856">
                  <c:v>0.00766677532021</c:v>
                </c:pt>
                <c:pt idx="1857">
                  <c:v>0.0076529828905</c:v>
                </c:pt>
                <c:pt idx="1858">
                  <c:v>0.00763925273504</c:v>
                </c:pt>
                <c:pt idx="1859">
                  <c:v>0.00762558477819</c:v>
                </c:pt>
                <c:pt idx="1860">
                  <c:v>0.00761197894444</c:v>
                </c:pt>
                <c:pt idx="1861">
                  <c:v>0.0075984351583</c:v>
                </c:pt>
                <c:pt idx="1862">
                  <c:v>0.00758495334412</c:v>
                </c:pt>
                <c:pt idx="1863">
                  <c:v>0.00757153342601</c:v>
                </c:pt>
                <c:pt idx="1864">
                  <c:v>0.00755817532764</c:v>
                </c:pt>
                <c:pt idx="1865">
                  <c:v>0.00754487897212</c:v>
                </c:pt>
                <c:pt idx="1866">
                  <c:v>0.00753164428181</c:v>
                </c:pt>
                <c:pt idx="1867">
                  <c:v>0.0075184711782</c:v>
                </c:pt>
                <c:pt idx="1868">
                  <c:v>0.0075053595817</c:v>
                </c:pt>
                <c:pt idx="1869">
                  <c:v>0.0074923094115</c:v>
                </c:pt>
                <c:pt idx="1870">
                  <c:v>0.00747932058536</c:v>
                </c:pt>
                <c:pt idx="1871">
                  <c:v>0.00746639301945</c:v>
                </c:pt>
                <c:pt idx="1872">
                  <c:v>0.00745352662813</c:v>
                </c:pt>
                <c:pt idx="1873">
                  <c:v>0.00744072132379</c:v>
                </c:pt>
                <c:pt idx="1874">
                  <c:v>0.00742797701661</c:v>
                </c:pt>
                <c:pt idx="1875">
                  <c:v>0.00741529361435</c:v>
                </c:pt>
                <c:pt idx="1876">
                  <c:v>0.00740267102219</c:v>
                </c:pt>
                <c:pt idx="1877">
                  <c:v>0.00739010914242</c:v>
                </c:pt>
                <c:pt idx="1878">
                  <c:v>0.00737760787431</c:v>
                </c:pt>
                <c:pt idx="1879">
                  <c:v>0.00736516711379</c:v>
                </c:pt>
                <c:pt idx="1880">
                  <c:v>0.00735278675329</c:v>
                </c:pt>
                <c:pt idx="1881">
                  <c:v>0.00734046668141</c:v>
                </c:pt>
                <c:pt idx="1882">
                  <c:v>0.00732820678277</c:v>
                </c:pt>
                <c:pt idx="1883">
                  <c:v>0.00731600693769</c:v>
                </c:pt>
                <c:pt idx="1884">
                  <c:v>0.00730386702193</c:v>
                </c:pt>
                <c:pt idx="1885">
                  <c:v>0.00729178690649</c:v>
                </c:pt>
                <c:pt idx="1886">
                  <c:v>0.00727976645725</c:v>
                </c:pt>
                <c:pt idx="1887">
                  <c:v>0.00726780553478</c:v>
                </c:pt>
                <c:pt idx="1888">
                  <c:v>0.00725590399404</c:v>
                </c:pt>
                <c:pt idx="1889">
                  <c:v>0.00724406168407</c:v>
                </c:pt>
                <c:pt idx="1890">
                  <c:v>0.00723227844777</c:v>
                </c:pt>
                <c:pt idx="1891">
                  <c:v>0.00722055412155</c:v>
                </c:pt>
                <c:pt idx="1892">
                  <c:v>0.0072088885351</c:v>
                </c:pt>
                <c:pt idx="1893">
                  <c:v>0.00719728151106</c:v>
                </c:pt>
                <c:pt idx="1894">
                  <c:v>0.00718573286477</c:v>
                </c:pt>
                <c:pt idx="1895">
                  <c:v>0.00717424240395</c:v>
                </c:pt>
                <c:pt idx="1896">
                  <c:v>0.00716280992843</c:v>
                </c:pt>
                <c:pt idx="1897">
                  <c:v>0.00715143522984</c:v>
                </c:pt>
                <c:pt idx="1898">
                  <c:v>0.00714011809137</c:v>
                </c:pt>
                <c:pt idx="1899">
                  <c:v>0.00712885828743</c:v>
                </c:pt>
                <c:pt idx="1900">
                  <c:v>0.00711765558338</c:v>
                </c:pt>
                <c:pt idx="1901">
                  <c:v>0.0071065097353</c:v>
                </c:pt>
                <c:pt idx="1902">
                  <c:v>0.00709542048964</c:v>
                </c:pt>
                <c:pt idx="1903">
                  <c:v>0.00708438758301</c:v>
                </c:pt>
                <c:pt idx="1904">
                  <c:v>0.00707341074189</c:v>
                </c:pt>
                <c:pt idx="1905">
                  <c:v>0.00706248968239</c:v>
                </c:pt>
                <c:pt idx="1906">
                  <c:v>0.00705162410995</c:v>
                </c:pt>
                <c:pt idx="1907">
                  <c:v>0.00704081371919</c:v>
                </c:pt>
                <c:pt idx="1908">
                  <c:v>0.00703005819358</c:v>
                </c:pt>
                <c:pt idx="1909">
                  <c:v>0.00701935720529</c:v>
                </c:pt>
                <c:pt idx="1910">
                  <c:v>0.00700871041496</c:v>
                </c:pt>
                <c:pt idx="1911">
                  <c:v>0.00699811747148</c:v>
                </c:pt>
                <c:pt idx="1912">
                  <c:v>0.00698757801183</c:v>
                </c:pt>
                <c:pt idx="1913">
                  <c:v>0.00697709166089</c:v>
                </c:pt>
                <c:pt idx="1914">
                  <c:v>0.00696665803133</c:v>
                </c:pt>
                <c:pt idx="1915">
                  <c:v>0.0069562767234</c:v>
                </c:pt>
                <c:pt idx="1916">
                  <c:v>0.00694594732486</c:v>
                </c:pt>
                <c:pt idx="1917">
                  <c:v>0.00693566941085</c:v>
                </c:pt>
                <c:pt idx="1918">
                  <c:v>0.00692544254383</c:v>
                </c:pt>
                <c:pt idx="1919">
                  <c:v>0.00691526627347</c:v>
                </c:pt>
                <c:pt idx="1920">
                  <c:v>0.00690514013665</c:v>
                </c:pt>
                <c:pt idx="1921">
                  <c:v>0.00689506365738</c:v>
                </c:pt>
                <c:pt idx="1922">
                  <c:v>0.00688503634685</c:v>
                </c:pt>
                <c:pt idx="1923">
                  <c:v>0.00687505770342</c:v>
                </c:pt>
                <c:pt idx="1924">
                  <c:v>0.00686512721265</c:v>
                </c:pt>
                <c:pt idx="1925">
                  <c:v>0.00685524434738</c:v>
                </c:pt>
                <c:pt idx="1926">
                  <c:v>0.0068454085678</c:v>
                </c:pt>
                <c:pt idx="1927">
                  <c:v>0.00683561932159</c:v>
                </c:pt>
                <c:pt idx="1928">
                  <c:v>0.00682587604402</c:v>
                </c:pt>
                <c:pt idx="1929">
                  <c:v>0.00681617815815</c:v>
                </c:pt>
                <c:pt idx="1930">
                  <c:v>0.00680652507496</c:v>
                </c:pt>
                <c:pt idx="1931">
                  <c:v>0.00679691619361</c:v>
                </c:pt>
                <c:pt idx="1932">
                  <c:v>0.00678735090164</c:v>
                </c:pt>
                <c:pt idx="1933">
                  <c:v>0.00677782857526</c:v>
                </c:pt>
                <c:pt idx="1934">
                  <c:v>0.00676834857959</c:v>
                </c:pt>
                <c:pt idx="1935">
                  <c:v>0.00675891026901</c:v>
                </c:pt>
                <c:pt idx="1936">
                  <c:v>0.00674951298748</c:v>
                </c:pt>
                <c:pt idx="1937">
                  <c:v>0.00674015606887</c:v>
                </c:pt>
                <c:pt idx="1938">
                  <c:v>0.00673083883736</c:v>
                </c:pt>
                <c:pt idx="1939">
                  <c:v>0.00672156060784</c:v>
                </c:pt>
                <c:pt idx="1940">
                  <c:v>0.00671232068633</c:v>
                </c:pt>
                <c:pt idx="1941">
                  <c:v>0.00670311837041</c:v>
                </c:pt>
                <c:pt idx="1942">
                  <c:v>0.00669395294972</c:v>
                </c:pt>
                <c:pt idx="1943">
                  <c:v>0.00668482370637</c:v>
                </c:pt>
                <c:pt idx="1944">
                  <c:v>0.00667572991554</c:v>
                </c:pt>
                <c:pt idx="1945">
                  <c:v>0.0066666708459</c:v>
                </c:pt>
                <c:pt idx="1946">
                  <c:v>0.00665764576022</c:v>
                </c:pt>
                <c:pt idx="1947">
                  <c:v>0.00664865391589</c:v>
                </c:pt>
                <c:pt idx="1948">
                  <c:v>0.00663969456548</c:v>
                </c:pt>
                <c:pt idx="1949">
                  <c:v>0.00663076695733</c:v>
                </c:pt>
                <c:pt idx="1950">
                  <c:v>0.00662187033615</c:v>
                </c:pt>
                <c:pt idx="1951">
                  <c:v>0.0066130039436</c:v>
                </c:pt>
                <c:pt idx="1952">
                  <c:v>0.00660416701893</c:v>
                </c:pt>
                <c:pt idx="1953">
                  <c:v>0.0065953587996</c:v>
                </c:pt>
                <c:pt idx="1954">
                  <c:v>0.00658657852189</c:v>
                </c:pt>
                <c:pt idx="1955">
                  <c:v>0.00657782542157</c:v>
                </c:pt>
                <c:pt idx="1956">
                  <c:v>0.00656909873454</c:v>
                </c:pt>
                <c:pt idx="1957">
                  <c:v>0.00656039769746</c:v>
                </c:pt>
                <c:pt idx="1958">
                  <c:v>0.00655172154845</c:v>
                </c:pt>
                <c:pt idx="1959">
                  <c:v>0.00654306952772</c:v>
                </c:pt>
                <c:pt idx="1960">
                  <c:v>0.00653444087826</c:v>
                </c:pt>
                <c:pt idx="1961">
                  <c:v>0.00652583484648</c:v>
                </c:pt>
                <c:pt idx="1962">
                  <c:v>0.00651725068291</c:v>
                </c:pt>
                <c:pt idx="1963">
                  <c:v>0.00650868764287</c:v>
                </c:pt>
                <c:pt idx="1964">
                  <c:v>0.00650014498716</c:v>
                </c:pt>
                <c:pt idx="1965">
                  <c:v>0.00649162198268</c:v>
                </c:pt>
                <c:pt idx="1966">
                  <c:v>0.00648311790317</c:v>
                </c:pt>
                <c:pt idx="1967">
                  <c:v>0.00647463202989</c:v>
                </c:pt>
                <c:pt idx="1968">
                  <c:v>0.00646616365223</c:v>
                </c:pt>
                <c:pt idx="1969">
                  <c:v>0.00645771206847</c:v>
                </c:pt>
                <c:pt idx="1970">
                  <c:v>0.00644927658642</c:v>
                </c:pt>
                <c:pt idx="1971">
                  <c:v>0.00644085652408</c:v>
                </c:pt>
                <c:pt idx="1972">
                  <c:v>0.00643245121039</c:v>
                </c:pt>
                <c:pt idx="1973">
                  <c:v>0.00642405998581</c:v>
                </c:pt>
                <c:pt idx="1974">
                  <c:v>0.00641568220308</c:v>
                </c:pt>
                <c:pt idx="1975">
                  <c:v>0.00640731722788</c:v>
                </c:pt>
                <c:pt idx="1976">
                  <c:v>0.00639896443947</c:v>
                </c:pt>
                <c:pt idx="1977">
                  <c:v>0.00639062323143</c:v>
                </c:pt>
                <c:pt idx="1978">
                  <c:v>0.00638229301228</c:v>
                </c:pt>
                <c:pt idx="1979">
                  <c:v>0.0063739732062</c:v>
                </c:pt>
                <c:pt idx="1980">
                  <c:v>0.00636566325369</c:v>
                </c:pt>
                <c:pt idx="1981">
                  <c:v>0.00635736261227</c:v>
                </c:pt>
                <c:pt idx="1982">
                  <c:v>0.00634907075711</c:v>
                </c:pt>
                <c:pt idx="1983">
                  <c:v>0.00634078718177</c:v>
                </c:pt>
                <c:pt idx="1984">
                  <c:v>0.00633251139883</c:v>
                </c:pt>
                <c:pt idx="1985">
                  <c:v>0.0063242429406</c:v>
                </c:pt>
                <c:pt idx="1986">
                  <c:v>0.00631598135976</c:v>
                </c:pt>
                <c:pt idx="1987">
                  <c:v>0.00630772623005</c:v>
                </c:pt>
                <c:pt idx="1988">
                  <c:v>0.00629947714697</c:v>
                </c:pt>
                <c:pt idx="1989">
                  <c:v>0.00629123372838</c:v>
                </c:pt>
                <c:pt idx="1990">
                  <c:v>0.00628299561522</c:v>
                </c:pt>
                <c:pt idx="1991">
                  <c:v>0.00627476247215</c:v>
                </c:pt>
                <c:pt idx="1992">
                  <c:v>0.00626653398818</c:v>
                </c:pt>
                <c:pt idx="1993">
                  <c:v>0.00625830987735</c:v>
                </c:pt>
                <c:pt idx="1994">
                  <c:v>0.00625008987934</c:v>
                </c:pt>
                <c:pt idx="1995">
                  <c:v>0.0062418737601</c:v>
                </c:pt>
                <c:pt idx="1996">
                  <c:v>0.00623366131246</c:v>
                </c:pt>
                <c:pt idx="1997">
                  <c:v>0.00622545235674</c:v>
                </c:pt>
                <c:pt idx="1998">
                  <c:v>0.00621724674133</c:v>
                </c:pt>
                <c:pt idx="1999">
                  <c:v>0.00620904434325</c:v>
                </c:pt>
                <c:pt idx="2000">
                  <c:v>0.00620084506871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0.75"/>
          <c:min val="0"/>
        </c:scaling>
        <c:delete val="0"/>
        <c:axPos val="l"/>
        <c:majorGridlines>
          <c:spPr>
            <a:ln xmlns:a="http://schemas.openxmlformats.org/drawingml/2006/main" w="4763">
              <a:solidFill>
                <a:srgbClr val="EEEEEE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2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majorUnit val="1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8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U/t = 4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222222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scatterChart>
        <c:scatterStyle val="lineMarker"/>
        <c:varyColors val="0"/>
        <c:ser>
          <c:idx val="0"/>
          <c:order val="0"/>
          <c:tx>
            <c:v>charge</c:v>
          </c:tx>
          <c:spPr>
            <a:ln xmlns:a="http://schemas.openxmlformats.org/drawingml/2006/main" w="15240">
              <a:solidFill>
                <a:srgbClr val="C43C64"/>
              </a:solidFill>
              <a:prstDash val="solid"/>
            </a:ln>
          </c:spPr>
          <c:marker>
            <c:symbol val="none"/>
            <c:size val="5"/>
            <c:spPr>
              <a:solidFill xmlns:a="http://schemas.openxmlformats.org/drawingml/2006/main">
                <a:srgbClr val="C43C64"/>
              </a:solidFill>
            </c:spPr>
          </c:marker>
          <c:xVal>
            <c:numRef>
              <c:f>'Chart Data'!$A$2:$A$2002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Data'!$B$2:$B$2002</c:f>
              <c:numCache>
                <c:formatCode>0.0</c:formatCode>
                <c:ptCount val="2001"/>
                <c:pt idx="0">
                  <c:v>0.00266687123899</c:v>
                </c:pt>
                <c:pt idx="1">
                  <c:v>0.00267190508842</c:v>
                </c:pt>
                <c:pt idx="2">
                  <c:v>0.00267695368815</c:v>
                </c:pt>
                <c:pt idx="3">
                  <c:v>0.00268201709728</c:v>
                </c:pt>
                <c:pt idx="4">
                  <c:v>0.00268709537521</c:v>
                </c:pt>
                <c:pt idx="5">
                  <c:v>0.00269218858166</c:v>
                </c:pt>
                <c:pt idx="6">
                  <c:v>0.00269729677662</c:v>
                </c:pt>
                <c:pt idx="7">
                  <c:v>0.00270242002042</c:v>
                </c:pt>
                <c:pt idx="8">
                  <c:v>0.00270755837369</c:v>
                </c:pt>
                <c:pt idx="9">
                  <c:v>0.00271271189737</c:v>
                </c:pt>
                <c:pt idx="10">
                  <c:v>0.00271788065272</c:v>
                </c:pt>
                <c:pt idx="11">
                  <c:v>0.00272306470131</c:v>
                </c:pt>
                <c:pt idx="12">
                  <c:v>0.00272826410503</c:v>
                </c:pt>
                <c:pt idx="13">
                  <c:v>0.00273347892609</c:v>
                </c:pt>
                <c:pt idx="14">
                  <c:v>0.00273870922702</c:v>
                </c:pt>
                <c:pt idx="15">
                  <c:v>0.00274395507067</c:v>
                </c:pt>
                <c:pt idx="16">
                  <c:v>0.00274921652023</c:v>
                </c:pt>
                <c:pt idx="17">
                  <c:v>0.00275449363919</c:v>
                </c:pt>
                <c:pt idx="18">
                  <c:v>0.00275978649141</c:v>
                </c:pt>
                <c:pt idx="19">
                  <c:v>0.00276509514106</c:v>
                </c:pt>
                <c:pt idx="20">
                  <c:v>0.00277041965263</c:v>
                </c:pt>
                <c:pt idx="21">
                  <c:v>0.00277576009097</c:v>
                </c:pt>
                <c:pt idx="22">
                  <c:v>0.00278111652125</c:v>
                </c:pt>
                <c:pt idx="23">
                  <c:v>0.00278648900901</c:v>
                </c:pt>
                <c:pt idx="24">
                  <c:v>0.0027918776201</c:v>
                </c:pt>
                <c:pt idx="25">
                  <c:v>0.00279728242073</c:v>
                </c:pt>
                <c:pt idx="26">
                  <c:v>0.00280270347746</c:v>
                </c:pt>
                <c:pt idx="27">
                  <c:v>0.00280814085719</c:v>
                </c:pt>
                <c:pt idx="28">
                  <c:v>0.00281359462718</c:v>
                </c:pt>
                <c:pt idx="29">
                  <c:v>0.00281906485503</c:v>
                </c:pt>
                <c:pt idx="30">
                  <c:v>0.00282455160873</c:v>
                </c:pt>
                <c:pt idx="31">
                  <c:v>0.00283005495659</c:v>
                </c:pt>
                <c:pt idx="32">
                  <c:v>0.00283557496729</c:v>
                </c:pt>
                <c:pt idx="33">
                  <c:v>0.0028411117099</c:v>
                </c:pt>
                <c:pt idx="34">
                  <c:v>0.00284666525382</c:v>
                </c:pt>
                <c:pt idx="35">
                  <c:v>0.00285223566884</c:v>
                </c:pt>
                <c:pt idx="36">
                  <c:v>0.00285782302511</c:v>
                </c:pt>
                <c:pt idx="37">
                  <c:v>0.00286342739315</c:v>
                </c:pt>
                <c:pt idx="38">
                  <c:v>0.00286904884388</c:v>
                </c:pt>
                <c:pt idx="39">
                  <c:v>0.00287468744856</c:v>
                </c:pt>
                <c:pt idx="40">
                  <c:v>0.00288034327886</c:v>
                </c:pt>
                <c:pt idx="41">
                  <c:v>0.00288601640682</c:v>
                </c:pt>
                <c:pt idx="42">
                  <c:v>0.00289170690487</c:v>
                </c:pt>
                <c:pt idx="43">
                  <c:v>0.00289741484581</c:v>
                </c:pt>
                <c:pt idx="44">
                  <c:v>0.00290314030286</c:v>
                </c:pt>
                <c:pt idx="45">
                  <c:v>0.0029088833496</c:v>
                </c:pt>
                <c:pt idx="46">
                  <c:v>0.00291464406004</c:v>
                </c:pt>
                <c:pt idx="47">
                  <c:v>0.00292042250856</c:v>
                </c:pt>
                <c:pt idx="48">
                  <c:v>0.00292621876995</c:v>
                </c:pt>
                <c:pt idx="49">
                  <c:v>0.0029320329194</c:v>
                </c:pt>
                <c:pt idx="50">
                  <c:v>0.00293786503252</c:v>
                </c:pt>
                <c:pt idx="51">
                  <c:v>0.00294371518531</c:v>
                </c:pt>
                <c:pt idx="52">
                  <c:v>0.00294958345418</c:v>
                </c:pt>
                <c:pt idx="53">
                  <c:v>0.00295546991598</c:v>
                </c:pt>
                <c:pt idx="54">
                  <c:v>0.00296137464795</c:v>
                </c:pt>
                <c:pt idx="55">
                  <c:v>0.00296729772775</c:v>
                </c:pt>
                <c:pt idx="56">
                  <c:v>0.00297323923348</c:v>
                </c:pt>
                <c:pt idx="57">
                  <c:v>0.00297919924365</c:v>
                </c:pt>
                <c:pt idx="58">
                  <c:v>0.00298517783721</c:v>
                </c:pt>
                <c:pt idx="59">
                  <c:v>0.00299117509353</c:v>
                </c:pt>
                <c:pt idx="60">
                  <c:v>0.0029971910924</c:v>
                </c:pt>
                <c:pt idx="61">
                  <c:v>0.00300322591409</c:v>
                </c:pt>
                <c:pt idx="62">
                  <c:v>0.00300927963926</c:v>
                </c:pt>
                <c:pt idx="63">
                  <c:v>0.00301535234905</c:v>
                </c:pt>
                <c:pt idx="64">
                  <c:v>0.00302144412502</c:v>
                </c:pt>
                <c:pt idx="65">
                  <c:v>0.00302755504919</c:v>
                </c:pt>
                <c:pt idx="66">
                  <c:v>0.00303368520403</c:v>
                </c:pt>
                <c:pt idx="67">
                  <c:v>0.00303983467246</c:v>
                </c:pt>
                <c:pt idx="68">
                  <c:v>0.00304600353786</c:v>
                </c:pt>
                <c:pt idx="69">
                  <c:v>0.00305219188408</c:v>
                </c:pt>
                <c:pt idx="70">
                  <c:v>0.00305839979541</c:v>
                </c:pt>
                <c:pt idx="71">
                  <c:v>0.00306462735663</c:v>
                </c:pt>
                <c:pt idx="72">
                  <c:v>0.00307087465298</c:v>
                </c:pt>
                <c:pt idx="73">
                  <c:v>0.00307714177017</c:v>
                </c:pt>
                <c:pt idx="74">
                  <c:v>0.00308342879439</c:v>
                </c:pt>
                <c:pt idx="75">
                  <c:v>0.00308973581231</c:v>
                </c:pt>
                <c:pt idx="76">
                  <c:v>0.00309606291108</c:v>
                </c:pt>
                <c:pt idx="77">
                  <c:v>0.00310241017833</c:v>
                </c:pt>
                <c:pt idx="78">
                  <c:v>0.00310877770221</c:v>
                </c:pt>
                <c:pt idx="79">
                  <c:v>0.00311516557132</c:v>
                </c:pt>
                <c:pt idx="80">
                  <c:v>0.00312157387477</c:v>
                </c:pt>
                <c:pt idx="81">
                  <c:v>0.00312800270219</c:v>
                </c:pt>
                <c:pt idx="82">
                  <c:v>0.0031344521437</c:v>
                </c:pt>
                <c:pt idx="83">
                  <c:v>0.00314092228991</c:v>
                </c:pt>
                <c:pt idx="84">
                  <c:v>0.00314741323195</c:v>
                </c:pt>
                <c:pt idx="85">
                  <c:v>0.00315392506149</c:v>
                </c:pt>
                <c:pt idx="86">
                  <c:v>0.00316045787067</c:v>
                </c:pt>
                <c:pt idx="87">
                  <c:v>0.00316701175218</c:v>
                </c:pt>
                <c:pt idx="88">
                  <c:v>0.00317358679924</c:v>
                </c:pt>
                <c:pt idx="89">
                  <c:v>0.00318018310557</c:v>
                </c:pt>
                <c:pt idx="90">
                  <c:v>0.00318680076544</c:v>
                </c:pt>
                <c:pt idx="91">
                  <c:v>0.00319343987366</c:v>
                </c:pt>
                <c:pt idx="92">
                  <c:v>0.00320010052556</c:v>
                </c:pt>
                <c:pt idx="93">
                  <c:v>0.00320678281703</c:v>
                </c:pt>
                <c:pt idx="94">
                  <c:v>0.00321348684449</c:v>
                </c:pt>
                <c:pt idx="95">
                  <c:v>0.00322021270492</c:v>
                </c:pt>
                <c:pt idx="96">
                  <c:v>0.00322696049586</c:v>
                </c:pt>
                <c:pt idx="97">
                  <c:v>0.0032337303154</c:v>
                </c:pt>
                <c:pt idx="98">
                  <c:v>0.00324052226219</c:v>
                </c:pt>
                <c:pt idx="99">
                  <c:v>0.00324733643544</c:v>
                </c:pt>
                <c:pt idx="100">
                  <c:v>0.00325417293494</c:v>
                </c:pt>
                <c:pt idx="101">
                  <c:v>0.00326103186105</c:v>
                </c:pt>
                <c:pt idx="102">
                  <c:v>0.00326791331472</c:v>
                </c:pt>
                <c:pt idx="103">
                  <c:v>0.00327481739745</c:v>
                </c:pt>
                <c:pt idx="104">
                  <c:v>0.00328174421135</c:v>
                </c:pt>
                <c:pt idx="105">
                  <c:v>0.00328869385913</c:v>
                </c:pt>
                <c:pt idx="106">
                  <c:v>0.00329566644406</c:v>
                </c:pt>
                <c:pt idx="107">
                  <c:v>0.00330266207004</c:v>
                </c:pt>
                <c:pt idx="108">
                  <c:v>0.00330968084155</c:v>
                </c:pt>
                <c:pt idx="109">
                  <c:v>0.00331672286369</c:v>
                </c:pt>
                <c:pt idx="110">
                  <c:v>0.00332378824217</c:v>
                </c:pt>
                <c:pt idx="111">
                  <c:v>0.00333087708331</c:v>
                </c:pt>
                <c:pt idx="112">
                  <c:v>0.00333798949406</c:v>
                </c:pt>
                <c:pt idx="113">
                  <c:v>0.00334512558197</c:v>
                </c:pt>
                <c:pt idx="114">
                  <c:v>0.00335228545526</c:v>
                </c:pt>
                <c:pt idx="115">
                  <c:v>0.00335946922273</c:v>
                </c:pt>
                <c:pt idx="116">
                  <c:v>0.00336667699387</c:v>
                </c:pt>
                <c:pt idx="117">
                  <c:v>0.00337390887878</c:v>
                </c:pt>
                <c:pt idx="118">
                  <c:v>0.00338116498821</c:v>
                </c:pt>
                <c:pt idx="119">
                  <c:v>0.00338844543358</c:v>
                </c:pt>
                <c:pt idx="120">
                  <c:v>0.00339575032695</c:v>
                </c:pt>
                <c:pt idx="121">
                  <c:v>0.00340307978103</c:v>
                </c:pt>
                <c:pt idx="122">
                  <c:v>0.00341043390923</c:v>
                </c:pt>
                <c:pt idx="123">
                  <c:v>0.00341781282561</c:v>
                </c:pt>
                <c:pt idx="124">
                  <c:v>0.00342521664489</c:v>
                </c:pt>
                <c:pt idx="125">
                  <c:v>0.0034326454825</c:v>
                </c:pt>
                <c:pt idx="126">
                  <c:v>0.00344009945455</c:v>
                </c:pt>
                <c:pt idx="127">
                  <c:v>0.00344757867781</c:v>
                </c:pt>
                <c:pt idx="128">
                  <c:v>0.00345508326979</c:v>
                </c:pt>
                <c:pt idx="129">
                  <c:v>0.00346261334866</c:v>
                </c:pt>
                <c:pt idx="130">
                  <c:v>0.00347016903333</c:v>
                </c:pt>
                <c:pt idx="131">
                  <c:v>0.00347775044339</c:v>
                </c:pt>
                <c:pt idx="132">
                  <c:v>0.00348535769918</c:v>
                </c:pt>
                <c:pt idx="133">
                  <c:v>0.00349299092172</c:v>
                </c:pt>
                <c:pt idx="134">
                  <c:v>0.00350065023279</c:v>
                </c:pt>
                <c:pt idx="135">
                  <c:v>0.00350833575489</c:v>
                </c:pt>
                <c:pt idx="136">
                  <c:v>0.00351604761126</c:v>
                </c:pt>
                <c:pt idx="137">
                  <c:v>0.00352378592588</c:v>
                </c:pt>
                <c:pt idx="138">
                  <c:v>0.00353155082346</c:v>
                </c:pt>
                <c:pt idx="139">
                  <c:v>0.00353934242951</c:v>
                </c:pt>
                <c:pt idx="140">
                  <c:v>0.00354716087024</c:v>
                </c:pt>
                <c:pt idx="141">
                  <c:v>0.00355500627269</c:v>
                </c:pt>
                <c:pt idx="142">
                  <c:v>0.00356287876461</c:v>
                </c:pt>
                <c:pt idx="143">
                  <c:v>0.00357077847456</c:v>
                </c:pt>
                <c:pt idx="144">
                  <c:v>0.00357870553187</c:v>
                </c:pt>
                <c:pt idx="145">
                  <c:v>0.00358666006668</c:v>
                </c:pt>
                <c:pt idx="146">
                  <c:v>0.00359464220989</c:v>
                </c:pt>
                <c:pt idx="147">
                  <c:v>0.00360265209322</c:v>
                </c:pt>
                <c:pt idx="148">
                  <c:v>0.00361068984919</c:v>
                </c:pt>
                <c:pt idx="149">
                  <c:v>0.00361875561114</c:v>
                </c:pt>
                <c:pt idx="150">
                  <c:v>0.00362684951321</c:v>
                </c:pt>
                <c:pt idx="151">
                  <c:v>0.00363497169039</c:v>
                </c:pt>
                <c:pt idx="152">
                  <c:v>0.00364312227847</c:v>
                </c:pt>
                <c:pt idx="153">
                  <c:v>0.00365130141411</c:v>
                </c:pt>
                <c:pt idx="154">
                  <c:v>0.00365950923478</c:v>
                </c:pt>
                <c:pt idx="155">
                  <c:v>0.00366774587881</c:v>
                </c:pt>
                <c:pt idx="156">
                  <c:v>0.00367601148541</c:v>
                </c:pt>
                <c:pt idx="157">
                  <c:v>0.00368430619461</c:v>
                </c:pt>
                <c:pt idx="158">
                  <c:v>0.00369263014734</c:v>
                </c:pt>
                <c:pt idx="159">
                  <c:v>0.0037009834854</c:v>
                </c:pt>
                <c:pt idx="160">
                  <c:v>0.00370936635146</c:v>
                </c:pt>
                <c:pt idx="161">
                  <c:v>0.00371777888908</c:v>
                </c:pt>
                <c:pt idx="162">
                  <c:v>0.00372622124274</c:v>
                </c:pt>
                <c:pt idx="163">
                  <c:v>0.00373469355778</c:v>
                </c:pt>
                <c:pt idx="164">
                  <c:v>0.0037431959805</c:v>
                </c:pt>
                <c:pt idx="165">
                  <c:v>0.00375172865806</c:v>
                </c:pt>
                <c:pt idx="166">
                  <c:v>0.00376029173859</c:v>
                </c:pt>
                <c:pt idx="167">
                  <c:v>0.00376888537113</c:v>
                </c:pt>
                <c:pt idx="168">
                  <c:v>0.00377750970565</c:v>
                </c:pt>
                <c:pt idx="169">
                  <c:v>0.00378616489308</c:v>
                </c:pt>
                <c:pt idx="170">
                  <c:v>0.00379485108531</c:v>
                </c:pt>
                <c:pt idx="171">
                  <c:v>0.00380356843515</c:v>
                </c:pt>
                <c:pt idx="172">
                  <c:v>0.00381231709642</c:v>
                </c:pt>
                <c:pt idx="173">
                  <c:v>0.00382109722389</c:v>
                </c:pt>
                <c:pt idx="174">
                  <c:v>0.00382990897333</c:v>
                </c:pt>
                <c:pt idx="175">
                  <c:v>0.00383875250147</c:v>
                </c:pt>
                <c:pt idx="176">
                  <c:v>0.00384762796606</c:v>
                </c:pt>
                <c:pt idx="177">
                  <c:v>0.00385653552586</c:v>
                </c:pt>
                <c:pt idx="178">
                  <c:v>0.00386547534062</c:v>
                </c:pt>
                <c:pt idx="179">
                  <c:v>0.00387444757114</c:v>
                </c:pt>
                <c:pt idx="180">
                  <c:v>0.00388345237921</c:v>
                </c:pt>
                <c:pt idx="181">
                  <c:v>0.0038924899277</c:v>
                </c:pt>
                <c:pt idx="182">
                  <c:v>0.00390156038049</c:v>
                </c:pt>
                <c:pt idx="183">
                  <c:v>0.00391066390253</c:v>
                </c:pt>
                <c:pt idx="184">
                  <c:v>0.00391980065984</c:v>
                </c:pt>
                <c:pt idx="185">
                  <c:v>0.00392897081949</c:v>
                </c:pt>
                <c:pt idx="186">
                  <c:v>0.00393817454963</c:v>
                </c:pt>
                <c:pt idx="187">
                  <c:v>0.00394741201951</c:v>
                </c:pt>
                <c:pt idx="188">
                  <c:v>0.00395668339948</c:v>
                </c:pt>
                <c:pt idx="189">
                  <c:v>0.00396598886097</c:v>
                </c:pt>
                <c:pt idx="190">
                  <c:v>0.00397532857654</c:v>
                </c:pt>
                <c:pt idx="191">
                  <c:v>0.00398470271987</c:v>
                </c:pt>
                <c:pt idx="192">
                  <c:v>0.00399411146578</c:v>
                </c:pt>
                <c:pt idx="193">
                  <c:v>0.00400355499019</c:v>
                </c:pt>
                <c:pt idx="194">
                  <c:v>0.00401303347023</c:v>
                </c:pt>
                <c:pt idx="195">
                  <c:v>0.00402254708414</c:v>
                </c:pt>
                <c:pt idx="196">
                  <c:v>0.00403209601134</c:v>
                </c:pt>
                <c:pt idx="197">
                  <c:v>0.00404168043244</c:v>
                </c:pt>
                <c:pt idx="198">
                  <c:v>0.00405130052923</c:v>
                </c:pt>
                <c:pt idx="199">
                  <c:v>0.00406095648468</c:v>
                </c:pt>
                <c:pt idx="200">
                  <c:v>0.00407064848299</c:v>
                </c:pt>
                <c:pt idx="201">
                  <c:v>0.00408037670955</c:v>
                </c:pt>
                <c:pt idx="202">
                  <c:v>0.00409014135101</c:v>
                </c:pt>
                <c:pt idx="203">
                  <c:v>0.00409994259521</c:v>
                </c:pt>
                <c:pt idx="204">
                  <c:v>0.00410978063127</c:v>
                </c:pt>
                <c:pt idx="205">
                  <c:v>0.00411965564956</c:v>
                </c:pt>
                <c:pt idx="206">
                  <c:v>0.0041295678417</c:v>
                </c:pt>
                <c:pt idx="207">
                  <c:v>0.00413951740061</c:v>
                </c:pt>
                <c:pt idx="208">
                  <c:v>0.00414950452046</c:v>
                </c:pt>
                <c:pt idx="209">
                  <c:v>0.00415952939675</c:v>
                </c:pt>
                <c:pt idx="210">
                  <c:v>0.00416959222627</c:v>
                </c:pt>
                <c:pt idx="211">
                  <c:v>0.00417969320714</c:v>
                </c:pt>
                <c:pt idx="212">
                  <c:v>0.00418983253881</c:v>
                </c:pt>
                <c:pt idx="213">
                  <c:v>0.00420001042204</c:v>
                </c:pt>
                <c:pt idx="214">
                  <c:v>0.00421022705898</c:v>
                </c:pt>
                <c:pt idx="215">
                  <c:v>0.00422048265312</c:v>
                </c:pt>
                <c:pt idx="216">
                  <c:v>0.00423077740934</c:v>
                </c:pt>
                <c:pt idx="217">
                  <c:v>0.00424111153387</c:v>
                </c:pt>
                <c:pt idx="218">
                  <c:v>0.00425148523438</c:v>
                </c:pt>
                <c:pt idx="219">
                  <c:v>0.00426189871992</c:v>
                </c:pt>
                <c:pt idx="220">
                  <c:v>0.00427235220097</c:v>
                </c:pt>
                <c:pt idx="221">
                  <c:v>0.00428284588943</c:v>
                </c:pt>
                <c:pt idx="222">
                  <c:v>0.00429337999866</c:v>
                </c:pt>
                <c:pt idx="223">
                  <c:v>0.00430395474347</c:v>
                </c:pt>
                <c:pt idx="224">
                  <c:v>0.00431457034012</c:v>
                </c:pt>
                <c:pt idx="225">
                  <c:v>0.00432522700638</c:v>
                </c:pt>
                <c:pt idx="226">
                  <c:v>0.00433592496148</c:v>
                </c:pt>
                <c:pt idx="227">
                  <c:v>0.00434666442619</c:v>
                </c:pt>
                <c:pt idx="228">
                  <c:v>0.00435744562277</c:v>
                </c:pt>
                <c:pt idx="229">
                  <c:v>0.00436826877501</c:v>
                </c:pt>
                <c:pt idx="230">
                  <c:v>0.00437913410827</c:v>
                </c:pt>
                <c:pt idx="231">
                  <c:v>0.00439004184944</c:v>
                </c:pt>
                <c:pt idx="232">
                  <c:v>0.00440099222699</c:v>
                </c:pt>
                <c:pt idx="233">
                  <c:v>0.00441198547097</c:v>
                </c:pt>
                <c:pt idx="234">
                  <c:v>0.00442302181303</c:v>
                </c:pt>
                <c:pt idx="235">
                  <c:v>0.00443410148643</c:v>
                </c:pt>
                <c:pt idx="236">
                  <c:v>0.00444522472604</c:v>
                </c:pt>
                <c:pt idx="237">
                  <c:v>0.00445639176839</c:v>
                </c:pt>
                <c:pt idx="238">
                  <c:v>0.00446760285165</c:v>
                </c:pt>
                <c:pt idx="239">
                  <c:v>0.00447885821565</c:v>
                </c:pt>
                <c:pt idx="240">
                  <c:v>0.00449015810191</c:v>
                </c:pt>
                <c:pt idx="241">
                  <c:v>0.00450150275364</c:v>
                </c:pt>
                <c:pt idx="242">
                  <c:v>0.00451289241576</c:v>
                </c:pt>
                <c:pt idx="243">
                  <c:v>0.00452432733492</c:v>
                </c:pt>
                <c:pt idx="244">
                  <c:v>0.00453580775949</c:v>
                </c:pt>
                <c:pt idx="245">
                  <c:v>0.00454733393961</c:v>
                </c:pt>
                <c:pt idx="246">
                  <c:v>0.00455890612719</c:v>
                </c:pt>
                <c:pt idx="247">
                  <c:v>0.00457052457592</c:v>
                </c:pt>
                <c:pt idx="248">
                  <c:v>0.00458218954129</c:v>
                </c:pt>
                <c:pt idx="249">
                  <c:v>0.00459390128059</c:v>
                </c:pt>
                <c:pt idx="250">
                  <c:v>0.00460566005298</c:v>
                </c:pt>
                <c:pt idx="251">
                  <c:v>0.00461746611943</c:v>
                </c:pt>
                <c:pt idx="252">
                  <c:v>0.00462931974278</c:v>
                </c:pt>
                <c:pt idx="253">
                  <c:v>0.00464122118778</c:v>
                </c:pt>
                <c:pt idx="254">
                  <c:v>0.00465317072103</c:v>
                </c:pt>
                <c:pt idx="255">
                  <c:v>0.00466516861108</c:v>
                </c:pt>
                <c:pt idx="256">
                  <c:v>0.00467721512839</c:v>
                </c:pt>
                <c:pt idx="257">
                  <c:v>0.00468931054538</c:v>
                </c:pt>
                <c:pt idx="258">
                  <c:v>0.00470145513643</c:v>
                </c:pt>
                <c:pt idx="259">
                  <c:v>0.0047136491779</c:v>
                </c:pt>
                <c:pt idx="260">
                  <c:v>0.00472589294814</c:v>
                </c:pt>
                <c:pt idx="261">
                  <c:v>0.00473818672752</c:v>
                </c:pt>
                <c:pt idx="262">
                  <c:v>0.00475053079847</c:v>
                </c:pt>
                <c:pt idx="263">
                  <c:v>0.00476292544545</c:v>
                </c:pt>
                <c:pt idx="264">
                  <c:v>0.00477537095499</c:v>
                </c:pt>
                <c:pt idx="265">
                  <c:v>0.00478786761571</c:v>
                </c:pt>
                <c:pt idx="266">
                  <c:v>0.00480041571835</c:v>
                </c:pt>
                <c:pt idx="267">
                  <c:v>0.00481301555577</c:v>
                </c:pt>
                <c:pt idx="268">
                  <c:v>0.00482566742298</c:v>
                </c:pt>
                <c:pt idx="269">
                  <c:v>0.00483837161715</c:v>
                </c:pt>
                <c:pt idx="270">
                  <c:v>0.00485112843764</c:v>
                </c:pt>
                <c:pt idx="271">
                  <c:v>0.00486393818603</c:v>
                </c:pt>
                <c:pt idx="272">
                  <c:v>0.00487680116608</c:v>
                </c:pt>
                <c:pt idx="273">
                  <c:v>0.00488971768385</c:v>
                </c:pt>
                <c:pt idx="274">
                  <c:v>0.00490268804763</c:v>
                </c:pt>
                <c:pt idx="275">
                  <c:v>0.00491571256802</c:v>
                </c:pt>
                <c:pt idx="276">
                  <c:v>0.00492879155789</c:v>
                </c:pt>
                <c:pt idx="277">
                  <c:v>0.00494192533249</c:v>
                </c:pt>
                <c:pt idx="278">
                  <c:v>0.00495511420937</c:v>
                </c:pt>
                <c:pt idx="279">
                  <c:v>0.00496835850849</c:v>
                </c:pt>
                <c:pt idx="280">
                  <c:v>0.00498165855218</c:v>
                </c:pt>
                <c:pt idx="281">
                  <c:v>0.00499501466518</c:v>
                </c:pt>
                <c:pt idx="282">
                  <c:v>0.0050084271747</c:v>
                </c:pt>
                <c:pt idx="283">
                  <c:v>0.00502189641037</c:v>
                </c:pt>
                <c:pt idx="284">
                  <c:v>0.00503542270432</c:v>
                </c:pt>
                <c:pt idx="285">
                  <c:v>0.0050490063912</c:v>
                </c:pt>
                <c:pt idx="286">
                  <c:v>0.00506264780815</c:v>
                </c:pt>
                <c:pt idx="287">
                  <c:v>0.00507634729491</c:v>
                </c:pt>
                <c:pt idx="288">
                  <c:v>0.00509010519374</c:v>
                </c:pt>
                <c:pt idx="289">
                  <c:v>0.00510392184955</c:v>
                </c:pt>
                <c:pt idx="290">
                  <c:v>0.00511779760985</c:v>
                </c:pt>
                <c:pt idx="291">
                  <c:v>0.0051317328248</c:v>
                </c:pt>
                <c:pt idx="292">
                  <c:v>0.00514572784723</c:v>
                </c:pt>
                <c:pt idx="293">
                  <c:v>0.00515978303268</c:v>
                </c:pt>
                <c:pt idx="294">
                  <c:v>0.00517389873939</c:v>
                </c:pt>
                <c:pt idx="295">
                  <c:v>0.00518807532838</c:v>
                </c:pt>
                <c:pt idx="296">
                  <c:v>0.00520231316343</c:v>
                </c:pt>
                <c:pt idx="297">
                  <c:v>0.0052166126111</c:v>
                </c:pt>
                <c:pt idx="298">
                  <c:v>0.00523097404082</c:v>
                </c:pt>
                <c:pt idx="299">
                  <c:v>0.00524539782485</c:v>
                </c:pt>
                <c:pt idx="300">
                  <c:v>0.00525988433832</c:v>
                </c:pt>
                <c:pt idx="301">
                  <c:v>0.00527443395929</c:v>
                </c:pt>
                <c:pt idx="302">
                  <c:v>0.00528904706874</c:v>
                </c:pt>
                <c:pt idx="303">
                  <c:v>0.00530372405064</c:v>
                </c:pt>
                <c:pt idx="304">
                  <c:v>0.00531846529193</c:v>
                </c:pt>
                <c:pt idx="305">
                  <c:v>0.00533327118257</c:v>
                </c:pt>
                <c:pt idx="306">
                  <c:v>0.00534814211559</c:v>
                </c:pt>
                <c:pt idx="307">
                  <c:v>0.00536307848708</c:v>
                </c:pt>
                <c:pt idx="308">
                  <c:v>0.00537808069624</c:v>
                </c:pt>
                <c:pt idx="309">
                  <c:v>0.00539314914543</c:v>
                </c:pt>
                <c:pt idx="310">
                  <c:v>0.00540828424016</c:v>
                </c:pt>
                <c:pt idx="311">
                  <c:v>0.00542348638915</c:v>
                </c:pt>
                <c:pt idx="312">
                  <c:v>0.00543875600434</c:v>
                </c:pt>
                <c:pt idx="313">
                  <c:v>0.00545409350095</c:v>
                </c:pt>
                <c:pt idx="314">
                  <c:v>0.00546949929748</c:v>
                </c:pt>
                <c:pt idx="315">
                  <c:v>0.00548497381576</c:v>
                </c:pt>
                <c:pt idx="316">
                  <c:v>0.00550051748097</c:v>
                </c:pt>
                <c:pt idx="317">
                  <c:v>0.00551613072171</c:v>
                </c:pt>
                <c:pt idx="318">
                  <c:v>0.00553181396998</c:v>
                </c:pt>
                <c:pt idx="319">
                  <c:v>0.00554756766125</c:v>
                </c:pt>
                <c:pt idx="320">
                  <c:v>0.00556339223446</c:v>
                </c:pt>
                <c:pt idx="321">
                  <c:v>0.00557928813212</c:v>
                </c:pt>
                <c:pt idx="322">
                  <c:v>0.00559525580026</c:v>
                </c:pt>
                <c:pt idx="323">
                  <c:v>0.00561129568852</c:v>
                </c:pt>
                <c:pt idx="324">
                  <c:v>0.00562740825019</c:v>
                </c:pt>
                <c:pt idx="325">
                  <c:v>0.00564359394221</c:v>
                </c:pt>
                <c:pt idx="326">
                  <c:v>0.00565985322522</c:v>
                </c:pt>
                <c:pt idx="327">
                  <c:v>0.00567618656363</c:v>
                </c:pt>
                <c:pt idx="328">
                  <c:v>0.00569259442559</c:v>
                </c:pt>
                <c:pt idx="329">
                  <c:v>0.0057090772831</c:v>
                </c:pt>
                <c:pt idx="330">
                  <c:v>0.00572563561199</c:v>
                </c:pt>
                <c:pt idx="331">
                  <c:v>0.00574226989201</c:v>
                </c:pt>
                <c:pt idx="332">
                  <c:v>0.00575898060683</c:v>
                </c:pt>
                <c:pt idx="333">
                  <c:v>0.00577576824408</c:v>
                </c:pt>
                <c:pt idx="334">
                  <c:v>0.00579263329542</c:v>
                </c:pt>
                <c:pt idx="335">
                  <c:v>0.00580957625655</c:v>
                </c:pt>
                <c:pt idx="336">
                  <c:v>0.00582659762727</c:v>
                </c:pt>
                <c:pt idx="337">
                  <c:v>0.00584369791153</c:v>
                </c:pt>
                <c:pt idx="338">
                  <c:v>0.00586087761743</c:v>
                </c:pt>
                <c:pt idx="339">
                  <c:v>0.0058781372573</c:v>
                </c:pt>
                <c:pt idx="340">
                  <c:v>0.00589547734775</c:v>
                </c:pt>
                <c:pt idx="341">
                  <c:v>0.00591289840966</c:v>
                </c:pt>
                <c:pt idx="342">
                  <c:v>0.0059304009683</c:v>
                </c:pt>
                <c:pt idx="343">
                  <c:v>0.00594798555331</c:v>
                </c:pt>
                <c:pt idx="344">
                  <c:v>0.00596565269878</c:v>
                </c:pt>
                <c:pt idx="345">
                  <c:v>0.00598340294328</c:v>
                </c:pt>
                <c:pt idx="346">
                  <c:v>0.00600123682991</c:v>
                </c:pt>
                <c:pt idx="347">
                  <c:v>0.00601915490636</c:v>
                </c:pt>
                <c:pt idx="348">
                  <c:v>0.00603715772493</c:v>
                </c:pt>
                <c:pt idx="349">
                  <c:v>0.00605524584261</c:v>
                </c:pt>
                <c:pt idx="350">
                  <c:v>0.0060734198211</c:v>
                </c:pt>
                <c:pt idx="351">
                  <c:v>0.00609168022688</c:v>
                </c:pt>
                <c:pt idx="352">
                  <c:v>0.00611002763124</c:v>
                </c:pt>
                <c:pt idx="353">
                  <c:v>0.00612846261035</c:v>
                </c:pt>
                <c:pt idx="354">
                  <c:v>0.0061469857453</c:v>
                </c:pt>
                <c:pt idx="355">
                  <c:v>0.00616559762216</c:v>
                </c:pt>
                <c:pt idx="356">
                  <c:v>0.00618429883201</c:v>
                </c:pt>
                <c:pt idx="357">
                  <c:v>0.00620308997103</c:v>
                </c:pt>
                <c:pt idx="358">
                  <c:v>0.00622197164051</c:v>
                </c:pt>
                <c:pt idx="359">
                  <c:v>0.00624094444695</c:v>
                </c:pt>
                <c:pt idx="360">
                  <c:v>0.00626000900206</c:v>
                </c:pt>
                <c:pt idx="361">
                  <c:v>0.00627916592289</c:v>
                </c:pt>
                <c:pt idx="362">
                  <c:v>0.00629841583179</c:v>
                </c:pt>
                <c:pt idx="363">
                  <c:v>0.00631775935656</c:v>
                </c:pt>
                <c:pt idx="364">
                  <c:v>0.00633719713047</c:v>
                </c:pt>
                <c:pt idx="365">
                  <c:v>0.00635672979227</c:v>
                </c:pt>
                <c:pt idx="366">
                  <c:v>0.00637635798635</c:v>
                </c:pt>
                <c:pt idx="367">
                  <c:v>0.00639608236271</c:v>
                </c:pt>
                <c:pt idx="368">
                  <c:v>0.00641590357706</c:v>
                </c:pt>
                <c:pt idx="369">
                  <c:v>0.00643582229089</c:v>
                </c:pt>
                <c:pt idx="370">
                  <c:v>0.0064558391715</c:v>
                </c:pt>
                <c:pt idx="371">
                  <c:v>0.0064759548921</c:v>
                </c:pt>
                <c:pt idx="372">
                  <c:v>0.00649617013184</c:v>
                </c:pt>
                <c:pt idx="373">
                  <c:v>0.0065164855759</c:v>
                </c:pt>
                <c:pt idx="374">
                  <c:v>0.00653690191552</c:v>
                </c:pt>
                <c:pt idx="375">
                  <c:v>0.00655741984814</c:v>
                </c:pt>
                <c:pt idx="376">
                  <c:v>0.00657804007736</c:v>
                </c:pt>
                <c:pt idx="377">
                  <c:v>0.00659876331311</c:v>
                </c:pt>
                <c:pt idx="378">
                  <c:v>0.00661959027165</c:v>
                </c:pt>
                <c:pt idx="379">
                  <c:v>0.00664052167568</c:v>
                </c:pt>
                <c:pt idx="380">
                  <c:v>0.00666155825438</c:v>
                </c:pt>
                <c:pt idx="381">
                  <c:v>0.00668270074349</c:v>
                </c:pt>
                <c:pt idx="382">
                  <c:v>0.00670394988542</c:v>
                </c:pt>
                <c:pt idx="383">
                  <c:v>0.00672530642926</c:v>
                </c:pt>
                <c:pt idx="384">
                  <c:v>0.00674677113089</c:v>
                </c:pt>
                <c:pt idx="385">
                  <c:v>0.00676834475306</c:v>
                </c:pt>
                <c:pt idx="386">
                  <c:v>0.00679002806546</c:v>
                </c:pt>
                <c:pt idx="387">
                  <c:v>0.00681182184478</c:v>
                </c:pt>
                <c:pt idx="388">
                  <c:v>0.00683372687481</c:v>
                </c:pt>
                <c:pt idx="389">
                  <c:v>0.0068557439465</c:v>
                </c:pt>
                <c:pt idx="390">
                  <c:v>0.00687787385807</c:v>
                </c:pt>
                <c:pt idx="391">
                  <c:v>0.00690011741506</c:v>
                </c:pt>
                <c:pt idx="392">
                  <c:v>0.00692247543043</c:v>
                </c:pt>
                <c:pt idx="393">
                  <c:v>0.00694494872462</c:v>
                </c:pt>
                <c:pt idx="394">
                  <c:v>0.00696753812568</c:v>
                </c:pt>
                <c:pt idx="395">
                  <c:v>0.00699024446931</c:v>
                </c:pt>
                <c:pt idx="396">
                  <c:v>0.00701306859896</c:v>
                </c:pt>
                <c:pt idx="397">
                  <c:v>0.00703601136595</c:v>
                </c:pt>
                <c:pt idx="398">
                  <c:v>0.00705907362949</c:v>
                </c:pt>
                <c:pt idx="399">
                  <c:v>0.00708225625685</c:v>
                </c:pt>
                <c:pt idx="400">
                  <c:v>0.00710556012338</c:v>
                </c:pt>
                <c:pt idx="401">
                  <c:v>0.00712898611267</c:v>
                </c:pt>
                <c:pt idx="402">
                  <c:v>0.00715253511658</c:v>
                </c:pt>
                <c:pt idx="403">
                  <c:v>0.00717620803537</c:v>
                </c:pt>
                <c:pt idx="404">
                  <c:v>0.0072000057778</c:v>
                </c:pt>
                <c:pt idx="405">
                  <c:v>0.00722392926121</c:v>
                </c:pt>
                <c:pt idx="406">
                  <c:v>0.00724797941163</c:v>
                </c:pt>
                <c:pt idx="407">
                  <c:v>0.00727215716388</c:v>
                </c:pt>
                <c:pt idx="408">
                  <c:v>0.00729646346167</c:v>
                </c:pt>
                <c:pt idx="409">
                  <c:v>0.00732089925768</c:v>
                </c:pt>
                <c:pt idx="410">
                  <c:v>0.00734546551372</c:v>
                </c:pt>
                <c:pt idx="411">
                  <c:v>0.00737016320078</c:v>
                </c:pt>
                <c:pt idx="412">
                  <c:v>0.00739499329916</c:v>
                </c:pt>
                <c:pt idx="413">
                  <c:v>0.00741995679858</c:v>
                </c:pt>
                <c:pt idx="414">
                  <c:v>0.0074450546983</c:v>
                </c:pt>
                <c:pt idx="415">
                  <c:v>0.00747028800719</c:v>
                </c:pt>
                <c:pt idx="416">
                  <c:v>0.00749565774391</c:v>
                </c:pt>
                <c:pt idx="417">
                  <c:v>0.00752116493695</c:v>
                </c:pt>
                <c:pt idx="418">
                  <c:v>0.00754681062481</c:v>
                </c:pt>
                <c:pt idx="419">
                  <c:v>0.00757259585609</c:v>
                </c:pt>
                <c:pt idx="420">
                  <c:v>0.00759852168958</c:v>
                </c:pt>
                <c:pt idx="421">
                  <c:v>0.00762458919445</c:v>
                </c:pt>
                <c:pt idx="422">
                  <c:v>0.00765079945031</c:v>
                </c:pt>
                <c:pt idx="423">
                  <c:v>0.00767715354736</c:v>
                </c:pt>
                <c:pt idx="424">
                  <c:v>0.00770365258654</c:v>
                </c:pt>
                <c:pt idx="425">
                  <c:v>0.00773029767959</c:v>
                </c:pt>
                <c:pt idx="426">
                  <c:v>0.00775708994925</c:v>
                </c:pt>
                <c:pt idx="427">
                  <c:v>0.00778403052936</c:v>
                </c:pt>
                <c:pt idx="428">
                  <c:v>0.007811120565</c:v>
                </c:pt>
                <c:pt idx="429">
                  <c:v>0.00783836121261</c:v>
                </c:pt>
                <c:pt idx="430">
                  <c:v>0.00786575364013</c:v>
                </c:pt>
                <c:pt idx="431">
                  <c:v>0.00789329902718</c:v>
                </c:pt>
                <c:pt idx="432">
                  <c:v>0.00792099856514</c:v>
                </c:pt>
                <c:pt idx="433">
                  <c:v>0.00794885345733</c:v>
                </c:pt>
                <c:pt idx="434">
                  <c:v>0.00797686491915</c:v>
                </c:pt>
                <c:pt idx="435">
                  <c:v>0.0080050341782</c:v>
                </c:pt>
                <c:pt idx="436">
                  <c:v>0.00803336247448</c:v>
                </c:pt>
                <c:pt idx="437">
                  <c:v>0.00806185106049</c:v>
                </c:pt>
                <c:pt idx="438">
                  <c:v>0.00809050120141</c:v>
                </c:pt>
                <c:pt idx="439">
                  <c:v>0.00811931417526</c:v>
                </c:pt>
                <c:pt idx="440">
                  <c:v>0.00814829127304</c:v>
                </c:pt>
                <c:pt idx="441">
                  <c:v>0.00817743379888</c:v>
                </c:pt>
                <c:pt idx="442">
                  <c:v>0.00820674307024</c:v>
                </c:pt>
                <c:pt idx="443">
                  <c:v>0.00823622041804</c:v>
                </c:pt>
                <c:pt idx="444">
                  <c:v>0.00826586718684</c:v>
                </c:pt>
                <c:pt idx="445">
                  <c:v>0.00829568473501</c:v>
                </c:pt>
                <c:pt idx="446">
                  <c:v>0.0083256744349</c:v>
                </c:pt>
                <c:pt idx="447">
                  <c:v>0.00835583767299</c:v>
                </c:pt>
                <c:pt idx="448">
                  <c:v>0.0083861758501</c:v>
                </c:pt>
                <c:pt idx="449">
                  <c:v>0.00841669038158</c:v>
                </c:pt>
                <c:pt idx="450">
                  <c:v>0.00844738269741</c:v>
                </c:pt>
                <c:pt idx="451">
                  <c:v>0.0084782542425</c:v>
                </c:pt>
                <c:pt idx="452">
                  <c:v>0.00850930647677</c:v>
                </c:pt>
                <c:pt idx="453">
                  <c:v>0.0085405408754</c:v>
                </c:pt>
                <c:pt idx="454">
                  <c:v>0.00857195892901</c:v>
                </c:pt>
                <c:pt idx="455">
                  <c:v>0.00860356214384</c:v>
                </c:pt>
                <c:pt idx="456">
                  <c:v>0.00863535204196</c:v>
                </c:pt>
                <c:pt idx="457">
                  <c:v>0.00866733016147</c:v>
                </c:pt>
                <c:pt idx="458">
                  <c:v>0.00869949805668</c:v>
                </c:pt>
                <c:pt idx="459">
                  <c:v>0.00873185729836</c:v>
                </c:pt>
                <c:pt idx="460">
                  <c:v>0.00876440947391</c:v>
                </c:pt>
                <c:pt idx="461">
                  <c:v>0.00879715618756</c:v>
                </c:pt>
                <c:pt idx="462">
                  <c:v>0.00883009906065</c:v>
                </c:pt>
                <c:pt idx="463">
                  <c:v>0.00886323973177</c:v>
                </c:pt>
                <c:pt idx="464">
                  <c:v>0.00889657985703</c:v>
                </c:pt>
                <c:pt idx="465">
                  <c:v>0.00893012111026</c:v>
                </c:pt>
                <c:pt idx="466">
                  <c:v>0.00896386518325</c:v>
                </c:pt>
                <c:pt idx="467">
                  <c:v>0.00899781378598</c:v>
                </c:pt>
                <c:pt idx="468">
                  <c:v>0.00903196864683</c:v>
                </c:pt>
                <c:pt idx="469">
                  <c:v>0.00906633151287</c:v>
                </c:pt>
                <c:pt idx="470">
                  <c:v>0.00910090415002</c:v>
                </c:pt>
                <c:pt idx="471">
                  <c:v>0.00913568834337</c:v>
                </c:pt>
                <c:pt idx="472">
                  <c:v>0.00917068589738</c:v>
                </c:pt>
                <c:pt idx="473">
                  <c:v>0.00920589863616</c:v>
                </c:pt>
                <c:pt idx="474">
                  <c:v>0.0092413284037</c:v>
                </c:pt>
                <c:pt idx="475">
                  <c:v>0.00927697706413</c:v>
                </c:pt>
                <c:pt idx="476">
                  <c:v>0.00931284650201</c:v>
                </c:pt>
                <c:pt idx="477">
                  <c:v>0.00934893862256</c:v>
                </c:pt>
                <c:pt idx="478">
                  <c:v>0.00938525535193</c:v>
                </c:pt>
                <c:pt idx="479">
                  <c:v>0.00942179863752</c:v>
                </c:pt>
                <c:pt idx="480">
                  <c:v>0.00945857044819</c:v>
                </c:pt>
                <c:pt idx="481">
                  <c:v>0.00949557277458</c:v>
                </c:pt>
                <c:pt idx="482">
                  <c:v>0.00953280762941</c:v>
                </c:pt>
                <c:pt idx="483">
                  <c:v>0.00957027704772</c:v>
                </c:pt>
                <c:pt idx="484">
                  <c:v>0.0096079830872</c:v>
                </c:pt>
                <c:pt idx="485">
                  <c:v>0.00964592782848</c:v>
                </c:pt>
                <c:pt idx="486">
                  <c:v>0.00968411337541</c:v>
                </c:pt>
                <c:pt idx="487">
                  <c:v>0.00972254185541</c:v>
                </c:pt>
                <c:pt idx="488">
                  <c:v>0.00976121541972</c:v>
                </c:pt>
                <c:pt idx="489">
                  <c:v>0.00980013624378</c:v>
                </c:pt>
                <c:pt idx="490">
                  <c:v>0.0098393065275</c:v>
                </c:pt>
                <c:pt idx="491">
                  <c:v>0.00987872849559</c:v>
                </c:pt>
                <c:pt idx="492">
                  <c:v>0.00991840439791</c:v>
                </c:pt>
                <c:pt idx="493">
                  <c:v>0.0099583365098</c:v>
                </c:pt>
                <c:pt idx="494">
                  <c:v>0.00999852713237</c:v>
                </c:pt>
                <c:pt idx="495">
                  <c:v>0.0100389785929</c:v>
                </c:pt>
                <c:pt idx="496">
                  <c:v>0.0100796932452</c:v>
                </c:pt>
                <c:pt idx="497">
                  <c:v>0.0101206734699</c:v>
                </c:pt>
                <c:pt idx="498">
                  <c:v>0.0101619216748</c:v>
                </c:pt>
                <c:pt idx="499">
                  <c:v>0.0102034402952</c:v>
                </c:pt>
                <c:pt idx="500">
                  <c:v>0.0102452317946</c:v>
                </c:pt>
                <c:pt idx="501">
                  <c:v>0.0102872986645</c:v>
                </c:pt>
                <c:pt idx="502">
                  <c:v>0.0103296434253</c:v>
                </c:pt>
                <c:pt idx="503">
                  <c:v>0.0103722686263</c:v>
                </c:pt>
                <c:pt idx="504">
                  <c:v>0.0104151768463</c:v>
                </c:pt>
                <c:pt idx="505">
                  <c:v>0.010458370694</c:v>
                </c:pt>
                <c:pt idx="506">
                  <c:v>0.0105018528084</c:v>
                </c:pt>
                <c:pt idx="507">
                  <c:v>0.0105456258589</c:v>
                </c:pt>
                <c:pt idx="508">
                  <c:v>0.0105896925461</c:v>
                </c:pt>
                <c:pt idx="509">
                  <c:v>0.0106340556022</c:v>
                </c:pt>
                <c:pt idx="510">
                  <c:v>0.0106787177911</c:v>
                </c:pt>
                <c:pt idx="511">
                  <c:v>0.010723681909</c:v>
                </c:pt>
                <c:pt idx="512">
                  <c:v>0.010768950785</c:v>
                </c:pt>
                <c:pt idx="513">
                  <c:v>0.0108145272813</c:v>
                </c:pt>
                <c:pt idx="514">
                  <c:v>0.0108604142937</c:v>
                </c:pt>
                <c:pt idx="515">
                  <c:v>0.0109066147521</c:v>
                </c:pt>
                <c:pt idx="516">
                  <c:v>0.010953131621</c:v>
                </c:pt>
                <c:pt idx="517">
                  <c:v>0.0109999678998</c:v>
                </c:pt>
                <c:pt idx="518">
                  <c:v>0.0110471266233</c:v>
                </c:pt>
                <c:pt idx="519">
                  <c:v>0.0110946108625</c:v>
                </c:pt>
                <c:pt idx="520">
                  <c:v>0.0111424237246</c:v>
                </c:pt>
                <c:pt idx="521">
                  <c:v>0.0111905683537</c:v>
                </c:pt>
                <c:pt idx="522">
                  <c:v>0.0112390479313</c:v>
                </c:pt>
                <c:pt idx="523">
                  <c:v>0.0112878656769</c:v>
                </c:pt>
                <c:pt idx="524">
                  <c:v>0.0113370248483</c:v>
                </c:pt>
                <c:pt idx="525">
                  <c:v>0.0113865287422</c:v>
                </c:pt>
                <c:pt idx="526">
                  <c:v>0.0114363806947</c:v>
                </c:pt>
                <c:pt idx="527">
                  <c:v>0.0114865840821</c:v>
                </c:pt>
                <c:pt idx="528">
                  <c:v>0.0115371423207</c:v>
                </c:pt>
                <c:pt idx="529">
                  <c:v>0.0115880588683</c:v>
                </c:pt>
                <c:pt idx="530">
                  <c:v>0.0116393372239</c:v>
                </c:pt>
                <c:pt idx="531">
                  <c:v>0.0116909809287</c:v>
                </c:pt>
                <c:pt idx="532">
                  <c:v>0.0117429935668</c:v>
                </c:pt>
                <c:pt idx="533">
                  <c:v>0.0117953787652</c:v>
                </c:pt>
                <c:pt idx="534">
                  <c:v>0.0118481401948</c:v>
                </c:pt>
                <c:pt idx="535">
                  <c:v>0.0119012815708</c:v>
                </c:pt>
                <c:pt idx="536">
                  <c:v>0.0119548066537</c:v>
                </c:pt>
                <c:pt idx="537">
                  <c:v>0.012008719249</c:v>
                </c:pt>
                <c:pt idx="538">
                  <c:v>0.0120630232086</c:v>
                </c:pt>
                <c:pt idx="539">
                  <c:v>0.0121177224313</c:v>
                </c:pt>
                <c:pt idx="540">
                  <c:v>0.0121728208629</c:v>
                </c:pt>
                <c:pt idx="541">
                  <c:v>0.0122283224974</c:v>
                </c:pt>
                <c:pt idx="542">
                  <c:v>0.0122842313772</c:v>
                </c:pt>
                <c:pt idx="543">
                  <c:v>0.0123405515941</c:v>
                </c:pt>
                <c:pt idx="544">
                  <c:v>0.0123972872895</c:v>
                </c:pt>
                <c:pt idx="545">
                  <c:v>0.0124544426554</c:v>
                </c:pt>
                <c:pt idx="546">
                  <c:v>0.0125120219348</c:v>
                </c:pt>
                <c:pt idx="547">
                  <c:v>0.0125700294227</c:v>
                </c:pt>
                <c:pt idx="548">
                  <c:v>0.0126284694664</c:v>
                </c:pt>
                <c:pt idx="549">
                  <c:v>0.012687346466</c:v>
                </c:pt>
                <c:pt idx="550">
                  <c:v>0.0127466648758</c:v>
                </c:pt>
                <c:pt idx="551">
                  <c:v>0.0128064292041</c:v>
                </c:pt>
                <c:pt idx="552">
                  <c:v>0.0128666440148</c:v>
                </c:pt>
                <c:pt idx="553">
                  <c:v>0.012927313927</c:v>
                </c:pt>
                <c:pt idx="554">
                  <c:v>0.0129884436167</c:v>
                </c:pt>
                <c:pt idx="555">
                  <c:v>0.0130500378168</c:v>
                </c:pt>
                <c:pt idx="556">
                  <c:v>0.0131121013183</c:v>
                </c:pt>
                <c:pt idx="557">
                  <c:v>0.0131746389706</c:v>
                </c:pt>
                <c:pt idx="558">
                  <c:v>0.0132376556823</c:v>
                </c:pt>
                <c:pt idx="559">
                  <c:v>0.0133011564222</c:v>
                </c:pt>
                <c:pt idx="560">
                  <c:v>0.0133651462196</c:v>
                </c:pt>
                <c:pt idx="561">
                  <c:v>0.0134296301653</c:v>
                </c:pt>
                <c:pt idx="562">
                  <c:v>0.0134946134122</c:v>
                </c:pt>
                <c:pt idx="563">
                  <c:v>0.013560101176</c:v>
                </c:pt>
                <c:pt idx="564">
                  <c:v>0.0136260987361</c:v>
                </c:pt>
                <c:pt idx="565">
                  <c:v>0.0136926114362</c:v>
                </c:pt>
                <c:pt idx="566">
                  <c:v>0.013759644685</c:v>
                </c:pt>
                <c:pt idx="567">
                  <c:v>0.0138272039568</c:v>
                </c:pt>
                <c:pt idx="568">
                  <c:v>0.0138952947928</c:v>
                </c:pt>
                <c:pt idx="569">
                  <c:v>0.013963922801</c:v>
                </c:pt>
                <c:pt idx="570">
                  <c:v>0.0140330936577</c:v>
                </c:pt>
                <c:pt idx="571">
                  <c:v>0.0141028131078</c:v>
                </c:pt>
                <c:pt idx="572">
                  <c:v>0.0141730869656</c:v>
                </c:pt>
                <c:pt idx="573">
                  <c:v>0.0142439211156</c:v>
                </c:pt>
                <c:pt idx="574">
                  <c:v>0.0143153215133</c:v>
                </c:pt>
                <c:pt idx="575">
                  <c:v>0.0143872941856</c:v>
                </c:pt>
                <c:pt idx="576">
                  <c:v>0.0144598452321</c:v>
                </c:pt>
                <c:pt idx="577">
                  <c:v>0.0145329808251</c:v>
                </c:pt>
                <c:pt idx="578">
                  <c:v>0.0146067072109</c:v>
                </c:pt>
                <c:pt idx="579">
                  <c:v>0.0146810307105</c:v>
                </c:pt>
                <c:pt idx="580">
                  <c:v>0.0147559577196</c:v>
                </c:pt>
                <c:pt idx="581">
                  <c:v>0.0148314947104</c:v>
                </c:pt>
                <c:pt idx="582">
                  <c:v>0.0149076482314</c:v>
                </c:pt>
                <c:pt idx="583">
                  <c:v>0.0149844249083</c:v>
                </c:pt>
                <c:pt idx="584">
                  <c:v>0.0150618314452</c:v>
                </c:pt>
                <c:pt idx="585">
                  <c:v>0.0151398746243</c:v>
                </c:pt>
                <c:pt idx="586">
                  <c:v>0.0152185613076</c:v>
                </c:pt>
                <c:pt idx="587">
                  <c:v>0.0152978984367</c:v>
                </c:pt>
                <c:pt idx="588">
                  <c:v>0.0153778930341</c:v>
                </c:pt>
                <c:pt idx="589">
                  <c:v>0.0154585522032</c:v>
                </c:pt>
                <c:pt idx="590">
                  <c:v>0.0155398831295</c:v>
                </c:pt>
                <c:pt idx="591">
                  <c:v>0.0156218930807</c:v>
                </c:pt>
                <c:pt idx="592">
                  <c:v>0.0157045894077</c:v>
                </c:pt>
                <c:pt idx="593">
                  <c:v>0.0157879795446</c:v>
                </c:pt>
                <c:pt idx="594">
                  <c:v>0.0158720710101</c:v>
                </c:pt>
                <c:pt idx="595">
                  <c:v>0.0159568714071</c:v>
                </c:pt>
                <c:pt idx="596">
                  <c:v>0.0160423884238</c:v>
                </c:pt>
                <c:pt idx="597">
                  <c:v>0.016128629834</c:v>
                </c:pt>
                <c:pt idx="598">
                  <c:v>0.0162156034973</c:v>
                </c:pt>
                <c:pt idx="599">
                  <c:v>0.0163033173603</c:v>
                </c:pt>
                <c:pt idx="600">
                  <c:v>0.0163917794559</c:v>
                </c:pt>
                <c:pt idx="601">
                  <c:v>0.0164809979047</c:v>
                </c:pt>
                <c:pt idx="602">
                  <c:v>0.0165709809148</c:v>
                </c:pt>
                <c:pt idx="603">
                  <c:v>0.016661736782</c:v>
                </c:pt>
                <c:pt idx="604">
                  <c:v>0.0167532738908</c:v>
                </c:pt>
                <c:pt idx="605">
                  <c:v>0.0168456007137</c:v>
                </c:pt>
                <c:pt idx="606">
                  <c:v>0.0169387258123</c:v>
                </c:pt>
                <c:pt idx="607">
                  <c:v>0.0170326578369</c:v>
                </c:pt>
                <c:pt idx="608">
                  <c:v>0.0171274055269</c:v>
                </c:pt>
                <c:pt idx="609">
                  <c:v>0.0172229777107</c:v>
                </c:pt>
                <c:pt idx="610">
                  <c:v>0.0173193833063</c:v>
                </c:pt>
                <c:pt idx="611">
                  <c:v>0.0174166313208</c:v>
                </c:pt>
                <c:pt idx="612">
                  <c:v>0.0175147308503</c:v>
                </c:pt>
                <c:pt idx="613">
                  <c:v>0.0176136910806</c:v>
                </c:pt>
                <c:pt idx="614">
                  <c:v>0.0177135212863</c:v>
                </c:pt>
                <c:pt idx="615">
                  <c:v>0.0178142308311</c:v>
                </c:pt>
                <c:pt idx="616">
                  <c:v>0.0179158291674</c:v>
                </c:pt>
                <c:pt idx="617">
                  <c:v>0.0180183258363</c:v>
                </c:pt>
                <c:pt idx="618">
                  <c:v>0.018121730467</c:v>
                </c:pt>
                <c:pt idx="619">
                  <c:v>0.0182260527767</c:v>
                </c:pt>
                <c:pt idx="620">
                  <c:v>0.0183313025702</c:v>
                </c:pt>
                <c:pt idx="621">
                  <c:v>0.0184374897392</c:v>
                </c:pt>
                <c:pt idx="622">
                  <c:v>0.0185446242623</c:v>
                </c:pt>
                <c:pt idx="623">
                  <c:v>0.0186527162038</c:v>
                </c:pt>
                <c:pt idx="624">
                  <c:v>0.0187617757136</c:v>
                </c:pt>
                <c:pt idx="625">
                  <c:v>0.0188718130264</c:v>
                </c:pt>
                <c:pt idx="626">
                  <c:v>0.0189828384609</c:v>
                </c:pt>
                <c:pt idx="627">
                  <c:v>0.0190948624189</c:v>
                </c:pt>
                <c:pt idx="628">
                  <c:v>0.0192078953849</c:v>
                </c:pt>
                <c:pt idx="629">
                  <c:v>0.0193219479248</c:v>
                </c:pt>
                <c:pt idx="630">
                  <c:v>0.0194370306848</c:v>
                </c:pt>
                <c:pt idx="631">
                  <c:v>0.0195531543911</c:v>
                </c:pt>
                <c:pt idx="632">
                  <c:v>0.0196703298481</c:v>
                </c:pt>
                <c:pt idx="633">
                  <c:v>0.0197885679374</c:v>
                </c:pt>
                <c:pt idx="634">
                  <c:v>0.0199078796171</c:v>
                </c:pt>
                <c:pt idx="635">
                  <c:v>0.0200282759199</c:v>
                </c:pt>
                <c:pt idx="636">
                  <c:v>0.0201497679521</c:v>
                </c:pt>
                <c:pt idx="637">
                  <c:v>0.0202723668923</c:v>
                </c:pt>
                <c:pt idx="638">
                  <c:v>0.0203960839899</c:v>
                </c:pt>
                <c:pt idx="639">
                  <c:v>0.0205209305634</c:v>
                </c:pt>
                <c:pt idx="640">
                  <c:v>0.0206469179993</c:v>
                </c:pt>
                <c:pt idx="641">
                  <c:v>0.0207740577501</c:v>
                </c:pt>
                <c:pt idx="642">
                  <c:v>0.0209023613328</c:v>
                </c:pt>
                <c:pt idx="643">
                  <c:v>0.0210318403274</c:v>
                </c:pt>
                <c:pt idx="644">
                  <c:v>0.0211625063748</c:v>
                </c:pt>
                <c:pt idx="645">
                  <c:v>0.0212943711755</c:v>
                </c:pt>
                <c:pt idx="646">
                  <c:v>0.021427446487</c:v>
                </c:pt>
                <c:pt idx="647">
                  <c:v>0.0215617441228</c:v>
                </c:pt>
                <c:pt idx="648">
                  <c:v>0.0216972759498</c:v>
                </c:pt>
                <c:pt idx="649">
                  <c:v>0.0218340538867</c:v>
                </c:pt>
                <c:pt idx="650">
                  <c:v>0.0219720899018</c:v>
                </c:pt>
                <c:pt idx="651">
                  <c:v>0.022111396011</c:v>
                </c:pt>
                <c:pt idx="652">
                  <c:v>0.0222519842759</c:v>
                </c:pt>
                <c:pt idx="653">
                  <c:v>0.0223938668013</c:v>
                </c:pt>
                <c:pt idx="654">
                  <c:v>0.0225370557334</c:v>
                </c:pt>
                <c:pt idx="655">
                  <c:v>0.0226815632575</c:v>
                </c:pt>
                <c:pt idx="656">
                  <c:v>0.0228274015956</c:v>
                </c:pt>
                <c:pt idx="657">
                  <c:v>0.0229745830046</c:v>
                </c:pt>
                <c:pt idx="658">
                  <c:v>0.0231231197734</c:v>
                </c:pt>
                <c:pt idx="659">
                  <c:v>0.023273024221</c:v>
                </c:pt>
                <c:pt idx="660">
                  <c:v>0.0234243086944</c:v>
                </c:pt>
                <c:pt idx="661">
                  <c:v>0.0235769855653</c:v>
                </c:pt>
                <c:pt idx="662">
                  <c:v>0.0237310672289</c:v>
                </c:pt>
                <c:pt idx="663">
                  <c:v>0.0238865661004</c:v>
                </c:pt>
                <c:pt idx="664">
                  <c:v>0.0240434946132</c:v>
                </c:pt>
                <c:pt idx="665">
                  <c:v>0.024201865216</c:v>
                </c:pt>
                <c:pt idx="666">
                  <c:v>0.0243616903704</c:v>
                </c:pt>
                <c:pt idx="667">
                  <c:v>0.0245229825485</c:v>
                </c:pt>
                <c:pt idx="668">
                  <c:v>0.0246857542296</c:v>
                </c:pt>
                <c:pt idx="669">
                  <c:v>0.0248500178983</c:v>
                </c:pt>
                <c:pt idx="670">
                  <c:v>0.025015786041</c:v>
                </c:pt>
                <c:pt idx="671">
                  <c:v>0.0251830711434</c:v>
                </c:pt>
                <c:pt idx="672">
                  <c:v>0.0253518856875</c:v>
                </c:pt>
                <c:pt idx="673">
                  <c:v>0.0255222421486</c:v>
                </c:pt>
                <c:pt idx="674">
                  <c:v>0.0256941529922</c:v>
                </c:pt>
                <c:pt idx="675">
                  <c:v>0.0258676306705</c:v>
                </c:pt>
                <c:pt idx="676">
                  <c:v>0.0260426876194</c:v>
                </c:pt>
                <c:pt idx="677">
                  <c:v>0.0262193362548</c:v>
                </c:pt>
                <c:pt idx="678">
                  <c:v>0.0263975889689</c:v>
                </c:pt>
                <c:pt idx="679">
                  <c:v>0.0265774581265</c:v>
                </c:pt>
                <c:pt idx="680">
                  <c:v>0.0267589560611</c:v>
                </c:pt>
                <c:pt idx="681">
                  <c:v>0.0269420950703</c:v>
                </c:pt>
                <c:pt idx="682">
                  <c:v>0.027126887412</c:v>
                </c:pt>
                <c:pt idx="683">
                  <c:v>0.0273133452992</c:v>
                </c:pt>
                <c:pt idx="684">
                  <c:v>0.0275014808956</c:v>
                </c:pt>
                <c:pt idx="685">
                  <c:v>0.0276913063099</c:v>
                </c:pt>
                <c:pt idx="686">
                  <c:v>0.0278828335909</c:v>
                </c:pt>
                <c:pt idx="687">
                  <c:v>0.0280760747214</c:v>
                </c:pt>
                <c:pt idx="688">
                  <c:v>0.0282710416123</c:v>
                </c:pt>
                <c:pt idx="689">
                  <c:v>0.028467746096</c:v>
                </c:pt>
                <c:pt idx="690">
                  <c:v>0.0286661999197</c:v>
                </c:pt>
                <c:pt idx="691">
                  <c:v>0.0288664147383</c:v>
                </c:pt>
                <c:pt idx="692">
                  <c:v>0.0290684021067</c:v>
                </c:pt>
                <c:pt idx="693">
                  <c:v>0.0292721734716</c:v>
                </c:pt>
                <c:pt idx="694">
                  <c:v>0.0294777401633</c:v>
                </c:pt>
                <c:pt idx="695">
                  <c:v>0.0296851133867</c:v>
                </c:pt>
                <c:pt idx="696">
                  <c:v>0.0298943042119</c:v>
                </c:pt>
                <c:pt idx="697">
                  <c:v>0.0301053235639</c:v>
                </c:pt>
                <c:pt idx="698">
                  <c:v>0.0303181822128</c:v>
                </c:pt>
                <c:pt idx="699">
                  <c:v>0.0305328907625</c:v>
                </c:pt>
                <c:pt idx="700">
                  <c:v>0.030749459639</c:v>
                </c:pt>
                <c:pt idx="701">
                  <c:v>0.0309678990789</c:v>
                </c:pt>
                <c:pt idx="702">
                  <c:v>0.0311882191163</c:v>
                </c:pt>
                <c:pt idx="703">
                  <c:v>0.0314104295702</c:v>
                </c:pt>
                <c:pt idx="704">
                  <c:v>0.0316345400302</c:v>
                </c:pt>
                <c:pt idx="705">
                  <c:v>0.031860559843</c:v>
                </c:pt>
                <c:pt idx="706">
                  <c:v>0.0320884980968</c:v>
                </c:pt>
                <c:pt idx="707">
                  <c:v>0.032318363607</c:v>
                </c:pt>
                <c:pt idx="708">
                  <c:v>0.0325501648993</c:v>
                </c:pt>
                <c:pt idx="709">
                  <c:v>0.0327839101943</c:v>
                </c:pt>
                <c:pt idx="710">
                  <c:v>0.0330196073902</c:v>
                </c:pt>
                <c:pt idx="711">
                  <c:v>0.0332572640454</c:v>
                </c:pt>
                <c:pt idx="712">
                  <c:v>0.0334968873612</c:v>
                </c:pt>
                <c:pt idx="713">
                  <c:v>0.0337384841637</c:v>
                </c:pt>
                <c:pt idx="714">
                  <c:v>0.0339820608847</c:v>
                </c:pt>
                <c:pt idx="715">
                  <c:v>0.0342276235436</c:v>
                </c:pt>
                <c:pt idx="716">
                  <c:v>0.034475177728</c:v>
                </c:pt>
                <c:pt idx="717">
                  <c:v>0.0347247285744</c:v>
                </c:pt>
                <c:pt idx="718">
                  <c:v>0.0349762807486</c:v>
                </c:pt>
                <c:pt idx="719">
                  <c:v>0.0352298384264</c:v>
                </c:pt>
                <c:pt idx="720">
                  <c:v>0.0354854052736</c:v>
                </c:pt>
                <c:pt idx="721">
                  <c:v>0.0357429844264</c:v>
                </c:pt>
                <c:pt idx="722">
                  <c:v>0.0360025784719</c:v>
                </c:pt>
                <c:pt idx="723">
                  <c:v>0.0362641894284</c:v>
                </c:pt>
                <c:pt idx="724">
                  <c:v>0.0365278187265</c:v>
                </c:pt>
                <c:pt idx="725">
                  <c:v>0.0367934671897</c:v>
                </c:pt>
                <c:pt idx="726">
                  <c:v>0.0370611350163</c:v>
                </c:pt>
                <c:pt idx="727">
                  <c:v>0.0373308217607</c:v>
                </c:pt>
                <c:pt idx="728">
                  <c:v>0.0376025263164</c:v>
                </c:pt>
                <c:pt idx="729">
                  <c:v>0.0378762468987</c:v>
                </c:pt>
                <c:pt idx="730">
                  <c:v>0.0381519810284</c:v>
                </c:pt>
                <c:pt idx="731">
                  <c:v>0.0384297255166</c:v>
                </c:pt>
                <c:pt idx="732">
                  <c:v>0.0387094764498</c:v>
                </c:pt>
                <c:pt idx="733">
                  <c:v>0.0389912291768</c:v>
                </c:pt>
                <c:pt idx="734">
                  <c:v>0.0392749782955</c:v>
                </c:pt>
                <c:pt idx="735">
                  <c:v>0.039560717642</c:v>
                </c:pt>
                <c:pt idx="736">
                  <c:v>0.0398484402801</c:v>
                </c:pt>
                <c:pt idx="737">
                  <c:v>0.0401381384925</c:v>
                </c:pt>
                <c:pt idx="738">
                  <c:v>0.0404298037732</c:v>
                </c:pt>
                <c:pt idx="739">
                  <c:v>0.0407234268211</c:v>
                </c:pt>
                <c:pt idx="740">
                  <c:v>0.0410189975356</c:v>
                </c:pt>
                <c:pt idx="741">
                  <c:v>0.0413165050133</c:v>
                </c:pt>
                <c:pt idx="742">
                  <c:v>0.0416159375464</c:v>
                </c:pt>
                <c:pt idx="743">
                  <c:v>0.0419172826225</c:v>
                </c:pt>
                <c:pt idx="744">
                  <c:v>0.0422205269265</c:v>
                </c:pt>
                <c:pt idx="745">
                  <c:v>0.0425256563437</c:v>
                </c:pt>
                <c:pt idx="746">
                  <c:v>0.0428326559646</c:v>
                </c:pt>
                <c:pt idx="747">
                  <c:v>0.0431415100918</c:v>
                </c:pt>
                <c:pt idx="748">
                  <c:v>0.0434522022479</c:v>
                </c:pt>
                <c:pt idx="749">
                  <c:v>0.0437647151854</c:v>
                </c:pt>
                <c:pt idx="750">
                  <c:v>0.0440790308982</c:v>
                </c:pt>
                <c:pt idx="751">
                  <c:v>0.0443951306346</c:v>
                </c:pt>
                <c:pt idx="752">
                  <c:v>0.0447129949113</c:v>
                </c:pt>
                <c:pt idx="753">
                  <c:v>0.0450326035301</c:v>
                </c:pt>
                <c:pt idx="754">
                  <c:v>0.0453539355942</c:v>
                </c:pt>
                <c:pt idx="755">
                  <c:v>0.0456769695271</c:v>
                </c:pt>
                <c:pt idx="756">
                  <c:v>0.0460016830924</c:v>
                </c:pt>
                <c:pt idx="757">
                  <c:v>0.0463280534138</c:v>
                </c:pt>
                <c:pt idx="758">
                  <c:v>0.0466560569975</c:v>
                </c:pt>
                <c:pt idx="759">
                  <c:v>0.0469856697538</c:v>
                </c:pt>
                <c:pt idx="760">
                  <c:v>0.0473168670207</c:v>
                </c:pt>
                <c:pt idx="761">
                  <c:v>0.0476496235873</c:v>
                </c:pt>
                <c:pt idx="762">
                  <c:v>0.0479839137178</c:v>
                </c:pt>
                <c:pt idx="763">
                  <c:v>0.0483197111759</c:v>
                </c:pt>
                <c:pt idx="764">
                  <c:v>0.048656989249</c:v>
                </c:pt>
                <c:pt idx="765">
                  <c:v>0.0489957207727</c:v>
                </c:pt>
                <c:pt idx="766">
                  <c:v>0.0493358781546</c:v>
                </c:pt>
                <c:pt idx="767">
                  <c:v>0.0496774333988</c:v>
                </c:pt>
                <c:pt idx="768">
                  <c:v>0.0500203581287</c:v>
                </c:pt>
                <c:pt idx="769">
                  <c:v>0.0503646236097</c:v>
                </c:pt>
                <c:pt idx="770">
                  <c:v>0.050710200772</c:v>
                </c:pt>
                <c:pt idx="771">
                  <c:v>0.0510570602308</c:v>
                </c:pt>
                <c:pt idx="772">
                  <c:v>0.0514051723075</c:v>
                </c:pt>
                <c:pt idx="773">
                  <c:v>0.0517545070481</c:v>
                </c:pt>
                <c:pt idx="774">
                  <c:v>0.052105034242</c:v>
                </c:pt>
                <c:pt idx="775">
                  <c:v>0.0524567234381</c:v>
                </c:pt>
                <c:pt idx="776">
                  <c:v>0.0528095439611</c:v>
                </c:pt>
                <c:pt idx="777">
                  <c:v>0.0531634649256</c:v>
                </c:pt>
                <c:pt idx="778">
                  <c:v>0.0535184552485</c:v>
                </c:pt>
                <c:pt idx="779">
                  <c:v>0.0538744836615</c:v>
                </c:pt>
                <c:pt idx="780">
                  <c:v>0.0542315187207</c:v>
                </c:pt>
                <c:pt idx="781">
                  <c:v>0.0545895288159</c:v>
                </c:pt>
                <c:pt idx="782">
                  <c:v>0.0549484821779</c:v>
                </c:pt>
                <c:pt idx="783">
                  <c:v>0.0553083468851</c:v>
                </c:pt>
                <c:pt idx="784">
                  <c:v>0.0556690908689</c:v>
                </c:pt>
                <c:pt idx="785">
                  <c:v>0.0560306819177</c:v>
                </c:pt>
                <c:pt idx="786">
                  <c:v>0.0563930876798</c:v>
                </c:pt>
                <c:pt idx="787">
                  <c:v>0.0567562756659</c:v>
                </c:pt>
                <c:pt idx="788">
                  <c:v>0.0571202132509</c:v>
                </c:pt>
                <c:pt idx="789">
                  <c:v>0.0574848676741</c:v>
                </c:pt>
                <c:pt idx="790">
                  <c:v>0.0578502060399</c:v>
                </c:pt>
                <c:pt idx="791">
                  <c:v>0.058216195318</c:v>
                </c:pt>
                <c:pt idx="792">
                  <c:v>0.0585828023425</c:v>
                </c:pt>
                <c:pt idx="793">
                  <c:v>0.0589499938125</c:v>
                </c:pt>
                <c:pt idx="794">
                  <c:v>0.0593177362911</c:v>
                </c:pt>
                <c:pt idx="795">
                  <c:v>0.0596859962059</c:v>
                </c:pt>
                <c:pt idx="796">
                  <c:v>0.0600547398491</c:v>
                </c:pt>
                <c:pt idx="797">
                  <c:v>0.0604239333789</c:v>
                </c:pt>
                <c:pt idx="798">
                  <c:v>0.0607935428208</c:v>
                </c:pt>
                <c:pt idx="799">
                  <c:v>0.0611635340703</c:v>
                </c:pt>
                <c:pt idx="800">
                  <c:v>0.0615338728962</c:v>
                </c:pt>
                <c:pt idx="801">
                  <c:v>0.0619045249452</c:v>
                </c:pt>
                <c:pt idx="802">
                  <c:v>0.0622754557477</c:v>
                </c:pt>
                <c:pt idx="803">
                  <c:v>0.0626466307246</c:v>
                </c:pt>
                <c:pt idx="804">
                  <c:v>0.0630180151954</c:v>
                </c:pt>
                <c:pt idx="805">
                  <c:v>0.0633895743888</c:v>
                </c:pt>
                <c:pt idx="806">
                  <c:v>0.063761273453</c:v>
                </c:pt>
                <c:pt idx="807">
                  <c:v>0.0641330774692</c:v>
                </c:pt>
                <c:pt idx="808">
                  <c:v>0.0645049514654</c:v>
                </c:pt>
                <c:pt idx="809">
                  <c:v>0.064876860433</c:v>
                </c:pt>
                <c:pt idx="810">
                  <c:v>0.0652487693438</c:v>
                </c:pt>
                <c:pt idx="811">
                  <c:v>0.0656206431691</c:v>
                </c:pt>
                <c:pt idx="812">
                  <c:v>0.0659924469007</c:v>
                </c:pt>
                <c:pt idx="813">
                  <c:v>0.0663641455727</c:v>
                </c:pt>
                <c:pt idx="814">
                  <c:v>0.0667357042851</c:v>
                </c:pt>
                <c:pt idx="815">
                  <c:v>0.0671070882287</c:v>
                </c:pt>
                <c:pt idx="816">
                  <c:v>0.0674782627114</c:v>
                </c:pt>
                <c:pt idx="817">
                  <c:v>0.0678491931853</c:v>
                </c:pt>
                <c:pt idx="818">
                  <c:v>0.0682198452754</c:v>
                </c:pt>
                <c:pt idx="819">
                  <c:v>0.0685901848089</c:v>
                </c:pt>
                <c:pt idx="820">
                  <c:v>0.0689601778455</c:v>
                </c:pt>
                <c:pt idx="821">
                  <c:v>0.0693297907083</c:v>
                </c:pt>
                <c:pt idx="822">
                  <c:v>0.0696989900155</c:v>
                </c:pt>
                <c:pt idx="823">
                  <c:v>0.0700677427123</c:v>
                </c:pt>
                <c:pt idx="824">
                  <c:v>0.070436016103</c:v>
                </c:pt>
                <c:pt idx="825">
                  <c:v>0.0708037778839</c:v>
                </c:pt>
                <c:pt idx="826">
                  <c:v>0.0711709961753</c:v>
                </c:pt>
                <c:pt idx="827">
                  <c:v>0.071537639554</c:v>
                </c:pt>
                <c:pt idx="828">
                  <c:v>0.0719036770853</c:v>
                </c:pt>
                <c:pt idx="829">
                  <c:v>0.0722690783542</c:v>
                </c:pt>
                <c:pt idx="830">
                  <c:v>0.0726338134968</c:v>
                </c:pt>
                <c:pt idx="831">
                  <c:v>0.07299785323</c:v>
                </c:pt>
                <c:pt idx="832">
                  <c:v>0.0733611688812</c:v>
                </c:pt>
                <c:pt idx="833">
                  <c:v>0.0737237324163</c:v>
                </c:pt>
                <c:pt idx="834">
                  <c:v>0.074085516467</c:v>
                </c:pt>
                <c:pt idx="835">
                  <c:v>0.0744464943565</c:v>
                </c:pt>
                <c:pt idx="836">
                  <c:v>0.0748066401244</c:v>
                </c:pt>
                <c:pt idx="837">
                  <c:v>0.0751659285493</c:v>
                </c:pt>
                <c:pt idx="838">
                  <c:v>0.075524335171</c:v>
                </c:pt>
                <c:pt idx="839">
                  <c:v>0.0758818363094</c:v>
                </c:pt>
                <c:pt idx="840">
                  <c:v>0.0762384090838</c:v>
                </c:pt>
                <c:pt idx="841">
                  <c:v>0.0765940314286</c:v>
                </c:pt>
                <c:pt idx="842">
                  <c:v>0.0769486821083</c:v>
                </c:pt>
                <c:pt idx="843">
                  <c:v>0.0773023407301</c:v>
                </c:pt>
                <c:pt idx="844">
                  <c:v>0.077654987755</c:v>
                </c:pt>
                <c:pt idx="845">
                  <c:v>0.078006604507</c:v>
                </c:pt>
                <c:pt idx="846">
                  <c:v>0.0783571731803</c:v>
                </c:pt>
                <c:pt idx="847">
                  <c:v>0.0787066768446</c:v>
                </c:pt>
                <c:pt idx="848">
                  <c:v>0.0790550994486</c:v>
                </c:pt>
                <c:pt idx="849">
                  <c:v>0.0794024258222</c:v>
                </c:pt>
                <c:pt idx="850">
                  <c:v>0.0797486416761</c:v>
                </c:pt>
                <c:pt idx="851">
                  <c:v>0.0800937336003</c:v>
                </c:pt>
                <c:pt idx="852">
                  <c:v>0.080437689061</c:v>
                </c:pt>
                <c:pt idx="853">
                  <c:v>0.0807804963955</c:v>
                </c:pt>
                <c:pt idx="854">
                  <c:v>0.0811221448057</c:v>
                </c:pt>
                <c:pt idx="855">
                  <c:v>0.0814626243508</c:v>
                </c:pt>
                <c:pt idx="856">
                  <c:v>0.0818019259376</c:v>
                </c:pt>
                <c:pt idx="857">
                  <c:v>0.0821400413105</c:v>
                </c:pt>
                <c:pt idx="858">
                  <c:v>0.0824769630398</c:v>
                </c:pt>
                <c:pt idx="859">
                  <c:v>0.082812684509</c:v>
                </c:pt>
                <c:pt idx="860">
                  <c:v>0.083147199901</c:v>
                </c:pt>
                <c:pt idx="861">
                  <c:v>0.0834805041841</c:v>
                </c:pt>
                <c:pt idx="862">
                  <c:v>0.0838125930958</c:v>
                </c:pt>
                <c:pt idx="863">
                  <c:v>0.0841434631271</c:v>
                </c:pt>
                <c:pt idx="864">
                  <c:v>0.0844731115058</c:v>
                </c:pt>
                <c:pt idx="865">
                  <c:v>0.0848015361787</c:v>
                </c:pt>
                <c:pt idx="866">
                  <c:v>0.0851287357939</c:v>
                </c:pt>
                <c:pt idx="867">
                  <c:v>0.0854547096824</c:v>
                </c:pt>
                <c:pt idx="868">
                  <c:v>0.0857794578391</c:v>
                </c:pt>
                <c:pt idx="869">
                  <c:v>0.086102980904</c:v>
                </c:pt>
                <c:pt idx="870">
                  <c:v>0.0864252801427</c:v>
                </c:pt>
                <c:pt idx="871">
                  <c:v>0.0867463574267</c:v>
                </c:pt>
                <c:pt idx="872">
                  <c:v>0.0870662152139</c:v>
                </c:pt>
                <c:pt idx="873">
                  <c:v>0.0873848565284</c:v>
                </c:pt>
                <c:pt idx="874">
                  <c:v>0.0877022849405</c:v>
                </c:pt>
                <c:pt idx="875">
                  <c:v>0.0880185045472</c:v>
                </c:pt>
                <c:pt idx="876">
                  <c:v>0.0883335199516</c:v>
                </c:pt>
                <c:pt idx="877">
                  <c:v>0.088647336243</c:v>
                </c:pt>
                <c:pt idx="878">
                  <c:v>0.0889599589773</c:v>
                </c:pt>
                <c:pt idx="879">
                  <c:v>0.0892713941567</c:v>
                </c:pt>
                <c:pt idx="880">
                  <c:v>0.08958164821</c:v>
                </c:pt>
                <c:pt idx="881">
                  <c:v>0.0898907279734</c:v>
                </c:pt>
                <c:pt idx="882">
                  <c:v>0.0901986406706</c:v>
                </c:pt>
                <c:pt idx="883">
                  <c:v>0.0905053938937</c:v>
                </c:pt>
                <c:pt idx="884">
                  <c:v>0.0908109955842</c:v>
                </c:pt>
                <c:pt idx="885">
                  <c:v>0.0911154540144</c:v>
                </c:pt>
                <c:pt idx="886">
                  <c:v>0.0914187777684</c:v>
                </c:pt>
                <c:pt idx="887">
                  <c:v>0.0917209757245</c:v>
                </c:pt>
                <c:pt idx="888">
                  <c:v>0.0920220570369</c:v>
                </c:pt>
                <c:pt idx="889">
                  <c:v>0.0923220311183</c:v>
                </c:pt>
                <c:pt idx="890">
                  <c:v>0.0926209076228</c:v>
                </c:pt>
                <c:pt idx="891">
                  <c:v>0.0929186964289</c:v>
                </c:pt>
                <c:pt idx="892">
                  <c:v>0.0932154076235</c:v>
                </c:pt>
                <c:pt idx="893">
                  <c:v>0.0935110514856</c:v>
                </c:pt>
                <c:pt idx="894">
                  <c:v>0.0938056384709</c:v>
                </c:pt>
                <c:pt idx="895">
                  <c:v>0.0940991791971</c:v>
                </c:pt>
                <c:pt idx="896">
                  <c:v>0.0943916844286</c:v>
                </c:pt>
                <c:pt idx="897">
                  <c:v>0.0946831650631</c:v>
                </c:pt>
                <c:pt idx="898">
                  <c:v>0.0949736321174</c:v>
                </c:pt>
                <c:pt idx="899">
                  <c:v>0.095263096715</c:v>
                </c:pt>
                <c:pt idx="900">
                  <c:v>0.0955515700724</c:v>
                </c:pt>
                <c:pt idx="901">
                  <c:v>0.0958390634877</c:v>
                </c:pt>
                <c:pt idx="902">
                  <c:v>0.0961255883288</c:v>
                </c:pt>
                <c:pt idx="903">
                  <c:v>0.0964111560218</c:v>
                </c:pt>
                <c:pt idx="904">
                  <c:v>0.0966957780401</c:v>
                </c:pt>
                <c:pt idx="905">
                  <c:v>0.0969794658948</c:v>
                </c:pt>
                <c:pt idx="906">
                  <c:v>0.0972622311238</c:v>
                </c:pt>
                <c:pt idx="907">
                  <c:v>0.0975440852829</c:v>
                </c:pt>
                <c:pt idx="908">
                  <c:v>0.0978250399361</c:v>
                </c:pt>
                <c:pt idx="909">
                  <c:v>0.0981051066475</c:v>
                </c:pt>
                <c:pt idx="910">
                  <c:v>0.0983842969723</c:v>
                </c:pt>
                <c:pt idx="911">
                  <c:v>0.0986626224487</c:v>
                </c:pt>
                <c:pt idx="912">
                  <c:v>0.0989400945905</c:v>
                </c:pt>
                <c:pt idx="913">
                  <c:v>0.0992167248793</c:v>
                </c:pt>
                <c:pt idx="914">
                  <c:v>0.0994925247577</c:v>
                </c:pt>
                <c:pt idx="915">
                  <c:v>0.0997675056216</c:v>
                </c:pt>
                <c:pt idx="916">
                  <c:v>0.100041678814</c:v>
                </c:pt>
                <c:pt idx="917">
                  <c:v>0.10031505562</c:v>
                </c:pt>
                <c:pt idx="918">
                  <c:v>0.100587647258</c:v>
                </c:pt>
                <c:pt idx="919">
                  <c:v>0.100859464875</c:v>
                </c:pt>
                <c:pt idx="920">
                  <c:v>0.101130519541</c:v>
                </c:pt>
                <c:pt idx="921">
                  <c:v>0.101400822244</c:v>
                </c:pt>
                <c:pt idx="922">
                  <c:v>0.101670383885</c:v>
                </c:pt>
                <c:pt idx="923">
                  <c:v>0.101939215271</c:v>
                </c:pt>
                <c:pt idx="924">
                  <c:v>0.102207327111</c:v>
                </c:pt>
                <c:pt idx="925">
                  <c:v>0.102474730013</c:v>
                </c:pt>
                <c:pt idx="926">
                  <c:v>0.102741434478</c:v>
                </c:pt>
                <c:pt idx="927">
                  <c:v>0.103007450898</c:v>
                </c:pt>
                <c:pt idx="928">
                  <c:v>0.103272789547</c:v>
                </c:pt>
                <c:pt idx="929">
                  <c:v>0.103537460583</c:v>
                </c:pt>
                <c:pt idx="930">
                  <c:v>0.103801474041</c:v>
                </c:pt>
                <c:pt idx="931">
                  <c:v>0.104064839834</c:v>
                </c:pt>
                <c:pt idx="932">
                  <c:v>0.104327567741</c:v>
                </c:pt>
                <c:pt idx="933">
                  <c:v>0.104589667415</c:v>
                </c:pt>
                <c:pt idx="934">
                  <c:v>0.104851148372</c:v>
                </c:pt>
                <c:pt idx="935">
                  <c:v>0.105112019993</c:v>
                </c:pt>
                <c:pt idx="936">
                  <c:v>0.10537229152</c:v>
                </c:pt>
                <c:pt idx="937">
                  <c:v>0.105631972053</c:v>
                </c:pt>
                <c:pt idx="938">
                  <c:v>0.10589107055</c:v>
                </c:pt>
                <c:pt idx="939">
                  <c:v>0.106149595822</c:v>
                </c:pt>
                <c:pt idx="940">
                  <c:v>0.106407556535</c:v>
                </c:pt>
                <c:pt idx="941">
                  <c:v>0.106664961206</c:v>
                </c:pt>
                <c:pt idx="942">
                  <c:v>0.106921818201</c:v>
                </c:pt>
                <c:pt idx="943">
                  <c:v>0.107178135734</c:v>
                </c:pt>
                <c:pt idx="944">
                  <c:v>0.107433921867</c:v>
                </c:pt>
                <c:pt idx="945">
                  <c:v>0.107689184506</c:v>
                </c:pt>
                <c:pt idx="946">
                  <c:v>0.107943931402</c:v>
                </c:pt>
                <c:pt idx="947">
                  <c:v>0.108198170149</c:v>
                </c:pt>
                <c:pt idx="948">
                  <c:v>0.108451908181</c:v>
                </c:pt>
                <c:pt idx="949">
                  <c:v>0.108705152773</c:v>
                </c:pt>
                <c:pt idx="950">
                  <c:v>0.108957911041</c:v>
                </c:pt>
                <c:pt idx="951">
                  <c:v>0.109210189935</c:v>
                </c:pt>
                <c:pt idx="952">
                  <c:v>0.109461996246</c:v>
                </c:pt>
                <c:pt idx="953">
                  <c:v>0.109713336597</c:v>
                </c:pt>
                <c:pt idx="954">
                  <c:v>0.109964217449</c:v>
                </c:pt>
                <c:pt idx="955">
                  <c:v>0.110214645094</c:v>
                </c:pt>
                <c:pt idx="956">
                  <c:v>0.110464625658</c:v>
                </c:pt>
                <c:pt idx="957">
                  <c:v>0.110714165099</c:v>
                </c:pt>
                <c:pt idx="958">
                  <c:v>0.110963269202</c:v>
                </c:pt>
                <c:pt idx="959">
                  <c:v>0.111211943587</c:v>
                </c:pt>
                <c:pt idx="960">
                  <c:v>0.1114601937</c:v>
                </c:pt>
                <c:pt idx="961">
                  <c:v>0.111708024813</c:v>
                </c:pt>
                <c:pt idx="962">
                  <c:v>0.111955442027</c:v>
                </c:pt>
                <c:pt idx="963">
                  <c:v>0.112202450271</c:v>
                </c:pt>
                <c:pt idx="964">
                  <c:v>0.112449054296</c:v>
                </c:pt>
                <c:pt idx="965">
                  <c:v>0.112695258679</c:v>
                </c:pt>
                <c:pt idx="966">
                  <c:v>0.112941067822</c:v>
                </c:pt>
                <c:pt idx="967">
                  <c:v>0.113186485949</c:v>
                </c:pt>
                <c:pt idx="968">
                  <c:v>0.113431517106</c:v>
                </c:pt>
                <c:pt idx="969">
                  <c:v>0.113676165164</c:v>
                </c:pt>
                <c:pt idx="970">
                  <c:v>0.113920433811</c:v>
                </c:pt>
                <c:pt idx="971">
                  <c:v>0.11416432656</c:v>
                </c:pt>
                <c:pt idx="972">
                  <c:v>0.11440784674</c:v>
                </c:pt>
                <c:pt idx="973">
                  <c:v>0.114650997504</c:v>
                </c:pt>
                <c:pt idx="974">
                  <c:v>0.114893781819</c:v>
                </c:pt>
                <c:pt idx="975">
                  <c:v>0.115136202473</c:v>
                </c:pt>
                <c:pt idx="976">
                  <c:v>0.115378262072</c:v>
                </c:pt>
                <c:pt idx="977">
                  <c:v>0.115619963036</c:v>
                </c:pt>
                <c:pt idx="978">
                  <c:v>0.115861307604</c:v>
                </c:pt>
                <c:pt idx="979">
                  <c:v>0.116102297828</c:v>
                </c:pt>
                <c:pt idx="980">
                  <c:v>0.116342935576</c:v>
                </c:pt>
                <c:pt idx="981">
                  <c:v>0.116583222528</c:v>
                </c:pt>
                <c:pt idx="982">
                  <c:v>0.116823160179</c:v>
                </c:pt>
                <c:pt idx="983">
                  <c:v>0.117062749834</c:v>
                </c:pt>
                <c:pt idx="984">
                  <c:v>0.117301992609</c:v>
                </c:pt>
                <c:pt idx="985">
                  <c:v>0.117540889431</c:v>
                </c:pt>
                <c:pt idx="986">
                  <c:v>0.117779441035</c:v>
                </c:pt>
                <c:pt idx="987">
                  <c:v>0.118017647963</c:v>
                </c:pt>
                <c:pt idx="988">
                  <c:v>0.118255510567</c:v>
                </c:pt>
                <c:pt idx="989">
                  <c:v>0.118493029001</c:v>
                </c:pt>
                <c:pt idx="990">
                  <c:v>0.118730203225</c:v>
                </c:pt>
                <c:pt idx="991">
                  <c:v>0.118967033003</c:v>
                </c:pt>
                <c:pt idx="992">
                  <c:v>0.119203517901</c:v>
                </c:pt>
                <c:pt idx="993">
                  <c:v>0.119439657285</c:v>
                </c:pt>
                <c:pt idx="994">
                  <c:v>0.119675450321</c:v>
                </c:pt>
                <c:pt idx="995">
                  <c:v>0.119910895974</c:v>
                </c:pt>
                <c:pt idx="996">
                  <c:v>0.120145993007</c:v>
                </c:pt>
                <c:pt idx="997">
                  <c:v>0.120380739977</c:v>
                </c:pt>
                <c:pt idx="998">
                  <c:v>0.120615135237</c:v>
                </c:pt>
                <c:pt idx="999">
                  <c:v>0.120849176932</c:v>
                </c:pt>
                <c:pt idx="1000">
                  <c:v>0.121082863001</c:v>
                </c:pt>
                <c:pt idx="1001">
                  <c:v>0.121316191171</c:v>
                </c:pt>
                <c:pt idx="1002">
                  <c:v>0.121549158961</c:v>
                </c:pt>
                <c:pt idx="1003">
                  <c:v>0.121781763673</c:v>
                </c:pt>
                <c:pt idx="1004">
                  <c:v>0.122014002399</c:v>
                </c:pt>
                <c:pt idx="1005">
                  <c:v>0.122245872015</c:v>
                </c:pt>
                <c:pt idx="1006">
                  <c:v>0.122477369177</c:v>
                </c:pt>
                <c:pt idx="1007">
                  <c:v>0.122708490324</c:v>
                </c:pt>
                <c:pt idx="1008">
                  <c:v>0.122939231676</c:v>
                </c:pt>
                <c:pt idx="1009">
                  <c:v>0.123169589229</c:v>
                </c:pt>
                <c:pt idx="1010">
                  <c:v>0.123399558753</c:v>
                </c:pt>
                <c:pt idx="1011">
                  <c:v>0.123629135796</c:v>
                </c:pt>
                <c:pt idx="1012">
                  <c:v>0.123858315676</c:v>
                </c:pt>
                <c:pt idx="1013">
                  <c:v>0.124087093481</c:v>
                </c:pt>
                <c:pt idx="1014">
                  <c:v>0.124315464069</c:v>
                </c:pt>
                <c:pt idx="1015">
                  <c:v>0.124543422063</c:v>
                </c:pt>
                <c:pt idx="1016">
                  <c:v>0.124770961851</c:v>
                </c:pt>
                <c:pt idx="1017">
                  <c:v>0.124998077582</c:v>
                </c:pt>
                <c:pt idx="1018">
                  <c:v>0.125224763167</c:v>
                </c:pt>
                <c:pt idx="1019">
                  <c:v>0.125451012273</c:v>
                </c:pt>
                <c:pt idx="1020">
                  <c:v>0.125676818326</c:v>
                </c:pt>
                <c:pt idx="1021">
                  <c:v>0.125902174502</c:v>
                </c:pt>
                <c:pt idx="1022">
                  <c:v>0.126127073732</c:v>
                </c:pt>
                <c:pt idx="1023">
                  <c:v>0.126351508693</c:v>
                </c:pt>
                <c:pt idx="1024">
                  <c:v>0.126575471813</c:v>
                </c:pt>
                <c:pt idx="1025">
                  <c:v>0.126798955261</c:v>
                </c:pt>
                <c:pt idx="1026">
                  <c:v>0.127021950952</c:v>
                </c:pt>
                <c:pt idx="1027">
                  <c:v>0.12724445054</c:v>
                </c:pt>
                <c:pt idx="1028">
                  <c:v>0.127466445416</c:v>
                </c:pt>
                <c:pt idx="1029">
                  <c:v>0.127687926709</c:v>
                </c:pt>
                <c:pt idx="1030">
                  <c:v>0.127908885282</c:v>
                </c:pt>
                <c:pt idx="1031">
                  <c:v>0.128129311727</c:v>
                </c:pt>
                <c:pt idx="1032">
                  <c:v>0.128349196366</c:v>
                </c:pt>
                <c:pt idx="1033">
                  <c:v>0.128568529251</c:v>
                </c:pt>
                <c:pt idx="1034">
                  <c:v>0.128787300155</c:v>
                </c:pt>
                <c:pt idx="1035">
                  <c:v>0.129005498575</c:v>
                </c:pt>
                <c:pt idx="1036">
                  <c:v>0.129223113729</c:v>
                </c:pt>
                <c:pt idx="1037">
                  <c:v>0.129440134552</c:v>
                </c:pt>
                <c:pt idx="1038">
                  <c:v>0.129656549696</c:v>
                </c:pt>
                <c:pt idx="1039">
                  <c:v>0.129872347525</c:v>
                </c:pt>
                <c:pt idx="1040">
                  <c:v>0.130087516117</c:v>
                </c:pt>
                <c:pt idx="1041">
                  <c:v>0.13030204326</c:v>
                </c:pt>
                <c:pt idx="1042">
                  <c:v>0.130515916447</c:v>
                </c:pt>
                <c:pt idx="1043">
                  <c:v>0.130729122879</c:v>
                </c:pt>
                <c:pt idx="1044">
                  <c:v>0.13094164946</c:v>
                </c:pt>
                <c:pt idx="1045">
                  <c:v>0.131153482796</c:v>
                </c:pt>
                <c:pt idx="1046">
                  <c:v>0.131364609194</c:v>
                </c:pt>
                <c:pt idx="1047">
                  <c:v>0.131575014658</c:v>
                </c:pt>
                <c:pt idx="1048">
                  <c:v>0.131784684892</c:v>
                </c:pt>
                <c:pt idx="1049">
                  <c:v>0.131993605291</c:v>
                </c:pt>
                <c:pt idx="1050">
                  <c:v>0.132201760947</c:v>
                </c:pt>
                <c:pt idx="1051">
                  <c:v>0.132409136645</c:v>
                </c:pt>
                <c:pt idx="1052">
                  <c:v>0.132615716859</c:v>
                </c:pt>
                <c:pt idx="1053">
                  <c:v>0.132821485757</c:v>
                </c:pt>
                <c:pt idx="1054">
                  <c:v>0.133026427193</c:v>
                </c:pt>
                <c:pt idx="1055">
                  <c:v>0.133230524712</c:v>
                </c:pt>
                <c:pt idx="1056">
                  <c:v>0.133433761546</c:v>
                </c:pt>
                <c:pt idx="1057">
                  <c:v>0.133636120616</c:v>
                </c:pt>
                <c:pt idx="1058">
                  <c:v>0.13383758453</c:v>
                </c:pt>
                <c:pt idx="1059">
                  <c:v>0.134038135582</c:v>
                </c:pt>
                <c:pt idx="1060">
                  <c:v>0.134237755754</c:v>
                </c:pt>
                <c:pt idx="1061">
                  <c:v>0.134436426717</c:v>
                </c:pt>
                <c:pt idx="1062">
                  <c:v>0.134634129828</c:v>
                </c:pt>
                <c:pt idx="1063">
                  <c:v>0.134830846136</c:v>
                </c:pt>
                <c:pt idx="1064">
                  <c:v>0.135026556376</c:v>
                </c:pt>
                <c:pt idx="1065">
                  <c:v>0.135221240978</c:v>
                </c:pt>
                <c:pt idx="1066">
                  <c:v>0.135414880061</c:v>
                </c:pt>
                <c:pt idx="1067">
                  <c:v>0.135607453441</c:v>
                </c:pt>
                <c:pt idx="1068">
                  <c:v>0.135798940629</c:v>
                </c:pt>
                <c:pt idx="1069">
                  <c:v>0.135989320836</c:v>
                </c:pt>
                <c:pt idx="1070">
                  <c:v>0.136178572974</c:v>
                </c:pt>
                <c:pt idx="1071">
                  <c:v>0.13636667566</c:v>
                </c:pt>
                <c:pt idx="1072">
                  <c:v>0.136553607218</c:v>
                </c:pt>
                <c:pt idx="1073">
                  <c:v>0.136739345684</c:v>
                </c:pt>
                <c:pt idx="1074">
                  <c:v>0.136923868811</c:v>
                </c:pt>
                <c:pt idx="1075">
                  <c:v>0.137107154071</c:v>
                </c:pt>
                <c:pt idx="1076">
                  <c:v>0.137289178663</c:v>
                </c:pt>
                <c:pt idx="1077">
                  <c:v>0.137469919515</c:v>
                </c:pt>
                <c:pt idx="1078">
                  <c:v>0.137649353294</c:v>
                </c:pt>
                <c:pt idx="1079">
                  <c:v>0.137827456409</c:v>
                </c:pt>
                <c:pt idx="1080">
                  <c:v>0.138004205018</c:v>
                </c:pt>
                <c:pt idx="1081">
                  <c:v>0.138179575038</c:v>
                </c:pt>
                <c:pt idx="1082">
                  <c:v>0.138353542151</c:v>
                </c:pt>
                <c:pt idx="1083">
                  <c:v>0.138526081812</c:v>
                </c:pt>
                <c:pt idx="1084">
                  <c:v>0.138697169259</c:v>
                </c:pt>
                <c:pt idx="1085">
                  <c:v>0.138866779524</c:v>
                </c:pt>
                <c:pt idx="1086">
                  <c:v>0.139034887439</c:v>
                </c:pt>
                <c:pt idx="1087">
                  <c:v>0.139201467651</c:v>
                </c:pt>
                <c:pt idx="1088">
                  <c:v>0.139366494632</c:v>
                </c:pt>
                <c:pt idx="1089">
                  <c:v>0.139529942692</c:v>
                </c:pt>
                <c:pt idx="1090">
                  <c:v>0.139691785988</c:v>
                </c:pt>
                <c:pt idx="1091">
                  <c:v>0.139851998544</c:v>
                </c:pt>
                <c:pt idx="1092">
                  <c:v>0.140010554259</c:v>
                </c:pt>
                <c:pt idx="1093">
                  <c:v>0.140167426928</c:v>
                </c:pt>
                <c:pt idx="1094">
                  <c:v>0.140322590251</c:v>
                </c:pt>
                <c:pt idx="1095">
                  <c:v>0.140476017856</c:v>
                </c:pt>
                <c:pt idx="1096">
                  <c:v>0.140627683312</c:v>
                </c:pt>
                <c:pt idx="1097">
                  <c:v>0.140777560148</c:v>
                </c:pt>
                <c:pt idx="1098">
                  <c:v>0.140925621875</c:v>
                </c:pt>
                <c:pt idx="1099">
                  <c:v>0.141071842</c:v>
                </c:pt>
                <c:pt idx="1100">
                  <c:v>0.141216194052</c:v>
                </c:pt>
                <c:pt idx="1101">
                  <c:v>0.1413586516</c:v>
                </c:pt>
                <c:pt idx="1102">
                  <c:v>0.141499188277</c:v>
                </c:pt>
                <c:pt idx="1103">
                  <c:v>0.141637777801</c:v>
                </c:pt>
                <c:pt idx="1104">
                  <c:v>0.141774394003</c:v>
                </c:pt>
                <c:pt idx="1105">
                  <c:v>0.141909010846</c:v>
                </c:pt>
                <c:pt idx="1106">
                  <c:v>0.142041602457</c:v>
                </c:pt>
                <c:pt idx="1107">
                  <c:v>0.142172143148</c:v>
                </c:pt>
                <c:pt idx="1108">
                  <c:v>0.142300607447</c:v>
                </c:pt>
                <c:pt idx="1109">
                  <c:v>0.142426970123</c:v>
                </c:pt>
                <c:pt idx="1110">
                  <c:v>0.142551206218</c:v>
                </c:pt>
                <c:pt idx="1111">
                  <c:v>0.142673291076</c:v>
                </c:pt>
                <c:pt idx="1112">
                  <c:v>0.142793200372</c:v>
                </c:pt>
                <c:pt idx="1113">
                  <c:v>0.142910910143</c:v>
                </c:pt>
                <c:pt idx="1114">
                  <c:v>0.143026396822</c:v>
                </c:pt>
                <c:pt idx="1115">
                  <c:v>0.143139637271</c:v>
                </c:pt>
                <c:pt idx="1116">
                  <c:v>0.143250608811</c:v>
                </c:pt>
                <c:pt idx="1117">
                  <c:v>0.143359289257</c:v>
                </c:pt>
                <c:pt idx="1118">
                  <c:v>0.143465656955</c:v>
                </c:pt>
                <c:pt idx="1119">
                  <c:v>0.143569690813</c:v>
                </c:pt>
                <c:pt idx="1120">
                  <c:v>0.143671370339</c:v>
                </c:pt>
                <c:pt idx="1121">
                  <c:v>0.143770675674</c:v>
                </c:pt>
                <c:pt idx="1122">
                  <c:v>0.143867587631</c:v>
                </c:pt>
                <c:pt idx="1123">
                  <c:v>0.143962087727</c:v>
                </c:pt>
                <c:pt idx="1124">
                  <c:v>0.144054158224</c:v>
                </c:pt>
                <c:pt idx="1125">
                  <c:v>0.14414378216</c:v>
                </c:pt>
                <c:pt idx="1126">
                  <c:v>0.144230943387</c:v>
                </c:pt>
                <c:pt idx="1127">
                  <c:v>0.144315626608</c:v>
                </c:pt>
                <c:pt idx="1128">
                  <c:v>0.144397817412</c:v>
                </c:pt>
                <c:pt idx="1129">
                  <c:v>0.144477502306</c:v>
                </c:pt>
                <c:pt idx="1130">
                  <c:v>0.144554668753</c:v>
                </c:pt>
                <c:pt idx="1131">
                  <c:v>0.144629305203</c:v>
                </c:pt>
                <c:pt idx="1132">
                  <c:v>0.144701401128</c:v>
                </c:pt>
                <c:pt idx="1133">
                  <c:v>0.144770947051</c:v>
                </c:pt>
                <c:pt idx="1134">
                  <c:v>0.14483793458</c:v>
                </c:pt>
                <c:pt idx="1135">
                  <c:v>0.144902356433</c:v>
                </c:pt>
                <c:pt idx="1136">
                  <c:v>0.144964206468</c:v>
                </c:pt>
                <c:pt idx="1137">
                  <c:v>0.14502347971</c:v>
                </c:pt>
                <c:pt idx="1138">
                  <c:v>0.145080172372</c:v>
                </c:pt>
                <c:pt idx="1139">
                  <c:v>0.145134281878</c:v>
                </c:pt>
                <c:pt idx="1140">
                  <c:v>0.145185806886</c:v>
                </c:pt>
                <c:pt idx="1141">
                  <c:v>0.1452347473</c:v>
                </c:pt>
                <c:pt idx="1142">
                  <c:v>0.145281104287</c:v>
                </c:pt>
                <c:pt idx="1143">
                  <c:v>0.145324880291</c:v>
                </c:pt>
                <c:pt idx="1144">
                  <c:v>0.145366079037</c:v>
                </c:pt>
                <c:pt idx="1145">
                  <c:v>0.145404705541</c:v>
                </c:pt>
                <c:pt idx="1146">
                  <c:v>0.145440766107</c:v>
                </c:pt>
                <c:pt idx="1147">
                  <c:v>0.145474268332</c:v>
                </c:pt>
                <c:pt idx="1148">
                  <c:v>0.145505221094</c:v>
                </c:pt>
                <c:pt idx="1149">
                  <c:v>0.145533634545</c:v>
                </c:pt>
                <c:pt idx="1150">
                  <c:v>0.1455595201</c:v>
                </c:pt>
                <c:pt idx="1151">
                  <c:v>0.145582890414</c:v>
                </c:pt>
                <c:pt idx="1152">
                  <c:v>0.145603759363</c:v>
                </c:pt>
                <c:pt idx="1153">
                  <c:v>0.145622142013</c:v>
                </c:pt>
                <c:pt idx="1154">
                  <c:v>0.145638054594</c:v>
                </c:pt>
                <c:pt idx="1155">
                  <c:v>0.145651514456</c:v>
                </c:pt>
                <c:pt idx="1156">
                  <c:v>0.145662540029</c:v>
                </c:pt>
                <c:pt idx="1157">
                  <c:v>0.145671150777</c:v>
                </c:pt>
                <c:pt idx="1158">
                  <c:v>0.145677367143</c:v>
                </c:pt>
                <c:pt idx="1159">
                  <c:v>0.145681210492</c:v>
                </c:pt>
                <c:pt idx="1160">
                  <c:v>0.145682703047</c:v>
                </c:pt>
                <c:pt idx="1161">
                  <c:v>0.145681867819</c:v>
                </c:pt>
                <c:pt idx="1162">
                  <c:v>0.145678728533</c:v>
                </c:pt>
                <c:pt idx="1163">
                  <c:v>0.145673309547</c:v>
                </c:pt>
                <c:pt idx="1164">
                  <c:v>0.145665635767</c:v>
                </c:pt>
                <c:pt idx="1165">
                  <c:v>0.145655732558</c:v>
                </c:pt>
                <c:pt idx="1166">
                  <c:v>0.145643625643</c:v>
                </c:pt>
                <c:pt idx="1167">
                  <c:v>0.145629341005</c:v>
                </c:pt>
                <c:pt idx="1168">
                  <c:v>0.145612904781</c:v>
                </c:pt>
                <c:pt idx="1169">
                  <c:v>0.145594343149</c:v>
                </c:pt>
                <c:pt idx="1170">
                  <c:v>0.145573682211</c:v>
                </c:pt>
                <c:pt idx="1171">
                  <c:v>0.145550947875</c:v>
                </c:pt>
                <c:pt idx="1172">
                  <c:v>0.145526165729</c:v>
                </c:pt>
                <c:pt idx="1173">
                  <c:v>0.145499360915</c:v>
                </c:pt>
                <c:pt idx="1174">
                  <c:v>0.145470557989</c:v>
                </c:pt>
                <c:pt idx="1175">
                  <c:v>0.145439780798</c:v>
                </c:pt>
                <c:pt idx="1176">
                  <c:v>0.145407052327</c:v>
                </c:pt>
                <c:pt idx="1177">
                  <c:v>0.145372394573</c:v>
                </c:pt>
                <c:pt idx="1178">
                  <c:v>0.145335828387</c:v>
                </c:pt>
                <c:pt idx="1179">
                  <c:v>0.145297373342</c:v>
                </c:pt>
                <c:pt idx="1180">
                  <c:v>0.145257047578</c:v>
                </c:pt>
                <c:pt idx="1181">
                  <c:v>0.145214867657</c:v>
                </c:pt>
                <c:pt idx="1182">
                  <c:v>0.145170848418</c:v>
                </c:pt>
                <c:pt idx="1183">
                  <c:v>0.145125002826</c:v>
                </c:pt>
                <c:pt idx="1184">
                  <c:v>0.145077341828</c:v>
                </c:pt>
                <c:pt idx="1185">
                  <c:v>0.145027874205</c:v>
                </c:pt>
                <c:pt idx="1186">
                  <c:v>0.144976606427</c:v>
                </c:pt>
                <c:pt idx="1187">
                  <c:v>0.144923542514</c:v>
                </c:pt>
                <c:pt idx="1188">
                  <c:v>0.144868683893</c:v>
                </c:pt>
                <c:pt idx="1189">
                  <c:v>0.144812029263</c:v>
                </c:pt>
                <c:pt idx="1190">
                  <c:v>0.144753574463</c:v>
                </c:pt>
                <c:pt idx="1191">
                  <c:v>0.144693312341</c:v>
                </c:pt>
                <c:pt idx="1192">
                  <c:v>0.144631232631</c:v>
                </c:pt>
                <c:pt idx="1193">
                  <c:v>0.144567321835</c:v>
                </c:pt>
                <c:pt idx="1194">
                  <c:v>0.144501563108</c:v>
                </c:pt>
                <c:pt idx="1195">
                  <c:v>0.144433936152</c:v>
                </c:pt>
                <c:pt idx="1196">
                  <c:v>0.144364417115</c:v>
                </c:pt>
                <c:pt idx="1197">
                  <c:v>0.144292978495</c:v>
                </c:pt>
                <c:pt idx="1198">
                  <c:v>0.144219589059</c:v>
                </c:pt>
                <c:pt idx="1199">
                  <c:v>0.144144213759</c:v>
                </c:pt>
                <c:pt idx="1200">
                  <c:v>0.144066813662</c:v>
                </c:pt>
                <c:pt idx="1201">
                  <c:v>0.143987345893</c:v>
                </c:pt>
                <c:pt idx="1202">
                  <c:v>0.143905763578</c:v>
                </c:pt>
                <c:pt idx="1203">
                  <c:v>0.143822015799</c:v>
                </c:pt>
                <c:pt idx="1204">
                  <c:v>0.143736047562</c:v>
                </c:pt>
                <c:pt idx="1205">
                  <c:v>0.143647799772</c:v>
                </c:pt>
                <c:pt idx="1206">
                  <c:v>0.143557209219</c:v>
                </c:pt>
                <c:pt idx="1207">
                  <c:v>0.143464208568</c:v>
                </c:pt>
                <c:pt idx="1208">
                  <c:v>0.143368726371</c:v>
                </c:pt>
                <c:pt idx="1209">
                  <c:v>0.143270687078</c:v>
                </c:pt>
                <c:pt idx="1210">
                  <c:v>0.143170011068</c:v>
                </c:pt>
                <c:pt idx="1211">
                  <c:v>0.143066614679</c:v>
                </c:pt>
                <c:pt idx="1212">
                  <c:v>0.142960410262</c:v>
                </c:pt>
                <c:pt idx="1213">
                  <c:v>0.142851306236</c:v>
                </c:pt>
                <c:pt idx="1214">
                  <c:v>0.142739207156</c:v>
                </c:pt>
                <c:pt idx="1215">
                  <c:v>0.142624013796</c:v>
                </c:pt>
                <c:pt idx="1216">
                  <c:v>0.142505623234</c:v>
                </c:pt>
                <c:pt idx="1217">
                  <c:v>0.142383928956</c:v>
                </c:pt>
                <c:pt idx="1218">
                  <c:v>0.142258820965</c:v>
                </c:pt>
                <c:pt idx="1219">
                  <c:v>0.142130185904</c:v>
                </c:pt>
                <c:pt idx="1220">
                  <c:v>0.141997907184</c:v>
                </c:pt>
                <c:pt idx="1221">
                  <c:v>0.141861865129</c:v>
                </c:pt>
                <c:pt idx="1222">
                  <c:v>0.141721937123</c:v>
                </c:pt>
                <c:pt idx="1223">
                  <c:v>0.141577997771</c:v>
                </c:pt>
                <c:pt idx="1224">
                  <c:v>0.141429919071</c:v>
                </c:pt>
                <c:pt idx="1225">
                  <c:v>0.141277570592</c:v>
                </c:pt>
                <c:pt idx="1226">
                  <c:v>0.141120819658</c:v>
                </c:pt>
                <c:pt idx="1227">
                  <c:v>0.140959531549</c:v>
                </c:pt>
                <c:pt idx="1228">
                  <c:v>0.1407935697</c:v>
                </c:pt>
                <c:pt idx="1229">
                  <c:v>0.140622795917</c:v>
                </c:pt>
                <c:pt idx="1230">
                  <c:v>0.140447070595</c:v>
                </c:pt>
                <c:pt idx="1231">
                  <c:v>0.140266252943</c:v>
                </c:pt>
                <c:pt idx="1232">
                  <c:v>0.140080201221</c:v>
                </c:pt>
                <c:pt idx="1233">
                  <c:v>0.139888772976</c:v>
                </c:pt>
                <c:pt idx="1234">
                  <c:v>0.139691825294</c:v>
                </c:pt>
                <c:pt idx="1235">
                  <c:v>0.139489215043</c:v>
                </c:pt>
                <c:pt idx="1236">
                  <c:v>0.139280799139</c:v>
                </c:pt>
                <c:pt idx="1237">
                  <c:v>0.139066434802</c:v>
                </c:pt>
                <c:pt idx="1238">
                  <c:v>0.138845979825</c:v>
                </c:pt>
                <c:pt idx="1239">
                  <c:v>0.138619292843</c:v>
                </c:pt>
                <c:pt idx="1240">
                  <c:v>0.13838623361</c:v>
                </c:pt>
                <c:pt idx="1241">
                  <c:v>0.13814666327</c:v>
                </c:pt>
                <c:pt idx="1242">
                  <c:v>0.137900444642</c:v>
                </c:pt>
                <c:pt idx="1243">
                  <c:v>0.137647442501</c:v>
                </c:pt>
                <c:pt idx="1244">
                  <c:v>0.137387523857</c:v>
                </c:pt>
                <c:pt idx="1245">
                  <c:v>0.137120558244</c:v>
                </c:pt>
                <c:pt idx="1246">
                  <c:v>0.136846418002</c:v>
                </c:pt>
                <c:pt idx="1247">
                  <c:v>0.136564978565</c:v>
                </c:pt>
                <c:pt idx="1248">
                  <c:v>0.136276118738</c:v>
                </c:pt>
                <c:pt idx="1249">
                  <c:v>0.13597972099</c:v>
                </c:pt>
                <c:pt idx="1250">
                  <c:v>0.135675671727</c:v>
                </c:pt>
                <c:pt idx="1251">
                  <c:v>0.135363861572</c:v>
                </c:pt>
                <c:pt idx="1252">
                  <c:v>0.135044185648</c:v>
                </c:pt>
                <c:pt idx="1253">
                  <c:v>0.134716543838</c:v>
                </c:pt>
                <c:pt idx="1254">
                  <c:v>0.134380841065</c:v>
                </c:pt>
                <c:pt idx="1255">
                  <c:v>0.134036987547</c:v>
                </c:pt>
                <c:pt idx="1256">
                  <c:v>0.133684899058</c:v>
                </c:pt>
                <c:pt idx="1257">
                  <c:v>0.133324497176</c:v>
                </c:pt>
                <c:pt idx="1258">
                  <c:v>0.132955709533</c:v>
                </c:pt>
                <c:pt idx="1259">
                  <c:v>0.132578470043</c:v>
                </c:pt>
                <c:pt idx="1260">
                  <c:v>0.132192719139</c:v>
                </c:pt>
                <c:pt idx="1261">
                  <c:v>0.131798403985</c:v>
                </c:pt>
                <c:pt idx="1262">
                  <c:v>0.131395478689</c:v>
                </c:pt>
                <c:pt idx="1263">
                  <c:v>0.130983904501</c:v>
                </c:pt>
                <c:pt idx="1264">
                  <c:v>0.13056365</c:v>
                </c:pt>
                <c:pt idx="1265">
                  <c:v>0.130134691271</c:v>
                </c:pt>
                <c:pt idx="1266">
                  <c:v>0.129697012066</c:v>
                </c:pt>
                <c:pt idx="1267">
                  <c:v>0.129250603956</c:v>
                </c:pt>
                <c:pt idx="1268">
                  <c:v>0.128795466467</c:v>
                </c:pt>
                <c:pt idx="1269">
                  <c:v>0.128331607202</c:v>
                </c:pt>
                <c:pt idx="1270">
                  <c:v>0.127859041944</c:v>
                </c:pt>
                <c:pt idx="1271">
                  <c:v>0.127377794753</c:v>
                </c:pt>
                <c:pt idx="1272">
                  <c:v>0.126887898037</c:v>
                </c:pt>
                <c:pt idx="1273">
                  <c:v>0.12638939261</c:v>
                </c:pt>
                <c:pt idx="1274">
                  <c:v>0.125882327735</c:v>
                </c:pt>
                <c:pt idx="1275">
                  <c:v>0.125366761146</c:v>
                </c:pt>
                <c:pt idx="1276">
                  <c:v>0.124842759055</c:v>
                </c:pt>
                <c:pt idx="1277">
                  <c:v>0.124310396139</c:v>
                </c:pt>
                <c:pt idx="1278">
                  <c:v>0.12376975551</c:v>
                </c:pt>
                <c:pt idx="1279">
                  <c:v>0.123220928663</c:v>
                </c:pt>
                <c:pt idx="1280">
                  <c:v>0.122664015411</c:v>
                </c:pt>
                <c:pt idx="1281">
                  <c:v>0.122099123799</c:v>
                </c:pt>
                <c:pt idx="1282">
                  <c:v>0.121526369993</c:v>
                </c:pt>
                <c:pt idx="1283">
                  <c:v>0.120945878163</c:v>
                </c:pt>
                <c:pt idx="1284">
                  <c:v>0.120357780334</c:v>
                </c:pt>
                <c:pt idx="1285">
                  <c:v>0.119762216233</c:v>
                </c:pt>
                <c:pt idx="1286">
                  <c:v>0.119159333103</c:v>
                </c:pt>
                <c:pt idx="1287">
                  <c:v>0.118549285511</c:v>
                </c:pt>
                <c:pt idx="1288">
                  <c:v>0.117932235135</c:v>
                </c:pt>
                <c:pt idx="1289">
                  <c:v>0.117308350533</c:v>
                </c:pt>
                <c:pt idx="1290">
                  <c:v>0.116677806902</c:v>
                </c:pt>
                <c:pt idx="1291">
                  <c:v>0.116040785812</c:v>
                </c:pt>
                <c:pt idx="1292">
                  <c:v>0.115397474937</c:v>
                </c:pt>
                <c:pt idx="1293">
                  <c:v>0.114748067762</c:v>
                </c:pt>
                <c:pt idx="1294">
                  <c:v>0.114092763287</c:v>
                </c:pt>
                <c:pt idx="1295">
                  <c:v>0.113431765712</c:v>
                </c:pt>
                <c:pt idx="1296">
                  <c:v>0.112765284114</c:v>
                </c:pt>
                <c:pt idx="1297">
                  <c:v>0.112093532115</c:v>
                </c:pt>
                <c:pt idx="1298">
                  <c:v>0.111416727542</c:v>
                </c:pt>
                <c:pt idx="1299">
                  <c:v>0.110735092074</c:v>
                </c:pt>
                <c:pt idx="1300">
                  <c:v>0.110048850893</c:v>
                </c:pt>
                <c:pt idx="1301">
                  <c:v>0.109358232318</c:v>
                </c:pt>
                <c:pt idx="1302">
                  <c:v>0.108663467444</c:v>
                </c:pt>
                <c:pt idx="1303">
                  <c:v>0.107964789776</c:v>
                </c:pt>
                <c:pt idx="1304">
                  <c:v>0.107262434857</c:v>
                </c:pt>
                <c:pt idx="1305">
                  <c:v>0.106556639901</c:v>
                </c:pt>
                <c:pt idx="1306">
                  <c:v>0.105847643424</c:v>
                </c:pt>
                <c:pt idx="1307">
                  <c:v>0.105135684879</c:v>
                </c:pt>
                <c:pt idx="1308">
                  <c:v>0.104421004291</c:v>
                </c:pt>
                <c:pt idx="1309">
                  <c:v>0.103703841898</c:v>
                </c:pt>
                <c:pt idx="1310">
                  <c:v>0.102984437798</c:v>
                </c:pt>
                <c:pt idx="1311">
                  <c:v>0.102263031601</c:v>
                </c:pt>
                <c:pt idx="1312">
                  <c:v>0.101539862087</c:v>
                </c:pt>
                <c:pt idx="1313">
                  <c:v>0.100815166874</c:v>
                </c:pt>
                <c:pt idx="1314">
                  <c:v>0.100089182095</c:v>
                </c:pt>
                <c:pt idx="1315">
                  <c:v>0.0993621420856</c:v>
                </c:pt>
                <c:pt idx="1316">
                  <c:v>0.0986342790773</c:v>
                </c:pt>
                <c:pt idx="1317">
                  <c:v>0.0979058229088</c:v>
                </c:pt>
                <c:pt idx="1318">
                  <c:v>0.0971770007441</c:v>
                </c:pt>
                <c:pt idx="1319">
                  <c:v>0.0964480368058</c:v>
                </c:pt>
                <c:pt idx="1320">
                  <c:v>0.0957191521197</c:v>
                </c:pt>
                <c:pt idx="1321">
                  <c:v>0.0949905642735</c:v>
                </c:pt>
                <c:pt idx="1322">
                  <c:v>0.0942624871892</c:v>
                </c:pt>
                <c:pt idx="1323">
                  <c:v>0.093535130909</c:v>
                </c:pt>
                <c:pt idx="1324">
                  <c:v>0.0928087013959</c:v>
                </c:pt>
                <c:pt idx="1325">
                  <c:v>0.0920834003478</c:v>
                </c:pt>
                <c:pt idx="1326">
                  <c:v>0.0913594250269</c:v>
                </c:pt>
                <c:pt idx="1327">
                  <c:v>0.0906369681031</c:v>
                </c:pt>
                <c:pt idx="1328">
                  <c:v>0.0899162175115</c:v>
                </c:pt>
                <c:pt idx="1329">
                  <c:v>0.0891973563246</c:v>
                </c:pt>
                <c:pt idx="1330">
                  <c:v>0.0884805626383</c:v>
                </c:pt>
                <c:pt idx="1331">
                  <c:v>0.0877660094725</c:v>
                </c:pt>
                <c:pt idx="1332">
                  <c:v>0.0870538646841</c:v>
                </c:pt>
                <c:pt idx="1333">
                  <c:v>0.0863442908951</c:v>
                </c:pt>
                <c:pt idx="1334">
                  <c:v>0.0856374454318</c:v>
                </c:pt>
                <c:pt idx="1335">
                  <c:v>0.0849334802789</c:v>
                </c:pt>
                <c:pt idx="1336">
                  <c:v>0.0842325420439</c:v>
                </c:pt>
                <c:pt idx="1337">
                  <c:v>0.0835347719348</c:v>
                </c:pt>
                <c:pt idx="1338">
                  <c:v>0.0828403057484</c:v>
                </c:pt>
                <c:pt idx="1339">
                  <c:v>0.08214927387</c:v>
                </c:pt>
                <c:pt idx="1340">
                  <c:v>0.0814618012836</c:v>
                </c:pt>
                <c:pt idx="1341">
                  <c:v>0.0807780075916</c:v>
                </c:pt>
                <c:pt idx="1342">
                  <c:v>0.0800980070448</c:v>
                </c:pt>
                <c:pt idx="1343">
                  <c:v>0.0794219085803</c:v>
                </c:pt>
                <c:pt idx="1344">
                  <c:v>0.0787498158686</c:v>
                </c:pt>
                <c:pt idx="1345">
                  <c:v>0.0780818273687</c:v>
                </c:pt>
                <c:pt idx="1346">
                  <c:v>0.0774180363896</c:v>
                </c:pt>
                <c:pt idx="1347">
                  <c:v>0.0767585311595</c:v>
                </c:pt>
                <c:pt idx="1348">
                  <c:v>0.0761033949012</c:v>
                </c:pt>
                <c:pt idx="1349">
                  <c:v>0.0754527059129</c:v>
                </c:pt>
                <c:pt idx="1350">
                  <c:v>0.0748065376546</c:v>
                </c:pt>
                <c:pt idx="1351">
                  <c:v>0.0741649588394</c:v>
                </c:pt>
                <c:pt idx="1352">
                  <c:v>0.0735280335287</c:v>
                </c:pt>
                <c:pt idx="1353">
                  <c:v>0.0728958212318</c:v>
                </c:pt>
                <c:pt idx="1354">
                  <c:v>0.0722683770082</c:v>
                </c:pt>
                <c:pt idx="1355">
                  <c:v>0.0716457515738</c:v>
                </c:pt>
                <c:pt idx="1356">
                  <c:v>0.0710279914086</c:v>
                </c:pt>
                <c:pt idx="1357">
                  <c:v>0.0704151388676</c:v>
                </c:pt>
                <c:pt idx="1358">
                  <c:v>0.0698072322925</c:v>
                </c:pt>
                <c:pt idx="1359">
                  <c:v>0.0692043061252</c:v>
                </c:pt>
                <c:pt idx="1360">
                  <c:v>0.0686063910227</c:v>
                </c:pt>
                <c:pt idx="1361">
                  <c:v>0.0680135139724</c:v>
                </c:pt>
                <c:pt idx="1362">
                  <c:v>0.0674256984072</c:v>
                </c:pt>
                <c:pt idx="1363">
                  <c:v>0.066842964322</c:v>
                </c:pt>
                <c:pt idx="1364">
                  <c:v>0.0662653283891</c:v>
                </c:pt>
                <c:pt idx="1365">
                  <c:v>0.0656928040733</c:v>
                </c:pt>
                <c:pt idx="1366">
                  <c:v>0.0651254017469</c:v>
                </c:pt>
                <c:pt idx="1367">
                  <c:v>0.0645631288029</c:v>
                </c:pt>
                <c:pt idx="1368">
                  <c:v>0.0640059897681</c:v>
                </c:pt>
                <c:pt idx="1369">
                  <c:v>0.0634539864146</c:v>
                </c:pt>
                <c:pt idx="1370">
                  <c:v>0.0629071178694</c:v>
                </c:pt>
                <c:pt idx="1371">
                  <c:v>0.0623653807233</c:v>
                </c:pt>
                <c:pt idx="1372">
                  <c:v>0.0618287691371</c:v>
                </c:pt>
                <c:pt idx="1373">
                  <c:v>0.0612972749472</c:v>
                </c:pt>
                <c:pt idx="1374">
                  <c:v>0.060770887768</c:v>
                </c:pt>
                <c:pt idx="1375">
                  <c:v>0.0602495950931</c:v>
                </c:pt>
                <c:pt idx="1376">
                  <c:v>0.0597333823938</c:v>
                </c:pt>
                <c:pt idx="1377">
                  <c:v>0.059222233216</c:v>
                </c:pt>
                <c:pt idx="1378">
                  <c:v>0.0587161292747</c:v>
                </c:pt>
                <c:pt idx="1379">
                  <c:v>0.0582150505453</c:v>
                </c:pt>
                <c:pt idx="1380">
                  <c:v>0.0577189753541</c:v>
                </c:pt>
                <c:pt idx="1381">
                  <c:v>0.057227880465</c:v>
                </c:pt>
                <c:pt idx="1382">
                  <c:v>0.0567417411645</c:v>
                </c:pt>
                <c:pt idx="1383">
                  <c:v>0.0562605313445</c:v>
                </c:pt>
                <c:pt idx="1384">
                  <c:v>0.0557842235817</c:v>
                </c:pt>
                <c:pt idx="1385">
                  <c:v>0.0553127892156</c:v>
                </c:pt>
                <c:pt idx="1386">
                  <c:v>0.0548461984237</c:v>
                </c:pt>
                <c:pt idx="1387">
                  <c:v>0.0543844202937</c:v>
                </c:pt>
                <c:pt idx="1388">
                  <c:v>0.0539274228945</c:v>
                </c:pt>
                <c:pt idx="1389">
                  <c:v>0.0534751733433</c:v>
                </c:pt>
                <c:pt idx="1390">
                  <c:v>0.0530276378721</c:v>
                </c:pt>
                <c:pt idx="1391">
                  <c:v>0.0525847818902</c:v>
                </c:pt>
                <c:pt idx="1392">
                  <c:v>0.0521465700454</c:v>
                </c:pt>
                <c:pt idx="1393">
                  <c:v>0.0517129662826</c:v>
                </c:pt>
                <c:pt idx="1394">
                  <c:v>0.0512839339003</c:v>
                </c:pt>
                <c:pt idx="1395">
                  <c:v>0.0508594356048</c:v>
                </c:pt>
                <c:pt idx="1396">
                  <c:v>0.0504394335626</c:v>
                </c:pt>
                <c:pt idx="1397">
                  <c:v>0.0500238894496</c:v>
                </c:pt>
                <c:pt idx="1398">
                  <c:v>0.0496127645002</c:v>
                </c:pt>
                <c:pt idx="1399">
                  <c:v>0.0492060195522</c:v>
                </c:pt>
                <c:pt idx="1400">
                  <c:v>0.0488036150917</c:v>
                </c:pt>
                <c:pt idx="1401">
                  <c:v>0.0484055112944</c:v>
                </c:pt>
                <c:pt idx="1402">
                  <c:v>0.0480116680665</c:v>
                </c:pt>
                <c:pt idx="1403">
                  <c:v>0.0476220450827</c:v>
                </c:pt>
                <c:pt idx="1404">
                  <c:v>0.0472366018233</c:v>
                </c:pt>
                <c:pt idx="1405">
                  <c:v>0.0468552976088</c:v>
                </c:pt>
                <c:pt idx="1406">
                  <c:v>0.0464780916334</c:v>
                </c:pt>
                <c:pt idx="1407">
                  <c:v>0.0461049429968</c:v>
                </c:pt>
                <c:pt idx="1408">
                  <c:v>0.0457358107345</c:v>
                </c:pt>
                <c:pt idx="1409">
                  <c:v>0.0453706538462</c:v>
                </c:pt>
                <c:pt idx="1410">
                  <c:v>0.0450094313231</c:v>
                </c:pt>
                <c:pt idx="1411">
                  <c:v>0.0446521021742</c:v>
                </c:pt>
                <c:pt idx="1412">
                  <c:v>0.0442986254502</c:v>
                </c:pt>
                <c:pt idx="1413">
                  <c:v>0.0439489602669</c:v>
                </c:pt>
                <c:pt idx="1414">
                  <c:v>0.0436030658274</c:v>
                </c:pt>
                <c:pt idx="1415">
                  <c:v>0.0432609014425</c:v>
                </c:pt>
                <c:pt idx="1416">
                  <c:v>0.0429224265504</c:v>
                </c:pt>
                <c:pt idx="1417">
                  <c:v>0.042587600735</c:v>
                </c:pt>
                <c:pt idx="1418">
                  <c:v>0.0422563837435</c:v>
                </c:pt>
                <c:pt idx="1419">
                  <c:v>0.0419287355027</c:v>
                </c:pt>
                <c:pt idx="1420">
                  <c:v>0.0416046161339</c:v>
                </c:pt>
                <c:pt idx="1421">
                  <c:v>0.0412839859678</c:v>
                </c:pt>
                <c:pt idx="1422">
                  <c:v>0.0409668055577</c:v>
                </c:pt>
                <c:pt idx="1423">
                  <c:v>0.0406530356921</c:v>
                </c:pt>
                <c:pt idx="1424">
                  <c:v>0.0403426374065</c:v>
                </c:pt>
                <c:pt idx="1425">
                  <c:v>0.0400355719941</c:v>
                </c:pt>
                <c:pt idx="1426">
                  <c:v>0.0397318010162</c:v>
                </c:pt>
                <c:pt idx="1427">
                  <c:v>0.0394312863115</c:v>
                </c:pt>
                <c:pt idx="1428">
                  <c:v>0.0391339900047</c:v>
                </c:pt>
                <c:pt idx="1429">
                  <c:v>0.038839874515</c:v>
                </c:pt>
                <c:pt idx="1430">
                  <c:v>0.0385489025626</c:v>
                </c:pt>
                <c:pt idx="1431">
                  <c:v>0.0382610371763</c:v>
                </c:pt>
                <c:pt idx="1432">
                  <c:v>0.0379762416994</c:v>
                </c:pt>
                <c:pt idx="1433">
                  <c:v>0.037694479795</c:v>
                </c:pt>
                <c:pt idx="1434">
                  <c:v>0.0374157154516</c:v>
                </c:pt>
                <c:pt idx="1435">
                  <c:v>0.0371399129875</c:v>
                </c:pt>
                <c:pt idx="1436">
                  <c:v>0.0368670370545</c:v>
                </c:pt>
                <c:pt idx="1437">
                  <c:v>0.0365970526422</c:v>
                </c:pt>
                <c:pt idx="1438">
                  <c:v>0.0363299250806</c:v>
                </c:pt>
                <c:pt idx="1439">
                  <c:v>0.0360656200434</c:v>
                </c:pt>
                <c:pt idx="1440">
                  <c:v>0.0358041035499</c:v>
                </c:pt>
                <c:pt idx="1441">
                  <c:v>0.0355453419674</c:v>
                </c:pt>
                <c:pt idx="1442">
                  <c:v>0.0352893020126</c:v>
                </c:pt>
                <c:pt idx="1443">
                  <c:v>0.0350359507531</c:v>
                </c:pt>
                <c:pt idx="1444">
                  <c:v>0.0347852556081</c:v>
                </c:pt>
                <c:pt idx="1445">
                  <c:v>0.0345371843497</c:v>
                </c:pt>
                <c:pt idx="1446">
                  <c:v>0.0342917051028</c:v>
                </c:pt>
                <c:pt idx="1447">
                  <c:v>0.0340487863452</c:v>
                </c:pt>
                <c:pt idx="1448">
                  <c:v>0.033808396908</c:v>
                </c:pt>
                <c:pt idx="1449">
                  <c:v>0.0335705059747</c:v>
                </c:pt>
                <c:pt idx="1450">
                  <c:v>0.0333350830812</c:v>
                </c:pt>
                <c:pt idx="1451">
                  <c:v>0.0331020981144</c:v>
                </c:pt>
                <c:pt idx="1452">
                  <c:v>0.0328715213118</c:v>
                </c:pt>
                <c:pt idx="1453">
                  <c:v>0.0326433232599</c:v>
                </c:pt>
                <c:pt idx="1454">
                  <c:v>0.0324174748932</c:v>
                </c:pt>
                <c:pt idx="1455">
                  <c:v>0.0321939474924</c:v>
                </c:pt>
                <c:pt idx="1456">
                  <c:v>0.0319727126829</c:v>
                </c:pt>
                <c:pt idx="1457">
                  <c:v>0.0317537424331</c:v>
                </c:pt>
                <c:pt idx="1458">
                  <c:v>0.0315370090524</c:v>
                </c:pt>
                <c:pt idx="1459">
                  <c:v>0.0313224851887</c:v>
                </c:pt>
                <c:pt idx="1460">
                  <c:v>0.0311101438272</c:v>
                </c:pt>
                <c:pt idx="1461">
                  <c:v>0.0308999582871</c:v>
                </c:pt>
                <c:pt idx="1462">
                  <c:v>0.0306919022199</c:v>
                </c:pt>
                <c:pt idx="1463">
                  <c:v>0.0304859496065</c:v>
                </c:pt>
                <c:pt idx="1464">
                  <c:v>0.0302820747551</c:v>
                </c:pt>
                <c:pt idx="1465">
                  <c:v>0.0300802522981</c:v>
                </c:pt>
                <c:pt idx="1466">
                  <c:v>0.0298804571896</c:v>
                </c:pt>
                <c:pt idx="1467">
                  <c:v>0.0296826647027</c:v>
                </c:pt>
                <c:pt idx="1468">
                  <c:v>0.0294868504265</c:v>
                </c:pt>
                <c:pt idx="1469">
                  <c:v>0.0292929902635</c:v>
                </c:pt>
                <c:pt idx="1470">
                  <c:v>0.0291010604263</c:v>
                </c:pt>
                <c:pt idx="1471">
                  <c:v>0.0289110374348</c:v>
                </c:pt>
                <c:pt idx="1472">
                  <c:v>0.0287228981132</c:v>
                </c:pt>
                <c:pt idx="1473">
                  <c:v>0.0285366195871</c:v>
                </c:pt>
                <c:pt idx="1474">
                  <c:v>0.02835217928</c:v>
                </c:pt>
                <c:pt idx="1475">
                  <c:v>0.0281695549106</c:v>
                </c:pt>
                <c:pt idx="1476">
                  <c:v>0.0279887244895</c:v>
                </c:pt>
                <c:pt idx="1477">
                  <c:v>0.0278096663161</c:v>
                </c:pt>
                <c:pt idx="1478">
                  <c:v>0.0276323589753</c:v>
                </c:pt>
                <c:pt idx="1479">
                  <c:v>0.0274567813346</c:v>
                </c:pt>
                <c:pt idx="1480">
                  <c:v>0.0272829125407</c:v>
                </c:pt>
                <c:pt idx="1481">
                  <c:v>0.0271107320164</c:v>
                </c:pt>
                <c:pt idx="1482">
                  <c:v>0.0269402194573</c:v>
                </c:pt>
                <c:pt idx="1483">
                  <c:v>0.0267713548289</c:v>
                </c:pt>
                <c:pt idx="1484">
                  <c:v>0.026604118363</c:v>
                </c:pt>
                <c:pt idx="1485">
                  <c:v>0.0264384905548</c:v>
                </c:pt>
                <c:pt idx="1486">
                  <c:v>0.0262744521598</c:v>
                </c:pt>
                <c:pt idx="1487">
                  <c:v>0.0261119841902</c:v>
                </c:pt>
                <c:pt idx="1488">
                  <c:v>0.0259510679122</c:v>
                </c:pt>
                <c:pt idx="1489">
                  <c:v>0.0257916848428</c:v>
                </c:pt>
                <c:pt idx="1490">
                  <c:v>0.0256338167463</c:v>
                </c:pt>
                <c:pt idx="1491">
                  <c:v>0.0254774456314</c:v>
                </c:pt>
                <c:pt idx="1492">
                  <c:v>0.0253225537485</c:v>
                </c:pt>
                <c:pt idx="1493">
                  <c:v>0.0251691235857</c:v>
                </c:pt>
                <c:pt idx="1494">
                  <c:v>0.0250171378668</c:v>
                </c:pt>
                <c:pt idx="1495">
                  <c:v>0.0248665795473</c:v>
                </c:pt>
                <c:pt idx="1496">
                  <c:v>0.0247174318121</c:v>
                </c:pt>
                <c:pt idx="1497">
                  <c:v>0.0245696780719</c:v>
                </c:pt>
                <c:pt idx="1498">
                  <c:v>0.0244233019609</c:v>
                </c:pt>
                <c:pt idx="1499">
                  <c:v>0.0242782873332</c:v>
                </c:pt>
                <c:pt idx="1500">
                  <c:v>0.0241346182601</c:v>
                </c:pt>
                <c:pt idx="1501">
                  <c:v>0.0239922790274</c:v>
                </c:pt>
                <c:pt idx="1502">
                  <c:v>0.0238512541321</c:v>
                </c:pt>
                <c:pt idx="1503">
                  <c:v>0.0237115282802</c:v>
                </c:pt>
                <c:pt idx="1504">
                  <c:v>0.0235730863831</c:v>
                </c:pt>
                <c:pt idx="1505">
                  <c:v>0.0234359135553</c:v>
                </c:pt>
                <c:pt idx="1506">
                  <c:v>0.0232999951115</c:v>
                </c:pt>
                <c:pt idx="1507">
                  <c:v>0.0231653165637</c:v>
                </c:pt>
                <c:pt idx="1508">
                  <c:v>0.023031863619</c:v>
                </c:pt>
                <c:pt idx="1509">
                  <c:v>0.0228996221763</c:v>
                </c:pt>
                <c:pt idx="1510">
                  <c:v>0.0227685783238</c:v>
                </c:pt>
                <c:pt idx="1511">
                  <c:v>0.0226387183367</c:v>
                </c:pt>
                <c:pt idx="1512">
                  <c:v>0.0225100286743</c:v>
                </c:pt>
                <c:pt idx="1513">
                  <c:v>0.0223824959774</c:v>
                </c:pt>
                <c:pt idx="1514">
                  <c:v>0.0222561070661</c:v>
                </c:pt>
                <c:pt idx="1515">
                  <c:v>0.0221308489368</c:v>
                </c:pt>
                <c:pt idx="1516">
                  <c:v>0.0220067087601</c:v>
                </c:pt>
                <c:pt idx="1517">
                  <c:v>0.0218836738784</c:v>
                </c:pt>
                <c:pt idx="1518">
                  <c:v>0.0217617318029</c:v>
                </c:pt>
                <c:pt idx="1519">
                  <c:v>0.0216408702121</c:v>
                </c:pt>
                <c:pt idx="1520">
                  <c:v>0.0215210769486</c:v>
                </c:pt>
                <c:pt idx="1521">
                  <c:v>0.0214023400174</c:v>
                </c:pt>
                <c:pt idx="1522">
                  <c:v>0.0212846475831</c:v>
                </c:pt>
                <c:pt idx="1523">
                  <c:v>0.0211679879681</c:v>
                </c:pt>
                <c:pt idx="1524">
                  <c:v>0.02105234965</c:v>
                </c:pt>
                <c:pt idx="1525">
                  <c:v>0.0209377212594</c:v>
                </c:pt>
                <c:pt idx="1526">
                  <c:v>0.0208240915781</c:v>
                </c:pt>
                <c:pt idx="1527">
                  <c:v>0.0207114495366</c:v>
                </c:pt>
                <c:pt idx="1528">
                  <c:v>0.0205997842118</c:v>
                </c:pt>
                <c:pt idx="1529">
                  <c:v>0.0204890848256</c:v>
                </c:pt>
                <c:pt idx="1530">
                  <c:v>0.020379340742</c:v>
                </c:pt>
                <c:pt idx="1531">
                  <c:v>0.0202705414656</c:v>
                </c:pt>
                <c:pt idx="1532">
                  <c:v>0.0201626766396</c:v>
                </c:pt>
                <c:pt idx="1533">
                  <c:v>0.0200557360433</c:v>
                </c:pt>
                <c:pt idx="1534">
                  <c:v>0.0199497095909</c:v>
                </c:pt>
                <c:pt idx="1535">
                  <c:v>0.0198445873289</c:v>
                </c:pt>
                <c:pt idx="1536">
                  <c:v>0.0197403594346</c:v>
                </c:pt>
                <c:pt idx="1537">
                  <c:v>0.019637016214</c:v>
                </c:pt>
                <c:pt idx="1538">
                  <c:v>0.0195345481001</c:v>
                </c:pt>
                <c:pt idx="1539">
                  <c:v>0.019432945651</c:v>
                </c:pt>
                <c:pt idx="1540">
                  <c:v>0.0193321995483</c:v>
                </c:pt>
                <c:pt idx="1541">
                  <c:v>0.0192323005949</c:v>
                </c:pt>
                <c:pt idx="1542">
                  <c:v>0.0191332397137</c:v>
                </c:pt>
                <c:pt idx="1543">
                  <c:v>0.0190350079455</c:v>
                </c:pt>
                <c:pt idx="1544">
                  <c:v>0.0189375964477</c:v>
                </c:pt>
                <c:pt idx="1545">
                  <c:v>0.0188409964924</c:v>
                </c:pt>
                <c:pt idx="1546">
                  <c:v>0.0187451994647</c:v>
                </c:pt>
                <c:pt idx="1547">
                  <c:v>0.0186501968612</c:v>
                </c:pt>
                <c:pt idx="1548">
                  <c:v>0.0185559802883</c:v>
                </c:pt>
                <c:pt idx="1549">
                  <c:v>0.0184625414608</c:v>
                </c:pt>
                <c:pt idx="1550">
                  <c:v>0.0183698722002</c:v>
                </c:pt>
                <c:pt idx="1551">
                  <c:v>0.0182779644332</c:v>
                </c:pt>
                <c:pt idx="1552">
                  <c:v>0.0181868101901</c:v>
                </c:pt>
                <c:pt idx="1553">
                  <c:v>0.0180964016036</c:v>
                </c:pt>
                <c:pt idx="1554">
                  <c:v>0.0180067309071</c:v>
                </c:pt>
                <c:pt idx="1555">
                  <c:v>0.0179177904331</c:v>
                </c:pt>
                <c:pt idx="1556">
                  <c:v>0.0178295726124</c:v>
                </c:pt>
                <c:pt idx="1557">
                  <c:v>0.017742069972</c:v>
                </c:pt>
                <c:pt idx="1558">
                  <c:v>0.0176552751341</c:v>
                </c:pt>
                <c:pt idx="1559">
                  <c:v>0.0175691808147</c:v>
                </c:pt>
                <c:pt idx="1560">
                  <c:v>0.0174837798221</c:v>
                </c:pt>
                <c:pt idx="1561">
                  <c:v>0.017399065056</c:v>
                </c:pt>
                <c:pt idx="1562">
                  <c:v>0.0173150295056</c:v>
                </c:pt>
                <c:pt idx="1563">
                  <c:v>0.0172316662489</c:v>
                </c:pt>
                <c:pt idx="1564">
                  <c:v>0.017148968451</c:v>
                </c:pt>
                <c:pt idx="1565">
                  <c:v>0.0170669293632</c:v>
                </c:pt>
                <c:pt idx="1566">
                  <c:v>0.0169855423215</c:v>
                </c:pt>
                <c:pt idx="1567">
                  <c:v>0.0169048007457</c:v>
                </c:pt>
                <c:pt idx="1568">
                  <c:v>0.0168246981379</c:v>
                </c:pt>
                <c:pt idx="1569">
                  <c:v>0.0167452280816</c:v>
                </c:pt>
                <c:pt idx="1570">
                  <c:v>0.0166663842403</c:v>
                </c:pt>
                <c:pt idx="1571">
                  <c:v>0.0165881603565</c:v>
                </c:pt>
                <c:pt idx="1572">
                  <c:v>0.0165105502509</c:v>
                </c:pt>
                <c:pt idx="1573">
                  <c:v>0.0164335478206</c:v>
                </c:pt>
                <c:pt idx="1574">
                  <c:v>0.0163571470387</c:v>
                </c:pt>
                <c:pt idx="1575">
                  <c:v>0.0162813419529</c:v>
                </c:pt>
                <c:pt idx="1576">
                  <c:v>0.0162061266843</c:v>
                </c:pt>
                <c:pt idx="1577">
                  <c:v>0.016131495427</c:v>
                </c:pt>
                <c:pt idx="1578">
                  <c:v>0.0160574424462</c:v>
                </c:pt>
                <c:pt idx="1579">
                  <c:v>0.0159839620781</c:v>
                </c:pt>
                <c:pt idx="1580">
                  <c:v>0.0159110487282</c:v>
                </c:pt>
                <c:pt idx="1581">
                  <c:v>0.0158386968706</c:v>
                </c:pt>
                <c:pt idx="1582">
                  <c:v>0.0157669010473</c:v>
                </c:pt>
                <c:pt idx="1583">
                  <c:v>0.0156956558669</c:v>
                </c:pt>
                <c:pt idx="1584">
                  <c:v>0.0156249560037</c:v>
                </c:pt>
                <c:pt idx="1585">
                  <c:v>0.015554796197</c:v>
                </c:pt>
                <c:pt idx="1586">
                  <c:v>0.0154851712501</c:v>
                </c:pt>
                <c:pt idx="1587">
                  <c:v>0.0154160760293</c:v>
                </c:pt>
                <c:pt idx="1588">
                  <c:v>0.0153475054632</c:v>
                </c:pt>
                <c:pt idx="1589">
                  <c:v>0.0152794545419</c:v>
                </c:pt>
                <c:pt idx="1590">
                  <c:v>0.0152119183157</c:v>
                </c:pt>
                <c:pt idx="1591">
                  <c:v>0.0151448918949</c:v>
                </c:pt>
                <c:pt idx="1592">
                  <c:v>0.0150783704487</c:v>
                </c:pt>
                <c:pt idx="1593">
                  <c:v>0.0150123492042</c:v>
                </c:pt>
                <c:pt idx="1594">
                  <c:v>0.0149468234457</c:v>
                </c:pt>
                <c:pt idx="1595">
                  <c:v>0.0148817885144</c:v>
                </c:pt>
                <c:pt idx="1596">
                  <c:v>0.0148172398068</c:v>
                </c:pt>
                <c:pt idx="1597">
                  <c:v>0.0147531727747</c:v>
                </c:pt>
                <c:pt idx="1598">
                  <c:v>0.0146895829239</c:v>
                </c:pt>
                <c:pt idx="1599">
                  <c:v>0.0146264658138</c:v>
                </c:pt>
                <c:pt idx="1600">
                  <c:v>0.0145638170565</c:v>
                </c:pt>
                <c:pt idx="1601">
                  <c:v>0.0145016323163</c:v>
                </c:pt>
                <c:pt idx="1602">
                  <c:v>0.0144399073087</c:v>
                </c:pt>
                <c:pt idx="1603">
                  <c:v>0.0143786377999</c:v>
                </c:pt>
                <c:pt idx="1604">
                  <c:v>0.014317819606</c:v>
                </c:pt>
                <c:pt idx="1605">
                  <c:v>0.0142574485926</c:v>
                </c:pt>
                <c:pt idx="1606">
                  <c:v>0.0141975206739</c:v>
                </c:pt>
                <c:pt idx="1607">
                  <c:v>0.0141380318119</c:v>
                </c:pt>
                <c:pt idx="1608">
                  <c:v>0.0140789780161</c:v>
                </c:pt>
                <c:pt idx="1609">
                  <c:v>0.0140203553428</c:v>
                </c:pt>
                <c:pt idx="1610">
                  <c:v>0.0139621598942</c:v>
                </c:pt>
                <c:pt idx="1611">
                  <c:v>0.0139043878182</c:v>
                </c:pt>
                <c:pt idx="1612">
                  <c:v>0.0138470353075</c:v>
                </c:pt>
                <c:pt idx="1613">
                  <c:v>0.0137900985989</c:v>
                </c:pt>
                <c:pt idx="1614">
                  <c:v>0.0137335739732</c:v>
                </c:pt>
                <c:pt idx="1615">
                  <c:v>0.0136774577542</c:v>
                </c:pt>
                <c:pt idx="1616">
                  <c:v>0.0136217463082</c:v>
                </c:pt>
                <c:pt idx="1617">
                  <c:v>0.0135664360437</c:v>
                </c:pt>
                <c:pt idx="1618">
                  <c:v>0.0135115234104</c:v>
                </c:pt>
                <c:pt idx="1619">
                  <c:v>0.013457004899</c:v>
                </c:pt>
                <c:pt idx="1620">
                  <c:v>0.0134028770406</c:v>
                </c:pt>
                <c:pt idx="1621">
                  <c:v>0.0133491364062</c:v>
                </c:pt>
                <c:pt idx="1622">
                  <c:v>0.0132957796061</c:v>
                </c:pt>
                <c:pt idx="1623">
                  <c:v>0.0132428032892</c:v>
                </c:pt>
                <c:pt idx="1624">
                  <c:v>0.0131902041431</c:v>
                </c:pt>
                <c:pt idx="1625">
                  <c:v>0.0131379788928</c:v>
                </c:pt>
                <c:pt idx="1626">
                  <c:v>0.013086124301</c:v>
                </c:pt>
                <c:pt idx="1627">
                  <c:v>0.013034637167</c:v>
                </c:pt>
                <c:pt idx="1628">
                  <c:v>0.0129835143265</c:v>
                </c:pt>
                <c:pt idx="1629">
                  <c:v>0.0129327526513</c:v>
                </c:pt>
                <c:pt idx="1630">
                  <c:v>0.0128823490484</c:v>
                </c:pt>
                <c:pt idx="1631">
                  <c:v>0.0128323004599</c:v>
                </c:pt>
                <c:pt idx="1632">
                  <c:v>0.0127826038624</c:v>
                </c:pt>
                <c:pt idx="1633">
                  <c:v>0.0127332562667</c:v>
                </c:pt>
                <c:pt idx="1634">
                  <c:v>0.0126842547171</c:v>
                </c:pt>
                <c:pt idx="1635">
                  <c:v>0.0126355962914</c:v>
                </c:pt>
                <c:pt idx="1636">
                  <c:v>0.0125872781</c:v>
                </c:pt>
                <c:pt idx="1637">
                  <c:v>0.0125392972857</c:v>
                </c:pt>
                <c:pt idx="1638">
                  <c:v>0.0124916510235</c:v>
                </c:pt>
                <c:pt idx="1639">
                  <c:v>0.0124443365198</c:v>
                </c:pt>
                <c:pt idx="1640">
                  <c:v>0.0123973510123</c:v>
                </c:pt>
                <c:pt idx="1641">
                  <c:v>0.0123506917695</c:v>
                </c:pt>
                <c:pt idx="1642">
                  <c:v>0.0123043560902</c:v>
                </c:pt>
                <c:pt idx="1643">
                  <c:v>0.0122583413035</c:v>
                </c:pt>
                <c:pt idx="1644">
                  <c:v>0.0122126447679</c:v>
                </c:pt>
                <c:pt idx="1645">
                  <c:v>0.0121672638714</c:v>
                </c:pt>
                <c:pt idx="1646">
                  <c:v>0.0121221960308</c:v>
                </c:pt>
                <c:pt idx="1647">
                  <c:v>0.0120774386916</c:v>
                </c:pt>
                <c:pt idx="1648">
                  <c:v>0.0120329893274</c:v>
                </c:pt>
                <c:pt idx="1649">
                  <c:v>0.0119888454398</c:v>
                </c:pt>
                <c:pt idx="1650">
                  <c:v>0.0119450045578</c:v>
                </c:pt>
                <c:pt idx="1651">
                  <c:v>0.0119014642377</c:v>
                </c:pt>
                <c:pt idx="1652">
                  <c:v>0.0118582220628</c:v>
                </c:pt>
                <c:pt idx="1653">
                  <c:v>0.0118152756426</c:v>
                </c:pt>
                <c:pt idx="1654">
                  <c:v>0.0117726226131</c:v>
                </c:pt>
                <c:pt idx="1655">
                  <c:v>0.0117302606361</c:v>
                </c:pt>
                <c:pt idx="1656">
                  <c:v>0.011688187399</c:v>
                </c:pt>
                <c:pt idx="1657">
                  <c:v>0.0116464006145</c:v>
                </c:pt>
                <c:pt idx="1658">
                  <c:v>0.0116048980203</c:v>
                </c:pt>
                <c:pt idx="1659">
                  <c:v>0.0115636773785</c:v>
                </c:pt>
                <c:pt idx="1660">
                  <c:v>0.011522736476</c:v>
                </c:pt>
                <c:pt idx="1661">
                  <c:v>0.0114820731234</c:v>
                </c:pt>
                <c:pt idx="1662">
                  <c:v>0.0114416851554</c:v>
                </c:pt>
                <c:pt idx="1663">
                  <c:v>0.0114015704301</c:v>
                </c:pt>
                <c:pt idx="1664">
                  <c:v>0.0113617268287</c:v>
                </c:pt>
                <c:pt idx="1665">
                  <c:v>0.0113221522556</c:v>
                </c:pt>
                <c:pt idx="1666">
                  <c:v>0.0112828446377</c:v>
                </c:pt>
                <c:pt idx="1667">
                  <c:v>0.0112438019244</c:v>
                </c:pt>
                <c:pt idx="1668">
                  <c:v>0.0112050220872</c:v>
                </c:pt>
                <c:pt idx="1669">
                  <c:v>0.0111665031195</c:v>
                </c:pt>
                <c:pt idx="1670">
                  <c:v>0.0111282430365</c:v>
                </c:pt>
                <c:pt idx="1671">
                  <c:v>0.0110902398747</c:v>
                </c:pt>
                <c:pt idx="1672">
                  <c:v>0.0110524916915</c:v>
                </c:pt>
                <c:pt idx="1673">
                  <c:v>0.0110149965655</c:v>
                </c:pt>
                <c:pt idx="1674">
                  <c:v>0.0109777525959</c:v>
                </c:pt>
                <c:pt idx="1675">
                  <c:v>0.0109407579022</c:v>
                </c:pt>
                <c:pt idx="1676">
                  <c:v>0.0109040106242</c:v>
                </c:pt>
                <c:pt idx="1677">
                  <c:v>0.0108675089215</c:v>
                </c:pt>
                <c:pt idx="1678">
                  <c:v>0.0108312509736</c:v>
                </c:pt>
                <c:pt idx="1679">
                  <c:v>0.0107952349794</c:v>
                </c:pt>
                <c:pt idx="1680">
                  <c:v>0.010759459157</c:v>
                </c:pt>
                <c:pt idx="1681">
                  <c:v>0.0107239217437</c:v>
                </c:pt>
                <c:pt idx="1682">
                  <c:v>0.0106886209956</c:v>
                </c:pt>
                <c:pt idx="1683">
                  <c:v>0.0106535551873</c:v>
                </c:pt>
                <c:pt idx="1684">
                  <c:v>0.0106187226119</c:v>
                </c:pt>
                <c:pt idx="1685">
                  <c:v>0.0105841215808</c:v>
                </c:pt>
                <c:pt idx="1686">
                  <c:v>0.0105497504233</c:v>
                </c:pt>
                <c:pt idx="1687">
                  <c:v>0.0105156074866</c:v>
                </c:pt>
                <c:pt idx="1688">
                  <c:v>0.0104816911353</c:v>
                </c:pt>
                <c:pt idx="1689">
                  <c:v>0.0104479997516</c:v>
                </c:pt>
                <c:pt idx="1690">
                  <c:v>0.0104145317349</c:v>
                </c:pt>
                <c:pt idx="1691">
                  <c:v>0.0103812855016</c:v>
                </c:pt>
                <c:pt idx="1692">
                  <c:v>0.0103482594849</c:v>
                </c:pt>
                <c:pt idx="1693">
                  <c:v>0.0103154521348</c:v>
                </c:pt>
                <c:pt idx="1694">
                  <c:v>0.0102828619176</c:v>
                </c:pt>
                <c:pt idx="1695">
                  <c:v>0.0102504873161</c:v>
                </c:pt>
                <c:pt idx="1696">
                  <c:v>0.0102183268289</c:v>
                </c:pt>
                <c:pt idx="1697">
                  <c:v>0.0101863789709</c:v>
                </c:pt>
                <c:pt idx="1698">
                  <c:v>0.0101546422726</c:v>
                </c:pt>
                <c:pt idx="1699">
                  <c:v>0.0101231152802</c:v>
                </c:pt>
                <c:pt idx="1700">
                  <c:v>0.0100917965551</c:v>
                </c:pt>
                <c:pt idx="1701">
                  <c:v>0.0100606846744</c:v>
                </c:pt>
                <c:pt idx="1702">
                  <c:v>0.0100297782299</c:v>
                </c:pt>
                <c:pt idx="1703">
                  <c:v>0.00999907582849</c:v>
                </c:pt>
                <c:pt idx="1704">
                  <c:v>0.00996857609201</c:v>
                </c:pt>
                <c:pt idx="1705">
                  <c:v>0.00993827765678</c:v>
                </c:pt>
                <c:pt idx="1706">
                  <c:v>0.00990817917365</c:v>
                </c:pt>
                <c:pt idx="1707">
                  <c:v>0.0098782793078</c:v>
                </c:pt>
                <c:pt idx="1708">
                  <c:v>0.00984857673863</c:v>
                </c:pt>
                <c:pt idx="1709">
                  <c:v>0.00981907015954</c:v>
                </c:pt>
                <c:pt idx="1710">
                  <c:v>0.00978975827786</c:v>
                </c:pt>
                <c:pt idx="1711">
                  <c:v>0.00976063981467</c:v>
                </c:pt>
                <c:pt idx="1712">
                  <c:v>0.00973171350464</c:v>
                </c:pt>
                <c:pt idx="1713">
                  <c:v>0.00970297809596</c:v>
                </c:pt>
                <c:pt idx="1714">
                  <c:v>0.00967443235011</c:v>
                </c:pt>
                <c:pt idx="1715">
                  <c:v>0.00964607504182</c:v>
                </c:pt>
                <c:pt idx="1716">
                  <c:v>0.00961790495887</c:v>
                </c:pt>
                <c:pt idx="1717">
                  <c:v>0.00958992090198</c:v>
                </c:pt>
                <c:pt idx="1718">
                  <c:v>0.00956212168469</c:v>
                </c:pt>
                <c:pt idx="1719">
                  <c:v>0.00953450613323</c:v>
                </c:pt>
                <c:pt idx="1720">
                  <c:v>0.00950707308637</c:v>
                </c:pt>
                <c:pt idx="1721">
                  <c:v>0.00947982139534</c:v>
                </c:pt>
                <c:pt idx="1722">
                  <c:v>0.00945274992368</c:v>
                </c:pt>
                <c:pt idx="1723">
                  <c:v>0.00942585754711</c:v>
                </c:pt>
                <c:pt idx="1724">
                  <c:v>0.00939914315345</c:v>
                </c:pt>
                <c:pt idx="1725">
                  <c:v>0.00937260564247</c:v>
                </c:pt>
                <c:pt idx="1726">
                  <c:v>0.00934624392578</c:v>
                </c:pt>
                <c:pt idx="1727">
                  <c:v>0.00932005692673</c:v>
                </c:pt>
                <c:pt idx="1728">
                  <c:v>0.00929404358029</c:v>
                </c:pt>
                <c:pt idx="1729">
                  <c:v>0.00926820283294</c:v>
                </c:pt>
                <c:pt idx="1730">
                  <c:v>0.00924253364256</c:v>
                </c:pt>
                <c:pt idx="1731">
                  <c:v>0.00921703497833</c:v>
                </c:pt>
                <c:pt idx="1732">
                  <c:v>0.00919170582063</c:v>
                </c:pt>
                <c:pt idx="1733">
                  <c:v>0.00916654516091</c:v>
                </c:pt>
                <c:pt idx="1734">
                  <c:v>0.0091415520016</c:v>
                </c:pt>
                <c:pt idx="1735">
                  <c:v>0.00911672535605</c:v>
                </c:pt>
                <c:pt idx="1736">
                  <c:v>0.00909206424836</c:v>
                </c:pt>
                <c:pt idx="1737">
                  <c:v>0.00906756771332</c:v>
                </c:pt>
                <c:pt idx="1738">
                  <c:v>0.00904323479633</c:v>
                </c:pt>
                <c:pt idx="1739">
                  <c:v>0.00901906455328</c:v>
                </c:pt>
                <c:pt idx="1740">
                  <c:v>0.00899505605046</c:v>
                </c:pt>
                <c:pt idx="1741">
                  <c:v>0.00897120836445</c:v>
                </c:pt>
                <c:pt idx="1742">
                  <c:v>0.0089475205821</c:v>
                </c:pt>
                <c:pt idx="1743">
                  <c:v>0.00892399180034</c:v>
                </c:pt>
                <c:pt idx="1744">
                  <c:v>0.00890062112617</c:v>
                </c:pt>
                <c:pt idx="1745">
                  <c:v>0.00887740767654</c:v>
                </c:pt>
                <c:pt idx="1746">
                  <c:v>0.00885435057827</c:v>
                </c:pt>
                <c:pt idx="1747">
                  <c:v>0.00883144896798</c:v>
                </c:pt>
                <c:pt idx="1748">
                  <c:v>0.00880870199196</c:v>
                </c:pt>
                <c:pt idx="1749">
                  <c:v>0.00878610880615</c:v>
                </c:pt>
                <c:pt idx="1750">
                  <c:v>0.00876366857604</c:v>
                </c:pt>
                <c:pt idx="1751">
                  <c:v>0.00874138047656</c:v>
                </c:pt>
                <c:pt idx="1752">
                  <c:v>0.00871924369203</c:v>
                </c:pt>
                <c:pt idx="1753">
                  <c:v>0.00869725741609</c:v>
                </c:pt>
                <c:pt idx="1754">
                  <c:v>0.0086754208516</c:v>
                </c:pt>
                <c:pt idx="1755">
                  <c:v>0.0086537332106</c:v>
                </c:pt>
                <c:pt idx="1756">
                  <c:v>0.00863219371419</c:v>
                </c:pt>
                <c:pt idx="1757">
                  <c:v>0.00861080159249</c:v>
                </c:pt>
                <c:pt idx="1758">
                  <c:v>0.00858955608459</c:v>
                </c:pt>
                <c:pt idx="1759">
                  <c:v>0.00856845643842</c:v>
                </c:pt>
                <c:pt idx="1760">
                  <c:v>0.00854750191074</c:v>
                </c:pt>
                <c:pt idx="1761">
                  <c:v>0.00852669176702</c:v>
                </c:pt>
                <c:pt idx="1762">
                  <c:v>0.00850602528143</c:v>
                </c:pt>
                <c:pt idx="1763">
                  <c:v>0.00848550173673</c:v>
                </c:pt>
                <c:pt idx="1764">
                  <c:v>0.00846512042422</c:v>
                </c:pt>
                <c:pt idx="1765">
                  <c:v>0.00844488064371</c:v>
                </c:pt>
                <c:pt idx="1766">
                  <c:v>0.00842478170337</c:v>
                </c:pt>
                <c:pt idx="1767">
                  <c:v>0.00840482291979</c:v>
                </c:pt>
                <c:pt idx="1768">
                  <c:v>0.0083850036178</c:v>
                </c:pt>
                <c:pt idx="1769">
                  <c:v>0.0083653231305</c:v>
                </c:pt>
                <c:pt idx="1770">
                  <c:v>0.00834578079917</c:v>
                </c:pt>
                <c:pt idx="1771">
                  <c:v>0.00832637597318</c:v>
                </c:pt>
                <c:pt idx="1772">
                  <c:v>0.00830710801001</c:v>
                </c:pt>
                <c:pt idx="1773">
                  <c:v>0.00828797627511</c:v>
                </c:pt>
                <c:pt idx="1774">
                  <c:v>0.00826898014193</c:v>
                </c:pt>
                <c:pt idx="1775">
                  <c:v>0.00825011899177</c:v>
                </c:pt>
                <c:pt idx="1776">
                  <c:v>0.00823139221383</c:v>
                </c:pt>
                <c:pt idx="1777">
                  <c:v>0.00821279920508</c:v>
                </c:pt>
                <c:pt idx="1778">
                  <c:v>0.00819433937025</c:v>
                </c:pt>
                <c:pt idx="1779">
                  <c:v>0.00817601212178</c:v>
                </c:pt>
                <c:pt idx="1780">
                  <c:v>0.00815781687974</c:v>
                </c:pt>
                <c:pt idx="1781">
                  <c:v>0.00813975307182</c:v>
                </c:pt>
                <c:pt idx="1782">
                  <c:v>0.00812182013327</c:v>
                </c:pt>
                <c:pt idx="1783">
                  <c:v>0.00810401750684</c:v>
                </c:pt>
                <c:pt idx="1784">
                  <c:v>0.00808634464274</c:v>
                </c:pt>
                <c:pt idx="1785">
                  <c:v>0.00806880099863</c:v>
                </c:pt>
                <c:pt idx="1786">
                  <c:v>0.00805138603953</c:v>
                </c:pt>
                <c:pt idx="1787">
                  <c:v>0.00803409923778</c:v>
                </c:pt>
                <c:pt idx="1788">
                  <c:v>0.00801694007305</c:v>
                </c:pt>
                <c:pt idx="1789">
                  <c:v>0.00799990803225</c:v>
                </c:pt>
                <c:pt idx="1790">
                  <c:v>0.00798300260949</c:v>
                </c:pt>
                <c:pt idx="1791">
                  <c:v>0.00796622330607</c:v>
                </c:pt>
                <c:pt idx="1792">
                  <c:v>0.00794956963042</c:v>
                </c:pt>
                <c:pt idx="1793">
                  <c:v>0.00793304109807</c:v>
                </c:pt>
                <c:pt idx="1794">
                  <c:v>0.00791663723162</c:v>
                </c:pt>
                <c:pt idx="1795">
                  <c:v>0.00790035756067</c:v>
                </c:pt>
                <c:pt idx="1796">
                  <c:v>0.00788420162185</c:v>
                </c:pt>
                <c:pt idx="1797">
                  <c:v>0.00786816895871</c:v>
                </c:pt>
                <c:pt idx="1798">
                  <c:v>0.00785225912174</c:v>
                </c:pt>
                <c:pt idx="1799">
                  <c:v>0.00783647166831</c:v>
                </c:pt>
                <c:pt idx="1800">
                  <c:v>0.00782080616266</c:v>
                </c:pt>
                <c:pt idx="1801">
                  <c:v>0.00780526217584</c:v>
                </c:pt>
                <c:pt idx="1802">
                  <c:v>0.0077898392857</c:v>
                </c:pt>
                <c:pt idx="1803">
                  <c:v>0.00777453707685</c:v>
                </c:pt>
                <c:pt idx="1804">
                  <c:v>0.00775935514065</c:v>
                </c:pt>
                <c:pt idx="1805">
                  <c:v>0.00774429307513</c:v>
                </c:pt>
                <c:pt idx="1806">
                  <c:v>0.00772935048504</c:v>
                </c:pt>
                <c:pt idx="1807">
                  <c:v>0.00771452698175</c:v>
                </c:pt>
                <c:pt idx="1808">
                  <c:v>0.00769982218326</c:v>
                </c:pt>
                <c:pt idx="1809">
                  <c:v>0.00768523571418</c:v>
                </c:pt>
                <c:pt idx="1810">
                  <c:v>0.00767076720566</c:v>
                </c:pt>
                <c:pt idx="1811">
                  <c:v>0.00765641629542</c:v>
                </c:pt>
                <c:pt idx="1812">
                  <c:v>0.00764218262769</c:v>
                </c:pt>
                <c:pt idx="1813">
                  <c:v>0.00762806585322</c:v>
                </c:pt>
                <c:pt idx="1814">
                  <c:v>0.0076140656292</c:v>
                </c:pt>
                <c:pt idx="1815">
                  <c:v>0.0076001816193</c:v>
                </c:pt>
                <c:pt idx="1816">
                  <c:v>0.00758641349359</c:v>
                </c:pt>
                <c:pt idx="1817">
                  <c:v>0.00757276092859</c:v>
                </c:pt>
                <c:pt idx="1818">
                  <c:v>0.00755922360717</c:v>
                </c:pt>
                <c:pt idx="1819">
                  <c:v>0.00754580121859</c:v>
                </c:pt>
                <c:pt idx="1820">
                  <c:v>0.00753249345844</c:v>
                </c:pt>
                <c:pt idx="1821">
                  <c:v>0.00751930002865</c:v>
                </c:pt>
                <c:pt idx="1822">
                  <c:v>0.00750622063745</c:v>
                </c:pt>
                <c:pt idx="1823">
                  <c:v>0.00749325499938</c:v>
                </c:pt>
                <c:pt idx="1824">
                  <c:v>0.00748040283523</c:v>
                </c:pt>
                <c:pt idx="1825">
                  <c:v>0.00746766387206</c:v>
                </c:pt>
                <c:pt idx="1826">
                  <c:v>0.00745503784316</c:v>
                </c:pt>
                <c:pt idx="1827">
                  <c:v>0.00744252448805</c:v>
                </c:pt>
                <c:pt idx="1828">
                  <c:v>0.00743012355246</c:v>
                </c:pt>
                <c:pt idx="1829">
                  <c:v>0.00741783478831</c:v>
                </c:pt>
                <c:pt idx="1830">
                  <c:v>0.00740565795367</c:v>
                </c:pt>
                <c:pt idx="1831">
                  <c:v>0.00739359281281</c:v>
                </c:pt>
                <c:pt idx="1832">
                  <c:v>0.00738163913612</c:v>
                </c:pt>
                <c:pt idx="1833">
                  <c:v>0.00736979670015</c:v>
                </c:pt>
                <c:pt idx="1834">
                  <c:v>0.00735806528753</c:v>
                </c:pt>
                <c:pt idx="1835">
                  <c:v>0.00734644468704</c:v>
                </c:pt>
                <c:pt idx="1836">
                  <c:v>0.00733493469352</c:v>
                </c:pt>
                <c:pt idx="1837">
                  <c:v>0.00732353510791</c:v>
                </c:pt>
                <c:pt idx="1838">
                  <c:v>0.0073122457372</c:v>
                </c:pt>
                <c:pt idx="1839">
                  <c:v>0.00730106639447</c:v>
                </c:pt>
                <c:pt idx="1840">
                  <c:v>0.0072899968988</c:v>
                </c:pt>
                <c:pt idx="1841">
                  <c:v>0.00727903707533</c:v>
                </c:pt>
                <c:pt idx="1842">
                  <c:v>0.00726818675523</c:v>
                </c:pt>
                <c:pt idx="1843">
                  <c:v>0.00725744577567</c:v>
                </c:pt>
                <c:pt idx="1844">
                  <c:v>0.00724681397981</c:v>
                </c:pt>
                <c:pt idx="1845">
                  <c:v>0.00723629121681</c:v>
                </c:pt>
                <c:pt idx="1846">
                  <c:v>0.00722587734182</c:v>
                </c:pt>
                <c:pt idx="1847">
                  <c:v>0.00721557221594</c:v>
                </c:pt>
                <c:pt idx="1848">
                  <c:v>0.00720537570625</c:v>
                </c:pt>
                <c:pt idx="1849">
                  <c:v>0.00719528768576</c:v>
                </c:pt>
                <c:pt idx="1850">
                  <c:v>0.00718530803342</c:v>
                </c:pt>
                <c:pt idx="1851">
                  <c:v>0.00717543663414</c:v>
                </c:pt>
                <c:pt idx="1852">
                  <c:v>0.00716567337871</c:v>
                </c:pt>
                <c:pt idx="1853">
                  <c:v>0.00715601816386</c:v>
                </c:pt>
                <c:pt idx="1854">
                  <c:v>0.0071464708922</c:v>
                </c:pt>
                <c:pt idx="1855">
                  <c:v>0.00713703147227</c:v>
                </c:pt>
                <c:pt idx="1856">
                  <c:v>0.00712769981844</c:v>
                </c:pt>
                <c:pt idx="1857">
                  <c:v>0.00711847585101</c:v>
                </c:pt>
                <c:pt idx="1858">
                  <c:v>0.0071093594961</c:v>
                </c:pt>
                <c:pt idx="1859">
                  <c:v>0.00710035068572</c:v>
                </c:pt>
                <c:pt idx="1860">
                  <c:v>0.0070914493577</c:v>
                </c:pt>
                <c:pt idx="1861">
                  <c:v>0.00708265545574</c:v>
                </c:pt>
                <c:pt idx="1862">
                  <c:v>0.00707396892934</c:v>
                </c:pt>
                <c:pt idx="1863">
                  <c:v>0.00706538973383</c:v>
                </c:pt>
                <c:pt idx="1864">
                  <c:v>0.00705691783038</c:v>
                </c:pt>
                <c:pt idx="1865">
                  <c:v>0.00704855318591</c:v>
                </c:pt>
                <c:pt idx="1866">
                  <c:v>0.00704029577319</c:v>
                </c:pt>
                <c:pt idx="1867">
                  <c:v>0.00703214557073</c:v>
                </c:pt>
                <c:pt idx="1868">
                  <c:v>0.00702410256286</c:v>
                </c:pt>
                <c:pt idx="1869">
                  <c:v>0.00701616673965</c:v>
                </c:pt>
                <c:pt idx="1870">
                  <c:v>0.00700833809694</c:v>
                </c:pt>
                <c:pt idx="1871">
                  <c:v>0.00700061663632</c:v>
                </c:pt>
                <c:pt idx="1872">
                  <c:v>0.00699300236514</c:v>
                </c:pt>
                <c:pt idx="1873">
                  <c:v>0.00698549529646</c:v>
                </c:pt>
                <c:pt idx="1874">
                  <c:v>0.00697809544908</c:v>
                </c:pt>
                <c:pt idx="1875">
                  <c:v>0.00697080284754</c:v>
                </c:pt>
                <c:pt idx="1876">
                  <c:v>0.00696361752208</c:v>
                </c:pt>
                <c:pt idx="1877">
                  <c:v>0.00695653950863</c:v>
                </c:pt>
                <c:pt idx="1878">
                  <c:v>0.00694956884885</c:v>
                </c:pt>
                <c:pt idx="1879">
                  <c:v>0.00694270559008</c:v>
                </c:pt>
                <c:pt idx="1880">
                  <c:v>0.00693594978536</c:v>
                </c:pt>
                <c:pt idx="1881">
                  <c:v>0.00692930149339</c:v>
                </c:pt>
                <c:pt idx="1882">
                  <c:v>0.00692276077857</c:v>
                </c:pt>
                <c:pt idx="1883">
                  <c:v>0.00691632771097</c:v>
                </c:pt>
                <c:pt idx="1884">
                  <c:v>0.00691000236634</c:v>
                </c:pt>
                <c:pt idx="1885">
                  <c:v>0.00690378482608</c:v>
                </c:pt>
                <c:pt idx="1886">
                  <c:v>0.00689767517728</c:v>
                </c:pt>
                <c:pt idx="1887">
                  <c:v>0.0068916735127</c:v>
                </c:pt>
                <c:pt idx="1888">
                  <c:v>0.00688577993073</c:v>
                </c:pt>
                <c:pt idx="1889">
                  <c:v>0.00687999453549</c:v>
                </c:pt>
                <c:pt idx="1890">
                  <c:v>0.00687431743674</c:v>
                </c:pt>
                <c:pt idx="1891">
                  <c:v>0.00686874874991</c:v>
                </c:pt>
                <c:pt idx="1892">
                  <c:v>0.00686328859614</c:v>
                </c:pt>
                <c:pt idx="1893">
                  <c:v>0.00685793710226</c:v>
                </c:pt>
                <c:pt idx="1894">
                  <c:v>0.0068526944008</c:v>
                </c:pt>
                <c:pt idx="1895">
                  <c:v>0.00684756062999</c:v>
                </c:pt>
                <c:pt idx="1896">
                  <c:v>0.00684253593383</c:v>
                </c:pt>
                <c:pt idx="1897">
                  <c:v>0.00683762046202</c:v>
                </c:pt>
                <c:pt idx="1898">
                  <c:v>0.00683281437007</c:v>
                </c:pt>
                <c:pt idx="1899">
                  <c:v>0.00682811781924</c:v>
                </c:pt>
                <c:pt idx="1900">
                  <c:v>0.00682353097663</c:v>
                </c:pt>
                <c:pt idx="1901">
                  <c:v>0.00681905401516</c:v>
                </c:pt>
                <c:pt idx="1902">
                  <c:v>0.00681468711365</c:v>
                </c:pt>
                <c:pt idx="1903">
                  <c:v>0.00681043045678</c:v>
                </c:pt>
                <c:pt idx="1904">
                  <c:v>0.0068062842352</c:v>
                </c:pt>
                <c:pt idx="1905">
                  <c:v>0.00680224864555</c:v>
                </c:pt>
                <c:pt idx="1906">
                  <c:v>0.00679832389047</c:v>
                </c:pt>
                <c:pt idx="1907">
                  <c:v>0.0067945101787</c:v>
                </c:pt>
                <c:pt idx="1908">
                  <c:v>0.0067908077251</c:v>
                </c:pt>
                <c:pt idx="1909">
                  <c:v>0.00678721675071</c:v>
                </c:pt>
                <c:pt idx="1910">
                  <c:v>0.00678373748284</c:v>
                </c:pt>
                <c:pt idx="1911">
                  <c:v>0.0067803701551</c:v>
                </c:pt>
                <c:pt idx="1912">
                  <c:v>0.00677711500748</c:v>
                </c:pt>
                <c:pt idx="1913">
                  <c:v>0.00677397228645</c:v>
                </c:pt>
                <c:pt idx="1914">
                  <c:v>0.00677094224502</c:v>
                </c:pt>
                <c:pt idx="1915">
                  <c:v>0.00676802514282</c:v>
                </c:pt>
                <c:pt idx="1916">
                  <c:v>0.00676522124624</c:v>
                </c:pt>
                <c:pt idx="1917">
                  <c:v>0.00676253082844</c:v>
                </c:pt>
                <c:pt idx="1918">
                  <c:v>0.00675995416955</c:v>
                </c:pt>
                <c:pt idx="1919">
                  <c:v>0.00675749155671</c:v>
                </c:pt>
                <c:pt idx="1920">
                  <c:v>0.00675514328422</c:v>
                </c:pt>
                <c:pt idx="1921">
                  <c:v>0.00675290965363</c:v>
                </c:pt>
                <c:pt idx="1922">
                  <c:v>0.00675079097391</c:v>
                </c:pt>
                <c:pt idx="1923">
                  <c:v>0.00674878756152</c:v>
                </c:pt>
                <c:pt idx="1924">
                  <c:v>0.00674689974062</c:v>
                </c:pt>
                <c:pt idx="1925">
                  <c:v>0.00674512784315</c:v>
                </c:pt>
                <c:pt idx="1926">
                  <c:v>0.006743472209</c:v>
                </c:pt>
                <c:pt idx="1927">
                  <c:v>0.00674193318618</c:v>
                </c:pt>
                <c:pt idx="1928">
                  <c:v>0.00674051113097</c:v>
                </c:pt>
                <c:pt idx="1929">
                  <c:v>0.00673920640804</c:v>
                </c:pt>
                <c:pt idx="1930">
                  <c:v>0.00673801939071</c:v>
                </c:pt>
                <c:pt idx="1931">
                  <c:v>0.00673695046102</c:v>
                </c:pt>
                <c:pt idx="1932">
                  <c:v>0.00673600001</c:v>
                </c:pt>
                <c:pt idx="1933">
                  <c:v>0.00673516843779</c:v>
                </c:pt>
                <c:pt idx="1934">
                  <c:v>0.00673445615385</c:v>
                </c:pt>
                <c:pt idx="1935">
                  <c:v>0.00673386357715</c:v>
                </c:pt>
                <c:pt idx="1936">
                  <c:v>0.00673339113638</c:v>
                </c:pt>
                <c:pt idx="1937">
                  <c:v>0.00673303927011</c:v>
                </c:pt>
                <c:pt idx="1938">
                  <c:v>0.00673280842703</c:v>
                </c:pt>
                <c:pt idx="1939">
                  <c:v>0.00673269906612</c:v>
                </c:pt>
                <c:pt idx="1940">
                  <c:v>0.00673271165688</c:v>
                </c:pt>
                <c:pt idx="1941">
                  <c:v>0.00673284667955</c:v>
                </c:pt>
                <c:pt idx="1942">
                  <c:v>0.00673310462528</c:v>
                </c:pt>
                <c:pt idx="1943">
                  <c:v>0.00673348599636</c:v>
                </c:pt>
                <c:pt idx="1944">
                  <c:v>0.00673399130644</c:v>
                </c:pt>
                <c:pt idx="1945">
                  <c:v>0.00673462108076</c:v>
                </c:pt>
                <c:pt idx="1946">
                  <c:v>0.00673537585632</c:v>
                </c:pt>
                <c:pt idx="1947">
                  <c:v>0.00673625618213</c:v>
                </c:pt>
                <c:pt idx="1948">
                  <c:v>0.00673726261939</c:v>
                </c:pt>
                <c:pt idx="1949">
                  <c:v>0.00673839574177</c:v>
                </c:pt>
                <c:pt idx="1950">
                  <c:v>0.00673965613553</c:v>
                </c:pt>
                <c:pt idx="1951">
                  <c:v>0.00674104439983</c:v>
                </c:pt>
                <c:pt idx="1952">
                  <c:v>0.00674256114686</c:v>
                </c:pt>
                <c:pt idx="1953">
                  <c:v>0.0067442070021</c:v>
                </c:pt>
                <c:pt idx="1954">
                  <c:v>0.00674598260452</c:v>
                </c:pt>
                <c:pt idx="1955">
                  <c:v>0.00674788860677</c:v>
                </c:pt>
                <c:pt idx="1956">
                  <c:v>0.00674992567541</c:v>
                </c:pt>
                <c:pt idx="1957">
                  <c:v>0.0067520944911</c:v>
                </c:pt>
                <c:pt idx="1958">
                  <c:v>0.0067543957488</c:v>
                </c:pt>
                <c:pt idx="1959">
                  <c:v>0.00675683015798</c:v>
                </c:pt>
                <c:pt idx="1960">
                  <c:v>0.00675939844284</c:v>
                </c:pt>
                <c:pt idx="1961">
                  <c:v>0.00676210134244</c:v>
                </c:pt>
                <c:pt idx="1962">
                  <c:v>0.00676493961097</c:v>
                </c:pt>
                <c:pt idx="1963">
                  <c:v>0.00676791401792</c:v>
                </c:pt>
                <c:pt idx="1964">
                  <c:v>0.00677102534824</c:v>
                </c:pt>
                <c:pt idx="1965">
                  <c:v>0.00677427440258</c:v>
                </c:pt>
                <c:pt idx="1966">
                  <c:v>0.00677766199746</c:v>
                </c:pt>
                <c:pt idx="1967">
                  <c:v>0.00678118896543</c:v>
                </c:pt>
                <c:pt idx="1968">
                  <c:v>0.00678485615531</c:v>
                </c:pt>
                <c:pt idx="1969">
                  <c:v>0.00678866443234</c:v>
                </c:pt>
                <c:pt idx="1970">
                  <c:v>0.00679261467839</c:v>
                </c:pt>
                <c:pt idx="1971">
                  <c:v>0.00679670779211</c:v>
                </c:pt>
                <c:pt idx="1972">
                  <c:v>0.00680094468916</c:v>
                </c:pt>
                <c:pt idx="1973">
                  <c:v>0.00680532630238</c:v>
                </c:pt>
                <c:pt idx="1974">
                  <c:v>0.00680985358194</c:v>
                </c:pt>
                <c:pt idx="1975">
                  <c:v>0.00681452749558</c:v>
                </c:pt>
                <c:pt idx="1976">
                  <c:v>0.00681934902879</c:v>
                </c:pt>
                <c:pt idx="1977">
                  <c:v>0.00682431918495</c:v>
                </c:pt>
                <c:pt idx="1978">
                  <c:v>0.00682943898557</c:v>
                </c:pt>
                <c:pt idx="1979">
                  <c:v>0.00683470947047</c:v>
                </c:pt>
                <c:pt idx="1980">
                  <c:v>0.00684013169794</c:v>
                </c:pt>
                <c:pt idx="1981">
                  <c:v>0.00684570674499</c:v>
                </c:pt>
                <c:pt idx="1982">
                  <c:v>0.0068514357075</c:v>
                </c:pt>
                <c:pt idx="1983">
                  <c:v>0.00685731970044</c:v>
                </c:pt>
                <c:pt idx="1984">
                  <c:v>0.00686335985805</c:v>
                </c:pt>
                <c:pt idx="1985">
                  <c:v>0.00686955733409</c:v>
                </c:pt>
                <c:pt idx="1986">
                  <c:v>0.00687591330198</c:v>
                </c:pt>
                <c:pt idx="1987">
                  <c:v>0.00688242895507</c:v>
                </c:pt>
                <c:pt idx="1988">
                  <c:v>0.00688910550683</c:v>
                </c:pt>
                <c:pt idx="1989">
                  <c:v>0.00689594419105</c:v>
                </c:pt>
                <c:pt idx="1990">
                  <c:v>0.00690294626208</c:v>
                </c:pt>
                <c:pt idx="1991">
                  <c:v>0.00691011299504</c:v>
                </c:pt>
                <c:pt idx="1992">
                  <c:v>0.00691744568609</c:v>
                </c:pt>
                <c:pt idx="1993">
                  <c:v>0.00692494565257</c:v>
                </c:pt>
                <c:pt idx="1994">
                  <c:v>0.00693261423336</c:v>
                </c:pt>
                <c:pt idx="1995">
                  <c:v>0.00694045278899</c:v>
                </c:pt>
                <c:pt idx="1996">
                  <c:v>0.006948462702</c:v>
                </c:pt>
                <c:pt idx="1997">
                  <c:v>0.00695664537711</c:v>
                </c:pt>
                <c:pt idx="1998">
                  <c:v>0.00696500224152</c:v>
                </c:pt>
                <c:pt idx="1999">
                  <c:v>0.00697353474514</c:v>
                </c:pt>
                <c:pt idx="2000">
                  <c:v>0.00698224436089</c:v>
                </c:pt>
              </c:numCache>
            </c:numRef>
          </c:yVal>
        </c:ser>
        <c:ser>
          <c:idx val="1"/>
          <c:order val="1"/>
          <c:tx>
            <c:v>spin</c:v>
          </c:tx>
          <c:spPr>
            <a:ln xmlns:a="http://schemas.openxmlformats.org/drawingml/2006/main" w="15240">
              <a:solidFill>
                <a:srgbClr val="234F91"/>
              </a:solidFill>
              <a:prstDash val="dash"/>
            </a:ln>
          </c:spPr>
          <c:marker>
            <c:symbol val="none"/>
            <c:size val="5"/>
            <c:spPr>
              <a:solidFill xmlns:a="http://schemas.openxmlformats.org/drawingml/2006/main">
                <a:srgbClr val="234F91"/>
              </a:solidFill>
            </c:spPr>
          </c:marker>
          <c:xVal>
            <c:numRef>
              <c:f>'Chart Data'!$C$2:$C$2002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Data'!$D$2:$D$2002</c:f>
              <c:numCache>
                <c:formatCode>0.0</c:formatCode>
                <c:ptCount val="2001"/>
                <c:pt idx="0">
                  <c:v>0.0129611803412</c:v>
                </c:pt>
                <c:pt idx="1">
                  <c:v>0.0129960559331</c:v>
                </c:pt>
                <c:pt idx="2">
                  <c:v>0.0130310726478</c:v>
                </c:pt>
                <c:pt idx="3">
                  <c:v>0.0130662312473</c:v>
                </c:pt>
                <c:pt idx="4">
                  <c:v>0.0131015324986</c:v>
                </c:pt>
                <c:pt idx="5">
                  <c:v>0.013136977174</c:v>
                </c:pt>
                <c:pt idx="6">
                  <c:v>0.0131725660511</c:v>
                </c:pt>
                <c:pt idx="7">
                  <c:v>0.0132082999125</c:v>
                </c:pt>
                <c:pt idx="8">
                  <c:v>0.0132441795466</c:v>
                </c:pt>
                <c:pt idx="9">
                  <c:v>0.0132802057465</c:v>
                </c:pt>
                <c:pt idx="10">
                  <c:v>0.0133163793113</c:v>
                </c:pt>
                <c:pt idx="11">
                  <c:v>0.0133527010451</c:v>
                </c:pt>
                <c:pt idx="12">
                  <c:v>0.0133891717577</c:v>
                </c:pt>
                <c:pt idx="13">
                  <c:v>0.0134257922644</c:v>
                </c:pt>
                <c:pt idx="14">
                  <c:v>0.0134625633861</c:v>
                </c:pt>
                <c:pt idx="15">
                  <c:v>0.0134994859493</c:v>
                </c:pt>
                <c:pt idx="16">
                  <c:v>0.013536560786</c:v>
                </c:pt>
                <c:pt idx="17">
                  <c:v>0.0135737887342</c:v>
                </c:pt>
                <c:pt idx="18">
                  <c:v>0.0136111706375</c:v>
                </c:pt>
                <c:pt idx="19">
                  <c:v>0.0136487073453</c:v>
                </c:pt>
                <c:pt idx="20">
                  <c:v>0.0136863997128</c:v>
                </c:pt>
                <c:pt idx="21">
                  <c:v>0.0137242486013</c:v>
                </c:pt>
                <c:pt idx="22">
                  <c:v>0.0137622548779</c:v>
                </c:pt>
                <c:pt idx="23">
                  <c:v>0.0138004194157</c:v>
                </c:pt>
                <c:pt idx="24">
                  <c:v>0.0138387430939</c:v>
                </c:pt>
                <c:pt idx="25">
                  <c:v>0.0138772267978</c:v>
                </c:pt>
                <c:pt idx="26">
                  <c:v>0.0139158714189</c:v>
                </c:pt>
                <c:pt idx="27">
                  <c:v>0.0139546778547</c:v>
                </c:pt>
                <c:pt idx="28">
                  <c:v>0.0139936470091</c:v>
                </c:pt>
                <c:pt idx="29">
                  <c:v>0.0140327797924</c:v>
                </c:pt>
                <c:pt idx="30">
                  <c:v>0.0140720771212</c:v>
                </c:pt>
                <c:pt idx="31">
                  <c:v>0.0141115399183</c:v>
                </c:pt>
                <c:pt idx="32">
                  <c:v>0.0141511691133</c:v>
                </c:pt>
                <c:pt idx="33">
                  <c:v>0.014190965642</c:v>
                </c:pt>
                <c:pt idx="34">
                  <c:v>0.0142309304471</c:v>
                </c:pt>
                <c:pt idx="35">
                  <c:v>0.0142710644777</c:v>
                </c:pt>
                <c:pt idx="36">
                  <c:v>0.0143113686896</c:v>
                </c:pt>
                <c:pt idx="37">
                  <c:v>0.0143518440454</c:v>
                </c:pt>
                <c:pt idx="38">
                  <c:v>0.0143924915146</c:v>
                </c:pt>
                <c:pt idx="39">
                  <c:v>0.0144333120734</c:v>
                </c:pt>
                <c:pt idx="40">
                  <c:v>0.0144743067049</c:v>
                </c:pt>
                <c:pt idx="41">
                  <c:v>0.0145154763993</c:v>
                </c:pt>
                <c:pt idx="42">
                  <c:v>0.0145568221537</c:v>
                </c:pt>
                <c:pt idx="43">
                  <c:v>0.0145983449725</c:v>
                </c:pt>
                <c:pt idx="44">
                  <c:v>0.0146400458671</c:v>
                </c:pt>
                <c:pt idx="45">
                  <c:v>0.014681925856</c:v>
                </c:pt>
                <c:pt idx="46">
                  <c:v>0.0147239859652</c:v>
                </c:pt>
                <c:pt idx="47">
                  <c:v>0.014766227228</c:v>
                </c:pt>
                <c:pt idx="48">
                  <c:v>0.014808650685</c:v>
                </c:pt>
                <c:pt idx="49">
                  <c:v>0.0148512573844</c:v>
                </c:pt>
                <c:pt idx="50">
                  <c:v>0.0148940483817</c:v>
                </c:pt>
                <c:pt idx="51">
                  <c:v>0.0149370247402</c:v>
                </c:pt>
                <c:pt idx="52">
                  <c:v>0.0149801875308</c:v>
                </c:pt>
                <c:pt idx="53">
                  <c:v>0.0150235378321</c:v>
                </c:pt>
                <c:pt idx="54">
                  <c:v>0.0150670767306</c:v>
                </c:pt>
                <c:pt idx="55">
                  <c:v>0.0151108053205</c:v>
                </c:pt>
                <c:pt idx="56">
                  <c:v>0.0151547247041</c:v>
                </c:pt>
                <c:pt idx="57">
                  <c:v>0.0151988359914</c:v>
                </c:pt>
                <c:pt idx="58">
                  <c:v>0.0152431403009</c:v>
                </c:pt>
                <c:pt idx="59">
                  <c:v>0.0152876387588</c:v>
                </c:pt>
                <c:pt idx="60">
                  <c:v>0.0153323324999</c:v>
                </c:pt>
                <c:pt idx="61">
                  <c:v>0.0153772226669</c:v>
                </c:pt>
                <c:pt idx="62">
                  <c:v>0.0154223104112</c:v>
                </c:pt>
                <c:pt idx="63">
                  <c:v>0.0154675968923</c:v>
                </c:pt>
                <c:pt idx="64">
                  <c:v>0.0155130832784</c:v>
                </c:pt>
                <c:pt idx="65">
                  <c:v>0.0155587707463</c:v>
                </c:pt>
                <c:pt idx="66">
                  <c:v>0.0156046604814</c:v>
                </c:pt>
                <c:pt idx="67">
                  <c:v>0.0156507536776</c:v>
                </c:pt>
                <c:pt idx="68">
                  <c:v>0.015697051538</c:v>
                </c:pt>
                <c:pt idx="69">
                  <c:v>0.0157435552743</c:v>
                </c:pt>
                <c:pt idx="70">
                  <c:v>0.0157902661073</c:v>
                </c:pt>
                <c:pt idx="71">
                  <c:v>0.0158371852666</c:v>
                </c:pt>
                <c:pt idx="72">
                  <c:v>0.0158843139912</c:v>
                </c:pt>
                <c:pt idx="73">
                  <c:v>0.0159316535292</c:v>
                </c:pt>
                <c:pt idx="74">
                  <c:v>0.0159792051378</c:v>
                </c:pt>
                <c:pt idx="75">
                  <c:v>0.016026970084</c:v>
                </c:pt>
                <c:pt idx="76">
                  <c:v>0.0160749496436</c:v>
                </c:pt>
                <c:pt idx="77">
                  <c:v>0.0161231451026</c:v>
                </c:pt>
                <c:pt idx="78">
                  <c:v>0.0161715577561</c:v>
                </c:pt>
                <c:pt idx="79">
                  <c:v>0.0162201889092</c:v>
                </c:pt>
                <c:pt idx="80">
                  <c:v>0.0162690398767</c:v>
                </c:pt>
                <c:pt idx="81">
                  <c:v>0.0163181119832</c:v>
                </c:pt>
                <c:pt idx="82">
                  <c:v>0.0163674065633</c:v>
                </c:pt>
                <c:pt idx="83">
                  <c:v>0.0164169249617</c:v>
                </c:pt>
                <c:pt idx="84">
                  <c:v>0.0164666685332</c:v>
                </c:pt>
                <c:pt idx="85">
                  <c:v>0.0165166386429</c:v>
                </c:pt>
                <c:pt idx="86">
                  <c:v>0.0165668366661</c:v>
                </c:pt>
                <c:pt idx="87">
                  <c:v>0.0166172639887</c:v>
                </c:pt>
                <c:pt idx="88">
                  <c:v>0.0166679220069</c:v>
                </c:pt>
                <c:pt idx="89">
                  <c:v>0.0167188121277</c:v>
                </c:pt>
                <c:pt idx="90">
                  <c:v>0.0167699357686</c:v>
                </c:pt>
                <c:pt idx="91">
                  <c:v>0.0168212943582</c:v>
                </c:pt>
                <c:pt idx="92">
                  <c:v>0.0168728893358</c:v>
                </c:pt>
                <c:pt idx="93">
                  <c:v>0.0169247221517</c:v>
                </c:pt>
                <c:pt idx="94">
                  <c:v>0.0169767942672</c:v>
                </c:pt>
                <c:pt idx="95">
                  <c:v>0.0170291071552</c:v>
                </c:pt>
                <c:pt idx="96">
                  <c:v>0.0170816622995</c:v>
                </c:pt>
                <c:pt idx="97">
                  <c:v>0.0171344611954</c:v>
                </c:pt>
                <c:pt idx="98">
                  <c:v>0.0171875053499</c:v>
                </c:pt>
                <c:pt idx="99">
                  <c:v>0.0172407962815</c:v>
                </c:pt>
                <c:pt idx="100">
                  <c:v>0.0172943355203</c:v>
                </c:pt>
                <c:pt idx="101">
                  <c:v>0.0173481246084</c:v>
                </c:pt>
                <c:pt idx="102">
                  <c:v>0.0174021650999</c:v>
                </c:pt>
                <c:pt idx="103">
                  <c:v>0.0174564585608</c:v>
                </c:pt>
                <c:pt idx="104">
                  <c:v>0.0175110065693</c:v>
                </c:pt>
                <c:pt idx="105">
                  <c:v>0.017565810716</c:v>
                </c:pt>
                <c:pt idx="106">
                  <c:v>0.0176208726038</c:v>
                </c:pt>
                <c:pt idx="107">
                  <c:v>0.017676193848</c:v>
                </c:pt>
                <c:pt idx="108">
                  <c:v>0.0177317760768</c:v>
                </c:pt>
                <c:pt idx="109">
                  <c:v>0.017787620931</c:v>
                </c:pt>
                <c:pt idx="110">
                  <c:v>0.0178437300641</c:v>
                </c:pt>
                <c:pt idx="111">
                  <c:v>0.017900105143</c:v>
                </c:pt>
                <c:pt idx="112">
                  <c:v>0.0179567478472</c:v>
                </c:pt>
                <c:pt idx="113">
                  <c:v>0.0180136598699</c:v>
                </c:pt>
                <c:pt idx="114">
                  <c:v>0.0180708429174</c:v>
                </c:pt>
                <c:pt idx="115">
                  <c:v>0.0181282987095</c:v>
                </c:pt>
                <c:pt idx="116">
                  <c:v>0.0181860289796</c:v>
                </c:pt>
                <c:pt idx="117">
                  <c:v>0.018244035475</c:v>
                </c:pt>
                <c:pt idx="118">
                  <c:v>0.0183023199567</c:v>
                </c:pt>
                <c:pt idx="119">
                  <c:v>0.0183608841997</c:v>
                </c:pt>
                <c:pt idx="120">
                  <c:v>0.0184197299932</c:v>
                </c:pt>
                <c:pt idx="121">
                  <c:v>0.0184788591407</c:v>
                </c:pt>
                <c:pt idx="122">
                  <c:v>0.01853827346</c:v>
                </c:pt>
                <c:pt idx="123">
                  <c:v>0.0185979747836</c:v>
                </c:pt>
                <c:pt idx="124">
                  <c:v>0.0186579649584</c:v>
                </c:pt>
                <c:pt idx="125">
                  <c:v>0.0187182458465</c:v>
                </c:pt>
                <c:pt idx="126">
                  <c:v>0.0187788193246</c:v>
                </c:pt>
                <c:pt idx="127">
                  <c:v>0.0188396872847</c:v>
                </c:pt>
                <c:pt idx="128">
                  <c:v>0.0189008516341</c:v>
                </c:pt>
                <c:pt idx="129">
                  <c:v>0.0189623142954</c:v>
                </c:pt>
                <c:pt idx="130">
                  <c:v>0.0190240772067</c:v>
                </c:pt>
                <c:pt idx="131">
                  <c:v>0.0190861423218</c:v>
                </c:pt>
                <c:pt idx="132">
                  <c:v>0.0191485116106</c:v>
                </c:pt>
                <c:pt idx="133">
                  <c:v>0.0192111870587</c:v>
                </c:pt>
                <c:pt idx="134">
                  <c:v>0.019274170668</c:v>
                </c:pt>
                <c:pt idx="135">
                  <c:v>0.0193374644566</c:v>
                </c:pt>
                <c:pt idx="136">
                  <c:v>0.0194010704593</c:v>
                </c:pt>
                <c:pt idx="137">
                  <c:v>0.0194649907273</c:v>
                </c:pt>
                <c:pt idx="138">
                  <c:v>0.0195292273288</c:v>
                </c:pt>
                <c:pt idx="139">
                  <c:v>0.0195937823487</c:v>
                </c:pt>
                <c:pt idx="140">
                  <c:v>0.0196586578893</c:v>
                </c:pt>
                <c:pt idx="141">
                  <c:v>0.01972385607</c:v>
                </c:pt>
                <c:pt idx="142">
                  <c:v>0.0197893790278</c:v>
                </c:pt>
                <c:pt idx="143">
                  <c:v>0.0198552289173</c:v>
                </c:pt>
                <c:pt idx="144">
                  <c:v>0.0199214079108</c:v>
                </c:pt>
                <c:pt idx="145">
                  <c:v>0.0199879181987</c:v>
                </c:pt>
                <c:pt idx="146">
                  <c:v>0.0200547619896</c:v>
                </c:pt>
                <c:pt idx="147">
                  <c:v>0.0201219415104</c:v>
                </c:pt>
                <c:pt idx="148">
                  <c:v>0.0201894590064</c:v>
                </c:pt>
                <c:pt idx="149">
                  <c:v>0.0202573167419</c:v>
                </c:pt>
                <c:pt idx="150">
                  <c:v>0.0203255169997</c:v>
                </c:pt>
                <c:pt idx="151">
                  <c:v>0.0203940620821</c:v>
                </c:pt>
                <c:pt idx="152">
                  <c:v>0.0204629543104</c:v>
                </c:pt>
                <c:pt idx="153">
                  <c:v>0.0205321960254</c:v>
                </c:pt>
                <c:pt idx="154">
                  <c:v>0.0206017895877</c:v>
                </c:pt>
                <c:pt idx="155">
                  <c:v>0.0206717373777</c:v>
                </c:pt>
                <c:pt idx="156">
                  <c:v>0.0207420417957</c:v>
                </c:pt>
                <c:pt idx="157">
                  <c:v>0.0208127052624</c:v>
                </c:pt>
                <c:pt idx="158">
                  <c:v>0.0208837302191</c:v>
                </c:pt>
                <c:pt idx="159">
                  <c:v>0.0209551191275</c:v>
                </c:pt>
                <c:pt idx="160">
                  <c:v>0.0210268744704</c:v>
                </c:pt>
                <c:pt idx="161">
                  <c:v>0.0210989987515</c:v>
                </c:pt>
                <c:pt idx="162">
                  <c:v>0.0211714944959</c:v>
                </c:pt>
                <c:pt idx="163">
                  <c:v>0.0212443642504</c:v>
                </c:pt>
                <c:pt idx="164">
                  <c:v>0.0213176105832</c:v>
                </c:pt>
                <c:pt idx="165">
                  <c:v>0.0213912360847</c:v>
                </c:pt>
                <c:pt idx="166">
                  <c:v>0.0214652433673</c:v>
                </c:pt>
                <c:pt idx="167">
                  <c:v>0.0215396350661</c:v>
                </c:pt>
                <c:pt idx="168">
                  <c:v>0.0216144138387</c:v>
                </c:pt>
                <c:pt idx="169">
                  <c:v>0.0216895823653</c:v>
                </c:pt>
                <c:pt idx="170">
                  <c:v>0.0217651433497</c:v>
                </c:pt>
                <c:pt idx="171">
                  <c:v>0.0218410995186</c:v>
                </c:pt>
                <c:pt idx="172">
                  <c:v>0.0219174536227</c:v>
                </c:pt>
                <c:pt idx="173">
                  <c:v>0.0219942084361</c:v>
                </c:pt>
                <c:pt idx="174">
                  <c:v>0.0220713667573</c:v>
                </c:pt>
                <c:pt idx="175">
                  <c:v>0.0221489314091</c:v>
                </c:pt>
                <c:pt idx="176">
                  <c:v>0.0222269052387</c:v>
                </c:pt>
                <c:pt idx="177">
                  <c:v>0.0223052911182</c:v>
                </c:pt>
                <c:pt idx="178">
                  <c:v>0.0223840919449</c:v>
                </c:pt>
                <c:pt idx="179">
                  <c:v>0.0224633106414</c:v>
                </c:pt>
                <c:pt idx="180">
                  <c:v>0.0225429501558</c:v>
                </c:pt>
                <c:pt idx="181">
                  <c:v>0.0226230134621</c:v>
                </c:pt>
                <c:pt idx="182">
                  <c:v>0.0227035035608</c:v>
                </c:pt>
                <c:pt idx="183">
                  <c:v>0.0227844234783</c:v>
                </c:pt>
                <c:pt idx="184">
                  <c:v>0.0228657762681</c:v>
                </c:pt>
                <c:pt idx="185">
                  <c:v>0.0229475650105</c:v>
                </c:pt>
                <c:pt idx="186">
                  <c:v>0.0230297928132</c:v>
                </c:pt>
                <c:pt idx="187">
                  <c:v>0.0231124628112</c:v>
                </c:pt>
                <c:pt idx="188">
                  <c:v>0.0231955781678</c:v>
                </c:pt>
                <c:pt idx="189">
                  <c:v>0.023279142074</c:v>
                </c:pt>
                <c:pt idx="190">
                  <c:v>0.0233631577494</c:v>
                </c:pt>
                <c:pt idx="191">
                  <c:v>0.0234476284425</c:v>
                </c:pt>
                <c:pt idx="192">
                  <c:v>0.0235325574307</c:v>
                </c:pt>
                <c:pt idx="193">
                  <c:v>0.0236179480207</c:v>
                </c:pt>
                <c:pt idx="194">
                  <c:v>0.0237038035491</c:v>
                </c:pt>
                <c:pt idx="195">
                  <c:v>0.0237901273822</c:v>
                </c:pt>
                <c:pt idx="196">
                  <c:v>0.0238769229168</c:v>
                </c:pt>
                <c:pt idx="197">
                  <c:v>0.0239641935803</c:v>
                </c:pt>
                <c:pt idx="198">
                  <c:v>0.0240519428311</c:v>
                </c:pt>
                <c:pt idx="199">
                  <c:v>0.0241401741588</c:v>
                </c:pt>
                <c:pt idx="200">
                  <c:v>0.0242288910849</c:v>
                </c:pt>
                <c:pt idx="201">
                  <c:v>0.0243180971624</c:v>
                </c:pt>
                <c:pt idx="202">
                  <c:v>0.0244077959771</c:v>
                </c:pt>
                <c:pt idx="203">
                  <c:v>0.0244979911472</c:v>
                </c:pt>
                <c:pt idx="204">
                  <c:v>0.024588686324</c:v>
                </c:pt>
                <c:pt idx="205">
                  <c:v>0.0246798851922</c:v>
                </c:pt>
                <c:pt idx="206">
                  <c:v>0.0247715914703</c:v>
                </c:pt>
                <c:pt idx="207">
                  <c:v>0.0248638089108</c:v>
                </c:pt>
                <c:pt idx="208">
                  <c:v>0.0249565413008</c:v>
                </c:pt>
                <c:pt idx="209">
                  <c:v>0.0250497924622</c:v>
                </c:pt>
                <c:pt idx="210">
                  <c:v>0.0251435662522</c:v>
                </c:pt>
                <c:pt idx="211">
                  <c:v>0.0252378665636</c:v>
                </c:pt>
                <c:pt idx="212">
                  <c:v>0.0253326973252</c:v>
                </c:pt>
                <c:pt idx="213">
                  <c:v>0.0254280625022</c:v>
                </c:pt>
                <c:pt idx="214">
                  <c:v>0.0255239660969</c:v>
                </c:pt>
                <c:pt idx="215">
                  <c:v>0.0256204121484</c:v>
                </c:pt>
                <c:pt idx="216">
                  <c:v>0.0257174047338</c:v>
                </c:pt>
                <c:pt idx="217">
                  <c:v>0.0258149479681</c:v>
                </c:pt>
                <c:pt idx="218">
                  <c:v>0.0259130460048</c:v>
                </c:pt>
                <c:pt idx="219">
                  <c:v>0.0260117030363</c:v>
                </c:pt>
                <c:pt idx="220">
                  <c:v>0.0261109232944</c:v>
                </c:pt>
                <c:pt idx="221">
                  <c:v>0.0262107110508</c:v>
                </c:pt>
                <c:pt idx="222">
                  <c:v>0.026311070617</c:v>
                </c:pt>
                <c:pt idx="223">
                  <c:v>0.0264120063457</c:v>
                </c:pt>
                <c:pt idx="224">
                  <c:v>0.0265135226304</c:v>
                </c:pt>
                <c:pt idx="225">
                  <c:v>0.0266156239064</c:v>
                </c:pt>
                <c:pt idx="226">
                  <c:v>0.0267183146509</c:v>
                </c:pt>
                <c:pt idx="227">
                  <c:v>0.0268215993836</c:v>
                </c:pt>
                <c:pt idx="228">
                  <c:v>0.0269254826675</c:v>
                </c:pt>
                <c:pt idx="229">
                  <c:v>0.027029969109</c:v>
                </c:pt>
                <c:pt idx="230">
                  <c:v>0.0271350633582</c:v>
                </c:pt>
                <c:pt idx="231">
                  <c:v>0.02724077011</c:v>
                </c:pt>
                <c:pt idx="232">
                  <c:v>0.0273470941044</c:v>
                </c:pt>
                <c:pt idx="233">
                  <c:v>0.0274540401266</c:v>
                </c:pt>
                <c:pt idx="234">
                  <c:v>0.027561613008</c:v>
                </c:pt>
                <c:pt idx="235">
                  <c:v>0.0276698176267</c:v>
                </c:pt>
                <c:pt idx="236">
                  <c:v>0.0277786589075</c:v>
                </c:pt>
                <c:pt idx="237">
                  <c:v>0.0278881418233</c:v>
                </c:pt>
                <c:pt idx="238">
                  <c:v>0.0279982713948</c:v>
                </c:pt>
                <c:pt idx="239">
                  <c:v>0.0281090526917</c:v>
                </c:pt>
                <c:pt idx="240">
                  <c:v>0.0282204908329</c:v>
                </c:pt>
                <c:pt idx="241">
                  <c:v>0.0283325909871</c:v>
                </c:pt>
                <c:pt idx="242">
                  <c:v>0.0284453583734</c:v>
                </c:pt>
                <c:pt idx="243">
                  <c:v>0.0285587982622</c:v>
                </c:pt>
                <c:pt idx="244">
                  <c:v>0.0286729159752</c:v>
                </c:pt>
                <c:pt idx="245">
                  <c:v>0.0287877168865</c:v>
                </c:pt>
                <c:pt idx="246">
                  <c:v>0.028903206423</c:v>
                </c:pt>
                <c:pt idx="247">
                  <c:v>0.029019390065</c:v>
                </c:pt>
                <c:pt idx="248">
                  <c:v>0.0291362733469</c:v>
                </c:pt>
                <c:pt idx="249">
                  <c:v>0.0292538618576</c:v>
                </c:pt>
                <c:pt idx="250">
                  <c:v>0.0293721612417</c:v>
                </c:pt>
                <c:pt idx="251">
                  <c:v>0.0294911771996</c:v>
                </c:pt>
                <c:pt idx="252">
                  <c:v>0.0296109154882</c:v>
                </c:pt>
                <c:pt idx="253">
                  <c:v>0.0297313819219</c:v>
                </c:pt>
                <c:pt idx="254">
                  <c:v>0.029852582373</c:v>
                </c:pt>
                <c:pt idx="255">
                  <c:v>0.0299745227726</c:v>
                </c:pt>
                <c:pt idx="256">
                  <c:v>0.030097209111</c:v>
                </c:pt>
                <c:pt idx="257">
                  <c:v>0.0302206474386</c:v>
                </c:pt>
                <c:pt idx="258">
                  <c:v>0.0303448438667</c:v>
                </c:pt>
                <c:pt idx="259">
                  <c:v>0.030469804568</c:v>
                </c:pt>
                <c:pt idx="260">
                  <c:v>0.0305955357774</c:v>
                </c:pt>
                <c:pt idx="261">
                  <c:v>0.0307220437929</c:v>
                </c:pt>
                <c:pt idx="262">
                  <c:v>0.0308493349762</c:v>
                </c:pt>
                <c:pt idx="263">
                  <c:v>0.0309774157535</c:v>
                </c:pt>
                <c:pt idx="264">
                  <c:v>0.0311062926161</c:v>
                </c:pt>
                <c:pt idx="265">
                  <c:v>0.0312359721217</c:v>
                </c:pt>
                <c:pt idx="266">
                  <c:v>0.0313664608945</c:v>
                </c:pt>
                <c:pt idx="267">
                  <c:v>0.0314977656266</c:v>
                </c:pt>
                <c:pt idx="268">
                  <c:v>0.0316298930784</c:v>
                </c:pt>
                <c:pt idx="269">
                  <c:v>0.0317628500799</c:v>
                </c:pt>
                <c:pt idx="270">
                  <c:v>0.0318966435308</c:v>
                </c:pt>
                <c:pt idx="271">
                  <c:v>0.0320312804021</c:v>
                </c:pt>
                <c:pt idx="272">
                  <c:v>0.0321667677367</c:v>
                </c:pt>
                <c:pt idx="273">
                  <c:v>0.03230311265</c:v>
                </c:pt>
                <c:pt idx="274">
                  <c:v>0.0324403223312</c:v>
                </c:pt>
                <c:pt idx="275">
                  <c:v>0.032578404044</c:v>
                </c:pt>
                <c:pt idx="276">
                  <c:v>0.0327173651275</c:v>
                </c:pt>
                <c:pt idx="277">
                  <c:v>0.032857212997</c:v>
                </c:pt>
                <c:pt idx="278">
                  <c:v>0.0329979551455</c:v>
                </c:pt>
                <c:pt idx="279">
                  <c:v>0.0331395991438</c:v>
                </c:pt>
                <c:pt idx="280">
                  <c:v>0.0332821526423</c:v>
                </c:pt>
                <c:pt idx="281">
                  <c:v>0.0334256233713</c:v>
                </c:pt>
                <c:pt idx="282">
                  <c:v>0.0335700191424</c:v>
                </c:pt>
                <c:pt idx="283">
                  <c:v>0.0337153478495</c:v>
                </c:pt>
                <c:pt idx="284">
                  <c:v>0.0338616174695</c:v>
                </c:pt>
                <c:pt idx="285">
                  <c:v>0.0340088360637</c:v>
                </c:pt>
                <c:pt idx="286">
                  <c:v>0.0341570117786</c:v>
                </c:pt>
                <c:pt idx="287">
                  <c:v>0.0343061528472</c:v>
                </c:pt>
                <c:pt idx="288">
                  <c:v>0.0344562675898</c:v>
                </c:pt>
                <c:pt idx="289">
                  <c:v>0.0346073644152</c:v>
                </c:pt>
                <c:pt idx="290">
                  <c:v>0.0347594518221</c:v>
                </c:pt>
                <c:pt idx="291">
                  <c:v>0.0349125383996</c:v>
                </c:pt>
                <c:pt idx="292">
                  <c:v>0.035066632829</c:v>
                </c:pt>
                <c:pt idx="293">
                  <c:v>0.0352217438847</c:v>
                </c:pt>
                <c:pt idx="294">
                  <c:v>0.035377880435</c:v>
                </c:pt>
                <c:pt idx="295">
                  <c:v>0.035535051444</c:v>
                </c:pt>
                <c:pt idx="296">
                  <c:v>0.0356932659724</c:v>
                </c:pt>
                <c:pt idx="297">
                  <c:v>0.0358525331785</c:v>
                </c:pt>
                <c:pt idx="298">
                  <c:v>0.03601286232</c:v>
                </c:pt>
                <c:pt idx="299">
                  <c:v>0.036174262755</c:v>
                </c:pt>
                <c:pt idx="300">
                  <c:v>0.036336743943</c:v>
                </c:pt>
                <c:pt idx="301">
                  <c:v>0.0365003154467</c:v>
                </c:pt>
                <c:pt idx="302">
                  <c:v>0.036664986933</c:v>
                </c:pt>
                <c:pt idx="303">
                  <c:v>0.0368307681744</c:v>
                </c:pt>
                <c:pt idx="304">
                  <c:v>0.0369976690504</c:v>
                </c:pt>
                <c:pt idx="305">
                  <c:v>0.0371656995488</c:v>
                </c:pt>
                <c:pt idx="306">
                  <c:v>0.0373348697672</c:v>
                </c:pt>
                <c:pt idx="307">
                  <c:v>0.0375051899144</c:v>
                </c:pt>
                <c:pt idx="308">
                  <c:v>0.0376766703117</c:v>
                </c:pt>
                <c:pt idx="309">
                  <c:v>0.0378493213945</c:v>
                </c:pt>
                <c:pt idx="310">
                  <c:v>0.0380231537138</c:v>
                </c:pt>
                <c:pt idx="311">
                  <c:v>0.0381981779375</c:v>
                </c:pt>
                <c:pt idx="312">
                  <c:v>0.0383744048522</c:v>
                </c:pt>
                <c:pt idx="313">
                  <c:v>0.0385518453646</c:v>
                </c:pt>
                <c:pt idx="314">
                  <c:v>0.0387305105029</c:v>
                </c:pt>
                <c:pt idx="315">
                  <c:v>0.0389104114187</c:v>
                </c:pt>
                <c:pt idx="316">
                  <c:v>0.0390915593887</c:v>
                </c:pt>
                <c:pt idx="317">
                  <c:v>0.0392739658156</c:v>
                </c:pt>
                <c:pt idx="318">
                  <c:v>0.0394576422309</c:v>
                </c:pt>
                <c:pt idx="319">
                  <c:v>0.0396426002954</c:v>
                </c:pt>
                <c:pt idx="320">
                  <c:v>0.0398288518019</c:v>
                </c:pt>
                <c:pt idx="321">
                  <c:v>0.0400164086764</c:v>
                </c:pt>
                <c:pt idx="322">
                  <c:v>0.0402052829798</c:v>
                </c:pt>
                <c:pt idx="323">
                  <c:v>0.0403954869103</c:v>
                </c:pt>
                <c:pt idx="324">
                  <c:v>0.0405870328043</c:v>
                </c:pt>
                <c:pt idx="325">
                  <c:v>0.0407799331392</c:v>
                </c:pt>
                <c:pt idx="326">
                  <c:v>0.0409742005344</c:v>
                </c:pt>
                <c:pt idx="327">
                  <c:v>0.041169847754</c:v>
                </c:pt>
                <c:pt idx="328">
                  <c:v>0.0413668877082</c:v>
                </c:pt>
                <c:pt idx="329">
                  <c:v>0.0415653334551</c:v>
                </c:pt>
                <c:pt idx="330">
                  <c:v>0.0417651982036</c:v>
                </c:pt>
                <c:pt idx="331">
                  <c:v>0.0419664953142</c:v>
                </c:pt>
                <c:pt idx="332">
                  <c:v>0.0421692383019</c:v>
                </c:pt>
                <c:pt idx="333">
                  <c:v>0.0423734408382</c:v>
                </c:pt>
                <c:pt idx="334">
                  <c:v>0.0425791167529</c:v>
                </c:pt>
                <c:pt idx="335">
                  <c:v>0.0427862800361</c:v>
                </c:pt>
                <c:pt idx="336">
                  <c:v>0.0429949448412</c:v>
                </c:pt>
                <c:pt idx="337">
                  <c:v>0.0432051254861</c:v>
                </c:pt>
                <c:pt idx="338">
                  <c:v>0.0434168364561</c:v>
                </c:pt>
                <c:pt idx="339">
                  <c:v>0.0436300924059</c:v>
                </c:pt>
                <c:pt idx="340">
                  <c:v>0.0438449081621</c:v>
                </c:pt>
                <c:pt idx="341">
                  <c:v>0.0440612987252</c:v>
                </c:pt>
                <c:pt idx="342">
                  <c:v>0.0442792792726</c:v>
                </c:pt>
                <c:pt idx="343">
                  <c:v>0.0444988651601</c:v>
                </c:pt>
                <c:pt idx="344">
                  <c:v>0.0447200719252</c:v>
                </c:pt>
                <c:pt idx="345">
                  <c:v>0.0449429152893</c:v>
                </c:pt>
                <c:pt idx="346">
                  <c:v>0.0451674111599</c:v>
                </c:pt>
                <c:pt idx="347">
                  <c:v>0.0453935756338</c:v>
                </c:pt>
                <c:pt idx="348">
                  <c:v>0.045621424999</c:v>
                </c:pt>
                <c:pt idx="349">
                  <c:v>0.045850975738</c:v>
                </c:pt>
                <c:pt idx="350">
                  <c:v>0.04608224453</c:v>
                </c:pt>
                <c:pt idx="351">
                  <c:v>0.0463152482539</c:v>
                </c:pt>
                <c:pt idx="352">
                  <c:v>0.046550003991</c:v>
                </c:pt>
                <c:pt idx="353">
                  <c:v>0.0467865290277</c:v>
                </c:pt>
                <c:pt idx="354">
                  <c:v>0.0470248408584</c:v>
                </c:pt>
                <c:pt idx="355">
                  <c:v>0.0472649571887</c:v>
                </c:pt>
                <c:pt idx="356">
                  <c:v>0.0475068959378</c:v>
                </c:pt>
                <c:pt idx="357">
                  <c:v>0.0477506752419</c:v>
                </c:pt>
                <c:pt idx="358">
                  <c:v>0.0479963134572</c:v>
                </c:pt>
                <c:pt idx="359">
                  <c:v>0.0482438291626</c:v>
                </c:pt>
                <c:pt idx="360">
                  <c:v>0.0484932411634</c:v>
                </c:pt>
                <c:pt idx="361">
                  <c:v>0.0487445684941</c:v>
                </c:pt>
                <c:pt idx="362">
                  <c:v>0.0489978304216</c:v>
                </c:pt>
                <c:pt idx="363">
                  <c:v>0.0492530464488</c:v>
                </c:pt>
                <c:pt idx="364">
                  <c:v>0.0495102363175</c:v>
                </c:pt>
                <c:pt idx="365">
                  <c:v>0.0497694200121</c:v>
                </c:pt>
                <c:pt idx="366">
                  <c:v>0.0500306177629</c:v>
                </c:pt>
                <c:pt idx="367">
                  <c:v>0.0502938500497</c:v>
                </c:pt>
                <c:pt idx="368">
                  <c:v>0.050559137605</c:v>
                </c:pt>
                <c:pt idx="369">
                  <c:v>0.0508265014181</c:v>
                </c:pt>
                <c:pt idx="370">
                  <c:v>0.0510959627382</c:v>
                </c:pt>
                <c:pt idx="371">
                  <c:v>0.0513675430787</c:v>
                </c:pt>
                <c:pt idx="372">
                  <c:v>0.0516412642203</c:v>
                </c:pt>
                <c:pt idx="373">
                  <c:v>0.0519171482153</c:v>
                </c:pt>
                <c:pt idx="374">
                  <c:v>0.0521952173915</c:v>
                </c:pt>
                <c:pt idx="375">
                  <c:v>0.0524754943556</c:v>
                </c:pt>
                <c:pt idx="376">
                  <c:v>0.0527580019979</c:v>
                </c:pt>
                <c:pt idx="377">
                  <c:v>0.0530427634959</c:v>
                </c:pt>
                <c:pt idx="378">
                  <c:v>0.0533298023185</c:v>
                </c:pt>
                <c:pt idx="379">
                  <c:v>0.0536191422303</c:v>
                </c:pt>
                <c:pt idx="380">
                  <c:v>0.0539108072957</c:v>
                </c:pt>
                <c:pt idx="381">
                  <c:v>0.0542048218834</c:v>
                </c:pt>
                <c:pt idx="382">
                  <c:v>0.0545012106707</c:v>
                </c:pt>
                <c:pt idx="383">
                  <c:v>0.0547999986479</c:v>
                </c:pt>
                <c:pt idx="384">
                  <c:v>0.0551012111228</c:v>
                </c:pt>
                <c:pt idx="385">
                  <c:v>0.0554048737254</c:v>
                </c:pt>
                <c:pt idx="386">
                  <c:v>0.0557110124126</c:v>
                </c:pt>
                <c:pt idx="387">
                  <c:v>0.0560196534726</c:v>
                </c:pt>
                <c:pt idx="388">
                  <c:v>0.0563308235303</c:v>
                </c:pt>
                <c:pt idx="389">
                  <c:v>0.0566445495516</c:v>
                </c:pt>
                <c:pt idx="390">
                  <c:v>0.0569608588487</c:v>
                </c:pt>
                <c:pt idx="391">
                  <c:v>0.0572797790848</c:v>
                </c:pt>
                <c:pt idx="392">
                  <c:v>0.0576013382797</c:v>
                </c:pt>
                <c:pt idx="393">
                  <c:v>0.0579255648146</c:v>
                </c:pt>
                <c:pt idx="394">
                  <c:v>0.0582524874375</c:v>
                </c:pt>
                <c:pt idx="395">
                  <c:v>0.0585821352686</c:v>
                </c:pt>
                <c:pt idx="396">
                  <c:v>0.0589145378055</c:v>
                </c:pt>
                <c:pt idx="397">
                  <c:v>0.059249724929</c:v>
                </c:pt>
                <c:pt idx="398">
                  <c:v>0.0595877269087</c:v>
                </c:pt>
                <c:pt idx="399">
                  <c:v>0.0599285744084</c:v>
                </c:pt>
                <c:pt idx="400">
                  <c:v>0.0602722984919</c:v>
                </c:pt>
                <c:pt idx="401">
                  <c:v>0.0606189306293</c:v>
                </c:pt>
                <c:pt idx="402">
                  <c:v>0.0609685027025</c:v>
                </c:pt>
                <c:pt idx="403">
                  <c:v>0.0613210470113</c:v>
                </c:pt>
                <c:pt idx="404">
                  <c:v>0.0616765962796</c:v>
                </c:pt>
                <c:pt idx="405">
                  <c:v>0.0620351836619</c:v>
                </c:pt>
                <c:pt idx="406">
                  <c:v>0.062396842749</c:v>
                </c:pt>
                <c:pt idx="407">
                  <c:v>0.0627616075748</c:v>
                </c:pt>
                <c:pt idx="408">
                  <c:v>0.063129512623</c:v>
                </c:pt>
                <c:pt idx="409">
                  <c:v>0.0635005928332</c:v>
                </c:pt>
                <c:pt idx="410">
                  <c:v>0.063874883608</c:v>
                </c:pt>
                <c:pt idx="411">
                  <c:v>0.0642524208196</c:v>
                </c:pt>
                <c:pt idx="412">
                  <c:v>0.0646332408167</c:v>
                </c:pt>
                <c:pt idx="413">
                  <c:v>0.0650173804317</c:v>
                </c:pt>
                <c:pt idx="414">
                  <c:v>0.0654048769876</c:v>
                </c:pt>
                <c:pt idx="415">
                  <c:v>0.0657957683052</c:v>
                </c:pt>
                <c:pt idx="416">
                  <c:v>0.0661900927108</c:v>
                </c:pt>
                <c:pt idx="417">
                  <c:v>0.0665878890431</c:v>
                </c:pt>
                <c:pt idx="418">
                  <c:v>0.0669891966609</c:v>
                </c:pt>
                <c:pt idx="419">
                  <c:v>0.0673940554509</c:v>
                </c:pt>
                <c:pt idx="420">
                  <c:v>0.0678025058354</c:v>
                </c:pt>
                <c:pt idx="421">
                  <c:v>0.0682145887802</c:v>
                </c:pt>
                <c:pt idx="422">
                  <c:v>0.0686303458022</c:v>
                </c:pt>
                <c:pt idx="423">
                  <c:v>0.069049818978</c:v>
                </c:pt>
                <c:pt idx="424">
                  <c:v>0.0694730509519</c:v>
                </c:pt>
                <c:pt idx="425">
                  <c:v>0.0699000849442</c:v>
                </c:pt>
                <c:pt idx="426">
                  <c:v>0.0703309647595</c:v>
                </c:pt>
                <c:pt idx="427">
                  <c:v>0.0707657347955</c:v>
                </c:pt>
                <c:pt idx="428">
                  <c:v>0.0712044400517</c:v>
                </c:pt>
                <c:pt idx="429">
                  <c:v>0.0716471261378</c:v>
                </c:pt>
                <c:pt idx="430">
                  <c:v>0.072093839283</c:v>
                </c:pt>
                <c:pt idx="431">
                  <c:v>0.0725446263449</c:v>
                </c:pt>
                <c:pt idx="432">
                  <c:v>0.0729995348187</c:v>
                </c:pt>
                <c:pt idx="433">
                  <c:v>0.0734586128463</c:v>
                </c:pt>
                <c:pt idx="434">
                  <c:v>0.0739219092259</c:v>
                </c:pt>
                <c:pt idx="435">
                  <c:v>0.0743894734215</c:v>
                </c:pt>
                <c:pt idx="436">
                  <c:v>0.0748613555722</c:v>
                </c:pt>
                <c:pt idx="437">
                  <c:v>0.0753376065027</c:v>
                </c:pt>
                <c:pt idx="438">
                  <c:v>0.0758182777324</c:v>
                </c:pt>
                <c:pt idx="439">
                  <c:v>0.0763034214859</c:v>
                </c:pt>
                <c:pt idx="440">
                  <c:v>0.0767930907029</c:v>
                </c:pt>
                <c:pt idx="441">
                  <c:v>0.0772873390488</c:v>
                </c:pt>
                <c:pt idx="442">
                  <c:v>0.0777862209246</c:v>
                </c:pt>
                <c:pt idx="443">
                  <c:v>0.0782897914778</c:v>
                </c:pt>
                <c:pt idx="444">
                  <c:v>0.0787981066129</c:v>
                </c:pt>
                <c:pt idx="445">
                  <c:v>0.0793112230023</c:v>
                </c:pt>
                <c:pt idx="446">
                  <c:v>0.079829198097</c:v>
                </c:pt>
                <c:pt idx="447">
                  <c:v>0.0803520901375</c:v>
                </c:pt>
                <c:pt idx="448">
                  <c:v>0.0808799581654</c:v>
                </c:pt>
                <c:pt idx="449">
                  <c:v>0.0814128620343</c:v>
                </c:pt>
                <c:pt idx="450">
                  <c:v>0.0819508624212</c:v>
                </c:pt>
                <c:pt idx="451">
                  <c:v>0.0824940208381</c:v>
                </c:pt>
                <c:pt idx="452">
                  <c:v>0.0830423996436</c:v>
                </c:pt>
                <c:pt idx="453">
                  <c:v>0.0835960620545</c:v>
                </c:pt>
                <c:pt idx="454">
                  <c:v>0.0841550721579</c:v>
                </c:pt>
                <c:pt idx="455">
                  <c:v>0.0847194949227</c:v>
                </c:pt>
                <c:pt idx="456">
                  <c:v>0.0852893962124</c:v>
                </c:pt>
                <c:pt idx="457">
                  <c:v>0.0858648427965</c:v>
                </c:pt>
                <c:pt idx="458">
                  <c:v>0.0864459023632</c:v>
                </c:pt>
                <c:pt idx="459">
                  <c:v>0.0870326435318</c:v>
                </c:pt>
                <c:pt idx="460">
                  <c:v>0.0876251358649</c:v>
                </c:pt>
                <c:pt idx="461">
                  <c:v>0.0882234498815</c:v>
                </c:pt>
                <c:pt idx="462">
                  <c:v>0.0888276570689</c:v>
                </c:pt>
                <c:pt idx="463">
                  <c:v>0.0894378298961</c:v>
                </c:pt>
                <c:pt idx="464">
                  <c:v>0.0900540418265</c:v>
                </c:pt>
                <c:pt idx="465">
                  <c:v>0.0906763673306</c:v>
                </c:pt>
                <c:pt idx="466">
                  <c:v>0.0913048818991</c:v>
                </c:pt>
                <c:pt idx="467">
                  <c:v>0.0919396620561</c:v>
                </c:pt>
                <c:pt idx="468">
                  <c:v>0.092580785372</c:v>
                </c:pt>
                <c:pt idx="469">
                  <c:v>0.0932283304767</c:v>
                </c:pt>
                <c:pt idx="470">
                  <c:v>0.0938823770731</c:v>
                </c:pt>
                <c:pt idx="471">
                  <c:v>0.09454300595</c:v>
                </c:pt>
                <c:pt idx="472">
                  <c:v>0.0952102989955</c:v>
                </c:pt>
                <c:pt idx="473">
                  <c:v>0.0958843392103</c:v>
                </c:pt>
                <c:pt idx="474">
                  <c:v>0.0965652107213</c:v>
                </c:pt>
                <c:pt idx="475">
                  <c:v>0.0972529987946</c:v>
                </c:pt>
                <c:pt idx="476">
                  <c:v>0.0979477898488</c:v>
                </c:pt>
                <c:pt idx="477">
                  <c:v>0.0986496714686</c:v>
                </c:pt>
                <c:pt idx="478">
                  <c:v>0.0993587324181</c:v>
                </c:pt>
                <c:pt idx="479">
                  <c:v>0.100075062654</c:v>
                </c:pt>
                <c:pt idx="480">
                  <c:v>0.100798753337</c:v>
                </c:pt>
                <c:pt idx="481">
                  <c:v>0.10152989685</c:v>
                </c:pt>
                <c:pt idx="482">
                  <c:v>0.102268586805</c:v>
                </c:pt>
                <c:pt idx="483">
                  <c:v>0.10301491806</c:v>
                </c:pt>
                <c:pt idx="484">
                  <c:v>0.103768986729</c:v>
                </c:pt>
                <c:pt idx="485">
                  <c:v>0.1045308902</c:v>
                </c:pt>
                <c:pt idx="486">
                  <c:v>0.105300727141</c:v>
                </c:pt>
                <c:pt idx="487">
                  <c:v>0.106078597515</c:v>
                </c:pt>
                <c:pt idx="488">
                  <c:v>0.106864602596</c:v>
                </c:pt>
                <c:pt idx="489">
                  <c:v>0.107658844974</c:v>
                </c:pt>
                <c:pt idx="490">
                  <c:v>0.108461428572</c:v>
                </c:pt>
                <c:pt idx="491">
                  <c:v>0.109272458656</c:v>
                </c:pt>
                <c:pt idx="492">
                  <c:v>0.110092041847</c:v>
                </c:pt>
                <c:pt idx="493">
                  <c:v>0.110920286129</c:v>
                </c:pt>
                <c:pt idx="494">
                  <c:v>0.111757300864</c:v>
                </c:pt>
                <c:pt idx="495">
                  <c:v>0.112603196799</c:v>
                </c:pt>
                <c:pt idx="496">
                  <c:v>0.113458086077</c:v>
                </c:pt>
                <c:pt idx="497">
                  <c:v>0.114322082246</c:v>
                </c:pt>
                <c:pt idx="498">
                  <c:v>0.115195300271</c:v>
                </c:pt>
                <c:pt idx="499">
                  <c:v>0.116077856537</c:v>
                </c:pt>
                <c:pt idx="500">
                  <c:v>0.11696986886</c:v>
                </c:pt>
                <c:pt idx="501">
                  <c:v>0.117871456497</c:v>
                </c:pt>
                <c:pt idx="502">
                  <c:v>0.118782740149</c:v>
                </c:pt>
                <c:pt idx="503">
                  <c:v>0.119703841967</c:v>
                </c:pt>
                <c:pt idx="504">
                  <c:v>0.120634885561</c:v>
                </c:pt>
                <c:pt idx="505">
                  <c:v>0.121575996002</c:v>
                </c:pt>
                <c:pt idx="506">
                  <c:v>0.122527299827</c:v>
                </c:pt>
                <c:pt idx="507">
                  <c:v>0.123488925041</c:v>
                </c:pt>
                <c:pt idx="508">
                  <c:v>0.124461001121</c:v>
                </c:pt>
                <c:pt idx="509">
                  <c:v>0.125443659018</c:v>
                </c:pt>
                <c:pt idx="510">
                  <c:v>0.126437031153</c:v>
                </c:pt>
                <c:pt idx="511">
                  <c:v>0.127441251422</c:v>
                </c:pt>
                <c:pt idx="512">
                  <c:v>0.128456455189</c:v>
                </c:pt>
                <c:pt idx="513">
                  <c:v>0.129482779287</c:v>
                </c:pt>
                <c:pt idx="514">
                  <c:v>0.130520362012</c:v>
                </c:pt>
                <c:pt idx="515">
                  <c:v>0.131569343118</c:v>
                </c:pt>
                <c:pt idx="516">
                  <c:v>0.132629863808</c:v>
                </c:pt>
                <c:pt idx="517">
                  <c:v>0.133702066731</c:v>
                </c:pt>
                <c:pt idx="518">
                  <c:v>0.134786095964</c:v>
                </c:pt>
                <c:pt idx="519">
                  <c:v>0.135882097007</c:v>
                </c:pt>
                <c:pt idx="520">
                  <c:v>0.136990216769</c:v>
                </c:pt>
                <c:pt idx="521">
                  <c:v>0.138110603549</c:v>
                </c:pt>
                <c:pt idx="522">
                  <c:v>0.139243407022</c:v>
                </c:pt>
                <c:pt idx="523">
                  <c:v>0.140388778221</c:v>
                </c:pt>
                <c:pt idx="524">
                  <c:v>0.141546869514</c:v>
                </c:pt>
                <c:pt idx="525">
                  <c:v>0.142717834581</c:v>
                </c:pt>
                <c:pt idx="526">
                  <c:v>0.143901828388</c:v>
                </c:pt>
                <c:pt idx="527">
                  <c:v>0.145099007162</c:v>
                </c:pt>
                <c:pt idx="528">
                  <c:v>0.146309528358</c:v>
                </c:pt>
                <c:pt idx="529">
                  <c:v>0.147533550625</c:v>
                </c:pt>
                <c:pt idx="530">
                  <c:v>0.148771233775</c:v>
                </c:pt>
                <c:pt idx="531">
                  <c:v>0.150022738738</c:v>
                </c:pt>
                <c:pt idx="532">
                  <c:v>0.151288227525</c:v>
                </c:pt>
                <c:pt idx="533">
                  <c:v>0.152567863183</c:v>
                </c:pt>
                <c:pt idx="534">
                  <c:v>0.153861809745</c:v>
                </c:pt>
                <c:pt idx="535">
                  <c:v>0.155170232179</c:v>
                </c:pt>
                <c:pt idx="536">
                  <c:v>0.156493296334</c:v>
                </c:pt>
                <c:pt idx="537">
                  <c:v>0.157831168881</c:v>
                </c:pt>
                <c:pt idx="538">
                  <c:v>0.159184017252</c:v>
                </c:pt>
                <c:pt idx="539">
                  <c:v>0.16055200957</c:v>
                </c:pt>
                <c:pt idx="540">
                  <c:v>0.161935314582</c:v>
                </c:pt>
                <c:pt idx="541">
                  <c:v>0.163334101584</c:v>
                </c:pt>
                <c:pt idx="542">
                  <c:v>0.164748540338</c:v>
                </c:pt>
                <c:pt idx="543">
                  <c:v>0.166178800992</c:v>
                </c:pt>
                <c:pt idx="544">
                  <c:v>0.167625053991</c:v>
                </c:pt>
                <c:pt idx="545">
                  <c:v>0.169087469982</c:v>
                </c:pt>
                <c:pt idx="546">
                  <c:v>0.170566219715</c:v>
                </c:pt>
                <c:pt idx="547">
                  <c:v>0.172061473941</c:v>
                </c:pt>
                <c:pt idx="548">
                  <c:v>0.173573403299</c:v>
                </c:pt>
                <c:pt idx="549">
                  <c:v>0.175102178207</c:v>
                </c:pt>
                <c:pt idx="550">
                  <c:v>0.176647968734</c:v>
                </c:pt>
                <c:pt idx="551">
                  <c:v>0.178210944478</c:v>
                </c:pt>
                <c:pt idx="552">
                  <c:v>0.179791274429</c:v>
                </c:pt>
                <c:pt idx="553">
                  <c:v>0.181389126835</c:v>
                </c:pt>
                <c:pt idx="554">
                  <c:v>0.183004669052</c:v>
                </c:pt>
                <c:pt idx="555">
                  <c:v>0.18463806739</c:v>
                </c:pt>
                <c:pt idx="556">
                  <c:v>0.186289486958</c:v>
                </c:pt>
                <c:pt idx="557">
                  <c:v>0.187959091497</c:v>
                </c:pt>
                <c:pt idx="558">
                  <c:v>0.189647043201</c:v>
                </c:pt>
                <c:pt idx="559">
                  <c:v>0.191353502543</c:v>
                </c:pt>
                <c:pt idx="560">
                  <c:v>0.193078628081</c:v>
                </c:pt>
                <c:pt idx="561">
                  <c:v>0.194822576267</c:v>
                </c:pt>
                <c:pt idx="562">
                  <c:v>0.196585501239</c:v>
                </c:pt>
                <c:pt idx="563">
                  <c:v>0.198367554612</c:v>
                </c:pt>
                <c:pt idx="564">
                  <c:v>0.200168885256</c:v>
                </c:pt>
                <c:pt idx="565">
                  <c:v>0.20198963907</c:v>
                </c:pt>
                <c:pt idx="566">
                  <c:v>0.203829958748</c:v>
                </c:pt>
                <c:pt idx="567">
                  <c:v>0.20568998353</c:v>
                </c:pt>
                <c:pt idx="568">
                  <c:v>0.207569848953</c:v>
                </c:pt>
                <c:pt idx="569">
                  <c:v>0.209469686591</c:v>
                </c:pt>
                <c:pt idx="570">
                  <c:v>0.211389623783</c:v>
                </c:pt>
                <c:pt idx="571">
                  <c:v>0.213329783358</c:v>
                </c:pt>
                <c:pt idx="572">
                  <c:v>0.215290283346</c:v>
                </c:pt>
                <c:pt idx="573">
                  <c:v>0.217271236687</c:v>
                </c:pt>
                <c:pt idx="574">
                  <c:v>0.219272750928</c:v>
                </c:pt>
                <c:pt idx="575">
                  <c:v>0.221294927913</c:v>
                </c:pt>
                <c:pt idx="576">
                  <c:v>0.22333786346</c:v>
                </c:pt>
                <c:pt idx="577">
                  <c:v>0.225401647041</c:v>
                </c:pt>
                <c:pt idx="578">
                  <c:v>0.227486361445</c:v>
                </c:pt>
                <c:pt idx="579">
                  <c:v>0.229592082434</c:v>
                </c:pt>
                <c:pt idx="580">
                  <c:v>0.231718878399</c:v>
                </c:pt>
                <c:pt idx="581">
                  <c:v>0.233866810001</c:v>
                </c:pt>
                <c:pt idx="582">
                  <c:v>0.236035929811</c:v>
                </c:pt>
                <c:pt idx="583">
                  <c:v>0.238226281941</c:v>
                </c:pt>
                <c:pt idx="584">
                  <c:v>0.240437901669</c:v>
                </c:pt>
                <c:pt idx="585">
                  <c:v>0.24267081506</c:v>
                </c:pt>
                <c:pt idx="586">
                  <c:v>0.244925038584</c:v>
                </c:pt>
                <c:pt idx="587">
                  <c:v>0.247200578726</c:v>
                </c:pt>
                <c:pt idx="588">
                  <c:v>0.249497431595</c:v>
                </c:pt>
                <c:pt idx="589">
                  <c:v>0.251815582527</c:v>
                </c:pt>
                <c:pt idx="590">
                  <c:v>0.254155005692</c:v>
                </c:pt>
                <c:pt idx="591">
                  <c:v>0.256515663694</c:v>
                </c:pt>
                <c:pt idx="592">
                  <c:v>0.258897507172</c:v>
                </c:pt>
                <c:pt idx="593">
                  <c:v>0.2613004744</c:v>
                </c:pt>
                <c:pt idx="594">
                  <c:v>0.263724490895</c:v>
                </c:pt>
                <c:pt idx="595">
                  <c:v>0.266169469013</c:v>
                </c:pt>
                <c:pt idx="596">
                  <c:v>0.268635307569</c:v>
                </c:pt>
                <c:pt idx="597">
                  <c:v>0.271121891438</c:v>
                </c:pt>
                <c:pt idx="598">
                  <c:v>0.273629091182</c:v>
                </c:pt>
                <c:pt idx="599">
                  <c:v>0.276156762668</c:v>
                </c:pt>
                <c:pt idx="600">
                  <c:v>0.278704746706</c:v>
                </c:pt>
                <c:pt idx="601">
                  <c:v>0.281272868688</c:v>
                </c:pt>
                <c:pt idx="602">
                  <c:v>0.283860938241</c:v>
                </c:pt>
                <c:pt idx="603">
                  <c:v>0.286468748893</c:v>
                </c:pt>
                <c:pt idx="604">
                  <c:v>0.289096077747</c:v>
                </c:pt>
                <c:pt idx="605">
                  <c:v>0.291742685177</c:v>
                </c:pt>
                <c:pt idx="606">
                  <c:v>0.294408314536</c:v>
                </c:pt>
                <c:pt idx="607">
                  <c:v>0.297092691879</c:v>
                </c:pt>
                <c:pt idx="608">
                  <c:v>0.299795525714</c:v>
                </c:pt>
                <c:pt idx="609">
                  <c:v>0.302516506761</c:v>
                </c:pt>
                <c:pt idx="610">
                  <c:v>0.305255307747</c:v>
                </c:pt>
                <c:pt idx="611">
                  <c:v>0.308011583213</c:v>
                </c:pt>
                <c:pt idx="612">
                  <c:v>0.310784969353</c:v>
                </c:pt>
                <c:pt idx="613">
                  <c:v>0.313575083876</c:v>
                </c:pt>
                <c:pt idx="614">
                  <c:v>0.316381525897</c:v>
                </c:pt>
                <c:pt idx="615">
                  <c:v>0.319203875861</c:v>
                </c:pt>
                <c:pt idx="616">
                  <c:v>0.322041695488</c:v>
                </c:pt>
                <c:pt idx="617">
                  <c:v>0.324894527761</c:v>
                </c:pt>
                <c:pt idx="618">
                  <c:v>0.327761896942</c:v>
                </c:pt>
                <c:pt idx="619">
                  <c:v>0.330643308618</c:v>
                </c:pt>
                <c:pt idx="620">
                  <c:v>0.33353824979</c:v>
                </c:pt>
                <c:pt idx="621">
                  <c:v>0.336446188995</c:v>
                </c:pt>
                <c:pt idx="622">
                  <c:v>0.339366576463</c:v>
                </c:pt>
                <c:pt idx="623">
                  <c:v>0.342298844312</c:v>
                </c:pt>
                <c:pt idx="624">
                  <c:v>0.345242406784</c:v>
                </c:pt>
                <c:pt idx="625">
                  <c:v>0.348196660521</c:v>
                </c:pt>
                <c:pt idx="626">
                  <c:v>0.351160984871</c:v>
                </c:pt>
                <c:pt idx="627">
                  <c:v>0.354134742241</c:v>
                </c:pt>
                <c:pt idx="628">
                  <c:v>0.35711727849</c:v>
                </c:pt>
                <c:pt idx="629">
                  <c:v>0.360107923353</c:v>
                </c:pt>
                <c:pt idx="630">
                  <c:v>0.363105990914</c:v>
                </c:pt>
                <c:pt idx="631">
                  <c:v>0.366110780104</c:v>
                </c:pt>
                <c:pt idx="632">
                  <c:v>0.369121575247</c:v>
                </c:pt>
                <c:pt idx="633">
                  <c:v>0.372137646639</c:v>
                </c:pt>
                <c:pt idx="634">
                  <c:v>0.375158251161</c:v>
                </c:pt>
                <c:pt idx="635">
                  <c:v>0.378182632923</c:v>
                </c:pt>
                <c:pt idx="636">
                  <c:v>0.381210023946</c:v>
                </c:pt>
                <c:pt idx="637">
                  <c:v>0.384239644875</c:v>
                </c:pt>
                <c:pt idx="638">
                  <c:v>0.38727070571</c:v>
                </c:pt>
                <c:pt idx="639">
                  <c:v>0.39030240658</c:v>
                </c:pt>
                <c:pt idx="640">
                  <c:v>0.393333938525</c:v>
                </c:pt>
                <c:pt idx="641">
                  <c:v>0.396364484316</c:v>
                </c:pt>
                <c:pt idx="642">
                  <c:v>0.399393219281</c:v>
                </c:pt>
                <c:pt idx="643">
                  <c:v>0.402419312155</c:v>
                </c:pt>
                <c:pt idx="644">
                  <c:v>0.405441925946</c:v>
                </c:pt>
                <c:pt idx="645">
                  <c:v>0.408460218804</c:v>
                </c:pt>
                <c:pt idx="646">
                  <c:v>0.411473344909</c:v>
                </c:pt>
                <c:pt idx="647">
                  <c:v>0.414480455353</c:v>
                </c:pt>
                <c:pt idx="648">
                  <c:v>0.417480699034</c:v>
                </c:pt>
                <c:pt idx="649">
                  <c:v>0.420473223543</c:v>
                </c:pt>
                <c:pt idx="650">
                  <c:v>0.423457176045</c:v>
                </c:pt>
                <c:pt idx="651">
                  <c:v>0.42643170416</c:v>
                </c:pt>
                <c:pt idx="652">
                  <c:v>0.429395956823</c:v>
                </c:pt>
                <c:pt idx="653">
                  <c:v>0.432349085136</c:v>
                </c:pt>
                <c:pt idx="654">
                  <c:v>0.435290243201</c:v>
                </c:pt>
                <c:pt idx="655">
                  <c:v>0.438218588933</c:v>
                </c:pt>
                <c:pt idx="656">
                  <c:v>0.441133284845</c:v>
                </c:pt>
                <c:pt idx="657">
                  <c:v>0.444033498812</c:v>
                </c:pt>
                <c:pt idx="658">
                  <c:v>0.446918404801</c:v>
                </c:pt>
                <c:pt idx="659">
                  <c:v>0.449787183571</c:v>
                </c:pt>
                <c:pt idx="660">
                  <c:v>0.452639023337</c:v>
                </c:pt>
                <c:pt idx="661">
                  <c:v>0.455473120395</c:v>
                </c:pt>
                <c:pt idx="662">
                  <c:v>0.458288679713</c:v>
                </c:pt>
                <c:pt idx="663">
                  <c:v>0.461084915472</c:v>
                </c:pt>
                <c:pt idx="664">
                  <c:v>0.463861051572</c:v>
                </c:pt>
                <c:pt idx="665">
                  <c:v>0.466616322087</c:v>
                </c:pt>
                <c:pt idx="666">
                  <c:v>0.46934997168</c:v>
                </c:pt>
                <c:pt idx="667">
                  <c:v>0.472061255965</c:v>
                </c:pt>
                <c:pt idx="668">
                  <c:v>0.474749441823</c:v>
                </c:pt>
                <c:pt idx="669">
                  <c:v>0.477413807674</c:v>
                </c:pt>
                <c:pt idx="670">
                  <c:v>0.480053643692</c:v>
                </c:pt>
                <c:pt idx="671">
                  <c:v>0.482668251984</c:v>
                </c:pt>
                <c:pt idx="672">
                  <c:v>0.485256946706</c:v>
                </c:pt>
                <c:pt idx="673">
                  <c:v>0.487819054145</c:v>
                </c:pt>
                <c:pt idx="674">
                  <c:v>0.490353912745</c:v>
                </c:pt>
                <c:pt idx="675">
                  <c:v>0.492860873098</c:v>
                </c:pt>
                <c:pt idx="676">
                  <c:v>0.495339297876</c:v>
                </c:pt>
                <c:pt idx="677">
                  <c:v>0.49778856174</c:v>
                </c:pt>
                <c:pt idx="678">
                  <c:v>0.500208051188</c:v>
                </c:pt>
                <c:pt idx="679">
                  <c:v>0.502597164387</c:v>
                </c:pt>
                <c:pt idx="680">
                  <c:v>0.504955310949</c:v>
                </c:pt>
                <c:pt idx="681">
                  <c:v>0.507281911687</c:v>
                </c:pt>
                <c:pt idx="682">
                  <c:v>0.509576398337</c:v>
                </c:pt>
                <c:pt idx="683">
                  <c:v>0.511838213249</c:v>
                </c:pt>
                <c:pt idx="684">
                  <c:v>0.514066809058</c:v>
                </c:pt>
                <c:pt idx="685">
                  <c:v>0.516261648333</c:v>
                </c:pt>
                <c:pt idx="686">
                  <c:v>0.518422203204</c:v>
                </c:pt>
                <c:pt idx="687">
                  <c:v>0.520547954977</c:v>
                </c:pt>
                <c:pt idx="688">
                  <c:v>0.522638393739</c:v>
                </c:pt>
                <c:pt idx="689">
                  <c:v>0.524693017947</c:v>
                </c:pt>
                <c:pt idx="690">
                  <c:v>0.52671133402</c:v>
                </c:pt>
                <c:pt idx="691">
                  <c:v>0.528692855927</c:v>
                </c:pt>
                <c:pt idx="692">
                  <c:v>0.530637104772</c:v>
                </c:pt>
                <c:pt idx="693">
                  <c:v>0.532543608387</c:v>
                </c:pt>
                <c:pt idx="694">
                  <c:v>0.534411900932</c:v>
                </c:pt>
                <c:pt idx="695">
                  <c:v>0.536241522504</c:v>
                </c:pt>
                <c:pt idx="696">
                  <c:v>0.538032018763</c:v>
                </c:pt>
                <c:pt idx="697">
                  <c:v>0.539782940568</c:v>
                </c:pt>
                <c:pt idx="698">
                  <c:v>0.541493843634</c:v>
                </c:pt>
                <c:pt idx="699">
                  <c:v>0.54316428821</c:v>
                </c:pt>
                <c:pt idx="700">
                  <c:v>0.544793838781</c:v>
                </c:pt>
                <c:pt idx="701">
                  <c:v>0.546382063792</c:v>
                </c:pt>
                <c:pt idx="702">
                  <c:v>0.547928535399</c:v>
                </c:pt>
                <c:pt idx="703">
                  <c:v>0.549432829251</c:v>
                </c:pt>
                <c:pt idx="704">
                  <c:v>0.550894524297</c:v>
                </c:pt>
                <c:pt idx="705">
                  <c:v>0.552313202627</c:v>
                </c:pt>
                <c:pt idx="706">
                  <c:v>0.553688449344</c:v>
                </c:pt>
                <c:pt idx="707">
                  <c:v>0.55501985247</c:v>
                </c:pt>
                <c:pt idx="708">
                  <c:v>0.556307002879</c:v>
                </c:pt>
                <c:pt idx="709">
                  <c:v>0.557549494274</c:v>
                </c:pt>
                <c:pt idx="710">
                  <c:v>0.558746923186</c:v>
                </c:pt>
                <c:pt idx="711">
                  <c:v>0.559898889019</c:v>
                </c:pt>
                <c:pt idx="712">
                  <c:v>0.561004994118</c:v>
                </c:pt>
                <c:pt idx="713">
                  <c:v>0.562064843877</c:v>
                </c:pt>
                <c:pt idx="714">
                  <c:v>0.563078046884</c:v>
                </c:pt>
                <c:pt idx="715">
                  <c:v>0.564044215086</c:v>
                </c:pt>
                <c:pt idx="716">
                  <c:v>0.564962964005</c:v>
                </c:pt>
                <c:pt idx="717">
                  <c:v>0.565833912967</c:v>
                </c:pt>
                <c:pt idx="718">
                  <c:v>0.566656685377</c:v>
                </c:pt>
                <c:pt idx="719">
                  <c:v>0.567430909018</c:v>
                </c:pt>
                <c:pt idx="720">
                  <c:v>0.56815621638</c:v>
                </c:pt>
                <c:pt idx="721">
                  <c:v>0.568832245022</c:v>
                </c:pt>
                <c:pt idx="722">
                  <c:v>0.569458637954</c:v>
                </c:pt>
                <c:pt idx="723">
                  <c:v>0.570035044056</c:v>
                </c:pt>
                <c:pt idx="724">
                  <c:v>0.570561118518</c:v>
                </c:pt>
                <c:pt idx="725">
                  <c:v>0.571036523305</c:v>
                </c:pt>
                <c:pt idx="726">
                  <c:v>0.571460927649</c:v>
                </c:pt>
                <c:pt idx="727">
                  <c:v>0.571834008564</c:v>
                </c:pt>
                <c:pt idx="728">
                  <c:v>0.572155451383</c:v>
                </c:pt>
                <c:pt idx="729">
                  <c:v>0.572424950317</c:v>
                </c:pt>
                <c:pt idx="730">
                  <c:v>0.572642209036</c:v>
                </c:pt>
                <c:pt idx="731">
                  <c:v>0.572806941269</c:v>
                </c:pt>
                <c:pt idx="732">
                  <c:v>0.572918871423</c:v>
                </c:pt>
                <c:pt idx="733">
                  <c:v>0.572977735221</c:v>
                </c:pt>
                <c:pt idx="734">
                  <c:v>0.572983280353</c:v>
                </c:pt>
                <c:pt idx="735">
                  <c:v>0.572935267153</c:v>
                </c:pt>
                <c:pt idx="736">
                  <c:v>0.572833469278</c:v>
                </c:pt>
                <c:pt idx="737">
                  <c:v>0.572677674409</c:v>
                </c:pt>
                <c:pt idx="738">
                  <c:v>0.572467684962</c:v>
                </c:pt>
                <c:pt idx="739">
                  <c:v>0.572203318814</c:v>
                </c:pt>
                <c:pt idx="740">
                  <c:v>0.571884410029</c:v>
                </c:pt>
                <c:pt idx="741">
                  <c:v>0.571510809606</c:v>
                </c:pt>
                <c:pt idx="742">
                  <c:v>0.571082386218</c:v>
                </c:pt>
                <c:pt idx="743">
                  <c:v>0.570599026973</c:v>
                </c:pt>
                <c:pt idx="744">
                  <c:v>0.570060638162</c:v>
                </c:pt>
                <c:pt idx="745">
                  <c:v>0.569467146019</c:v>
                </c:pt>
                <c:pt idx="746">
                  <c:v>0.568818497475</c:v>
                </c:pt>
                <c:pt idx="747">
                  <c:v>0.56811466091</c:v>
                </c:pt>
                <c:pt idx="748">
                  <c:v>0.567355626897</c:v>
                </c:pt>
                <c:pt idx="749">
                  <c:v>0.566541408942</c:v>
                </c:pt>
                <c:pt idx="750">
                  <c:v>0.565672044208</c:v>
                </c:pt>
                <c:pt idx="751">
                  <c:v>0.564747594228</c:v>
                </c:pt>
                <c:pt idx="752">
                  <c:v>0.5637681456</c:v>
                </c:pt>
                <c:pt idx="753">
                  <c:v>0.562733810663</c:v>
                </c:pt>
                <c:pt idx="754">
                  <c:v>0.561644728149</c:v>
                </c:pt>
                <c:pt idx="755">
                  <c:v>0.560501063808</c:v>
                </c:pt>
                <c:pt idx="756">
                  <c:v>0.559303011005</c:v>
                </c:pt>
                <c:pt idx="757">
                  <c:v>0.558050791285</c:v>
                </c:pt>
                <c:pt idx="758">
                  <c:v>0.556744654901</c:v>
                </c:pt>
                <c:pt idx="759">
                  <c:v>0.555384881299</c:v>
                </c:pt>
                <c:pt idx="760">
                  <c:v>0.553971779569</c:v>
                </c:pt>
                <c:pt idx="761">
                  <c:v>0.552505688842</c:v>
                </c:pt>
                <c:pt idx="762">
                  <c:v>0.550986978643</c:v>
                </c:pt>
                <c:pt idx="763">
                  <c:v>0.549416049192</c:v>
                </c:pt>
                <c:pt idx="764">
                  <c:v>0.547793331649</c:v>
                </c:pt>
                <c:pt idx="765">
                  <c:v>0.546119288303</c:v>
                </c:pt>
                <c:pt idx="766">
                  <c:v>0.544394412705</c:v>
                </c:pt>
                <c:pt idx="767">
                  <c:v>0.542619229733</c:v>
                </c:pt>
                <c:pt idx="768">
                  <c:v>0.5407942956</c:v>
                </c:pt>
                <c:pt idx="769">
                  <c:v>0.538920197794</c:v>
                </c:pt>
                <c:pt idx="770">
                  <c:v>0.536997554952</c:v>
                </c:pt>
                <c:pt idx="771">
                  <c:v>0.535027016668</c:v>
                </c:pt>
                <c:pt idx="772">
                  <c:v>0.533009263232</c:v>
                </c:pt>
                <c:pt idx="773">
                  <c:v>0.530945005301</c:v>
                </c:pt>
                <c:pt idx="774">
                  <c:v>0.528834983502</c:v>
                </c:pt>
                <c:pt idx="775">
                  <c:v>0.526679967964</c:v>
                </c:pt>
                <c:pt idx="776">
                  <c:v>0.524480757785</c:v>
                </c:pt>
                <c:pt idx="777">
                  <c:v>0.522238180436</c:v>
                </c:pt>
                <c:pt idx="778">
                  <c:v>0.519953091085</c:v>
                </c:pt>
                <c:pt idx="779">
                  <c:v>0.517626371877</c:v>
                </c:pt>
                <c:pt idx="780">
                  <c:v>0.515258931133</c:v>
                </c:pt>
                <c:pt idx="781">
                  <c:v>0.512851702501</c:v>
                </c:pt>
                <c:pt idx="782">
                  <c:v>0.510405644045</c:v>
                </c:pt>
                <c:pt idx="783">
                  <c:v>0.507921737275</c:v>
                </c:pt>
                <c:pt idx="784">
                  <c:v>0.505400986129</c:v>
                </c:pt>
                <c:pt idx="785">
                  <c:v>0.502844415906</c:v>
                </c:pt>
                <c:pt idx="786">
                  <c:v>0.500253072146</c:v>
                </c:pt>
                <c:pt idx="787">
                  <c:v>0.497628019477</c:v>
                </c:pt>
                <c:pt idx="788">
                  <c:v>0.494970340413</c:v>
                </c:pt>
                <c:pt idx="789">
                  <c:v>0.492281134121</c:v>
                </c:pt>
                <c:pt idx="790">
                  <c:v>0.489561515155</c:v>
                </c:pt>
                <c:pt idx="791">
                  <c:v>0.486812612164</c:v>
                </c:pt>
                <c:pt idx="792">
                  <c:v>0.484035566572</c:v>
                </c:pt>
                <c:pt idx="793">
                  <c:v>0.481231531238</c:v>
                </c:pt>
                <c:pt idx="794">
                  <c:v>0.478401669102</c:v>
                </c:pt>
                <c:pt idx="795">
                  <c:v>0.475547151818</c:v>
                </c:pt>
                <c:pt idx="796">
                  <c:v>0.472669158377</c:v>
                </c:pt>
                <c:pt idx="797">
                  <c:v>0.469768873723</c:v>
                </c:pt>
                <c:pt idx="798">
                  <c:v>0.466847487378</c:v>
                </c:pt>
                <c:pt idx="799">
                  <c:v>0.463906192057</c:v>
                </c:pt>
                <c:pt idx="800">
                  <c:v>0.460946182297</c:v>
                </c:pt>
                <c:pt idx="801">
                  <c:v>0.457968653096</c:v>
                </c:pt>
                <c:pt idx="802">
                  <c:v>0.454974798564</c:v>
                </c:pt>
                <c:pt idx="803">
                  <c:v>0.451965810592</c:v>
                </c:pt>
                <c:pt idx="804">
                  <c:v>0.44894287754</c:v>
                </c:pt>
                <c:pt idx="805">
                  <c:v>0.445907182946</c:v>
                </c:pt>
                <c:pt idx="806">
                  <c:v>0.442859904271</c:v>
                </c:pt>
                <c:pt idx="807">
                  <c:v>0.439802211659</c:v>
                </c:pt>
                <c:pt idx="808">
                  <c:v>0.43673526674</c:v>
                </c:pt>
                <c:pt idx="809">
                  <c:v>0.433660221461</c:v>
                </c:pt>
                <c:pt idx="810">
                  <c:v>0.430578216955</c:v>
                </c:pt>
                <c:pt idx="811">
                  <c:v>0.427490382448</c:v>
                </c:pt>
                <c:pt idx="812">
                  <c:v>0.424397834209</c:v>
                </c:pt>
                <c:pt idx="813">
                  <c:v>0.421301674536</c:v>
                </c:pt>
                <c:pt idx="814">
                  <c:v>0.418202990792</c:v>
                </c:pt>
                <c:pt idx="815">
                  <c:v>0.415102854485</c:v>
                </c:pt>
                <c:pt idx="816">
                  <c:v>0.412002320389</c:v>
                </c:pt>
                <c:pt idx="817">
                  <c:v>0.408902425717</c:v>
                </c:pt>
                <c:pt idx="818">
                  <c:v>0.405804189344</c:v>
                </c:pt>
                <c:pt idx="819">
                  <c:v>0.402708611074</c:v>
                </c:pt>
                <c:pt idx="820">
                  <c:v>0.39961667096</c:v>
                </c:pt>
                <c:pt idx="821">
                  <c:v>0.396529328669</c:v>
                </c:pt>
                <c:pt idx="822">
                  <c:v>0.393447522906</c:v>
                </c:pt>
                <c:pt idx="823">
                  <c:v>0.390372170876</c:v>
                </c:pt>
                <c:pt idx="824">
                  <c:v>0.387304167807</c:v>
                </c:pt>
                <c:pt idx="825">
                  <c:v>0.384244386516</c:v>
                </c:pt>
                <c:pt idx="826">
                  <c:v>0.381193677026</c:v>
                </c:pt>
                <c:pt idx="827">
                  <c:v>0.378152866231</c:v>
                </c:pt>
                <c:pt idx="828">
                  <c:v>0.375122757609</c:v>
                </c:pt>
                <c:pt idx="829">
                  <c:v>0.372104130986</c:v>
                </c:pt>
                <c:pt idx="830">
                  <c:v>0.369097742337</c:v>
                </c:pt>
                <c:pt idx="831">
                  <c:v>0.366104323644</c:v>
                </c:pt>
                <c:pt idx="832">
                  <c:v>0.363124582786</c:v>
                </c:pt>
                <c:pt idx="833">
                  <c:v>0.360159203483</c:v>
                </c:pt>
                <c:pt idx="834">
                  <c:v>0.357208845271</c:v>
                </c:pt>
                <c:pt idx="835">
                  <c:v>0.354274143526</c:v>
                </c:pt>
                <c:pt idx="836">
                  <c:v>0.35135570952</c:v>
                </c:pt>
                <c:pt idx="837">
                  <c:v>0.348454130519</c:v>
                </c:pt>
                <c:pt idx="838">
                  <c:v>0.34556996991</c:v>
                </c:pt>
                <c:pt idx="839">
                  <c:v>0.342703767372</c:v>
                </c:pt>
                <c:pt idx="840">
                  <c:v>0.339856039065</c:v>
                </c:pt>
                <c:pt idx="841">
                  <c:v>0.337027277865</c:v>
                </c:pt>
                <c:pt idx="842">
                  <c:v>0.334217953614</c:v>
                </c:pt>
                <c:pt idx="843">
                  <c:v>0.331428513407</c:v>
                </c:pt>
                <c:pt idx="844">
                  <c:v>0.328659381899</c:v>
                </c:pt>
                <c:pt idx="845">
                  <c:v>0.325910961634</c:v>
                </c:pt>
                <c:pt idx="846">
                  <c:v>0.323183633402</c:v>
                </c:pt>
                <c:pt idx="847">
                  <c:v>0.320477756612</c:v>
                </c:pt>
                <c:pt idx="848">
                  <c:v>0.317793669681</c:v>
                </c:pt>
                <c:pt idx="849">
                  <c:v>0.315131690445</c:v>
                </c:pt>
                <c:pt idx="850">
                  <c:v>0.31249211658</c:v>
                </c:pt>
                <c:pt idx="851">
                  <c:v>0.309875226042</c:v>
                </c:pt>
                <c:pt idx="852">
                  <c:v>0.307281277511</c:v>
                </c:pt>
                <c:pt idx="853">
                  <c:v>0.304710510853</c:v>
                </c:pt>
                <c:pt idx="854">
                  <c:v>0.302163147588</c:v>
                </c:pt>
                <c:pt idx="855">
                  <c:v>0.299639391359</c:v>
                </c:pt>
                <c:pt idx="856">
                  <c:v>0.297139428422</c:v>
                </c:pt>
                <c:pt idx="857">
                  <c:v>0.294663428122</c:v>
                </c:pt>
                <c:pt idx="858">
                  <c:v>0.292211543388</c:v>
                </c:pt>
                <c:pt idx="859">
                  <c:v>0.289783911221</c:v>
                </c:pt>
                <c:pt idx="860">
                  <c:v>0.287380653184</c:v>
                </c:pt>
                <c:pt idx="861">
                  <c:v>0.285001875899</c:v>
                </c:pt>
                <c:pt idx="862">
                  <c:v>0.28264767153</c:v>
                </c:pt>
                <c:pt idx="863">
                  <c:v>0.280318118278</c:v>
                </c:pt>
                <c:pt idx="864">
                  <c:v>0.278013280859</c:v>
                </c:pt>
                <c:pt idx="865">
                  <c:v>0.27573321099</c:v>
                </c:pt>
                <c:pt idx="866">
                  <c:v>0.273477947864</c:v>
                </c:pt>
                <c:pt idx="867">
                  <c:v>0.271247518617</c:v>
                </c:pt>
                <c:pt idx="868">
                  <c:v>0.269041938796</c:v>
                </c:pt>
                <c:pt idx="869">
                  <c:v>0.266861212816</c:v>
                </c:pt>
                <c:pt idx="870">
                  <c:v>0.264705334405</c:v>
                </c:pt>
                <c:pt idx="871">
                  <c:v>0.262574287051</c:v>
                </c:pt>
                <c:pt idx="872">
                  <c:v>0.260468044432</c:v>
                </c:pt>
                <c:pt idx="873">
                  <c:v>0.25838657084</c:v>
                </c:pt>
                <c:pt idx="874">
                  <c:v>0.256329821597</c:v>
                </c:pt>
                <c:pt idx="875">
                  <c:v>0.254297743457</c:v>
                </c:pt>
                <c:pt idx="876">
                  <c:v>0.252290275003</c:v>
                </c:pt>
                <c:pt idx="877">
                  <c:v>0.250307347029</c:v>
                </c:pt>
                <c:pt idx="878">
                  <c:v>0.248348882916</c:v>
                </c:pt>
                <c:pt idx="879">
                  <c:v>0.246414798993</c:v>
                </c:pt>
                <c:pt idx="880">
                  <c:v>0.244505004889</c:v>
                </c:pt>
                <c:pt idx="881">
                  <c:v>0.242619403873</c:v>
                </c:pt>
                <c:pt idx="882">
                  <c:v>0.240757893185</c:v>
                </c:pt>
                <c:pt idx="883">
                  <c:v>0.238920364353</c:v>
                </c:pt>
                <c:pt idx="884">
                  <c:v>0.2371067035</c:v>
                </c:pt>
                <c:pt idx="885">
                  <c:v>0.235316791637</c:v>
                </c:pt>
                <c:pt idx="886">
                  <c:v>0.233550504953</c:v>
                </c:pt>
                <c:pt idx="887">
                  <c:v>0.231807715081</c:v>
                </c:pt>
                <c:pt idx="888">
                  <c:v>0.230088289361</c:v>
                </c:pt>
                <c:pt idx="889">
                  <c:v>0.228392091094</c:v>
                </c:pt>
                <c:pt idx="890">
                  <c:v>0.226718979775</c:v>
                </c:pt>
                <c:pt idx="891">
                  <c:v>0.225068811323</c:v>
                </c:pt>
                <c:pt idx="892">
                  <c:v>0.223441438301</c:v>
                </c:pt>
                <c:pt idx="893">
                  <c:v>0.221836710114</c:v>
                </c:pt>
                <c:pt idx="894">
                  <c:v>0.220254473211</c:v>
                </c:pt>
                <c:pt idx="895">
                  <c:v>0.218694571265</c:v>
                </c:pt>
                <c:pt idx="896">
                  <c:v>0.217156845351</c:v>
                </c:pt>
                <c:pt idx="897">
                  <c:v>0.215641134102</c:v>
                </c:pt>
                <c:pt idx="898">
                  <c:v>0.214147273871</c:v>
                </c:pt>
                <c:pt idx="899">
                  <c:v>0.212675098865</c:v>
                </c:pt>
                <c:pt idx="900">
                  <c:v>0.211224441285</c:v>
                </c:pt>
                <c:pt idx="901">
                  <c:v>0.209795131449</c:v>
                </c:pt>
                <c:pt idx="902">
                  <c:v>0.208386997898</c:v>
                </c:pt>
                <c:pt idx="903">
                  <c:v>0.206999867513</c:v>
                </c:pt>
                <c:pt idx="904">
                  <c:v>0.205633565597</c:v>
                </c:pt>
                <c:pt idx="905">
                  <c:v>0.204287915973</c:v>
                </c:pt>
                <c:pt idx="906">
                  <c:v>0.202962741053</c:v>
                </c:pt>
                <c:pt idx="907">
                  <c:v>0.201657861912</c:v>
                </c:pt>
                <c:pt idx="908">
                  <c:v>0.200373098343</c:v>
                </c:pt>
                <c:pt idx="909">
                  <c:v>0.199108268918</c:v>
                </c:pt>
                <c:pt idx="910">
                  <c:v>0.197863191021</c:v>
                </c:pt>
                <c:pt idx="911">
                  <c:v>0.196637680894</c:v>
                </c:pt>
                <c:pt idx="912">
                  <c:v>0.195431553661</c:v>
                </c:pt>
                <c:pt idx="913">
                  <c:v>0.194244623349</c:v>
                </c:pt>
                <c:pt idx="914">
                  <c:v>0.193076702904</c:v>
                </c:pt>
                <c:pt idx="915">
                  <c:v>0.191927604197</c:v>
                </c:pt>
                <c:pt idx="916">
                  <c:v>0.190797138025</c:v>
                </c:pt>
                <c:pt idx="917">
                  <c:v>0.189685114106</c:v>
                </c:pt>
                <c:pt idx="918">
                  <c:v>0.188591341062</c:v>
                </c:pt>
                <c:pt idx="919">
                  <c:v>0.187515626405</c:v>
                </c:pt>
                <c:pt idx="920">
                  <c:v>0.186457776513</c:v>
                </c:pt>
                <c:pt idx="921">
                  <c:v>0.185417596596</c:v>
                </c:pt>
                <c:pt idx="922">
                  <c:v>0.184394890662</c:v>
                </c:pt>
                <c:pt idx="923">
                  <c:v>0.183389461482</c:v>
                </c:pt>
                <c:pt idx="924">
                  <c:v>0.182401110535</c:v>
                </c:pt>
                <c:pt idx="925">
                  <c:v>0.181429637966</c:v>
                </c:pt>
                <c:pt idx="926">
                  <c:v>0.180474842532</c:v>
                </c:pt>
                <c:pt idx="927">
                  <c:v>0.179536521537</c:v>
                </c:pt>
                <c:pt idx="928">
                  <c:v>0.178614470778</c:v>
                </c:pt>
                <c:pt idx="929">
                  <c:v>0.177708484477</c:v>
                </c:pt>
                <c:pt idx="930">
                  <c:v>0.176818355213</c:v>
                </c:pt>
                <c:pt idx="931">
                  <c:v>0.17594387385</c:v>
                </c:pt>
                <c:pt idx="932">
                  <c:v>0.175084829468</c:v>
                </c:pt>
                <c:pt idx="933">
                  <c:v>0.174241009283</c:v>
                </c:pt>
                <c:pt idx="934">
                  <c:v>0.173412198576</c:v>
                </c:pt>
                <c:pt idx="935">
                  <c:v>0.17259818061</c:v>
                </c:pt>
                <c:pt idx="936">
                  <c:v>0.171798736553</c:v>
                </c:pt>
                <c:pt idx="937">
                  <c:v>0.171013645401</c:v>
                </c:pt>
                <c:pt idx="938">
                  <c:v>0.170242683897</c:v>
                </c:pt>
                <c:pt idx="939">
                  <c:v>0.169485626453</c:v>
                </c:pt>
                <c:pt idx="940">
                  <c:v>0.168742245071</c:v>
                </c:pt>
                <c:pt idx="941">
                  <c:v>0.168012309271</c:v>
                </c:pt>
                <c:pt idx="942">
                  <c:v>0.167295586009</c:v>
                </c:pt>
                <c:pt idx="943">
                  <c:v>0.166591839613</c:v>
                </c:pt>
                <c:pt idx="944">
                  <c:v>0.165900831707</c:v>
                </c:pt>
                <c:pt idx="945">
                  <c:v>0.16522232115</c:v>
                </c:pt>
                <c:pt idx="946">
                  <c:v>0.16455606397</c:v>
                </c:pt>
                <c:pt idx="947">
                  <c:v>0.163901813309</c:v>
                </c:pt>
                <c:pt idx="948">
                  <c:v>0.163259319369</c:v>
                </c:pt>
                <c:pt idx="949">
                  <c:v>0.162628329363</c:v>
                </c:pt>
                <c:pt idx="950">
                  <c:v>0.162008587479</c:v>
                </c:pt>
                <c:pt idx="951">
                  <c:v>0.161399834838</c:v>
                </c:pt>
                <c:pt idx="952">
                  <c:v>0.160801809471</c:v>
                </c:pt>
                <c:pt idx="953">
                  <c:v>0.160214246297</c:v>
                </c:pt>
                <c:pt idx="954">
                  <c:v>0.159636877114</c:v>
                </c:pt>
                <c:pt idx="955">
                  <c:v>0.159069430593</c:v>
                </c:pt>
                <c:pt idx="956">
                  <c:v>0.158511632283</c:v>
                </c:pt>
                <c:pt idx="957">
                  <c:v>0.157963204633</c:v>
                </c:pt>
                <c:pt idx="958">
                  <c:v>0.157423867012</c:v>
                </c:pt>
                <c:pt idx="959">
                  <c:v>0.15689333575</c:v>
                </c:pt>
                <c:pt idx="960">
                  <c:v>0.156371324185</c:v>
                </c:pt>
                <c:pt idx="961">
                  <c:v>0.155857542726</c:v>
                </c:pt>
                <c:pt idx="962">
                  <c:v>0.155351698919</c:v>
                </c:pt>
                <c:pt idx="963">
                  <c:v>0.154853497542</c:v>
                </c:pt>
                <c:pt idx="964">
                  <c:v>0.154362640693</c:v>
                </c:pt>
                <c:pt idx="965">
                  <c:v>0.153878827909</c:v>
                </c:pt>
                <c:pt idx="966">
                  <c:v>0.153401756288</c:v>
                </c:pt>
                <c:pt idx="967">
                  <c:v>0.152931120627</c:v>
                </c:pt>
                <c:pt idx="968">
                  <c:v>0.152466613577</c:v>
                </c:pt>
                <c:pt idx="969">
                  <c:v>0.152007925809</c:v>
                </c:pt>
                <c:pt idx="970">
                  <c:v>0.151554746197</c:v>
                </c:pt>
                <c:pt idx="971">
                  <c:v>0.151106762014</c:v>
                </c:pt>
                <c:pt idx="972">
                  <c:v>0.150663659137</c:v>
                </c:pt>
                <c:pt idx="973">
                  <c:v>0.150225122283</c:v>
                </c:pt>
                <c:pt idx="974">
                  <c:v>0.149790835236</c:v>
                </c:pt>
                <c:pt idx="975">
                  <c:v>0.149360481109</c:v>
                </c:pt>
                <c:pt idx="976">
                  <c:v>0.148933742606</c:v>
                </c:pt>
                <c:pt idx="977">
                  <c:v>0.148510302304</c:v>
                </c:pt>
                <c:pt idx="978">
                  <c:v>0.148089842946</c:v>
                </c:pt>
                <c:pt idx="979">
                  <c:v>0.14767204775</c:v>
                </c:pt>
                <c:pt idx="980">
                  <c:v>0.14725660072</c:v>
                </c:pt>
                <c:pt idx="981">
                  <c:v>0.146843186985</c:v>
                </c:pt>
                <c:pt idx="982">
                  <c:v>0.146431493133</c:v>
                </c:pt>
                <c:pt idx="983">
                  <c:v>0.146021207563</c:v>
                </c:pt>
                <c:pt idx="984">
                  <c:v>0.145612020847</c:v>
                </c:pt>
                <c:pt idx="985">
                  <c:v>0.145203626096</c:v>
                </c:pt>
                <c:pt idx="986">
                  <c:v>0.144795719335</c:v>
                </c:pt>
                <c:pt idx="987">
                  <c:v>0.14438799989</c:v>
                </c:pt>
                <c:pt idx="988">
                  <c:v>0.143980170771</c:v>
                </c:pt>
                <c:pt idx="989">
                  <c:v>0.143571939063</c:v>
                </c:pt>
                <c:pt idx="990">
                  <c:v>0.143163016326</c:v>
                </c:pt>
                <c:pt idx="991">
                  <c:v>0.142753118987</c:v>
                </c:pt>
                <c:pt idx="992">
                  <c:v>0.14234196874</c:v>
                </c:pt>
                <c:pt idx="993">
                  <c:v>0.14192929294</c:v>
                </c:pt>
                <c:pt idx="994">
                  <c:v>0.141514825001</c:v>
                </c:pt>
                <c:pt idx="995">
                  <c:v>0.141098304783</c:v>
                </c:pt>
                <c:pt idx="996">
                  <c:v>0.140679478981</c:v>
                </c:pt>
                <c:pt idx="997">
                  <c:v>0.140258101502</c:v>
                </c:pt>
                <c:pt idx="998">
                  <c:v>0.139833933842</c:v>
                </c:pt>
                <c:pt idx="999">
                  <c:v>0.139406745442</c:v>
                </c:pt>
                <c:pt idx="1000">
                  <c:v>0.138976314046</c:v>
                </c:pt>
                <c:pt idx="1001">
                  <c:v>0.138542426039</c:v>
                </c:pt>
                <c:pt idx="1002">
                  <c:v>0.138104876774</c:v>
                </c:pt>
                <c:pt idx="1003">
                  <c:v>0.137663470885</c:v>
                </c:pt>
                <c:pt idx="1004">
                  <c:v>0.137218022584</c:v>
                </c:pt>
                <c:pt idx="1005">
                  <c:v>0.136768355937</c:v>
                </c:pt>
                <c:pt idx="1006">
                  <c:v>0.136314305128</c:v>
                </c:pt>
                <c:pt idx="1007">
                  <c:v>0.135855714697</c:v>
                </c:pt>
                <c:pt idx="1008">
                  <c:v>0.135392439764</c:v>
                </c:pt>
                <c:pt idx="1009">
                  <c:v>0.13492434622</c:v>
                </c:pt>
                <c:pt idx="1010">
                  <c:v>0.134451310911</c:v>
                </c:pt>
                <c:pt idx="1011">
                  <c:v>0.133973221784</c:v>
                </c:pt>
                <c:pt idx="1012">
                  <c:v>0.133489978015</c:v>
                </c:pt>
                <c:pt idx="1013">
                  <c:v>0.133001490114</c:v>
                </c:pt>
                <c:pt idx="1014">
                  <c:v>0.132507679999</c:v>
                </c:pt>
                <c:pt idx="1015">
                  <c:v>0.132008481047</c:v>
                </c:pt>
                <c:pt idx="1016">
                  <c:v>0.131503838119</c:v>
                </c:pt>
                <c:pt idx="1017">
                  <c:v>0.130993707559</c:v>
                </c:pt>
                <c:pt idx="1018">
                  <c:v>0.13047805716</c:v>
                </c:pt>
                <c:pt idx="1019">
                  <c:v>0.129956866113</c:v>
                </c:pt>
                <c:pt idx="1020">
                  <c:v>0.129430124921</c:v>
                </c:pt>
                <c:pt idx="1021">
                  <c:v>0.128897835291</c:v>
                </c:pt>
                <c:pt idx="1022">
                  <c:v>0.128360009999</c:v>
                </c:pt>
                <c:pt idx="1023">
                  <c:v>0.127816672728</c:v>
                </c:pt>
                <c:pt idx="1024">
                  <c:v>0.127267857883</c:v>
                </c:pt>
                <c:pt idx="1025">
                  <c:v>0.126713610382</c:v>
                </c:pt>
                <c:pt idx="1026">
                  <c:v>0.12615398542</c:v>
                </c:pt>
                <c:pt idx="1027">
                  <c:v>0.125589048212</c:v>
                </c:pt>
                <c:pt idx="1028">
                  <c:v>0.125018873721</c:v>
                </c:pt>
                <c:pt idx="1029">
                  <c:v>0.124443546353</c:v>
                </c:pt>
                <c:pt idx="1030">
                  <c:v>0.123863159641</c:v>
                </c:pt>
                <c:pt idx="1031">
                  <c:v>0.123277815913</c:v>
                </c:pt>
                <c:pt idx="1032">
                  <c:v>0.122687625936</c:v>
                </c:pt>
                <c:pt idx="1033">
                  <c:v>0.122092708548</c:v>
                </c:pt>
                <c:pt idx="1034">
                  <c:v>0.121493190278</c:v>
                </c:pt>
                <c:pt idx="1035">
                  <c:v>0.120889204954</c:v>
                </c:pt>
                <c:pt idx="1036">
                  <c:v>0.120280893292</c:v>
                </c:pt>
                <c:pt idx="1037">
                  <c:v>0.119668402488</c:v>
                </c:pt>
                <c:pt idx="1038">
                  <c:v>0.119051885793</c:v>
                </c:pt>
                <c:pt idx="1039">
                  <c:v>0.118431502085</c:v>
                </c:pt>
                <c:pt idx="1040">
                  <c:v>0.117807415437</c:v>
                </c:pt>
                <c:pt idx="1041">
                  <c:v>0.11717979468</c:v>
                </c:pt>
                <c:pt idx="1042">
                  <c:v>0.116548812966</c:v>
                </c:pt>
                <c:pt idx="1043">
                  <c:v>0.115914647332</c:v>
                </c:pt>
                <c:pt idx="1044">
                  <c:v>0.115277478259</c:v>
                </c:pt>
                <c:pt idx="1045">
                  <c:v>0.114637489247</c:v>
                </c:pt>
                <c:pt idx="1046">
                  <c:v>0.113994866376</c:v>
                </c:pt>
                <c:pt idx="1047">
                  <c:v>0.113349797891</c:v>
                </c:pt>
                <c:pt idx="1048">
                  <c:v>0.112702473779</c:v>
                </c:pt>
                <c:pt idx="1049">
                  <c:v>0.112053085365</c:v>
                </c:pt>
                <c:pt idx="1050">
                  <c:v>0.111401824908</c:v>
                </c:pt>
                <c:pt idx="1051">
                  <c:v>0.110748885215</c:v>
                </c:pt>
                <c:pt idx="1052">
                  <c:v>0.110094459258</c:v>
                </c:pt>
                <c:pt idx="1053">
                  <c:v>0.109438739813</c:v>
                </c:pt>
                <c:pt idx="1054">
                  <c:v>0.1087819191</c:v>
                </c:pt>
                <c:pt idx="1055">
                  <c:v>0.108124188448</c:v>
                </c:pt>
                <c:pt idx="1056">
                  <c:v>0.107465737963</c:v>
                </c:pt>
                <c:pt idx="1057">
                  <c:v>0.106806756222</c:v>
                </c:pt>
                <c:pt idx="1058">
                  <c:v>0.106147429968</c:v>
                </c:pt>
                <c:pt idx="1059">
                  <c:v>0.105487943839</c:v>
                </c:pt>
                <c:pt idx="1060">
                  <c:v>0.104828480091</c:v>
                </c:pt>
                <c:pt idx="1061">
                  <c:v>0.104169218356</c:v>
                </c:pt>
                <c:pt idx="1062">
                  <c:v>0.103510335406</c:v>
                </c:pt>
                <c:pt idx="1063">
                  <c:v>0.102852004931</c:v>
                </c:pt>
                <c:pt idx="1064">
                  <c:v>0.102194397342</c:v>
                </c:pt>
                <c:pt idx="1065">
                  <c:v>0.101537679585</c:v>
                </c:pt>
                <c:pt idx="1066">
                  <c:v>0.100882014965</c:v>
                </c:pt>
                <c:pt idx="1067">
                  <c:v>0.100227562999</c:v>
                </c:pt>
                <c:pt idx="1068">
                  <c:v>0.0995744792712</c:v>
                </c:pt>
                <c:pt idx="1069">
                  <c:v>0.098922915312</c:v>
                </c:pt>
                <c:pt idx="1070">
                  <c:v>0.098273018487</c:v>
                </c:pt>
                <c:pt idx="1071">
                  <c:v>0.0976249319025</c:v>
                </c:pt>
                <c:pt idx="1072">
                  <c:v>0.0969787943242</c:v>
                </c:pt>
                <c:pt idx="1073">
                  <c:v>0.0963347401095</c:v>
                </c:pt>
                <c:pt idx="1074">
                  <c:v>0.0956928991527</c:v>
                </c:pt>
                <c:pt idx="1075">
                  <c:v>0.0950533968426</c:v>
                </c:pt>
                <c:pt idx="1076">
                  <c:v>0.0944163540318</c:v>
                </c:pt>
                <c:pt idx="1077">
                  <c:v>0.0937818870184</c:v>
                </c:pt>
                <c:pt idx="1078">
                  <c:v>0.0931501075369</c:v>
                </c:pt>
                <c:pt idx="1079">
                  <c:v>0.0925211227608</c:v>
                </c:pt>
                <c:pt idx="1080">
                  <c:v>0.0918950353143</c:v>
                </c:pt>
                <c:pt idx="1081">
                  <c:v>0.0912719432929</c:v>
                </c:pt>
                <c:pt idx="1082">
                  <c:v>0.0906519402931</c:v>
                </c:pt>
                <c:pt idx="1083">
                  <c:v>0.0900351154499</c:v>
                </c:pt>
                <c:pt idx="1084">
                  <c:v>0.0894215534812</c:v>
                </c:pt>
                <c:pt idx="1085">
                  <c:v>0.0888113347402</c:v>
                </c:pt>
                <c:pt idx="1086">
                  <c:v>0.0882045352729</c:v>
                </c:pt>
                <c:pt idx="1087">
                  <c:v>0.0876012268827</c:v>
                </c:pt>
                <c:pt idx="1088">
                  <c:v>0.087001477199</c:v>
                </c:pt>
                <c:pt idx="1089">
                  <c:v>0.0864053497518</c:v>
                </c:pt>
                <c:pt idx="1090">
                  <c:v>0.0858129040496</c:v>
                </c:pt>
                <c:pt idx="1091">
                  <c:v>0.0852241956624</c:v>
                </c:pt>
                <c:pt idx="1092">
                  <c:v>0.0846392763065</c:v>
                </c:pt>
                <c:pt idx="1093">
                  <c:v>0.0840581939339</c:v>
                </c:pt>
                <c:pt idx="1094">
                  <c:v>0.0834809928231</c:v>
                </c:pt>
                <c:pt idx="1095">
                  <c:v>0.082907713673</c:v>
                </c:pt>
                <c:pt idx="1096">
                  <c:v>0.0823383936977</c:v>
                </c:pt>
                <c:pt idx="1097">
                  <c:v>0.0817730667237</c:v>
                </c:pt>
                <c:pt idx="1098">
                  <c:v>0.0812117632876</c:v>
                </c:pt>
                <c:pt idx="1099">
                  <c:v>0.0806545107348</c:v>
                </c:pt>
                <c:pt idx="1100">
                  <c:v>0.080101333319</c:v>
                </c:pt>
                <c:pt idx="1101">
                  <c:v>0.0795522523016</c:v>
                </c:pt>
                <c:pt idx="1102">
                  <c:v>0.0790072860512</c:v>
                </c:pt>
                <c:pt idx="1103">
                  <c:v>0.0784664501432</c:v>
                </c:pt>
                <c:pt idx="1104">
                  <c:v>0.0779297574587</c:v>
                </c:pt>
                <c:pt idx="1105">
                  <c:v>0.0773972182825</c:v>
                </c:pt>
                <c:pt idx="1106">
                  <c:v>0.076868840401</c:v>
                </c:pt>
                <c:pt idx="1107">
                  <c:v>0.0763446291984</c:v>
                </c:pt>
                <c:pt idx="1108">
                  <c:v>0.075824587752</c:v>
                </c:pt>
                <c:pt idx="1109">
                  <c:v>0.0753087169265</c:v>
                </c:pt>
                <c:pt idx="1110">
                  <c:v>0.0747970154666</c:v>
                </c:pt>
                <c:pt idx="1111">
                  <c:v>0.074289480088</c:v>
                </c:pt>
                <c:pt idx="1112">
                  <c:v>0.0737861055671</c:v>
                </c:pt>
                <c:pt idx="1113">
                  <c:v>0.0732868848288</c:v>
                </c:pt>
                <c:pt idx="1114">
                  <c:v>0.0727918090325</c:v>
                </c:pt>
                <c:pt idx="1115">
                  <c:v>0.0723008676563</c:v>
                </c:pt>
                <c:pt idx="1116">
                  <c:v>0.0718140485797</c:v>
                </c:pt>
                <c:pt idx="1117">
                  <c:v>0.0713313381635</c:v>
                </c:pt>
                <c:pt idx="1118">
                  <c:v>0.0708527213283</c:v>
                </c:pt>
                <c:pt idx="1119">
                  <c:v>0.0703781816313</c:v>
                </c:pt>
                <c:pt idx="1120">
                  <c:v>0.0699077013403</c:v>
                </c:pt>
                <c:pt idx="1121">
                  <c:v>0.0694412615061</c:v>
                </c:pt>
                <c:pt idx="1122">
                  <c:v>0.0689788420331</c:v>
                </c:pt>
                <c:pt idx="1123">
                  <c:v>0.0685204217471</c:v>
                </c:pt>
                <c:pt idx="1124">
                  <c:v>0.0680659784618</c:v>
                </c:pt>
                <c:pt idx="1125">
                  <c:v>0.0676154890427</c:v>
                </c:pt>
                <c:pt idx="1126">
                  <c:v>0.0671689294696</c:v>
                </c:pt>
                <c:pt idx="1127">
                  <c:v>0.0667262748963</c:v>
                </c:pt>
                <c:pt idx="1128">
                  <c:v>0.066287499709</c:v>
                </c:pt>
                <c:pt idx="1129">
                  <c:v>0.0658525775823</c:v>
                </c:pt>
                <c:pt idx="1130">
                  <c:v>0.0654214815332</c:v>
                </c:pt>
                <c:pt idx="1131">
                  <c:v>0.0649941839739</c:v>
                </c:pt>
                <c:pt idx="1132">
                  <c:v>0.0645706567614</c:v>
                </c:pt>
                <c:pt idx="1133">
                  <c:v>0.0641508712468</c:v>
                </c:pt>
                <c:pt idx="1134">
                  <c:v>0.0637347983214</c:v>
                </c:pt>
                <c:pt idx="1135">
                  <c:v>0.0633224084616</c:v>
                </c:pt>
                <c:pt idx="1136">
                  <c:v>0.0629136717726</c:v>
                </c:pt>
                <c:pt idx="1137">
                  <c:v>0.062508558029</c:v>
                </c:pt>
                <c:pt idx="1138">
                  <c:v>0.0621070367149</c:v>
                </c:pt>
                <c:pt idx="1139">
                  <c:v>0.0617090770619</c:v>
                </c:pt>
                <c:pt idx="1140">
                  <c:v>0.0613146480855</c:v>
                </c:pt>
                <c:pt idx="1141">
                  <c:v>0.0609237186201</c:v>
                </c:pt>
                <c:pt idx="1142">
                  <c:v>0.0605362573518</c:v>
                </c:pt>
                <c:pt idx="1143">
                  <c:v>0.0601522328507</c:v>
                </c:pt>
                <c:pt idx="1144">
                  <c:v>0.059771613601</c:v>
                </c:pt>
                <c:pt idx="1145">
                  <c:v>0.0593943680299</c:v>
                </c:pt>
                <c:pt idx="1146">
                  <c:v>0.0590204645349</c:v>
                </c:pt>
                <c:pt idx="1147">
                  <c:v>0.0586498715103</c:v>
                </c:pt>
                <c:pt idx="1148">
                  <c:v>0.0582825573715</c:v>
                </c:pt>
                <c:pt idx="1149">
                  <c:v>0.0579184905788</c:v>
                </c:pt>
                <c:pt idx="1150">
                  <c:v>0.0575576396598</c:v>
                </c:pt>
                <c:pt idx="1151">
                  <c:v>0.0571999732295</c:v>
                </c:pt>
                <c:pt idx="1152">
                  <c:v>0.0568454600114</c:v>
                </c:pt>
                <c:pt idx="1153">
                  <c:v>0.0564940688549</c:v>
                </c:pt>
                <c:pt idx="1154">
                  <c:v>0.0561457687537</c:v>
                </c:pt>
                <c:pt idx="1155">
                  <c:v>0.0558005288614</c:v>
                </c:pt>
                <c:pt idx="1156">
                  <c:v>0.0554583185077</c:v>
                </c:pt>
                <c:pt idx="1157">
                  <c:v>0.0551191072118</c:v>
                </c:pt>
                <c:pt idx="1158">
                  <c:v>0.0547828646964</c:v>
                </c:pt>
                <c:pt idx="1159">
                  <c:v>0.0544495608995</c:v>
                </c:pt>
                <c:pt idx="1160">
                  <c:v>0.0541191659858</c:v>
                </c:pt>
                <c:pt idx="1161">
                  <c:v>0.0537916503575</c:v>
                </c:pt>
                <c:pt idx="1162">
                  <c:v>0.0534669846632</c:v>
                </c:pt>
                <c:pt idx="1163">
                  <c:v>0.0531451398072</c:v>
                </c:pt>
                <c:pt idx="1164">
                  <c:v>0.0528260869567</c:v>
                </c:pt>
                <c:pt idx="1165">
                  <c:v>0.0525097975493</c:v>
                </c:pt>
                <c:pt idx="1166">
                  <c:v>0.052196243299</c:v>
                </c:pt>
                <c:pt idx="1167">
                  <c:v>0.0518853962016</c:v>
                </c:pt>
                <c:pt idx="1168">
                  <c:v>0.0515772285396</c:v>
                </c:pt>
                <c:pt idx="1169">
                  <c:v>0.0512717128862</c:v>
                </c:pt>
                <c:pt idx="1170">
                  <c:v>0.0509688221087</c:v>
                </c:pt>
                <c:pt idx="1171">
                  <c:v>0.0506685293709</c:v>
                </c:pt>
                <c:pt idx="1172">
                  <c:v>0.050370808136</c:v>
                </c:pt>
                <c:pt idx="1173">
                  <c:v>0.0500756321673</c:v>
                </c:pt>
                <c:pt idx="1174">
                  <c:v>0.0497829755296</c:v>
                </c:pt>
                <c:pt idx="1175">
                  <c:v>0.0494928125896</c:v>
                </c:pt>
                <c:pt idx="1176">
                  <c:v>0.0492051180158</c:v>
                </c:pt>
                <c:pt idx="1177">
                  <c:v>0.048919866778</c:v>
                </c:pt>
                <c:pt idx="1178">
                  <c:v>0.0486370341462</c:v>
                </c:pt>
                <c:pt idx="1179">
                  <c:v>0.0483565956893</c:v>
                </c:pt>
                <c:pt idx="1180">
                  <c:v>0.0480785272735</c:v>
                </c:pt>
                <c:pt idx="1181">
                  <c:v>0.0478028050596</c:v>
                </c:pt>
                <c:pt idx="1182">
                  <c:v>0.0475294055012</c:v>
                </c:pt>
                <c:pt idx="1183">
                  <c:v>0.0472583053411</c:v>
                </c:pt>
                <c:pt idx="1184">
                  <c:v>0.046989481609</c:v>
                </c:pt>
                <c:pt idx="1185">
                  <c:v>0.0467229116176</c:v>
                </c:pt>
                <c:pt idx="1186">
                  <c:v>0.0464585729592</c:v>
                </c:pt>
                <c:pt idx="1187">
                  <c:v>0.0461964435017</c:v>
                </c:pt>
                <c:pt idx="1188">
                  <c:v>0.0459365013851</c:v>
                </c:pt>
                <c:pt idx="1189">
                  <c:v>0.0456787250166</c:v>
                </c:pt>
                <c:pt idx="1190">
                  <c:v>0.0454230930671</c:v>
                </c:pt>
                <c:pt idx="1191">
                  <c:v>0.0451695844663</c:v>
                </c:pt>
                <c:pt idx="1192">
                  <c:v>0.0449181783983</c:v>
                </c:pt>
                <c:pt idx="1193">
                  <c:v>0.044668854297</c:v>
                </c:pt>
                <c:pt idx="1194">
                  <c:v>0.0444215918416</c:v>
                </c:pt>
                <c:pt idx="1195">
                  <c:v>0.0441763709517</c:v>
                </c:pt>
                <c:pt idx="1196">
                  <c:v>0.043933171783</c:v>
                </c:pt>
                <c:pt idx="1197">
                  <c:v>0.043691974722</c:v>
                </c:pt>
                <c:pt idx="1198">
                  <c:v>0.0434527603822</c:v>
                </c:pt>
                <c:pt idx="1199">
                  <c:v>0.0432155095985</c:v>
                </c:pt>
                <c:pt idx="1200">
                  <c:v>0.0429802034232</c:v>
                </c:pt>
                <c:pt idx="1201">
                  <c:v>0.0427468231214</c:v>
                </c:pt>
                <c:pt idx="1202">
                  <c:v>0.0425153501663</c:v>
                </c:pt>
                <c:pt idx="1203">
                  <c:v>0.042285766235</c:v>
                </c:pt>
                <c:pt idx="1204">
                  <c:v>0.0420580532041</c:v>
                </c:pt>
                <c:pt idx="1205">
                  <c:v>0.0418321931455</c:v>
                </c:pt>
                <c:pt idx="1206">
                  <c:v>0.0416081683224</c:v>
                </c:pt>
                <c:pt idx="1207">
                  <c:v>0.0413859611851</c:v>
                </c:pt>
                <c:pt idx="1208">
                  <c:v>0.0411655543672</c:v>
                </c:pt>
                <c:pt idx="1209">
                  <c:v>0.0409469306819</c:v>
                </c:pt>
                <c:pt idx="1210">
                  <c:v>0.0407300731184</c:v>
                </c:pt>
                <c:pt idx="1211">
                  <c:v>0.0405149648382</c:v>
                </c:pt>
                <c:pt idx="1212">
                  <c:v>0.0403015891719</c:v>
                </c:pt>
                <c:pt idx="1213">
                  <c:v>0.0400899296159</c:v>
                </c:pt>
                <c:pt idx="1214">
                  <c:v>0.0398799698292</c:v>
                </c:pt>
                <c:pt idx="1215">
                  <c:v>0.0396716936305</c:v>
                </c:pt>
                <c:pt idx="1216">
                  <c:v>0.0394650849956</c:v>
                </c:pt>
                <c:pt idx="1217">
                  <c:v>0.039260128054</c:v>
                </c:pt>
                <c:pt idx="1218">
                  <c:v>0.039056807087</c:v>
                </c:pt>
                <c:pt idx="1219">
                  <c:v>0.0388551065249</c:v>
                </c:pt>
                <c:pt idx="1220">
                  <c:v>0.0386550109447</c:v>
                </c:pt>
                <c:pt idx="1221">
                  <c:v>0.0384565050677</c:v>
                </c:pt>
                <c:pt idx="1222">
                  <c:v>0.0382595737579</c:v>
                </c:pt>
                <c:pt idx="1223">
                  <c:v>0.0380642020193</c:v>
                </c:pt>
                <c:pt idx="1224">
                  <c:v>0.0378703749947</c:v>
                </c:pt>
                <c:pt idx="1225">
                  <c:v>0.0376780779633</c:v>
                </c:pt>
                <c:pt idx="1226">
                  <c:v>0.0374872963394</c:v>
                </c:pt>
                <c:pt idx="1227">
                  <c:v>0.0372980156707</c:v>
                </c:pt>
                <c:pt idx="1228">
                  <c:v>0.0371102216368</c:v>
                </c:pt>
                <c:pt idx="1229">
                  <c:v>0.0369239000477</c:v>
                </c:pt>
                <c:pt idx="1230">
                  <c:v>0.0367390368427</c:v>
                </c:pt>
                <c:pt idx="1231">
                  <c:v>0.0365556180887</c:v>
                </c:pt>
                <c:pt idx="1232">
                  <c:v>0.0363736299795</c:v>
                </c:pt>
                <c:pt idx="1233">
                  <c:v>0.0361930588343</c:v>
                </c:pt>
                <c:pt idx="1234">
                  <c:v>0.0360138910968</c:v>
                </c:pt>
                <c:pt idx="1235">
                  <c:v>0.0358361133342</c:v>
                </c:pt>
                <c:pt idx="1236">
                  <c:v>0.0356597122363</c:v>
                </c:pt>
                <c:pt idx="1237">
                  <c:v>0.0354846746144</c:v>
                </c:pt>
                <c:pt idx="1238">
                  <c:v>0.0353109874004</c:v>
                </c:pt>
                <c:pt idx="1239">
                  <c:v>0.0351386376466</c:v>
                </c:pt>
                <c:pt idx="1240">
                  <c:v>0.0349676125238</c:v>
                </c:pt>
                <c:pt idx="1241">
                  <c:v>0.0347978993218</c:v>
                </c:pt>
                <c:pt idx="1242">
                  <c:v>0.0346294854475</c:v>
                </c:pt>
                <c:pt idx="1243">
                  <c:v>0.0344623584253</c:v>
                </c:pt>
                <c:pt idx="1244">
                  <c:v>0.0342965058954</c:v>
                </c:pt>
                <c:pt idx="1245">
                  <c:v>0.034131915614</c:v>
                </c:pt>
                <c:pt idx="1246">
                  <c:v>0.033968575452</c:v>
                </c:pt>
                <c:pt idx="1247">
                  <c:v>0.033806473395</c:v>
                </c:pt>
                <c:pt idx="1248">
                  <c:v>0.0336455975419</c:v>
                </c:pt>
                <c:pt idx="1249">
                  <c:v>0.0334859361051</c:v>
                </c:pt>
                <c:pt idx="1250">
                  <c:v>0.0333274774095</c:v>
                </c:pt>
                <c:pt idx="1251">
                  <c:v>0.0331702098918</c:v>
                </c:pt>
                <c:pt idx="1252">
                  <c:v>0.0330141221002</c:v>
                </c:pt>
                <c:pt idx="1253">
                  <c:v>0.0328592026936</c:v>
                </c:pt>
                <c:pt idx="1254">
                  <c:v>0.0327054404412</c:v>
                </c:pt>
                <c:pt idx="1255">
                  <c:v>0.0325528242216</c:v>
                </c:pt>
                <c:pt idx="1256">
                  <c:v>0.0324013430227</c:v>
                </c:pt>
                <c:pt idx="1257">
                  <c:v>0.0322509859406</c:v>
                </c:pt>
                <c:pt idx="1258">
                  <c:v>0.0321017421793</c:v>
                </c:pt>
                <c:pt idx="1259">
                  <c:v>0.03195360105</c:v>
                </c:pt>
                <c:pt idx="1260">
                  <c:v>0.0318065519704</c:v>
                </c:pt>
                <c:pt idx="1261">
                  <c:v>0.0316605844645</c:v>
                </c:pt>
                <c:pt idx="1262">
                  <c:v>0.0315156881613</c:v>
                </c:pt>
                <c:pt idx="1263">
                  <c:v>0.0313718527949</c:v>
                </c:pt>
                <c:pt idx="1264">
                  <c:v>0.0312290682031</c:v>
                </c:pt>
                <c:pt idx="1265">
                  <c:v>0.0310873243275</c:v>
                </c:pt>
                <c:pt idx="1266">
                  <c:v>0.0309466112123</c:v>
                </c:pt>
                <c:pt idx="1267">
                  <c:v>0.030806919004</c:v>
                </c:pt>
                <c:pt idx="1268">
                  <c:v>0.0306682379503</c:v>
                </c:pt>
                <c:pt idx="1269">
                  <c:v>0.0305305584</c:v>
                </c:pt>
                <c:pt idx="1270">
                  <c:v>0.0303938708017</c:v>
                </c:pt>
                <c:pt idx="1271">
                  <c:v>0.0302581657036</c:v>
                </c:pt>
                <c:pt idx="1272">
                  <c:v>0.0301234337525</c:v>
                </c:pt>
                <c:pt idx="1273">
                  <c:v>0.0299896656932</c:v>
                </c:pt>
                <c:pt idx="1274">
                  <c:v>0.0298568523677</c:v>
                </c:pt>
                <c:pt idx="1275">
                  <c:v>0.0297249847145</c:v>
                </c:pt>
                <c:pt idx="1276">
                  <c:v>0.0295940537681</c:v>
                </c:pt>
                <c:pt idx="1277">
                  <c:v>0.0294640506577</c:v>
                </c:pt>
                <c:pt idx="1278">
                  <c:v>0.029334966607</c:v>
                </c:pt>
                <c:pt idx="1279">
                  <c:v>0.0292067929333</c:v>
                </c:pt>
                <c:pt idx="1280">
                  <c:v>0.0290795210464</c:v>
                </c:pt>
                <c:pt idx="1281">
                  <c:v>0.0289531424485</c:v>
                </c:pt>
                <c:pt idx="1282">
                  <c:v>0.0288276487326</c:v>
                </c:pt>
                <c:pt idx="1283">
                  <c:v>0.0287030315823</c:v>
                </c:pt>
                <c:pt idx="1284">
                  <c:v>0.0285792827711</c:v>
                </c:pt>
                <c:pt idx="1285">
                  <c:v>0.0284563941609</c:v>
                </c:pt>
                <c:pt idx="1286">
                  <c:v>0.0283343577022</c:v>
                </c:pt>
                <c:pt idx="1287">
                  <c:v>0.0282131654325</c:v>
                </c:pt>
                <c:pt idx="1288">
                  <c:v>0.0280928094757</c:v>
                </c:pt>
                <c:pt idx="1289">
                  <c:v>0.0279732820416</c:v>
                </c:pt>
                <c:pt idx="1290">
                  <c:v>0.0278545754249</c:v>
                </c:pt>
                <c:pt idx="1291">
                  <c:v>0.0277366820042</c:v>
                </c:pt>
                <c:pt idx="1292">
                  <c:v>0.0276195942416</c:v>
                </c:pt>
                <c:pt idx="1293">
                  <c:v>0.0275033046814</c:v>
                </c:pt>
                <c:pt idx="1294">
                  <c:v>0.02738780595</c:v>
                </c:pt>
                <c:pt idx="1295">
                  <c:v>0.0272730907542</c:v>
                </c:pt>
                <c:pt idx="1296">
                  <c:v>0.0271591518811</c:v>
                </c:pt>
                <c:pt idx="1297">
                  <c:v>0.0270459821971</c:v>
                </c:pt>
                <c:pt idx="1298">
                  <c:v>0.026933574647</c:v>
                </c:pt>
                <c:pt idx="1299">
                  <c:v>0.0268219222531</c:v>
                </c:pt>
                <c:pt idx="1300">
                  <c:v>0.0267110181149</c:v>
                </c:pt>
                <c:pt idx="1301">
                  <c:v>0.0266008554075</c:v>
                </c:pt>
                <c:pt idx="1302">
                  <c:v>0.0264914273816</c:v>
                </c:pt>
                <c:pt idx="1303">
                  <c:v>0.0263827273622</c:v>
                </c:pt>
                <c:pt idx="1304">
                  <c:v>0.0262747487481</c:v>
                </c:pt>
                <c:pt idx="1305">
                  <c:v>0.0261674850107</c:v>
                </c:pt>
                <c:pt idx="1306">
                  <c:v>0.0260609296938</c:v>
                </c:pt>
                <c:pt idx="1307">
                  <c:v>0.0259550764124</c:v>
                </c:pt>
                <c:pt idx="1308">
                  <c:v>0.0258499188519</c:v>
                </c:pt>
                <c:pt idx="1309">
                  <c:v>0.0257454507677</c:v>
                </c:pt>
                <c:pt idx="1310">
                  <c:v>0.025641665984</c:v>
                </c:pt>
                <c:pt idx="1311">
                  <c:v>0.0255385583933</c:v>
                </c:pt>
                <c:pt idx="1312">
                  <c:v>0.0254361219555</c:v>
                </c:pt>
                <c:pt idx="1313">
                  <c:v>0.0253343506972</c:v>
                </c:pt>
                <c:pt idx="1314">
                  <c:v>0.0252332387112</c:v>
                </c:pt>
                <c:pt idx="1315">
                  <c:v>0.025132780155</c:v>
                </c:pt>
                <c:pt idx="1316">
                  <c:v>0.0250329692512</c:v>
                </c:pt>
                <c:pt idx="1317">
                  <c:v>0.0249338002856</c:v>
                </c:pt>
                <c:pt idx="1318">
                  <c:v>0.0248352676072</c:v>
                </c:pt>
                <c:pt idx="1319">
                  <c:v>0.0247373656274</c:v>
                </c:pt>
                <c:pt idx="1320">
                  <c:v>0.0246400888189</c:v>
                </c:pt>
                <c:pt idx="1321">
                  <c:v>0.0245434317155</c:v>
                </c:pt>
                <c:pt idx="1322">
                  <c:v>0.024447388911</c:v>
                </c:pt>
                <c:pt idx="1323">
                  <c:v>0.0243519550587</c:v>
                </c:pt>
                <c:pt idx="1324">
                  <c:v>0.0242571248705</c:v>
                </c:pt>
                <c:pt idx="1325">
                  <c:v>0.0241628931166</c:v>
                </c:pt>
                <c:pt idx="1326">
                  <c:v>0.0240692546243</c:v>
                </c:pt>
                <c:pt idx="1327">
                  <c:v>0.0239762042779</c:v>
                </c:pt>
                <c:pt idx="1328">
                  <c:v>0.0238837370174</c:v>
                </c:pt>
                <c:pt idx="1329">
                  <c:v>0.0237918478386</c:v>
                </c:pt>
                <c:pt idx="1330">
                  <c:v>0.0237005317915</c:v>
                </c:pt>
                <c:pt idx="1331">
                  <c:v>0.0236097839805</c:v>
                </c:pt>
                <c:pt idx="1332">
                  <c:v>0.0235195995635</c:v>
                </c:pt>
                <c:pt idx="1333">
                  <c:v>0.0234299737508</c:v>
                </c:pt>
                <c:pt idx="1334">
                  <c:v>0.0233409018051</c:v>
                </c:pt>
                <c:pt idx="1335">
                  <c:v>0.0232523790408</c:v>
                </c:pt>
                <c:pt idx="1336">
                  <c:v>0.0231644008229</c:v>
                </c:pt>
                <c:pt idx="1337">
                  <c:v>0.0230769625668</c:v>
                </c:pt>
                <c:pt idx="1338">
                  <c:v>0.0229900597377</c:v>
                </c:pt>
                <c:pt idx="1339">
                  <c:v>0.0229036878498</c:v>
                </c:pt>
                <c:pt idx="1340">
                  <c:v>0.0228178424659</c:v>
                </c:pt>
                <c:pt idx="1341">
                  <c:v>0.0227325191967</c:v>
                </c:pt>
                <c:pt idx="1342">
                  <c:v>0.0226477137002</c:v>
                </c:pt>
                <c:pt idx="1343">
                  <c:v>0.0225634216813</c:v>
                </c:pt>
                <c:pt idx="1344">
                  <c:v>0.0224796388911</c:v>
                </c:pt>
                <c:pt idx="1345">
                  <c:v>0.0223963611263</c:v>
                </c:pt>
                <c:pt idx="1346">
                  <c:v>0.0223135842286</c:v>
                </c:pt>
                <c:pt idx="1347">
                  <c:v>0.0222313040847</c:v>
                </c:pt>
                <c:pt idx="1348">
                  <c:v>0.0221495166249</c:v>
                </c:pt>
                <c:pt idx="1349">
                  <c:v>0.0220682178233</c:v>
                </c:pt>
                <c:pt idx="1350">
                  <c:v>0.0219874036967</c:v>
                </c:pt>
                <c:pt idx="1351">
                  <c:v>0.0219070703046</c:v>
                </c:pt>
                <c:pt idx="1352">
                  <c:v>0.0218272137484</c:v>
                </c:pt>
                <c:pt idx="1353">
                  <c:v>0.0217478301709</c:v>
                </c:pt>
                <c:pt idx="1354">
                  <c:v>0.021668915756</c:v>
                </c:pt>
                <c:pt idx="1355">
                  <c:v>0.0215904667277</c:v>
                </c:pt>
                <c:pt idx="1356">
                  <c:v>0.0215124793505</c:v>
                </c:pt>
                <c:pt idx="1357">
                  <c:v>0.0214349499279</c:v>
                </c:pt>
                <c:pt idx="1358">
                  <c:v>0.0213578748027</c:v>
                </c:pt>
                <c:pt idx="1359">
                  <c:v>0.0212812503561</c:v>
                </c:pt>
                <c:pt idx="1360">
                  <c:v>0.0212050730075</c:v>
                </c:pt>
                <c:pt idx="1361">
                  <c:v>0.0211293392139</c:v>
                </c:pt>
                <c:pt idx="1362">
                  <c:v>0.0210540454695</c:v>
                </c:pt>
                <c:pt idx="1363">
                  <c:v>0.0209791883052</c:v>
                </c:pt>
                <c:pt idx="1364">
                  <c:v>0.0209047642881</c:v>
                </c:pt>
                <c:pt idx="1365">
                  <c:v>0.0208307700213</c:v>
                </c:pt>
                <c:pt idx="1366">
                  <c:v>0.0207572021433</c:v>
                </c:pt>
                <c:pt idx="1367">
                  <c:v>0.0206840573277</c:v>
                </c:pt>
                <c:pt idx="1368">
                  <c:v>0.0206113322825</c:v>
                </c:pt>
                <c:pt idx="1369">
                  <c:v>0.02053902375</c:v>
                </c:pt>
                <c:pt idx="1370">
                  <c:v>0.0204671285064</c:v>
                </c:pt>
                <c:pt idx="1371">
                  <c:v>0.020395643361</c:v>
                </c:pt>
                <c:pt idx="1372">
                  <c:v>0.0203245651563</c:v>
                </c:pt>
                <c:pt idx="1373">
                  <c:v>0.0202538907673</c:v>
                </c:pt>
                <c:pt idx="1374">
                  <c:v>0.0201836171014</c:v>
                </c:pt>
                <c:pt idx="1375">
                  <c:v>0.0201137410975</c:v>
                </c:pt>
                <c:pt idx="1376">
                  <c:v>0.0200442597262</c:v>
                </c:pt>
                <c:pt idx="1377">
                  <c:v>0.0199751699892</c:v>
                </c:pt>
                <c:pt idx="1378">
                  <c:v>0.0199064689188</c:v>
                </c:pt>
                <c:pt idx="1379">
                  <c:v>0.0198381535778</c:v>
                </c:pt>
                <c:pt idx="1380">
                  <c:v>0.0197702210588</c:v>
                </c:pt>
                <c:pt idx="1381">
                  <c:v>0.0197026684843</c:v>
                </c:pt>
                <c:pt idx="1382">
                  <c:v>0.019635493006</c:v>
                </c:pt>
                <c:pt idx="1383">
                  <c:v>0.0195686918046</c:v>
                </c:pt>
                <c:pt idx="1384">
                  <c:v>0.0195022620893</c:v>
                </c:pt>
                <c:pt idx="1385">
                  <c:v>0.019436201098</c:v>
                </c:pt>
                <c:pt idx="1386">
                  <c:v>0.0193705060962</c:v>
                </c:pt>
                <c:pt idx="1387">
                  <c:v>0.0193051743771</c:v>
                </c:pt>
                <c:pt idx="1388">
                  <c:v>0.0192402032615</c:v>
                </c:pt>
                <c:pt idx="1389">
                  <c:v>0.0191755900971</c:v>
                </c:pt>
                <c:pt idx="1390">
                  <c:v>0.0191113322581</c:v>
                </c:pt>
                <c:pt idx="1391">
                  <c:v>0.0190474271454</c:v>
                </c:pt>
                <c:pt idx="1392">
                  <c:v>0.0189838721861</c:v>
                </c:pt>
                <c:pt idx="1393">
                  <c:v>0.0189206648327</c:v>
                </c:pt>
                <c:pt idx="1394">
                  <c:v>0.0188578025637</c:v>
                </c:pt>
                <c:pt idx="1395">
                  <c:v>0.0187952828824</c:v>
                </c:pt>
                <c:pt idx="1396">
                  <c:v>0.0187331033175</c:v>
                </c:pt>
                <c:pt idx="1397">
                  <c:v>0.0186712614221</c:v>
                </c:pt>
                <c:pt idx="1398">
                  <c:v>0.0186097547738</c:v>
                </c:pt>
                <c:pt idx="1399">
                  <c:v>0.0185485809742</c:v>
                </c:pt>
                <c:pt idx="1400">
                  <c:v>0.0184877376489</c:v>
                </c:pt>
                <c:pt idx="1401">
                  <c:v>0.018427222447</c:v>
                </c:pt>
                <c:pt idx="1402">
                  <c:v>0.0183670330411</c:v>
                </c:pt>
                <c:pt idx="1403">
                  <c:v>0.0183071671267</c:v>
                </c:pt>
                <c:pt idx="1404">
                  <c:v>0.0182476224221</c:v>
                </c:pt>
                <c:pt idx="1405">
                  <c:v>0.0181883966685</c:v>
                </c:pt>
                <c:pt idx="1406">
                  <c:v>0.0181294876289</c:v>
                </c:pt>
                <c:pt idx="1407">
                  <c:v>0.0180708930888</c:v>
                </c:pt>
                <c:pt idx="1408">
                  <c:v>0.0180126108554</c:v>
                </c:pt>
                <c:pt idx="1409">
                  <c:v>0.0179546387576</c:v>
                </c:pt>
                <c:pt idx="1410">
                  <c:v>0.0178969746454</c:v>
                </c:pt>
                <c:pt idx="1411">
                  <c:v>0.0178396163902</c:v>
                </c:pt>
                <c:pt idx="1412">
                  <c:v>0.0177825618844</c:v>
                </c:pt>
                <c:pt idx="1413">
                  <c:v>0.0177258090407</c:v>
                </c:pt>
                <c:pt idx="1414">
                  <c:v>0.0176693557926</c:v>
                </c:pt>
                <c:pt idx="1415">
                  <c:v>0.0176132000937</c:v>
                </c:pt>
                <c:pt idx="1416">
                  <c:v>0.0175573399179</c:v>
                </c:pt>
                <c:pt idx="1417">
                  <c:v>0.0175017732585</c:v>
                </c:pt>
                <c:pt idx="1418">
                  <c:v>0.0174464981288</c:v>
                </c:pt>
                <c:pt idx="1419">
                  <c:v>0.0173915125613</c:v>
                </c:pt>
                <c:pt idx="1420">
                  <c:v>0.0173368146079</c:v>
                </c:pt>
                <c:pt idx="1421">
                  <c:v>0.0172824023392</c:v>
                </c:pt>
                <c:pt idx="1422">
                  <c:v>0.0172282738449</c:v>
                </c:pt>
                <c:pt idx="1423">
                  <c:v>0.0171744272332</c:v>
                </c:pt>
                <c:pt idx="1424">
                  <c:v>0.0171208606309</c:v>
                </c:pt>
                <c:pt idx="1425">
                  <c:v>0.0170675721829</c:v>
                </c:pt>
                <c:pt idx="1426">
                  <c:v>0.017014560052</c:v>
                </c:pt>
                <c:pt idx="1427">
                  <c:v>0.0169618224193</c:v>
                </c:pt>
                <c:pt idx="1428">
                  <c:v>0.0169093574831</c:v>
                </c:pt>
                <c:pt idx="1429">
                  <c:v>0.0168571634597</c:v>
                </c:pt>
                <c:pt idx="1430">
                  <c:v>0.0168052385824</c:v>
                </c:pt>
                <c:pt idx="1431">
                  <c:v>0.0167535811019</c:v>
                </c:pt>
                <c:pt idx="1432">
                  <c:v>0.0167021892856</c:v>
                </c:pt>
                <c:pt idx="1433">
                  <c:v>0.0166510614181</c:v>
                </c:pt>
                <c:pt idx="1434">
                  <c:v>0.0166001958004</c:v>
                </c:pt>
                <c:pt idx="1435">
                  <c:v>0.0165495907502</c:v>
                </c:pt>
                <c:pt idx="1436">
                  <c:v>0.0164992446015</c:v>
                </c:pt>
                <c:pt idx="1437">
                  <c:v>0.0164491557043</c:v>
                </c:pt>
                <c:pt idx="1438">
                  <c:v>0.0163993224248</c:v>
                </c:pt>
                <c:pt idx="1439">
                  <c:v>0.0163497431452</c:v>
                </c:pt>
                <c:pt idx="1440">
                  <c:v>0.0163004162632</c:v>
                </c:pt>
                <c:pt idx="1441">
                  <c:v>0.0162513401922</c:v>
                </c:pt>
                <c:pt idx="1442">
                  <c:v>0.016202513361</c:v>
                </c:pt>
                <c:pt idx="1443">
                  <c:v>0.0161539342138</c:v>
                </c:pt>
                <c:pt idx="1444">
                  <c:v>0.0161056012098</c:v>
                </c:pt>
                <c:pt idx="1445">
                  <c:v>0.0160575128232</c:v>
                </c:pt>
                <c:pt idx="1446">
                  <c:v>0.0160096675433</c:v>
                </c:pt>
                <c:pt idx="1447">
                  <c:v>0.0159620638738</c:v>
                </c:pt>
                <c:pt idx="1448">
                  <c:v>0.0159147003333</c:v>
                </c:pt>
                <c:pt idx="1449">
                  <c:v>0.0158675754548</c:v>
                </c:pt>
                <c:pt idx="1450">
                  <c:v>0.0158206877855</c:v>
                </c:pt>
                <c:pt idx="1451">
                  <c:v>0.015774035887</c:v>
                </c:pt>
                <c:pt idx="1452">
                  <c:v>0.0157276183348</c:v>
                </c:pt>
                <c:pt idx="1453">
                  <c:v>0.0156814337185</c:v>
                </c:pt>
                <c:pt idx="1454">
                  <c:v>0.0156354806416</c:v>
                </c:pt>
                <c:pt idx="1455">
                  <c:v>0.0155897577211</c:v>
                </c:pt>
                <c:pt idx="1456">
                  <c:v>0.0155442635879</c:v>
                </c:pt>
                <c:pt idx="1457">
                  <c:v>0.0154989968861</c:v>
                </c:pt>
                <c:pt idx="1458">
                  <c:v>0.0154539562733</c:v>
                </c:pt>
                <c:pt idx="1459">
                  <c:v>0.0154091404204</c:v>
                </c:pt>
                <c:pt idx="1460">
                  <c:v>0.0153645480114</c:v>
                </c:pt>
                <c:pt idx="1461">
                  <c:v>0.0153201777435</c:v>
                </c:pt>
                <c:pt idx="1462">
                  <c:v>0.0152760283264</c:v>
                </c:pt>
                <c:pt idx="1463">
                  <c:v>0.0152320984832</c:v>
                </c:pt>
                <c:pt idx="1464">
                  <c:v>0.0151883869493</c:v>
                </c:pt>
                <c:pt idx="1465">
                  <c:v>0.0151448924729</c:v>
                </c:pt>
                <c:pt idx="1466">
                  <c:v>0.0151016138147</c:v>
                </c:pt>
                <c:pt idx="1467">
                  <c:v>0.0150585497477</c:v>
                </c:pt>
                <c:pt idx="1468">
                  <c:v>0.0150156990575</c:v>
                </c:pt>
                <c:pt idx="1469">
                  <c:v>0.0149730605416</c:v>
                </c:pt>
                <c:pt idx="1470">
                  <c:v>0.0149306330099</c:v>
                </c:pt>
                <c:pt idx="1471">
                  <c:v>0.0148884152843</c:v>
                </c:pt>
                <c:pt idx="1472">
                  <c:v>0.0148464061984</c:v>
                </c:pt>
                <c:pt idx="1473">
                  <c:v>0.0148046045979</c:v>
                </c:pt>
                <c:pt idx="1474">
                  <c:v>0.0147630093403</c:v>
                </c:pt>
                <c:pt idx="1475">
                  <c:v>0.0147216192946</c:v>
                </c:pt>
                <c:pt idx="1476">
                  <c:v>0.0146804333415</c:v>
                </c:pt>
                <c:pt idx="1477">
                  <c:v>0.0146394503733</c:v>
                </c:pt>
                <c:pt idx="1478">
                  <c:v>0.0145986692935</c:v>
                </c:pt>
                <c:pt idx="1479">
                  <c:v>0.0145580890171</c:v>
                </c:pt>
                <c:pt idx="1480">
                  <c:v>0.0145177084704</c:v>
                </c:pt>
                <c:pt idx="1481">
                  <c:v>0.0144775265908</c:v>
                </c:pt>
                <c:pt idx="1482">
                  <c:v>0.0144375423269</c:v>
                </c:pt>
                <c:pt idx="1483">
                  <c:v>0.0143977546381</c:v>
                </c:pt>
                <c:pt idx="1484">
                  <c:v>0.0143581624952</c:v>
                </c:pt>
                <c:pt idx="1485">
                  <c:v>0.0143187648794</c:v>
                </c:pt>
                <c:pt idx="1486">
                  <c:v>0.014279560783</c:v>
                </c:pt>
                <c:pt idx="1487">
                  <c:v>0.014240549209</c:v>
                </c:pt>
                <c:pt idx="1488">
                  <c:v>0.014201729171</c:v>
                </c:pt>
                <c:pt idx="1489">
                  <c:v>0.0141630996932</c:v>
                </c:pt>
                <c:pt idx="1490">
                  <c:v>0.0141246598104</c:v>
                </c:pt>
                <c:pt idx="1491">
                  <c:v>0.0140864085678</c:v>
                </c:pt>
                <c:pt idx="1492">
                  <c:v>0.0140483450209</c:v>
                </c:pt>
                <c:pt idx="1493">
                  <c:v>0.0140104682358</c:v>
                </c:pt>
                <c:pt idx="1494">
                  <c:v>0.0139727772887</c:v>
                </c:pt>
                <c:pt idx="1495">
                  <c:v>0.0139352712659</c:v>
                </c:pt>
                <c:pt idx="1496">
                  <c:v>0.0138979492639</c:v>
                </c:pt>
                <c:pt idx="1497">
                  <c:v>0.0138608103894</c:v>
                </c:pt>
                <c:pt idx="1498">
                  <c:v>0.013823853759</c:v>
                </c:pt>
                <c:pt idx="1499">
                  <c:v>0.0137870784993</c:v>
                </c:pt>
                <c:pt idx="1500">
                  <c:v>0.0137504837466</c:v>
                </c:pt>
                <c:pt idx="1501">
                  <c:v>0.0137140686473</c:v>
                </c:pt>
                <c:pt idx="1502">
                  <c:v>0.0136778323574</c:v>
                </c:pt>
                <c:pt idx="1503">
                  <c:v>0.0136417740428</c:v>
                </c:pt>
                <c:pt idx="1504">
                  <c:v>0.0136058928788</c:v>
                </c:pt>
                <c:pt idx="1505">
                  <c:v>0.0135701880504</c:v>
                </c:pt>
                <c:pt idx="1506">
                  <c:v>0.0135346587522</c:v>
                </c:pt>
                <c:pt idx="1507">
                  <c:v>0.0134993041883</c:v>
                </c:pt>
                <c:pt idx="1508">
                  <c:v>0.0134641235721</c:v>
                </c:pt>
                <c:pt idx="1509">
                  <c:v>0.0134291161265</c:v>
                </c:pt>
                <c:pt idx="1510">
                  <c:v>0.0133942810836</c:v>
                </c:pt>
                <c:pt idx="1511">
                  <c:v>0.0133596176848</c:v>
                </c:pt>
                <c:pt idx="1512">
                  <c:v>0.0133251251808</c:v>
                </c:pt>
                <c:pt idx="1513">
                  <c:v>0.0132908028314</c:v>
                </c:pt>
                <c:pt idx="1514">
                  <c:v>0.0132566499055</c:v>
                </c:pt>
                <c:pt idx="1515">
                  <c:v>0.0132226656809</c:v>
                </c:pt>
                <c:pt idx="1516">
                  <c:v>0.0131888494446</c:v>
                </c:pt>
                <c:pt idx="1517">
                  <c:v>0.0131552004924</c:v>
                </c:pt>
                <c:pt idx="1518">
                  <c:v>0.013121718129</c:v>
                </c:pt>
                <c:pt idx="1519">
                  <c:v>0.013088401668</c:v>
                </c:pt>
                <c:pt idx="1520">
                  <c:v>0.0130552504316</c:v>
                </c:pt>
                <c:pt idx="1521">
                  <c:v>0.0130222637509</c:v>
                </c:pt>
                <c:pt idx="1522">
                  <c:v>0.0129894409655</c:v>
                </c:pt>
                <c:pt idx="1523">
                  <c:v>0.0129567814236</c:v>
                </c:pt>
                <c:pt idx="1524">
                  <c:v>0.0129242844821</c:v>
                </c:pt>
                <c:pt idx="1525">
                  <c:v>0.0128919495061</c:v>
                </c:pt>
                <c:pt idx="1526">
                  <c:v>0.0128597758694</c:v>
                </c:pt>
                <c:pt idx="1527">
                  <c:v>0.0128277629539</c:v>
                </c:pt>
                <c:pt idx="1528">
                  <c:v>0.01279591015</c:v>
                </c:pt>
                <c:pt idx="1529">
                  <c:v>0.0127642168561</c:v>
                </c:pt>
                <c:pt idx="1530">
                  <c:v>0.0127326824791</c:v>
                </c:pt>
                <c:pt idx="1531">
                  <c:v>0.0127013064335</c:v>
                </c:pt>
                <c:pt idx="1532">
                  <c:v>0.0126700881424</c:v>
                </c:pt>
                <c:pt idx="1533">
                  <c:v>0.0126390270364</c:v>
                </c:pt>
                <c:pt idx="1534">
                  <c:v>0.0126081225543</c:v>
                </c:pt>
                <c:pt idx="1535">
                  <c:v>0.0125773741423</c:v>
                </c:pt>
                <c:pt idx="1536">
                  <c:v>0.0125467812549</c:v>
                </c:pt>
                <c:pt idx="1537">
                  <c:v>0.0125163433539</c:v>
                </c:pt>
                <c:pt idx="1538">
                  <c:v>0.0124860599086</c:v>
                </c:pt>
                <c:pt idx="1539">
                  <c:v>0.0124559303961</c:v>
                </c:pt>
                <c:pt idx="1540">
                  <c:v>0.0124259543007</c:v>
                </c:pt>
                <c:pt idx="1541">
                  <c:v>0.0123961311142</c:v>
                </c:pt>
                <c:pt idx="1542">
                  <c:v>0.0123664603354</c:v>
                </c:pt>
                <c:pt idx="1543">
                  <c:v>0.0123369414704</c:v>
                </c:pt>
                <c:pt idx="1544">
                  <c:v>0.0123075740324</c:v>
                </c:pt>
                <c:pt idx="1545">
                  <c:v>0.0122783575414</c:v>
                </c:pt>
                <c:pt idx="1546">
                  <c:v>0.0122492915244</c:v>
                </c:pt>
                <c:pt idx="1547">
                  <c:v>0.0122203755149</c:v>
                </c:pt>
                <c:pt idx="1548">
                  <c:v>0.0121916090534</c:v>
                </c:pt>
                <c:pt idx="1549">
                  <c:v>0.0121629916865</c:v>
                </c:pt>
                <c:pt idx="1550">
                  <c:v>0.0121345229675</c:v>
                </c:pt>
                <c:pt idx="1551">
                  <c:v>0.0121062024558</c:v>
                </c:pt>
                <c:pt idx="1552">
                  <c:v>0.0120780297171</c:v>
                </c:pt>
                <c:pt idx="1553">
                  <c:v>0.0120500043228</c:v>
                </c:pt>
                <c:pt idx="1554">
                  <c:v>0.0120221258505</c:v>
                </c:pt>
                <c:pt idx="1555">
                  <c:v>0.0119943938835</c:v>
                </c:pt>
                <c:pt idx="1556">
                  <c:v>0.0119668080103</c:v>
                </c:pt>
                <c:pt idx="1557">
                  <c:v>0.0119393678253</c:v>
                </c:pt>
                <c:pt idx="1558">
                  <c:v>0.0119120729279</c:v>
                </c:pt>
                <c:pt idx="1559">
                  <c:v>0.0118849229227</c:v>
                </c:pt>
                <c:pt idx="1560">
                  <c:v>0.011857917419</c:v>
                </c:pt>
                <c:pt idx="1561">
                  <c:v>0.0118310560311</c:v>
                </c:pt>
                <c:pt idx="1562">
                  <c:v>0.0118043383778</c:v>
                </c:pt>
                <c:pt idx="1563">
                  <c:v>0.0117777640821</c:v>
                </c:pt>
                <c:pt idx="1564">
                  <c:v>0.0117513327713</c:v>
                </c:pt>
                <c:pt idx="1565">
                  <c:v>0.0117250440767</c:v>
                </c:pt>
                <c:pt idx="1566">
                  <c:v>0.0116988976332</c:v>
                </c:pt>
                <c:pt idx="1567">
                  <c:v>0.0116728930792</c:v>
                </c:pt>
                <c:pt idx="1568">
                  <c:v>0.0116470300565</c:v>
                </c:pt>
                <c:pt idx="1569">
                  <c:v>0.0116213082099</c:v>
                </c:pt>
                <c:pt idx="1570">
                  <c:v>0.0115957271869</c:v>
                </c:pt>
                <c:pt idx="1571">
                  <c:v>0.0115702866377</c:v>
                </c:pt>
                <c:pt idx="1572">
                  <c:v>0.0115449862145</c:v>
                </c:pt>
                <c:pt idx="1573">
                  <c:v>0.0115198255719</c:v>
                </c:pt>
                <c:pt idx="1574">
                  <c:v>0.0114948043657</c:v>
                </c:pt>
                <c:pt idx="1575">
                  <c:v>0.0114699222535</c:v>
                </c:pt>
                <c:pt idx="1576">
                  <c:v>0.011445178894</c:v>
                </c:pt>
                <c:pt idx="1577">
                  <c:v>0.0114205739463</c:v>
                </c:pt>
                <c:pt idx="1578">
                  <c:v>0.0113961070706</c:v>
                </c:pt>
                <c:pt idx="1579">
                  <c:v>0.0113717779267</c:v>
                </c:pt>
                <c:pt idx="1580">
                  <c:v>0.0113475861744</c:v>
                </c:pt>
                <c:pt idx="1581">
                  <c:v>0.0113235314731</c:v>
                </c:pt>
                <c:pt idx="1582">
                  <c:v>0.0112996134811</c:v>
                </c:pt>
                <c:pt idx="1583">
                  <c:v>0.0112758318554</c:v>
                </c:pt>
                <c:pt idx="1584">
                  <c:v>0.0112521862515</c:v>
                </c:pt>
                <c:pt idx="1585">
                  <c:v>0.0112286763228</c:v>
                </c:pt>
                <c:pt idx="1586">
                  <c:v>0.0112053017202</c:v>
                </c:pt>
                <c:pt idx="1587">
                  <c:v>0.0111820620918</c:v>
                </c:pt>
                <c:pt idx="1588">
                  <c:v>0.0111589570823</c:v>
                </c:pt>
                <c:pt idx="1589">
                  <c:v>0.0111359863328</c:v>
                </c:pt>
                <c:pt idx="1590">
                  <c:v>0.0111131494803</c:v>
                </c:pt>
                <c:pt idx="1591">
                  <c:v>0.0110904461571</c:v>
                </c:pt>
                <c:pt idx="1592">
                  <c:v>0.0110678759905</c:v>
                </c:pt>
                <c:pt idx="1593">
                  <c:v>0.0110454386024</c:v>
                </c:pt>
                <c:pt idx="1594">
                  <c:v>0.0110231336086</c:v>
                </c:pt>
                <c:pt idx="1595">
                  <c:v>0.0110009606184</c:v>
                </c:pt>
                <c:pt idx="1596">
                  <c:v>0.0109789192343</c:v>
                </c:pt>
                <c:pt idx="1597">
                  <c:v>0.0109570090515</c:v>
                </c:pt>
                <c:pt idx="1598">
                  <c:v>0.0109352296569</c:v>
                </c:pt>
                <c:pt idx="1599">
                  <c:v>0.0109135806294</c:v>
                </c:pt>
                <c:pt idx="1600">
                  <c:v>0.0108920615387</c:v>
                </c:pt>
                <c:pt idx="1601">
                  <c:v>0.0108706719451</c:v>
                </c:pt>
                <c:pt idx="1602">
                  <c:v>0.0108494113993</c:v>
                </c:pt>
                <c:pt idx="1603">
                  <c:v>0.0108282794411</c:v>
                </c:pt>
                <c:pt idx="1604">
                  <c:v>0.0108072755996</c:v>
                </c:pt>
                <c:pt idx="1605">
                  <c:v>0.0107863993925</c:v>
                </c:pt>
                <c:pt idx="1606">
                  <c:v>0.0107656503254</c:v>
                </c:pt>
                <c:pt idx="1607">
                  <c:v>0.0107450278913</c:v>
                </c:pt>
                <c:pt idx="1608">
                  <c:v>0.0107245315707</c:v>
                </c:pt>
                <c:pt idx="1609">
                  <c:v>0.01070416083</c:v>
                </c:pt>
                <c:pt idx="1610">
                  <c:v>0.0106839151221</c:v>
                </c:pt>
                <c:pt idx="1611">
                  <c:v>0.0106637938853</c:v>
                </c:pt>
                <c:pt idx="1612">
                  <c:v>0.010643796543</c:v>
                </c:pt>
                <c:pt idx="1613">
                  <c:v>0.0106239225031</c:v>
                </c:pt>
                <c:pt idx="1614">
                  <c:v>0.0106041711578</c:v>
                </c:pt>
                <c:pt idx="1615">
                  <c:v>0.010584541883</c:v>
                </c:pt>
                <c:pt idx="1616">
                  <c:v>0.0105650340377</c:v>
                </c:pt>
                <c:pt idx="1617">
                  <c:v>0.0105456469642</c:v>
                </c:pt>
                <c:pt idx="1618">
                  <c:v>0.0105263799869</c:v>
                </c:pt>
                <c:pt idx="1619">
                  <c:v>0.0105072324124</c:v>
                </c:pt>
                <c:pt idx="1620">
                  <c:v>0.0104882035293</c:v>
                </c:pt>
                <c:pt idx="1621">
                  <c:v>0.0104692926074</c:v>
                </c:pt>
                <c:pt idx="1622">
                  <c:v>0.0104504988976</c:v>
                </c:pt>
                <c:pt idx="1623">
                  <c:v>0.0104318216319</c:v>
                </c:pt>
                <c:pt idx="1624">
                  <c:v>0.0104132600227</c:v>
                </c:pt>
                <c:pt idx="1625">
                  <c:v>0.0103948132629</c:v>
                </c:pt>
                <c:pt idx="1626">
                  <c:v>0.0103764805254</c:v>
                </c:pt>
                <c:pt idx="1627">
                  <c:v>0.0103582609633</c:v>
                </c:pt>
                <c:pt idx="1628">
                  <c:v>0.0103401537093</c:v>
                </c:pt>
                <c:pt idx="1629">
                  <c:v>0.0103221578763</c:v>
                </c:pt>
                <c:pt idx="1630">
                  <c:v>0.0103042725565</c:v>
                </c:pt>
                <c:pt idx="1631">
                  <c:v>0.0102864968219</c:v>
                </c:pt>
                <c:pt idx="1632">
                  <c:v>0.0102688297242</c:v>
                </c:pt>
                <c:pt idx="1633">
                  <c:v>0.0102512702949</c:v>
                </c:pt>
                <c:pt idx="1634">
                  <c:v>0.0102338175451</c:v>
                </c:pt>
                <c:pt idx="1635">
                  <c:v>0.0102164704658</c:v>
                </c:pt>
                <c:pt idx="1636">
                  <c:v>0.0101992280283</c:v>
                </c:pt>
                <c:pt idx="1637">
                  <c:v>0.0101820891839</c:v>
                </c:pt>
                <c:pt idx="1638">
                  <c:v>0.0101650528645</c:v>
                </c:pt>
                <c:pt idx="1639">
                  <c:v>0.0101481179826</c:v>
                </c:pt>
                <c:pt idx="1640">
                  <c:v>0.010131283432</c:v>
                </c:pt>
                <c:pt idx="1641">
                  <c:v>0.0101145480877</c:v>
                </c:pt>
                <c:pt idx="1642">
                  <c:v>0.0100979108067</c:v>
                </c:pt>
                <c:pt idx="1643">
                  <c:v>0.0100813704279</c:v>
                </c:pt>
                <c:pt idx="1644">
                  <c:v>0.0100649257732</c:v>
                </c:pt>
                <c:pt idx="1645">
                  <c:v>0.0100485756475</c:v>
                </c:pt>
                <c:pt idx="1646">
                  <c:v>0.0100323188394</c:v>
                </c:pt>
                <c:pt idx="1647">
                  <c:v>0.0100161541219</c:v>
                </c:pt>
                <c:pt idx="1648">
                  <c:v>0.0100000802529</c:v>
                </c:pt>
                <c:pt idx="1649">
                  <c:v>0.00998409597562</c:v>
                </c:pt>
                <c:pt idx="1650">
                  <c:v>0.00996820001967</c:v>
                </c:pt>
                <c:pt idx="1651">
                  <c:v>0.00995239110148</c:v>
                </c:pt>
                <c:pt idx="1652">
                  <c:v>0.00993666792509</c:v>
                </c:pt>
                <c:pt idx="1653">
                  <c:v>0.0099210291829</c:v>
                </c:pt>
                <c:pt idx="1654">
                  <c:v>0.00990547355649</c:v>
                </c:pt>
                <c:pt idx="1655">
                  <c:v>0.00988999971736</c:v>
                </c:pt>
                <c:pt idx="1656">
                  <c:v>0.00987460632781</c:v>
                </c:pt>
                <c:pt idx="1657">
                  <c:v>0.00985929204176</c:v>
                </c:pt>
                <c:pt idx="1658">
                  <c:v>0.0098440555056</c:v>
                </c:pt>
                <c:pt idx="1659">
                  <c:v>0.00982889535912</c:v>
                </c:pt>
                <c:pt idx="1660">
                  <c:v>0.00981381023638</c:v>
                </c:pt>
                <c:pt idx="1661">
                  <c:v>0.00979879876663</c:v>
                </c:pt>
                <c:pt idx="1662">
                  <c:v>0.00978385957522</c:v>
                </c:pt>
                <c:pt idx="1663">
                  <c:v>0.00976899128458</c:v>
                </c:pt>
                <c:pt idx="1664">
                  <c:v>0.00975419251516</c:v>
                </c:pt>
                <c:pt idx="1665">
                  <c:v>0.00973946188636</c:v>
                </c:pt>
                <c:pt idx="1666">
                  <c:v>0.00972479801753</c:v>
                </c:pt>
                <c:pt idx="1667">
                  <c:v>0.00971019952894</c:v>
                </c:pt>
                <c:pt idx="1668">
                  <c:v>0.00969566504276</c:v>
                </c:pt>
                <c:pt idx="1669">
                  <c:v>0.00968119318404</c:v>
                </c:pt>
                <c:pt idx="1670">
                  <c:v>0.00966678258175</c:v>
                </c:pt>
                <c:pt idx="1671">
                  <c:v>0.00965243186971</c:v>
                </c:pt>
                <c:pt idx="1672">
                  <c:v>0.00963813968764</c:v>
                </c:pt>
                <c:pt idx="1673">
                  <c:v>0.00962390468217</c:v>
                </c:pt>
                <c:pt idx="1674">
                  <c:v>0.00960972550784</c:v>
                </c:pt>
                <c:pt idx="1675">
                  <c:v>0.00959560082809</c:v>
                </c:pt>
                <c:pt idx="1676">
                  <c:v>0.00958152931634</c:v>
                </c:pt>
                <c:pt idx="1677">
                  <c:v>0.00956750965697</c:v>
                </c:pt>
                <c:pt idx="1678">
                  <c:v>0.00955354054637</c:v>
                </c:pt>
                <c:pt idx="1679">
                  <c:v>0.00953962069396</c:v>
                </c:pt>
                <c:pt idx="1680">
                  <c:v>0.00952574882327</c:v>
                </c:pt>
                <c:pt idx="1681">
                  <c:v>0.00951192367293</c:v>
                </c:pt>
                <c:pt idx="1682">
                  <c:v>0.00949814399778</c:v>
                </c:pt>
                <c:pt idx="1683">
                  <c:v>0.0094844085699</c:v>
                </c:pt>
                <c:pt idx="1684">
                  <c:v>0.00947071617969</c:v>
                </c:pt>
                <c:pt idx="1685">
                  <c:v>0.00945706563696</c:v>
                </c:pt>
                <c:pt idx="1686">
                  <c:v>0.00944345577202</c:v>
                </c:pt>
                <c:pt idx="1687">
                  <c:v>0.00942988543678</c:v>
                </c:pt>
                <c:pt idx="1688">
                  <c:v>0.00941635350586</c:v>
                </c:pt>
                <c:pt idx="1689">
                  <c:v>0.00940285887771</c:v>
                </c:pt>
                <c:pt idx="1690">
                  <c:v>0.00938940047576</c:v>
                </c:pt>
                <c:pt idx="1691">
                  <c:v>0.00937597724959</c:v>
                </c:pt>
                <c:pt idx="1692">
                  <c:v>0.00936258817602</c:v>
                </c:pt>
                <c:pt idx="1693">
                  <c:v>0.00934923226039</c:v>
                </c:pt>
                <c:pt idx="1694">
                  <c:v>0.00933590853765</c:v>
                </c:pt>
                <c:pt idx="1695">
                  <c:v>0.00932261607365</c:v>
                </c:pt>
                <c:pt idx="1696">
                  <c:v>0.00930935396627</c:v>
                </c:pt>
                <c:pt idx="1697">
                  <c:v>0.00929612134671</c:v>
                </c:pt>
                <c:pt idx="1698">
                  <c:v>0.00928291738069</c:v>
                </c:pt>
                <c:pt idx="1699">
                  <c:v>0.00926974126971</c:v>
                </c:pt>
                <c:pt idx="1700">
                  <c:v>0.00925659225229</c:v>
                </c:pt>
                <c:pt idx="1701">
                  <c:v>0.00924346960523</c:v>
                </c:pt>
                <c:pt idx="1702">
                  <c:v>0.00923037264489</c:v>
                </c:pt>
                <c:pt idx="1703">
                  <c:v>0.00921730072843</c:v>
                </c:pt>
                <c:pt idx="1704">
                  <c:v>0.00920425325505</c:v>
                </c:pt>
                <c:pt idx="1705">
                  <c:v>0.00919122966731</c:v>
                </c:pt>
                <c:pt idx="1706">
                  <c:v>0.00917822945232</c:v>
                </c:pt>
                <c:pt idx="1707">
                  <c:v>0.00916525214299</c:v>
                </c:pt>
                <c:pt idx="1708">
                  <c:v>0.00915229731929</c:v>
                </c:pt>
                <c:pt idx="1709">
                  <c:v>0.00913936460938</c:v>
                </c:pt>
                <c:pt idx="1710">
                  <c:v>0.00912645369085</c:v>
                </c:pt>
                <c:pt idx="1711">
                  <c:v>0.00911356429186</c:v>
                </c:pt>
                <c:pt idx="1712">
                  <c:v>0.00910069619222</c:v>
                </c:pt>
                <c:pt idx="1713">
                  <c:v>0.00908784922449</c:v>
                </c:pt>
                <c:pt idx="1714">
                  <c:v>0.00907502327503</c:v>
                </c:pt>
                <c:pt idx="1715">
                  <c:v>0.00906221828495</c:v>
                </c:pt>
                <c:pt idx="1716">
                  <c:v>0.00904943425103</c:v>
                </c:pt>
                <c:pt idx="1717">
                  <c:v>0.00903667122663</c:v>
                </c:pt>
                <c:pt idx="1718">
                  <c:v>0.00902392932243</c:v>
                </c:pt>
                <c:pt idx="1719">
                  <c:v>0.00901120870718</c:v>
                </c:pt>
                <c:pt idx="1720">
                  <c:v>0.00899850960835</c:v>
                </c:pt>
                <c:pt idx="1721">
                  <c:v>0.00898583231265</c:v>
                </c:pt>
                <c:pt idx="1722">
                  <c:v>0.00897317716651</c:v>
                </c:pt>
                <c:pt idx="1723">
                  <c:v>0.00896054457644</c:v>
                </c:pt>
                <c:pt idx="1724">
                  <c:v>0.00894793500928</c:v>
                </c:pt>
                <c:pt idx="1725">
                  <c:v>0.00893534899237</c:v>
                </c:pt>
                <c:pt idx="1726">
                  <c:v>0.00892278711354</c:v>
                </c:pt>
                <c:pt idx="1727">
                  <c:v>0.00891025002104</c:v>
                </c:pt>
                <c:pt idx="1728">
                  <c:v>0.00889773842335</c:v>
                </c:pt>
                <c:pt idx="1729">
                  <c:v>0.00888525308876</c:v>
                </c:pt>
                <c:pt idx="1730">
                  <c:v>0.00887279484497</c:v>
                </c:pt>
                <c:pt idx="1731">
                  <c:v>0.0088603645784</c:v>
                </c:pt>
                <c:pt idx="1732">
                  <c:v>0.00884796323347</c:v>
                </c:pt>
                <c:pt idx="1733">
                  <c:v>0.00883559181167</c:v>
                </c:pt>
                <c:pt idx="1734">
                  <c:v>0.0088232513705</c:v>
                </c:pt>
                <c:pt idx="1735">
                  <c:v>0.00881094302228</c:v>
                </c:pt>
                <c:pt idx="1736">
                  <c:v>0.00879866793278</c:v>
                </c:pt>
                <c:pt idx="1737">
                  <c:v>0.00878642731973</c:v>
                </c:pt>
                <c:pt idx="1738">
                  <c:v>0.00877422245113</c:v>
                </c:pt>
                <c:pt idx="1739">
                  <c:v>0.00876205464349</c:v>
                </c:pt>
                <c:pt idx="1740">
                  <c:v>0.00874992525984</c:v>
                </c:pt>
                <c:pt idx="1741">
                  <c:v>0.00873783570763</c:v>
                </c:pt>
                <c:pt idx="1742">
                  <c:v>0.00872578743651</c:v>
                </c:pt>
                <c:pt idx="1743">
                  <c:v>0.00871378193592</c:v>
                </c:pt>
                <c:pt idx="1744">
                  <c:v>0.00870182073254</c:v>
                </c:pt>
                <c:pt idx="1745">
                  <c:v>0.00868990538772</c:v>
                </c:pt>
                <c:pt idx="1746">
                  <c:v>0.0086780374946</c:v>
                </c:pt>
                <c:pt idx="1747">
                  <c:v>0.00866621867526</c:v>
                </c:pt>
                <c:pt idx="1748">
                  <c:v>0.00865445057767</c:v>
                </c:pt>
                <c:pt idx="1749">
                  <c:v>0.0086427348726</c:v>
                </c:pt>
                <c:pt idx="1750">
                  <c:v>0.00863107325032</c:v>
                </c:pt>
                <c:pt idx="1751">
                  <c:v>0.00861946741733</c:v>
                </c:pt>
                <c:pt idx="1752">
                  <c:v>0.00860791909293</c:v>
                </c:pt>
                <c:pt idx="1753">
                  <c:v>0.00859643000569</c:v>
                </c:pt>
                <c:pt idx="1754">
                  <c:v>0.00858500188991</c:v>
                </c:pt>
                <c:pt idx="1755">
                  <c:v>0.008573636482</c:v>
                </c:pt>
                <c:pt idx="1756">
                  <c:v>0.00856233551678</c:v>
                </c:pt>
                <c:pt idx="1757">
                  <c:v>0.00855110072373</c:v>
                </c:pt>
                <c:pt idx="1758">
                  <c:v>0.00853993382327</c:v>
                </c:pt>
                <c:pt idx="1759">
                  <c:v>0.00852883652291</c:v>
                </c:pt>
                <c:pt idx="1760">
                  <c:v>0.00851781051349</c:v>
                </c:pt>
                <c:pt idx="1761">
                  <c:v>0.00850685746531</c:v>
                </c:pt>
                <c:pt idx="1762">
                  <c:v>0.00849597902434</c:v>
                </c:pt>
                <c:pt idx="1763">
                  <c:v>0.00848517680836</c:v>
                </c:pt>
                <c:pt idx="1764">
                  <c:v>0.00847445240322</c:v>
                </c:pt>
                <c:pt idx="1765">
                  <c:v>0.00846380735898</c:v>
                </c:pt>
                <c:pt idx="1766">
                  <c:v>0.00845324318621</c:v>
                </c:pt>
                <c:pt idx="1767">
                  <c:v>0.00844276135229</c:v>
                </c:pt>
                <c:pt idx="1768">
                  <c:v>0.0084323632777</c:v>
                </c:pt>
                <c:pt idx="1769">
                  <c:v>0.00842205033244</c:v>
                </c:pt>
                <c:pt idx="1770">
                  <c:v>0.00841182383246</c:v>
                </c:pt>
                <c:pt idx="1771">
                  <c:v>0.00840168503619</c:v>
                </c:pt>
                <c:pt idx="1772">
                  <c:v>0.00839163514112</c:v>
                </c:pt>
                <c:pt idx="1773">
                  <c:v>0.00838167528044</c:v>
                </c:pt>
                <c:pt idx="1774">
                  <c:v>0.00837180651985</c:v>
                </c:pt>
                <c:pt idx="1775">
                  <c:v>0.00836202985431</c:v>
                </c:pt>
                <c:pt idx="1776">
                  <c:v>0.00835234620503</c:v>
                </c:pt>
                <c:pt idx="1777">
                  <c:v>0.00834275641647</c:v>
                </c:pt>
                <c:pt idx="1778">
                  <c:v>0.0083332612535</c:v>
                </c:pt>
                <c:pt idx="1779">
                  <c:v>0.00832386139857</c:v>
                </c:pt>
                <c:pt idx="1780">
                  <c:v>0.00831455744912</c:v>
                </c:pt>
                <c:pt idx="1781">
                  <c:v>0.00830534991501</c:v>
                </c:pt>
                <c:pt idx="1782">
                  <c:v>0.00829623921608</c:v>
                </c:pt>
                <c:pt idx="1783">
                  <c:v>0.00828722567987</c:v>
                </c:pt>
                <c:pt idx="1784">
                  <c:v>0.0082783095394</c:v>
                </c:pt>
                <c:pt idx="1785">
                  <c:v>0.00826949093114</c:v>
                </c:pt>
                <c:pt idx="1786">
                  <c:v>0.00826076989307</c:v>
                </c:pt>
                <c:pt idx="1787">
                  <c:v>0.00825214636287</c:v>
                </c:pt>
                <c:pt idx="1788">
                  <c:v>0.00824362017625</c:v>
                </c:pt>
                <c:pt idx="1789">
                  <c:v>0.00823519106541</c:v>
                </c:pt>
                <c:pt idx="1790">
                  <c:v>0.00822685865768</c:v>
                </c:pt>
                <c:pt idx="1791">
                  <c:v>0.00821862247419</c:v>
                </c:pt>
                <c:pt idx="1792">
                  <c:v>0.00821048192881</c:v>
                </c:pt>
                <c:pt idx="1793">
                  <c:v>0.00820243632716</c:v>
                </c:pt>
                <c:pt idx="1794">
                  <c:v>0.00819448486578</c:v>
                </c:pt>
                <c:pt idx="1795">
                  <c:v>0.00818662663144</c:v>
                </c:pt>
                <c:pt idx="1796">
                  <c:v>0.00817886060061</c:v>
                </c:pt>
                <c:pt idx="1797">
                  <c:v>0.00817118563908</c:v>
                </c:pt>
                <c:pt idx="1798">
                  <c:v>0.00816360050176</c:v>
                </c:pt>
                <c:pt idx="1799">
                  <c:v>0.00815610383256</c:v>
                </c:pt>
                <c:pt idx="1800">
                  <c:v>0.00814869416451</c:v>
                </c:pt>
                <c:pt idx="1801">
                  <c:v>0.00814136992</c:v>
                </c:pt>
                <c:pt idx="1802">
                  <c:v>0.00813412941116</c:v>
                </c:pt>
                <c:pt idx="1803">
                  <c:v>0.00812697084047</c:v>
                </c:pt>
                <c:pt idx="1804">
                  <c:v>0.00811989230146</c:v>
                </c:pt>
                <c:pt idx="1805">
                  <c:v>0.00811289177964</c:v>
                </c:pt>
                <c:pt idx="1806">
                  <c:v>0.00810596715352</c:v>
                </c:pt>
                <c:pt idx="1807">
                  <c:v>0.00809911619589</c:v>
                </c:pt>
                <c:pt idx="1808">
                  <c:v>0.00809233657519</c:v>
                </c:pt>
                <c:pt idx="1809">
                  <c:v>0.00808562585714</c:v>
                </c:pt>
                <c:pt idx="1810">
                  <c:v>0.0080789815064</c:v>
                </c:pt>
                <c:pt idx="1811">
                  <c:v>0.00807240088858</c:v>
                </c:pt>
                <c:pt idx="1812">
                  <c:v>0.0080658812723</c:v>
                </c:pt>
                <c:pt idx="1813">
                  <c:v>0.00805941983143</c:v>
                </c:pt>
                <c:pt idx="1814">
                  <c:v>0.00805301364756</c:v>
                </c:pt>
                <c:pt idx="1815">
                  <c:v>0.00804665971264</c:v>
                </c:pt>
                <c:pt idx="1816">
                  <c:v>0.00804035493172</c:v>
                </c:pt>
                <c:pt idx="1817">
                  <c:v>0.00803409612591</c:v>
                </c:pt>
                <c:pt idx="1818">
                  <c:v>0.00802788003557</c:v>
                </c:pt>
                <c:pt idx="1819">
                  <c:v>0.00802170332356</c:v>
                </c:pt>
                <c:pt idx="1820">
                  <c:v>0.00801556257871</c:v>
                </c:pt>
                <c:pt idx="1821">
                  <c:v>0.0080094543195</c:v>
                </c:pt>
                <c:pt idx="1822">
                  <c:v>0.00800337499782</c:v>
                </c:pt>
                <c:pt idx="1823">
                  <c:v>0.00799732100295</c:v>
                </c:pt>
                <c:pt idx="1824">
                  <c:v>0.0079912886657</c:v>
                </c:pt>
                <c:pt idx="1825">
                  <c:v>0.00798527426265</c:v>
                </c:pt>
                <c:pt idx="1826">
                  <c:v>0.00797927402063</c:v>
                </c:pt>
                <c:pt idx="1827">
                  <c:v>0.00797328412127</c:v>
                </c:pt>
                <c:pt idx="1828">
                  <c:v>0.00796730070575</c:v>
                </c:pt>
                <c:pt idx="1829">
                  <c:v>0.00796131987965</c:v>
                </c:pt>
                <c:pt idx="1830">
                  <c:v>0.00795533771794</c:v>
                </c:pt>
                <c:pt idx="1831">
                  <c:v>0.00794935027016</c:v>
                </c:pt>
                <c:pt idx="1832">
                  <c:v>0.00794335356565</c:v>
                </c:pt>
                <c:pt idx="1833">
                  <c:v>0.00793734361889</c:v>
                </c:pt>
                <c:pt idx="1834">
                  <c:v>0.00793131643508</c:v>
                </c:pt>
                <c:pt idx="1835">
                  <c:v>0.00792526801566</c:v>
                </c:pt>
                <c:pt idx="1836">
                  <c:v>0.00791919436401</c:v>
                </c:pt>
                <c:pt idx="1837">
                  <c:v>0.00791309149128</c:v>
                </c:pt>
                <c:pt idx="1838">
                  <c:v>0.00790695542223</c:v>
                </c:pt>
                <c:pt idx="1839">
                  <c:v>0.00790078220117</c:v>
                </c:pt>
                <c:pt idx="1840">
                  <c:v>0.00789456789798</c:v>
                </c:pt>
                <c:pt idx="1841">
                  <c:v>0.00788830861418</c:v>
                </c:pt>
                <c:pt idx="1842">
                  <c:v>0.00788200048904</c:v>
                </c:pt>
                <c:pt idx="1843">
                  <c:v>0.00787563970573</c:v>
                </c:pt>
                <c:pt idx="1844">
                  <c:v>0.00786922249752</c:v>
                </c:pt>
                <c:pt idx="1845">
                  <c:v>0.00786274515394</c:v>
                </c:pt>
                <c:pt idx="1846">
                  <c:v>0.00785620402701</c:v>
                </c:pt>
                <c:pt idx="1847">
                  <c:v>0.00784959553745</c:v>
                </c:pt>
                <c:pt idx="1848">
                  <c:v>0.00784291618077</c:v>
                </c:pt>
                <c:pt idx="1849">
                  <c:v>0.0078361625335</c:v>
                </c:pt>
                <c:pt idx="1850">
                  <c:v>0.00782933125924</c:v>
                </c:pt>
                <c:pt idx="1851">
                  <c:v>0.0078224191147</c:v>
                </c:pt>
                <c:pt idx="1852">
                  <c:v>0.00781542295562</c:v>
                </c:pt>
                <c:pt idx="1853">
                  <c:v>0.00780833974269</c:v>
                </c:pt>
                <c:pt idx="1854">
                  <c:v>0.00780116654729</c:v>
                </c:pt>
                <c:pt idx="1855">
                  <c:v>0.00779390055709</c:v>
                </c:pt>
                <c:pt idx="1856">
                  <c:v>0.00778653908162</c:v>
                </c:pt>
                <c:pt idx="1857">
                  <c:v>0.00777907955755</c:v>
                </c:pt>
                <c:pt idx="1858">
                  <c:v>0.0077715195539</c:v>
                </c:pt>
                <c:pt idx="1859">
                  <c:v>0.00776385677704</c:v>
                </c:pt>
                <c:pt idx="1860">
                  <c:v>0.00775608907543</c:v>
                </c:pt>
                <c:pt idx="1861">
                  <c:v>0.00774821444424</c:v>
                </c:pt>
                <c:pt idx="1862">
                  <c:v>0.00774023102964</c:v>
                </c:pt>
                <c:pt idx="1863">
                  <c:v>0.00773213713287</c:v>
                </c:pt>
                <c:pt idx="1864">
                  <c:v>0.00772393121407</c:v>
                </c:pt>
                <c:pt idx="1865">
                  <c:v>0.00771561189575</c:v>
                </c:pt>
                <c:pt idx="1866">
                  <c:v>0.00770717796606</c:v>
                </c:pt>
                <c:pt idx="1867">
                  <c:v>0.0076986283816</c:v>
                </c:pt>
                <c:pt idx="1868">
                  <c:v>0.00768996227005</c:v>
                </c:pt>
                <c:pt idx="1869">
                  <c:v>0.00768117893235</c:v>
                </c:pt>
                <c:pt idx="1870">
                  <c:v>0.00767227784456</c:v>
                </c:pt>
                <c:pt idx="1871">
                  <c:v>0.00766325865933</c:v>
                </c:pt>
                <c:pt idx="1872">
                  <c:v>0.007654121207</c:v>
                </c:pt>
                <c:pt idx="1873">
                  <c:v>0.0076448654963</c:v>
                </c:pt>
                <c:pt idx="1874">
                  <c:v>0.00763549171467</c:v>
                </c:pt>
                <c:pt idx="1875">
                  <c:v>0.00762600022815</c:v>
                </c:pt>
                <c:pt idx="1876">
                  <c:v>0.00761639158086</c:v>
                </c:pt>
                <c:pt idx="1877">
                  <c:v>0.00760666649406</c:v>
                </c:pt>
                <c:pt idx="1878">
                  <c:v>0.00759682586482</c:v>
                </c:pt>
                <c:pt idx="1879">
                  <c:v>0.00758687076421</c:v>
                </c:pt>
                <c:pt idx="1880">
                  <c:v>0.00757680243518</c:v>
                </c:pt>
                <c:pt idx="1881">
                  <c:v>0.00756662228988</c:v>
                </c:pt>
                <c:pt idx="1882">
                  <c:v>0.00755633190671</c:v>
                </c:pt>
                <c:pt idx="1883">
                  <c:v>0.00754593302689</c:v>
                </c:pt>
                <c:pt idx="1884">
                  <c:v>0.00753542755062</c:v>
                </c:pt>
                <c:pt idx="1885">
                  <c:v>0.00752481753296</c:v>
                </c:pt>
                <c:pt idx="1886">
                  <c:v>0.00751410517922</c:v>
                </c:pt>
                <c:pt idx="1887">
                  <c:v>0.00750329284006</c:v>
                </c:pt>
                <c:pt idx="1888">
                  <c:v>0.00749238300626</c:v>
                </c:pt>
                <c:pt idx="1889">
                  <c:v>0.00748137830312</c:v>
                </c:pt>
                <c:pt idx="1890">
                  <c:v>0.0074702814846</c:v>
                </c:pt>
                <c:pt idx="1891">
                  <c:v>0.00745909542719</c:v>
                </c:pt>
                <c:pt idx="1892">
                  <c:v>0.00744782312342</c:v>
                </c:pt>
                <c:pt idx="1893">
                  <c:v>0.00743646767531</c:v>
                </c:pt>
                <c:pt idx="1894">
                  <c:v>0.00742503228742</c:v>
                </c:pt>
                <c:pt idx="1895">
                  <c:v>0.00741352025986</c:v>
                </c:pt>
                <c:pt idx="1896">
                  <c:v>0.00740193498101</c:v>
                </c:pt>
                <c:pt idx="1897">
                  <c:v>0.00739027992027</c:v>
                </c:pt>
                <c:pt idx="1898">
                  <c:v>0.00737855862049</c:v>
                </c:pt>
                <c:pt idx="1899">
                  <c:v>0.00736677469055</c:v>
                </c:pt>
                <c:pt idx="1900">
                  <c:v>0.00735493179766</c:v>
                </c:pt>
                <c:pt idx="1901">
                  <c:v>0.00734303365982</c:v>
                </c:pt>
                <c:pt idx="1902">
                  <c:v>0.00733108403815</c:v>
                </c:pt>
                <c:pt idx="1903">
                  <c:v>0.00731908672932</c:v>
                </c:pt>
                <c:pt idx="1904">
                  <c:v>0.00730704555801</c:v>
                </c:pt>
                <c:pt idx="1905">
                  <c:v>0.00729496436941</c:v>
                </c:pt>
                <c:pt idx="1906">
                  <c:v>0.00728284702189</c:v>
                </c:pt>
                <c:pt idx="1907">
                  <c:v>0.00727069737972</c:v>
                </c:pt>
                <c:pt idx="1908">
                  <c:v>0.007258519306</c:v>
                </c:pt>
                <c:pt idx="1909">
                  <c:v>0.0072463166557</c:v>
                </c:pt>
                <c:pt idx="1910">
                  <c:v>0.00723409326893</c:v>
                </c:pt>
                <c:pt idx="1911">
                  <c:v>0.00722185296436</c:v>
                </c:pt>
                <c:pt idx="1912">
                  <c:v>0.00720959953297</c:v>
                </c:pt>
                <c:pt idx="1913">
                  <c:v>0.00719733673185</c:v>
                </c:pt>
                <c:pt idx="1914">
                  <c:v>0.00718506827846</c:v>
                </c:pt>
                <c:pt idx="1915">
                  <c:v>0.00717279784498</c:v>
                </c:pt>
                <c:pt idx="1916">
                  <c:v>0.00716052905307</c:v>
                </c:pt>
                <c:pt idx="1917">
                  <c:v>0.00714826546875</c:v>
                </c:pt>
                <c:pt idx="1918">
                  <c:v>0.00713601059775</c:v>
                </c:pt>
                <c:pt idx="1919">
                  <c:v>0.00712376788102</c:v>
                </c:pt>
                <c:pt idx="1920">
                  <c:v>0.00711154069058</c:v>
                </c:pt>
                <c:pt idx="1921">
                  <c:v>0.0070993323257</c:v>
                </c:pt>
                <c:pt idx="1922">
                  <c:v>0.00708714600933</c:v>
                </c:pt>
                <c:pt idx="1923">
                  <c:v>0.00707498488486</c:v>
                </c:pt>
                <c:pt idx="1924">
                  <c:v>0.00706285201321</c:v>
                </c:pt>
                <c:pt idx="1925">
                  <c:v>0.00705075037014</c:v>
                </c:pt>
                <c:pt idx="1926">
                  <c:v>0.00703868284395</c:v>
                </c:pt>
                <c:pt idx="1927">
                  <c:v>0.00702665223337</c:v>
                </c:pt>
                <c:pt idx="1928">
                  <c:v>0.00701466124583</c:v>
                </c:pt>
                <c:pt idx="1929">
                  <c:v>0.00700271249594</c:v>
                </c:pt>
                <c:pt idx="1930">
                  <c:v>0.00699080850425</c:v>
                </c:pt>
                <c:pt idx="1931">
                  <c:v>0.0069789516963</c:v>
                </c:pt>
                <c:pt idx="1932">
                  <c:v>0.00696714440188</c:v>
                </c:pt>
                <c:pt idx="1933">
                  <c:v>0.00695538885457</c:v>
                </c:pt>
                <c:pt idx="1934">
                  <c:v>0.0069436871915</c:v>
                </c:pt>
                <c:pt idx="1935">
                  <c:v>0.00693204145327</c:v>
                </c:pt>
                <c:pt idx="1936">
                  <c:v>0.00692045358419</c:v>
                </c:pt>
                <c:pt idx="1937">
                  <c:v>0.00690892543265</c:v>
                </c:pt>
                <c:pt idx="1938">
                  <c:v>0.00689745875164</c:v>
                </c:pt>
                <c:pt idx="1939">
                  <c:v>0.00688605519953</c:v>
                </c:pt>
                <c:pt idx="1940">
                  <c:v>0.00687471634097</c:v>
                </c:pt>
                <c:pt idx="1941">
                  <c:v>0.00686344364793</c:v>
                </c:pt>
                <c:pt idx="1942">
                  <c:v>0.00685223850089</c:v>
                </c:pt>
                <c:pt idx="1943">
                  <c:v>0.00684110219016</c:v>
                </c:pt>
                <c:pt idx="1944">
                  <c:v>0.00683003591734</c:v>
                </c:pt>
                <c:pt idx="1945">
                  <c:v>0.00681904079682</c:v>
                </c:pt>
                <c:pt idx="1946">
                  <c:v>0.00680811785747</c:v>
                </c:pt>
                <c:pt idx="1947">
                  <c:v>0.00679726804432</c:v>
                </c:pt>
                <c:pt idx="1948">
                  <c:v>0.00678649222037</c:v>
                </c:pt>
                <c:pt idx="1949">
                  <c:v>0.00677579116849</c:v>
                </c:pt>
                <c:pt idx="1950">
                  <c:v>0.00676516559327</c:v>
                </c:pt>
                <c:pt idx="1951">
                  <c:v>0.00675461612307</c:v>
                </c:pt>
                <c:pt idx="1952">
                  <c:v>0.00674414331198</c:v>
                </c:pt>
                <c:pt idx="1953">
                  <c:v>0.00673374764188</c:v>
                </c:pt>
                <c:pt idx="1954">
                  <c:v>0.00672342952449</c:v>
                </c:pt>
                <c:pt idx="1955">
                  <c:v>0.0067131893035</c:v>
                </c:pt>
                <c:pt idx="1956">
                  <c:v>0.00670302725663</c:v>
                </c:pt>
                <c:pt idx="1957">
                  <c:v>0.00669294359779</c:v>
                </c:pt>
                <c:pt idx="1958">
                  <c:v>0.00668293847912</c:v>
                </c:pt>
                <c:pt idx="1959">
                  <c:v>0.00667301199318</c:v>
                </c:pt>
                <c:pt idx="1960">
                  <c:v>0.00666316417502</c:v>
                </c:pt>
                <c:pt idx="1961">
                  <c:v>0.00665339500427</c:v>
                </c:pt>
                <c:pt idx="1962">
                  <c:v>0.00664370440725</c:v>
                </c:pt>
                <c:pt idx="1963">
                  <c:v>0.00663409225905</c:v>
                </c:pt>
                <c:pt idx="1964">
                  <c:v>0.00662455838553</c:v>
                </c:pt>
                <c:pt idx="1965">
                  <c:v>0.00661510256545</c:v>
                </c:pt>
                <c:pt idx="1966">
                  <c:v>0.00660572453241</c:v>
                </c:pt>
                <c:pt idx="1967">
                  <c:v>0.00659642397689</c:v>
                </c:pt>
                <c:pt idx="1968">
                  <c:v>0.0065872005482</c:v>
                </c:pt>
                <c:pt idx="1969">
                  <c:v>0.00657805385649</c:v>
                </c:pt>
                <c:pt idx="1970">
                  <c:v>0.0065689834746</c:v>
                </c:pt>
                <c:pt idx="1971">
                  <c:v>0.00655998894005</c:v>
                </c:pt>
                <c:pt idx="1972">
                  <c:v>0.00655106975688</c:v>
                </c:pt>
                <c:pt idx="1973">
                  <c:v>0.00654222539755</c:v>
                </c:pt>
                <c:pt idx="1974">
                  <c:v>0.00653345530474</c:v>
                </c:pt>
                <c:pt idx="1975">
                  <c:v>0.00652475889322</c:v>
                </c:pt>
                <c:pt idx="1976">
                  <c:v>0.00651613555166</c:v>
                </c:pt>
                <c:pt idx="1977">
                  <c:v>0.00650758464434</c:v>
                </c:pt>
                <c:pt idx="1978">
                  <c:v>0.00649910551301</c:v>
                </c:pt>
                <c:pt idx="1979">
                  <c:v>0.00649069747858</c:v>
                </c:pt>
                <c:pt idx="1980">
                  <c:v>0.00648235984284</c:v>
                </c:pt>
                <c:pt idx="1981">
                  <c:v>0.00647409189022</c:v>
                </c:pt>
                <c:pt idx="1982">
                  <c:v>0.00646589288942</c:v>
                </c:pt>
                <c:pt idx="1983">
                  <c:v>0.00645776209515</c:v>
                </c:pt>
                <c:pt idx="1984">
                  <c:v>0.00644969874973</c:v>
                </c:pt>
                <c:pt idx="1985">
                  <c:v>0.00644170208478</c:v>
                </c:pt>
                <c:pt idx="1986">
                  <c:v>0.00643377132278</c:v>
                </c:pt>
                <c:pt idx="1987">
                  <c:v>0.00642590567878</c:v>
                </c:pt>
                <c:pt idx="1988">
                  <c:v>0.00641810436189</c:v>
                </c:pt>
                <c:pt idx="1989">
                  <c:v>0.0064103665769</c:v>
                </c:pt>
                <c:pt idx="1990">
                  <c:v>0.00640269152585</c:v>
                </c:pt>
                <c:pt idx="1991">
                  <c:v>0.00639507840953</c:v>
                </c:pt>
                <c:pt idx="1992">
                  <c:v>0.00638752642902</c:v>
                </c:pt>
                <c:pt idx="1993">
                  <c:v>0.00638003478719</c:v>
                </c:pt>
                <c:pt idx="1994">
                  <c:v>0.00637260269016</c:v>
                </c:pt>
                <c:pt idx="1995">
                  <c:v>0.00636522934875</c:v>
                </c:pt>
                <c:pt idx="1996">
                  <c:v>0.00635791397992</c:v>
                </c:pt>
                <c:pt idx="1997">
                  <c:v>0.00635065580817</c:v>
                </c:pt>
                <c:pt idx="1998">
                  <c:v>0.00634345406691</c:v>
                </c:pt>
                <c:pt idx="1999">
                  <c:v>0.00633630799979</c:v>
                </c:pt>
                <c:pt idx="2000">
                  <c:v>0.00632921686205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0.75"/>
          <c:min val="0"/>
        </c:scaling>
        <c:delete val="0"/>
        <c:axPos val="l"/>
        <c:majorGridlines>
          <c:spPr>
            <a:ln xmlns:a="http://schemas.openxmlformats.org/drawingml/2006/main" w="4763">
              <a:solidFill>
                <a:srgbClr val="EEEEEE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2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majorUnit val="1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9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U/t = 5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222222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scatterChart>
        <c:scatterStyle val="lineMarker"/>
        <c:varyColors val="0"/>
        <c:ser>
          <c:idx val="0"/>
          <c:order val="0"/>
          <c:tx>
            <c:v>charge</c:v>
          </c:tx>
          <c:spPr>
            <a:ln xmlns:a="http://schemas.openxmlformats.org/drawingml/2006/main" w="15240">
              <a:solidFill>
                <a:srgbClr val="C43C64"/>
              </a:solidFill>
              <a:prstDash val="solid"/>
            </a:ln>
          </c:spPr>
          <c:marker>
            <c:symbol val="none"/>
            <c:size val="5"/>
            <c:spPr>
              <a:solidFill xmlns:a="http://schemas.openxmlformats.org/drawingml/2006/main">
                <a:srgbClr val="C43C64"/>
              </a:solidFill>
            </c:spPr>
          </c:marker>
          <c:xVal>
            <c:numRef>
              <c:f>'Chart Data'!$A$2:$A$2002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Data'!$B$2:$B$2002</c:f>
              <c:numCache>
                <c:formatCode>0.0</c:formatCode>
                <c:ptCount val="2001"/>
                <c:pt idx="0">
                  <c:v>0.00338253272008</c:v>
                </c:pt>
                <c:pt idx="1">
                  <c:v>0.00339011763742</c:v>
                </c:pt>
                <c:pt idx="2">
                  <c:v>0.00339772904496</c:v>
                </c:pt>
                <c:pt idx="3">
                  <c:v>0.00340536706972</c:v>
                </c:pt>
                <c:pt idx="4">
                  <c:v>0.00341303183956</c:v>
                </c:pt>
                <c:pt idx="5">
                  <c:v>0.00342072348307</c:v>
                </c:pt>
                <c:pt idx="6">
                  <c:v>0.00342844212967</c:v>
                </c:pt>
                <c:pt idx="7">
                  <c:v>0.00343618790957</c:v>
                </c:pt>
                <c:pt idx="8">
                  <c:v>0.00344396095378</c:v>
                </c:pt>
                <c:pt idx="9">
                  <c:v>0.00345176139413</c:v>
                </c:pt>
                <c:pt idx="10">
                  <c:v>0.00345958936324</c:v>
                </c:pt>
                <c:pt idx="11">
                  <c:v>0.00346744499459</c:v>
                </c:pt>
                <c:pt idx="12">
                  <c:v>0.00347532842246</c:v>
                </c:pt>
                <c:pt idx="13">
                  <c:v>0.00348323978199</c:v>
                </c:pt>
                <c:pt idx="14">
                  <c:v>0.00349117920913</c:v>
                </c:pt>
                <c:pt idx="15">
                  <c:v>0.00349914684071</c:v>
                </c:pt>
                <c:pt idx="16">
                  <c:v>0.00350714281439</c:v>
                </c:pt>
                <c:pt idx="17">
                  <c:v>0.00351516726872</c:v>
                </c:pt>
                <c:pt idx="18">
                  <c:v>0.00352322034308</c:v>
                </c:pt>
                <c:pt idx="19">
                  <c:v>0.00353130217775</c:v>
                </c:pt>
                <c:pt idx="20">
                  <c:v>0.00353941291389</c:v>
                </c:pt>
                <c:pt idx="21">
                  <c:v>0.00354755269354</c:v>
                </c:pt>
                <c:pt idx="22">
                  <c:v>0.00355572165964</c:v>
                </c:pt>
                <c:pt idx="23">
                  <c:v>0.00356391995602</c:v>
                </c:pt>
                <c:pt idx="24">
                  <c:v>0.00357214772745</c:v>
                </c:pt>
                <c:pt idx="25">
                  <c:v>0.00358040511957</c:v>
                </c:pt>
                <c:pt idx="26">
                  <c:v>0.00358869227898</c:v>
                </c:pt>
                <c:pt idx="27">
                  <c:v>0.0035970093532</c:v>
                </c:pt>
                <c:pt idx="28">
                  <c:v>0.00360535649067</c:v>
                </c:pt>
                <c:pt idx="29">
                  <c:v>0.00361373384079</c:v>
                </c:pt>
                <c:pt idx="30">
                  <c:v>0.00362214155393</c:v>
                </c:pt>
                <c:pt idx="31">
                  <c:v>0.00363057978137</c:v>
                </c:pt>
                <c:pt idx="32">
                  <c:v>0.00363904867541</c:v>
                </c:pt>
                <c:pt idx="33">
                  <c:v>0.00364754838928</c:v>
                </c:pt>
                <c:pt idx="34">
                  <c:v>0.00365607907723</c:v>
                </c:pt>
                <c:pt idx="35">
                  <c:v>0.00366464089446</c:v>
                </c:pt>
                <c:pt idx="36">
                  <c:v>0.00367323399721</c:v>
                </c:pt>
                <c:pt idx="37">
                  <c:v>0.0036818585427</c:v>
                </c:pt>
                <c:pt idx="38">
                  <c:v>0.00369051468915</c:v>
                </c:pt>
                <c:pt idx="39">
                  <c:v>0.00369920259584</c:v>
                </c:pt>
                <c:pt idx="40">
                  <c:v>0.00370792242305</c:v>
                </c:pt>
                <c:pt idx="41">
                  <c:v>0.0037166743321</c:v>
                </c:pt>
                <c:pt idx="42">
                  <c:v>0.00372545848536</c:v>
                </c:pt>
                <c:pt idx="43">
                  <c:v>0.00373427504626</c:v>
                </c:pt>
                <c:pt idx="44">
                  <c:v>0.00374312417928</c:v>
                </c:pt>
                <c:pt idx="45">
                  <c:v>0.00375200604999</c:v>
                </c:pt>
                <c:pt idx="46">
                  <c:v>0.00376092082501</c:v>
                </c:pt>
                <c:pt idx="47">
                  <c:v>0.00376986867208</c:v>
                </c:pt>
                <c:pt idx="48">
                  <c:v>0.00377884976</c:v>
                </c:pt>
                <c:pt idx="49">
                  <c:v>0.00378786425872</c:v>
                </c:pt>
                <c:pt idx="50">
                  <c:v>0.00379691233927</c:v>
                </c:pt>
                <c:pt idx="51">
                  <c:v>0.0038059941738</c:v>
                </c:pt>
                <c:pt idx="52">
                  <c:v>0.00381510993563</c:v>
                </c:pt>
                <c:pt idx="53">
                  <c:v>0.00382425979918</c:v>
                </c:pt>
                <c:pt idx="54">
                  <c:v>0.00383344394005</c:v>
                </c:pt>
                <c:pt idx="55">
                  <c:v>0.00384266253497</c:v>
                </c:pt>
                <c:pt idx="56">
                  <c:v>0.00385191576187</c:v>
                </c:pt>
                <c:pt idx="57">
                  <c:v>0.00386120379985</c:v>
                </c:pt>
                <c:pt idx="58">
                  <c:v>0.00387052682918</c:v>
                </c:pt>
                <c:pt idx="59">
                  <c:v>0.00387988503134</c:v>
                </c:pt>
                <c:pt idx="60">
                  <c:v>0.00388927858903</c:v>
                </c:pt>
                <c:pt idx="61">
                  <c:v>0.00389870768616</c:v>
                </c:pt>
                <c:pt idx="62">
                  <c:v>0.00390817250784</c:v>
                </c:pt>
                <c:pt idx="63">
                  <c:v>0.00391767324047</c:v>
                </c:pt>
                <c:pt idx="64">
                  <c:v>0.00392721007165</c:v>
                </c:pt>
                <c:pt idx="65">
                  <c:v>0.00393678319027</c:v>
                </c:pt>
                <c:pt idx="66">
                  <c:v>0.00394639278646</c:v>
                </c:pt>
                <c:pt idx="67">
                  <c:v>0.00395603905165</c:v>
                </c:pt>
                <c:pt idx="68">
                  <c:v>0.00396572217856</c:v>
                </c:pt>
                <c:pt idx="69">
                  <c:v>0.00397544236119</c:v>
                </c:pt>
                <c:pt idx="70">
                  <c:v>0.00398519979487</c:v>
                </c:pt>
                <c:pt idx="71">
                  <c:v>0.00399499467624</c:v>
                </c:pt>
                <c:pt idx="72">
                  <c:v>0.00400482720328</c:v>
                </c:pt>
                <c:pt idx="73">
                  <c:v>0.0040146975753</c:v>
                </c:pt>
                <c:pt idx="74">
                  <c:v>0.00402460599299</c:v>
                </c:pt>
                <c:pt idx="75">
                  <c:v>0.00403455265839</c:v>
                </c:pt>
                <c:pt idx="76">
                  <c:v>0.0040445377749</c:v>
                </c:pt>
                <c:pt idx="77">
                  <c:v>0.00405456154733</c:v>
                </c:pt>
                <c:pt idx="78">
                  <c:v>0.0040646241819</c:v>
                </c:pt>
                <c:pt idx="79">
                  <c:v>0.00407472588622</c:v>
                </c:pt>
                <c:pt idx="80">
                  <c:v>0.00408486686932</c:v>
                </c:pt>
                <c:pt idx="81">
                  <c:v>0.0040950473417</c:v>
                </c:pt>
                <c:pt idx="82">
                  <c:v>0.00410526751527</c:v>
                </c:pt>
                <c:pt idx="83">
                  <c:v>0.00411552760341</c:v>
                </c:pt>
                <c:pt idx="84">
                  <c:v>0.004125827821</c:v>
                </c:pt>
                <c:pt idx="85">
                  <c:v>0.00413616838436</c:v>
                </c:pt>
                <c:pt idx="86">
                  <c:v>0.00414654951135</c:v>
                </c:pt>
                <c:pt idx="87">
                  <c:v>0.00415697142131</c:v>
                </c:pt>
                <c:pt idx="88">
                  <c:v>0.00416743433511</c:v>
                </c:pt>
                <c:pt idx="89">
                  <c:v>0.00417793847516</c:v>
                </c:pt>
                <c:pt idx="90">
                  <c:v>0.00418848406543</c:v>
                </c:pt>
                <c:pt idx="91">
                  <c:v>0.00419907133143</c:v>
                </c:pt>
                <c:pt idx="92">
                  <c:v>0.00420970050026</c:v>
                </c:pt>
                <c:pt idx="93">
                  <c:v>0.0042203718006</c:v>
                </c:pt>
                <c:pt idx="94">
                  <c:v>0.00423108546274</c:v>
                </c:pt>
                <c:pt idx="95">
                  <c:v>0.00424184171858</c:v>
                </c:pt>
                <c:pt idx="96">
                  <c:v>0.00425264080167</c:v>
                </c:pt>
                <c:pt idx="97">
                  <c:v>0.00426348294717</c:v>
                </c:pt>
                <c:pt idx="98">
                  <c:v>0.00427436839193</c:v>
                </c:pt>
                <c:pt idx="99">
                  <c:v>0.00428529737446</c:v>
                </c:pt>
                <c:pt idx="100">
                  <c:v>0.00429627013495</c:v>
                </c:pt>
                <c:pt idx="101">
                  <c:v>0.0043072869153</c:v>
                </c:pt>
                <c:pt idx="102">
                  <c:v>0.00431834795913</c:v>
                </c:pt>
                <c:pt idx="103">
                  <c:v>0.00432945351179</c:v>
                </c:pt>
                <c:pt idx="104">
                  <c:v>0.00434060382037</c:v>
                </c:pt>
                <c:pt idx="105">
                  <c:v>0.00435179913373</c:v>
                </c:pt>
                <c:pt idx="106">
                  <c:v>0.0043630397025</c:v>
                </c:pt>
                <c:pt idx="107">
                  <c:v>0.00437432577911</c:v>
                </c:pt>
                <c:pt idx="108">
                  <c:v>0.0043856576178</c:v>
                </c:pt>
                <c:pt idx="109">
                  <c:v>0.00439703547462</c:v>
                </c:pt>
                <c:pt idx="110">
                  <c:v>0.00440845960748</c:v>
                </c:pt>
                <c:pt idx="111">
                  <c:v>0.00441993027612</c:v>
                </c:pt>
                <c:pt idx="112">
                  <c:v>0.0044314477422</c:v>
                </c:pt>
                <c:pt idx="113">
                  <c:v>0.00444301226921</c:v>
                </c:pt>
                <c:pt idx="114">
                  <c:v>0.0044546241226</c:v>
                </c:pt>
                <c:pt idx="115">
                  <c:v>0.00446628356971</c:v>
                </c:pt>
                <c:pt idx="116">
                  <c:v>0.00447799087982</c:v>
                </c:pt>
                <c:pt idx="117">
                  <c:v>0.0044897463242</c:v>
                </c:pt>
                <c:pt idx="118">
                  <c:v>0.00450155017605</c:v>
                </c:pt>
                <c:pt idx="119">
                  <c:v>0.0045134027106</c:v>
                </c:pt>
                <c:pt idx="120">
                  <c:v>0.00452530420507</c:v>
                </c:pt>
                <c:pt idx="121">
                  <c:v>0.00453725493872</c:v>
                </c:pt>
                <c:pt idx="122">
                  <c:v>0.00454925519285</c:v>
                </c:pt>
                <c:pt idx="123">
                  <c:v>0.00456130525082</c:v>
                </c:pt>
                <c:pt idx="124">
                  <c:v>0.00457340539808</c:v>
                </c:pt>
                <c:pt idx="125">
                  <c:v>0.00458555592219</c:v>
                </c:pt>
                <c:pt idx="126">
                  <c:v>0.00459775711282</c:v>
                </c:pt>
                <c:pt idx="127">
                  <c:v>0.00461000926177</c:v>
                </c:pt>
                <c:pt idx="128">
                  <c:v>0.00462231266304</c:v>
                </c:pt>
                <c:pt idx="129">
                  <c:v>0.00463466761276</c:v>
                </c:pt>
                <c:pt idx="130">
                  <c:v>0.00464707440929</c:v>
                </c:pt>
                <c:pt idx="131">
                  <c:v>0.0046595333532</c:v>
                </c:pt>
                <c:pt idx="132">
                  <c:v>0.0046720447473</c:v>
                </c:pt>
                <c:pt idx="133">
                  <c:v>0.00468460889666</c:v>
                </c:pt>
                <c:pt idx="134">
                  <c:v>0.00469722610864</c:v>
                </c:pt>
                <c:pt idx="135">
                  <c:v>0.00470989669288</c:v>
                </c:pt>
                <c:pt idx="136">
                  <c:v>0.00472262096136</c:v>
                </c:pt>
                <c:pt idx="137">
                  <c:v>0.0047353992284</c:v>
                </c:pt>
                <c:pt idx="138">
                  <c:v>0.00474823181069</c:v>
                </c:pt>
                <c:pt idx="139">
                  <c:v>0.00476111902728</c:v>
                </c:pt>
                <c:pt idx="140">
                  <c:v>0.00477406119967</c:v>
                </c:pt>
                <c:pt idx="141">
                  <c:v>0.00478705865177</c:v>
                </c:pt>
                <c:pt idx="142">
                  <c:v>0.00480011170994</c:v>
                </c:pt>
                <c:pt idx="143">
                  <c:v>0.00481322070303</c:v>
                </c:pt>
                <c:pt idx="144">
                  <c:v>0.00482638596237</c:v>
                </c:pt>
                <c:pt idx="145">
                  <c:v>0.00483960782183</c:v>
                </c:pt>
                <c:pt idx="146">
                  <c:v>0.00485288661783</c:v>
                </c:pt>
                <c:pt idx="147">
                  <c:v>0.00486622268934</c:v>
                </c:pt>
                <c:pt idx="148">
                  <c:v>0.00487961637795</c:v>
                </c:pt>
                <c:pt idx="149">
                  <c:v>0.00489306802785</c:v>
                </c:pt>
                <c:pt idx="150">
                  <c:v>0.00490657798588</c:v>
                </c:pt>
                <c:pt idx="151">
                  <c:v>0.00492014660154</c:v>
                </c:pt>
                <c:pt idx="152">
                  <c:v>0.00493377422703</c:v>
                </c:pt>
                <c:pt idx="153">
                  <c:v>0.00494746121729</c:v>
                </c:pt>
                <c:pt idx="154">
                  <c:v>0.00496120792996</c:v>
                </c:pt>
                <c:pt idx="155">
                  <c:v>0.00497501472548</c:v>
                </c:pt>
                <c:pt idx="156">
                  <c:v>0.00498888196708</c:v>
                </c:pt>
                <c:pt idx="157">
                  <c:v>0.00500281002082</c:v>
                </c:pt>
                <c:pt idx="158">
                  <c:v>0.0050167992556</c:v>
                </c:pt>
                <c:pt idx="159">
                  <c:v>0.00503085004319</c:v>
                </c:pt>
                <c:pt idx="160">
                  <c:v>0.0050449627583</c:v>
                </c:pt>
                <c:pt idx="161">
                  <c:v>0.00505913777852</c:v>
                </c:pt>
                <c:pt idx="162">
                  <c:v>0.00507337548445</c:v>
                </c:pt>
                <c:pt idx="163">
                  <c:v>0.00508767625965</c:v>
                </c:pt>
                <c:pt idx="164">
                  <c:v>0.0051020404907</c:v>
                </c:pt>
                <c:pt idx="165">
                  <c:v>0.00511646856724</c:v>
                </c:pt>
                <c:pt idx="166">
                  <c:v>0.00513096088197</c:v>
                </c:pt>
                <c:pt idx="167">
                  <c:v>0.00514551783071</c:v>
                </c:pt>
                <c:pt idx="168">
                  <c:v>0.00516013981241</c:v>
                </c:pt>
                <c:pt idx="169">
                  <c:v>0.00517482722919</c:v>
                </c:pt>
                <c:pt idx="170">
                  <c:v>0.00518958048635</c:v>
                </c:pt>
                <c:pt idx="171">
                  <c:v>0.00520439999244</c:v>
                </c:pt>
                <c:pt idx="172">
                  <c:v>0.00521928615926</c:v>
                </c:pt>
                <c:pt idx="173">
                  <c:v>0.00523423940191</c:v>
                </c:pt>
                <c:pt idx="174">
                  <c:v>0.00524926013879</c:v>
                </c:pt>
                <c:pt idx="175">
                  <c:v>0.00526434879169</c:v>
                </c:pt>
                <c:pt idx="176">
                  <c:v>0.00527950578576</c:v>
                </c:pt>
                <c:pt idx="177">
                  <c:v>0.00529473154958</c:v>
                </c:pt>
                <c:pt idx="178">
                  <c:v>0.00531002651521</c:v>
                </c:pt>
                <c:pt idx="179">
                  <c:v>0.00532539111816</c:v>
                </c:pt>
                <c:pt idx="180">
                  <c:v>0.00534082579749</c:v>
                </c:pt>
                <c:pt idx="181">
                  <c:v>0.00535633099582</c:v>
                </c:pt>
                <c:pt idx="182">
                  <c:v>0.00537190715936</c:v>
                </c:pt>
                <c:pt idx="183">
                  <c:v>0.00538755473795</c:v>
                </c:pt>
                <c:pt idx="184">
                  <c:v>0.0054032741851</c:v>
                </c:pt>
                <c:pt idx="185">
                  <c:v>0.00541906595801</c:v>
                </c:pt>
                <c:pt idx="186">
                  <c:v>0.00543493051763</c:v>
                </c:pt>
                <c:pt idx="187">
                  <c:v>0.00545086832871</c:v>
                </c:pt>
                <c:pt idx="188">
                  <c:v>0.00546687985977</c:v>
                </c:pt>
                <c:pt idx="189">
                  <c:v>0.00548296558322</c:v>
                </c:pt>
                <c:pt idx="190">
                  <c:v>0.00549912597535</c:v>
                </c:pt>
                <c:pt idx="191">
                  <c:v>0.00551536151639</c:v>
                </c:pt>
                <c:pt idx="192">
                  <c:v>0.00553167269051</c:v>
                </c:pt>
                <c:pt idx="193">
                  <c:v>0.00554805998595</c:v>
                </c:pt>
                <c:pt idx="194">
                  <c:v>0.00556452389494</c:v>
                </c:pt>
                <c:pt idx="195">
                  <c:v>0.00558106491385</c:v>
                </c:pt>
                <c:pt idx="196">
                  <c:v>0.00559768354316</c:v>
                </c:pt>
                <c:pt idx="197">
                  <c:v>0.00561438028753</c:v>
                </c:pt>
                <c:pt idx="198">
                  <c:v>0.00563115565585</c:v>
                </c:pt>
                <c:pt idx="199">
                  <c:v>0.00564801016127</c:v>
                </c:pt>
                <c:pt idx="200">
                  <c:v>0.00566494432124</c:v>
                </c:pt>
                <c:pt idx="201">
                  <c:v>0.00568195865756</c:v>
                </c:pt>
                <c:pt idx="202">
                  <c:v>0.00569905369644</c:v>
                </c:pt>
                <c:pt idx="203">
                  <c:v>0.00571622996851</c:v>
                </c:pt>
                <c:pt idx="204">
                  <c:v>0.0057334880089</c:v>
                </c:pt>
                <c:pt idx="205">
                  <c:v>0.00575082835728</c:v>
                </c:pt>
                <c:pt idx="206">
                  <c:v>0.00576825155788</c:v>
                </c:pt>
                <c:pt idx="207">
                  <c:v>0.00578575815957</c:v>
                </c:pt>
                <c:pt idx="208">
                  <c:v>0.00580334871589</c:v>
                </c:pt>
                <c:pt idx="209">
                  <c:v>0.0058210237851</c:v>
                </c:pt>
                <c:pt idx="210">
                  <c:v>0.00583878393026</c:v>
                </c:pt>
                <c:pt idx="211">
                  <c:v>0.00585662971921</c:v>
                </c:pt>
                <c:pt idx="212">
                  <c:v>0.0058745617247</c:v>
                </c:pt>
                <c:pt idx="213">
                  <c:v>0.00589258052439</c:v>
                </c:pt>
                <c:pt idx="214">
                  <c:v>0.0059106867009</c:v>
                </c:pt>
                <c:pt idx="215">
                  <c:v>0.00592888084192</c:v>
                </c:pt>
                <c:pt idx="216">
                  <c:v>0.00594716354018</c:v>
                </c:pt>
                <c:pt idx="217">
                  <c:v>0.00596553539357</c:v>
                </c:pt>
                <c:pt idx="218">
                  <c:v>0.00598399700516</c:v>
                </c:pt>
                <c:pt idx="219">
                  <c:v>0.00600254898326</c:v>
                </c:pt>
                <c:pt idx="220">
                  <c:v>0.00602119194149</c:v>
                </c:pt>
                <c:pt idx="221">
                  <c:v>0.00603992649882</c:v>
                </c:pt>
                <c:pt idx="222">
                  <c:v>0.00605875327965</c:v>
                </c:pt>
                <c:pt idx="223">
                  <c:v>0.00607767291382</c:v>
                </c:pt>
                <c:pt idx="224">
                  <c:v>0.00609668603673</c:v>
                </c:pt>
                <c:pt idx="225">
                  <c:v>0.00611579328936</c:v>
                </c:pt>
                <c:pt idx="226">
                  <c:v>0.00613499531832</c:v>
                </c:pt>
                <c:pt idx="227">
                  <c:v>0.00615429277595</c:v>
                </c:pt>
                <c:pt idx="228">
                  <c:v>0.00617368632037</c:v>
                </c:pt>
                <c:pt idx="229">
                  <c:v>0.00619317661551</c:v>
                </c:pt>
                <c:pt idx="230">
                  <c:v>0.0062127643312</c:v>
                </c:pt>
                <c:pt idx="231">
                  <c:v>0.00623245014326</c:v>
                </c:pt>
                <c:pt idx="232">
                  <c:v>0.00625223473349</c:v>
                </c:pt>
                <c:pt idx="233">
                  <c:v>0.00627211878982</c:v>
                </c:pt>
                <c:pt idx="234">
                  <c:v>0.00629210300632</c:v>
                </c:pt>
                <c:pt idx="235">
                  <c:v>0.00631218808327</c:v>
                </c:pt>
                <c:pt idx="236">
                  <c:v>0.00633237472727</c:v>
                </c:pt>
                <c:pt idx="237">
                  <c:v>0.00635266365127</c:v>
                </c:pt>
                <c:pt idx="238">
                  <c:v>0.00637305557463</c:v>
                </c:pt>
                <c:pt idx="239">
                  <c:v>0.00639355122326</c:v>
                </c:pt>
                <c:pt idx="240">
                  <c:v>0.00641415132959</c:v>
                </c:pt>
                <c:pt idx="241">
                  <c:v>0.00643485663273</c:v>
                </c:pt>
                <c:pt idx="242">
                  <c:v>0.0064556678785</c:v>
                </c:pt>
                <c:pt idx="243">
                  <c:v>0.00647658581951</c:v>
                </c:pt>
                <c:pt idx="244">
                  <c:v>0.00649761121524</c:v>
                </c:pt>
                <c:pt idx="245">
                  <c:v>0.00651874483212</c:v>
                </c:pt>
                <c:pt idx="246">
                  <c:v>0.0065399874436</c:v>
                </c:pt>
                <c:pt idx="247">
                  <c:v>0.00656133983022</c:v>
                </c:pt>
                <c:pt idx="248">
                  <c:v>0.00658280277972</c:v>
                </c:pt>
                <c:pt idx="249">
                  <c:v>0.00660437708709</c:v>
                </c:pt>
                <c:pt idx="250">
                  <c:v>0.00662606355467</c:v>
                </c:pt>
                <c:pt idx="251">
                  <c:v>0.0066478629922</c:v>
                </c:pt>
                <c:pt idx="252">
                  <c:v>0.00666977621696</c:v>
                </c:pt>
                <c:pt idx="253">
                  <c:v>0.0066918040538</c:v>
                </c:pt>
                <c:pt idx="254">
                  <c:v>0.00671394733527</c:v>
                </c:pt>
                <c:pt idx="255">
                  <c:v>0.00673620690166</c:v>
                </c:pt>
                <c:pt idx="256">
                  <c:v>0.00675858360114</c:v>
                </c:pt>
                <c:pt idx="257">
                  <c:v>0.0067810782898</c:v>
                </c:pt>
                <c:pt idx="258">
                  <c:v>0.00680369183179</c:v>
                </c:pt>
                <c:pt idx="259">
                  <c:v>0.00682642509934</c:v>
                </c:pt>
                <c:pt idx="260">
                  <c:v>0.00684927897296</c:v>
                </c:pt>
                <c:pt idx="261">
                  <c:v>0.00687225434142</c:v>
                </c:pt>
                <c:pt idx="262">
                  <c:v>0.00689535210191</c:v>
                </c:pt>
                <c:pt idx="263">
                  <c:v>0.00691857316015</c:v>
                </c:pt>
                <c:pt idx="264">
                  <c:v>0.00694191843044</c:v>
                </c:pt>
                <c:pt idx="265">
                  <c:v>0.00696538883577</c:v>
                </c:pt>
                <c:pt idx="266">
                  <c:v>0.00698898530795</c:v>
                </c:pt>
                <c:pt idx="267">
                  <c:v>0.0070127087877</c:v>
                </c:pt>
                <c:pt idx="268">
                  <c:v>0.00703656022472</c:v>
                </c:pt>
                <c:pt idx="269">
                  <c:v>0.00706054057786</c:v>
                </c:pt>
                <c:pt idx="270">
                  <c:v>0.00708465081514</c:v>
                </c:pt>
                <c:pt idx="271">
                  <c:v>0.00710889191395</c:v>
                </c:pt>
                <c:pt idx="272">
                  <c:v>0.00713326486109</c:v>
                </c:pt>
                <c:pt idx="273">
                  <c:v>0.00715777065291</c:v>
                </c:pt>
                <c:pt idx="274">
                  <c:v>0.00718241029541</c:v>
                </c:pt>
                <c:pt idx="275">
                  <c:v>0.00720718480437</c:v>
                </c:pt>
                <c:pt idx="276">
                  <c:v>0.00723209520546</c:v>
                </c:pt>
                <c:pt idx="277">
                  <c:v>0.00725714253434</c:v>
                </c:pt>
                <c:pt idx="278">
                  <c:v>0.0072823278368</c:v>
                </c:pt>
                <c:pt idx="279">
                  <c:v>0.00730765216885</c:v>
                </c:pt>
                <c:pt idx="280">
                  <c:v>0.00733311659688</c:v>
                </c:pt>
                <c:pt idx="281">
                  <c:v>0.00735872219776</c:v>
                </c:pt>
                <c:pt idx="282">
                  <c:v>0.00738447005898</c:v>
                </c:pt>
                <c:pt idx="283">
                  <c:v>0.00741036127874</c:v>
                </c:pt>
                <c:pt idx="284">
                  <c:v>0.00743639696613</c:v>
                </c:pt>
                <c:pt idx="285">
                  <c:v>0.00746257824123</c:v>
                </c:pt>
                <c:pt idx="286">
                  <c:v>0.00748890623522</c:v>
                </c:pt>
                <c:pt idx="287">
                  <c:v>0.00751538209057</c:v>
                </c:pt>
                <c:pt idx="288">
                  <c:v>0.00754200696114</c:v>
                </c:pt>
                <c:pt idx="289">
                  <c:v>0.00756878201232</c:v>
                </c:pt>
                <c:pt idx="290">
                  <c:v>0.00759570842116</c:v>
                </c:pt>
                <c:pt idx="291">
                  <c:v>0.00762278737654</c:v>
                </c:pt>
                <c:pt idx="292">
                  <c:v>0.00765002007929</c:v>
                </c:pt>
                <c:pt idx="293">
                  <c:v>0.00767740774235</c:v>
                </c:pt>
                <c:pt idx="294">
                  <c:v>0.0077049515909</c:v>
                </c:pt>
                <c:pt idx="295">
                  <c:v>0.00773265286253</c:v>
                </c:pt>
                <c:pt idx="296">
                  <c:v>0.00776051280735</c:v>
                </c:pt>
                <c:pt idx="297">
                  <c:v>0.00778853268822</c:v>
                </c:pt>
                <c:pt idx="298">
                  <c:v>0.00781671378083</c:v>
                </c:pt>
                <c:pt idx="299">
                  <c:v>0.0078450573739</c:v>
                </c:pt>
                <c:pt idx="300">
                  <c:v>0.00787356476931</c:v>
                </c:pt>
                <c:pt idx="301">
                  <c:v>0.00790223728231</c:v>
                </c:pt>
                <c:pt idx="302">
                  <c:v>0.00793107624163</c:v>
                </c:pt>
                <c:pt idx="303">
                  <c:v>0.00796008298969</c:v>
                </c:pt>
                <c:pt idx="304">
                  <c:v>0.00798925888274</c:v>
                </c:pt>
                <c:pt idx="305">
                  <c:v>0.00801860529104</c:v>
                </c:pt>
                <c:pt idx="306">
                  <c:v>0.00804812359907</c:v>
                </c:pt>
                <c:pt idx="307">
                  <c:v>0.00807781520564</c:v>
                </c:pt>
                <c:pt idx="308">
                  <c:v>0.00810768152412</c:v>
                </c:pt>
                <c:pt idx="309">
                  <c:v>0.0081377239826</c:v>
                </c:pt>
                <c:pt idx="310">
                  <c:v>0.00816794402409</c:v>
                </c:pt>
                <c:pt idx="311">
                  <c:v>0.00819834310671</c:v>
                </c:pt>
                <c:pt idx="312">
                  <c:v>0.00822892270383</c:v>
                </c:pt>
                <c:pt idx="313">
                  <c:v>0.00825968430435</c:v>
                </c:pt>
                <c:pt idx="314">
                  <c:v>0.0082906294128</c:v>
                </c:pt>
                <c:pt idx="315">
                  <c:v>0.00832175954962</c:v>
                </c:pt>
                <c:pt idx="316">
                  <c:v>0.00835307625131</c:v>
                </c:pt>
                <c:pt idx="317">
                  <c:v>0.00838458107066</c:v>
                </c:pt>
                <c:pt idx="318">
                  <c:v>0.00841627557693</c:v>
                </c:pt>
                <c:pt idx="319">
                  <c:v>0.0084481613561</c:v>
                </c:pt>
                <c:pt idx="320">
                  <c:v>0.00848024001105</c:v>
                </c:pt>
                <c:pt idx="321">
                  <c:v>0.00851251316177</c:v>
                </c:pt>
                <c:pt idx="322">
                  <c:v>0.00854498244562</c:v>
                </c:pt>
                <c:pt idx="323">
                  <c:v>0.00857764951752</c:v>
                </c:pt>
                <c:pt idx="324">
                  <c:v>0.00861051605018</c:v>
                </c:pt>
                <c:pt idx="325">
                  <c:v>0.00864358373433</c:v>
                </c:pt>
                <c:pt idx="326">
                  <c:v>0.00867685427897</c:v>
                </c:pt>
                <c:pt idx="327">
                  <c:v>0.00871032941157</c:v>
                </c:pt>
                <c:pt idx="328">
                  <c:v>0.00874401087836</c:v>
                </c:pt>
                <c:pt idx="329">
                  <c:v>0.0087779004445</c:v>
                </c:pt>
                <c:pt idx="330">
                  <c:v>0.00881199989441</c:v>
                </c:pt>
                <c:pt idx="331">
                  <c:v>0.00884631103196</c:v>
                </c:pt>
                <c:pt idx="332">
                  <c:v>0.00888083568073</c:v>
                </c:pt>
                <c:pt idx="333">
                  <c:v>0.00891557568431</c:v>
                </c:pt>
                <c:pt idx="334">
                  <c:v>0.00895053290651</c:v>
                </c:pt>
                <c:pt idx="335">
                  <c:v>0.00898570923164</c:v>
                </c:pt>
                <c:pt idx="336">
                  <c:v>0.0090211065648</c:v>
                </c:pt>
                <c:pt idx="337">
                  <c:v>0.00905672683213</c:v>
                </c:pt>
                <c:pt idx="338">
                  <c:v>0.00909257198111</c:v>
                </c:pt>
                <c:pt idx="339">
                  <c:v>0.00912864398078</c:v>
                </c:pt>
                <c:pt idx="340">
                  <c:v>0.00916494482213</c:v>
                </c:pt>
                <c:pt idx="341">
                  <c:v>0.00920147651828</c:v>
                </c:pt>
                <c:pt idx="342">
                  <c:v>0.00923824110484</c:v>
                </c:pt>
                <c:pt idx="343">
                  <c:v>0.0092752406402</c:v>
                </c:pt>
                <c:pt idx="344">
                  <c:v>0.00931247720582</c:v>
                </c:pt>
                <c:pt idx="345">
                  <c:v>0.00934995290651</c:v>
                </c:pt>
                <c:pt idx="346">
                  <c:v>0.00938766987082</c:v>
                </c:pt>
                <c:pt idx="347">
                  <c:v>0.00942563025127</c:v>
                </c:pt>
                <c:pt idx="348">
                  <c:v>0.00946383622472</c:v>
                </c:pt>
                <c:pt idx="349">
                  <c:v>0.00950228999268</c:v>
                </c:pt>
                <c:pt idx="350">
                  <c:v>0.00954099378165</c:v>
                </c:pt>
                <c:pt idx="351">
                  <c:v>0.00957994984343</c:v>
                </c:pt>
                <c:pt idx="352">
                  <c:v>0.00961916045551</c:v>
                </c:pt>
                <c:pt idx="353">
                  <c:v>0.00965862792136</c:v>
                </c:pt>
                <c:pt idx="354">
                  <c:v>0.0096983545708</c:v>
                </c:pt>
                <c:pt idx="355">
                  <c:v>0.00973834276038</c:v>
                </c:pt>
                <c:pt idx="356">
                  <c:v>0.00977859487371</c:v>
                </c:pt>
                <c:pt idx="357">
                  <c:v>0.00981911332183</c:v>
                </c:pt>
                <c:pt idx="358">
                  <c:v>0.0098599005436</c:v>
                </c:pt>
                <c:pt idx="359">
                  <c:v>0.00990095900606</c:v>
                </c:pt>
                <c:pt idx="360">
                  <c:v>0.00994229120482</c:v>
                </c:pt>
                <c:pt idx="361">
                  <c:v>0.00998389966444</c:v>
                </c:pt>
                <c:pt idx="362">
                  <c:v>0.0100257869388</c:v>
                </c:pt>
                <c:pt idx="363">
                  <c:v>0.0100679556117</c:v>
                </c:pt>
                <c:pt idx="364">
                  <c:v>0.0101104082969</c:v>
                </c:pt>
                <c:pt idx="365">
                  <c:v>0.0101531476387</c:v>
                </c:pt>
                <c:pt idx="366">
                  <c:v>0.0101961763126</c:v>
                </c:pt>
                <c:pt idx="367">
                  <c:v>0.0102394970254</c:v>
                </c:pt>
                <c:pt idx="368">
                  <c:v>0.0102831125157</c:v>
                </c:pt>
                <c:pt idx="369">
                  <c:v>0.0103270255544</c:v>
                </c:pt>
                <c:pt idx="370">
                  <c:v>0.0103712389452</c:v>
                </c:pt>
                <c:pt idx="371">
                  <c:v>0.010415755525</c:v>
                </c:pt>
                <c:pt idx="372">
                  <c:v>0.0104605781641</c:v>
                </c:pt>
                <c:pt idx="373">
                  <c:v>0.0105057097672</c:v>
                </c:pt>
                <c:pt idx="374">
                  <c:v>0.0105511532733</c:v>
                </c:pt>
                <c:pt idx="375">
                  <c:v>0.0105969116567</c:v>
                </c:pt>
                <c:pt idx="376">
                  <c:v>0.0106429879271</c:v>
                </c:pt>
                <c:pt idx="377">
                  <c:v>0.0106893851301</c:v>
                </c:pt>
                <c:pt idx="378">
                  <c:v>0.010736106348</c:v>
                </c:pt>
                <c:pt idx="379">
                  <c:v>0.0107831547001</c:v>
                </c:pt>
                <c:pt idx="380">
                  <c:v>0.0108305333432</c:v>
                </c:pt>
                <c:pt idx="381">
                  <c:v>0.0108782454721</c:v>
                </c:pt>
                <c:pt idx="382">
                  <c:v>0.0109262943204</c:v>
                </c:pt>
                <c:pt idx="383">
                  <c:v>0.0109746831607</c:v>
                </c:pt>
                <c:pt idx="384">
                  <c:v>0.0110234153051</c:v>
                </c:pt>
                <c:pt idx="385">
                  <c:v>0.0110724941063</c:v>
                </c:pt>
                <c:pt idx="386">
                  <c:v>0.0111219229575</c:v>
                </c:pt>
                <c:pt idx="387">
                  <c:v>0.0111717052933</c:v>
                </c:pt>
                <c:pt idx="388">
                  <c:v>0.0112218445904</c:v>
                </c:pt>
                <c:pt idx="389">
                  <c:v>0.0112723443677</c:v>
                </c:pt>
                <c:pt idx="390">
                  <c:v>0.0113232081876</c:v>
                </c:pt>
                <c:pt idx="391">
                  <c:v>0.011374439656</c:v>
                </c:pt>
                <c:pt idx="392">
                  <c:v>0.0114260424231</c:v>
                </c:pt>
                <c:pt idx="393">
                  <c:v>0.0114780201841</c:v>
                </c:pt>
                <c:pt idx="394">
                  <c:v>0.0115303766798</c:v>
                </c:pt>
                <c:pt idx="395">
                  <c:v>0.0115831156972</c:v>
                </c:pt>
                <c:pt idx="396">
                  <c:v>0.0116362410701</c:v>
                </c:pt>
                <c:pt idx="397">
                  <c:v>0.0116897566799</c:v>
                </c:pt>
                <c:pt idx="398">
                  <c:v>0.0117436664562</c:v>
                </c:pt>
                <c:pt idx="399">
                  <c:v>0.0117979743772</c:v>
                </c:pt>
                <c:pt idx="400">
                  <c:v>0.0118526844711</c:v>
                </c:pt>
                <c:pt idx="401">
                  <c:v>0.0119078008159</c:v>
                </c:pt>
                <c:pt idx="402">
                  <c:v>0.0119633275408</c:v>
                </c:pt>
                <c:pt idx="403">
                  <c:v>0.0120192688266</c:v>
                </c:pt>
                <c:pt idx="404">
                  <c:v>0.0120756289062</c:v>
                </c:pt>
                <c:pt idx="405">
                  <c:v>0.012132412066</c:v>
                </c:pt>
                <c:pt idx="406">
                  <c:v>0.0121896226461</c:v>
                </c:pt>
                <c:pt idx="407">
                  <c:v>0.0122472650411</c:v>
                </c:pt>
                <c:pt idx="408">
                  <c:v>0.0123053437009</c:v>
                </c:pt>
                <c:pt idx="409">
                  <c:v>0.0123638631319</c:v>
                </c:pt>
                <c:pt idx="410">
                  <c:v>0.0124228278971</c:v>
                </c:pt>
                <c:pt idx="411">
                  <c:v>0.0124822426171</c:v>
                </c:pt>
                <c:pt idx="412">
                  <c:v>0.0125421119714</c:v>
                </c:pt>
                <c:pt idx="413">
                  <c:v>0.0126024406984</c:v>
                </c:pt>
                <c:pt idx="414">
                  <c:v>0.0126632335971</c:v>
                </c:pt>
                <c:pt idx="415">
                  <c:v>0.012724495527</c:v>
                </c:pt>
                <c:pt idx="416">
                  <c:v>0.0127862314097</c:v>
                </c:pt>
                <c:pt idx="417">
                  <c:v>0.0128484462295</c:v>
                </c:pt>
                <c:pt idx="418">
                  <c:v>0.0129111450341</c:v>
                </c:pt>
                <c:pt idx="419">
                  <c:v>0.0129743329358</c:v>
                </c:pt>
                <c:pt idx="420">
                  <c:v>0.013038015112</c:v>
                </c:pt>
                <c:pt idx="421">
                  <c:v>0.0131021968064</c:v>
                </c:pt>
                <c:pt idx="422">
                  <c:v>0.01316688333</c:v>
                </c:pt>
                <c:pt idx="423">
                  <c:v>0.0132320800614</c:v>
                </c:pt>
                <c:pt idx="424">
                  <c:v>0.0132977924486</c:v>
                </c:pt>
                <c:pt idx="425">
                  <c:v>0.0133640260092</c:v>
                </c:pt>
                <c:pt idx="426">
                  <c:v>0.0134307863319</c:v>
                </c:pt>
                <c:pt idx="427">
                  <c:v>0.013498079077</c:v>
                </c:pt>
                <c:pt idx="428">
                  <c:v>0.0135659099776</c:v>
                </c:pt>
                <c:pt idx="429">
                  <c:v>0.0136342848407</c:v>
                </c:pt>
                <c:pt idx="430">
                  <c:v>0.013703209548</c:v>
                </c:pt>
                <c:pt idx="431">
                  <c:v>0.0137726900569</c:v>
                </c:pt>
                <c:pt idx="432">
                  <c:v>0.0138427324016</c:v>
                </c:pt>
                <c:pt idx="433">
                  <c:v>0.0139133426941</c:v>
                </c:pt>
                <c:pt idx="434">
                  <c:v>0.0139845271251</c:v>
                </c:pt>
                <c:pt idx="435">
                  <c:v>0.0140562919654</c:v>
                </c:pt>
                <c:pt idx="436">
                  <c:v>0.0141286435665</c:v>
                </c:pt>
                <c:pt idx="437">
                  <c:v>0.014201588362</c:v>
                </c:pt>
                <c:pt idx="438">
                  <c:v>0.0142751328683</c:v>
                </c:pt>
                <c:pt idx="439">
                  <c:v>0.0143492836862</c:v>
                </c:pt>
                <c:pt idx="440">
                  <c:v>0.0144240475015</c:v>
                </c:pt>
                <c:pt idx="441">
                  <c:v>0.0144994310864</c:v>
                </c:pt>
                <c:pt idx="442">
                  <c:v>0.0145754413003</c:v>
                </c:pt>
                <c:pt idx="443">
                  <c:v>0.0146520850914</c:v>
                </c:pt>
                <c:pt idx="444">
                  <c:v>0.0147293694971</c:v>
                </c:pt>
                <c:pt idx="445">
                  <c:v>0.0148073016458</c:v>
                </c:pt>
                <c:pt idx="446">
                  <c:v>0.0148858887577</c:v>
                </c:pt>
                <c:pt idx="447">
                  <c:v>0.0149651381459</c:v>
                </c:pt>
                <c:pt idx="448">
                  <c:v>0.0150450572178</c:v>
                </c:pt>
                <c:pt idx="449">
                  <c:v>0.0151256534758</c:v>
                </c:pt>
                <c:pt idx="450">
                  <c:v>0.0152069345188</c:v>
                </c:pt>
                <c:pt idx="451">
                  <c:v>0.0152889080434</c:v>
                </c:pt>
                <c:pt idx="452">
                  <c:v>0.0153715818446</c:v>
                </c:pt>
                <c:pt idx="453">
                  <c:v>0.0154549638176</c:v>
                </c:pt>
                <c:pt idx="454">
                  <c:v>0.0155390619583</c:v>
                </c:pt>
                <c:pt idx="455">
                  <c:v>0.015623884365</c:v>
                </c:pt>
                <c:pt idx="456">
                  <c:v>0.0157094392391</c:v>
                </c:pt>
                <c:pt idx="457">
                  <c:v>0.0157957348867</c:v>
                </c:pt>
                <c:pt idx="458">
                  <c:v>0.0158827797193</c:v>
                </c:pt>
                <c:pt idx="459">
                  <c:v>0.0159705822552</c:v>
                </c:pt>
                <c:pt idx="460">
                  <c:v>0.0160591511208</c:v>
                </c:pt>
                <c:pt idx="461">
                  <c:v>0.0161484950513</c:v>
                </c:pt>
                <c:pt idx="462">
                  <c:v>0.0162386228923</c:v>
                </c:pt>
                <c:pt idx="463">
                  <c:v>0.0163295436006</c:v>
                </c:pt>
                <c:pt idx="464">
                  <c:v>0.0164212662452</c:v>
                </c:pt>
                <c:pt idx="465">
                  <c:v>0.0165138000089</c:v>
                </c:pt>
                <c:pt idx="466">
                  <c:v>0.0166071541891</c:v>
                </c:pt>
                <c:pt idx="467">
                  <c:v>0.0167013381987</c:v>
                </c:pt>
                <c:pt idx="468">
                  <c:v>0.0167963615674</c:v>
                </c:pt>
                <c:pt idx="469">
                  <c:v>0.0168922339428</c:v>
                </c:pt>
                <c:pt idx="470">
                  <c:v>0.0169889650911</c:v>
                </c:pt>
                <c:pt idx="471">
                  <c:v>0.0170865648986</c:v>
                </c:pt>
                <c:pt idx="472">
                  <c:v>0.017185043372</c:v>
                </c:pt>
                <c:pt idx="473">
                  <c:v>0.0172844106402</c:v>
                </c:pt>
                <c:pt idx="474">
                  <c:v>0.0173846769544</c:v>
                </c:pt>
                <c:pt idx="475">
                  <c:v>0.0174858526895</c:v>
                </c:pt>
                <c:pt idx="476">
                  <c:v>0.017587948345</c:v>
                </c:pt>
                <c:pt idx="477">
                  <c:v>0.0176909745455</c:v>
                </c:pt>
                <c:pt idx="478">
                  <c:v>0.0177949420418</c:v>
                </c:pt>
                <c:pt idx="479">
                  <c:v>0.0178998617113</c:v>
                </c:pt>
                <c:pt idx="480">
                  <c:v>0.0180057445592</c:v>
                </c:pt>
                <c:pt idx="481">
                  <c:v>0.0181126017188</c:v>
                </c:pt>
                <c:pt idx="482">
                  <c:v>0.0182204444522</c:v>
                </c:pt>
                <c:pt idx="483">
                  <c:v>0.018329284151</c:v>
                </c:pt>
                <c:pt idx="484">
                  <c:v>0.0184391323366</c:v>
                </c:pt>
                <c:pt idx="485">
                  <c:v>0.0185500006608</c:v>
                </c:pt>
                <c:pt idx="486">
                  <c:v>0.0186619009062</c:v>
                </c:pt>
                <c:pt idx="487">
                  <c:v>0.0187748449863</c:v>
                </c:pt>
                <c:pt idx="488">
                  <c:v>0.0188888449461</c:v>
                </c:pt>
                <c:pt idx="489">
                  <c:v>0.0190039129618</c:v>
                </c:pt>
                <c:pt idx="490">
                  <c:v>0.0191200613416</c:v>
                </c:pt>
                <c:pt idx="491">
                  <c:v>0.0192373025249</c:v>
                </c:pt>
                <c:pt idx="492">
                  <c:v>0.0193556490828</c:v>
                </c:pt>
                <c:pt idx="493">
                  <c:v>0.0194751137177</c:v>
                </c:pt>
                <c:pt idx="494">
                  <c:v>0.0195957092629</c:v>
                </c:pt>
                <c:pt idx="495">
                  <c:v>0.0197174486826</c:v>
                </c:pt>
                <c:pt idx="496">
                  <c:v>0.0198403450711</c:v>
                </c:pt>
                <c:pt idx="497">
                  <c:v>0.0199644116521</c:v>
                </c:pt>
                <c:pt idx="498">
                  <c:v>0.0200896617783</c:v>
                </c:pt>
                <c:pt idx="499">
                  <c:v>0.0202161089304</c:v>
                </c:pt>
                <c:pt idx="500">
                  <c:v>0.020343766716</c:v>
                </c:pt>
                <c:pt idx="501">
                  <c:v>0.0204726488687</c:v>
                </c:pt>
                <c:pt idx="502">
                  <c:v>0.0206027692463</c:v>
                </c:pt>
                <c:pt idx="503">
                  <c:v>0.0207341418302</c:v>
                </c:pt>
                <c:pt idx="504">
                  <c:v>0.0208667807229</c:v>
                </c:pt>
                <c:pt idx="505">
                  <c:v>0.021000700147</c:v>
                </c:pt>
                <c:pt idx="506">
                  <c:v>0.0211359144426</c:v>
                </c:pt>
                <c:pt idx="507">
                  <c:v>0.0212724380657</c:v>
                </c:pt>
                <c:pt idx="508">
                  <c:v>0.0214102855854</c:v>
                </c:pt>
                <c:pt idx="509">
                  <c:v>0.0215494716819</c:v>
                </c:pt>
                <c:pt idx="510">
                  <c:v>0.0216900111432</c:v>
                </c:pt>
                <c:pt idx="511">
                  <c:v>0.0218319188624</c:v>
                </c:pt>
                <c:pt idx="512">
                  <c:v>0.0219752098347</c:v>
                </c:pt>
                <c:pt idx="513">
                  <c:v>0.0221198991536</c:v>
                </c:pt>
                <c:pt idx="514">
                  <c:v>0.0222660020074</c:v>
                </c:pt>
                <c:pt idx="515">
                  <c:v>0.0224135336753</c:v>
                </c:pt>
                <c:pt idx="516">
                  <c:v>0.0225625095233</c:v>
                </c:pt>
                <c:pt idx="517">
                  <c:v>0.0227129449993</c:v>
                </c:pt>
                <c:pt idx="518">
                  <c:v>0.0228648556289</c:v>
                </c:pt>
                <c:pt idx="519">
                  <c:v>0.0230182570101</c:v>
                </c:pt>
                <c:pt idx="520">
                  <c:v>0.0231731648076</c:v>
                </c:pt>
                <c:pt idx="521">
                  <c:v>0.0233295947479</c:v>
                </c:pt>
                <c:pt idx="522">
                  <c:v>0.0234875626124</c:v>
                </c:pt>
                <c:pt idx="523">
                  <c:v>0.0236470842319</c:v>
                </c:pt>
                <c:pt idx="524">
                  <c:v>0.0238081754793</c:v>
                </c:pt>
                <c:pt idx="525">
                  <c:v>0.0239708522629</c:v>
                </c:pt>
                <c:pt idx="526">
                  <c:v>0.0241351305188</c:v>
                </c:pt>
                <c:pt idx="527">
                  <c:v>0.0243010262033</c:v>
                </c:pt>
                <c:pt idx="528">
                  <c:v>0.0244685552845</c:v>
                </c:pt>
                <c:pt idx="529">
                  <c:v>0.0246377337342</c:v>
                </c:pt>
                <c:pt idx="530">
                  <c:v>0.0248085775182</c:v>
                </c:pt>
                <c:pt idx="531">
                  <c:v>0.0249811025876</c:v>
                </c:pt>
                <c:pt idx="532">
                  <c:v>0.0251553248686</c:v>
                </c:pt>
                <c:pt idx="533">
                  <c:v>0.0253312602524</c:v>
                </c:pt>
                <c:pt idx="534">
                  <c:v>0.0255089245846</c:v>
                </c:pt>
                <c:pt idx="535">
                  <c:v>0.0256883336538</c:v>
                </c:pt>
                <c:pt idx="536">
                  <c:v>0.0258695031805</c:v>
                </c:pt>
                <c:pt idx="537">
                  <c:v>0.0260524488044</c:v>
                </c:pt>
                <c:pt idx="538">
                  <c:v>0.0262371860724</c:v>
                </c:pt>
                <c:pt idx="539">
                  <c:v>0.0264237304256</c:v>
                </c:pt>
                <c:pt idx="540">
                  <c:v>0.0266120971856</c:v>
                </c:pt>
                <c:pt idx="541">
                  <c:v>0.0268023015407</c:v>
                </c:pt>
                <c:pt idx="542">
                  <c:v>0.0269943585316</c:v>
                </c:pt>
                <c:pt idx="543">
                  <c:v>0.0271882830362</c:v>
                </c:pt>
                <c:pt idx="544">
                  <c:v>0.0273840897546</c:v>
                </c:pt>
                <c:pt idx="545">
                  <c:v>0.027581793193</c:v>
                </c:pt>
                <c:pt idx="546">
                  <c:v>0.0277814076475</c:v>
                </c:pt>
                <c:pt idx="547">
                  <c:v>0.0279829471872</c:v>
                </c:pt>
                <c:pt idx="548">
                  <c:v>0.0281864256371</c:v>
                </c:pt>
                <c:pt idx="549">
                  <c:v>0.0283918565601</c:v>
                </c:pt>
                <c:pt idx="550">
                  <c:v>0.0285992532391</c:v>
                </c:pt>
                <c:pt idx="551">
                  <c:v>0.0288086286585</c:v>
                </c:pt>
                <c:pt idx="552">
                  <c:v>0.0290199954847</c:v>
                </c:pt>
                <c:pt idx="553">
                  <c:v>0.0292333660471</c:v>
                </c:pt>
                <c:pt idx="554">
                  <c:v>0.0294487523182</c:v>
                </c:pt>
                <c:pt idx="555">
                  <c:v>0.0296661658932</c:v>
                </c:pt>
                <c:pt idx="556">
                  <c:v>0.0298856179699</c:v>
                </c:pt>
                <c:pt idx="557">
                  <c:v>0.0301071193273</c:v>
                </c:pt>
                <c:pt idx="558">
                  <c:v>0.0303306803049</c:v>
                </c:pt>
                <c:pt idx="559">
                  <c:v>0.0305563107812</c:v>
                </c:pt>
                <c:pt idx="560">
                  <c:v>0.0307840201518</c:v>
                </c:pt>
                <c:pt idx="561">
                  <c:v>0.031013817308</c:v>
                </c:pt>
                <c:pt idx="562">
                  <c:v>0.0312457106146</c:v>
                </c:pt>
                <c:pt idx="563">
                  <c:v>0.0314797078877</c:v>
                </c:pt>
                <c:pt idx="564">
                  <c:v>0.0317158163728</c:v>
                </c:pt>
                <c:pt idx="565">
                  <c:v>0.0319540427225</c:v>
                </c:pt>
                <c:pt idx="566">
                  <c:v>0.0321943929743</c:v>
                </c:pt>
                <c:pt idx="567">
                  <c:v>0.0324368725288</c:v>
                </c:pt>
                <c:pt idx="568">
                  <c:v>0.0326814861274</c:v>
                </c:pt>
                <c:pt idx="569">
                  <c:v>0.0329282378309</c:v>
                </c:pt>
                <c:pt idx="570">
                  <c:v>0.0331771309981</c:v>
                </c:pt>
                <c:pt idx="571">
                  <c:v>0.0334281682642</c:v>
                </c:pt>
                <c:pt idx="572">
                  <c:v>0.0336813515209</c:v>
                </c:pt>
                <c:pt idx="573">
                  <c:v>0.0339366818952</c:v>
                </c:pt>
                <c:pt idx="574">
                  <c:v>0.0341941597304</c:v>
                </c:pt>
                <c:pt idx="575">
                  <c:v>0.0344537845666</c:v>
                </c:pt>
                <c:pt idx="576">
                  <c:v>0.0347155551225</c:v>
                </c:pt>
                <c:pt idx="577">
                  <c:v>0.0349794692774</c:v>
                </c:pt>
                <c:pt idx="578">
                  <c:v>0.0352455240547</c:v>
                </c:pt>
                <c:pt idx="579">
                  <c:v>0.0355137156059</c:v>
                </c:pt>
                <c:pt idx="580">
                  <c:v>0.0357840391954</c:v>
                </c:pt>
                <c:pt idx="581">
                  <c:v>0.0360564891869</c:v>
                </c:pt>
                <c:pt idx="582">
                  <c:v>0.0363310590306</c:v>
                </c:pt>
                <c:pt idx="583">
                  <c:v>0.0366077412516</c:v>
                </c:pt>
                <c:pt idx="584">
                  <c:v>0.03688652744</c:v>
                </c:pt>
                <c:pt idx="585">
                  <c:v>0.0371674082416</c:v>
                </c:pt>
                <c:pt idx="586">
                  <c:v>0.0374503733507</c:v>
                </c:pt>
                <c:pt idx="587">
                  <c:v>0.0377354115043</c:v>
                </c:pt>
                <c:pt idx="588">
                  <c:v>0.0380225104776</c:v>
                </c:pt>
                <c:pt idx="589">
                  <c:v>0.0383116570814</c:v>
                </c:pt>
                <c:pt idx="590">
                  <c:v>0.038602837161</c:v>
                </c:pt>
                <c:pt idx="591">
                  <c:v>0.0388960355969</c:v>
                </c:pt>
                <c:pt idx="592">
                  <c:v>0.039191236307</c:v>
                </c:pt>
                <c:pt idx="593">
                  <c:v>0.0394884222512</c:v>
                </c:pt>
                <c:pt idx="594">
                  <c:v>0.0397875754372</c:v>
                </c:pt>
                <c:pt idx="595">
                  <c:v>0.0400886769287</c:v>
                </c:pt>
                <c:pt idx="596">
                  <c:v>0.0403917068546</c:v>
                </c:pt>
                <c:pt idx="597">
                  <c:v>0.0406966444212</c:v>
                </c:pt>
                <c:pt idx="598">
                  <c:v>0.041003467925</c:v>
                </c:pt>
                <c:pt idx="599">
                  <c:v>0.0413121547687</c:v>
                </c:pt>
                <c:pt idx="600">
                  <c:v>0.0416226814773</c:v>
                </c:pt>
                <c:pt idx="601">
                  <c:v>0.0419350237179</c:v>
                </c:pt>
                <c:pt idx="602">
                  <c:v>0.0422491563195</c:v>
                </c:pt>
                <c:pt idx="603">
                  <c:v>0.0425650532952</c:v>
                </c:pt>
                <c:pt idx="604">
                  <c:v>0.0428826878661</c:v>
                </c:pt>
                <c:pt idx="605">
                  <c:v>0.0432020324865</c:v>
                </c:pt>
                <c:pt idx="606">
                  <c:v>0.0435230588702</c:v>
                </c:pt>
                <c:pt idx="607">
                  <c:v>0.0438457380185</c:v>
                </c:pt>
                <c:pt idx="608">
                  <c:v>0.0441700402493</c:v>
                </c:pt>
                <c:pt idx="609">
                  <c:v>0.0444959352269</c:v>
                </c:pt>
                <c:pt idx="610">
                  <c:v>0.0448233919935</c:v>
                </c:pt>
                <c:pt idx="611">
                  <c:v>0.0451523790003</c:v>
                </c:pt>
                <c:pt idx="612">
                  <c:v>0.0454828641405</c:v>
                </c:pt>
                <c:pt idx="613">
                  <c:v>0.0458148147818</c:v>
                </c:pt>
                <c:pt idx="614">
                  <c:v>0.0461481977996</c:v>
                </c:pt>
                <c:pt idx="615">
                  <c:v>0.046482979611</c:v>
                </c:pt>
                <c:pt idx="616">
                  <c:v>0.0468191262072</c:v>
                </c:pt>
                <c:pt idx="617">
                  <c:v>0.0471566031876</c:v>
                </c:pt>
                <c:pt idx="618">
                  <c:v>0.0474953757922</c:v>
                </c:pt>
                <c:pt idx="619">
                  <c:v>0.0478354089344</c:v>
                </c:pt>
                <c:pt idx="620">
                  <c:v>0.0481766672324</c:v>
                </c:pt>
                <c:pt idx="621">
                  <c:v>0.0485191150407</c:v>
                </c:pt>
                <c:pt idx="622">
                  <c:v>0.0488627164796</c:v>
                </c:pt>
                <c:pt idx="623">
                  <c:v>0.0492074354647</c:v>
                </c:pt>
                <c:pt idx="624">
                  <c:v>0.0495532357345</c:v>
                </c:pt>
                <c:pt idx="625">
                  <c:v>0.049900080877</c:v>
                </c:pt>
                <c:pt idx="626">
                  <c:v>0.0502479343546</c:v>
                </c:pt>
                <c:pt idx="627">
                  <c:v>0.0505967595276</c:v>
                </c:pt>
                <c:pt idx="628">
                  <c:v>0.0509465196764</c:v>
                </c:pt>
                <c:pt idx="629">
                  <c:v>0.0512971780216</c:v>
                </c:pt>
                <c:pt idx="630">
                  <c:v>0.0516486977425</c:v>
                </c:pt>
                <c:pt idx="631">
                  <c:v>0.052001041994</c:v>
                </c:pt>
                <c:pt idx="632">
                  <c:v>0.0523541739215</c:v>
                </c:pt>
                <c:pt idx="633">
                  <c:v>0.0527080566742</c:v>
                </c:pt>
                <c:pt idx="634">
                  <c:v>0.0530626534169</c:v>
                </c:pt>
                <c:pt idx="635">
                  <c:v>0.0534179273391</c:v>
                </c:pt>
                <c:pt idx="636">
                  <c:v>0.0537738416638</c:v>
                </c:pt>
                <c:pt idx="637">
                  <c:v>0.0541303596535</c:v>
                </c:pt>
                <c:pt idx="638">
                  <c:v>0.0544874446152</c:v>
                </c:pt>
                <c:pt idx="639">
                  <c:v>0.0548450599043</c:v>
                </c:pt>
                <c:pt idx="640">
                  <c:v>0.0552031689262</c:v>
                </c:pt>
                <c:pt idx="641">
                  <c:v>0.0555617351378</c:v>
                </c:pt>
                <c:pt idx="642">
                  <c:v>0.0559207220469</c:v>
                </c:pt>
                <c:pt idx="643">
                  <c:v>0.0562800932116</c:v>
                </c:pt>
                <c:pt idx="644">
                  <c:v>0.0566398122379</c:v>
                </c:pt>
                <c:pt idx="645">
                  <c:v>0.0569998427777</c:v>
                </c:pt>
                <c:pt idx="646">
                  <c:v>0.0573601485257</c:v>
                </c:pt>
                <c:pt idx="647">
                  <c:v>0.0577206932159</c:v>
                </c:pt>
                <c:pt idx="648">
                  <c:v>0.0580814406182</c:v>
                </c:pt>
                <c:pt idx="649">
                  <c:v>0.0584423545351</c:v>
                </c:pt>
                <c:pt idx="650">
                  <c:v>0.0588033987984</c:v>
                </c:pt>
                <c:pt idx="651">
                  <c:v>0.0591645372661</c:v>
                </c:pt>
                <c:pt idx="652">
                  <c:v>0.0595257338201</c:v>
                </c:pt>
                <c:pt idx="653">
                  <c:v>0.0598869523644</c:v>
                </c:pt>
                <c:pt idx="654">
                  <c:v>0.0602481568241</c:v>
                </c:pt>
                <c:pt idx="655">
                  <c:v>0.0606093111449</c:v>
                </c:pt>
                <c:pt idx="656">
                  <c:v>0.0609703792946</c:v>
                </c:pt>
                <c:pt idx="657">
                  <c:v>0.0613313252648</c:v>
                </c:pt>
                <c:pt idx="658">
                  <c:v>0.0616921130744</c:v>
                </c:pt>
                <c:pt idx="659">
                  <c:v>0.0620527067738</c:v>
                </c:pt>
                <c:pt idx="660">
                  <c:v>0.0624130704519</c:v>
                </c:pt>
                <c:pt idx="661">
                  <c:v>0.0627731682425</c:v>
                </c:pt>
                <c:pt idx="662">
                  <c:v>0.0631329643342</c:v>
                </c:pt>
                <c:pt idx="663">
                  <c:v>0.0634924229809</c:v>
                </c:pt>
                <c:pt idx="664">
                  <c:v>0.0638515085135</c:v>
                </c:pt>
                <c:pt idx="665">
                  <c:v>0.0642101853543</c:v>
                </c:pt>
                <c:pt idx="666">
                  <c:v>0.0645684180318</c:v>
                </c:pt>
                <c:pt idx="667">
                  <c:v>0.064926171198</c:v>
                </c:pt>
                <c:pt idx="668">
                  <c:v>0.0652834096465</c:v>
                </c:pt>
                <c:pt idx="669">
                  <c:v>0.0656400983325</c:v>
                </c:pt>
                <c:pt idx="670">
                  <c:v>0.0659962023941</c:v>
                </c:pt>
                <c:pt idx="671">
                  <c:v>0.0663516871745</c:v>
                </c:pt>
                <c:pt idx="672">
                  <c:v>0.066706518246</c:v>
                </c:pt>
                <c:pt idx="673">
                  <c:v>0.067060661435</c:v>
                </c:pt>
                <c:pt idx="674">
                  <c:v>0.0674140828478</c:v>
                </c:pt>
                <c:pt idx="675">
                  <c:v>0.0677667488973</c:v>
                </c:pt>
                <c:pt idx="676">
                  <c:v>0.0681186263306</c:v>
                </c:pt>
                <c:pt idx="677">
                  <c:v>0.0684696822575</c:v>
                </c:pt>
                <c:pt idx="678">
                  <c:v>0.0688198841788</c:v>
                </c:pt>
                <c:pt idx="679">
                  <c:v>0.0691692000157</c:v>
                </c:pt>
                <c:pt idx="680">
                  <c:v>0.0695175981391</c:v>
                </c:pt>
                <c:pt idx="681">
                  <c:v>0.0698650473988</c:v>
                </c:pt>
                <c:pt idx="682">
                  <c:v>0.0702115171527</c:v>
                </c:pt>
                <c:pt idx="683">
                  <c:v>0.0705569772962</c:v>
                </c:pt>
                <c:pt idx="684">
                  <c:v>0.0709013982904</c:v>
                </c:pt>
                <c:pt idx="685">
                  <c:v>0.0712447511907</c:v>
                </c:pt>
                <c:pt idx="686">
                  <c:v>0.0715870076738</c:v>
                </c:pt>
                <c:pt idx="687">
                  <c:v>0.0719281400646</c:v>
                </c:pt>
                <c:pt idx="688">
                  <c:v>0.0722681213618</c:v>
                </c:pt>
                <c:pt idx="689">
                  <c:v>0.0726069252627</c:v>
                </c:pt>
                <c:pt idx="690">
                  <c:v>0.0729445261861</c:v>
                </c:pt>
                <c:pt idx="691">
                  <c:v>0.0732808992954</c:v>
                </c:pt>
                <c:pt idx="692">
                  <c:v>0.0736160205182</c:v>
                </c:pt>
                <c:pt idx="693">
                  <c:v>0.0739498665666</c:v>
                </c:pt>
                <c:pt idx="694">
                  <c:v>0.0742824149544</c:v>
                </c:pt>
                <c:pt idx="695">
                  <c:v>0.0746136440133</c:v>
                </c:pt>
                <c:pt idx="696">
                  <c:v>0.0749435329073</c:v>
                </c:pt>
                <c:pt idx="697">
                  <c:v>0.0752720616456</c:v>
                </c:pt>
                <c:pt idx="698">
                  <c:v>0.0755992110933</c:v>
                </c:pt>
                <c:pt idx="699">
                  <c:v>0.075924962981</c:v>
                </c:pt>
                <c:pt idx="700">
                  <c:v>0.076249299912</c:v>
                </c:pt>
                <c:pt idx="701">
                  <c:v>0.0765722053681</c:v>
                </c:pt>
                <c:pt idx="702">
                  <c:v>0.0768936637132</c:v>
                </c:pt>
                <c:pt idx="703">
                  <c:v>0.0772136601964</c:v>
                </c:pt>
                <c:pt idx="704">
                  <c:v>0.0775321809515</c:v>
                </c:pt>
                <c:pt idx="705">
                  <c:v>0.0778492129966</c:v>
                </c:pt>
                <c:pt idx="706">
                  <c:v>0.0781647442311</c:v>
                </c:pt>
                <c:pt idx="707">
                  <c:v>0.0784787634318</c:v>
                </c:pt>
                <c:pt idx="708">
                  <c:v>0.0787912602468</c:v>
                </c:pt>
                <c:pt idx="709">
                  <c:v>0.0791022251887</c:v>
                </c:pt>
                <c:pt idx="710">
                  <c:v>0.0794116496259</c:v>
                </c:pt>
                <c:pt idx="711">
                  <c:v>0.0797195257733</c:v>
                </c:pt>
                <c:pt idx="712">
                  <c:v>0.0800258466811</c:v>
                </c:pt>
                <c:pt idx="713">
                  <c:v>0.0803306062231</c:v>
                </c:pt>
                <c:pt idx="714">
                  <c:v>0.0806337990835</c:v>
                </c:pt>
                <c:pt idx="715">
                  <c:v>0.080935420743</c:v>
                </c:pt>
                <c:pt idx="716">
                  <c:v>0.0812354674641</c:v>
                </c:pt>
                <c:pt idx="717">
                  <c:v>0.0815339362756</c:v>
                </c:pt>
                <c:pt idx="718">
                  <c:v>0.0818308249558</c:v>
                </c:pt>
                <c:pt idx="719">
                  <c:v>0.0821261320163</c:v>
                </c:pt>
                <c:pt idx="720">
                  <c:v>0.0824198566835</c:v>
                </c:pt>
                <c:pt idx="721">
                  <c:v>0.0827119988813</c:v>
                </c:pt>
                <c:pt idx="722">
                  <c:v>0.0830025592123</c:v>
                </c:pt>
                <c:pt idx="723">
                  <c:v>0.0832915389387</c:v>
                </c:pt>
                <c:pt idx="724">
                  <c:v>0.0835789399631</c:v>
                </c:pt>
                <c:pt idx="725">
                  <c:v>0.0838647648091</c:v>
                </c:pt>
                <c:pt idx="726">
                  <c:v>0.0841490166012</c:v>
                </c:pt>
                <c:pt idx="727">
                  <c:v>0.084431699045</c:v>
                </c:pt>
                <c:pt idx="728">
                  <c:v>0.0847128164068</c:v>
                </c:pt>
                <c:pt idx="729">
                  <c:v>0.0849923734937</c:v>
                </c:pt>
                <c:pt idx="730">
                  <c:v>0.0852703756328</c:v>
                </c:pt>
                <c:pt idx="731">
                  <c:v>0.0855468286514</c:v>
                </c:pt>
                <c:pt idx="732">
                  <c:v>0.0858217388562</c:v>
                </c:pt>
                <c:pt idx="733">
                  <c:v>0.0860951130132</c:v>
                </c:pt>
                <c:pt idx="734">
                  <c:v>0.0863669583278</c:v>
                </c:pt>
                <c:pt idx="735">
                  <c:v>0.0866372824243</c:v>
                </c:pt>
                <c:pt idx="736">
                  <c:v>0.0869060933266</c:v>
                </c:pt>
                <c:pt idx="737">
                  <c:v>0.087173399438</c:v>
                </c:pt>
                <c:pt idx="738">
                  <c:v>0.0874392095222</c:v>
                </c:pt>
                <c:pt idx="739">
                  <c:v>0.087703532684</c:v>
                </c:pt>
                <c:pt idx="740">
                  <c:v>0.0879663783506</c:v>
                </c:pt>
                <c:pt idx="741">
                  <c:v>0.088227756253</c:v>
                </c:pt>
                <c:pt idx="742">
                  <c:v>0.0884876764078</c:v>
                </c:pt>
                <c:pt idx="743">
                  <c:v>0.0887461490997</c:v>
                </c:pt>
                <c:pt idx="744">
                  <c:v>0.0890031848639</c:v>
                </c:pt>
                <c:pt idx="745">
                  <c:v>0.0892587944695</c:v>
                </c:pt>
                <c:pt idx="746">
                  <c:v>0.0895129889024</c:v>
                </c:pt>
                <c:pt idx="747">
                  <c:v>0.0897657793502</c:v>
                </c:pt>
                <c:pt idx="748">
                  <c:v>0.0900171771858</c:v>
                </c:pt>
                <c:pt idx="749">
                  <c:v>0.0902671939529</c:v>
                </c:pt>
                <c:pt idx="750">
                  <c:v>0.0905158413511</c:v>
                </c:pt>
                <c:pt idx="751">
                  <c:v>0.0907631312221</c:v>
                </c:pt>
                <c:pt idx="752">
                  <c:v>0.0910090755354</c:v>
                </c:pt>
                <c:pt idx="753">
                  <c:v>0.0912536863762</c:v>
                </c:pt>
                <c:pt idx="754">
                  <c:v>0.0914969759317</c:v>
                </c:pt>
                <c:pt idx="755">
                  <c:v>0.0917389564794</c:v>
                </c:pt>
                <c:pt idx="756">
                  <c:v>0.0919796403755</c:v>
                </c:pt>
                <c:pt idx="757">
                  <c:v>0.0922190400431</c:v>
                </c:pt>
                <c:pt idx="758">
                  <c:v>0.0924571679616</c:v>
                </c:pt>
                <c:pt idx="759">
                  <c:v>0.0926940366562</c:v>
                </c:pt>
                <c:pt idx="760">
                  <c:v>0.0929296586879</c:v>
                </c:pt>
                <c:pt idx="761">
                  <c:v>0.0931640466436</c:v>
                </c:pt>
                <c:pt idx="762">
                  <c:v>0.093397213127</c:v>
                </c:pt>
                <c:pt idx="763">
                  <c:v>0.0936291707495</c:v>
                </c:pt>
                <c:pt idx="764">
                  <c:v>0.0938599321218</c:v>
                </c:pt>
                <c:pt idx="765">
                  <c:v>0.0940895098452</c:v>
                </c:pt>
                <c:pt idx="766">
                  <c:v>0.0943179165045</c:v>
                </c:pt>
                <c:pt idx="767">
                  <c:v>0.0945451646594</c:v>
                </c:pt>
                <c:pt idx="768">
                  <c:v>0.0947712668379</c:v>
                </c:pt>
                <c:pt idx="769">
                  <c:v>0.094996235529</c:v>
                </c:pt>
                <c:pt idx="770">
                  <c:v>0.095220083176</c:v>
                </c:pt>
                <c:pt idx="771">
                  <c:v>0.0954428221704</c:v>
                </c:pt>
                <c:pt idx="772">
                  <c:v>0.0956644648452</c:v>
                </c:pt>
                <c:pt idx="773">
                  <c:v>0.0958850234695</c:v>
                </c:pt>
                <c:pt idx="774">
                  <c:v>0.096104510243</c:v>
                </c:pt>
                <c:pt idx="775">
                  <c:v>0.0963229372904</c:v>
                </c:pt>
                <c:pt idx="776">
                  <c:v>0.0965403166566</c:v>
                </c:pt>
                <c:pt idx="777">
                  <c:v>0.0967566603019</c:v>
                </c:pt>
                <c:pt idx="778">
                  <c:v>0.0969719800978</c:v>
                </c:pt>
                <c:pt idx="779">
                  <c:v>0.0971862878224</c:v>
                </c:pt>
                <c:pt idx="780">
                  <c:v>0.0973995951567</c:v>
                </c:pt>
                <c:pt idx="781">
                  <c:v>0.0976119136809</c:v>
                </c:pt>
                <c:pt idx="782">
                  <c:v>0.0978232548712</c:v>
                </c:pt>
                <c:pt idx="783">
                  <c:v>0.0980336300962</c:v>
                </c:pt>
                <c:pt idx="784">
                  <c:v>0.0982430506141</c:v>
                </c:pt>
                <c:pt idx="785">
                  <c:v>0.09845152757</c:v>
                </c:pt>
                <c:pt idx="786">
                  <c:v>0.0986590719936</c:v>
                </c:pt>
                <c:pt idx="787">
                  <c:v>0.0988656947963</c:v>
                </c:pt>
                <c:pt idx="788">
                  <c:v>0.0990714067696</c:v>
                </c:pt>
                <c:pt idx="789">
                  <c:v>0.0992762185828</c:v>
                </c:pt>
                <c:pt idx="790">
                  <c:v>0.0994801407812</c:v>
                </c:pt>
                <c:pt idx="791">
                  <c:v>0.0996831837845</c:v>
                </c:pt>
                <c:pt idx="792">
                  <c:v>0.0998853578852</c:v>
                </c:pt>
                <c:pt idx="793">
                  <c:v>0.100086673247</c:v>
                </c:pt>
                <c:pt idx="794">
                  <c:v>0.100287139904</c:v>
                </c:pt>
                <c:pt idx="795">
                  <c:v>0.10048676776</c:v>
                </c:pt>
                <c:pt idx="796">
                  <c:v>0.100685566583</c:v>
                </c:pt>
                <c:pt idx="797">
                  <c:v>0.100883546012</c:v>
                </c:pt>
                <c:pt idx="798">
                  <c:v>0.10108071555</c:v>
                </c:pt>
                <c:pt idx="799">
                  <c:v>0.101277084562</c:v>
                </c:pt>
                <c:pt idx="800">
                  <c:v>0.101472662282</c:v>
                </c:pt>
                <c:pt idx="801">
                  <c:v>0.101667457803</c:v>
                </c:pt>
                <c:pt idx="802">
                  <c:v>0.101861480081</c:v>
                </c:pt>
                <c:pt idx="803">
                  <c:v>0.102054737936</c:v>
                </c:pt>
                <c:pt idx="804">
                  <c:v>0.102247240047</c:v>
                </c:pt>
                <c:pt idx="805">
                  <c:v>0.102438994954</c:v>
                </c:pt>
                <c:pt idx="806">
                  <c:v>0.102630011057</c:v>
                </c:pt>
                <c:pt idx="807">
                  <c:v>0.102820296616</c:v>
                </c:pt>
                <c:pt idx="808">
                  <c:v>0.10300985975</c:v>
                </c:pt>
                <c:pt idx="809">
                  <c:v>0.103198708436</c:v>
                </c:pt>
                <c:pt idx="810">
                  <c:v>0.103386850512</c:v>
                </c:pt>
                <c:pt idx="811">
                  <c:v>0.103574293673</c:v>
                </c:pt>
                <c:pt idx="812">
                  <c:v>0.103761045473</c:v>
                </c:pt>
                <c:pt idx="813">
                  <c:v>0.103947113324</c:v>
                </c:pt>
                <c:pt idx="814">
                  <c:v>0.104132504496</c:v>
                </c:pt>
                <c:pt idx="815">
                  <c:v>0.104317226118</c:v>
                </c:pt>
                <c:pt idx="816">
                  <c:v>0.104501285178</c:v>
                </c:pt>
                <c:pt idx="817">
                  <c:v>0.104684688522</c:v>
                </c:pt>
                <c:pt idx="818">
                  <c:v>0.104867442856</c:v>
                </c:pt>
                <c:pt idx="819">
                  <c:v>0.105049554743</c:v>
                </c:pt>
                <c:pt idx="820">
                  <c:v>0.105231030607</c:v>
                </c:pt>
                <c:pt idx="821">
                  <c:v>0.105411876731</c:v>
                </c:pt>
                <c:pt idx="822">
                  <c:v>0.105592099259</c:v>
                </c:pt>
                <c:pt idx="823">
                  <c:v>0.105771704193</c:v>
                </c:pt>
                <c:pt idx="824">
                  <c:v>0.105950697398</c:v>
                </c:pt>
                <c:pt idx="825">
                  <c:v>0.106129084598</c:v>
                </c:pt>
                <c:pt idx="826">
                  <c:v>0.10630687138</c:v>
                </c:pt>
                <c:pt idx="827">
                  <c:v>0.106484063189</c:v>
                </c:pt>
                <c:pt idx="828">
                  <c:v>0.106660665335</c:v>
                </c:pt>
                <c:pt idx="829">
                  <c:v>0.106836682989</c:v>
                </c:pt>
                <c:pt idx="830">
                  <c:v>0.107012121183</c:v>
                </c:pt>
                <c:pt idx="831">
                  <c:v>0.107186984811</c:v>
                </c:pt>
                <c:pt idx="832">
                  <c:v>0.107361278633</c:v>
                </c:pt>
                <c:pt idx="833">
                  <c:v>0.107535007267</c:v>
                </c:pt>
                <c:pt idx="834">
                  <c:v>0.107708175197</c:v>
                </c:pt>
                <c:pt idx="835">
                  <c:v>0.107880786769</c:v>
                </c:pt>
                <c:pt idx="836">
                  <c:v>0.108052846192</c:v>
                </c:pt>
                <c:pt idx="837">
                  <c:v>0.10822435754</c:v>
                </c:pt>
                <c:pt idx="838">
                  <c:v>0.108395324747</c:v>
                </c:pt>
                <c:pt idx="839">
                  <c:v>0.108565751614</c:v>
                </c:pt>
                <c:pt idx="840">
                  <c:v>0.108735641803</c:v>
                </c:pt>
                <c:pt idx="841">
                  <c:v>0.108904998843</c:v>
                </c:pt>
                <c:pt idx="842">
                  <c:v>0.109073826124</c:v>
                </c:pt>
                <c:pt idx="843">
                  <c:v>0.109242126901</c:v>
                </c:pt>
                <c:pt idx="844">
                  <c:v>0.109409904295</c:v>
                </c:pt>
                <c:pt idx="845">
                  <c:v>0.109577161288</c:v>
                </c:pt>
                <c:pt idx="846">
                  <c:v>0.109743900729</c:v>
                </c:pt>
                <c:pt idx="847">
                  <c:v>0.109910125331</c:v>
                </c:pt>
                <c:pt idx="848">
                  <c:v>0.110075837672</c:v>
                </c:pt>
                <c:pt idx="849">
                  <c:v>0.110241040195</c:v>
                </c:pt>
                <c:pt idx="850">
                  <c:v>0.110405735206</c:v>
                </c:pt>
                <c:pt idx="851">
                  <c:v>0.110569924881</c:v>
                </c:pt>
                <c:pt idx="852">
                  <c:v>0.110733611255</c:v>
                </c:pt>
                <c:pt idx="853">
                  <c:v>0.110896796232</c:v>
                </c:pt>
                <c:pt idx="854">
                  <c:v>0.111059481581</c:v>
                </c:pt>
                <c:pt idx="855">
                  <c:v>0.111221668936</c:v>
                </c:pt>
                <c:pt idx="856">
                  <c:v>0.111383359795</c:v>
                </c:pt>
                <c:pt idx="857">
                  <c:v>0.111544555524</c:v>
                </c:pt>
                <c:pt idx="858">
                  <c:v>0.11170525735</c:v>
                </c:pt>
                <c:pt idx="859">
                  <c:v>0.111865466369</c:v>
                </c:pt>
                <c:pt idx="860">
                  <c:v>0.11202518354</c:v>
                </c:pt>
                <c:pt idx="861">
                  <c:v>0.112184409686</c:v>
                </c:pt>
                <c:pt idx="862">
                  <c:v>0.112343145497</c:v>
                </c:pt>
                <c:pt idx="863">
                  <c:v>0.112501391524</c:v>
                </c:pt>
                <c:pt idx="864">
                  <c:v>0.112659148184</c:v>
                </c:pt>
                <c:pt idx="865">
                  <c:v>0.112816415757</c:v>
                </c:pt>
                <c:pt idx="866">
                  <c:v>0.112973194387</c:v>
                </c:pt>
                <c:pt idx="867">
                  <c:v>0.113129484079</c:v>
                </c:pt>
                <c:pt idx="868">
                  <c:v>0.113285284703</c:v>
                </c:pt>
                <c:pt idx="869">
                  <c:v>0.113440595989</c:v>
                </c:pt>
                <c:pt idx="870">
                  <c:v>0.113595417529</c:v>
                </c:pt>
                <c:pt idx="871">
                  <c:v>0.113749748778</c:v>
                </c:pt>
                <c:pt idx="872">
                  <c:v>0.11390358905</c:v>
                </c:pt>
                <c:pt idx="873">
                  <c:v>0.11405693752</c:v>
                </c:pt>
                <c:pt idx="874">
                  <c:v>0.114209793222</c:v>
                </c:pt>
                <c:pt idx="875">
                  <c:v>0.114362155049</c:v>
                </c:pt>
                <c:pt idx="876">
                  <c:v>0.114514021755</c:v>
                </c:pt>
                <c:pt idx="877">
                  <c:v>0.114665391948</c:v>
                </c:pt>
                <c:pt idx="878">
                  <c:v>0.114816264098</c:v>
                </c:pt>
                <c:pt idx="879">
                  <c:v>0.114966636527</c:v>
                </c:pt>
                <c:pt idx="880">
                  <c:v>0.115116507417</c:v>
                </c:pt>
                <c:pt idx="881">
                  <c:v>0.115265874804</c:v>
                </c:pt>
                <c:pt idx="882">
                  <c:v>0.115414736578</c:v>
                </c:pt>
                <c:pt idx="883">
                  <c:v>0.115563090483</c:v>
                </c:pt>
                <c:pt idx="884">
                  <c:v>0.115710934117</c:v>
                </c:pt>
                <c:pt idx="885">
                  <c:v>0.11585826493</c:v>
                </c:pt>
                <c:pt idx="886">
                  <c:v>0.116005080222</c:v>
                </c:pt>
                <c:pt idx="887">
                  <c:v>0.116151377144</c:v>
                </c:pt>
                <c:pt idx="888">
                  <c:v>0.116297152697</c:v>
                </c:pt>
                <c:pt idx="889">
                  <c:v>0.11644240373</c:v>
                </c:pt>
                <c:pt idx="890">
                  <c:v>0.116587126938</c:v>
                </c:pt>
                <c:pt idx="891">
                  <c:v>0.116731318865</c:v>
                </c:pt>
                <c:pt idx="892">
                  <c:v>0.116874975896</c:v>
                </c:pt>
                <c:pt idx="893">
                  <c:v>0.117018094264</c:v>
                </c:pt>
                <c:pt idx="894">
                  <c:v>0.117160670042</c:v>
                </c:pt>
                <c:pt idx="895">
                  <c:v>0.117302699143</c:v>
                </c:pt>
                <c:pt idx="896">
                  <c:v>0.117444177324</c:v>
                </c:pt>
                <c:pt idx="897">
                  <c:v>0.117585100177</c:v>
                </c:pt>
                <c:pt idx="898">
                  <c:v>0.117725463133</c:v>
                </c:pt>
                <c:pt idx="899">
                  <c:v>0.117865261459</c:v>
                </c:pt>
                <c:pt idx="900">
                  <c:v>0.118004490255</c:v>
                </c:pt>
                <c:pt idx="901">
                  <c:v>0.118143144455</c:v>
                </c:pt>
                <c:pt idx="902">
                  <c:v>0.118281218824</c:v>
                </c:pt>
                <c:pt idx="903">
                  <c:v>0.118418707957</c:v>
                </c:pt>
                <c:pt idx="904">
                  <c:v>0.118555606277</c:v>
                </c:pt>
                <c:pt idx="905">
                  <c:v>0.118691908035</c:v>
                </c:pt>
                <c:pt idx="906">
                  <c:v>0.118827607306</c:v>
                </c:pt>
                <c:pt idx="907">
                  <c:v>0.118962697988</c:v>
                </c:pt>
                <c:pt idx="908">
                  <c:v>0.119097173801</c:v>
                </c:pt>
                <c:pt idx="909">
                  <c:v>0.119231028285</c:v>
                </c:pt>
                <c:pt idx="910">
                  <c:v>0.119364254799</c:v>
                </c:pt>
                <c:pt idx="911">
                  <c:v>0.119496846517</c:v>
                </c:pt>
                <c:pt idx="912">
                  <c:v>0.119628796429</c:v>
                </c:pt>
                <c:pt idx="913">
                  <c:v>0.119760097338</c:v>
                </c:pt>
                <c:pt idx="914">
                  <c:v>0.119890741855</c:v>
                </c:pt>
                <c:pt idx="915">
                  <c:v>0.120020722402</c:v>
                </c:pt>
                <c:pt idx="916">
                  <c:v>0.120150031208</c:v>
                </c:pt>
                <c:pt idx="917">
                  <c:v>0.120278660307</c:v>
                </c:pt>
                <c:pt idx="918">
                  <c:v>0.120406601534</c:v>
                </c:pt>
                <c:pt idx="919">
                  <c:v>0.120533846528</c:v>
                </c:pt>
                <c:pt idx="920">
                  <c:v>0.120660386722</c:v>
                </c:pt>
                <c:pt idx="921">
                  <c:v>0.120786213351</c:v>
                </c:pt>
                <c:pt idx="922">
                  <c:v>0.12091131744</c:v>
                </c:pt>
                <c:pt idx="923">
                  <c:v>0.121035689808</c:v>
                </c:pt>
                <c:pt idx="924">
                  <c:v>0.121159321065</c:v>
                </c:pt>
                <c:pt idx="925">
                  <c:v>0.121282201607</c:v>
                </c:pt>
                <c:pt idx="926">
                  <c:v>0.121404321617</c:v>
                </c:pt>
                <c:pt idx="927">
                  <c:v>0.121525671059</c:v>
                </c:pt>
                <c:pt idx="928">
                  <c:v>0.121646239682</c:v>
                </c:pt>
                <c:pt idx="929">
                  <c:v>0.12176601701</c:v>
                </c:pt>
                <c:pt idx="930">
                  <c:v>0.121884992346</c:v>
                </c:pt>
                <c:pt idx="931">
                  <c:v>0.122003154766</c:v>
                </c:pt>
                <c:pt idx="932">
                  <c:v>0.122120493118</c:v>
                </c:pt>
                <c:pt idx="933">
                  <c:v>0.12223699602</c:v>
                </c:pt>
                <c:pt idx="934">
                  <c:v>0.122352651857</c:v>
                </c:pt>
                <c:pt idx="935">
                  <c:v>0.122467448779</c:v>
                </c:pt>
                <c:pt idx="936">
                  <c:v>0.1225813747</c:v>
                </c:pt>
                <c:pt idx="937">
                  <c:v>0.122694417292</c:v>
                </c:pt>
                <c:pt idx="938">
                  <c:v>0.122806563985</c:v>
                </c:pt>
                <c:pt idx="939">
                  <c:v>0.122917801968</c:v>
                </c:pt>
                <c:pt idx="940">
                  <c:v>0.12302811818</c:v>
                </c:pt>
                <c:pt idx="941">
                  <c:v>0.123137499312</c:v>
                </c:pt>
                <c:pt idx="942">
                  <c:v>0.123245931804</c:v>
                </c:pt>
                <c:pt idx="943">
                  <c:v>0.123353401843</c:v>
                </c:pt>
                <c:pt idx="944">
                  <c:v>0.123459895359</c:v>
                </c:pt>
                <c:pt idx="945">
                  <c:v>0.123565398026</c:v>
                </c:pt>
                <c:pt idx="946">
                  <c:v>0.123669895255</c:v>
                </c:pt>
                <c:pt idx="947">
                  <c:v>0.123773372196</c:v>
                </c:pt>
                <c:pt idx="948">
                  <c:v>0.123875813736</c:v>
                </c:pt>
                <c:pt idx="949">
                  <c:v>0.123977204493</c:v>
                </c:pt>
                <c:pt idx="950">
                  <c:v>0.124077528816</c:v>
                </c:pt>
                <c:pt idx="951">
                  <c:v>0.124176770786</c:v>
                </c:pt>
                <c:pt idx="952">
                  <c:v>0.124274914208</c:v>
                </c:pt>
                <c:pt idx="953">
                  <c:v>0.124371942614</c:v>
                </c:pt>
                <c:pt idx="954">
                  <c:v>0.124467839258</c:v>
                </c:pt>
                <c:pt idx="955">
                  <c:v>0.124562587118</c:v>
                </c:pt>
                <c:pt idx="956">
                  <c:v>0.124656168889</c:v>
                </c:pt>
                <c:pt idx="957">
                  <c:v>0.124748566987</c:v>
                </c:pt>
                <c:pt idx="958">
                  <c:v>0.124839763541</c:v>
                </c:pt>
                <c:pt idx="959">
                  <c:v>0.124929740399</c:v>
                </c:pt>
                <c:pt idx="960">
                  <c:v>0.12501847912</c:v>
                </c:pt>
                <c:pt idx="961">
                  <c:v>0.125105960976</c:v>
                </c:pt>
                <c:pt idx="962">
                  <c:v>0.12519216695</c:v>
                </c:pt>
                <c:pt idx="963">
                  <c:v>0.125277077737</c:v>
                </c:pt>
                <c:pt idx="964">
                  <c:v>0.125360673739</c:v>
                </c:pt>
                <c:pt idx="965">
                  <c:v>0.125442935067</c:v>
                </c:pt>
                <c:pt idx="966">
                  <c:v>0.12552384154</c:v>
                </c:pt>
                <c:pt idx="967">
                  <c:v>0.125603372685</c:v>
                </c:pt>
                <c:pt idx="968">
                  <c:v>0.125681507734</c:v>
                </c:pt>
                <c:pt idx="969">
                  <c:v>0.125758225627</c:v>
                </c:pt>
                <c:pt idx="970">
                  <c:v>0.125833505011</c:v>
                </c:pt>
                <c:pt idx="971">
                  <c:v>0.125907324238</c:v>
                </c:pt>
                <c:pt idx="972">
                  <c:v>0.125979661369</c:v>
                </c:pt>
                <c:pt idx="973">
                  <c:v>0.126050494172</c:v>
                </c:pt>
                <c:pt idx="974">
                  <c:v>0.126119800124</c:v>
                </c:pt>
                <c:pt idx="975">
                  <c:v>0.12618755641</c:v>
                </c:pt>
                <c:pt idx="976">
                  <c:v>0.126253739929</c:v>
                </c:pt>
                <c:pt idx="977">
                  <c:v>0.126318327291</c:v>
                </c:pt>
                <c:pt idx="978">
                  <c:v>0.126381294818</c:v>
                </c:pt>
                <c:pt idx="979">
                  <c:v>0.126442618552</c:v>
                </c:pt>
                <c:pt idx="980">
                  <c:v>0.126502274252</c:v>
                </c:pt>
                <c:pt idx="981">
                  <c:v>0.126560237399</c:v>
                </c:pt>
                <c:pt idx="982">
                  <c:v>0.1266164832</c:v>
                </c:pt>
                <c:pt idx="983">
                  <c:v>0.126670986586</c:v>
                </c:pt>
                <c:pt idx="984">
                  <c:v>0.126723722226</c:v>
                </c:pt>
                <c:pt idx="985">
                  <c:v>0.126774664519</c:v>
                </c:pt>
                <c:pt idx="986">
                  <c:v>0.12682378761</c:v>
                </c:pt>
                <c:pt idx="987">
                  <c:v>0.126871065386</c:v>
                </c:pt>
                <c:pt idx="988">
                  <c:v>0.126916471487</c:v>
                </c:pt>
                <c:pt idx="989">
                  <c:v>0.126959979309</c:v>
                </c:pt>
                <c:pt idx="990">
                  <c:v>0.127001562012</c:v>
                </c:pt>
                <c:pt idx="991">
                  <c:v>0.127041192527</c:v>
                </c:pt>
                <c:pt idx="992">
                  <c:v>0.127078843562</c:v>
                </c:pt>
                <c:pt idx="993">
                  <c:v>0.127114487611</c:v>
                </c:pt>
                <c:pt idx="994">
                  <c:v>0.127148096961</c:v>
                </c:pt>
                <c:pt idx="995">
                  <c:v>0.127179643704</c:v>
                </c:pt>
                <c:pt idx="996">
                  <c:v>0.127209099743</c:v>
                </c:pt>
                <c:pt idx="997">
                  <c:v>0.127236436806</c:v>
                </c:pt>
                <c:pt idx="998">
                  <c:v>0.127261626454</c:v>
                </c:pt>
                <c:pt idx="999">
                  <c:v>0.127284640095</c:v>
                </c:pt>
                <c:pt idx="1000">
                  <c:v>0.127305448992</c:v>
                </c:pt>
                <c:pt idx="1001">
                  <c:v>0.127324024284</c:v>
                </c:pt>
                <c:pt idx="1002">
                  <c:v>0.127340336989</c:v>
                </c:pt>
                <c:pt idx="1003">
                  <c:v>0.12735435803</c:v>
                </c:pt>
                <c:pt idx="1004">
                  <c:v>0.127366058241</c:v>
                </c:pt>
                <c:pt idx="1005">
                  <c:v>0.127375408387</c:v>
                </c:pt>
                <c:pt idx="1006">
                  <c:v>0.127382379182</c:v>
                </c:pt>
                <c:pt idx="1007">
                  <c:v>0.127386941304</c:v>
                </c:pt>
                <c:pt idx="1008">
                  <c:v>0.127389065418</c:v>
                </c:pt>
                <c:pt idx="1009">
                  <c:v>0.127388722189</c:v>
                </c:pt>
                <c:pt idx="1010">
                  <c:v>0.127385882308</c:v>
                </c:pt>
                <c:pt idx="1011">
                  <c:v>0.127380516512</c:v>
                </c:pt>
                <c:pt idx="1012">
                  <c:v>0.127372595605</c:v>
                </c:pt>
                <c:pt idx="1013">
                  <c:v>0.127362090483</c:v>
                </c:pt>
                <c:pt idx="1014">
                  <c:v>0.127348972157</c:v>
                </c:pt>
                <c:pt idx="1015">
                  <c:v>0.12733321178</c:v>
                </c:pt>
                <c:pt idx="1016">
                  <c:v>0.127314780672</c:v>
                </c:pt>
                <c:pt idx="1017">
                  <c:v>0.127293650347</c:v>
                </c:pt>
                <c:pt idx="1018">
                  <c:v>0.127269792544</c:v>
                </c:pt>
                <c:pt idx="1019">
                  <c:v>0.127243179253</c:v>
                </c:pt>
                <c:pt idx="1020">
                  <c:v>0.127213782748</c:v>
                </c:pt>
                <c:pt idx="1021">
                  <c:v>0.12718157562</c:v>
                </c:pt>
                <c:pt idx="1022">
                  <c:v>0.127146530805</c:v>
                </c:pt>
                <c:pt idx="1023">
                  <c:v>0.127108621623</c:v>
                </c:pt>
                <c:pt idx="1024">
                  <c:v>0.12706782181</c:v>
                </c:pt>
                <c:pt idx="1025">
                  <c:v>0.127024105554</c:v>
                </c:pt>
                <c:pt idx="1026">
                  <c:v>0.126977447535</c:v>
                </c:pt>
                <c:pt idx="1027">
                  <c:v>0.126927822958</c:v>
                </c:pt>
                <c:pt idx="1028">
                  <c:v>0.126875207598</c:v>
                </c:pt>
                <c:pt idx="1029">
                  <c:v>0.126819577837</c:v>
                </c:pt>
                <c:pt idx="1030">
                  <c:v>0.126760910703</c:v>
                </c:pt>
                <c:pt idx="1031">
                  <c:v>0.126699183917</c:v>
                </c:pt>
                <c:pt idx="1032">
                  <c:v>0.126634375936</c:v>
                </c:pt>
                <c:pt idx="1033">
                  <c:v>0.126566465991</c:v>
                </c:pt>
                <c:pt idx="1034">
                  <c:v>0.126495434138</c:v>
                </c:pt>
                <c:pt idx="1035">
                  <c:v>0.126421261304</c:v>
                </c:pt>
                <c:pt idx="1036">
                  <c:v>0.126343929328</c:v>
                </c:pt>
                <c:pt idx="1037">
                  <c:v>0.126263421013</c:v>
                </c:pt>
                <c:pt idx="1038">
                  <c:v>0.126179720173</c:v>
                </c:pt>
                <c:pt idx="1039">
                  <c:v>0.126092811681</c:v>
                </c:pt>
                <c:pt idx="1040">
                  <c:v>0.126002681519</c:v>
                </c:pt>
                <c:pt idx="1041">
                  <c:v>0.125909316826</c:v>
                </c:pt>
                <c:pt idx="1042">
                  <c:v>0.125812705948</c:v>
                </c:pt>
                <c:pt idx="1043">
                  <c:v>0.12571283849</c:v>
                </c:pt>
                <c:pt idx="1044">
                  <c:v>0.125609705366</c:v>
                </c:pt>
                <c:pt idx="1045">
                  <c:v>0.125503298846</c:v>
                </c:pt>
                <c:pt idx="1046">
                  <c:v>0.12539361261</c:v>
                </c:pt>
                <c:pt idx="1047">
                  <c:v>0.125280641798</c:v>
                </c:pt>
                <c:pt idx="1048">
                  <c:v>0.125164383059</c:v>
                </c:pt>
                <c:pt idx="1049">
                  <c:v>0.125044834598</c:v>
                </c:pt>
                <c:pt idx="1050">
                  <c:v>0.12492199623</c:v>
                </c:pt>
                <c:pt idx="1051">
                  <c:v>0.124795869426</c:v>
                </c:pt>
                <c:pt idx="1052">
                  <c:v>0.12466645736</c:v>
                </c:pt>
                <c:pt idx="1053">
                  <c:v>0.124533764953</c:v>
                </c:pt>
                <c:pt idx="1054">
                  <c:v>0.124397798927</c:v>
                </c:pt>
                <c:pt idx="1055">
                  <c:v>0.12425856784</c:v>
                </c:pt>
                <c:pt idx="1056">
                  <c:v>0.124116082133</c:v>
                </c:pt>
                <c:pt idx="1057">
                  <c:v>0.123970354172</c:v>
                </c:pt>
                <c:pt idx="1058">
                  <c:v>0.123821398285</c:v>
                </c:pt>
                <c:pt idx="1059">
                  <c:v>0.123669230803</c:v>
                </c:pt>
                <c:pt idx="1060">
                  <c:v>0.123513870092</c:v>
                </c:pt>
                <c:pt idx="1061">
                  <c:v>0.12335533659</c:v>
                </c:pt>
                <c:pt idx="1062">
                  <c:v>0.123193652835</c:v>
                </c:pt>
                <c:pt idx="1063">
                  <c:v>0.123028843495</c:v>
                </c:pt>
                <c:pt idx="1064">
                  <c:v>0.122860935394</c:v>
                </c:pt>
                <c:pt idx="1065">
                  <c:v>0.122689957535</c:v>
                </c:pt>
                <c:pt idx="1066">
                  <c:v>0.12251594112</c:v>
                </c:pt>
                <c:pt idx="1067">
                  <c:v>0.122338919567</c:v>
                </c:pt>
                <c:pt idx="1068">
                  <c:v>0.122158928524</c:v>
                </c:pt>
                <c:pt idx="1069">
                  <c:v>0.121976005878</c:v>
                </c:pt>
                <c:pt idx="1070">
                  <c:v>0.121790191765</c:v>
                </c:pt>
                <c:pt idx="1071">
                  <c:v>0.121601528569</c:v>
                </c:pt>
                <c:pt idx="1072">
                  <c:v>0.121410060924</c:v>
                </c:pt>
                <c:pt idx="1073">
                  <c:v>0.121215835713</c:v>
                </c:pt>
                <c:pt idx="1074">
                  <c:v>0.121018902052</c:v>
                </c:pt>
                <c:pt idx="1075">
                  <c:v>0.120819311285</c:v>
                </c:pt>
                <c:pt idx="1076">
                  <c:v>0.120617116964</c:v>
                </c:pt>
                <c:pt idx="1077">
                  <c:v>0.120412374832</c:v>
                </c:pt>
                <c:pt idx="1078">
                  <c:v>0.120205142796</c:v>
                </c:pt>
                <c:pt idx="1079">
                  <c:v>0.119995480899</c:v>
                </c:pt>
                <c:pt idx="1080">
                  <c:v>0.11978345129</c:v>
                </c:pt>
                <c:pt idx="1081">
                  <c:v>0.119569118183</c:v>
                </c:pt>
                <c:pt idx="1082">
                  <c:v>0.119352547822</c:v>
                </c:pt>
                <c:pt idx="1083">
                  <c:v>0.119133808431</c:v>
                </c:pt>
                <c:pt idx="1084">
                  <c:v>0.11891297017</c:v>
                </c:pt>
                <c:pt idx="1085">
                  <c:v>0.118690105079</c:v>
                </c:pt>
                <c:pt idx="1086">
                  <c:v>0.118465287021</c:v>
                </c:pt>
                <c:pt idx="1087">
                  <c:v>0.118238591626</c:v>
                </c:pt>
                <c:pt idx="1088">
                  <c:v>0.118010096222</c:v>
                </c:pt>
                <c:pt idx="1089">
                  <c:v>0.11777987977</c:v>
                </c:pt>
                <c:pt idx="1090">
                  <c:v>0.117548022793</c:v>
                </c:pt>
                <c:pt idx="1091">
                  <c:v>0.1173146073</c:v>
                </c:pt>
                <c:pt idx="1092">
                  <c:v>0.11707971671</c:v>
                </c:pt>
                <c:pt idx="1093">
                  <c:v>0.116843435768</c:v>
                </c:pt>
                <c:pt idx="1094">
                  <c:v>0.116605850464</c:v>
                </c:pt>
                <c:pt idx="1095">
                  <c:v>0.116367047946</c:v>
                </c:pt>
                <c:pt idx="1096">
                  <c:v>0.116127116427</c:v>
                </c:pt>
                <c:pt idx="1097">
                  <c:v>0.115886145096</c:v>
                </c:pt>
                <c:pt idx="1098">
                  <c:v>0.115644224024</c:v>
                </c:pt>
                <c:pt idx="1099">
                  <c:v>0.115401444061</c:v>
                </c:pt>
                <c:pt idx="1100">
                  <c:v>0.115157896745</c:v>
                </c:pt>
                <c:pt idx="1101">
                  <c:v>0.114913674192</c:v>
                </c:pt>
                <c:pt idx="1102">
                  <c:v>0.114668869</c:v>
                </c:pt>
                <c:pt idx="1103">
                  <c:v>0.114423574138</c:v>
                </c:pt>
                <c:pt idx="1104">
                  <c:v>0.11417788284</c:v>
                </c:pt>
                <c:pt idx="1105">
                  <c:v>0.1139318885</c:v>
                </c:pt>
                <c:pt idx="1106">
                  <c:v>0.113685684555</c:v>
                </c:pt>
                <c:pt idx="1107">
                  <c:v>0.113439364378</c:v>
                </c:pt>
                <c:pt idx="1108">
                  <c:v>0.113193021161</c:v>
                </c:pt>
                <c:pt idx="1109">
                  <c:v>0.112946747803</c:v>
                </c:pt>
                <c:pt idx="1110">
                  <c:v>0.11270063679</c:v>
                </c:pt>
                <c:pt idx="1111">
                  <c:v>0.112454780083</c:v>
                </c:pt>
                <c:pt idx="1112">
                  <c:v>0.112209268991</c:v>
                </c:pt>
                <c:pt idx="1113">
                  <c:v>0.11196419406</c:v>
                </c:pt>
                <c:pt idx="1114">
                  <c:v>0.111719644945</c:v>
                </c:pt>
                <c:pt idx="1115">
                  <c:v>0.111475710288</c:v>
                </c:pt>
                <c:pt idx="1116">
                  <c:v>0.111232477601</c:v>
                </c:pt>
                <c:pt idx="1117">
                  <c:v>0.110990033132</c:v>
                </c:pt>
                <c:pt idx="1118">
                  <c:v>0.110748461747</c:v>
                </c:pt>
                <c:pt idx="1119">
                  <c:v>0.110507846798</c:v>
                </c:pt>
                <c:pt idx="1120">
                  <c:v>0.110268270001</c:v>
                </c:pt>
                <c:pt idx="1121">
                  <c:v>0.1100298113</c:v>
                </c:pt>
                <c:pt idx="1122">
                  <c:v>0.109792548747</c:v>
                </c:pt>
                <c:pt idx="1123">
                  <c:v>0.109556558364</c:v>
                </c:pt>
                <c:pt idx="1124">
                  <c:v>0.109321914014</c:v>
                </c:pt>
                <c:pt idx="1125">
                  <c:v>0.109088687273</c:v>
                </c:pt>
                <c:pt idx="1126">
                  <c:v>0.108856947296</c:v>
                </c:pt>
                <c:pt idx="1127">
                  <c:v>0.108626760683</c:v>
                </c:pt>
                <c:pt idx="1128">
                  <c:v>0.10839819135</c:v>
                </c:pt>
                <c:pt idx="1129">
                  <c:v>0.108171300394</c:v>
                </c:pt>
                <c:pt idx="1130">
                  <c:v>0.107946145962</c:v>
                </c:pt>
                <c:pt idx="1131">
                  <c:v>0.10772278312</c:v>
                </c:pt>
                <c:pt idx="1132">
                  <c:v>0.10750126372</c:v>
                </c:pt>
                <c:pt idx="1133">
                  <c:v>0.10728163627</c:v>
                </c:pt>
                <c:pt idx="1134">
                  <c:v>0.107063945806</c:v>
                </c:pt>
                <c:pt idx="1135">
                  <c:v>0.106848233764</c:v>
                </c:pt>
                <c:pt idx="1136">
                  <c:v>0.106634537854</c:v>
                </c:pt>
                <c:pt idx="1137">
                  <c:v>0.106422891936</c:v>
                </c:pt>
                <c:pt idx="1138">
                  <c:v>0.106213325897</c:v>
                </c:pt>
                <c:pt idx="1139">
                  <c:v>0.106005865537</c:v>
                </c:pt>
                <c:pt idx="1140">
                  <c:v>0.105800532452</c:v>
                </c:pt>
                <c:pt idx="1141">
                  <c:v>0.10559734392</c:v>
                </c:pt>
                <c:pt idx="1142">
                  <c:v>0.105396312798</c:v>
                </c:pt>
                <c:pt idx="1143">
                  <c:v>0.105197447416</c:v>
                </c:pt>
                <c:pt idx="1144">
                  <c:v>0.105000751483</c:v>
                </c:pt>
                <c:pt idx="1145">
                  <c:v>0.104806223992</c:v>
                </c:pt>
                <c:pt idx="1146">
                  <c:v>0.104613859136</c:v>
                </c:pt>
                <c:pt idx="1147">
                  <c:v>0.104423646229</c:v>
                </c:pt>
                <c:pt idx="1148">
                  <c:v>0.10423556963</c:v>
                </c:pt>
                <c:pt idx="1149">
                  <c:v>0.104049608683</c:v>
                </c:pt>
                <c:pt idx="1150">
                  <c:v>0.103865737655</c:v>
                </c:pt>
                <c:pt idx="1151">
                  <c:v>0.103683925692</c:v>
                </c:pt>
                <c:pt idx="1152">
                  <c:v>0.103504136773</c:v>
                </c:pt>
                <c:pt idx="1153">
                  <c:v>0.103326329684</c:v>
                </c:pt>
                <c:pt idx="1154">
                  <c:v>0.103150457995</c:v>
                </c:pt>
                <c:pt idx="1155">
                  <c:v>0.102976470046</c:v>
                </c:pt>
                <c:pt idx="1156">
                  <c:v>0.10280430895</c:v>
                </c:pt>
                <c:pt idx="1157">
                  <c:v>0.102633912599</c:v>
                </c:pt>
                <c:pt idx="1158">
                  <c:v>0.102465213684</c:v>
                </c:pt>
                <c:pt idx="1159">
                  <c:v>0.102298139728</c:v>
                </c:pt>
                <c:pt idx="1160">
                  <c:v>0.102132613128</c:v>
                </c:pt>
                <c:pt idx="1161">
                  <c:v>0.101968551208</c:v>
                </c:pt>
                <c:pt idx="1162">
                  <c:v>0.101805866284</c:v>
                </c:pt>
                <c:pt idx="1163">
                  <c:v>0.101644465745</c:v>
                </c:pt>
                <c:pt idx="1164">
                  <c:v>0.101484252134</c:v>
                </c:pt>
                <c:pt idx="1165">
                  <c:v>0.101325123259</c:v>
                </c:pt>
                <c:pt idx="1166">
                  <c:v>0.101166972296</c:v>
                </c:pt>
                <c:pt idx="1167">
                  <c:v>0.101009687917</c:v>
                </c:pt>
                <c:pt idx="1168">
                  <c:v>0.100853154426</c:v>
                </c:pt>
                <c:pt idx="1169">
                  <c:v>0.100697251903</c:v>
                </c:pt>
                <c:pt idx="1170">
                  <c:v>0.100541856365</c:v>
                </c:pt>
                <c:pt idx="1171">
                  <c:v>0.100386839929</c:v>
                </c:pt>
                <c:pt idx="1172">
                  <c:v>0.100232070997</c:v>
                </c:pt>
                <c:pt idx="1173">
                  <c:v>0.10007741444</c:v>
                </c:pt>
                <c:pt idx="1174">
                  <c:v>0.0999227317991</c:v>
                </c:pt>
                <c:pt idx="1175">
                  <c:v>0.0997678814938</c:v>
                </c:pt>
                <c:pt idx="1176">
                  <c:v>0.0996127190373</c:v>
                </c:pt>
                <c:pt idx="1177">
                  <c:v>0.0994570972627</c:v>
                </c:pt>
                <c:pt idx="1178">
                  <c:v>0.0993008665562</c:v>
                </c:pt>
                <c:pt idx="1179">
                  <c:v>0.0991438750971</c:v>
                </c:pt>
                <c:pt idx="1180">
                  <c:v>0.0989859691056</c:v>
                </c:pt>
                <c:pt idx="1181">
                  <c:v>0.098826993096</c:v>
                </c:pt>
                <c:pt idx="1182">
                  <c:v>0.0986667901356</c:v>
                </c:pt>
                <c:pt idx="1183">
                  <c:v>0.0985052021089</c:v>
                </c:pt>
                <c:pt idx="1184">
                  <c:v>0.0983420699861</c:v>
                </c:pt>
                <c:pt idx="1185">
                  <c:v>0.098177234095</c:v>
                </c:pt>
                <c:pt idx="1186">
                  <c:v>0.0980105343961</c:v>
                </c:pt>
                <c:pt idx="1187">
                  <c:v>0.0978418107606</c:v>
                </c:pt>
                <c:pt idx="1188">
                  <c:v>0.0976709032495</c:v>
                </c:pt>
                <c:pt idx="1189">
                  <c:v>0.0974976523942</c:v>
                </c:pt>
                <c:pt idx="1190">
                  <c:v>0.0973218994776</c:v>
                </c:pt>
                <c:pt idx="1191">
                  <c:v>0.097143486815</c:v>
                </c:pt>
                <c:pt idx="1192">
                  <c:v>0.0969622580346</c:v>
                </c:pt>
                <c:pt idx="1193">
                  <c:v>0.0967780583555</c:v>
                </c:pt>
                <c:pt idx="1194">
                  <c:v>0.0965907348656</c:v>
                </c:pt>
                <c:pt idx="1195">
                  <c:v>0.096400136795</c:v>
                </c:pt>
                <c:pt idx="1196">
                  <c:v>0.0962061157877</c:v>
                </c:pt>
                <c:pt idx="1197">
                  <c:v>0.0960085261684</c:v>
                </c:pt>
                <c:pt idx="1198">
                  <c:v>0.0958072252065</c:v>
                </c:pt>
                <c:pt idx="1199">
                  <c:v>0.0956020733735</c:v>
                </c:pt>
                <c:pt idx="1200">
                  <c:v>0.0953929345967</c:v>
                </c:pt>
                <c:pt idx="1201">
                  <c:v>0.0951796765064</c:v>
                </c:pt>
                <c:pt idx="1202">
                  <c:v>0.0949621706763</c:v>
                </c:pt>
                <c:pt idx="1203">
                  <c:v>0.0947402928584</c:v>
                </c:pt>
                <c:pt idx="1204">
                  <c:v>0.0945139232094</c:v>
                </c:pt>
                <c:pt idx="1205">
                  <c:v>0.0942829465103</c:v>
                </c:pt>
                <c:pt idx="1206">
                  <c:v>0.0940472523777</c:v>
                </c:pt>
                <c:pt idx="1207">
                  <c:v>0.0938067354662</c:v>
                </c:pt>
                <c:pt idx="1208">
                  <c:v>0.0935612956632</c:v>
                </c:pt>
                <c:pt idx="1209">
                  <c:v>0.0933108382727</c:v>
                </c:pt>
                <c:pt idx="1210">
                  <c:v>0.0930552741912</c:v>
                </c:pt>
                <c:pt idx="1211">
                  <c:v>0.0927945200726</c:v>
                </c:pt>
                <c:pt idx="1212">
                  <c:v>0.0925284984838</c:v>
                </c:pt>
                <c:pt idx="1213">
                  <c:v>0.0922571380485</c:v>
                </c:pt>
                <c:pt idx="1214">
                  <c:v>0.0919803735817</c:v>
                </c:pt>
                <c:pt idx="1215">
                  <c:v>0.0916981462119</c:v>
                </c:pt>
                <c:pt idx="1216">
                  <c:v>0.0914104034927</c:v>
                </c:pt>
                <c:pt idx="1217">
                  <c:v>0.0911170995025</c:v>
                </c:pt>
                <c:pt idx="1218">
                  <c:v>0.090818194932</c:v>
                </c:pt>
                <c:pt idx="1219">
                  <c:v>0.0905136571609</c:v>
                </c:pt>
                <c:pt idx="1220">
                  <c:v>0.0902034603208</c:v>
                </c:pt>
                <c:pt idx="1221">
                  <c:v>0.0898875853471</c:v>
                </c:pt>
                <c:pt idx="1222">
                  <c:v>0.0895660200175</c:v>
                </c:pt>
                <c:pt idx="1223">
                  <c:v>0.0892387589779</c:v>
                </c:pt>
                <c:pt idx="1224">
                  <c:v>0.0889058037565</c:v>
                </c:pt>
                <c:pt idx="1225">
                  <c:v>0.0885671627635</c:v>
                </c:pt>
                <c:pt idx="1226">
                  <c:v>0.0882228512792</c:v>
                </c:pt>
                <c:pt idx="1227">
                  <c:v>0.0878728914285</c:v>
                </c:pt>
                <c:pt idx="1228">
                  <c:v>0.0875173121428</c:v>
                </c:pt>
                <c:pt idx="1229">
                  <c:v>0.0871561491088</c:v>
                </c:pt>
                <c:pt idx="1230">
                  <c:v>0.0867894447044</c:v>
                </c:pt>
                <c:pt idx="1231">
                  <c:v>0.0864172479223</c:v>
                </c:pt>
                <c:pt idx="1232">
                  <c:v>0.0860396142801</c:v>
                </c:pt>
                <c:pt idx="1233">
                  <c:v>0.0856566057193</c:v>
                </c:pt>
                <c:pt idx="1234">
                  <c:v>0.0852682904904</c:v>
                </c:pt>
                <c:pt idx="1235">
                  <c:v>0.0848747430274</c:v>
                </c:pt>
                <c:pt idx="1236">
                  <c:v>0.0844760438099</c:v>
                </c:pt>
                <c:pt idx="1237">
                  <c:v>0.0840722792135</c:v>
                </c:pt>
                <c:pt idx="1238">
                  <c:v>0.0836635413496</c:v>
                </c:pt>
                <c:pt idx="1239">
                  <c:v>0.0832499278944</c:v>
                </c:pt>
                <c:pt idx="1240">
                  <c:v>0.0828315419075</c:v>
                </c:pt>
                <c:pt idx="1241">
                  <c:v>0.0824084916403</c:v>
                </c:pt>
                <c:pt idx="1242">
                  <c:v>0.0819808903359</c:v>
                </c:pt>
                <c:pt idx="1243">
                  <c:v>0.0815488560196</c:v>
                </c:pt>
                <c:pt idx="1244">
                  <c:v>0.081112511281</c:v>
                </c:pt>
                <c:pt idx="1245">
                  <c:v>0.0806719830488</c:v>
                </c:pt>
                <c:pt idx="1246">
                  <c:v>0.0802274023588</c:v>
                </c:pt>
                <c:pt idx="1247">
                  <c:v>0.0797789041146</c:v>
                </c:pt>
                <c:pt idx="1248">
                  <c:v>0.0793266268435</c:v>
                </c:pt>
                <c:pt idx="1249">
                  <c:v>0.0788707124472</c:v>
                </c:pt>
                <c:pt idx="1250">
                  <c:v>0.0784113059475</c:v>
                </c:pt>
                <c:pt idx="1251">
                  <c:v>0.0779485552294</c:v>
                </c:pt>
                <c:pt idx="1252">
                  <c:v>0.0774826107804</c:v>
                </c:pt>
                <c:pt idx="1253">
                  <c:v>0.0770136254289</c:v>
                </c:pt>
                <c:pt idx="1254">
                  <c:v>0.0765417540799</c:v>
                </c:pt>
                <c:pt idx="1255">
                  <c:v>0.076067153451</c:v>
                </c:pt>
                <c:pt idx="1256">
                  <c:v>0.0755899818086</c:v>
                </c:pt>
                <c:pt idx="1257">
                  <c:v>0.0751103987041</c:v>
                </c:pt>
                <c:pt idx="1258">
                  <c:v>0.0746285647129</c:v>
                </c:pt>
                <c:pt idx="1259">
                  <c:v>0.0741446411751</c:v>
                </c:pt>
                <c:pt idx="1260">
                  <c:v>0.073658789939</c:v>
                </c:pt>
                <c:pt idx="1261">
                  <c:v>0.0731711731094</c:v>
                </c:pt>
                <c:pt idx="1262">
                  <c:v>0.0726819527987</c:v>
                </c:pt>
                <c:pt idx="1263">
                  <c:v>0.0721912908848</c:v>
                </c:pt>
                <c:pt idx="1264">
                  <c:v>0.0716993487729</c:v>
                </c:pt>
                <c:pt idx="1265">
                  <c:v>0.0712062871649</c:v>
                </c:pt>
                <c:pt idx="1266">
                  <c:v>0.0707122658346</c:v>
                </c:pt>
                <c:pt idx="1267">
                  <c:v>0.0702174434104</c:v>
                </c:pt>
                <c:pt idx="1268">
                  <c:v>0.0697219771658</c:v>
                </c:pt>
                <c:pt idx="1269">
                  <c:v>0.0692260228176</c:v>
                </c:pt>
                <c:pt idx="1270">
                  <c:v>0.0687297343327</c:v>
                </c:pt>
                <c:pt idx="1271">
                  <c:v>0.0682332637442</c:v>
                </c:pt>
                <c:pt idx="1272">
                  <c:v>0.0677367609752</c:v>
                </c:pt>
                <c:pt idx="1273">
                  <c:v>0.0672403736734</c:v>
                </c:pt>
                <c:pt idx="1274">
                  <c:v>0.0667442470544</c:v>
                </c:pt>
                <c:pt idx="1275">
                  <c:v>0.0662485237545</c:v>
                </c:pt>
                <c:pt idx="1276">
                  <c:v>0.0657533436937</c:v>
                </c:pt>
                <c:pt idx="1277">
                  <c:v>0.0652588439483</c:v>
                </c:pt>
                <c:pt idx="1278">
                  <c:v>0.0647651586334</c:v>
                </c:pt>
                <c:pt idx="1279">
                  <c:v>0.064272418795</c:v>
                </c:pt>
                <c:pt idx="1280">
                  <c:v>0.0637807523127</c:v>
                </c:pt>
                <c:pt idx="1281">
                  <c:v>0.0632902838111</c:v>
                </c:pt>
                <c:pt idx="1282">
                  <c:v>0.0628011345812</c:v>
                </c:pt>
                <c:pt idx="1283">
                  <c:v>0.0623134225117</c:v>
                </c:pt>
                <c:pt idx="1284">
                  <c:v>0.0618272620293</c:v>
                </c:pt>
                <c:pt idx="1285">
                  <c:v>0.0613427640474</c:v>
                </c:pt>
                <c:pt idx="1286">
                  <c:v>0.060860035925</c:v>
                </c:pt>
                <c:pt idx="1287">
                  <c:v>0.060379181433</c:v>
                </c:pt>
                <c:pt idx="1288">
                  <c:v>0.0599003007295</c:v>
                </c:pt>
                <c:pt idx="1289">
                  <c:v>0.0594234903429</c:v>
                </c:pt>
                <c:pt idx="1290">
                  <c:v>0.0589488431631</c:v>
                </c:pt>
                <c:pt idx="1291">
                  <c:v>0.0584764484394</c:v>
                </c:pt>
                <c:pt idx="1292">
                  <c:v>0.0580063917862</c:v>
                </c:pt>
                <c:pt idx="1293">
                  <c:v>0.057538755195</c:v>
                </c:pt>
                <c:pt idx="1294">
                  <c:v>0.0570736170533</c:v>
                </c:pt>
                <c:pt idx="1295">
                  <c:v>0.0566110521688</c:v>
                </c:pt>
                <c:pt idx="1296">
                  <c:v>0.0561511318002</c:v>
                </c:pt>
                <c:pt idx="1297">
                  <c:v>0.0556939236925</c:v>
                </c:pt>
                <c:pt idx="1298">
                  <c:v>0.055239492118</c:v>
                </c:pt>
                <c:pt idx="1299">
                  <c:v>0.0547878979212</c:v>
                </c:pt>
                <c:pt idx="1300">
                  <c:v>0.0543391985691</c:v>
                </c:pt>
                <c:pt idx="1301">
                  <c:v>0.0538934482039</c:v>
                </c:pt>
                <c:pt idx="1302">
                  <c:v>0.0534506977008</c:v>
                </c:pt>
                <c:pt idx="1303">
                  <c:v>0.0530109947283</c:v>
                </c:pt>
                <c:pt idx="1304">
                  <c:v>0.0525743838114</c:v>
                </c:pt>
                <c:pt idx="1305">
                  <c:v>0.0521409063977</c:v>
                </c:pt>
                <c:pt idx="1306">
                  <c:v>0.0517106009258</c:v>
                </c:pt>
                <c:pt idx="1307">
                  <c:v>0.0512835028958</c:v>
                </c:pt>
                <c:pt idx="1308">
                  <c:v>0.0508596449411</c:v>
                </c:pt>
                <c:pt idx="1309">
                  <c:v>0.0504390569026</c:v>
                </c:pt>
                <c:pt idx="1310">
                  <c:v>0.0500217659031</c:v>
                </c:pt>
                <c:pt idx="1311">
                  <c:v>0.0496077964234</c:v>
                </c:pt>
                <c:pt idx="1312">
                  <c:v>0.0491971703787</c:v>
                </c:pt>
                <c:pt idx="1313">
                  <c:v>0.0487899071961</c:v>
                </c:pt>
                <c:pt idx="1314">
                  <c:v>0.0483860238916</c:v>
                </c:pt>
                <c:pt idx="1315">
                  <c:v>0.0479855351482</c:v>
                </c:pt>
                <c:pt idx="1316">
                  <c:v>0.0475884533931</c:v>
                </c:pt>
                <c:pt idx="1317">
                  <c:v>0.0471947888747</c:v>
                </c:pt>
                <c:pt idx="1318">
                  <c:v>0.0468045497403</c:v>
                </c:pt>
                <c:pt idx="1319">
                  <c:v>0.0464177421117</c:v>
                </c:pt>
                <c:pt idx="1320">
                  <c:v>0.0460343701611</c:v>
                </c:pt>
                <c:pt idx="1321">
                  <c:v>0.0456544361863</c:v>
                </c:pt>
                <c:pt idx="1322">
                  <c:v>0.0452779406841</c:v>
                </c:pt>
                <c:pt idx="1323">
                  <c:v>0.0449048824235</c:v>
                </c:pt>
                <c:pt idx="1324">
                  <c:v>0.0445352585176</c:v>
                </c:pt>
                <c:pt idx="1325">
                  <c:v>0.044169064494</c:v>
                </c:pt>
                <c:pt idx="1326">
                  <c:v>0.0438062943641</c:v>
                </c:pt>
                <c:pt idx="1327">
                  <c:v>0.0434469406913</c:v>
                </c:pt>
                <c:pt idx="1328">
                  <c:v>0.0430909946575</c:v>
                </c:pt>
                <c:pt idx="1329">
                  <c:v>0.0427384461277</c:v>
                </c:pt>
                <c:pt idx="1330">
                  <c:v>0.0423892837146</c:v>
                </c:pt>
                <c:pt idx="1331">
                  <c:v>0.0420434948396</c:v>
                </c:pt>
                <c:pt idx="1332">
                  <c:v>0.041701065794</c:v>
                </c:pt>
                <c:pt idx="1333">
                  <c:v>0.0413619817978</c:v>
                </c:pt>
                <c:pt idx="1334">
                  <c:v>0.0410262270568</c:v>
                </c:pt>
                <c:pt idx="1335">
                  <c:v>0.0406937848184</c:v>
                </c:pt>
                <c:pt idx="1336">
                  <c:v>0.0403646374257</c:v>
                </c:pt>
                <c:pt idx="1337">
                  <c:v>0.0400387663698</c:v>
                </c:pt>
                <c:pt idx="1338">
                  <c:v>0.0397161523408</c:v>
                </c:pt>
                <c:pt idx="1339">
                  <c:v>0.039396775277</c:v>
                </c:pt>
                <c:pt idx="1340">
                  <c:v>0.039080614412</c:v>
                </c:pt>
                <c:pt idx="1341">
                  <c:v>0.0387676483215</c:v>
                </c:pt>
                <c:pt idx="1342">
                  <c:v>0.0384578549668</c:v>
                </c:pt>
                <c:pt idx="1343">
                  <c:v>0.0381512117383</c:v>
                </c:pt>
                <c:pt idx="1344">
                  <c:v>0.0378476954966</c:v>
                </c:pt>
                <c:pt idx="1345">
                  <c:v>0.0375472826121</c:v>
                </c:pt>
                <c:pt idx="1346">
                  <c:v>0.0372499490033</c:v>
                </c:pt>
                <c:pt idx="1347">
                  <c:v>0.036955670174</c:v>
                </c:pt>
                <c:pt idx="1348">
                  <c:v>0.0366644212479</c:v>
                </c:pt>
                <c:pt idx="1349">
                  <c:v>0.0363761770036</c:v>
                </c:pt>
                <c:pt idx="1350">
                  <c:v>0.0360909119061</c:v>
                </c:pt>
                <c:pt idx="1351">
                  <c:v>0.0358086001387</c:v>
                </c:pt>
                <c:pt idx="1352">
                  <c:v>0.0355292156328</c:v>
                </c:pt>
                <c:pt idx="1353">
                  <c:v>0.0352527320965</c:v>
                </c:pt>
                <c:pt idx="1354">
                  <c:v>0.0349791230417</c:v>
                </c:pt>
                <c:pt idx="1355">
                  <c:v>0.0347083618108</c:v>
                </c:pt>
                <c:pt idx="1356">
                  <c:v>0.0344404216014</c:v>
                </c:pt>
                <c:pt idx="1357">
                  <c:v>0.0341752754898</c:v>
                </c:pt>
                <c:pt idx="1358">
                  <c:v>0.0339128964545</c:v>
                </c:pt>
                <c:pt idx="1359">
                  <c:v>0.0336532573973</c:v>
                </c:pt>
                <c:pt idx="1360">
                  <c:v>0.0333963311639</c:v>
                </c:pt>
                <c:pt idx="1361">
                  <c:v>0.0331420905637</c:v>
                </c:pt>
                <c:pt idx="1362">
                  <c:v>0.0328905083883</c:v>
                </c:pt>
                <c:pt idx="1363">
                  <c:v>0.0326415574294</c:v>
                </c:pt>
                <c:pt idx="1364">
                  <c:v>0.032395210495</c:v>
                </c:pt>
                <c:pt idx="1365">
                  <c:v>0.0321514404259</c:v>
                </c:pt>
                <c:pt idx="1366">
                  <c:v>0.0319102201103</c:v>
                </c:pt>
                <c:pt idx="1367">
                  <c:v>0.0316715224983</c:v>
                </c:pt>
                <c:pt idx="1368">
                  <c:v>0.031435320615</c:v>
                </c:pt>
                <c:pt idx="1369">
                  <c:v>0.0312015875734</c:v>
                </c:pt>
                <c:pt idx="1370">
                  <c:v>0.0309702965862</c:v>
                </c:pt>
                <c:pt idx="1371">
                  <c:v>0.0307414209771</c:v>
                </c:pt>
                <c:pt idx="1372">
                  <c:v>0.0305149341913</c:v>
                </c:pt>
                <c:pt idx="1373">
                  <c:v>0.0302908098053</c:v>
                </c:pt>
                <c:pt idx="1374">
                  <c:v>0.0300690215364</c:v>
                </c:pt>
                <c:pt idx="1375">
                  <c:v>0.0298495432512</c:v>
                </c:pt>
                <c:pt idx="1376">
                  <c:v>0.0296323489738</c:v>
                </c:pt>
                <c:pt idx="1377">
                  <c:v>0.0294174128933</c:v>
                </c:pt>
                <c:pt idx="1378">
                  <c:v>0.0292047093709</c:v>
                </c:pt>
                <c:pt idx="1379">
                  <c:v>0.0289942129461</c:v>
                </c:pt>
                <c:pt idx="1380">
                  <c:v>0.0287858983435</c:v>
                </c:pt>
                <c:pt idx="1381">
                  <c:v>0.0285797404775</c:v>
                </c:pt>
                <c:pt idx="1382">
                  <c:v>0.0283757144583</c:v>
                </c:pt>
                <c:pt idx="1383">
                  <c:v>0.0281737955959</c:v>
                </c:pt>
                <c:pt idx="1384">
                  <c:v>0.0279739594048</c:v>
                </c:pt>
                <c:pt idx="1385">
                  <c:v>0.0277761816081</c:v>
                </c:pt>
                <c:pt idx="1386">
                  <c:v>0.0275804381407</c:v>
                </c:pt>
                <c:pt idx="1387">
                  <c:v>0.027386705153</c:v>
                </c:pt>
                <c:pt idx="1388">
                  <c:v>0.0271949590133</c:v>
                </c:pt>
                <c:pt idx="1389">
                  <c:v>0.0270051763108</c:v>
                </c:pt>
                <c:pt idx="1390">
                  <c:v>0.0268173338579</c:v>
                </c:pt>
                <c:pt idx="1391">
                  <c:v>0.026631408692</c:v>
                </c:pt>
                <c:pt idx="1392">
                  <c:v>0.0264473780774</c:v>
                </c:pt>
                <c:pt idx="1393">
                  <c:v>0.0262652195066</c:v>
                </c:pt>
                <c:pt idx="1394">
                  <c:v>0.0260849107021</c:v>
                </c:pt>
                <c:pt idx="1395">
                  <c:v>0.0259064296168</c:v>
                </c:pt>
                <c:pt idx="1396">
                  <c:v>0.025729754435</c:v>
                </c:pt>
                <c:pt idx="1397">
                  <c:v>0.0255548635732</c:v>
                </c:pt>
                <c:pt idx="1398">
                  <c:v>0.0253817356804</c:v>
                </c:pt>
                <c:pt idx="1399">
                  <c:v>0.0252103496384</c:v>
                </c:pt>
                <c:pt idx="1400">
                  <c:v>0.0250406845615</c:v>
                </c:pt>
                <c:pt idx="1401">
                  <c:v>0.0248727197969</c:v>
                </c:pt>
                <c:pt idx="1402">
                  <c:v>0.024706434924</c:v>
                </c:pt>
                <c:pt idx="1403">
                  <c:v>0.0245418097544</c:v>
                </c:pt>
                <c:pt idx="1404">
                  <c:v>0.0243788243311</c:v>
                </c:pt>
                <c:pt idx="1405">
                  <c:v>0.0242174589276</c:v>
                </c:pt>
                <c:pt idx="1406">
                  <c:v>0.0240576940478</c:v>
                </c:pt>
                <c:pt idx="1407">
                  <c:v>0.0238995104243</c:v>
                </c:pt>
                <c:pt idx="1408">
                  <c:v>0.023742889018</c:v>
                </c:pt>
                <c:pt idx="1409">
                  <c:v>0.0235878110166</c:v>
                </c:pt>
                <c:pt idx="1410">
                  <c:v>0.0234342578336</c:v>
                </c:pt>
                <c:pt idx="1411">
                  <c:v>0.0232822111069</c:v>
                </c:pt>
                <c:pt idx="1412">
                  <c:v>0.0231316526976</c:v>
                </c:pt>
                <c:pt idx="1413">
                  <c:v>0.0229825646883</c:v>
                </c:pt>
                <c:pt idx="1414">
                  <c:v>0.0228349293817</c:v>
                </c:pt>
                <c:pt idx="1415">
                  <c:v>0.0226887292991</c:v>
                </c:pt>
                <c:pt idx="1416">
                  <c:v>0.0225439471788</c:v>
                </c:pt>
                <c:pt idx="1417">
                  <c:v>0.0224005659741</c:v>
                </c:pt>
                <c:pt idx="1418">
                  <c:v>0.0222585688519</c:v>
                </c:pt>
                <c:pt idx="1419">
                  <c:v>0.0221179391907</c:v>
                </c:pt>
                <c:pt idx="1420">
                  <c:v>0.021978660579</c:v>
                </c:pt>
                <c:pt idx="1421">
                  <c:v>0.0218407168131</c:v>
                </c:pt>
                <c:pt idx="1422">
                  <c:v>0.0217040918955</c:v>
                </c:pt>
                <c:pt idx="1423">
                  <c:v>0.0215687700327</c:v>
                </c:pt>
                <c:pt idx="1424">
                  <c:v>0.0214347356335</c:v>
                </c:pt>
                <c:pt idx="1425">
                  <c:v>0.0213019733069</c:v>
                </c:pt>
                <c:pt idx="1426">
                  <c:v>0.02117046786</c:v>
                </c:pt>
                <c:pt idx="1427">
                  <c:v>0.0210402042963</c:v>
                </c:pt>
                <c:pt idx="1428">
                  <c:v>0.0209111678131</c:v>
                </c:pt>
                <c:pt idx="1429">
                  <c:v>0.0207833437999</c:v>
                </c:pt>
                <c:pt idx="1430">
                  <c:v>0.0206567178363</c:v>
                </c:pt>
                <c:pt idx="1431">
                  <c:v>0.0205312756897</c:v>
                </c:pt>
                <c:pt idx="1432">
                  <c:v>0.0204070033134</c:v>
                </c:pt>
                <c:pt idx="1433">
                  <c:v>0.0202838868444</c:v>
                </c:pt>
                <c:pt idx="1434">
                  <c:v>0.0201619126013</c:v>
                </c:pt>
                <c:pt idx="1435">
                  <c:v>0.0200410670824</c:v>
                </c:pt>
                <c:pt idx="1436">
                  <c:v>0.0199213369634</c:v>
                </c:pt>
                <c:pt idx="1437">
                  <c:v>0.0198027090954</c:v>
                </c:pt>
                <c:pt idx="1438">
                  <c:v>0.0196851705028</c:v>
                </c:pt>
                <c:pt idx="1439">
                  <c:v>0.019568708381</c:v>
                </c:pt>
                <c:pt idx="1440">
                  <c:v>0.0194533100947</c:v>
                </c:pt>
                <c:pt idx="1441">
                  <c:v>0.0193389631757</c:v>
                </c:pt>
                <c:pt idx="1442">
                  <c:v>0.0192256553207</c:v>
                </c:pt>
                <c:pt idx="1443">
                  <c:v>0.0191133743893</c:v>
                </c:pt>
                <c:pt idx="1444">
                  <c:v>0.019002108402</c:v>
                </c:pt>
                <c:pt idx="1445">
                  <c:v>0.0188918455382</c:v>
                </c:pt>
                <c:pt idx="1446">
                  <c:v>0.018782574134</c:v>
                </c:pt>
                <c:pt idx="1447">
                  <c:v>0.0186742826803</c:v>
                </c:pt>
                <c:pt idx="1448">
                  <c:v>0.0185669598211</c:v>
                </c:pt>
                <c:pt idx="1449">
                  <c:v>0.0184605943508</c:v>
                </c:pt>
                <c:pt idx="1450">
                  <c:v>0.0183551752131</c:v>
                </c:pt>
                <c:pt idx="1451">
                  <c:v>0.0182506914983</c:v>
                </c:pt>
                <c:pt idx="1452">
                  <c:v>0.0181471324417</c:v>
                </c:pt>
                <c:pt idx="1453">
                  <c:v>0.0180444874218</c:v>
                </c:pt>
                <c:pt idx="1454">
                  <c:v>0.0179427459582</c:v>
                </c:pt>
                <c:pt idx="1455">
                  <c:v>0.0178418977096</c:v>
                </c:pt>
                <c:pt idx="1456">
                  <c:v>0.0177419324723</c:v>
                </c:pt>
                <c:pt idx="1457">
                  <c:v>0.017642840178</c:v>
                </c:pt>
                <c:pt idx="1458">
                  <c:v>0.0175446108922</c:v>
                </c:pt>
                <c:pt idx="1459">
                  <c:v>0.0174472348121</c:v>
                </c:pt>
                <c:pt idx="1460">
                  <c:v>0.0173507022652</c:v>
                </c:pt>
                <c:pt idx="1461">
                  <c:v>0.0172550037073</c:v>
                </c:pt>
                <c:pt idx="1462">
                  <c:v>0.0171601297205</c:v>
                </c:pt>
                <c:pt idx="1463">
                  <c:v>0.017066071012</c:v>
                </c:pt>
                <c:pt idx="1464">
                  <c:v>0.0169728184118</c:v>
                </c:pt>
                <c:pt idx="1465">
                  <c:v>0.0168803628716</c:v>
                </c:pt>
                <c:pt idx="1466">
                  <c:v>0.0167886954626</c:v>
                </c:pt>
                <c:pt idx="1467">
                  <c:v>0.0166978073741</c:v>
                </c:pt>
                <c:pt idx="1468">
                  <c:v>0.0166076899117</c:v>
                </c:pt>
                <c:pt idx="1469">
                  <c:v>0.0165183344959</c:v>
                </c:pt>
                <c:pt idx="1470">
                  <c:v>0.0164297326602</c:v>
                </c:pt>
                <c:pt idx="1471">
                  <c:v>0.0163418760499</c:v>
                </c:pt>
                <c:pt idx="1472">
                  <c:v>0.0162547564201</c:v>
                </c:pt>
                <c:pt idx="1473">
                  <c:v>0.0161683656345</c:v>
                </c:pt>
                <c:pt idx="1474">
                  <c:v>0.0160826956637</c:v>
                </c:pt>
                <c:pt idx="1475">
                  <c:v>0.0159977385837</c:v>
                </c:pt>
                <c:pt idx="1476">
                  <c:v>0.0159134865745</c:v>
                </c:pt>
                <c:pt idx="1477">
                  <c:v>0.0158299319185</c:v>
                </c:pt>
                <c:pt idx="1478">
                  <c:v>0.0157470669992</c:v>
                </c:pt>
                <c:pt idx="1479">
                  <c:v>0.0156648842998</c:v>
                </c:pt>
                <c:pt idx="1480">
                  <c:v>0.0155833764013</c:v>
                </c:pt>
                <c:pt idx="1481">
                  <c:v>0.0155025359819</c:v>
                </c:pt>
                <c:pt idx="1482">
                  <c:v>0.015422355815</c:v>
                </c:pt>
                <c:pt idx="1483">
                  <c:v>0.0153428287682</c:v>
                </c:pt>
                <c:pt idx="1484">
                  <c:v>0.0152639478017</c:v>
                </c:pt>
                <c:pt idx="1485">
                  <c:v>0.0151857059671</c:v>
                </c:pt>
                <c:pt idx="1486">
                  <c:v>0.0151080964062</c:v>
                </c:pt>
                <c:pt idx="1487">
                  <c:v>0.0150311123496</c:v>
                </c:pt>
                <c:pt idx="1488">
                  <c:v>0.0149547471154</c:v>
                </c:pt>
                <c:pt idx="1489">
                  <c:v>0.014878994108</c:v>
                </c:pt>
                <c:pt idx="1490">
                  <c:v>0.014803846817</c:v>
                </c:pt>
                <c:pt idx="1491">
                  <c:v>0.0147292988157</c:v>
                </c:pt>
                <c:pt idx="1492">
                  <c:v>0.0146553437603</c:v>
                </c:pt>
                <c:pt idx="1493">
                  <c:v>0.0145819753883</c:v>
                </c:pt>
                <c:pt idx="1494">
                  <c:v>0.0145091875175</c:v>
                </c:pt>
                <c:pt idx="1495">
                  <c:v>0.0144369740451</c:v>
                </c:pt>
                <c:pt idx="1496">
                  <c:v>0.0143653289463</c:v>
                </c:pt>
                <c:pt idx="1497">
                  <c:v>0.014294246273</c:v>
                </c:pt>
                <c:pt idx="1498">
                  <c:v>0.0142237201533</c:v>
                </c:pt>
                <c:pt idx="1499">
                  <c:v>0.0141537447899</c:v>
                </c:pt>
                <c:pt idx="1500">
                  <c:v>0.0140843144592</c:v>
                </c:pt>
                <c:pt idx="1501">
                  <c:v>0.0140154235103</c:v>
                </c:pt>
                <c:pt idx="1502">
                  <c:v>0.0139470663639</c:v>
                </c:pt>
                <c:pt idx="1503">
                  <c:v>0.0138792375113</c:v>
                </c:pt>
                <c:pt idx="1504">
                  <c:v>0.0138119315136</c:v>
                </c:pt>
                <c:pt idx="1505">
                  <c:v>0.0137451430001</c:v>
                </c:pt>
                <c:pt idx="1506">
                  <c:v>0.0136788666682</c:v>
                </c:pt>
                <c:pt idx="1507">
                  <c:v>0.0136130972818</c:v>
                </c:pt>
                <c:pt idx="1508">
                  <c:v>0.0135478296703</c:v>
                </c:pt>
                <c:pt idx="1509">
                  <c:v>0.0134830587283</c:v>
                </c:pt>
                <c:pt idx="1510">
                  <c:v>0.0134187794141</c:v>
                </c:pt>
                <c:pt idx="1511">
                  <c:v>0.013354986749</c:v>
                </c:pt>
                <c:pt idx="1512">
                  <c:v>0.0132916758163</c:v>
                </c:pt>
                <c:pt idx="1513">
                  <c:v>0.0132288417608</c:v>
                </c:pt>
                <c:pt idx="1514">
                  <c:v>0.0131664797873</c:v>
                </c:pt>
                <c:pt idx="1515">
                  <c:v>0.0131045851604</c:v>
                </c:pt>
                <c:pt idx="1516">
                  <c:v>0.0130431532033</c:v>
                </c:pt>
                <c:pt idx="1517">
                  <c:v>0.0129821792968</c:v>
                </c:pt>
                <c:pt idx="1518">
                  <c:v>0.0129216588791</c:v>
                </c:pt>
                <c:pt idx="1519">
                  <c:v>0.0128615874444</c:v>
                </c:pt>
                <c:pt idx="1520">
                  <c:v>0.0128019605424</c:v>
                </c:pt>
                <c:pt idx="1521">
                  <c:v>0.0127427737774</c:v>
                </c:pt>
                <c:pt idx="1522">
                  <c:v>0.0126840228077</c:v>
                </c:pt>
                <c:pt idx="1523">
                  <c:v>0.0126257033446</c:v>
                </c:pt>
                <c:pt idx="1524">
                  <c:v>0.012567811152</c:v>
                </c:pt>
                <c:pt idx="1525">
                  <c:v>0.0125103420454</c:v>
                </c:pt>
                <c:pt idx="1526">
                  <c:v>0.0124532918911</c:v>
                </c:pt>
                <c:pt idx="1527">
                  <c:v>0.0123966566058</c:v>
                </c:pt>
                <c:pt idx="1528">
                  <c:v>0.0123404321556</c:v>
                </c:pt>
                <c:pt idx="1529">
                  <c:v>0.0122846145558</c:v>
                </c:pt>
                <c:pt idx="1530">
                  <c:v>0.0122291998693</c:v>
                </c:pt>
                <c:pt idx="1531">
                  <c:v>0.0121741842071</c:v>
                </c:pt>
                <c:pt idx="1532">
                  <c:v>0.0121195637266</c:v>
                </c:pt>
                <c:pt idx="1533">
                  <c:v>0.0120653346317</c:v>
                </c:pt>
                <c:pt idx="1534">
                  <c:v>0.0120114931718</c:v>
                </c:pt>
                <c:pt idx="1535">
                  <c:v>0.011958035641</c:v>
                </c:pt>
                <c:pt idx="1536">
                  <c:v>0.0119049583781</c:v>
                </c:pt>
                <c:pt idx="1537">
                  <c:v>0.0118522577653</c:v>
                </c:pt>
                <c:pt idx="1538">
                  <c:v>0.0117999302281</c:v>
                </c:pt>
                <c:pt idx="1539">
                  <c:v>0.0117479722344</c:v>
                </c:pt>
                <c:pt idx="1540">
                  <c:v>0.0116963802942</c:v>
                </c:pt>
                <c:pt idx="1541">
                  <c:v>0.0116451509586</c:v>
                </c:pt>
                <c:pt idx="1542">
                  <c:v>0.0115942808198</c:v>
                </c:pt>
                <c:pt idx="1543">
                  <c:v>0.01154376651</c:v>
                </c:pt>
                <c:pt idx="1544">
                  <c:v>0.0114936047013</c:v>
                </c:pt>
                <c:pt idx="1545">
                  <c:v>0.0114437921047</c:v>
                </c:pt>
                <c:pt idx="1546">
                  <c:v>0.0113943254701</c:v>
                </c:pt>
                <c:pt idx="1547">
                  <c:v>0.0113452015854</c:v>
                </c:pt>
                <c:pt idx="1548">
                  <c:v>0.0112964172759</c:v>
                </c:pt>
                <c:pt idx="1549">
                  <c:v>0.0112479694043</c:v>
                </c:pt>
                <c:pt idx="1550">
                  <c:v>0.0111998548695</c:v>
                </c:pt>
                <c:pt idx="1551">
                  <c:v>0.011152070607</c:v>
                </c:pt>
                <c:pt idx="1552">
                  <c:v>0.0111046135873</c:v>
                </c:pt>
                <c:pt idx="1553">
                  <c:v>0.0110574808165</c:v>
                </c:pt>
                <c:pt idx="1554">
                  <c:v>0.0110106693351</c:v>
                </c:pt>
                <c:pt idx="1555">
                  <c:v>0.0109641762178</c:v>
                </c:pt>
                <c:pt idx="1556">
                  <c:v>0.0109179985732</c:v>
                </c:pt>
                <c:pt idx="1557">
                  <c:v>0.0108721335429</c:v>
                </c:pt>
                <c:pt idx="1558">
                  <c:v>0.0108265783015</c:v>
                </c:pt>
                <c:pt idx="1559">
                  <c:v>0.010781330056</c:v>
                </c:pt>
                <c:pt idx="1560">
                  <c:v>0.0107363860453</c:v>
                </c:pt>
                <c:pt idx="1561">
                  <c:v>0.0106917435399</c:v>
                </c:pt>
                <c:pt idx="1562">
                  <c:v>0.0106473998414</c:v>
                </c:pt>
                <c:pt idx="1563">
                  <c:v>0.010603352282</c:v>
                </c:pt>
                <c:pt idx="1564">
                  <c:v>0.0105595982244</c:v>
                </c:pt>
                <c:pt idx="1565">
                  <c:v>0.0105161350609</c:v>
                </c:pt>
                <c:pt idx="1566">
                  <c:v>0.0104729602137</c:v>
                </c:pt>
                <c:pt idx="1567">
                  <c:v>0.0104300711338</c:v>
                </c:pt>
                <c:pt idx="1568">
                  <c:v>0.010387465301</c:v>
                </c:pt>
                <c:pt idx="1569">
                  <c:v>0.0103451402235</c:v>
                </c:pt>
                <c:pt idx="1570">
                  <c:v>0.0103030934374</c:v>
                </c:pt>
                <c:pt idx="1571">
                  <c:v>0.0102613225066</c:v>
                </c:pt>
                <c:pt idx="1572">
                  <c:v>0.0102198250221</c:v>
                </c:pt>
                <c:pt idx="1573">
                  <c:v>0.0101785986017</c:v>
                </c:pt>
                <c:pt idx="1574">
                  <c:v>0.0101376408899</c:v>
                </c:pt>
                <c:pt idx="1575">
                  <c:v>0.0100969495573</c:v>
                </c:pt>
                <c:pt idx="1576">
                  <c:v>0.0100565223005</c:v>
                </c:pt>
                <c:pt idx="1577">
                  <c:v>0.0100163568414</c:v>
                </c:pt>
                <c:pt idx="1578">
                  <c:v>0.00997645092714</c:v>
                </c:pt>
                <c:pt idx="1579">
                  <c:v>0.00993680232981</c:v>
                </c:pt>
                <c:pt idx="1580">
                  <c:v>0.00989740884594</c:v>
                </c:pt>
                <c:pt idx="1581">
                  <c:v>0.00985826829628</c:v>
                </c:pt>
                <c:pt idx="1582">
                  <c:v>0.00981937852546</c:v>
                </c:pt>
                <c:pt idx="1583">
                  <c:v>0.00978073740171</c:v>
                </c:pt>
                <c:pt idx="1584">
                  <c:v>0.0097423428165</c:v>
                </c:pt>
                <c:pt idx="1585">
                  <c:v>0.00970419268431</c:v>
                </c:pt>
                <c:pt idx="1586">
                  <c:v>0.00966628494223</c:v>
                </c:pt>
                <c:pt idx="1587">
                  <c:v>0.00962861754978</c:v>
                </c:pt>
                <c:pt idx="1588">
                  <c:v>0.00959118848853</c:v>
                </c:pt>
                <c:pt idx="1589">
                  <c:v>0.00955399576185</c:v>
                </c:pt>
                <c:pt idx="1590">
                  <c:v>0.00951703739461</c:v>
                </c:pt>
                <c:pt idx="1591">
                  <c:v>0.00948031143293</c:v>
                </c:pt>
                <c:pt idx="1592">
                  <c:v>0.00944381594386</c:v>
                </c:pt>
                <c:pt idx="1593">
                  <c:v>0.00940754901513</c:v>
                </c:pt>
                <c:pt idx="1594">
                  <c:v>0.00937150875489</c:v>
                </c:pt>
                <c:pt idx="1595">
                  <c:v>0.00933569329142</c:v>
                </c:pt>
                <c:pt idx="1596">
                  <c:v>0.00930010077287</c:v>
                </c:pt>
                <c:pt idx="1597">
                  <c:v>0.00926472936703</c:v>
                </c:pt>
                <c:pt idx="1598">
                  <c:v>0.00922957726101</c:v>
                </c:pt>
                <c:pt idx="1599">
                  <c:v>0.00919464266105</c:v>
                </c:pt>
                <c:pt idx="1600">
                  <c:v>0.00915992379224</c:v>
                </c:pt>
                <c:pt idx="1601">
                  <c:v>0.00912541889824</c:v>
                </c:pt>
                <c:pt idx="1602">
                  <c:v>0.00909112624111</c:v>
                </c:pt>
                <c:pt idx="1603">
                  <c:v>0.00905704410098</c:v>
                </c:pt>
                <c:pt idx="1604">
                  <c:v>0.00902317077587</c:v>
                </c:pt>
                <c:pt idx="1605">
                  <c:v>0.00898950458144</c:v>
                </c:pt>
                <c:pt idx="1606">
                  <c:v>0.00895604385073</c:v>
                </c:pt>
                <c:pt idx="1607">
                  <c:v>0.00892278693393</c:v>
                </c:pt>
                <c:pt idx="1608">
                  <c:v>0.0088897321982</c:v>
                </c:pt>
                <c:pt idx="1609">
                  <c:v>0.00885687802736</c:v>
                </c:pt>
                <c:pt idx="1610">
                  <c:v>0.00882422282173</c:v>
                </c:pt>
                <c:pt idx="1611">
                  <c:v>0.00879176499788</c:v>
                </c:pt>
                <c:pt idx="1612">
                  <c:v>0.00875950298839</c:v>
                </c:pt>
                <c:pt idx="1613">
                  <c:v>0.00872743524167</c:v>
                </c:pt>
                <c:pt idx="1614">
                  <c:v>0.00869556022172</c:v>
                </c:pt>
                <c:pt idx="1615">
                  <c:v>0.00866387640789</c:v>
                </c:pt>
                <c:pt idx="1616">
                  <c:v>0.00863238229472</c:v>
                </c:pt>
                <c:pt idx="1617">
                  <c:v>0.00860107639169</c:v>
                </c:pt>
                <c:pt idx="1618">
                  <c:v>0.00856995722301</c:v>
                </c:pt>
                <c:pt idx="1619">
                  <c:v>0.00853902332744</c:v>
                </c:pt>
                <c:pt idx="1620">
                  <c:v>0.00850827325804</c:v>
                </c:pt>
                <c:pt idx="1621">
                  <c:v>0.00847770558201</c:v>
                </c:pt>
                <c:pt idx="1622">
                  <c:v>0.00844731888045</c:v>
                </c:pt>
                <c:pt idx="1623">
                  <c:v>0.00841711174821</c:v>
                </c:pt>
                <c:pt idx="1624">
                  <c:v>0.00838708279361</c:v>
                </c:pt>
                <c:pt idx="1625">
                  <c:v>0.00835723063833</c:v>
                </c:pt>
                <c:pt idx="1626">
                  <c:v>0.00832755391715</c:v>
                </c:pt>
                <c:pt idx="1627">
                  <c:v>0.00829805127779</c:v>
                </c:pt>
                <c:pt idx="1628">
                  <c:v>0.00826872138072</c:v>
                </c:pt>
                <c:pt idx="1629">
                  <c:v>0.00823956289892</c:v>
                </c:pt>
                <c:pt idx="1630">
                  <c:v>0.00821057451778</c:v>
                </c:pt>
                <c:pt idx="1631">
                  <c:v>0.00818175493483</c:v>
                </c:pt>
                <c:pt idx="1632">
                  <c:v>0.00815310285958</c:v>
                </c:pt>
                <c:pt idx="1633">
                  <c:v>0.00812461701338</c:v>
                </c:pt>
                <c:pt idx="1634">
                  <c:v>0.00809629612915</c:v>
                </c:pt>
                <c:pt idx="1635">
                  <c:v>0.00806813895131</c:v>
                </c:pt>
                <c:pt idx="1636">
                  <c:v>0.0080401442355</c:v>
                </c:pt>
                <c:pt idx="1637">
                  <c:v>0.00801231074847</c:v>
                </c:pt>
                <c:pt idx="1638">
                  <c:v>0.00798463726788</c:v>
                </c:pt>
                <c:pt idx="1639">
                  <c:v>0.00795712258213</c:v>
                </c:pt>
                <c:pt idx="1640">
                  <c:v>0.0079297654902</c:v>
                </c:pt>
                <c:pt idx="1641">
                  <c:v>0.00790256480148</c:v>
                </c:pt>
                <c:pt idx="1642">
                  <c:v>0.00787551933559</c:v>
                </c:pt>
                <c:pt idx="1643">
                  <c:v>0.00784862792224</c:v>
                </c:pt>
                <c:pt idx="1644">
                  <c:v>0.00782188940105</c:v>
                </c:pt>
                <c:pt idx="1645">
                  <c:v>0.0077953026214</c:v>
                </c:pt>
                <c:pt idx="1646">
                  <c:v>0.00776886644228</c:v>
                </c:pt>
                <c:pt idx="1647">
                  <c:v>0.00774257973215</c:v>
                </c:pt>
                <c:pt idx="1648">
                  <c:v>0.00771644136873</c:v>
                </c:pt>
                <c:pt idx="1649">
                  <c:v>0.00769045023894</c:v>
                </c:pt>
                <c:pt idx="1650">
                  <c:v>0.0076646052387</c:v>
                </c:pt>
                <c:pt idx="1651">
                  <c:v>0.0076389052728</c:v>
                </c:pt>
                <c:pt idx="1652">
                  <c:v>0.00761334925476</c:v>
                </c:pt>
                <c:pt idx="1653">
                  <c:v>0.00758793610671</c:v>
                </c:pt>
                <c:pt idx="1654">
                  <c:v>0.00756266475926</c:v>
                </c:pt>
                <c:pt idx="1655">
                  <c:v>0.00753753415135</c:v>
                </c:pt>
                <c:pt idx="1656">
                  <c:v>0.00751254323017</c:v>
                </c:pt>
                <c:pt idx="1657">
                  <c:v>0.00748769095098</c:v>
                </c:pt>
                <c:pt idx="1658">
                  <c:v>0.00746297627705</c:v>
                </c:pt>
                <c:pt idx="1659">
                  <c:v>0.00743839817953</c:v>
                </c:pt>
                <c:pt idx="1660">
                  <c:v>0.00741395563734</c:v>
                </c:pt>
                <c:pt idx="1661">
                  <c:v>0.00738964763707</c:v>
                </c:pt>
                <c:pt idx="1662">
                  <c:v>0.00736547317289</c:v>
                </c:pt>
                <c:pt idx="1663">
                  <c:v>0.00734143124643</c:v>
                </c:pt>
                <c:pt idx="1664">
                  <c:v>0.00731752086675</c:v>
                </c:pt>
                <c:pt idx="1665">
                  <c:v>0.00729374105019</c:v>
                </c:pt>
                <c:pt idx="1666">
                  <c:v>0.00727009082032</c:v>
                </c:pt>
                <c:pt idx="1667">
                  <c:v>0.00724656920788</c:v>
                </c:pt>
                <c:pt idx="1668">
                  <c:v>0.00722317525069</c:v>
                </c:pt>
                <c:pt idx="1669">
                  <c:v>0.00719990799359</c:v>
                </c:pt>
                <c:pt idx="1670">
                  <c:v>0.00717676648839</c:v>
                </c:pt>
                <c:pt idx="1671">
                  <c:v>0.0071537497938</c:v>
                </c:pt>
                <c:pt idx="1672">
                  <c:v>0.00713085697541</c:v>
                </c:pt>
                <c:pt idx="1673">
                  <c:v>0.00710808710559</c:v>
                </c:pt>
                <c:pt idx="1674">
                  <c:v>0.00708543926353</c:v>
                </c:pt>
                <c:pt idx="1675">
                  <c:v>0.00706291253512</c:v>
                </c:pt>
                <c:pt idx="1676">
                  <c:v>0.00704050601298</c:v>
                </c:pt>
                <c:pt idx="1677">
                  <c:v>0.00701821879641</c:v>
                </c:pt>
                <c:pt idx="1678">
                  <c:v>0.00699604999138</c:v>
                </c:pt>
                <c:pt idx="1679">
                  <c:v>0.00697399871049</c:v>
                </c:pt>
                <c:pt idx="1680">
                  <c:v>0.00695206407298</c:v>
                </c:pt>
                <c:pt idx="1681">
                  <c:v>0.00693024520472</c:v>
                </c:pt>
                <c:pt idx="1682">
                  <c:v>0.00690854123819</c:v>
                </c:pt>
                <c:pt idx="1683">
                  <c:v>0.00688695131248</c:v>
                </c:pt>
                <c:pt idx="1684">
                  <c:v>0.0068654745733</c:v>
                </c:pt>
                <c:pt idx="1685">
                  <c:v>0.006844110173</c:v>
                </c:pt>
                <c:pt idx="1686">
                  <c:v>0.00682285727052</c:v>
                </c:pt>
                <c:pt idx="1687">
                  <c:v>0.00680171503146</c:v>
                </c:pt>
                <c:pt idx="1688">
                  <c:v>0.00678068262808</c:v>
                </c:pt>
                <c:pt idx="1689">
                  <c:v>0.00675975923926</c:v>
                </c:pt>
                <c:pt idx="1690">
                  <c:v>0.0067389440506</c:v>
                </c:pt>
                <c:pt idx="1691">
                  <c:v>0.00671823625437</c:v>
                </c:pt>
                <c:pt idx="1692">
                  <c:v>0.00669763504954</c:v>
                </c:pt>
                <c:pt idx="1693">
                  <c:v>0.00667713964183</c:v>
                </c:pt>
                <c:pt idx="1694">
                  <c:v>0.00665674924368</c:v>
                </c:pt>
                <c:pt idx="1695">
                  <c:v>0.0066364630743</c:v>
                </c:pt>
                <c:pt idx="1696">
                  <c:v>0.00661628035968</c:v>
                </c:pt>
                <c:pt idx="1697">
                  <c:v>0.00659620033261</c:v>
                </c:pt>
                <c:pt idx="1698">
                  <c:v>0.00657622223267</c:v>
                </c:pt>
                <c:pt idx="1699">
                  <c:v>0.00655634530628</c:v>
                </c:pt>
                <c:pt idx="1700">
                  <c:v>0.0065365688067</c:v>
                </c:pt>
                <c:pt idx="1701">
                  <c:v>0.00651689199402</c:v>
                </c:pt>
                <c:pt idx="1702">
                  <c:v>0.0064973141352</c:v>
                </c:pt>
                <c:pt idx="1703">
                  <c:v>0.00647783450407</c:v>
                </c:pt>
                <c:pt idx="1704">
                  <c:v>0.0064584523813</c:v>
                </c:pt>
                <c:pt idx="1705">
                  <c:v>0.00643916705446</c:v>
                </c:pt>
                <c:pt idx="1706">
                  <c:v>0.00641997781796</c:v>
                </c:pt>
                <c:pt idx="1707">
                  <c:v>0.0064008839731</c:v>
                </c:pt>
                <c:pt idx="1708">
                  <c:v>0.00638188482802</c:v>
                </c:pt>
                <c:pt idx="1709">
                  <c:v>0.00636297969771</c:v>
                </c:pt>
                <c:pt idx="1710">
                  <c:v>0.00634416790399</c:v>
                </c:pt>
                <c:pt idx="1711">
                  <c:v>0.0063254487755</c:v>
                </c:pt>
                <c:pt idx="1712">
                  <c:v>0.00630682164768</c:v>
                </c:pt>
                <c:pt idx="1713">
                  <c:v>0.00628828586275</c:v>
                </c:pt>
                <c:pt idx="1714">
                  <c:v>0.00626984076965</c:v>
                </c:pt>
                <c:pt idx="1715">
                  <c:v>0.00625148572407</c:v>
                </c:pt>
                <c:pt idx="1716">
                  <c:v>0.00623322008837</c:v>
                </c:pt>
                <c:pt idx="1717">
                  <c:v>0.00621504323156</c:v>
                </c:pt>
                <c:pt idx="1718">
                  <c:v>0.00619695452926</c:v>
                </c:pt>
                <c:pt idx="1719">
                  <c:v>0.00617895336366</c:v>
                </c:pt>
                <c:pt idx="1720">
                  <c:v>0.00616103912349</c:v>
                </c:pt>
                <c:pt idx="1721">
                  <c:v>0.00614321120394</c:v>
                </c:pt>
                <c:pt idx="1722">
                  <c:v>0.00612546900662</c:v>
                </c:pt>
                <c:pt idx="1723">
                  <c:v>0.00610781193954</c:v>
                </c:pt>
                <c:pt idx="1724">
                  <c:v>0.00609023941703</c:v>
                </c:pt>
                <c:pt idx="1725">
                  <c:v>0.00607275085966</c:v>
                </c:pt>
                <c:pt idx="1726">
                  <c:v>0.00605534569422</c:v>
                </c:pt>
                <c:pt idx="1727">
                  <c:v>0.00603802335366</c:v>
                </c:pt>
                <c:pt idx="1728">
                  <c:v>0.00602078327698</c:v>
                </c:pt>
                <c:pt idx="1729">
                  <c:v>0.00600362490923</c:v>
                </c:pt>
                <c:pt idx="1730">
                  <c:v>0.0059865477014</c:v>
                </c:pt>
                <c:pt idx="1731">
                  <c:v>0.00596955111037</c:v>
                </c:pt>
                <c:pt idx="1732">
                  <c:v>0.00595263459882</c:v>
                </c:pt>
                <c:pt idx="1733">
                  <c:v>0.0059357976352</c:v>
                </c:pt>
                <c:pt idx="1734">
                  <c:v>0.00591903969363</c:v>
                </c:pt>
                <c:pt idx="1735">
                  <c:v>0.00590236025384</c:v>
                </c:pt>
                <c:pt idx="1736">
                  <c:v>0.0058857588011</c:v>
                </c:pt>
                <c:pt idx="1737">
                  <c:v>0.00586923482612</c:v>
                </c:pt>
                <c:pt idx="1738">
                  <c:v>0.00585278782504</c:v>
                </c:pt>
                <c:pt idx="1739">
                  <c:v>0.00583641729928</c:v>
                </c:pt>
                <c:pt idx="1740">
                  <c:v>0.00582012275552</c:v>
                </c:pt>
                <c:pt idx="1741">
                  <c:v>0.00580390370562</c:v>
                </c:pt>
                <c:pt idx="1742">
                  <c:v>0.00578775966652</c:v>
                </c:pt>
                <c:pt idx="1743">
                  <c:v>0.00577169016019</c:v>
                </c:pt>
                <c:pt idx="1744">
                  <c:v>0.00575569471356</c:v>
                </c:pt>
                <c:pt idx="1745">
                  <c:v>0.00573977285841</c:v>
                </c:pt>
                <c:pt idx="1746">
                  <c:v>0.00572392413136</c:v>
                </c:pt>
                <c:pt idx="1747">
                  <c:v>0.00570814807373</c:v>
                </c:pt>
                <c:pt idx="1748">
                  <c:v>0.00569244423153</c:v>
                </c:pt>
                <c:pt idx="1749">
                  <c:v>0.00567681215534</c:v>
                </c:pt>
                <c:pt idx="1750">
                  <c:v>0.00566125140025</c:v>
                </c:pt>
                <c:pt idx="1751">
                  <c:v>0.00564576152582</c:v>
                </c:pt>
                <c:pt idx="1752">
                  <c:v>0.00563034209598</c:v>
                </c:pt>
                <c:pt idx="1753">
                  <c:v>0.00561499267897</c:v>
                </c:pt>
                <c:pt idx="1754">
                  <c:v>0.00559971284726</c:v>
                </c:pt>
                <c:pt idx="1755">
                  <c:v>0.00558450217753</c:v>
                </c:pt>
                <c:pt idx="1756">
                  <c:v>0.00556936025054</c:v>
                </c:pt>
                <c:pt idx="1757">
                  <c:v>0.00555428665111</c:v>
                </c:pt>
                <c:pt idx="1758">
                  <c:v>0.00553928096804</c:v>
                </c:pt>
                <c:pt idx="1759">
                  <c:v>0.00552434279404</c:v>
                </c:pt>
                <c:pt idx="1760">
                  <c:v>0.00550947172568</c:v>
                </c:pt>
                <c:pt idx="1761">
                  <c:v>0.00549466736335</c:v>
                </c:pt>
                <c:pt idx="1762">
                  <c:v>0.00547992931115</c:v>
                </c:pt>
                <c:pt idx="1763">
                  <c:v>0.00546525717687</c:v>
                </c:pt>
                <c:pt idx="1764">
                  <c:v>0.00545065057192</c:v>
                </c:pt>
                <c:pt idx="1765">
                  <c:v>0.00543610911126</c:v>
                </c:pt>
                <c:pt idx="1766">
                  <c:v>0.00542163241339</c:v>
                </c:pt>
                <c:pt idx="1767">
                  <c:v>0.00540722010024</c:v>
                </c:pt>
                <c:pt idx="1768">
                  <c:v>0.00539287179714</c:v>
                </c:pt>
                <c:pt idx="1769">
                  <c:v>0.00537858713278</c:v>
                </c:pt>
                <c:pt idx="1770">
                  <c:v>0.00536436573914</c:v>
                </c:pt>
                <c:pt idx="1771">
                  <c:v>0.00535020725146</c:v>
                </c:pt>
                <c:pt idx="1772">
                  <c:v>0.00533611130815</c:v>
                </c:pt>
                <c:pt idx="1773">
                  <c:v>0.00532207755079</c:v>
                </c:pt>
                <c:pt idx="1774">
                  <c:v>0.00530810562405</c:v>
                </c:pt>
                <c:pt idx="1775">
                  <c:v>0.00529419517567</c:v>
                </c:pt>
                <c:pt idx="1776">
                  <c:v>0.00528034585636</c:v>
                </c:pt>
                <c:pt idx="1777">
                  <c:v>0.00526655731984</c:v>
                </c:pt>
                <c:pt idx="1778">
                  <c:v>0.00525282922271</c:v>
                </c:pt>
                <c:pt idx="1779">
                  <c:v>0.00523916122446</c:v>
                </c:pt>
                <c:pt idx="1780">
                  <c:v>0.00522555298741</c:v>
                </c:pt>
                <c:pt idx="1781">
                  <c:v>0.00521200417668</c:v>
                </c:pt>
                <c:pt idx="1782">
                  <c:v>0.00519851446011</c:v>
                </c:pt>
                <c:pt idx="1783">
                  <c:v>0.00518508350828</c:v>
                </c:pt>
                <c:pt idx="1784">
                  <c:v>0.00517171099441</c:v>
                </c:pt>
                <c:pt idx="1785">
                  <c:v>0.00515839659437</c:v>
                </c:pt>
                <c:pt idx="1786">
                  <c:v>0.00514513998661</c:v>
                </c:pt>
                <c:pt idx="1787">
                  <c:v>0.00513194085213</c:v>
                </c:pt>
                <c:pt idx="1788">
                  <c:v>0.00511879887445</c:v>
                </c:pt>
                <c:pt idx="1789">
                  <c:v>0.00510571373957</c:v>
                </c:pt>
                <c:pt idx="1790">
                  <c:v>0.00509268513593</c:v>
                </c:pt>
                <c:pt idx="1791">
                  <c:v>0.00507971275438</c:v>
                </c:pt>
                <c:pt idx="1792">
                  <c:v>0.00506679628813</c:v>
                </c:pt>
                <c:pt idx="1793">
                  <c:v>0.00505393543274</c:v>
                </c:pt>
                <c:pt idx="1794">
                  <c:v>0.00504112988607</c:v>
                </c:pt>
                <c:pt idx="1795">
                  <c:v>0.00502837934824</c:v>
                </c:pt>
                <c:pt idx="1796">
                  <c:v>0.00501568352163</c:v>
                </c:pt>
                <c:pt idx="1797">
                  <c:v>0.0050030421108</c:v>
                </c:pt>
                <c:pt idx="1798">
                  <c:v>0.0049904548225</c:v>
                </c:pt>
                <c:pt idx="1799">
                  <c:v>0.0049779213656</c:v>
                </c:pt>
                <c:pt idx="1800">
                  <c:v>0.00496544145109</c:v>
                </c:pt>
                <c:pt idx="1801">
                  <c:v>0.00495301479205</c:v>
                </c:pt>
                <c:pt idx="1802">
                  <c:v>0.00494064110357</c:v>
                </c:pt>
                <c:pt idx="1803">
                  <c:v>0.00492832010279</c:v>
                </c:pt>
                <c:pt idx="1804">
                  <c:v>0.00491605150881</c:v>
                </c:pt>
                <c:pt idx="1805">
                  <c:v>0.0049038350427</c:v>
                </c:pt>
                <c:pt idx="1806">
                  <c:v>0.00489167042745</c:v>
                </c:pt>
                <c:pt idx="1807">
                  <c:v>0.00487955738793</c:v>
                </c:pt>
                <c:pt idx="1808">
                  <c:v>0.00486749565089</c:v>
                </c:pt>
                <c:pt idx="1809">
                  <c:v>0.0048554849449</c:v>
                </c:pt>
                <c:pt idx="1810">
                  <c:v>0.00484352500035</c:v>
                </c:pt>
                <c:pt idx="1811">
                  <c:v>0.0048316155494</c:v>
                </c:pt>
                <c:pt idx="1812">
                  <c:v>0.00481975632594</c:v>
                </c:pt>
                <c:pt idx="1813">
                  <c:v>0.00480794706561</c:v>
                </c:pt>
                <c:pt idx="1814">
                  <c:v>0.0047961875057</c:v>
                </c:pt>
                <c:pt idx="1815">
                  <c:v>0.00478447738519</c:v>
                </c:pt>
                <c:pt idx="1816">
                  <c:v>0.00477281644467</c:v>
                </c:pt>
                <c:pt idx="1817">
                  <c:v>0.00476120442635</c:v>
                </c:pt>
                <c:pt idx="1818">
                  <c:v>0.004749641074</c:v>
                </c:pt>
                <c:pt idx="1819">
                  <c:v>0.00473812613294</c:v>
                </c:pt>
                <c:pt idx="1820">
                  <c:v>0.00472665935</c:v>
                </c:pt>
                <c:pt idx="1821">
                  <c:v>0.00471524047353</c:v>
                </c:pt>
                <c:pt idx="1822">
                  <c:v>0.00470386925329</c:v>
                </c:pt>
                <c:pt idx="1823">
                  <c:v>0.00469254544053</c:v>
                </c:pt>
                <c:pt idx="1824">
                  <c:v>0.00468126878787</c:v>
                </c:pt>
                <c:pt idx="1825">
                  <c:v>0.00467003904933</c:v>
                </c:pt>
                <c:pt idx="1826">
                  <c:v>0.00465885598026</c:v>
                </c:pt>
                <c:pt idx="1827">
                  <c:v>0.00464771933738</c:v>
                </c:pt>
                <c:pt idx="1828">
                  <c:v>0.00463662887866</c:v>
                </c:pt>
                <c:pt idx="1829">
                  <c:v>0.00462558436338</c:v>
                </c:pt>
                <c:pt idx="1830">
                  <c:v>0.00461458555205</c:v>
                </c:pt>
                <c:pt idx="1831">
                  <c:v>0.00460363220642</c:v>
                </c:pt>
                <c:pt idx="1832">
                  <c:v>0.00459272408943</c:v>
                </c:pt>
                <c:pt idx="1833">
                  <c:v>0.00458186096519</c:v>
                </c:pt>
                <c:pt idx="1834">
                  <c:v>0.00457104259898</c:v>
                </c:pt>
                <c:pt idx="1835">
                  <c:v>0.00456026875717</c:v>
                </c:pt>
                <c:pt idx="1836">
                  <c:v>0.00454953920727</c:v>
                </c:pt>
                <c:pt idx="1837">
                  <c:v>0.00453885371786</c:v>
                </c:pt>
                <c:pt idx="1838">
                  <c:v>0.00452821205856</c:v>
                </c:pt>
                <c:pt idx="1839">
                  <c:v>0.00451761400006</c:v>
                </c:pt>
                <c:pt idx="1840">
                  <c:v>0.00450705931404</c:v>
                </c:pt>
                <c:pt idx="1841">
                  <c:v>0.00449654777318</c:v>
                </c:pt>
                <c:pt idx="1842">
                  <c:v>0.00448607915117</c:v>
                </c:pt>
                <c:pt idx="1843">
                  <c:v>0.00447565322261</c:v>
                </c:pt>
                <c:pt idx="1844">
                  <c:v>0.00446526976307</c:v>
                </c:pt>
                <c:pt idx="1845">
                  <c:v>0.00445492854904</c:v>
                </c:pt>
                <c:pt idx="1846">
                  <c:v>0.00444462935792</c:v>
                </c:pt>
                <c:pt idx="1847">
                  <c:v>0.004434371968</c:v>
                </c:pt>
                <c:pt idx="1848">
                  <c:v>0.00442415615846</c:v>
                </c:pt>
                <c:pt idx="1849">
                  <c:v>0.00441398170933</c:v>
                </c:pt>
                <c:pt idx="1850">
                  <c:v>0.00440384840152</c:v>
                </c:pt>
                <c:pt idx="1851">
                  <c:v>0.00439375601676</c:v>
                </c:pt>
                <c:pt idx="1852">
                  <c:v>0.00438370433764</c:v>
                </c:pt>
                <c:pt idx="1853">
                  <c:v>0.00437369314756</c:v>
                </c:pt>
                <c:pt idx="1854">
                  <c:v>0.00436372223076</c:v>
                </c:pt>
                <c:pt idx="1855">
                  <c:v>0.00435379137228</c:v>
                </c:pt>
                <c:pt idx="1856">
                  <c:v>0.00434390035798</c:v>
                </c:pt>
                <c:pt idx="1857">
                  <c:v>0.00433404897454</c:v>
                </c:pt>
                <c:pt idx="1858">
                  <c:v>0.00432423700943</c:v>
                </c:pt>
                <c:pt idx="1859">
                  <c:v>0.00431446425094</c:v>
                </c:pt>
                <c:pt idx="1860">
                  <c:v>0.00430473048816</c:v>
                </c:pt>
                <c:pt idx="1861">
                  <c:v>0.00429503551101</c:v>
                </c:pt>
                <c:pt idx="1862">
                  <c:v>0.00428537911022</c:v>
                </c:pt>
                <c:pt idx="1863">
                  <c:v>0.00427576107734</c:v>
                </c:pt>
                <c:pt idx="1864">
                  <c:v>0.00426618120473</c:v>
                </c:pt>
                <c:pt idx="1865">
                  <c:v>0.00425663928563</c:v>
                </c:pt>
                <c:pt idx="1866">
                  <c:v>0.0042471351141</c:v>
                </c:pt>
                <c:pt idx="1867">
                  <c:v>0.00423766848504</c:v>
                </c:pt>
                <c:pt idx="1868">
                  <c:v>0.00422823919427</c:v>
                </c:pt>
                <c:pt idx="1869">
                  <c:v>0.00421884703843</c:v>
                </c:pt>
                <c:pt idx="1870">
                  <c:v>0.00420949181512</c:v>
                </c:pt>
                <c:pt idx="1871">
                  <c:v>0.0042001733228</c:v>
                </c:pt>
                <c:pt idx="1872">
                  <c:v>0.00419089136088</c:v>
                </c:pt>
                <c:pt idx="1873">
                  <c:v>0.00418164572971</c:v>
                </c:pt>
                <c:pt idx="1874">
                  <c:v>0.00417243623062</c:v>
                </c:pt>
                <c:pt idx="1875">
                  <c:v>0.00416326266589</c:v>
                </c:pt>
                <c:pt idx="1876">
                  <c:v>0.00415412483881</c:v>
                </c:pt>
                <c:pt idx="1877">
                  <c:v>0.00414502255371</c:v>
                </c:pt>
                <c:pt idx="1878">
                  <c:v>0.00413595561593</c:v>
                </c:pt>
                <c:pt idx="1879">
                  <c:v>0.00412692383189</c:v>
                </c:pt>
                <c:pt idx="1880">
                  <c:v>0.00411792700909</c:v>
                </c:pt>
                <c:pt idx="1881">
                  <c:v>0.00410896495611</c:v>
                </c:pt>
                <c:pt idx="1882">
                  <c:v>0.00410003748269</c:v>
                </c:pt>
                <c:pt idx="1883">
                  <c:v>0.00409114439968</c:v>
                </c:pt>
                <c:pt idx="1884">
                  <c:v>0.00408228551912</c:v>
                </c:pt>
                <c:pt idx="1885">
                  <c:v>0.00407346065421</c:v>
                </c:pt>
                <c:pt idx="1886">
                  <c:v>0.00406466961936</c:v>
                </c:pt>
                <c:pt idx="1887">
                  <c:v>0.00405591223023</c:v>
                </c:pt>
                <c:pt idx="1888">
                  <c:v>0.00404718830369</c:v>
                </c:pt>
                <c:pt idx="1889">
                  <c:v>0.00403849765789</c:v>
                </c:pt>
                <c:pt idx="1890">
                  <c:v>0.00402984011225</c:v>
                </c:pt>
                <c:pt idx="1891">
                  <c:v>0.00402121548749</c:v>
                </c:pt>
                <c:pt idx="1892">
                  <c:v>0.00401262360564</c:v>
                </c:pt>
                <c:pt idx="1893">
                  <c:v>0.00400406429007</c:v>
                </c:pt>
                <c:pt idx="1894">
                  <c:v>0.00399553736545</c:v>
                </c:pt>
                <c:pt idx="1895">
                  <c:v>0.00398704265785</c:v>
                </c:pt>
                <c:pt idx="1896">
                  <c:v>0.00397857999468</c:v>
                </c:pt>
                <c:pt idx="1897">
                  <c:v>0.00397014920471</c:v>
                </c:pt>
                <c:pt idx="1898">
                  <c:v>0.00396175011812</c:v>
                </c:pt>
                <c:pt idx="1899">
                  <c:v>0.00395338256647</c:v>
                </c:pt>
                <c:pt idx="1900">
                  <c:v>0.00394504638271</c:v>
                </c:pt>
                <c:pt idx="1901">
                  <c:v>0.00393674140121</c:v>
                </c:pt>
                <c:pt idx="1902">
                  <c:v>0.00392846745771</c:v>
                </c:pt>
                <c:pt idx="1903">
                  <c:v>0.0039202243894</c:v>
                </c:pt>
                <c:pt idx="1904">
                  <c:v>0.00391201203486</c:v>
                </c:pt>
                <c:pt idx="1905">
                  <c:v>0.00390383023407</c:v>
                </c:pt>
                <c:pt idx="1906">
                  <c:v>0.00389567882844</c:v>
                </c:pt>
                <c:pt idx="1907">
                  <c:v>0.00388755766078</c:v>
                </c:pt>
                <c:pt idx="1908">
                  <c:v>0.00387946657528</c:v>
                </c:pt>
                <c:pt idx="1909">
                  <c:v>0.00387140541756</c:v>
                </c:pt>
                <c:pt idx="1910">
                  <c:v>0.0038633740346</c:v>
                </c:pt>
                <c:pt idx="1911">
                  <c:v>0.00385537227479</c:v>
                </c:pt>
                <c:pt idx="1912">
                  <c:v>0.00384739998789</c:v>
                </c:pt>
                <c:pt idx="1913">
                  <c:v>0.00383945702501</c:v>
                </c:pt>
                <c:pt idx="1914">
                  <c:v>0.00383154323864</c:v>
                </c:pt>
                <c:pt idx="1915">
                  <c:v>0.0038236584826</c:v>
                </c:pt>
                <c:pt idx="1916">
                  <c:v>0.00381580261205</c:v>
                </c:pt>
                <c:pt idx="1917">
                  <c:v>0.00380797548348</c:v>
                </c:pt>
                <c:pt idx="1918">
                  <c:v>0.00380017695468</c:v>
                </c:pt>
                <c:pt idx="1919">
                  <c:v>0.00379240688472</c:v>
                </c:pt>
                <c:pt idx="1920">
                  <c:v>0.00378466513398</c:v>
                </c:pt>
                <c:pt idx="1921">
                  <c:v>0.00377695156409</c:v>
                </c:pt>
                <c:pt idx="1922">
                  <c:v>0.00376926603792</c:v>
                </c:pt>
                <c:pt idx="1923">
                  <c:v>0.00376160841958</c:v>
                </c:pt>
                <c:pt idx="1924">
                  <c:v>0.00375397857441</c:v>
                </c:pt>
                <c:pt idx="1925">
                  <c:v>0.00374637636892</c:v>
                </c:pt>
                <c:pt idx="1926">
                  <c:v>0.00373880167083</c:v>
                </c:pt>
                <c:pt idx="1927">
                  <c:v>0.003731254349</c:v>
                </c:pt>
                <c:pt idx="1928">
                  <c:v>0.00372373427346</c:v>
                </c:pt>
                <c:pt idx="1929">
                  <c:v>0.00371624131534</c:v>
                </c:pt>
                <c:pt idx="1930">
                  <c:v>0.00370877534689</c:v>
                </c:pt>
                <c:pt idx="1931">
                  <c:v>0.00370133624147</c:v>
                </c:pt>
                <c:pt idx="1932">
                  <c:v>0.00369392387347</c:v>
                </c:pt>
                <c:pt idx="1933">
                  <c:v>0.00368653811838</c:v>
                </c:pt>
                <c:pt idx="1934">
                  <c:v>0.00367917885268</c:v>
                </c:pt>
                <c:pt idx="1935">
                  <c:v>0.00367184595389</c:v>
                </c:pt>
                <c:pt idx="1936">
                  <c:v>0.00366453930052</c:v>
                </c:pt>
                <c:pt idx="1937">
                  <c:v>0.00365725877206</c:v>
                </c:pt>
                <c:pt idx="1938">
                  <c:v>0.00365000424896</c:v>
                </c:pt>
                <c:pt idx="1939">
                  <c:v>0.0036427756126</c:v>
                </c:pt>
                <c:pt idx="1940">
                  <c:v>0.00363557274529</c:v>
                </c:pt>
                <c:pt idx="1941">
                  <c:v>0.00362839553024</c:v>
                </c:pt>
                <c:pt idx="1942">
                  <c:v>0.00362124385156</c:v>
                </c:pt>
                <c:pt idx="1943">
                  <c:v>0.0036141175942</c:v>
                </c:pt>
                <c:pt idx="1944">
                  <c:v>0.00360701664399</c:v>
                </c:pt>
                <c:pt idx="1945">
                  <c:v>0.00359994088758</c:v>
                </c:pt>
                <c:pt idx="1946">
                  <c:v>0.00359289021244</c:v>
                </c:pt>
                <c:pt idx="1947">
                  <c:v>0.00358586450683</c:v>
                </c:pt>
                <c:pt idx="1948">
                  <c:v>0.00357886365982</c:v>
                </c:pt>
                <c:pt idx="1949">
                  <c:v>0.00357188756122</c:v>
                </c:pt>
                <c:pt idx="1950">
                  <c:v>0.00356493610162</c:v>
                </c:pt>
                <c:pt idx="1951">
                  <c:v>0.00355800917232</c:v>
                </c:pt>
                <c:pt idx="1952">
                  <c:v>0.00355110666538</c:v>
                </c:pt>
                <c:pt idx="1953">
                  <c:v>0.00354422847353</c:v>
                </c:pt>
                <c:pt idx="1954">
                  <c:v>0.00353737449024</c:v>
                </c:pt>
                <c:pt idx="1955">
                  <c:v>0.00353054460961</c:v>
                </c:pt>
                <c:pt idx="1956">
                  <c:v>0.00352373872647</c:v>
                </c:pt>
                <c:pt idx="1957">
                  <c:v>0.00351695673626</c:v>
                </c:pt>
                <c:pt idx="1958">
                  <c:v>0.00351019853508</c:v>
                </c:pt>
                <c:pt idx="1959">
                  <c:v>0.00350346401968</c:v>
                </c:pt>
                <c:pt idx="1960">
                  <c:v>0.00349675308742</c:v>
                </c:pt>
                <c:pt idx="1961">
                  <c:v>0.00349006563625</c:v>
                </c:pt>
                <c:pt idx="1962">
                  <c:v>0.00348340156477</c:v>
                </c:pt>
                <c:pt idx="1963">
                  <c:v>0.00347676077214</c:v>
                </c:pt>
                <c:pt idx="1964">
                  <c:v>0.00347014315809</c:v>
                </c:pt>
                <c:pt idx="1965">
                  <c:v>0.00346354862296</c:v>
                </c:pt>
                <c:pt idx="1966">
                  <c:v>0.00345697706762</c:v>
                </c:pt>
                <c:pt idx="1967">
                  <c:v>0.00345042839351</c:v>
                </c:pt>
                <c:pt idx="1968">
                  <c:v>0.00344390250263</c:v>
                </c:pt>
                <c:pt idx="1969">
                  <c:v>0.0034373992975</c:v>
                </c:pt>
                <c:pt idx="1970">
                  <c:v>0.00343091868119</c:v>
                </c:pt>
                <c:pt idx="1971">
                  <c:v>0.00342446055726</c:v>
                </c:pt>
                <c:pt idx="1972">
                  <c:v>0.00341802482984</c:v>
                </c:pt>
                <c:pt idx="1973">
                  <c:v>0.00341161140354</c:v>
                </c:pt>
                <c:pt idx="1974">
                  <c:v>0.00340522018349</c:v>
                </c:pt>
                <c:pt idx="1975">
                  <c:v>0.0033988510753</c:v>
                </c:pt>
                <c:pt idx="1976">
                  <c:v>0.0033925039851</c:v>
                </c:pt>
                <c:pt idx="1977">
                  <c:v>0.00338617881951</c:v>
                </c:pt>
                <c:pt idx="1978">
                  <c:v>0.00337987548563</c:v>
                </c:pt>
                <c:pt idx="1979">
                  <c:v>0.00337359389102</c:v>
                </c:pt>
                <c:pt idx="1980">
                  <c:v>0.00336733394375</c:v>
                </c:pt>
                <c:pt idx="1981">
                  <c:v>0.00336109555235</c:v>
                </c:pt>
                <c:pt idx="1982">
                  <c:v>0.00335487862582</c:v>
                </c:pt>
                <c:pt idx="1983">
                  <c:v>0.00334868307361</c:v>
                </c:pt>
                <c:pt idx="1984">
                  <c:v>0.00334250880566</c:v>
                </c:pt>
                <c:pt idx="1985">
                  <c:v>0.00333635573235</c:v>
                </c:pt>
                <c:pt idx="1986">
                  <c:v>0.00333022376452</c:v>
                </c:pt>
                <c:pt idx="1987">
                  <c:v>0.00332411281345</c:v>
                </c:pt>
                <c:pt idx="1988">
                  <c:v>0.00331802279088</c:v>
                </c:pt>
                <c:pt idx="1989">
                  <c:v>0.00331195360901</c:v>
                </c:pt>
                <c:pt idx="1990">
                  <c:v>0.00330590518046</c:v>
                </c:pt>
                <c:pt idx="1991">
                  <c:v>0.0032998774183</c:v>
                </c:pt>
                <c:pt idx="1992">
                  <c:v>0.00329387023604</c:v>
                </c:pt>
                <c:pt idx="1993">
                  <c:v>0.00328788354761</c:v>
                </c:pt>
                <c:pt idx="1994">
                  <c:v>0.00328191726741</c:v>
                </c:pt>
                <c:pt idx="1995">
                  <c:v>0.00327597131022</c:v>
                </c:pt>
                <c:pt idx="1996">
                  <c:v>0.0032700455913</c:v>
                </c:pt>
                <c:pt idx="1997">
                  <c:v>0.00326414002629</c:v>
                </c:pt>
                <c:pt idx="1998">
                  <c:v>0.00325825453128</c:v>
                </c:pt>
                <c:pt idx="1999">
                  <c:v>0.00325238902278</c:v>
                </c:pt>
                <c:pt idx="2000">
                  <c:v>0.00324654341769</c:v>
                </c:pt>
              </c:numCache>
            </c:numRef>
          </c:yVal>
        </c:ser>
        <c:ser>
          <c:idx val="1"/>
          <c:order val="1"/>
          <c:tx>
            <c:v>spin</c:v>
          </c:tx>
          <c:spPr>
            <a:ln xmlns:a="http://schemas.openxmlformats.org/drawingml/2006/main" w="15240">
              <a:solidFill>
                <a:srgbClr val="234F91"/>
              </a:solidFill>
              <a:prstDash val="dash"/>
            </a:ln>
          </c:spPr>
          <c:marker>
            <c:symbol val="none"/>
            <c:size val="5"/>
            <c:spPr>
              <a:solidFill xmlns:a="http://schemas.openxmlformats.org/drawingml/2006/main">
                <a:srgbClr val="234F91"/>
              </a:solidFill>
            </c:spPr>
          </c:marker>
          <c:xVal>
            <c:numRef>
              <c:f>'Chart Data'!$C$2:$C$2002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Data'!$D$2:$D$2002</c:f>
              <c:numCache>
                <c:formatCode>0.0</c:formatCode>
                <c:ptCount val="2001"/>
                <c:pt idx="0">
                  <c:v>0.0173009662398</c:v>
                </c:pt>
                <c:pt idx="1">
                  <c:v>0.0173544774542</c:v>
                </c:pt>
                <c:pt idx="2">
                  <c:v>0.017408237304</c:v>
                </c:pt>
                <c:pt idx="3">
                  <c:v>0.0174622473282</c:v>
                </c:pt>
                <c:pt idx="4">
                  <c:v>0.0175165090779</c:v>
                </c:pt>
                <c:pt idx="5">
                  <c:v>0.017571024116</c:v>
                </c:pt>
                <c:pt idx="6">
                  <c:v>0.0176257940176</c:v>
                </c:pt>
                <c:pt idx="7">
                  <c:v>0.01768082037</c:v>
                </c:pt>
                <c:pt idx="8">
                  <c:v>0.0177361047727</c:v>
                </c:pt>
                <c:pt idx="9">
                  <c:v>0.0177916488379</c:v>
                </c:pt>
                <c:pt idx="10">
                  <c:v>0.0178474541902</c:v>
                </c:pt>
                <c:pt idx="11">
                  <c:v>0.0179035224668</c:v>
                </c:pt>
                <c:pt idx="12">
                  <c:v>0.0179598553177</c:v>
                </c:pt>
                <c:pt idx="13">
                  <c:v>0.0180164544061</c:v>
                </c:pt>
                <c:pt idx="14">
                  <c:v>0.0180733214078</c:v>
                </c:pt>
                <c:pt idx="15">
                  <c:v>0.0181304580121</c:v>
                </c:pt>
                <c:pt idx="16">
                  <c:v>0.0181878659214</c:v>
                </c:pt>
                <c:pt idx="17">
                  <c:v>0.0182455468515</c:v>
                </c:pt>
                <c:pt idx="18">
                  <c:v>0.0183035025317</c:v>
                </c:pt>
                <c:pt idx="19">
                  <c:v>0.0183617347052</c:v>
                </c:pt>
                <c:pt idx="20">
                  <c:v>0.0184202451287</c:v>
                </c:pt>
                <c:pt idx="21">
                  <c:v>0.0184790355729</c:v>
                </c:pt>
                <c:pt idx="22">
                  <c:v>0.0185381078226</c:v>
                </c:pt>
                <c:pt idx="23">
                  <c:v>0.0185974636767</c:v>
                </c:pt>
                <c:pt idx="24">
                  <c:v>0.0186571049484</c:v>
                </c:pt>
                <c:pt idx="25">
                  <c:v>0.0187170334655</c:v>
                </c:pt>
                <c:pt idx="26">
                  <c:v>0.0187772510702</c:v>
                </c:pt>
                <c:pt idx="27">
                  <c:v>0.0188377596196</c:v>
                </c:pt>
                <c:pt idx="28">
                  <c:v>0.0188985609855</c:v>
                </c:pt>
                <c:pt idx="29">
                  <c:v>0.0189596570547</c:v>
                </c:pt>
                <c:pt idx="30">
                  <c:v>0.0190210497293</c:v>
                </c:pt>
                <c:pt idx="31">
                  <c:v>0.0190827409267</c:v>
                </c:pt>
                <c:pt idx="32">
                  <c:v>0.0191447325796</c:v>
                </c:pt>
                <c:pt idx="33">
                  <c:v>0.0192070266363</c:v>
                </c:pt>
                <c:pt idx="34">
                  <c:v>0.019269625061</c:v>
                </c:pt>
                <c:pt idx="35">
                  <c:v>0.0193325298336</c:v>
                </c:pt>
                <c:pt idx="36">
                  <c:v>0.0193957429502</c:v>
                </c:pt>
                <c:pt idx="37">
                  <c:v>0.019459266423</c:v>
                </c:pt>
                <c:pt idx="38">
                  <c:v>0.0195231022806</c:v>
                </c:pt>
                <c:pt idx="39">
                  <c:v>0.0195872525682</c:v>
                </c:pt>
                <c:pt idx="40">
                  <c:v>0.0196517193476</c:v>
                </c:pt>
                <c:pt idx="41">
                  <c:v>0.0197165046973</c:v>
                </c:pt>
                <c:pt idx="42">
                  <c:v>0.019781610713</c:v>
                </c:pt>
                <c:pt idx="43">
                  <c:v>0.0198470395076</c:v>
                </c:pt>
                <c:pt idx="44">
                  <c:v>0.0199127932112</c:v>
                </c:pt>
                <c:pt idx="45">
                  <c:v>0.0199788739715</c:v>
                </c:pt>
                <c:pt idx="46">
                  <c:v>0.0200452839537</c:v>
                </c:pt>
                <c:pt idx="47">
                  <c:v>0.0201120253412</c:v>
                </c:pt>
                <c:pt idx="48">
                  <c:v>0.0201791003351</c:v>
                </c:pt>
                <c:pt idx="49">
                  <c:v>0.0202465111549</c:v>
                </c:pt>
                <c:pt idx="50">
                  <c:v>0.0203142600385</c:v>
                </c:pt>
                <c:pt idx="51">
                  <c:v>0.0203823492421</c:v>
                </c:pt>
                <c:pt idx="52">
                  <c:v>0.0204507810409</c:v>
                </c:pt>
                <c:pt idx="53">
                  <c:v>0.0205195577291</c:v>
                </c:pt>
                <c:pt idx="54">
                  <c:v>0.0205886816199</c:v>
                </c:pt>
                <c:pt idx="55">
                  <c:v>0.0206581550457</c:v>
                </c:pt>
                <c:pt idx="56">
                  <c:v>0.0207279803587</c:v>
                </c:pt>
                <c:pt idx="57">
                  <c:v>0.0207981599305</c:v>
                </c:pt>
                <c:pt idx="58">
                  <c:v>0.0208686961529</c:v>
                </c:pt>
                <c:pt idx="59">
                  <c:v>0.0209395914376</c:v>
                </c:pt>
                <c:pt idx="60">
                  <c:v>0.0210108482166</c:v>
                </c:pt>
                <c:pt idx="61">
                  <c:v>0.0210824689426</c:v>
                </c:pt>
                <c:pt idx="62">
                  <c:v>0.0211544560887</c:v>
                </c:pt>
                <c:pt idx="63">
                  <c:v>0.0212268121491</c:v>
                </c:pt>
                <c:pt idx="64">
                  <c:v>0.0212995396393</c:v>
                </c:pt>
                <c:pt idx="65">
                  <c:v>0.0213726410958</c:v>
                </c:pt>
                <c:pt idx="66">
                  <c:v>0.021446119077</c:v>
                </c:pt>
                <c:pt idx="67">
                  <c:v>0.0215199761627</c:v>
                </c:pt>
                <c:pt idx="68">
                  <c:v>0.0215942149552</c:v>
                </c:pt>
                <c:pt idx="69">
                  <c:v>0.0216688380784</c:v>
                </c:pt>
                <c:pt idx="70">
                  <c:v>0.0217438481793</c:v>
                </c:pt>
                <c:pt idx="71">
                  <c:v>0.0218192479271</c:v>
                </c:pt>
                <c:pt idx="72">
                  <c:v>0.0218950400141</c:v>
                </c:pt>
                <c:pt idx="73">
                  <c:v>0.0219712271558</c:v>
                </c:pt>
                <c:pt idx="74">
                  <c:v>0.022047812091</c:v>
                </c:pt>
                <c:pt idx="75">
                  <c:v>0.0221247975821</c:v>
                </c:pt>
                <c:pt idx="76">
                  <c:v>0.0222021864154</c:v>
                </c:pt>
                <c:pt idx="77">
                  <c:v>0.0222799814014</c:v>
                </c:pt>
                <c:pt idx="78">
                  <c:v>0.0223581853748</c:v>
                </c:pt>
                <c:pt idx="79">
                  <c:v>0.022436801195</c:v>
                </c:pt>
                <c:pt idx="80">
                  <c:v>0.0225158317463</c:v>
                </c:pt>
                <c:pt idx="81">
                  <c:v>0.0225952799381</c:v>
                </c:pt>
                <c:pt idx="82">
                  <c:v>0.0226751487051</c:v>
                </c:pt>
                <c:pt idx="83">
                  <c:v>0.0227554410077</c:v>
                </c:pt>
                <c:pt idx="84">
                  <c:v>0.0228361598324</c:v>
                </c:pt>
                <c:pt idx="85">
                  <c:v>0.0229173081916</c:v>
                </c:pt>
                <c:pt idx="86">
                  <c:v>0.0229988891243</c:v>
                </c:pt>
                <c:pt idx="87">
                  <c:v>0.0230809056962</c:v>
                </c:pt>
                <c:pt idx="88">
                  <c:v>0.023163361</c:v>
                </c:pt>
                <c:pt idx="89">
                  <c:v>0.0232462581559</c:v>
                </c:pt>
                <c:pt idx="90">
                  <c:v>0.0233296003114</c:v>
                </c:pt>
                <c:pt idx="91">
                  <c:v>0.0234133906421</c:v>
                </c:pt>
                <c:pt idx="92">
                  <c:v>0.0234976323516</c:v>
                </c:pt>
                <c:pt idx="93">
                  <c:v>0.0235823286721</c:v>
                </c:pt>
                <c:pt idx="94">
                  <c:v>0.0236674828645</c:v>
                </c:pt>
                <c:pt idx="95">
                  <c:v>0.0237530982188</c:v>
                </c:pt>
                <c:pt idx="96">
                  <c:v>0.0238391780544</c:v>
                </c:pt>
                <c:pt idx="97">
                  <c:v>0.0239257257203</c:v>
                </c:pt>
                <c:pt idx="98">
                  <c:v>0.0240127445957</c:v>
                </c:pt>
                <c:pt idx="99">
                  <c:v>0.02410023809</c:v>
                </c:pt>
                <c:pt idx="100">
                  <c:v>0.0241882096433</c:v>
                </c:pt>
                <c:pt idx="101">
                  <c:v>0.0242766627267</c:v>
                </c:pt>
                <c:pt idx="102">
                  <c:v>0.0243656008425</c:v>
                </c:pt>
                <c:pt idx="103">
                  <c:v>0.0244550275248</c:v>
                </c:pt>
                <c:pt idx="104">
                  <c:v>0.0245449463396</c:v>
                </c:pt>
                <c:pt idx="105">
                  <c:v>0.0246353608854</c:v>
                </c:pt>
                <c:pt idx="106">
                  <c:v>0.0247262747932</c:v>
                </c:pt>
                <c:pt idx="107">
                  <c:v>0.024817691727</c:v>
                </c:pt>
                <c:pt idx="108">
                  <c:v>0.0249096153845</c:v>
                </c:pt>
                <c:pt idx="109">
                  <c:v>0.0250020494969</c:v>
                </c:pt>
                <c:pt idx="110">
                  <c:v>0.0250949978296</c:v>
                </c:pt>
                <c:pt idx="111">
                  <c:v>0.0251884641824</c:v>
                </c:pt>
                <c:pt idx="112">
                  <c:v>0.0252824523903</c:v>
                </c:pt>
                <c:pt idx="113">
                  <c:v>0.0253769663231</c:v>
                </c:pt>
                <c:pt idx="114">
                  <c:v>0.0254720098866</c:v>
                </c:pt>
                <c:pt idx="115">
                  <c:v>0.0255675870225</c:v>
                </c:pt>
                <c:pt idx="116">
                  <c:v>0.0256637017089</c:v>
                </c:pt>
                <c:pt idx="117">
                  <c:v>0.0257603579607</c:v>
                </c:pt>
                <c:pt idx="118">
                  <c:v>0.0258575598303</c:v>
                </c:pt>
                <c:pt idx="119">
                  <c:v>0.0259553114073</c:v>
                </c:pt>
                <c:pt idx="120">
                  <c:v>0.0260536168197</c:v>
                </c:pt>
                <c:pt idx="121">
                  <c:v>0.0261524802338</c:v>
                </c:pt>
                <c:pt idx="122">
                  <c:v>0.026251905855</c:v>
                </c:pt>
                <c:pt idx="123">
                  <c:v>0.0263518979279</c:v>
                </c:pt>
                <c:pt idx="124">
                  <c:v>0.0264524607367</c:v>
                </c:pt>
                <c:pt idx="125">
                  <c:v>0.0265535986062</c:v>
                </c:pt>
                <c:pt idx="126">
                  <c:v>0.0266553159016</c:v>
                </c:pt>
                <c:pt idx="127">
                  <c:v>0.0267576170293</c:v>
                </c:pt>
                <c:pt idx="128">
                  <c:v>0.0268605064373</c:v>
                </c:pt>
                <c:pt idx="129">
                  <c:v>0.0269639886155</c:v>
                </c:pt>
                <c:pt idx="130">
                  <c:v>0.0270680680965</c:v>
                </c:pt>
                <c:pt idx="131">
                  <c:v>0.0271727494559</c:v>
                </c:pt>
                <c:pt idx="132">
                  <c:v>0.0272780373126</c:v>
                </c:pt>
                <c:pt idx="133">
                  <c:v>0.0273839363296</c:v>
                </c:pt>
                <c:pt idx="134">
                  <c:v>0.0274904512144</c:v>
                </c:pt>
                <c:pt idx="135">
                  <c:v>0.0275975867193</c:v>
                </c:pt>
                <c:pt idx="136">
                  <c:v>0.0277053476424</c:v>
                </c:pt>
                <c:pt idx="137">
                  <c:v>0.0278137388273</c:v>
                </c:pt>
                <c:pt idx="138">
                  <c:v>0.0279227651647</c:v>
                </c:pt>
                <c:pt idx="139">
                  <c:v>0.0280324315919</c:v>
                </c:pt>
                <c:pt idx="140">
                  <c:v>0.028142743094</c:v>
                </c:pt>
                <c:pt idx="141">
                  <c:v>0.0282537047041</c:v>
                </c:pt>
                <c:pt idx="142">
                  <c:v>0.0283653215042</c:v>
                </c:pt>
                <c:pt idx="143">
                  <c:v>0.0284775986253</c:v>
                </c:pt>
                <c:pt idx="144">
                  <c:v>0.0285905412483</c:v>
                </c:pt>
                <c:pt idx="145">
                  <c:v>0.0287041546046</c:v>
                </c:pt>
                <c:pt idx="146">
                  <c:v>0.0288184439764</c:v>
                </c:pt>
                <c:pt idx="147">
                  <c:v>0.0289334146975</c:v>
                </c:pt>
                <c:pt idx="148">
                  <c:v>0.0290490721538</c:v>
                </c:pt>
                <c:pt idx="149">
                  <c:v>0.0291654217841</c:v>
                </c:pt>
                <c:pt idx="150">
                  <c:v>0.0292824690804</c:v>
                </c:pt>
                <c:pt idx="151">
                  <c:v>0.0294002195888</c:v>
                </c:pt>
                <c:pt idx="152">
                  <c:v>0.0295186789099</c:v>
                </c:pt>
                <c:pt idx="153">
                  <c:v>0.0296378526996</c:v>
                </c:pt>
                <c:pt idx="154">
                  <c:v>0.0297577466698</c:v>
                </c:pt>
                <c:pt idx="155">
                  <c:v>0.0298783665887</c:v>
                </c:pt>
                <c:pt idx="156">
                  <c:v>0.029999718282</c:v>
                </c:pt>
                <c:pt idx="157">
                  <c:v>0.0301218076331</c:v>
                </c:pt>
                <c:pt idx="158">
                  <c:v>0.0302446405841</c:v>
                </c:pt>
                <c:pt idx="159">
                  <c:v>0.0303682231361</c:v>
                </c:pt>
                <c:pt idx="160">
                  <c:v>0.0304925613505</c:v>
                </c:pt>
                <c:pt idx="161">
                  <c:v>0.0306176613491</c:v>
                </c:pt>
                <c:pt idx="162">
                  <c:v>0.0307435293153</c:v>
                </c:pt>
                <c:pt idx="163">
                  <c:v>0.0308701714943</c:v>
                </c:pt>
                <c:pt idx="164">
                  <c:v>0.0309975941944</c:v>
                </c:pt>
                <c:pt idx="165">
                  <c:v>0.0311258037876</c:v>
                </c:pt>
                <c:pt idx="166">
                  <c:v>0.0312548067099</c:v>
                </c:pt>
                <c:pt idx="167">
                  <c:v>0.0313846094627</c:v>
                </c:pt>
                <c:pt idx="168">
                  <c:v>0.0315152186132</c:v>
                </c:pt>
                <c:pt idx="169">
                  <c:v>0.0316466407954</c:v>
                </c:pt>
                <c:pt idx="170">
                  <c:v>0.0317788827107</c:v>
                </c:pt>
                <c:pt idx="171">
                  <c:v>0.0319119511287</c:v>
                </c:pt>
                <c:pt idx="172">
                  <c:v>0.0320458528885</c:v>
                </c:pt>
                <c:pt idx="173">
                  <c:v>0.0321805948987</c:v>
                </c:pt>
                <c:pt idx="174">
                  <c:v>0.0323161841391</c:v>
                </c:pt>
                <c:pt idx="175">
                  <c:v>0.0324526276609</c:v>
                </c:pt>
                <c:pt idx="176">
                  <c:v>0.032589932588</c:v>
                </c:pt>
                <c:pt idx="177">
                  <c:v>0.0327281061177</c:v>
                </c:pt>
                <c:pt idx="178">
                  <c:v>0.0328671555215</c:v>
                </c:pt>
                <c:pt idx="179">
                  <c:v>0.0330070881463</c:v>
                </c:pt>
                <c:pt idx="180">
                  <c:v>0.0331479114151</c:v>
                </c:pt>
                <c:pt idx="181">
                  <c:v>0.0332896328277</c:v>
                </c:pt>
                <c:pt idx="182">
                  <c:v>0.0334322599624</c:v>
                </c:pt>
                <c:pt idx="183">
                  <c:v>0.033575800476</c:v>
                </c:pt>
                <c:pt idx="184">
                  <c:v>0.0337202621056</c:v>
                </c:pt>
                <c:pt idx="185">
                  <c:v>0.033865652669</c:v>
                </c:pt>
                <c:pt idx="186">
                  <c:v>0.034011980066</c:v>
                </c:pt>
                <c:pt idx="187">
                  <c:v>0.0341592522795</c:v>
                </c:pt>
                <c:pt idx="188">
                  <c:v>0.0343074773761</c:v>
                </c:pt>
                <c:pt idx="189">
                  <c:v>0.0344566635075</c:v>
                </c:pt>
                <c:pt idx="190">
                  <c:v>0.0346068189117</c:v>
                </c:pt>
                <c:pt idx="191">
                  <c:v>0.0347579519134</c:v>
                </c:pt>
                <c:pt idx="192">
                  <c:v>0.034910070926</c:v>
                </c:pt>
                <c:pt idx="193">
                  <c:v>0.0350631844518</c:v>
                </c:pt>
                <c:pt idx="194">
                  <c:v>0.0352173010839</c:v>
                </c:pt>
                <c:pt idx="195">
                  <c:v>0.0353724295067</c:v>
                </c:pt>
                <c:pt idx="196">
                  <c:v>0.0355285784975</c:v>
                </c:pt>
                <c:pt idx="197">
                  <c:v>0.0356857569274</c:v>
                </c:pt>
                <c:pt idx="198">
                  <c:v>0.0358439737627</c:v>
                </c:pt>
                <c:pt idx="199">
                  <c:v>0.0360032380658</c:v>
                </c:pt>
                <c:pt idx="200">
                  <c:v>0.0361635589967</c:v>
                </c:pt>
                <c:pt idx="201">
                  <c:v>0.0363249458141</c:v>
                </c:pt>
                <c:pt idx="202">
                  <c:v>0.0364874078768</c:v>
                </c:pt>
                <c:pt idx="203">
                  <c:v>0.0366509546445</c:v>
                </c:pt>
                <c:pt idx="204">
                  <c:v>0.0368155956799</c:v>
                </c:pt>
                <c:pt idx="205">
                  <c:v>0.0369813406492</c:v>
                </c:pt>
                <c:pt idx="206">
                  <c:v>0.0371481993239</c:v>
                </c:pt>
                <c:pt idx="207">
                  <c:v>0.0373161815819</c:v>
                </c:pt>
                <c:pt idx="208">
                  <c:v>0.0374852974093</c:v>
                </c:pt>
                <c:pt idx="209">
                  <c:v>0.037655556901</c:v>
                </c:pt>
                <c:pt idx="210">
                  <c:v>0.037826970263</c:v>
                </c:pt>
                <c:pt idx="211">
                  <c:v>0.037999547813</c:v>
                </c:pt>
                <c:pt idx="212">
                  <c:v>0.0381732999826</c:v>
                </c:pt>
                <c:pt idx="213">
                  <c:v>0.0383482373182</c:v>
                </c:pt>
                <c:pt idx="214">
                  <c:v>0.0385243704827</c:v>
                </c:pt>
                <c:pt idx="215">
                  <c:v>0.0387017102571</c:v>
                </c:pt>
                <c:pt idx="216">
                  <c:v>0.0388802675417</c:v>
                </c:pt>
                <c:pt idx="217">
                  <c:v>0.0390600533583</c:v>
                </c:pt>
                <c:pt idx="218">
                  <c:v>0.0392410788509</c:v>
                </c:pt>
                <c:pt idx="219">
                  <c:v>0.0394233552881</c:v>
                </c:pt>
                <c:pt idx="220">
                  <c:v>0.0396068940643</c:v>
                </c:pt>
                <c:pt idx="221">
                  <c:v>0.0397917067014</c:v>
                </c:pt>
                <c:pt idx="222">
                  <c:v>0.0399778048505</c:v>
                </c:pt>
                <c:pt idx="223">
                  <c:v>0.0401652002938</c:v>
                </c:pt>
                <c:pt idx="224">
                  <c:v>0.0403539049457</c:v>
                </c:pt>
                <c:pt idx="225">
                  <c:v>0.0405439308555</c:v>
                </c:pt>
                <c:pt idx="226">
                  <c:v>0.0407352902083</c:v>
                </c:pt>
                <c:pt idx="227">
                  <c:v>0.0409279953273</c:v>
                </c:pt>
                <c:pt idx="228">
                  <c:v>0.0411220586755</c:v>
                </c:pt>
                <c:pt idx="229">
                  <c:v>0.0413174928573</c:v>
                </c:pt>
                <c:pt idx="230">
                  <c:v>0.041514310621</c:v>
                </c:pt>
                <c:pt idx="231">
                  <c:v>0.04171252486</c:v>
                </c:pt>
                <c:pt idx="232">
                  <c:v>0.0419121486153</c:v>
                </c:pt>
                <c:pt idx="233">
                  <c:v>0.042113195077</c:v>
                </c:pt>
                <c:pt idx="234">
                  <c:v>0.0423156775867</c:v>
                </c:pt>
                <c:pt idx="235">
                  <c:v>0.0425196096394</c:v>
                </c:pt>
                <c:pt idx="236">
                  <c:v>0.0427250048853</c:v>
                </c:pt>
                <c:pt idx="237">
                  <c:v>0.0429318771323</c:v>
                </c:pt>
                <c:pt idx="238">
                  <c:v>0.0431402403478</c:v>
                </c:pt>
                <c:pt idx="239">
                  <c:v>0.0433501086611</c:v>
                </c:pt>
                <c:pt idx="240">
                  <c:v>0.0435614963654</c:v>
                </c:pt>
                <c:pt idx="241">
                  <c:v>0.04377441792</c:v>
                </c:pt>
                <c:pt idx="242">
                  <c:v>0.0439888879528</c:v>
                </c:pt>
                <c:pt idx="243">
                  <c:v>0.0442049212622</c:v>
                </c:pt>
                <c:pt idx="244">
                  <c:v>0.0444225328199</c:v>
                </c:pt>
                <c:pt idx="245">
                  <c:v>0.0446417377726</c:v>
                </c:pt>
                <c:pt idx="246">
                  <c:v>0.0448625514453</c:v>
                </c:pt>
                <c:pt idx="247">
                  <c:v>0.0450849893427</c:v>
                </c:pt>
                <c:pt idx="248">
                  <c:v>0.0453090671524</c:v>
                </c:pt>
                <c:pt idx="249">
                  <c:v>0.0455348007473</c:v>
                </c:pt>
                <c:pt idx="250">
                  <c:v>0.0457622061878</c:v>
                </c:pt>
                <c:pt idx="251">
                  <c:v>0.0459912997247</c:v>
                </c:pt>
                <c:pt idx="252">
                  <c:v>0.0462220978017</c:v>
                </c:pt>
                <c:pt idx="253">
                  <c:v>0.0464546170579</c:v>
                </c:pt>
                <c:pt idx="254">
                  <c:v>0.0466888743309</c:v>
                </c:pt>
                <c:pt idx="255">
                  <c:v>0.0469248866592</c:v>
                </c:pt>
                <c:pt idx="256">
                  <c:v>0.0471626712851</c:v>
                </c:pt>
                <c:pt idx="257">
                  <c:v>0.0474022456575</c:v>
                </c:pt>
                <c:pt idx="258">
                  <c:v>0.0476436274348</c:v>
                </c:pt>
                <c:pt idx="259">
                  <c:v>0.0478868344878</c:v>
                </c:pt>
                <c:pt idx="260">
                  <c:v>0.0481318849025</c:v>
                </c:pt>
                <c:pt idx="261">
                  <c:v>0.0483787969835</c:v>
                </c:pt>
                <c:pt idx="262">
                  <c:v>0.0486275892567</c:v>
                </c:pt>
                <c:pt idx="263">
                  <c:v>0.0488782804723</c:v>
                </c:pt>
                <c:pt idx="264">
                  <c:v>0.0491308896084</c:v>
                </c:pt>
                <c:pt idx="265">
                  <c:v>0.0493854358739</c:v>
                </c:pt>
                <c:pt idx="266">
                  <c:v>0.0496419387116</c:v>
                </c:pt>
                <c:pt idx="267">
                  <c:v>0.0499004178018</c:v>
                </c:pt>
                <c:pt idx="268">
                  <c:v>0.0501608930655</c:v>
                </c:pt>
                <c:pt idx="269">
                  <c:v>0.0504233846677</c:v>
                </c:pt>
                <c:pt idx="270">
                  <c:v>0.0506879130212</c:v>
                </c:pt>
                <c:pt idx="271">
                  <c:v>0.0509544987894</c:v>
                </c:pt>
                <c:pt idx="272">
                  <c:v>0.0512231628908</c:v>
                </c:pt>
                <c:pt idx="273">
                  <c:v>0.0514939265017</c:v>
                </c:pt>
                <c:pt idx="274">
                  <c:v>0.0517668110605</c:v>
                </c:pt>
                <c:pt idx="275">
                  <c:v>0.0520418382712</c:v>
                </c:pt>
                <c:pt idx="276">
                  <c:v>0.052319030107</c:v>
                </c:pt>
                <c:pt idx="277">
                  <c:v>0.0525984088144</c:v>
                </c:pt>
                <c:pt idx="278">
                  <c:v>0.0528799969172</c:v>
                </c:pt>
                <c:pt idx="279">
                  <c:v>0.05316381722</c:v>
                </c:pt>
                <c:pt idx="280">
                  <c:v>0.0534498928126</c:v>
                </c:pt>
                <c:pt idx="281">
                  <c:v>0.053738247074</c:v>
                </c:pt>
                <c:pt idx="282">
                  <c:v>0.0540289036765</c:v>
                </c:pt>
                <c:pt idx="283">
                  <c:v>0.0543218865898</c:v>
                </c:pt>
                <c:pt idx="284">
                  <c:v>0.0546172200856</c:v>
                </c:pt>
                <c:pt idx="285">
                  <c:v>0.0549149287417</c:v>
                </c:pt>
                <c:pt idx="286">
                  <c:v>0.0552150374465</c:v>
                </c:pt>
                <c:pt idx="287">
                  <c:v>0.0555175714031</c:v>
                </c:pt>
                <c:pt idx="288">
                  <c:v>0.0558225561347</c:v>
                </c:pt>
                <c:pt idx="289">
                  <c:v>0.0561300174882</c:v>
                </c:pt>
                <c:pt idx="290">
                  <c:v>0.0564399816399</c:v>
                </c:pt>
                <c:pt idx="291">
                  <c:v>0.0567524750993</c:v>
                </c:pt>
                <c:pt idx="292">
                  <c:v>0.0570675247147</c:v>
                </c:pt>
                <c:pt idx="293">
                  <c:v>0.0573851576776</c:v>
                </c:pt>
                <c:pt idx="294">
                  <c:v>0.0577054015281</c:v>
                </c:pt>
                <c:pt idx="295">
                  <c:v>0.0580282841594</c:v>
                </c:pt>
                <c:pt idx="296">
                  <c:v>0.0583538338238</c:v>
                </c:pt>
                <c:pt idx="297">
                  <c:v>0.058682079137</c:v>
                </c:pt>
                <c:pt idx="298">
                  <c:v>0.059013049084</c:v>
                </c:pt>
                <c:pt idx="299">
                  <c:v>0.0593467730244</c:v>
                </c:pt>
                <c:pt idx="300">
                  <c:v>0.0596832806976</c:v>
                </c:pt>
                <c:pt idx="301">
                  <c:v>0.0600226022287</c:v>
                </c:pt>
                <c:pt idx="302">
                  <c:v>0.0603647681339</c:v>
                </c:pt>
                <c:pt idx="303">
                  <c:v>0.0607098093262</c:v>
                </c:pt>
                <c:pt idx="304">
                  <c:v>0.0610577571216</c:v>
                </c:pt>
                <c:pt idx="305">
                  <c:v>0.0614086432445</c:v>
                </c:pt>
                <c:pt idx="306">
                  <c:v>0.061762499834</c:v>
                </c:pt>
                <c:pt idx="307">
                  <c:v>0.0621193594499</c:v>
                </c:pt>
                <c:pt idx="308">
                  <c:v>0.0624792550788</c:v>
                </c:pt>
                <c:pt idx="309">
                  <c:v>0.0628422201405</c:v>
                </c:pt>
                <c:pt idx="310">
                  <c:v>0.0632082884945</c:v>
                </c:pt>
                <c:pt idx="311">
                  <c:v>0.0635774944461</c:v>
                </c:pt>
                <c:pt idx="312">
                  <c:v>0.0639498727532</c:v>
                </c:pt>
                <c:pt idx="313">
                  <c:v>0.064325458633</c:v>
                </c:pt>
                <c:pt idx="314">
                  <c:v>0.0647042877685</c:v>
                </c:pt>
                <c:pt idx="315">
                  <c:v>0.0650863963158</c:v>
                </c:pt>
                <c:pt idx="316">
                  <c:v>0.0654718209107</c:v>
                </c:pt>
                <c:pt idx="317">
                  <c:v>0.0658605986759</c:v>
                </c:pt>
                <c:pt idx="318">
                  <c:v>0.0662527672282</c:v>
                </c:pt>
                <c:pt idx="319">
                  <c:v>0.0666483646859</c:v>
                </c:pt>
                <c:pt idx="320">
                  <c:v>0.0670474296759</c:v>
                </c:pt>
                <c:pt idx="321">
                  <c:v>0.0674500013415</c:v>
                </c:pt>
                <c:pt idx="322">
                  <c:v>0.0678561193498</c:v>
                </c:pt>
                <c:pt idx="323">
                  <c:v>0.0682658238996</c:v>
                </c:pt>
                <c:pt idx="324">
                  <c:v>0.0686791557293</c:v>
                </c:pt>
                <c:pt idx="325">
                  <c:v>0.0690961561245</c:v>
                </c:pt>
                <c:pt idx="326">
                  <c:v>0.0695168669265</c:v>
                </c:pt>
                <c:pt idx="327">
                  <c:v>0.0699413305404</c:v>
                </c:pt>
                <c:pt idx="328">
                  <c:v>0.070369589943</c:v>
                </c:pt>
                <c:pt idx="329">
                  <c:v>0.0708016886919</c:v>
                </c:pt>
                <c:pt idx="330">
                  <c:v>0.0712376709337</c:v>
                </c:pt>
                <c:pt idx="331">
                  <c:v>0.0716775814125</c:v>
                </c:pt>
                <c:pt idx="332">
                  <c:v>0.072121465479</c:v>
                </c:pt>
                <c:pt idx="333">
                  <c:v>0.0725693690994</c:v>
                </c:pt>
                <c:pt idx="334">
                  <c:v>0.0730213388643</c:v>
                </c:pt>
                <c:pt idx="335">
                  <c:v>0.0734774219981</c:v>
                </c:pt>
                <c:pt idx="336">
                  <c:v>0.0739376663681</c:v>
                </c:pt>
                <c:pt idx="337">
                  <c:v>0.0744021204939</c:v>
                </c:pt>
                <c:pt idx="338">
                  <c:v>0.0748708335572</c:v>
                </c:pt>
                <c:pt idx="339">
                  <c:v>0.0753438554114</c:v>
                </c:pt>
                <c:pt idx="340">
                  <c:v>0.0758212365912</c:v>
                </c:pt>
                <c:pt idx="341">
                  <c:v>0.0763030283231</c:v>
                </c:pt>
                <c:pt idx="342">
                  <c:v>0.0767892825348</c:v>
                </c:pt>
                <c:pt idx="343">
                  <c:v>0.0772800518661</c:v>
                </c:pt>
                <c:pt idx="344">
                  <c:v>0.0777753896786</c:v>
                </c:pt>
                <c:pt idx="345">
                  <c:v>0.0782753500669</c:v>
                </c:pt>
                <c:pt idx="346">
                  <c:v>0.0787799878686</c:v>
                </c:pt>
                <c:pt idx="347">
                  <c:v>0.0792893586755</c:v>
                </c:pt>
                <c:pt idx="348">
                  <c:v>0.0798035188442</c:v>
                </c:pt>
                <c:pt idx="349">
                  <c:v>0.0803225255074</c:v>
                </c:pt>
                <c:pt idx="350">
                  <c:v>0.0808464365849</c:v>
                </c:pt>
                <c:pt idx="351">
                  <c:v>0.0813753107949</c:v>
                </c:pt>
                <c:pt idx="352">
                  <c:v>0.0819092076656</c:v>
                </c:pt>
                <c:pt idx="353">
                  <c:v>0.0824481875467</c:v>
                </c:pt>
                <c:pt idx="354">
                  <c:v>0.082992311621</c:v>
                </c:pt>
                <c:pt idx="355">
                  <c:v>0.0835416419165</c:v>
                </c:pt>
                <c:pt idx="356">
                  <c:v>0.084096241318</c:v>
                </c:pt>
                <c:pt idx="357">
                  <c:v>0.0846561735798</c:v>
                </c:pt>
                <c:pt idx="358">
                  <c:v>0.0852215033372</c:v>
                </c:pt>
                <c:pt idx="359">
                  <c:v>0.0857922961197</c:v>
                </c:pt>
                <c:pt idx="360">
                  <c:v>0.0863686183628</c:v>
                </c:pt>
                <c:pt idx="361">
                  <c:v>0.086950537421</c:v>
                </c:pt>
                <c:pt idx="362">
                  <c:v>0.0875381215806</c:v>
                </c:pt>
                <c:pt idx="363">
                  <c:v>0.0881314400724</c:v>
                </c:pt>
                <c:pt idx="364">
                  <c:v>0.0887305630847</c:v>
                </c:pt>
                <c:pt idx="365">
                  <c:v>0.0893355617767</c:v>
                </c:pt>
                <c:pt idx="366">
                  <c:v>0.0899465082915</c:v>
                </c:pt>
                <c:pt idx="367">
                  <c:v>0.0905634757695</c:v>
                </c:pt>
                <c:pt idx="368">
                  <c:v>0.0911865383618</c:v>
                </c:pt>
                <c:pt idx="369">
                  <c:v>0.091815771244</c:v>
                </c:pt>
                <c:pt idx="370">
                  <c:v>0.0924512506297</c:v>
                </c:pt>
                <c:pt idx="371">
                  <c:v>0.0930930537844</c:v>
                </c:pt>
                <c:pt idx="372">
                  <c:v>0.0937412590391</c:v>
                </c:pt>
                <c:pt idx="373">
                  <c:v>0.0943959458046</c:v>
                </c:pt>
                <c:pt idx="374">
                  <c:v>0.0950571945852</c:v>
                </c:pt>
                <c:pt idx="375">
                  <c:v>0.0957250869933</c:v>
                </c:pt>
                <c:pt idx="376">
                  <c:v>0.0963997057631</c:v>
                </c:pt>
                <c:pt idx="377">
                  <c:v>0.0970811347651</c:v>
                </c:pt>
                <c:pt idx="378">
                  <c:v>0.0977694590202</c:v>
                </c:pt>
                <c:pt idx="379">
                  <c:v>0.0984647647145</c:v>
                </c:pt>
                <c:pt idx="380">
                  <c:v>0.0991671392133</c:v>
                </c:pt>
                <c:pt idx="381">
                  <c:v>0.0998766710756</c:v>
                </c:pt>
                <c:pt idx="382">
                  <c:v>0.100593450069</c:v>
                </c:pt>
                <c:pt idx="383">
                  <c:v>0.101317567183</c:v>
                </c:pt>
                <c:pt idx="384">
                  <c:v>0.102049114645</c:v>
                </c:pt>
                <c:pt idx="385">
                  <c:v>0.102788185934</c:v>
                </c:pt>
                <c:pt idx="386">
                  <c:v>0.103534875795</c:v>
                </c:pt>
                <c:pt idx="387">
                  <c:v>0.104289280253</c:v>
                </c:pt>
                <c:pt idx="388">
                  <c:v>0.105051496629</c:v>
                </c:pt>
                <c:pt idx="389">
                  <c:v>0.105821623552</c:v>
                </c:pt>
                <c:pt idx="390">
                  <c:v>0.106599760975</c:v>
                </c:pt>
                <c:pt idx="391">
                  <c:v>0.10738601019</c:v>
                </c:pt>
                <c:pt idx="392">
                  <c:v>0.108180473837</c:v>
                </c:pt>
                <c:pt idx="393">
                  <c:v>0.108983255925</c:v>
                </c:pt>
                <c:pt idx="394">
                  <c:v>0.109794461842</c:v>
                </c:pt>
                <c:pt idx="395">
                  <c:v>0.110614198366</c:v>
                </c:pt>
                <c:pt idx="396">
                  <c:v>0.111442573685</c:v>
                </c:pt>
                <c:pt idx="397">
                  <c:v>0.112279697404</c:v>
                </c:pt>
                <c:pt idx="398">
                  <c:v>0.113125680562</c:v>
                </c:pt>
                <c:pt idx="399">
                  <c:v>0.113980635642</c:v>
                </c:pt>
                <c:pt idx="400">
                  <c:v>0.114844676585</c:v>
                </c:pt>
                <c:pt idx="401">
                  <c:v>0.115717918804</c:v>
                </c:pt>
                <c:pt idx="402">
                  <c:v>0.11660047919</c:v>
                </c:pt>
                <c:pt idx="403">
                  <c:v>0.117492476129</c:v>
                </c:pt>
                <c:pt idx="404">
                  <c:v>0.118394029511</c:v>
                </c:pt>
                <c:pt idx="405">
                  <c:v>0.119305260742</c:v>
                </c:pt>
                <c:pt idx="406">
                  <c:v>0.12022629275</c:v>
                </c:pt>
                <c:pt idx="407">
                  <c:v>0.121157249999</c:v>
                </c:pt>
                <c:pt idx="408">
                  <c:v>0.122098258497</c:v>
                </c:pt>
                <c:pt idx="409">
                  <c:v>0.123049445803</c:v>
                </c:pt>
                <c:pt idx="410">
                  <c:v>0.124010941038</c:v>
                </c:pt>
                <c:pt idx="411">
                  <c:v>0.124982874887</c:v>
                </c:pt>
                <c:pt idx="412">
                  <c:v>0.125965379611</c:v>
                </c:pt>
                <c:pt idx="413">
                  <c:v>0.12695858905</c:v>
                </c:pt>
                <c:pt idx="414">
                  <c:v>0.127962638628</c:v>
                </c:pt>
                <c:pt idx="415">
                  <c:v>0.128977665358</c:v>
                </c:pt>
                <c:pt idx="416">
                  <c:v>0.130003807844</c:v>
                </c:pt>
                <c:pt idx="417">
                  <c:v>0.131041206285</c:v>
                </c:pt>
                <c:pt idx="418">
                  <c:v>0.132090002472</c:v>
                </c:pt>
                <c:pt idx="419">
                  <c:v>0.133150339796</c:v>
                </c:pt>
                <c:pt idx="420">
                  <c:v>0.134222363236</c:v>
                </c:pt>
                <c:pt idx="421">
                  <c:v>0.135306219367</c:v>
                </c:pt>
                <c:pt idx="422">
                  <c:v>0.13640205635</c:v>
                </c:pt>
                <c:pt idx="423">
                  <c:v>0.137510023929</c:v>
                </c:pt>
                <c:pt idx="424">
                  <c:v>0.138630273424</c:v>
                </c:pt>
                <c:pt idx="425">
                  <c:v>0.139762957723</c:v>
                </c:pt>
                <c:pt idx="426">
                  <c:v>0.140908231273</c:v>
                </c:pt>
                <c:pt idx="427">
                  <c:v>0.14206625007</c:v>
                </c:pt>
                <c:pt idx="428">
                  <c:v>0.143237171641</c:v>
                </c:pt>
                <c:pt idx="429">
                  <c:v>0.144421155033</c:v>
                </c:pt>
                <c:pt idx="430">
                  <c:v>0.145618360797</c:v>
                </c:pt>
                <c:pt idx="431">
                  <c:v>0.146828950965</c:v>
                </c:pt>
                <c:pt idx="432">
                  <c:v>0.14805308903</c:v>
                </c:pt>
                <c:pt idx="433">
                  <c:v>0.149290939925</c:v>
                </c:pt>
                <c:pt idx="434">
                  <c:v>0.150542669993</c:v>
                </c:pt>
                <c:pt idx="435">
                  <c:v>0.151808446962</c:v>
                </c:pt>
                <c:pt idx="436">
                  <c:v>0.153088439911</c:v>
                </c:pt>
                <c:pt idx="437">
                  <c:v>0.154382819237</c:v>
                </c:pt>
                <c:pt idx="438">
                  <c:v>0.155691756621</c:v>
                </c:pt>
                <c:pt idx="439">
                  <c:v>0.157015424982</c:v>
                </c:pt>
                <c:pt idx="440">
                  <c:v>0.15835399844</c:v>
                </c:pt>
                <c:pt idx="441">
                  <c:v>0.159707652265</c:v>
                </c:pt>
                <c:pt idx="442">
                  <c:v>0.16107656283</c:v>
                </c:pt>
                <c:pt idx="443">
                  <c:v>0.162460907557</c:v>
                </c:pt>
                <c:pt idx="444">
                  <c:v>0.16386086486</c:v>
                </c:pt>
                <c:pt idx="445">
                  <c:v>0.165276614082</c:v>
                </c:pt>
                <c:pt idx="446">
                  <c:v>0.166708335433</c:v>
                </c:pt>
                <c:pt idx="447">
                  <c:v>0.168156209917</c:v>
                </c:pt>
                <c:pt idx="448">
                  <c:v>0.169620419263</c:v>
                </c:pt>
                <c:pt idx="449">
                  <c:v>0.171101145841</c:v>
                </c:pt>
                <c:pt idx="450">
                  <c:v>0.172598572583</c:v>
                </c:pt>
                <c:pt idx="451">
                  <c:v>0.174112882893</c:v>
                </c:pt>
                <c:pt idx="452">
                  <c:v>0.175644260555</c:v>
                </c:pt>
                <c:pt idx="453">
                  <c:v>0.177192889635</c:v>
                </c:pt>
                <c:pt idx="454">
                  <c:v>0.178758954375</c:v>
                </c:pt>
                <c:pt idx="455">
                  <c:v>0.180342639084</c:v>
                </c:pt>
                <c:pt idx="456">
                  <c:v>0.181944128026</c:v>
                </c:pt>
                <c:pt idx="457">
                  <c:v>0.183563605291</c:v>
                </c:pt>
                <c:pt idx="458">
                  <c:v>0.185201254678</c:v>
                </c:pt>
                <c:pt idx="459">
                  <c:v>0.186857259549</c:v>
                </c:pt>
                <c:pt idx="460">
                  <c:v>0.188531802699</c:v>
                </c:pt>
                <c:pt idx="461">
                  <c:v>0.190225066201</c:v>
                </c:pt>
                <c:pt idx="462">
                  <c:v>0.191937231252</c:v>
                </c:pt>
                <c:pt idx="463">
                  <c:v>0.193668478018</c:v>
                </c:pt>
                <c:pt idx="464">
                  <c:v>0.195418985454</c:v>
                </c:pt>
                <c:pt idx="465">
                  <c:v>0.197188931137</c:v>
                </c:pt>
                <c:pt idx="466">
                  <c:v>0.198978491075</c:v>
                </c:pt>
                <c:pt idx="467">
                  <c:v>0.200787839517</c:v>
                </c:pt>
                <c:pt idx="468">
                  <c:v>0.202617148752</c:v>
                </c:pt>
                <c:pt idx="469">
                  <c:v>0.204466588898</c:v>
                </c:pt>
                <c:pt idx="470">
                  <c:v>0.206336327689</c:v>
                </c:pt>
                <c:pt idx="471">
                  <c:v>0.208226530242</c:v>
                </c:pt>
                <c:pt idx="472">
                  <c:v>0.21013735883</c:v>
                </c:pt>
                <c:pt idx="473">
                  <c:v>0.212068972632</c:v>
                </c:pt>
                <c:pt idx="474">
                  <c:v>0.214021527481</c:v>
                </c:pt>
                <c:pt idx="475">
                  <c:v>0.215995175605</c:v>
                </c:pt>
                <c:pt idx="476">
                  <c:v>0.217990065353</c:v>
                </c:pt>
                <c:pt idx="477">
                  <c:v>0.220006340917</c:v>
                </c:pt>
                <c:pt idx="478">
                  <c:v>0.222044142038</c:v>
                </c:pt>
                <c:pt idx="479">
                  <c:v>0.224103603711</c:v>
                </c:pt>
                <c:pt idx="480">
                  <c:v>0.226184855873</c:v>
                </c:pt>
                <c:pt idx="481">
                  <c:v>0.228288023088</c:v>
                </c:pt>
                <c:pt idx="482">
                  <c:v>0.230413224217</c:v>
                </c:pt>
                <c:pt idx="483">
                  <c:v>0.232560572082</c:v>
                </c:pt>
                <c:pt idx="484">
                  <c:v>0.234730173119</c:v>
                </c:pt>
                <c:pt idx="485">
                  <c:v>0.236922127026</c:v>
                </c:pt>
                <c:pt idx="486">
                  <c:v>0.239136526394</c:v>
                </c:pt>
                <c:pt idx="487">
                  <c:v>0.241373456338</c:v>
                </c:pt>
                <c:pt idx="488">
                  <c:v>0.243632994115</c:v>
                </c:pt>
                <c:pt idx="489">
                  <c:v>0.245915208731</c:v>
                </c:pt>
                <c:pt idx="490">
                  <c:v>0.248220160546</c:v>
                </c:pt>
                <c:pt idx="491">
                  <c:v>0.25054790087</c:v>
                </c:pt>
                <c:pt idx="492">
                  <c:v>0.252898471545</c:v>
                </c:pt>
                <c:pt idx="493">
                  <c:v>0.255271904529</c:v>
                </c:pt>
                <c:pt idx="494">
                  <c:v>0.257668221472</c:v>
                </c:pt>
                <c:pt idx="495">
                  <c:v>0.260087433277</c:v>
                </c:pt>
                <c:pt idx="496">
                  <c:v>0.26252953967</c:v>
                </c:pt>
                <c:pt idx="497">
                  <c:v>0.264994528753</c:v>
                </c:pt>
                <c:pt idx="498">
                  <c:v>0.267482376562</c:v>
                </c:pt>
                <c:pt idx="499">
                  <c:v>0.269993046616</c:v>
                </c:pt>
                <c:pt idx="500">
                  <c:v>0.272526489464</c:v>
                </c:pt>
                <c:pt idx="501">
                  <c:v>0.275082642234</c:v>
                </c:pt>
                <c:pt idx="502">
                  <c:v>0.27766142818</c:v>
                </c:pt>
                <c:pt idx="503">
                  <c:v>0.280262756224</c:v>
                </c:pt>
                <c:pt idx="504">
                  <c:v>0.282886520509</c:v>
                </c:pt>
                <c:pt idx="505">
                  <c:v>0.285532599947</c:v>
                </c:pt>
                <c:pt idx="506">
                  <c:v>0.288200857769</c:v>
                </c:pt>
                <c:pt idx="507">
                  <c:v>0.290891141088</c:v>
                </c:pt>
                <c:pt idx="508">
                  <c:v>0.293603280461</c:v>
                </c:pt>
                <c:pt idx="509">
                  <c:v>0.296337089461</c:v>
                </c:pt>
                <c:pt idx="510">
                  <c:v>0.299092364255</c:v>
                </c:pt>
                <c:pt idx="511">
                  <c:v>0.301868883193</c:v>
                </c:pt>
                <c:pt idx="512">
                  <c:v>0.304666406413</c:v>
                </c:pt>
                <c:pt idx="513">
                  <c:v>0.307484675449</c:v>
                </c:pt>
                <c:pt idx="514">
                  <c:v>0.310323412861</c:v>
                </c:pt>
                <c:pt idx="515">
                  <c:v>0.313182321879</c:v>
                </c:pt>
                <c:pt idx="516">
                  <c:v>0.316061086064</c:v>
                </c:pt>
                <c:pt idx="517">
                  <c:v>0.318959368984</c:v>
                </c:pt>
                <c:pt idx="518">
                  <c:v>0.321876813914</c:v>
                </c:pt>
                <c:pt idx="519">
                  <c:v>0.324813043563</c:v>
                </c:pt>
                <c:pt idx="520">
                  <c:v>0.327767659811</c:v>
                </c:pt>
                <c:pt idx="521">
                  <c:v>0.330740243483</c:v>
                </c:pt>
                <c:pt idx="522">
                  <c:v>0.333730354145</c:v>
                </c:pt>
                <c:pt idx="523">
                  <c:v>0.336737529928</c:v>
                </c:pt>
                <c:pt idx="524">
                  <c:v>0.33976128738</c:v>
                </c:pt>
                <c:pt idx="525">
                  <c:v>0.342801121351</c:v>
                </c:pt>
                <c:pt idx="526">
                  <c:v>0.345856504912</c:v>
                </c:pt>
                <c:pt idx="527">
                  <c:v>0.3489268893</c:v>
                </c:pt>
                <c:pt idx="528">
                  <c:v>0.35201170391</c:v>
                </c:pt>
                <c:pt idx="529">
                  <c:v>0.355110356307</c:v>
                </c:pt>
                <c:pt idx="530">
                  <c:v>0.358222232289</c:v>
                </c:pt>
                <c:pt idx="531">
                  <c:v>0.361346695981</c:v>
                </c:pt>
                <c:pt idx="532">
                  <c:v>0.364483089968</c:v>
                </c:pt>
                <c:pt idx="533">
                  <c:v>0.367630735468</c:v>
                </c:pt>
                <c:pt idx="534">
                  <c:v>0.370788932547</c:v>
                </c:pt>
                <c:pt idx="535">
                  <c:v>0.373956960368</c:v>
                </c:pt>
                <c:pt idx="536">
                  <c:v>0.377134077491</c:v>
                </c:pt>
                <c:pt idx="537">
                  <c:v>0.380319522202</c:v>
                </c:pt>
                <c:pt idx="538">
                  <c:v>0.383512512893</c:v>
                </c:pt>
                <c:pt idx="539">
                  <c:v>0.386712248475</c:v>
                </c:pt>
                <c:pt idx="540">
                  <c:v>0.389917908838</c:v>
                </c:pt>
                <c:pt idx="541">
                  <c:v>0.393128655344</c:v>
                </c:pt>
                <c:pt idx="542">
                  <c:v>0.396343631368</c:v>
                </c:pt>
                <c:pt idx="543">
                  <c:v>0.399561962865</c:v>
                </c:pt>
                <c:pt idx="544">
                  <c:v>0.402782758987</c:v>
                </c:pt>
                <c:pt idx="545">
                  <c:v>0.406005112729</c:v>
                </c:pt>
                <c:pt idx="546">
                  <c:v>0.409228101613</c:v>
                </c:pt>
                <c:pt idx="547">
                  <c:v>0.412450788399</c:v>
                </c:pt>
                <c:pt idx="548">
                  <c:v>0.41567222184</c:v>
                </c:pt>
                <c:pt idx="549">
                  <c:v>0.418891437452</c:v>
                </c:pt>
                <c:pt idx="550">
                  <c:v>0.422107458326</c:v>
                </c:pt>
                <c:pt idx="551">
                  <c:v>0.425319295956</c:v>
                </c:pt>
                <c:pt idx="552">
                  <c:v>0.428525951091</c:v>
                </c:pt>
                <c:pt idx="553">
                  <c:v>0.431726414617</c:v>
                </c:pt>
                <c:pt idx="554">
                  <c:v>0.434919668446</c:v>
                </c:pt>
                <c:pt idx="555">
                  <c:v>0.43810468643</c:v>
                </c:pt>
                <c:pt idx="556">
                  <c:v>0.441280435286</c:v>
                </c:pt>
                <c:pt idx="557">
                  <c:v>0.444445875524</c:v>
                </c:pt>
                <c:pt idx="558">
                  <c:v>0.4475999624</c:v>
                </c:pt>
                <c:pt idx="559">
                  <c:v>0.450741646855</c:v>
                </c:pt>
                <c:pt idx="560">
                  <c:v>0.453869876469</c:v>
                </c:pt>
                <c:pt idx="561">
                  <c:v>0.456983596412</c:v>
                </c:pt>
                <c:pt idx="562">
                  <c:v>0.460081750384</c:v>
                </c:pt>
                <c:pt idx="563">
                  <c:v>0.46316328156</c:v>
                </c:pt>
                <c:pt idx="564">
                  <c:v>0.466227133517</c:v>
                </c:pt>
                <c:pt idx="565">
                  <c:v>0.469272251152</c:v>
                </c:pt>
                <c:pt idx="566">
                  <c:v>0.472297581586</c:v>
                </c:pt>
                <c:pt idx="567">
                  <c:v>0.475302075052</c:v>
                </c:pt>
                <c:pt idx="568">
                  <c:v>0.478284685754</c:v>
                </c:pt>
                <c:pt idx="569">
                  <c:v>0.481244372719</c:v>
                </c:pt>
                <c:pt idx="570">
                  <c:v>0.48418010061</c:v>
                </c:pt>
                <c:pt idx="571">
                  <c:v>0.487090840521</c:v>
                </c:pt>
                <c:pt idx="572">
                  <c:v>0.489975570742</c:v>
                </c:pt>
                <c:pt idx="573">
                  <c:v>0.492833277486</c:v>
                </c:pt>
                <c:pt idx="574">
                  <c:v>0.495662955598</c:v>
                </c:pt>
                <c:pt idx="575">
                  <c:v>0.498463609219</c:v>
                </c:pt>
                <c:pt idx="576">
                  <c:v>0.501234252415</c:v>
                </c:pt>
                <c:pt idx="577">
                  <c:v>0.503973909783</c:v>
                </c:pt>
                <c:pt idx="578">
                  <c:v>0.506681617003</c:v>
                </c:pt>
                <c:pt idx="579">
                  <c:v>0.509356421366</c:v>
                </c:pt>
                <c:pt idx="580">
                  <c:v>0.51199738226</c:v>
                </c:pt>
                <c:pt idx="581">
                  <c:v>0.514603571619</c:v>
                </c:pt>
                <c:pt idx="582">
                  <c:v>0.517174074332</c:v>
                </c:pt>
                <c:pt idx="583">
                  <c:v>0.51970798862</c:v>
                </c:pt>
                <c:pt idx="584">
                  <c:v>0.522204426375</c:v>
                </c:pt>
                <c:pt idx="585">
                  <c:v>0.524662513459</c:v>
                </c:pt>
                <c:pt idx="586">
                  <c:v>0.527081389979</c:v>
                </c:pt>
                <c:pt idx="587">
                  <c:v>0.529460210516</c:v>
                </c:pt>
                <c:pt idx="588">
                  <c:v>0.531798144333</c:v>
                </c:pt>
                <c:pt idx="589">
                  <c:v>0.534094375551</c:v>
                </c:pt>
                <c:pt idx="590">
                  <c:v>0.536348103293</c:v>
                </c:pt>
                <c:pt idx="591">
                  <c:v>0.538558541803</c:v>
                </c:pt>
                <c:pt idx="592">
                  <c:v>0.540724920552</c:v>
                </c:pt>
                <c:pt idx="593">
                  <c:v>0.542846484307</c:v>
                </c:pt>
                <c:pt idx="594">
                  <c:v>0.544922493193</c:v>
                </c:pt>
                <c:pt idx="595">
                  <c:v>0.546952222737</c:v>
                </c:pt>
                <c:pt idx="596">
                  <c:v>0.5489349639</c:v>
                </c:pt>
                <c:pt idx="597">
                  <c:v>0.550870023091</c:v>
                </c:pt>
                <c:pt idx="598">
                  <c:v>0.552756722189</c:v>
                </c:pt>
                <c:pt idx="599">
                  <c:v>0.554594398549</c:v>
                </c:pt>
                <c:pt idx="600">
                  <c:v>0.556382405012</c:v>
                </c:pt>
                <c:pt idx="601">
                  <c:v>0.558120109916</c:v>
                </c:pt>
                <c:pt idx="602">
                  <c:v>0.559806897113</c:v>
                </c:pt>
                <c:pt idx="603">
                  <c:v>0.561442165995</c:v>
                </c:pt>
                <c:pt idx="604">
                  <c:v>0.563025331526</c:v>
                </c:pt>
                <c:pt idx="605">
                  <c:v>0.564555824296</c:v>
                </c:pt>
                <c:pt idx="606">
                  <c:v>0.566033090581</c:v>
                </c:pt>
                <c:pt idx="607">
                  <c:v>0.567456592433</c:v>
                </c:pt>
                <c:pt idx="608">
                  <c:v>0.568825807781</c:v>
                </c:pt>
                <c:pt idx="609">
                  <c:v>0.570140230559</c:v>
                </c:pt>
                <c:pt idx="610">
                  <c:v>0.571399370862</c:v>
                </c:pt>
                <c:pt idx="611">
                  <c:v>0.572602755124</c:v>
                </c:pt>
                <c:pt idx="612">
                  <c:v>0.573749926324</c:v>
                </c:pt>
                <c:pt idx="613">
                  <c:v>0.574840444225</c:v>
                </c:pt>
                <c:pt idx="614">
                  <c:v>0.575873885638</c:v>
                </c:pt>
                <c:pt idx="615">
                  <c:v>0.57684984472</c:v>
                </c:pt>
                <c:pt idx="616">
                  <c:v>0.5777679333</c:v>
                </c:pt>
                <c:pt idx="617">
                  <c:v>0.578627781236</c:v>
                </c:pt>
                <c:pt idx="618">
                  <c:v>0.579429036805</c:v>
                </c:pt>
                <c:pt idx="619">
                  <c:v>0.580171367113</c:v>
                </c:pt>
                <c:pt idx="620">
                  <c:v>0.580854458545</c:v>
                </c:pt>
                <c:pt idx="621">
                  <c:v>0.581478017235</c:v>
                </c:pt>
                <c:pt idx="622">
                  <c:v>0.582041769558</c:v>
                </c:pt>
                <c:pt idx="623">
                  <c:v>0.582545462651</c:v>
                </c:pt>
                <c:pt idx="624">
                  <c:v>0.582988864948</c:v>
                </c:pt>
                <c:pt idx="625">
                  <c:v>0.583371766742</c:v>
                </c:pt>
                <c:pt idx="626">
                  <c:v>0.583693980748</c:v>
                </c:pt>
                <c:pt idx="627">
                  <c:v>0.583955342689</c:v>
                </c:pt>
                <c:pt idx="628">
                  <c:v>0.584155711885</c:v>
                </c:pt>
                <c:pt idx="629">
                  <c:v>0.584294971844</c:v>
                </c:pt>
                <c:pt idx="630">
                  <c:v>0.584373030859</c:v>
                </c:pt>
                <c:pt idx="631">
                  <c:v>0.584389822594</c:v>
                </c:pt>
                <c:pt idx="632">
                  <c:v>0.584345306669</c:v>
                </c:pt>
                <c:pt idx="633">
                  <c:v>0.584239469225</c:v>
                </c:pt>
                <c:pt idx="634">
                  <c:v>0.584072323479</c:v>
                </c:pt>
                <c:pt idx="635">
                  <c:v>0.583843910255</c:v>
                </c:pt>
                <c:pt idx="636">
                  <c:v>0.583554298485</c:v>
                </c:pt>
                <c:pt idx="637">
                  <c:v>0.583203585687</c:v>
                </c:pt>
                <c:pt idx="638">
                  <c:v>0.582791898405</c:v>
                </c:pt>
                <c:pt idx="639">
                  <c:v>0.582319392607</c:v>
                </c:pt>
                <c:pt idx="640">
                  <c:v>0.581786254047</c:v>
                </c:pt>
                <c:pt idx="641">
                  <c:v>0.581192698574</c:v>
                </c:pt>
                <c:pt idx="642">
                  <c:v>0.580538972394</c:v>
                </c:pt>
                <c:pt idx="643">
                  <c:v>0.579825352274</c:v>
                </c:pt>
                <c:pt idx="644">
                  <c:v>0.579052145698</c:v>
                </c:pt>
                <c:pt idx="645">
                  <c:v>0.578219690948</c:v>
                </c:pt>
                <c:pt idx="646">
                  <c:v>0.57732835714</c:v>
                </c:pt>
                <c:pt idx="647">
                  <c:v>0.576378544179</c:v>
                </c:pt>
                <c:pt idx="648">
                  <c:v>0.575370682662</c:v>
                </c:pt>
                <c:pt idx="649">
                  <c:v>0.5743052337</c:v>
                </c:pt>
                <c:pt idx="650">
                  <c:v>0.573182688684</c:v>
                </c:pt>
                <c:pt idx="651">
                  <c:v>0.572003568973</c:v>
                </c:pt>
                <c:pt idx="652">
                  <c:v>0.570768425517</c:v>
                </c:pt>
                <c:pt idx="653">
                  <c:v>0.569477838411</c:v>
                </c:pt>
                <c:pt idx="654">
                  <c:v>0.56813241638</c:v>
                </c:pt>
                <c:pt idx="655">
                  <c:v>0.566732796202</c:v>
                </c:pt>
                <c:pt idx="656">
                  <c:v>0.565279642062</c:v>
                </c:pt>
                <c:pt idx="657">
                  <c:v>0.563773644846</c:v>
                </c:pt>
                <c:pt idx="658">
                  <c:v>0.562215521376</c:v>
                </c:pt>
                <c:pt idx="659">
                  <c:v>0.560606013589</c:v>
                </c:pt>
                <c:pt idx="660">
                  <c:v>0.558945887662</c:v>
                </c:pt>
                <c:pt idx="661">
                  <c:v>0.557235933089</c:v>
                </c:pt>
                <c:pt idx="662">
                  <c:v>0.555476961715</c:v>
                </c:pt>
                <c:pt idx="663">
                  <c:v>0.553669806722</c:v>
                </c:pt>
                <c:pt idx="664">
                  <c:v>0.551815321589</c:v>
                </c:pt>
                <c:pt idx="665">
                  <c:v>0.549914379015</c:v>
                </c:pt>
                <c:pt idx="666">
                  <c:v>0.547967869818</c:v>
                </c:pt>
                <c:pt idx="667">
                  <c:v>0.545976701809</c:v>
                </c:pt>
                <c:pt idx="668">
                  <c:v>0.543941798657</c:v>
                </c:pt>
                <c:pt idx="669">
                  <c:v>0.541864098735</c:v>
                </c:pt>
                <c:pt idx="670">
                  <c:v>0.539744553969</c:v>
                </c:pt>
                <c:pt idx="671">
                  <c:v>0.537584128675</c:v>
                </c:pt>
                <c:pt idx="672">
                  <c:v>0.535383798414</c:v>
                </c:pt>
                <c:pt idx="673">
                  <c:v>0.533144548841</c:v>
                </c:pt>
                <c:pt idx="674">
                  <c:v>0.530867374581</c:v>
                </c:pt>
                <c:pt idx="675">
                  <c:v>0.528553278113</c:v>
                </c:pt>
                <c:pt idx="676">
                  <c:v>0.526203268683</c:v>
                </c:pt>
                <c:pt idx="677">
                  <c:v>0.523818361234</c:v>
                </c:pt>
                <c:pt idx="678">
                  <c:v>0.521399575375</c:v>
                </c:pt>
                <c:pt idx="679">
                  <c:v>0.518947934376</c:v>
                </c:pt>
                <c:pt idx="680">
                  <c:v>0.516464464199</c:v>
                </c:pt>
                <c:pt idx="681">
                  <c:v>0.513950192568</c:v>
                </c:pt>
                <c:pt idx="682">
                  <c:v>0.511406148078</c:v>
                </c:pt>
                <c:pt idx="683">
                  <c:v>0.50883335934</c:v>
                </c:pt>
                <c:pt idx="684">
                  <c:v>0.50623285418</c:v>
                </c:pt>
                <c:pt idx="685">
                  <c:v>0.503605658867</c:v>
                </c:pt>
                <c:pt idx="686">
                  <c:v>0.500952797393</c:v>
                </c:pt>
                <c:pt idx="687">
                  <c:v>0.4982752908</c:v>
                </c:pt>
                <c:pt idx="688">
                  <c:v>0.495574156537</c:v>
                </c:pt>
                <c:pt idx="689">
                  <c:v>0.492850407875</c:v>
                </c:pt>
                <c:pt idx="690">
                  <c:v>0.490105053352</c:v>
                </c:pt>
                <c:pt idx="691">
                  <c:v>0.487339096267</c:v>
                </c:pt>
                <c:pt idx="692">
                  <c:v>0.484553534208</c:v>
                </c:pt>
                <c:pt idx="693">
                  <c:v>0.481749358619</c:v>
                </c:pt>
                <c:pt idx="694">
                  <c:v>0.478927554404</c:v>
                </c:pt>
                <c:pt idx="695">
                  <c:v>0.476089099562</c:v>
                </c:pt>
                <c:pt idx="696">
                  <c:v>0.473234964851</c:v>
                </c:pt>
                <c:pt idx="697">
                  <c:v>0.47036611349</c:v>
                </c:pt>
                <c:pt idx="698">
                  <c:v>0.467483500875</c:v>
                </c:pt>
                <c:pt idx="699">
                  <c:v>0.464588074327</c:v>
                </c:pt>
                <c:pt idx="700">
                  <c:v>0.461680772859</c:v>
                </c:pt>
                <c:pt idx="701">
                  <c:v>0.45876252696</c:v>
                </c:pt>
                <c:pt idx="702">
                  <c:v>0.455834258396</c:v>
                </c:pt>
                <c:pt idx="703">
                  <c:v>0.452896880024</c:v>
                </c:pt>
                <c:pt idx="704">
                  <c:v>0.44995129562</c:v>
                </c:pt>
                <c:pt idx="705">
                  <c:v>0.446998399712</c:v>
                </c:pt>
                <c:pt idx="706">
                  <c:v>0.444039077418</c:v>
                </c:pt>
                <c:pt idx="707">
                  <c:v>0.441074204299</c:v>
                </c:pt>
                <c:pt idx="708">
                  <c:v>0.438104646199</c:v>
                </c:pt>
                <c:pt idx="709">
                  <c:v>0.435131259103</c:v>
                </c:pt>
                <c:pt idx="710">
                  <c:v>0.432154888979</c:v>
                </c:pt>
                <c:pt idx="711">
                  <c:v>0.429176371631</c:v>
                </c:pt>
                <c:pt idx="712">
                  <c:v>0.426196532539</c:v>
                </c:pt>
                <c:pt idx="713">
                  <c:v>0.423216186706</c:v>
                </c:pt>
                <c:pt idx="714">
                  <c:v>0.420236138488</c:v>
                </c:pt>
                <c:pt idx="715">
                  <c:v>0.417257181431</c:v>
                </c:pt>
                <c:pt idx="716">
                  <c:v>0.414280098094</c:v>
                </c:pt>
                <c:pt idx="717">
                  <c:v>0.411305659871</c:v>
                </c:pt>
                <c:pt idx="718">
                  <c:v>0.408334626807</c:v>
                </c:pt>
                <c:pt idx="719">
                  <c:v>0.405367747411</c:v>
                </c:pt>
                <c:pt idx="720">
                  <c:v>0.402405758457</c:v>
                </c:pt>
                <c:pt idx="721">
                  <c:v>0.399449384789</c:v>
                </c:pt>
                <c:pt idx="722">
                  <c:v>0.396499339119</c:v>
                </c:pt>
                <c:pt idx="723">
                  <c:v>0.393556321821</c:v>
                </c:pt>
                <c:pt idx="724">
                  <c:v>0.390621020727</c:v>
                </c:pt>
                <c:pt idx="725">
                  <c:v>0.387694110919</c:v>
                </c:pt>
                <c:pt idx="726">
                  <c:v>0.384776254522</c:v>
                </c:pt>
                <c:pt idx="727">
                  <c:v>0.381868100498</c:v>
                </c:pt>
                <c:pt idx="728">
                  <c:v>0.378970284445</c:v>
                </c:pt>
                <c:pt idx="729">
                  <c:v>0.376083428397</c:v>
                </c:pt>
                <c:pt idx="730">
                  <c:v>0.373208140628</c:v>
                </c:pt>
                <c:pt idx="731">
                  <c:v>0.370345015466</c:v>
                </c:pt>
                <c:pt idx="732">
                  <c:v>0.367494633114</c:v>
                </c:pt>
                <c:pt idx="733">
                  <c:v>0.364657559473</c:v>
                </c:pt>
                <c:pt idx="734">
                  <c:v>0.361834345983</c:v>
                </c:pt>
                <c:pt idx="735">
                  <c:v>0.359025529472</c:v>
                </c:pt>
                <c:pt idx="736">
                  <c:v>0.356231632011</c:v>
                </c:pt>
                <c:pt idx="737">
                  <c:v>0.353453160791</c:v>
                </c:pt>
                <c:pt idx="738">
                  <c:v>0.350690608008</c:v>
                </c:pt>
                <c:pt idx="739">
                  <c:v>0.347944450763</c:v>
                </c:pt>
                <c:pt idx="740">
                  <c:v>0.345215150974</c:v>
                </c:pt>
                <c:pt idx="741">
                  <c:v>0.342503155313</c:v>
                </c:pt>
                <c:pt idx="742">
                  <c:v>0.339808895149</c:v>
                </c:pt>
                <c:pt idx="743">
                  <c:v>0.337132786509</c:v>
                </c:pt>
                <c:pt idx="744">
                  <c:v>0.334475230064</c:v>
                </c:pt>
                <c:pt idx="745">
                  <c:v>0.331836611123</c:v>
                </c:pt>
                <c:pt idx="746">
                  <c:v>0.329217299646</c:v>
                </c:pt>
                <c:pt idx="747">
                  <c:v>0.326617650278</c:v>
                </c:pt>
                <c:pt idx="748">
                  <c:v>0.324038002396</c:v>
                </c:pt>
                <c:pt idx="749">
                  <c:v>0.321478680175</c:v>
                </c:pt>
                <c:pt idx="750">
                  <c:v>0.318939992669</c:v>
                </c:pt>
                <c:pt idx="751">
                  <c:v>0.31642223391</c:v>
                </c:pt>
                <c:pt idx="752">
                  <c:v>0.313925683025</c:v>
                </c:pt>
                <c:pt idx="753">
                  <c:v>0.311450604359</c:v>
                </c:pt>
                <c:pt idx="754">
                  <c:v>0.308997247627</c:v>
                </c:pt>
                <c:pt idx="755">
                  <c:v>0.306565848068</c:v>
                </c:pt>
                <c:pt idx="756">
                  <c:v>0.30415662662</c:v>
                </c:pt>
                <c:pt idx="757">
                  <c:v>0.301769790103</c:v>
                </c:pt>
                <c:pt idx="758">
                  <c:v>0.299405531422</c:v>
                </c:pt>
                <c:pt idx="759">
                  <c:v>0.297064029768</c:v>
                </c:pt>
                <c:pt idx="760">
                  <c:v>0.294745450846</c:v>
                </c:pt>
                <c:pt idx="761">
                  <c:v>0.292449947098</c:v>
                </c:pt>
                <c:pt idx="762">
                  <c:v>0.290177657947</c:v>
                </c:pt>
                <c:pt idx="763">
                  <c:v>0.287928710038</c:v>
                </c:pt>
                <c:pt idx="764">
                  <c:v>0.285703217497</c:v>
                </c:pt>
                <c:pt idx="765">
                  <c:v>0.283501282186</c:v>
                </c:pt>
                <c:pt idx="766">
                  <c:v>0.281322993975</c:v>
                </c:pt>
                <c:pt idx="767">
                  <c:v>0.279168431005</c:v>
                </c:pt>
                <c:pt idx="768">
                  <c:v>0.277037659967</c:v>
                </c:pt>
                <c:pt idx="769">
                  <c:v>0.274930736377</c:v>
                </c:pt>
                <c:pt idx="770">
                  <c:v>0.272847704854</c:v>
                </c:pt>
                <c:pt idx="771">
                  <c:v>0.270788599403</c:v>
                </c:pt>
                <c:pt idx="772">
                  <c:v>0.268753443693</c:v>
                </c:pt>
                <c:pt idx="773">
                  <c:v>0.266742251338</c:v>
                </c:pt>
                <c:pt idx="774">
                  <c:v>0.264755026178</c:v>
                </c:pt>
                <c:pt idx="775">
                  <c:v>0.262791762557</c:v>
                </c:pt>
                <c:pt idx="776">
                  <c:v>0.260852445594</c:v>
                </c:pt>
                <c:pt idx="777">
                  <c:v>0.258937051461</c:v>
                </c:pt>
                <c:pt idx="778">
                  <c:v>0.257045547651</c:v>
                </c:pt>
                <c:pt idx="779">
                  <c:v>0.25517789324</c:v>
                </c:pt>
                <c:pt idx="780">
                  <c:v>0.25333403915</c:v>
                </c:pt>
                <c:pt idx="781">
                  <c:v>0.251513928401</c:v>
                </c:pt>
                <c:pt idx="782">
                  <c:v>0.249717496366</c:v>
                </c:pt>
                <c:pt idx="783">
                  <c:v>0.247944671006</c:v>
                </c:pt>
                <c:pt idx="784">
                  <c:v>0.246195373117</c:v>
                </c:pt>
                <c:pt idx="785">
                  <c:v>0.244469516549</c:v>
                </c:pt>
                <c:pt idx="786">
                  <c:v>0.242767008439</c:v>
                </c:pt>
                <c:pt idx="787">
                  <c:v>0.24108774942</c:v>
                </c:pt>
                <c:pt idx="788">
                  <c:v>0.239431633831</c:v>
                </c:pt>
                <c:pt idx="789">
                  <c:v>0.237798549917</c:v>
                </c:pt>
                <c:pt idx="790">
                  <c:v>0.236188380019</c:v>
                </c:pt>
                <c:pt idx="791">
                  <c:v>0.234601000761</c:v>
                </c:pt>
                <c:pt idx="792">
                  <c:v>0.233036283222</c:v>
                </c:pt>
                <c:pt idx="793">
                  <c:v>0.231494093103</c:v>
                </c:pt>
                <c:pt idx="794">
                  <c:v>0.229974290887</c:v>
                </c:pt>
                <c:pt idx="795">
                  <c:v>0.228476731985</c:v>
                </c:pt>
                <c:pt idx="796">
                  <c:v>0.227001266879</c:v>
                </c:pt>
                <c:pt idx="797">
                  <c:v>0.225547741254</c:v>
                </c:pt>
                <c:pt idx="798">
                  <c:v>0.22411599612</c:v>
                </c:pt>
                <c:pt idx="799">
                  <c:v>0.22270586793</c:v>
                </c:pt>
                <c:pt idx="800">
                  <c:v>0.22131718868</c:v>
                </c:pt>
                <c:pt idx="801">
                  <c:v>0.219949786015</c:v>
                </c:pt>
                <c:pt idx="802">
                  <c:v>0.218603483313</c:v>
                </c:pt>
                <c:pt idx="803">
                  <c:v>0.21727809977</c:v>
                </c:pt>
                <c:pt idx="804">
                  <c:v>0.215973450472</c:v>
                </c:pt>
                <c:pt idx="805">
                  <c:v>0.214689346462</c:v>
                </c:pt>
                <c:pt idx="806">
                  <c:v>0.213425594799</c:v>
                </c:pt>
                <c:pt idx="807">
                  <c:v>0.212181998609</c:v>
                </c:pt>
                <c:pt idx="808">
                  <c:v>0.210958357129</c:v>
                </c:pt>
                <c:pt idx="809">
                  <c:v>0.209754465749</c:v>
                </c:pt>
                <c:pt idx="810">
                  <c:v>0.208570116038</c:v>
                </c:pt>
                <c:pt idx="811">
                  <c:v>0.207405095774</c:v>
                </c:pt>
                <c:pt idx="812">
                  <c:v>0.206259188961</c:v>
                </c:pt>
                <c:pt idx="813">
                  <c:v>0.205132175847</c:v>
                </c:pt>
                <c:pt idx="814">
                  <c:v>0.204023832932</c:v>
                </c:pt>
                <c:pt idx="815">
                  <c:v>0.202933932973</c:v>
                </c:pt>
                <c:pt idx="816">
                  <c:v>0.201862244987</c:v>
                </c:pt>
                <c:pt idx="817">
                  <c:v>0.200808534248</c:v>
                </c:pt>
                <c:pt idx="818">
                  <c:v>0.199772562283</c:v>
                </c:pt>
                <c:pt idx="819">
                  <c:v>0.19875408686</c:v>
                </c:pt>
                <c:pt idx="820">
                  <c:v>0.197752861985</c:v>
                </c:pt>
                <c:pt idx="821">
                  <c:v>0.196768637884</c:v>
                </c:pt>
                <c:pt idx="822">
                  <c:v>0.195801160994</c:v>
                </c:pt>
                <c:pt idx="823">
                  <c:v>0.194850173947</c:v>
                </c:pt>
                <c:pt idx="824">
                  <c:v>0.193915415559</c:v>
                </c:pt>
                <c:pt idx="825">
                  <c:v>0.192996620818</c:v>
                </c:pt>
                <c:pt idx="826">
                  <c:v>0.19209352087</c:v>
                </c:pt>
                <c:pt idx="827">
                  <c:v>0.191205843011</c:v>
                </c:pt>
                <c:pt idx="828">
                  <c:v>0.190333310678</c:v>
                </c:pt>
                <c:pt idx="829">
                  <c:v>0.189475643448</c:v>
                </c:pt>
                <c:pt idx="830">
                  <c:v>0.188632557035</c:v>
                </c:pt>
                <c:pt idx="831">
                  <c:v>0.187803763291</c:v>
                </c:pt>
                <c:pt idx="832">
                  <c:v>0.186988970222</c:v>
                </c:pt>
                <c:pt idx="833">
                  <c:v>0.186187881992</c:v>
                </c:pt>
                <c:pt idx="834">
                  <c:v>0.18540019895</c:v>
                </c:pt>
                <c:pt idx="835">
                  <c:v>0.184625617655</c:v>
                </c:pt>
                <c:pt idx="836">
                  <c:v>0.183863830907</c:v>
                </c:pt>
                <c:pt idx="837">
                  <c:v>0.183114527794</c:v>
                </c:pt>
                <c:pt idx="838">
                  <c:v>0.182377393737</c:v>
                </c:pt>
                <c:pt idx="839">
                  <c:v>0.18165211055</c:v>
                </c:pt>
                <c:pt idx="840">
                  <c:v>0.180938356513</c:v>
                </c:pt>
                <c:pt idx="841">
                  <c:v>0.180235806448</c:v>
                </c:pt>
                <c:pt idx="842">
                  <c:v>0.179544131806</c:v>
                </c:pt>
                <c:pt idx="843">
                  <c:v>0.178863000773</c:v>
                </c:pt>
                <c:pt idx="844">
                  <c:v>0.178192078379</c:v>
                </c:pt>
                <c:pt idx="845">
                  <c:v>0.177531026622</c:v>
                </c:pt>
                <c:pt idx="846">
                  <c:v>0.176879504606</c:v>
                </c:pt>
                <c:pt idx="847">
                  <c:v>0.176237168689</c:v>
                </c:pt>
                <c:pt idx="848">
                  <c:v>0.175603672648</c:v>
                </c:pt>
                <c:pt idx="849">
                  <c:v>0.174978667849</c:v>
                </c:pt>
                <c:pt idx="850">
                  <c:v>0.174361803439</c:v>
                </c:pt>
                <c:pt idx="851">
                  <c:v>0.17375272655</c:v>
                </c:pt>
                <c:pt idx="852">
                  <c:v>0.173151082513</c:v>
                </c:pt>
                <c:pt idx="853">
                  <c:v>0.172556515087</c:v>
                </c:pt>
                <c:pt idx="854">
                  <c:v>0.171968666702</c:v>
                </c:pt>
                <c:pt idx="855">
                  <c:v>0.17138717872</c:v>
                </c:pt>
                <c:pt idx="856">
                  <c:v>0.170811691701</c:v>
                </c:pt>
                <c:pt idx="857">
                  <c:v>0.170241845687</c:v>
                </c:pt>
                <c:pt idx="858">
                  <c:v>0.169677280501</c:v>
                </c:pt>
                <c:pt idx="859">
                  <c:v>0.169117636057</c:v>
                </c:pt>
                <c:pt idx="860">
                  <c:v>0.168562552675</c:v>
                </c:pt>
                <c:pt idx="861">
                  <c:v>0.168011671421</c:v>
                </c:pt>
                <c:pt idx="862">
                  <c:v>0.167464634449</c:v>
                </c:pt>
                <c:pt idx="863">
                  <c:v>0.166921085355</c:v>
                </c:pt>
                <c:pt idx="864">
                  <c:v>0.166380669542</c:v>
                </c:pt>
                <c:pt idx="865">
                  <c:v>0.165843034596</c:v>
                </c:pt>
                <c:pt idx="866">
                  <c:v>0.165307830664</c:v>
                </c:pt>
                <c:pt idx="867">
                  <c:v>0.164774710849</c:v>
                </c:pt>
                <c:pt idx="868">
                  <c:v>0.164243331603</c:v>
                </c:pt>
                <c:pt idx="869">
                  <c:v>0.163713353128</c:v>
                </c:pt>
                <c:pt idx="870">
                  <c:v>0.163184439786</c:v>
                </c:pt>
                <c:pt idx="871">
                  <c:v>0.162656260506</c:v>
                </c:pt>
                <c:pt idx="872">
                  <c:v>0.162128489196</c:v>
                </c:pt>
                <c:pt idx="873">
                  <c:v>0.161600805157</c:v>
                </c:pt>
                <c:pt idx="874">
                  <c:v>0.161072893496</c:v>
                </c:pt>
                <c:pt idx="875">
                  <c:v>0.160544445536</c:v>
                </c:pt>
                <c:pt idx="876">
                  <c:v>0.160015159227</c:v>
                </c:pt>
                <c:pt idx="877">
                  <c:v>0.15948473955</c:v>
                </c:pt>
                <c:pt idx="878">
                  <c:v>0.158952898915</c:v>
                </c:pt>
                <c:pt idx="879">
                  <c:v>0.158419357554</c:v>
                </c:pt>
                <c:pt idx="880">
                  <c:v>0.157883843907</c:v>
                </c:pt>
                <c:pt idx="881">
                  <c:v>0.157346094996</c:v>
                </c:pt>
                <c:pt idx="882">
                  <c:v>0.156805856789</c:v>
                </c:pt>
                <c:pt idx="883">
                  <c:v>0.156262884553</c:v>
                </c:pt>
                <c:pt idx="884">
                  <c:v>0.15571694319</c:v>
                </c:pt>
                <c:pt idx="885">
                  <c:v>0.155167807565</c:v>
                </c:pt>
                <c:pt idx="886">
                  <c:v>0.154615262807</c:v>
                </c:pt>
                <c:pt idx="887">
                  <c:v>0.154059104609</c:v>
                </c:pt>
                <c:pt idx="888">
                  <c:v>0.153499139489</c:v>
                </c:pt>
                <c:pt idx="889">
                  <c:v>0.152935185049</c:v>
                </c:pt>
                <c:pt idx="890">
                  <c:v>0.152367070205</c:v>
                </c:pt>
                <c:pt idx="891">
                  <c:v>0.151794635396</c:v>
                </c:pt>
                <c:pt idx="892">
                  <c:v>0.151217732768</c:v>
                </c:pt>
                <c:pt idx="893">
                  <c:v>0.150636226343</c:v>
                </c:pt>
                <c:pt idx="894">
                  <c:v>0.150049992155</c:v>
                </c:pt>
                <c:pt idx="895">
                  <c:v>0.14945891836</c:v>
                </c:pt>
                <c:pt idx="896">
                  <c:v>0.14886290533</c:v>
                </c:pt>
                <c:pt idx="897">
                  <c:v>0.148261865714</c:v>
                </c:pt>
                <c:pt idx="898">
                  <c:v>0.147655724468</c:v>
                </c:pt>
                <c:pt idx="899">
                  <c:v>0.14704441887</c:v>
                </c:pt>
                <c:pt idx="900">
                  <c:v>0.146427898497</c:v>
                </c:pt>
                <c:pt idx="901">
                  <c:v>0.145806125181</c:v>
                </c:pt>
                <c:pt idx="902">
                  <c:v>0.145179072935</c:v>
                </c:pt>
                <c:pt idx="903">
                  <c:v>0.144546727854</c:v>
                </c:pt>
                <c:pt idx="904">
                  <c:v>0.143909087987</c:v>
                </c:pt>
                <c:pt idx="905">
                  <c:v>0.143266163184</c:v>
                </c:pt>
                <c:pt idx="906">
                  <c:v>0.142617974918</c:v>
                </c:pt>
                <c:pt idx="907">
                  <c:v>0.14196455608</c:v>
                </c:pt>
                <c:pt idx="908">
                  <c:v>0.14130595075</c:v>
                </c:pt>
                <c:pt idx="909">
                  <c:v>0.140642213945</c:v>
                </c:pt>
                <c:pt idx="910">
                  <c:v>0.139973411342</c:v>
                </c:pt>
                <c:pt idx="911">
                  <c:v>0.139299618981</c:v>
                </c:pt>
                <c:pt idx="912">
                  <c:v>0.138620922948</c:v>
                </c:pt>
                <c:pt idx="913">
                  <c:v>0.137937419037</c:v>
                </c:pt>
                <c:pt idx="914">
                  <c:v>0.137249212393</c:v>
                </c:pt>
                <c:pt idx="915">
                  <c:v>0.136556417137</c:v>
                </c:pt>
                <c:pt idx="916">
                  <c:v>0.135859155983</c:v>
                </c:pt>
                <c:pt idx="917">
                  <c:v>0.13515755983</c:v>
                </c:pt>
                <c:pt idx="918">
                  <c:v>0.134451767347</c:v>
                </c:pt>
                <c:pt idx="919">
                  <c:v>0.133741924548</c:v>
                </c:pt>
                <c:pt idx="920">
                  <c:v>0.133028184356</c:v>
                </c:pt>
                <c:pt idx="921">
                  <c:v>0.132310706156</c:v>
                </c:pt>
                <c:pt idx="922">
                  <c:v>0.131589655345</c:v>
                </c:pt>
                <c:pt idx="923">
                  <c:v>0.130865202879</c:v>
                </c:pt>
                <c:pt idx="924">
                  <c:v>0.13013752481</c:v>
                </c:pt>
                <c:pt idx="925">
                  <c:v>0.129406801829</c:v>
                </c:pt>
                <c:pt idx="926">
                  <c:v>0.128673218802</c:v>
                </c:pt>
                <c:pt idx="927">
                  <c:v>0.127936964311</c:v>
                </c:pt>
                <c:pt idx="928">
                  <c:v>0.1271982302</c:v>
                </c:pt>
                <c:pt idx="929">
                  <c:v>0.126457211119</c:v>
                </c:pt>
                <c:pt idx="930">
                  <c:v>0.125714104077</c:v>
                </c:pt>
                <c:pt idx="931">
                  <c:v>0.124969108006</c:v>
                </c:pt>
                <c:pt idx="932">
                  <c:v>0.124222423322</c:v>
                </c:pt>
                <c:pt idx="933">
                  <c:v>0.123474251508</c:v>
                </c:pt>
                <c:pt idx="934">
                  <c:v>0.122724794699</c:v>
                </c:pt>
                <c:pt idx="935">
                  <c:v>0.12197425528</c:v>
                </c:pt>
                <c:pt idx="936">
                  <c:v>0.121222835497</c:v>
                </c:pt>
                <c:pt idx="937">
                  <c:v>0.120470737084</c:v>
                </c:pt>
                <c:pt idx="938">
                  <c:v>0.119718160897</c:v>
                </c:pt>
                <c:pt idx="939">
                  <c:v>0.118965306568</c:v>
                </c:pt>
                <c:pt idx="940">
                  <c:v>0.118212372172</c:v>
                </c:pt>
                <c:pt idx="941">
                  <c:v>0.117459553912</c:v>
                </c:pt>
                <c:pt idx="942">
                  <c:v>0.116707045815</c:v>
                </c:pt>
                <c:pt idx="943">
                  <c:v>0.115955039449</c:v>
                </c:pt>
                <c:pt idx="944">
                  <c:v>0.115203723656</c:v>
                </c:pt>
                <c:pt idx="945">
                  <c:v>0.114453284298</c:v>
                </c:pt>
                <c:pt idx="946">
                  <c:v>0.113703904025</c:v>
                </c:pt>
                <c:pt idx="947">
                  <c:v>0.112955762055</c:v>
                </c:pt>
                <c:pt idx="948">
                  <c:v>0.112209033974</c:v>
                </c:pt>
                <c:pt idx="949">
                  <c:v>0.111463891554</c:v>
                </c:pt>
                <c:pt idx="950">
                  <c:v>0.110720502581</c:v>
                </c:pt>
                <c:pt idx="951">
                  <c:v>0.109979030706</c:v>
                </c:pt>
                <c:pt idx="952">
                  <c:v>0.10923963531</c:v>
                </c:pt>
                <c:pt idx="953">
                  <c:v>0.108502471381</c:v>
                </c:pt>
                <c:pt idx="954">
                  <c:v>0.107767689412</c:v>
                </c:pt>
                <c:pt idx="955">
                  <c:v>0.107035435308</c:v>
                </c:pt>
                <c:pt idx="956">
                  <c:v>0.106305850315</c:v>
                </c:pt>
                <c:pt idx="957">
                  <c:v>0.105579070953</c:v>
                </c:pt>
                <c:pt idx="958">
                  <c:v>0.104855228968</c:v>
                </c:pt>
                <c:pt idx="959">
                  <c:v>0.1041344513</c:v>
                </c:pt>
                <c:pt idx="960">
                  <c:v>0.103416860055</c:v>
                </c:pt>
                <c:pt idx="961">
                  <c:v>0.102702572494</c:v>
                </c:pt>
                <c:pt idx="962">
                  <c:v>0.101991701034</c:v>
                </c:pt>
                <c:pt idx="963">
                  <c:v>0.101284353254</c:v>
                </c:pt>
                <c:pt idx="964">
                  <c:v>0.100580631915</c:v>
                </c:pt>
                <c:pt idx="965">
                  <c:v>0.0998806349931</c:v>
                </c:pt>
                <c:pt idx="966">
                  <c:v>0.0991844557084</c:v>
                </c:pt>
                <c:pt idx="967">
                  <c:v>0.0984921825765</c:v>
                </c:pt>
                <c:pt idx="968">
                  <c:v>0.0978038994588</c:v>
                </c:pt>
                <c:pt idx="969">
                  <c:v>0.0971196856222</c:v>
                </c:pt>
                <c:pt idx="970">
                  <c:v>0.0964396158048</c:v>
                </c:pt>
                <c:pt idx="971">
                  <c:v>0.0957637602882</c:v>
                </c:pt>
                <c:pt idx="972">
                  <c:v>0.0950921849738</c:v>
                </c:pt>
                <c:pt idx="973">
                  <c:v>0.0944249514648</c:v>
                </c:pt>
                <c:pt idx="974">
                  <c:v>0.0937621171522</c:v>
                </c:pt>
                <c:pt idx="975">
                  <c:v>0.0931037353044</c:v>
                </c:pt>
                <c:pt idx="976">
                  <c:v>0.0924498551603</c:v>
                </c:pt>
                <c:pt idx="977">
                  <c:v>0.091800522025</c:v>
                </c:pt>
                <c:pt idx="978">
                  <c:v>0.0911557773686</c:v>
                </c:pt>
                <c:pt idx="979">
                  <c:v>0.0905156589263</c:v>
                </c:pt>
                <c:pt idx="980">
                  <c:v>0.0898802008005</c:v>
                </c:pt>
                <c:pt idx="981">
                  <c:v>0.0892494335645</c:v>
                </c:pt>
                <c:pt idx="982">
                  <c:v>0.0886233843663</c:v>
                </c:pt>
                <c:pt idx="983">
                  <c:v>0.0880020770343</c:v>
                </c:pt>
                <c:pt idx="984">
                  <c:v>0.0873855321823</c:v>
                </c:pt>
                <c:pt idx="985">
                  <c:v>0.086773767315</c:v>
                </c:pt>
                <c:pt idx="986">
                  <c:v>0.0861667969334</c:v>
                </c:pt>
                <c:pt idx="987">
                  <c:v>0.0855646326398</c:v>
                </c:pt>
                <c:pt idx="988">
                  <c:v>0.0849672832418</c:v>
                </c:pt>
                <c:pt idx="989">
                  <c:v>0.0843747548557</c:v>
                </c:pt>
                <c:pt idx="990">
                  <c:v>0.0837870510092</c:v>
                </c:pt>
                <c:pt idx="991">
                  <c:v>0.0832041727426</c:v>
                </c:pt>
                <c:pt idx="992">
                  <c:v>0.0826261187079</c:v>
                </c:pt>
                <c:pt idx="993">
                  <c:v>0.0820528852684</c:v>
                </c:pt>
                <c:pt idx="994">
                  <c:v>0.0814844665944</c:v>
                </c:pt>
                <c:pt idx="995">
                  <c:v>0.0809208547586</c:v>
                </c:pt>
                <c:pt idx="996">
                  <c:v>0.0803620398296</c:v>
                </c:pt>
                <c:pt idx="997">
                  <c:v>0.0798080099629</c:v>
                </c:pt>
                <c:pt idx="998">
                  <c:v>0.0792587514903</c:v>
                </c:pt>
                <c:pt idx="999">
                  <c:v>0.0787142490073</c:v>
                </c:pt>
                <c:pt idx="1000">
                  <c:v>0.0781744854584</c:v>
                </c:pt>
                <c:pt idx="1001">
                  <c:v>0.0776394422201</c:v>
                </c:pt>
                <c:pt idx="1002">
                  <c:v>0.0771090991819</c:v>
                </c:pt>
                <c:pt idx="1003">
                  <c:v>0.0765834348252</c:v>
                </c:pt>
                <c:pt idx="1004">
                  <c:v>0.0760624262997</c:v>
                </c:pt>
                <c:pt idx="1005">
                  <c:v>0.0755460494978</c:v>
                </c:pt>
                <c:pt idx="1006">
                  <c:v>0.075034279127</c:v>
                </c:pt>
                <c:pt idx="1007">
                  <c:v>0.0745270887797</c:v>
                </c:pt>
                <c:pt idx="1008">
                  <c:v>0.0740244510011</c:v>
                </c:pt>
                <c:pt idx="1009">
                  <c:v>0.0735263373544</c:v>
                </c:pt>
                <c:pt idx="1010">
                  <c:v>0.0730327184848</c:v>
                </c:pt>
                <c:pt idx="1011">
                  <c:v>0.0725435641805</c:v>
                </c:pt>
                <c:pt idx="1012">
                  <c:v>0.072058843432</c:v>
                </c:pt>
                <c:pt idx="1013">
                  <c:v>0.0715785244889</c:v>
                </c:pt>
                <c:pt idx="1014">
                  <c:v>0.0711025749154</c:v>
                </c:pt>
                <c:pt idx="1015">
                  <c:v>0.0706309616431</c:v>
                </c:pt>
                <c:pt idx="1016">
                  <c:v>0.0701636510221</c:v>
                </c:pt>
                <c:pt idx="1017">
                  <c:v>0.0697006088702</c:v>
                </c:pt>
                <c:pt idx="1018">
                  <c:v>0.0692418005201</c:v>
                </c:pt>
                <c:pt idx="1019">
                  <c:v>0.0687871908647</c:v>
                </c:pt>
                <c:pt idx="1020">
                  <c:v>0.068336744401</c:v>
                </c:pt>
                <c:pt idx="1021">
                  <c:v>0.0678904252715</c:v>
                </c:pt>
                <c:pt idx="1022">
                  <c:v>0.0674481973048</c:v>
                </c:pt>
                <c:pt idx="1023">
                  <c:v>0.0670100240536</c:v>
                </c:pt>
                <c:pt idx="1024">
                  <c:v>0.0665758688319</c:v>
                </c:pt>
                <c:pt idx="1025">
                  <c:v>0.06614569475</c:v>
                </c:pt>
                <c:pt idx="1026">
                  <c:v>0.0657194647484</c:v>
                </c:pt>
                <c:pt idx="1027">
                  <c:v>0.0652971416297</c:v>
                </c:pt>
                <c:pt idx="1028">
                  <c:v>0.06487868809</c:v>
                </c:pt>
                <c:pt idx="1029">
                  <c:v>0.0644640667478</c:v>
                </c:pt>
                <c:pt idx="1030">
                  <c:v>0.0640532401723</c:v>
                </c:pt>
                <c:pt idx="1031">
                  <c:v>0.0636461709102</c:v>
                </c:pt>
                <c:pt idx="1032">
                  <c:v>0.0632428215111</c:v>
                </c:pt>
                <c:pt idx="1033">
                  <c:v>0.0628431545516</c:v>
                </c:pt>
                <c:pt idx="1034">
                  <c:v>0.0624471326592</c:v>
                </c:pt>
                <c:pt idx="1035">
                  <c:v>0.0620547185332</c:v>
                </c:pt>
                <c:pt idx="1036">
                  <c:v>0.0616658749665</c:v>
                </c:pt>
                <c:pt idx="1037">
                  <c:v>0.061280564865</c:v>
                </c:pt>
                <c:pt idx="1038">
                  <c:v>0.0608987512667</c:v>
                </c:pt>
                <c:pt idx="1039">
                  <c:v>0.0605203973592</c:v>
                </c:pt>
                <c:pt idx="1040">
                  <c:v>0.0601454664971</c:v>
                </c:pt>
                <c:pt idx="1041">
                  <c:v>0.0597739222174</c:v>
                </c:pt>
                <c:pt idx="1042">
                  <c:v>0.0594057282554</c:v>
                </c:pt>
                <c:pt idx="1043">
                  <c:v>0.0590408485582</c:v>
                </c:pt>
                <c:pt idx="1044">
                  <c:v>0.0586792472988</c:v>
                </c:pt>
                <c:pt idx="1045">
                  <c:v>0.0583208888885</c:v>
                </c:pt>
                <c:pt idx="1046">
                  <c:v>0.0579657379889</c:v>
                </c:pt>
                <c:pt idx="1047">
                  <c:v>0.0576137595233</c:v>
                </c:pt>
                <c:pt idx="1048">
                  <c:v>0.0572649186869</c:v>
                </c:pt>
                <c:pt idx="1049">
                  <c:v>0.0569191809569</c:v>
                </c:pt>
                <c:pt idx="1050">
                  <c:v>0.0565765121017</c:v>
                </c:pt>
                <c:pt idx="1051">
                  <c:v>0.0562368781894</c:v>
                </c:pt>
                <c:pt idx="1052">
                  <c:v>0.0559002455959</c:v>
                </c:pt>
                <c:pt idx="1053">
                  <c:v>0.055566581012</c:v>
                </c:pt>
                <c:pt idx="1054">
                  <c:v>0.0552358514506</c:v>
                </c:pt>
                <c:pt idx="1055">
                  <c:v>0.0549080242528</c:v>
                </c:pt>
                <c:pt idx="1056">
                  <c:v>0.0545830670938</c:v>
                </c:pt>
                <c:pt idx="1057">
                  <c:v>0.0542609479878</c:v>
                </c:pt>
                <c:pt idx="1058">
                  <c:v>0.0539416352932</c:v>
                </c:pt>
                <c:pt idx="1059">
                  <c:v>0.0536250977167</c:v>
                </c:pt>
                <c:pt idx="1060">
                  <c:v>0.0533113043169</c:v>
                </c:pt>
                <c:pt idx="1061">
                  <c:v>0.0530002245081</c:v>
                </c:pt>
                <c:pt idx="1062">
                  <c:v>0.0526918280628</c:v>
                </c:pt>
                <c:pt idx="1063">
                  <c:v>0.0523860851147</c:v>
                </c:pt>
                <c:pt idx="1064">
                  <c:v>0.0520829661602</c:v>
                </c:pt>
                <c:pt idx="1065">
                  <c:v>0.0517824420605</c:v>
                </c:pt>
                <c:pt idx="1066">
                  <c:v>0.0514844840429</c:v>
                </c:pt>
                <c:pt idx="1067">
                  <c:v>0.0511890637016</c:v>
                </c:pt>
                <c:pt idx="1068">
                  <c:v>0.0508961529984</c:v>
                </c:pt>
                <c:pt idx="1069">
                  <c:v>0.0506057242626</c:v>
                </c:pt>
                <c:pt idx="1070">
                  <c:v>0.0503177501912</c:v>
                </c:pt>
                <c:pt idx="1071">
                  <c:v>0.0500322038484</c:v>
                </c:pt>
                <c:pt idx="1072">
                  <c:v>0.0497490586644</c:v>
                </c:pt>
                <c:pt idx="1073">
                  <c:v>0.049468288435</c:v>
                </c:pt>
                <c:pt idx="1074">
                  <c:v>0.0491898673192</c:v>
                </c:pt>
                <c:pt idx="1075">
                  <c:v>0.0489137698385</c:v>
                </c:pt>
                <c:pt idx="1076">
                  <c:v>0.0486399708739</c:v>
                </c:pt>
                <c:pt idx="1077">
                  <c:v>0.0483684456645</c:v>
                </c:pt>
                <c:pt idx="1078">
                  <c:v>0.0480991698042</c:v>
                </c:pt>
                <c:pt idx="1079">
                  <c:v>0.0478321192391</c:v>
                </c:pt>
                <c:pt idx="1080">
                  <c:v>0.0475672702647</c:v>
                </c:pt>
                <c:pt idx="1081">
                  <c:v>0.0473045995222</c:v>
                </c:pt>
                <c:pt idx="1082">
                  <c:v>0.0470440839951</c:v>
                </c:pt>
                <c:pt idx="1083">
                  <c:v>0.0467857010054</c:v>
                </c:pt>
                <c:pt idx="1084">
                  <c:v>0.0465294282095</c:v>
                </c:pt>
                <c:pt idx="1085">
                  <c:v>0.0462752435945</c:v>
                </c:pt>
                <c:pt idx="1086">
                  <c:v>0.046023125473</c:v>
                </c:pt>
                <c:pt idx="1087">
                  <c:v>0.0457730524795</c:v>
                </c:pt>
                <c:pt idx="1088">
                  <c:v>0.045525003565</c:v>
                </c:pt>
                <c:pt idx="1089">
                  <c:v>0.0452789579924</c:v>
                </c:pt>
                <c:pt idx="1090">
                  <c:v>0.0450348953317</c:v>
                </c:pt>
                <c:pt idx="1091">
                  <c:v>0.0447927954547</c:v>
                </c:pt>
                <c:pt idx="1092">
                  <c:v>0.0445526385296</c:v>
                </c:pt>
                <c:pt idx="1093">
                  <c:v>0.0443144050162</c:v>
                </c:pt>
                <c:pt idx="1094">
                  <c:v>0.0440780756601</c:v>
                </c:pt>
                <c:pt idx="1095">
                  <c:v>0.0438436314874</c:v>
                </c:pt>
                <c:pt idx="1096">
                  <c:v>0.0436110537992</c:v>
                </c:pt>
                <c:pt idx="1097">
                  <c:v>0.0433803241658</c:v>
                </c:pt>
                <c:pt idx="1098">
                  <c:v>0.0431514244214</c:v>
                </c:pt>
                <c:pt idx="1099">
                  <c:v>0.0429243366585</c:v>
                </c:pt>
                <c:pt idx="1100">
                  <c:v>0.0426990432218</c:v>
                </c:pt>
                <c:pt idx="1101">
                  <c:v>0.0424755267033</c:v>
                </c:pt>
                <c:pt idx="1102">
                  <c:v>0.042253769936</c:v>
                </c:pt>
                <c:pt idx="1103">
                  <c:v>0.0420337559888</c:v>
                </c:pt>
                <c:pt idx="1104">
                  <c:v>0.0418154681608</c:v>
                </c:pt>
                <c:pt idx="1105">
                  <c:v>0.0415988899758</c:v>
                </c:pt>
                <c:pt idx="1106">
                  <c:v>0.0413840051767</c:v>
                </c:pt>
                <c:pt idx="1107">
                  <c:v>0.0411707977207</c:v>
                </c:pt>
                <c:pt idx="1108">
                  <c:v>0.0409592517733</c:v>
                </c:pt>
                <c:pt idx="1109">
                  <c:v>0.0407493517036</c:v>
                </c:pt>
                <c:pt idx="1110">
                  <c:v>0.040541082079</c:v>
                </c:pt>
                <c:pt idx="1111">
                  <c:v>0.0403344276603</c:v>
                </c:pt>
                <c:pt idx="1112">
                  <c:v>0.0401293733968</c:v>
                </c:pt>
                <c:pt idx="1113">
                  <c:v>0.0399259044215</c:v>
                </c:pt>
                <c:pt idx="1114">
                  <c:v>0.0397240060462</c:v>
                </c:pt>
                <c:pt idx="1115">
                  <c:v>0.0395236637575</c:v>
                </c:pt>
                <c:pt idx="1116">
                  <c:v>0.0393248632121</c:v>
                </c:pt>
                <c:pt idx="1117">
                  <c:v>0.0391275902324</c:v>
                </c:pt>
                <c:pt idx="1118">
                  <c:v>0.0389318308026</c:v>
                </c:pt>
                <c:pt idx="1119">
                  <c:v>0.0387375710647</c:v>
                </c:pt>
                <c:pt idx="1120">
                  <c:v>0.0385447973144</c:v>
                </c:pt>
                <c:pt idx="1121">
                  <c:v>0.0383534959977</c:v>
                </c:pt>
                <c:pt idx="1122">
                  <c:v>0.0381636537073</c:v>
                </c:pt>
                <c:pt idx="1123">
                  <c:v>0.0379752571787</c:v>
                </c:pt>
                <c:pt idx="1124">
                  <c:v>0.0377882932876</c:v>
                </c:pt>
                <c:pt idx="1125">
                  <c:v>0.0376027490462</c:v>
                </c:pt>
                <c:pt idx="1126">
                  <c:v>0.0374186116006</c:v>
                </c:pt>
                <c:pt idx="1127">
                  <c:v>0.0372358682274</c:v>
                </c:pt>
                <c:pt idx="1128">
                  <c:v>0.0370545063315</c:v>
                </c:pt>
                <c:pt idx="1129">
                  <c:v>0.0368745134432</c:v>
                </c:pt>
                <c:pt idx="1130">
                  <c:v>0.0366958772155</c:v>
                </c:pt>
                <c:pt idx="1131">
                  <c:v>0.0365185854224</c:v>
                </c:pt>
                <c:pt idx="1132">
                  <c:v>0.0363426259557</c:v>
                </c:pt>
                <c:pt idx="1133">
                  <c:v>0.0361679868238</c:v>
                </c:pt>
                <c:pt idx="1134">
                  <c:v>0.0359946561489</c:v>
                </c:pt>
                <c:pt idx="1135">
                  <c:v>0.0358226221658</c:v>
                </c:pt>
                <c:pt idx="1136">
                  <c:v>0.0356518732194</c:v>
                </c:pt>
                <c:pt idx="1137">
                  <c:v>0.0354823977635</c:v>
                </c:pt>
                <c:pt idx="1138">
                  <c:v>0.0353141843588</c:v>
                </c:pt>
                <c:pt idx="1139">
                  <c:v>0.0351472216718</c:v>
                </c:pt>
                <c:pt idx="1140">
                  <c:v>0.0349814984728</c:v>
                </c:pt>
                <c:pt idx="1141">
                  <c:v>0.0348170036352</c:v>
                </c:pt>
                <c:pt idx="1142">
                  <c:v>0.0346537261335</c:v>
                </c:pt>
                <c:pt idx="1143">
                  <c:v>0.0344916550428</c:v>
                </c:pt>
                <c:pt idx="1144">
                  <c:v>0.034330779537</c:v>
                </c:pt>
                <c:pt idx="1145">
                  <c:v>0.0341710888882</c:v>
                </c:pt>
                <c:pt idx="1146">
                  <c:v>0.0340125724655</c:v>
                </c:pt>
                <c:pt idx="1147">
                  <c:v>0.0338552197339</c:v>
                </c:pt>
                <c:pt idx="1148">
                  <c:v>0.0336990202538</c:v>
                </c:pt>
                <c:pt idx="1149">
                  <c:v>0.0335439636795</c:v>
                </c:pt>
                <c:pt idx="1150">
                  <c:v>0.033390039759</c:v>
                </c:pt>
                <c:pt idx="1151">
                  <c:v>0.0332372383329</c:v>
                </c:pt>
                <c:pt idx="1152">
                  <c:v>0.0330855493336</c:v>
                </c:pt>
                <c:pt idx="1153">
                  <c:v>0.032934962785</c:v>
                </c:pt>
                <c:pt idx="1154">
                  <c:v>0.0327854688011</c:v>
                </c:pt>
                <c:pt idx="1155">
                  <c:v>0.0326370575863</c:v>
                </c:pt>
                <c:pt idx="1156">
                  <c:v>0.0324897194338</c:v>
                </c:pt>
                <c:pt idx="1157">
                  <c:v>0.0323434447258</c:v>
                </c:pt>
                <c:pt idx="1158">
                  <c:v>0.0321982239324</c:v>
                </c:pt>
                <c:pt idx="1159">
                  <c:v>0.0320540476113</c:v>
                </c:pt>
                <c:pt idx="1160">
                  <c:v>0.0319109064072</c:v>
                </c:pt>
                <c:pt idx="1161">
                  <c:v>0.0317687910513</c:v>
                </c:pt>
                <c:pt idx="1162">
                  <c:v>0.0316276923607</c:v>
                </c:pt>
                <c:pt idx="1163">
                  <c:v>0.0314876012379</c:v>
                </c:pt>
                <c:pt idx="1164">
                  <c:v>0.0313485086704</c:v>
                </c:pt>
                <c:pt idx="1165">
                  <c:v>0.0312104057302</c:v>
                </c:pt>
                <c:pt idx="1166">
                  <c:v>0.0310732835732</c:v>
                </c:pt>
                <c:pt idx="1167">
                  <c:v>0.0309371334388</c:v>
                </c:pt>
                <c:pt idx="1168">
                  <c:v>0.0308019466495</c:v>
                </c:pt>
                <c:pt idx="1169">
                  <c:v>0.0306677146103</c:v>
                </c:pt>
                <c:pt idx="1170">
                  <c:v>0.0305344288083</c:v>
                </c:pt>
                <c:pt idx="1171">
                  <c:v>0.0304020808122</c:v>
                </c:pt>
                <c:pt idx="1172">
                  <c:v>0.0302706622719</c:v>
                </c:pt>
                <c:pt idx="1173">
                  <c:v>0.0301401649179</c:v>
                </c:pt>
                <c:pt idx="1174">
                  <c:v>0.030010580561</c:v>
                </c:pt>
                <c:pt idx="1175">
                  <c:v>0.0298819010917</c:v>
                </c:pt>
                <c:pt idx="1176">
                  <c:v>0.0297541184798</c:v>
                </c:pt>
                <c:pt idx="1177">
                  <c:v>0.0296272247739</c:v>
                </c:pt>
                <c:pt idx="1178">
                  <c:v>0.0295012121007</c:v>
                </c:pt>
                <c:pt idx="1179">
                  <c:v>0.0293760726652</c:v>
                </c:pt>
                <c:pt idx="1180">
                  <c:v>0.0292517987494</c:v>
                </c:pt>
                <c:pt idx="1181">
                  <c:v>0.0291283827121</c:v>
                </c:pt>
                <c:pt idx="1182">
                  <c:v>0.0290058169888</c:v>
                </c:pt>
                <c:pt idx="1183">
                  <c:v>0.0288840940906</c:v>
                </c:pt>
                <c:pt idx="1184">
                  <c:v>0.0287632066041</c:v>
                </c:pt>
                <c:pt idx="1185">
                  <c:v>0.0286431471907</c:v>
                </c:pt>
                <c:pt idx="1186">
                  <c:v>0.0285239085862</c:v>
                </c:pt>
                <c:pt idx="1187">
                  <c:v>0.0284054836004</c:v>
                </c:pt>
                <c:pt idx="1188">
                  <c:v>0.0282878651161</c:v>
                </c:pt>
                <c:pt idx="1189">
                  <c:v>0.0281710460893</c:v>
                </c:pt>
                <c:pt idx="1190">
                  <c:v>0.0280550195481</c:v>
                </c:pt>
                <c:pt idx="1191">
                  <c:v>0.0279397785924</c:v>
                </c:pt>
                <c:pt idx="1192">
                  <c:v>0.0278253163934</c:v>
                </c:pt>
                <c:pt idx="1193">
                  <c:v>0.0277116261928</c:v>
                </c:pt>
                <c:pt idx="1194">
                  <c:v>0.0275987013029</c:v>
                </c:pt>
                <c:pt idx="1195">
                  <c:v>0.0274865351053</c:v>
                </c:pt>
                <c:pt idx="1196">
                  <c:v>0.0273751210508</c:v>
                </c:pt>
                <c:pt idx="1197">
                  <c:v>0.0272644526587</c:v>
                </c:pt>
                <c:pt idx="1198">
                  <c:v>0.0271545235166</c:v>
                </c:pt>
                <c:pt idx="1199">
                  <c:v>0.0270453272791</c:v>
                </c:pt>
                <c:pt idx="1200">
                  <c:v>0.0269368576683</c:v>
                </c:pt>
                <c:pt idx="1201">
                  <c:v>0.0268291084721</c:v>
                </c:pt>
                <c:pt idx="1202">
                  <c:v>0.0267220735446</c:v>
                </c:pt>
                <c:pt idx="1203">
                  <c:v>0.026615746805</c:v>
                </c:pt>
                <c:pt idx="1204">
                  <c:v>0.0265101222374</c:v>
                </c:pt>
                <c:pt idx="1205">
                  <c:v>0.0264051938899</c:v>
                </c:pt>
                <c:pt idx="1206">
                  <c:v>0.0263009558742</c:v>
                </c:pt>
                <c:pt idx="1207">
                  <c:v>0.0261974023652</c:v>
                </c:pt>
                <c:pt idx="1208">
                  <c:v>0.0260945276001</c:v>
                </c:pt>
                <c:pt idx="1209">
                  <c:v>0.0259923258783</c:v>
                </c:pt>
                <c:pt idx="1210">
                  <c:v>0.0258907915604</c:v>
                </c:pt>
                <c:pt idx="1211">
                  <c:v>0.0257899190679</c:v>
                </c:pt>
                <c:pt idx="1212">
                  <c:v>0.0256897028827</c:v>
                </c:pt>
                <c:pt idx="1213">
                  <c:v>0.0255901375462</c:v>
                </c:pt>
                <c:pt idx="1214">
                  <c:v>0.0254912176592</c:v>
                </c:pt>
                <c:pt idx="1215">
                  <c:v>0.0253929378811</c:v>
                </c:pt>
                <c:pt idx="1216">
                  <c:v>0.0252952929293</c:v>
                </c:pt>
                <c:pt idx="1217">
                  <c:v>0.0251982775789</c:v>
                </c:pt>
                <c:pt idx="1218">
                  <c:v>0.025101886662</c:v>
                </c:pt>
                <c:pt idx="1219">
                  <c:v>0.0250061150669</c:v>
                </c:pt>
                <c:pt idx="1220">
                  <c:v>0.0249109577382</c:v>
                </c:pt>
                <c:pt idx="1221">
                  <c:v>0.0248164096757</c:v>
                </c:pt>
                <c:pt idx="1222">
                  <c:v>0.0247224659341</c:v>
                </c:pt>
                <c:pt idx="1223">
                  <c:v>0.0246291216224</c:v>
                </c:pt>
                <c:pt idx="1224">
                  <c:v>0.0245363719035</c:v>
                </c:pt>
                <c:pt idx="1225">
                  <c:v>0.0244442119935</c:v>
                </c:pt>
                <c:pt idx="1226">
                  <c:v>0.0243526371612</c:v>
                </c:pt>
                <c:pt idx="1227">
                  <c:v>0.0242616427278</c:v>
                </c:pt>
                <c:pt idx="1228">
                  <c:v>0.0241712240662</c:v>
                </c:pt>
                <c:pt idx="1229">
                  <c:v>0.0240813766003</c:v>
                </c:pt>
                <c:pt idx="1230">
                  <c:v>0.0239920958051</c:v>
                </c:pt>
                <c:pt idx="1231">
                  <c:v>0.0239033772055</c:v>
                </c:pt>
                <c:pt idx="1232">
                  <c:v>0.0238152163762</c:v>
                </c:pt>
                <c:pt idx="1233">
                  <c:v>0.0237276089411</c:v>
                </c:pt>
                <c:pt idx="1234">
                  <c:v>0.0236405505729</c:v>
                </c:pt>
                <c:pt idx="1235">
                  <c:v>0.0235540369925</c:v>
                </c:pt>
                <c:pt idx="1236">
                  <c:v>0.0234680639685</c:v>
                </c:pt>
                <c:pt idx="1237">
                  <c:v>0.0233826273168</c:v>
                </c:pt>
                <c:pt idx="1238">
                  <c:v>0.0232977229002</c:v>
                </c:pt>
                <c:pt idx="1239">
                  <c:v>0.0232133466276</c:v>
                </c:pt>
                <c:pt idx="1240">
                  <c:v>0.0231294944541</c:v>
                </c:pt>
                <c:pt idx="1241">
                  <c:v>0.0230461623799</c:v>
                </c:pt>
                <c:pt idx="1242">
                  <c:v>0.0229633464502</c:v>
                </c:pt>
                <c:pt idx="1243">
                  <c:v>0.022881042755</c:v>
                </c:pt>
                <c:pt idx="1244">
                  <c:v>0.0227992474278</c:v>
                </c:pt>
                <c:pt idx="1245">
                  <c:v>0.0227179566462</c:v>
                </c:pt>
                <c:pt idx="1246">
                  <c:v>0.0226371666308</c:v>
                </c:pt>
                <c:pt idx="1247">
                  <c:v>0.0225568736448</c:v>
                </c:pt>
                <c:pt idx="1248">
                  <c:v>0.0224770739938</c:v>
                </c:pt>
                <c:pt idx="1249">
                  <c:v>0.0223977640254</c:v>
                </c:pt>
                <c:pt idx="1250">
                  <c:v>0.0223189401285</c:v>
                </c:pt>
                <c:pt idx="1251">
                  <c:v>0.022240598733</c:v>
                </c:pt>
                <c:pt idx="1252">
                  <c:v>0.0221627363096</c:v>
                </c:pt>
                <c:pt idx="1253">
                  <c:v>0.0220853493691</c:v>
                </c:pt>
                <c:pt idx="1254">
                  <c:v>0.0220084344621</c:v>
                </c:pt>
                <c:pt idx="1255">
                  <c:v>0.0219319881788</c:v>
                </c:pt>
                <c:pt idx="1256">
                  <c:v>0.0218560071483</c:v>
                </c:pt>
                <c:pt idx="1257">
                  <c:v>0.0217804880383</c:v>
                </c:pt>
                <c:pt idx="1258">
                  <c:v>0.0217054275549</c:v>
                </c:pt>
                <c:pt idx="1259">
                  <c:v>0.0216308224418</c:v>
                </c:pt>
                <c:pt idx="1260">
                  <c:v>0.0215566694806</c:v>
                </c:pt>
                <c:pt idx="1261">
                  <c:v>0.0214829654898</c:v>
                </c:pt>
                <c:pt idx="1262">
                  <c:v>0.0214097073246</c:v>
                </c:pt>
                <c:pt idx="1263">
                  <c:v>0.0213368918768</c:v>
                </c:pt>
                <c:pt idx="1264">
                  <c:v>0.0212645160742</c:v>
                </c:pt>
                <c:pt idx="1265">
                  <c:v>0.0211925768802</c:v>
                </c:pt>
                <c:pt idx="1266">
                  <c:v>0.0211210712935</c:v>
                </c:pt>
                <c:pt idx="1267">
                  <c:v>0.021049996348</c:v>
                </c:pt>
                <c:pt idx="1268">
                  <c:v>0.0209793491122</c:v>
                </c:pt>
                <c:pt idx="1269">
                  <c:v>0.0209091266888</c:v>
                </c:pt>
                <c:pt idx="1270">
                  <c:v>0.0208393262146</c:v>
                </c:pt>
                <c:pt idx="1271">
                  <c:v>0.02076994486</c:v>
                </c:pt>
                <c:pt idx="1272">
                  <c:v>0.0207009798288</c:v>
                </c:pt>
                <c:pt idx="1273">
                  <c:v>0.0206324283578</c:v>
                </c:pt>
                <c:pt idx="1274">
                  <c:v>0.0205642877163</c:v>
                </c:pt>
                <c:pt idx="1275">
                  <c:v>0.0204965552063</c:v>
                </c:pt>
                <c:pt idx="1276">
                  <c:v>0.0204292281616</c:v>
                </c:pt>
                <c:pt idx="1277">
                  <c:v>0.0203623039478</c:v>
                </c:pt>
                <c:pt idx="1278">
                  <c:v>0.0202957799622</c:v>
                </c:pt>
                <c:pt idx="1279">
                  <c:v>0.0202296536329</c:v>
                </c:pt>
                <c:pt idx="1280">
                  <c:v>0.0201639224189</c:v>
                </c:pt>
                <c:pt idx="1281">
                  <c:v>0.0200985838101</c:v>
                </c:pt>
                <c:pt idx="1282">
                  <c:v>0.0200336353262</c:v>
                </c:pt>
                <c:pt idx="1283">
                  <c:v>0.0199690745171</c:v>
                </c:pt>
                <c:pt idx="1284">
                  <c:v>0.0199048989624</c:v>
                </c:pt>
                <c:pt idx="1285">
                  <c:v>0.0198411062709</c:v>
                </c:pt>
                <c:pt idx="1286">
                  <c:v>0.0197776940808</c:v>
                </c:pt>
                <c:pt idx="1287">
                  <c:v>0.0197146600589</c:v>
                </c:pt>
                <c:pt idx="1288">
                  <c:v>0.0196520019006</c:v>
                </c:pt>
                <c:pt idx="1289">
                  <c:v>0.0195897173295</c:v>
                </c:pt>
                <c:pt idx="1290">
                  <c:v>0.0195278040974</c:v>
                </c:pt>
                <c:pt idx="1291">
                  <c:v>0.0194662599835</c:v>
                </c:pt>
                <c:pt idx="1292">
                  <c:v>0.0194050827948</c:v>
                </c:pt>
                <c:pt idx="1293">
                  <c:v>0.0193442703652</c:v>
                </c:pt>
                <c:pt idx="1294">
                  <c:v>0.0192838205556</c:v>
                </c:pt>
                <c:pt idx="1295">
                  <c:v>0.0192237312535</c:v>
                </c:pt>
                <c:pt idx="1296">
                  <c:v>0.0191640003727</c:v>
                </c:pt>
                <c:pt idx="1297">
                  <c:v>0.0191046258532</c:v>
                </c:pt>
                <c:pt idx="1298">
                  <c:v>0.0190456056609</c:v>
                </c:pt>
                <c:pt idx="1299">
                  <c:v>0.018986937787</c:v>
                </c:pt>
                <c:pt idx="1300">
                  <c:v>0.0189286202481</c:v>
                </c:pt>
                <c:pt idx="1301">
                  <c:v>0.0188706510858</c:v>
                </c:pt>
                <c:pt idx="1302">
                  <c:v>0.0188130283666</c:v>
                </c:pt>
                <c:pt idx="1303">
                  <c:v>0.0187557501812</c:v>
                </c:pt>
                <c:pt idx="1304">
                  <c:v>0.0186988146447</c:v>
                </c:pt>
                <c:pt idx="1305">
                  <c:v>0.0186422198961</c:v>
                </c:pt>
                <c:pt idx="1306">
                  <c:v>0.018585964098</c:v>
                </c:pt>
                <c:pt idx="1307">
                  <c:v>0.0185300454364</c:v>
                </c:pt>
                <c:pt idx="1308">
                  <c:v>0.0184744621205</c:v>
                </c:pt>
                <c:pt idx="1309">
                  <c:v>0.0184192123821</c:v>
                </c:pt>
                <c:pt idx="1310">
                  <c:v>0.0183642944757</c:v>
                </c:pt>
                <c:pt idx="1311">
                  <c:v>0.0183097066781</c:v>
                </c:pt>
                <c:pt idx="1312">
                  <c:v>0.018255447288</c:v>
                </c:pt>
                <c:pt idx="1313">
                  <c:v>0.0182015146258</c:v>
                </c:pt>
                <c:pt idx="1314">
                  <c:v>0.0181479070333</c:v>
                </c:pt>
                <c:pt idx="1315">
                  <c:v>0.0180946228732</c:v>
                </c:pt>
                <c:pt idx="1316">
                  <c:v>0.0180416605293</c:v>
                </c:pt>
                <c:pt idx="1317">
                  <c:v>0.0179890184057</c:v>
                </c:pt>
                <c:pt idx="1318">
                  <c:v>0.0179366949266</c:v>
                </c:pt>
                <c:pt idx="1319">
                  <c:v>0.0178846885363</c:v>
                </c:pt>
                <c:pt idx="1320">
                  <c:v>0.0178329976983</c:v>
                </c:pt>
                <c:pt idx="1321">
                  <c:v>0.0177816208955</c:v>
                </c:pt>
                <c:pt idx="1322">
                  <c:v>0.0177305566297</c:v>
                </c:pt>
                <c:pt idx="1323">
                  <c:v>0.0176798034212</c:v>
                </c:pt>
                <c:pt idx="1324">
                  <c:v>0.0176293598083</c:v>
                </c:pt>
                <c:pt idx="1325">
                  <c:v>0.0175792243473</c:v>
                </c:pt>
                <c:pt idx="1326">
                  <c:v>0.017529395612</c:v>
                </c:pt>
                <c:pt idx="1327">
                  <c:v>0.0174798721931</c:v>
                </c:pt>
                <c:pt idx="1328">
                  <c:v>0.0174306526982</c:v>
                </c:pt>
                <c:pt idx="1329">
                  <c:v>0.0173817357511</c:v>
                </c:pt>
                <c:pt idx="1330">
                  <c:v>0.0173331199916</c:v>
                </c:pt>
                <c:pt idx="1331">
                  <c:v>0.0172848040751</c:v>
                </c:pt>
                <c:pt idx="1332">
                  <c:v>0.017236786672</c:v>
                </c:pt>
                <c:pt idx="1333">
                  <c:v>0.0171890664673</c:v>
                </c:pt>
                <c:pt idx="1334">
                  <c:v>0.0171416421605</c:v>
                </c:pt>
                <c:pt idx="1335">
                  <c:v>0.0170945124648</c:v>
                </c:pt>
                <c:pt idx="1336">
                  <c:v>0.0170476761066</c:v>
                </c:pt>
                <c:pt idx="1337">
                  <c:v>0.0170011318255</c:v>
                </c:pt>
                <c:pt idx="1338">
                  <c:v>0.0169548783732</c:v>
                </c:pt>
                <c:pt idx="1339">
                  <c:v>0.0169089145134</c:v>
                </c:pt>
                <c:pt idx="1340">
                  <c:v>0.0168632390215</c:v>
                </c:pt>
                <c:pt idx="1341">
                  <c:v>0.0168178506833</c:v>
                </c:pt>
                <c:pt idx="1342">
                  <c:v>0.0167727482954</c:v>
                </c:pt>
                <c:pt idx="1343">
                  <c:v>0.0167279306639</c:v>
                </c:pt>
                <c:pt idx="1344">
                  <c:v>0.0166833966044</c:v>
                </c:pt>
                <c:pt idx="1345">
                  <c:v>0.0166391449412</c:v>
                </c:pt>
                <c:pt idx="1346">
                  <c:v>0.0165951745065</c:v>
                </c:pt>
                <c:pt idx="1347">
                  <c:v>0.0165514841403</c:v>
                </c:pt>
                <c:pt idx="1348">
                  <c:v>0.0165080726892</c:v>
                </c:pt>
                <c:pt idx="1349">
                  <c:v>0.0164649390064</c:v>
                </c:pt>
                <c:pt idx="1350">
                  <c:v>0.0164220819507</c:v>
                </c:pt>
                <c:pt idx="1351">
                  <c:v>0.0163795003856</c:v>
                </c:pt>
                <c:pt idx="1352">
                  <c:v>0.0163371931793</c:v>
                </c:pt>
                <c:pt idx="1353">
                  <c:v>0.0162951592035</c:v>
                </c:pt>
                <c:pt idx="1354">
                  <c:v>0.0162533973328</c:v>
                </c:pt>
                <c:pt idx="1355">
                  <c:v>0.0162119064442</c:v>
                </c:pt>
                <c:pt idx="1356">
                  <c:v>0.0161706854161</c:v>
                </c:pt>
                <c:pt idx="1357">
                  <c:v>0.0161297331277</c:v>
                </c:pt>
                <c:pt idx="1358">
                  <c:v>0.0160890484583</c:v>
                </c:pt>
                <c:pt idx="1359">
                  <c:v>0.0160486302866</c:v>
                </c:pt>
                <c:pt idx="1360">
                  <c:v>0.0160084774895</c:v>
                </c:pt>
                <c:pt idx="1361">
                  <c:v>0.0159685889419</c:v>
                </c:pt>
                <c:pt idx="1362">
                  <c:v>0.0159289635157</c:v>
                </c:pt>
                <c:pt idx="1363">
                  <c:v>0.0158896000786</c:v>
                </c:pt>
                <c:pt idx="1364">
                  <c:v>0.0158504974939</c:v>
                </c:pt>
                <c:pt idx="1365">
                  <c:v>0.0158116546194</c:v>
                </c:pt>
                <c:pt idx="1366">
                  <c:v>0.0157730703064</c:v>
                </c:pt>
                <c:pt idx="1367">
                  <c:v>0.0157347433991</c:v>
                </c:pt>
                <c:pt idx="1368">
                  <c:v>0.0156966727339</c:v>
                </c:pt>
                <c:pt idx="1369">
                  <c:v>0.015658857138</c:v>
                </c:pt>
                <c:pt idx="1370">
                  <c:v>0.0156212954291</c:v>
                </c:pt>
                <c:pt idx="1371">
                  <c:v>0.0155839864144</c:v>
                </c:pt>
                <c:pt idx="1372">
                  <c:v>0.0155469288896</c:v>
                </c:pt>
                <c:pt idx="1373">
                  <c:v>0.015510121638</c:v>
                </c:pt>
                <c:pt idx="1374">
                  <c:v>0.0154735634302</c:v>
                </c:pt>
                <c:pt idx="1375">
                  <c:v>0.0154372530225</c:v>
                </c:pt>
                <c:pt idx="1376">
                  <c:v>0.0154011891566</c:v>
                </c:pt>
                <c:pt idx="1377">
                  <c:v>0.0153653705584</c:v>
                </c:pt>
                <c:pt idx="1378">
                  <c:v>0.0153297959377</c:v>
                </c:pt>
                <c:pt idx="1379">
                  <c:v>0.0152944639868</c:v>
                </c:pt>
                <c:pt idx="1380">
                  <c:v>0.0152593733801</c:v>
                </c:pt>
                <c:pt idx="1381">
                  <c:v>0.0152245227731</c:v>
                </c:pt>
                <c:pt idx="1382">
                  <c:v>0.0151899108019</c:v>
                </c:pt>
                <c:pt idx="1383">
                  <c:v>0.0151555360823</c:v>
                </c:pt>
                <c:pt idx="1384">
                  <c:v>0.015121397209</c:v>
                </c:pt>
                <c:pt idx="1385">
                  <c:v>0.015087492755</c:v>
                </c:pt>
                <c:pt idx="1386">
                  <c:v>0.0150538212712</c:v>
                </c:pt>
                <c:pt idx="1387">
                  <c:v>0.0150203812852</c:v>
                </c:pt>
                <c:pt idx="1388">
                  <c:v>0.0149871713012</c:v>
                </c:pt>
                <c:pt idx="1389">
                  <c:v>0.0149541897994</c:v>
                </c:pt>
                <c:pt idx="1390">
                  <c:v>0.0149214352351</c:v>
                </c:pt>
                <c:pt idx="1391">
                  <c:v>0.0148889060387</c:v>
                </c:pt>
                <c:pt idx="1392">
                  <c:v>0.0148566006149</c:v>
                </c:pt>
                <c:pt idx="1393">
                  <c:v>0.0148245173424</c:v>
                </c:pt>
                <c:pt idx="1394">
                  <c:v>0.0147926545736</c:v>
                </c:pt>
                <c:pt idx="1395">
                  <c:v>0.0147610106344</c:v>
                </c:pt>
                <c:pt idx="1396">
                  <c:v>0.0147295838238</c:v>
                </c:pt>
                <c:pt idx="1397">
                  <c:v>0.0146983724135</c:v>
                </c:pt>
                <c:pt idx="1398">
                  <c:v>0.0146673746484</c:v>
                </c:pt>
                <c:pt idx="1399">
                  <c:v>0.0146365887457</c:v>
                </c:pt>
                <c:pt idx="1400">
                  <c:v>0.0146060128955</c:v>
                </c:pt>
                <c:pt idx="1401">
                  <c:v>0.0145756452605</c:v>
                </c:pt>
                <c:pt idx="1402">
                  <c:v>0.0145454839763</c:v>
                </c:pt>
                <c:pt idx="1403">
                  <c:v>0.0145155271514</c:v>
                </c:pt>
                <c:pt idx="1404">
                  <c:v>0.0144857728674</c:v>
                </c:pt>
                <c:pt idx="1405">
                  <c:v>0.0144562191793</c:v>
                </c:pt>
                <c:pt idx="1406">
                  <c:v>0.0144268641162</c:v>
                </c:pt>
                <c:pt idx="1407">
                  <c:v>0.014397705681</c:v>
                </c:pt>
                <c:pt idx="1408">
                  <c:v>0.0143687418514</c:v>
                </c:pt>
                <c:pt idx="1409">
                  <c:v>0.0143399705804</c:v>
                </c:pt>
                <c:pt idx="1410">
                  <c:v>0.0143113897967</c:v>
                </c:pt>
                <c:pt idx="1411">
                  <c:v>0.0142829974054</c:v>
                </c:pt>
                <c:pt idx="1412">
                  <c:v>0.0142547912889</c:v>
                </c:pt>
                <c:pt idx="1413">
                  <c:v>0.0142267693074</c:v>
                </c:pt>
                <c:pt idx="1414">
                  <c:v>0.0141989293003</c:v>
                </c:pt>
                <c:pt idx="1415">
                  <c:v>0.0141712690863</c:v>
                </c:pt>
                <c:pt idx="1416">
                  <c:v>0.014143786465</c:v>
                </c:pt>
                <c:pt idx="1417">
                  <c:v>0.0141164792177</c:v>
                </c:pt>
                <c:pt idx="1418">
                  <c:v>0.0140893451087</c:v>
                </c:pt>
                <c:pt idx="1419">
                  <c:v>0.0140623818859</c:v>
                </c:pt>
                <c:pt idx="1420">
                  <c:v>0.0140355872826</c:v>
                </c:pt>
                <c:pt idx="1421">
                  <c:v>0.0140089590185</c:v>
                </c:pt>
                <c:pt idx="1422">
                  <c:v>0.0139824948007</c:v>
                </c:pt>
                <c:pt idx="1423">
                  <c:v>0.0139561923256</c:v>
                </c:pt>
                <c:pt idx="1424">
                  <c:v>0.0139300492799</c:v>
                </c:pt>
                <c:pt idx="1425">
                  <c:v>0.0139040633418</c:v>
                </c:pt>
                <c:pt idx="1426">
                  <c:v>0.0138782321832</c:v>
                </c:pt>
                <c:pt idx="1427">
                  <c:v>0.0138525534703</c:v>
                </c:pt>
                <c:pt idx="1428">
                  <c:v>0.0138270248661</c:v>
                </c:pt>
                <c:pt idx="1429">
                  <c:v>0.0138016440308</c:v>
                </c:pt>
                <c:pt idx="1430">
                  <c:v>0.0137764086245</c:v>
                </c:pt>
                <c:pt idx="1431">
                  <c:v>0.013751316308</c:v>
                </c:pt>
                <c:pt idx="1432">
                  <c:v>0.0137263647451</c:v>
                </c:pt>
                <c:pt idx="1433">
                  <c:v>0.0137015516037</c:v>
                </c:pt>
                <c:pt idx="1434">
                  <c:v>0.0136768745578</c:v>
                </c:pt>
                <c:pt idx="1435">
                  <c:v>0.0136523312891</c:v>
                </c:pt>
                <c:pt idx="1436">
                  <c:v>0.0136279194888</c:v>
                </c:pt>
                <c:pt idx="1437">
                  <c:v>0.0136036368593</c:v>
                </c:pt>
                <c:pt idx="1438">
                  <c:v>0.013579481116</c:v>
                </c:pt>
                <c:pt idx="1439">
                  <c:v>0.0135554499889</c:v>
                </c:pt>
                <c:pt idx="1440">
                  <c:v>0.0135315412248</c:v>
                </c:pt>
                <c:pt idx="1441">
                  <c:v>0.0135077525886</c:v>
                </c:pt>
                <c:pt idx="1442">
                  <c:v>0.0134840818654</c:v>
                </c:pt>
                <c:pt idx="1443">
                  <c:v>0.0134605268622</c:v>
                </c:pt>
                <c:pt idx="1444">
                  <c:v>0.01343708541</c:v>
                </c:pt>
                <c:pt idx="1445">
                  <c:v>0.0134137553651</c:v>
                </c:pt>
                <c:pt idx="1446">
                  <c:v>0.0133905346116</c:v>
                </c:pt>
                <c:pt idx="1447">
                  <c:v>0.0133674210626</c:v>
                </c:pt>
                <c:pt idx="1448">
                  <c:v>0.0133444126626</c:v>
                </c:pt>
                <c:pt idx="1449">
                  <c:v>0.0133215073892</c:v>
                </c:pt>
                <c:pt idx="1450">
                  <c:v>0.0132987032547</c:v>
                </c:pt>
                <c:pt idx="1451">
                  <c:v>0.0132759983082</c:v>
                </c:pt>
                <c:pt idx="1452">
                  <c:v>0.0132533906378</c:v>
                </c:pt>
                <c:pt idx="1453">
                  <c:v>0.0132308783717</c:v>
                </c:pt>
                <c:pt idx="1454">
                  <c:v>0.0132084596808</c:v>
                </c:pt>
                <c:pt idx="1455">
                  <c:v>0.0131861327802</c:v>
                </c:pt>
                <c:pt idx="1456">
                  <c:v>0.0131638959313</c:v>
                </c:pt>
                <c:pt idx="1457">
                  <c:v>0.0131417474434</c:v>
                </c:pt>
                <c:pt idx="1458">
                  <c:v>0.0131196856759</c:v>
                </c:pt>
                <c:pt idx="1459">
                  <c:v>0.0130977090398</c:v>
                </c:pt>
                <c:pt idx="1460">
                  <c:v>0.0130758159999</c:v>
                </c:pt>
                <c:pt idx="1461">
                  <c:v>0.0130540050764</c:v>
                </c:pt>
                <c:pt idx="1462">
                  <c:v>0.0130322748469</c:v>
                </c:pt>
                <c:pt idx="1463">
                  <c:v>0.0130106239481</c:v>
                </c:pt>
                <c:pt idx="1464">
                  <c:v>0.0129890510774</c:v>
                </c:pt>
                <c:pt idx="1465">
                  <c:v>0.012967554995</c:v>
                </c:pt>
                <c:pt idx="1466">
                  <c:v>0.0129461345256</c:v>
                </c:pt>
                <c:pt idx="1467">
                  <c:v>0.0129247885595</c:v>
                </c:pt>
                <c:pt idx="1468">
                  <c:v>0.0129035160551</c:v>
                </c:pt>
                <c:pt idx="1469">
                  <c:v>0.0128823160398</c:v>
                </c:pt>
                <c:pt idx="1470">
                  <c:v>0.0128611876118</c:v>
                </c:pt>
                <c:pt idx="1471">
                  <c:v>0.0128401299418</c:v>
                </c:pt>
                <c:pt idx="1472">
                  <c:v>0.0128191422739</c:v>
                </c:pt>
                <c:pt idx="1473">
                  <c:v>0.0127982239272</c:v>
                </c:pt>
                <c:pt idx="1474">
                  <c:v>0.0127773742969</c:v>
                </c:pt>
                <c:pt idx="1475">
                  <c:v>0.0127565928559</c:v>
                </c:pt>
                <c:pt idx="1476">
                  <c:v>0.0127358791552</c:v>
                </c:pt>
                <c:pt idx="1477">
                  <c:v>0.012715232825</c:v>
                </c:pt>
                <c:pt idx="1478">
                  <c:v>0.012694653576</c:v>
                </c:pt>
                <c:pt idx="1479">
                  <c:v>0.0126741411996</c:v>
                </c:pt>
                <c:pt idx="1480">
                  <c:v>0.0126536955682</c:v>
                </c:pt>
                <c:pt idx="1481">
                  <c:v>0.0126333166366</c:v>
                </c:pt>
                <c:pt idx="1482">
                  <c:v>0.0126130044412</c:v>
                </c:pt>
                <c:pt idx="1483">
                  <c:v>0.0125927591006</c:v>
                </c:pt>
                <c:pt idx="1484">
                  <c:v>0.0125725808156</c:v>
                </c:pt>
                <c:pt idx="1485">
                  <c:v>0.0125524698688</c:v>
                </c:pt>
                <c:pt idx="1486">
                  <c:v>0.0125324266239</c:v>
                </c:pt>
                <c:pt idx="1487">
                  <c:v>0.0125124515255</c:v>
                </c:pt>
                <c:pt idx="1488">
                  <c:v>0.0124925450983</c:v>
                </c:pt>
                <c:pt idx="1489">
                  <c:v>0.0124727079456</c:v>
                </c:pt>
                <c:pt idx="1490">
                  <c:v>0.0124529407484</c:v>
                </c:pt>
                <c:pt idx="1491">
                  <c:v>0.0124332442637</c:v>
                </c:pt>
                <c:pt idx="1492">
                  <c:v>0.0124136193232</c:v>
                </c:pt>
                <c:pt idx="1493">
                  <c:v>0.012394066831</c:v>
                </c:pt>
                <c:pt idx="1494">
                  <c:v>0.0123745877615</c:v>
                </c:pt>
                <c:pt idx="1495">
                  <c:v>0.0123551831572</c:v>
                </c:pt>
                <c:pt idx="1496">
                  <c:v>0.012335854126</c:v>
                </c:pt>
                <c:pt idx="1497">
                  <c:v>0.0123166018383</c:v>
                </c:pt>
                <c:pt idx="1498">
                  <c:v>0.012297427524</c:v>
                </c:pt>
                <c:pt idx="1499">
                  <c:v>0.012278332469</c:v>
                </c:pt>
                <c:pt idx="1500">
                  <c:v>0.012259318012</c:v>
                </c:pt>
                <c:pt idx="1501">
                  <c:v>0.0122403855406</c:v>
                </c:pt>
                <c:pt idx="1502">
                  <c:v>0.0122215364872</c:v>
                </c:pt>
                <c:pt idx="1503">
                  <c:v>0.0122027723247</c:v>
                </c:pt>
                <c:pt idx="1504">
                  <c:v>0.0121840945625</c:v>
                </c:pt>
                <c:pt idx="1505">
                  <c:v>0.0121655047417</c:v>
                </c:pt>
                <c:pt idx="1506">
                  <c:v>0.0121470044301</c:v>
                </c:pt>
                <c:pt idx="1507">
                  <c:v>0.0121285952177</c:v>
                </c:pt>
                <c:pt idx="1508">
                  <c:v>0.0121102787111</c:v>
                </c:pt>
                <c:pt idx="1509">
                  <c:v>0.0120920565283</c:v>
                </c:pt>
                <c:pt idx="1510">
                  <c:v>0.0120739302936</c:v>
                </c:pt>
                <c:pt idx="1511">
                  <c:v>0.0120559016316</c:v>
                </c:pt>
                <c:pt idx="1512">
                  <c:v>0.0120379721616</c:v>
                </c:pt>
                <c:pt idx="1513">
                  <c:v>0.0120201434922</c:v>
                </c:pt>
                <c:pt idx="1514">
                  <c:v>0.0120024172147</c:v>
                </c:pt>
                <c:pt idx="1515">
                  <c:v>0.0119847948978</c:v>
                </c:pt>
                <c:pt idx="1516">
                  <c:v>0.0119672780813</c:v>
                </c:pt>
                <c:pt idx="1517">
                  <c:v>0.01194986827</c:v>
                </c:pt>
                <c:pt idx="1518">
                  <c:v>0.0119325669276</c:v>
                </c:pt>
                <c:pt idx="1519">
                  <c:v>0.011915375471</c:v>
                </c:pt>
                <c:pt idx="1520">
                  <c:v>0.0118982952636</c:v>
                </c:pt>
                <c:pt idx="1521">
                  <c:v>0.0118813276099</c:v>
                </c:pt>
                <c:pt idx="1522">
                  <c:v>0.011864473749</c:v>
                </c:pt>
                <c:pt idx="1523">
                  <c:v>0.0118477348488</c:v>
                </c:pt>
                <c:pt idx="1524">
                  <c:v>0.0118311120004</c:v>
                </c:pt>
                <c:pt idx="1525">
                  <c:v>0.0118146062118</c:v>
                </c:pt>
                <c:pt idx="1526">
                  <c:v>0.011798218403</c:v>
                </c:pt>
                <c:pt idx="1527">
                  <c:v>0.0117819493997</c:v>
                </c:pt>
                <c:pt idx="1528">
                  <c:v>0.0117657999283</c:v>
                </c:pt>
                <c:pt idx="1529">
                  <c:v>0.0117497706108</c:v>
                </c:pt>
                <c:pt idx="1530">
                  <c:v>0.0117338619594</c:v>
                </c:pt>
                <c:pt idx="1531">
                  <c:v>0.0117180743721</c:v>
                </c:pt>
                <c:pt idx="1532">
                  <c:v>0.0117024081274</c:v>
                </c:pt>
                <c:pt idx="1533">
                  <c:v>0.0116868633806</c:v>
                </c:pt>
                <c:pt idx="1534">
                  <c:v>0.0116714401588</c:v>
                </c:pt>
                <c:pt idx="1535">
                  <c:v>0.0116561383577</c:v>
                </c:pt>
                <c:pt idx="1536">
                  <c:v>0.0116409577373</c:v>
                </c:pt>
                <c:pt idx="1537">
                  <c:v>0.0116258979186</c:v>
                </c:pt>
                <c:pt idx="1538">
                  <c:v>0.0116109583806</c:v>
                </c:pt>
                <c:pt idx="1539">
                  <c:v>0.011596138457</c:v>
                </c:pt>
                <c:pt idx="1540">
                  <c:v>0.011581437334</c:v>
                </c:pt>
                <c:pt idx="1541">
                  <c:v>0.0115668540475</c:v>
                </c:pt>
                <c:pt idx="1542">
                  <c:v>0.0115523874816</c:v>
                </c:pt>
                <c:pt idx="1543">
                  <c:v>0.0115380363663</c:v>
                </c:pt>
                <c:pt idx="1544">
                  <c:v>0.0115237992766</c:v>
                </c:pt>
                <c:pt idx="1545">
                  <c:v>0.0115096746313</c:v>
                </c:pt>
                <c:pt idx="1546">
                  <c:v>0.0114956606919</c:v>
                </c:pt>
                <c:pt idx="1547">
                  <c:v>0.0114817555624</c:v>
                </c:pt>
                <c:pt idx="1548">
                  <c:v>0.0114679571896</c:v>
                </c:pt>
                <c:pt idx="1549">
                  <c:v>0.0114542633625</c:v>
                </c:pt>
                <c:pt idx="1550">
                  <c:v>0.0114406717136</c:v>
                </c:pt>
                <c:pt idx="1551">
                  <c:v>0.0114271797194</c:v>
                </c:pt>
                <c:pt idx="1552">
                  <c:v>0.0114137847018</c:v>
                </c:pt>
                <c:pt idx="1553">
                  <c:v>0.0114004838296</c:v>
                </c:pt>
                <c:pt idx="1554">
                  <c:v>0.0113872741205</c:v>
                </c:pt>
                <c:pt idx="1555">
                  <c:v>0.0113741524433</c:v>
                </c:pt>
                <c:pt idx="1556">
                  <c:v>0.0113611155202</c:v>
                </c:pt>
                <c:pt idx="1557">
                  <c:v>0.0113481599304</c:v>
                </c:pt>
                <c:pt idx="1558">
                  <c:v>0.0113352821126</c:v>
                </c:pt>
                <c:pt idx="1559">
                  <c:v>0.0113224783688</c:v>
                </c:pt>
                <c:pt idx="1560">
                  <c:v>0.0113097448683</c:v>
                </c:pt>
                <c:pt idx="1561">
                  <c:v>0.0112970776519</c:v>
                </c:pt>
                <c:pt idx="1562">
                  <c:v>0.011284472636</c:v>
                </c:pt>
                <c:pt idx="1563">
                  <c:v>0.0112719256178</c:v>
                </c:pt>
                <c:pt idx="1564">
                  <c:v>0.0112594322802</c:v>
                </c:pt>
                <c:pt idx="1565">
                  <c:v>0.011246988197</c:v>
                </c:pt>
                <c:pt idx="1566">
                  <c:v>0.0112345888391</c:v>
                </c:pt>
                <c:pt idx="1567">
                  <c:v>0.0112222295796</c:v>
                </c:pt>
                <c:pt idx="1568">
                  <c:v>0.0112099057007</c:v>
                </c:pt>
                <c:pt idx="1569">
                  <c:v>0.0111976123996</c:v>
                </c:pt>
                <c:pt idx="1570">
                  <c:v>0.0111853447956</c:v>
                </c:pt>
                <c:pt idx="1571">
                  <c:v>0.0111730979366</c:v>
                </c:pt>
                <c:pt idx="1572">
                  <c:v>0.0111608668066</c:v>
                </c:pt>
                <c:pt idx="1573">
                  <c:v>0.0111486463328</c:v>
                </c:pt>
                <c:pt idx="1574">
                  <c:v>0.0111364313932</c:v>
                </c:pt>
                <c:pt idx="1575">
                  <c:v>0.0111242168246</c:v>
                </c:pt>
                <c:pt idx="1576">
                  <c:v>0.0111119974299</c:v>
                </c:pt>
                <c:pt idx="1577">
                  <c:v>0.011099767987</c:v>
                </c:pt>
                <c:pt idx="1578">
                  <c:v>0.0110875232563</c:v>
                </c:pt>
                <c:pt idx="1579">
                  <c:v>0.0110752579896</c:v>
                </c:pt>
                <c:pt idx="1580">
                  <c:v>0.0110629669384</c:v>
                </c:pt>
                <c:pt idx="1581">
                  <c:v>0.0110506448625</c:v>
                </c:pt>
                <c:pt idx="1582">
                  <c:v>0.011038286539</c:v>
                </c:pt>
                <c:pt idx="1583">
                  <c:v>0.0110258867708</c:v>
                </c:pt>
                <c:pt idx="1584">
                  <c:v>0.0110134403956</c:v>
                </c:pt>
                <c:pt idx="1585">
                  <c:v>0.011000942295</c:v>
                </c:pt>
                <c:pt idx="1586">
                  <c:v>0.0109883874033</c:v>
                </c:pt>
                <c:pt idx="1587">
                  <c:v>0.0109757707167</c:v>
                </c:pt>
                <c:pt idx="1588">
                  <c:v>0.010963087302</c:v>
                </c:pt>
                <c:pt idx="1589">
                  <c:v>0.0109503323062</c:v>
                </c:pt>
                <c:pt idx="1590">
                  <c:v>0.0109375009647</c:v>
                </c:pt>
                <c:pt idx="1591">
                  <c:v>0.0109245886109</c:v>
                </c:pt>
                <c:pt idx="1592">
                  <c:v>0.0109115906848</c:v>
                </c:pt>
                <c:pt idx="1593">
                  <c:v>0.0108985027418</c:v>
                </c:pt>
                <c:pt idx="1594">
                  <c:v>0.0108853204613</c:v>
                </c:pt>
                <c:pt idx="1595">
                  <c:v>0.0108720396554</c:v>
                </c:pt>
                <c:pt idx="1596">
                  <c:v>0.0108586562772</c:v>
                </c:pt>
                <c:pt idx="1597">
                  <c:v>0.0108451664288</c:v>
                </c:pt>
                <c:pt idx="1598">
                  <c:v>0.01083156637</c:v>
                </c:pt>
                <c:pt idx="1599">
                  <c:v>0.0108178525253</c:v>
                </c:pt>
                <c:pt idx="1600">
                  <c:v>0.0108040214922</c:v>
                </c:pt>
                <c:pt idx="1601">
                  <c:v>0.0107900700477</c:v>
                </c:pt>
                <c:pt idx="1602">
                  <c:v>0.0107759951562</c:v>
                </c:pt>
                <c:pt idx="1603">
                  <c:v>0.0107617939757</c:v>
                </c:pt>
                <c:pt idx="1604">
                  <c:v>0.0107474638643</c:v>
                </c:pt>
                <c:pt idx="1605">
                  <c:v>0.0107330023863</c:v>
                </c:pt>
                <c:pt idx="1606">
                  <c:v>0.0107184073177</c:v>
                </c:pt>
                <c:pt idx="1607">
                  <c:v>0.0107036766516</c:v>
                </c:pt>
                <c:pt idx="1608">
                  <c:v>0.0106888086031</c:v>
                </c:pt>
                <c:pt idx="1609">
                  <c:v>0.0106738016136</c:v>
                </c:pt>
                <c:pt idx="1610">
                  <c:v>0.0106586543549</c:v>
                </c:pt>
                <c:pt idx="1611">
                  <c:v>0.0106433657323</c:v>
                </c:pt>
                <c:pt idx="1612">
                  <c:v>0.0106279348879</c:v>
                </c:pt>
                <c:pt idx="1613">
                  <c:v>0.0106123612032</c:v>
                </c:pt>
                <c:pt idx="1614">
                  <c:v>0.0105966443004</c:v>
                </c:pt>
                <c:pt idx="1615">
                  <c:v>0.0105807840445</c:v>
                </c:pt>
                <c:pt idx="1616">
                  <c:v>0.0105647805438</c:v>
                </c:pt>
                <c:pt idx="1617">
                  <c:v>0.01054863415</c:v>
                </c:pt>
                <c:pt idx="1618">
                  <c:v>0.0105323454583</c:v>
                </c:pt>
                <c:pt idx="1619">
                  <c:v>0.0105159153061</c:v>
                </c:pt>
                <c:pt idx="1620">
                  <c:v>0.010499344772</c:v>
                </c:pt>
                <c:pt idx="1621">
                  <c:v>0.0104826351734</c:v>
                </c:pt>
                <c:pt idx="1622">
                  <c:v>0.010465788064</c:v>
                </c:pt>
                <c:pt idx="1623">
                  <c:v>0.0104488052306</c:v>
                </c:pt>
                <c:pt idx="1624">
                  <c:v>0.0104316886893</c:v>
                </c:pt>
                <c:pt idx="1625">
                  <c:v>0.0104144406812</c:v>
                </c:pt>
                <c:pt idx="1626">
                  <c:v>0.0103970636677</c:v>
                </c:pt>
                <c:pt idx="1627">
                  <c:v>0.0103795603246</c:v>
                </c:pt>
                <c:pt idx="1628">
                  <c:v>0.0103619335366</c:v>
                </c:pt>
                <c:pt idx="1629">
                  <c:v>0.0103441863907</c:v>
                </c:pt>
                <c:pt idx="1630">
                  <c:v>0.0103263221694</c:v>
                </c:pt>
                <c:pt idx="1631">
                  <c:v>0.010308344343</c:v>
                </c:pt>
                <c:pt idx="1632">
                  <c:v>0.0102902565619</c:v>
                </c:pt>
                <c:pt idx="1633">
                  <c:v>0.0102720626488</c:v>
                </c:pt>
                <c:pt idx="1634">
                  <c:v>0.0102537665893</c:v>
                </c:pt>
                <c:pt idx="1635">
                  <c:v>0.0102353725237</c:v>
                </c:pt>
                <c:pt idx="1636">
                  <c:v>0.0102168847371</c:v>
                </c:pt>
                <c:pt idx="1637">
                  <c:v>0.0101983076504</c:v>
                </c:pt>
                <c:pt idx="1638">
                  <c:v>0.01017964581</c:v>
                </c:pt>
                <c:pt idx="1639">
                  <c:v>0.0101609038781</c:v>
                </c:pt>
                <c:pt idx="1640">
                  <c:v>0.0101420866224</c:v>
                </c:pt>
                <c:pt idx="1641">
                  <c:v>0.0101231989057</c:v>
                </c:pt>
                <c:pt idx="1642">
                  <c:v>0.0101042456756</c:v>
                </c:pt>
                <c:pt idx="1643">
                  <c:v>0.0100852319539</c:v>
                </c:pt>
                <c:pt idx="1644">
                  <c:v>0.0100661628259</c:v>
                </c:pt>
                <c:pt idx="1645">
                  <c:v>0.0100470434302</c:v>
                </c:pt>
                <c:pt idx="1646">
                  <c:v>0.0100278789479</c:v>
                </c:pt>
                <c:pt idx="1647">
                  <c:v>0.0100086745922</c:v>
                </c:pt>
                <c:pt idx="1648">
                  <c:v>0.00998943559838</c:v>
                </c:pt>
                <c:pt idx="1649">
                  <c:v>0.00997016721315</c:v>
                </c:pt>
                <c:pt idx="1650">
                  <c:v>0.00995087468497</c:v>
                </c:pt>
                <c:pt idx="1651">
                  <c:v>0.00993156325412</c:v>
                </c:pt>
                <c:pt idx="1652">
                  <c:v>0.00991223814311</c:v>
                </c:pt>
                <c:pt idx="1653">
                  <c:v>0.00989290454738</c:v>
                </c:pt>
                <c:pt idx="1654">
                  <c:v>0.00987356762618</c:v>
                </c:pt>
                <c:pt idx="1655">
                  <c:v>0.00985423249387</c:v>
                </c:pt>
                <c:pt idx="1656">
                  <c:v>0.00983490421144</c:v>
                </c:pt>
                <c:pt idx="1657">
                  <c:v>0.00981558777843</c:v>
                </c:pt>
                <c:pt idx="1658">
                  <c:v>0.00979628812517</c:v>
                </c:pt>
                <c:pt idx="1659">
                  <c:v>0.00977701010543</c:v>
                </c:pt>
                <c:pt idx="1660">
                  <c:v>0.00975775848936</c:v>
                </c:pt>
                <c:pt idx="1661">
                  <c:v>0.00973853795696</c:v>
                </c:pt>
                <c:pt idx="1662">
                  <c:v>0.00971935309181</c:v>
                </c:pt>
                <c:pt idx="1663">
                  <c:v>0.00970020837532</c:v>
                </c:pt>
                <c:pt idx="1664">
                  <c:v>0.0096811081813</c:v>
                </c:pt>
                <c:pt idx="1665">
                  <c:v>0.00966205677099</c:v>
                </c:pt>
                <c:pt idx="1666">
                  <c:v>0.0096430582885</c:v>
                </c:pt>
                <c:pt idx="1667">
                  <c:v>0.00962411675667</c:v>
                </c:pt>
                <c:pt idx="1668">
                  <c:v>0.00960523607331</c:v>
                </c:pt>
                <c:pt idx="1669">
                  <c:v>0.00958642000786</c:v>
                </c:pt>
                <c:pt idx="1670">
                  <c:v>0.00956767219845</c:v>
                </c:pt>
                <c:pt idx="1671">
                  <c:v>0.00954899614939</c:v>
                </c:pt>
                <c:pt idx="1672">
                  <c:v>0.00953039522895</c:v>
                </c:pt>
                <c:pt idx="1673">
                  <c:v>0.00951187266766</c:v>
                </c:pt>
                <c:pt idx="1674">
                  <c:v>0.00949343155682</c:v>
                </c:pt>
                <c:pt idx="1675">
                  <c:v>0.00947507484751</c:v>
                </c:pt>
                <c:pt idx="1676">
                  <c:v>0.00945680534981</c:v>
                </c:pt>
                <c:pt idx="1677">
                  <c:v>0.00943862573248</c:v>
                </c:pt>
                <c:pt idx="1678">
                  <c:v>0.00942053852287</c:v>
                </c:pt>
                <c:pt idx="1679">
                  <c:v>0.00940254610718</c:v>
                </c:pt>
                <c:pt idx="1680">
                  <c:v>0.00938465073101</c:v>
                </c:pt>
                <c:pt idx="1681">
                  <c:v>0.00936685450012</c:v>
                </c:pt>
                <c:pt idx="1682">
                  <c:v>0.00934915938162</c:v>
                </c:pt>
                <c:pt idx="1683">
                  <c:v>0.00933156720522</c:v>
                </c:pt>
                <c:pt idx="1684">
                  <c:v>0.00931407966485</c:v>
                </c:pt>
                <c:pt idx="1685">
                  <c:v>0.00929669832042</c:v>
                </c:pt>
                <c:pt idx="1686">
                  <c:v>0.00927942459989</c:v>
                </c:pt>
                <c:pt idx="1687">
                  <c:v>0.00926225980142</c:v>
                </c:pt>
                <c:pt idx="1688">
                  <c:v>0.00924520509575</c:v>
                </c:pt>
                <c:pt idx="1689">
                  <c:v>0.00922826152882</c:v>
                </c:pt>
                <c:pt idx="1690">
                  <c:v>0.00921143002439</c:v>
                </c:pt>
                <c:pt idx="1691">
                  <c:v>0.00919471138696</c:v>
                </c:pt>
                <c:pt idx="1692">
                  <c:v>0.00917810630473</c:v>
                </c:pt>
                <c:pt idx="1693">
                  <c:v>0.00916161535269</c:v>
                </c:pt>
                <c:pt idx="1694">
                  <c:v>0.00914523899585</c:v>
                </c:pt>
                <c:pt idx="1695">
                  <c:v>0.00912897759253</c:v>
                </c:pt>
                <c:pt idx="1696">
                  <c:v>0.00911283139776</c:v>
                </c:pt>
                <c:pt idx="1697">
                  <c:v>0.00909680056674</c:v>
                </c:pt>
                <c:pt idx="1698">
                  <c:v>0.00908088515838</c:v>
                </c:pt>
                <c:pt idx="1699">
                  <c:v>0.00906508513888</c:v>
                </c:pt>
                <c:pt idx="1700">
                  <c:v>0.00904940038539</c:v>
                </c:pt>
                <c:pt idx="1701">
                  <c:v>0.00903383068966</c:v>
                </c:pt>
                <c:pt idx="1702">
                  <c:v>0.00901837576179</c:v>
                </c:pt>
                <c:pt idx="1703">
                  <c:v>0.00900303523392</c:v>
                </c:pt>
                <c:pt idx="1704">
                  <c:v>0.00898780866406</c:v>
                </c:pt>
                <c:pt idx="1705">
                  <c:v>0.00897269553978</c:v>
                </c:pt>
                <c:pt idx="1706">
                  <c:v>0.00895769528204</c:v>
                </c:pt>
                <c:pt idx="1707">
                  <c:v>0.00894280724897</c:v>
                </c:pt>
                <c:pt idx="1708">
                  <c:v>0.00892803073963</c:v>
                </c:pt>
                <c:pt idx="1709">
                  <c:v>0.00891336499778</c:v>
                </c:pt>
                <c:pt idx="1710">
                  <c:v>0.00889880921563</c:v>
                </c:pt>
                <c:pt idx="1711">
                  <c:v>0.0088843625376</c:v>
                </c:pt>
                <c:pt idx="1712">
                  <c:v>0.00887002406403</c:v>
                </c:pt>
                <c:pt idx="1713">
                  <c:v>0.00885579285485</c:v>
                </c:pt>
                <c:pt idx="1714">
                  <c:v>0.00884166793328</c:v>
                </c:pt>
                <c:pt idx="1715">
                  <c:v>0.00882764828943</c:v>
                </c:pt>
                <c:pt idx="1716">
                  <c:v>0.00881373288393</c:v>
                </c:pt>
                <c:pt idx="1717">
                  <c:v>0.00879992065144</c:v>
                </c:pt>
                <c:pt idx="1718">
                  <c:v>0.00878621050423</c:v>
                </c:pt>
                <c:pt idx="1719">
                  <c:v>0.0087726013356</c:v>
                </c:pt>
                <c:pt idx="1720">
                  <c:v>0.00875909202331</c:v>
                </c:pt>
                <c:pt idx="1721">
                  <c:v>0.00874568143297</c:v>
                </c:pt>
                <c:pt idx="1722">
                  <c:v>0.00873236842136</c:v>
                </c:pt>
                <c:pt idx="1723">
                  <c:v>0.00871915183968</c:v>
                </c:pt>
                <c:pt idx="1724">
                  <c:v>0.00870603053672</c:v>
                </c:pt>
                <c:pt idx="1725">
                  <c:v>0.00869300336204</c:v>
                </c:pt>
                <c:pt idx="1726">
                  <c:v>0.00868006916904</c:v>
                </c:pt>
                <c:pt idx="1727">
                  <c:v>0.00866722681791</c:v>
                </c:pt>
                <c:pt idx="1728">
                  <c:v>0.00865447517858</c:v>
                </c:pt>
                <c:pt idx="1729">
                  <c:v>0.00864181313357</c:v>
                </c:pt>
                <c:pt idx="1730">
                  <c:v>0.00862923958075</c:v>
                </c:pt>
                <c:pt idx="1731">
                  <c:v>0.00861675343601</c:v>
                </c:pt>
                <c:pt idx="1732">
                  <c:v>0.00860435363587</c:v>
                </c:pt>
                <c:pt idx="1733">
                  <c:v>0.00859203913995</c:v>
                </c:pt>
                <c:pt idx="1734">
                  <c:v>0.00857980893339</c:v>
                </c:pt>
                <c:pt idx="1735">
                  <c:v>0.00856766202918</c:v>
                </c:pt>
                <c:pt idx="1736">
                  <c:v>0.00855559747031</c:v>
                </c:pt>
                <c:pt idx="1737">
                  <c:v>0.00854361433191</c:v>
                </c:pt>
                <c:pt idx="1738">
                  <c:v>0.00853171172324</c:v>
                </c:pt>
                <c:pt idx="1739">
                  <c:v>0.00851988878955</c:v>
                </c:pt>
                <c:pt idx="1740">
                  <c:v>0.00850814471385</c:v>
                </c:pt>
                <c:pt idx="1741">
                  <c:v>0.00849647871856</c:v>
                </c:pt>
                <c:pt idx="1742">
                  <c:v>0.00848489006704</c:v>
                </c:pt>
                <c:pt idx="1743">
                  <c:v>0.00847337806499</c:v>
                </c:pt>
                <c:pt idx="1744">
                  <c:v>0.00846194206173</c:v>
                </c:pt>
                <c:pt idx="1745">
                  <c:v>0.00845058145136</c:v>
                </c:pt>
                <c:pt idx="1746">
                  <c:v>0.0084392956738</c:v>
                </c:pt>
                <c:pt idx="1747">
                  <c:v>0.00842808421564</c:v>
                </c:pt>
                <c:pt idx="1748">
                  <c:v>0.00841694661096</c:v>
                </c:pt>
                <c:pt idx="1749">
                  <c:v>0.00840588244193</c:v>
                </c:pt>
                <c:pt idx="1750">
                  <c:v>0.00839489133933</c:v>
                </c:pt>
                <c:pt idx="1751">
                  <c:v>0.00838397298292</c:v>
                </c:pt>
                <c:pt idx="1752">
                  <c:v>0.00837312710164</c:v>
                </c:pt>
                <c:pt idx="1753">
                  <c:v>0.00836235347379</c:v>
                </c:pt>
                <c:pt idx="1754">
                  <c:v>0.00835165192693</c:v>
                </c:pt>
                <c:pt idx="1755">
                  <c:v>0.00834102233775</c:v>
                </c:pt>
                <c:pt idx="1756">
                  <c:v>0.00833046463181</c:v>
                </c:pt>
                <c:pt idx="1757">
                  <c:v>0.00831997878307</c:v>
                </c:pt>
                <c:pt idx="1758">
                  <c:v>0.0083095648134</c:v>
                </c:pt>
                <c:pt idx="1759">
                  <c:v>0.00829922279188</c:v>
                </c:pt>
                <c:pt idx="1760">
                  <c:v>0.00828895283403</c:v>
                </c:pt>
                <c:pt idx="1761">
                  <c:v>0.00827875510092</c:v>
                </c:pt>
                <c:pt idx="1762">
                  <c:v>0.00826862979811</c:v>
                </c:pt>
                <c:pt idx="1763">
                  <c:v>0.00825857717455</c:v>
                </c:pt>
                <c:pt idx="1764">
                  <c:v>0.00824859752132</c:v>
                </c:pt>
                <c:pt idx="1765">
                  <c:v>0.00823869117029</c:v>
                </c:pt>
                <c:pt idx="1766">
                  <c:v>0.00822885849267</c:v>
                </c:pt>
                <c:pt idx="1767">
                  <c:v>0.00821909989748</c:v>
                </c:pt>
                <c:pt idx="1768">
                  <c:v>0.0082094158299</c:v>
                </c:pt>
                <c:pt idx="1769">
                  <c:v>0.00819980676952</c:v>
                </c:pt>
                <c:pt idx="1770">
                  <c:v>0.00819027322859</c:v>
                </c:pt>
                <c:pt idx="1771">
                  <c:v>0.00818081575011</c:v>
                </c:pt>
                <c:pt idx="1772">
                  <c:v>0.00817143490584</c:v>
                </c:pt>
                <c:pt idx="1773">
                  <c:v>0.00816213129434</c:v>
                </c:pt>
                <c:pt idx="1774">
                  <c:v>0.00815290553886</c:v>
                </c:pt>
                <c:pt idx="1775">
                  <c:v>0.00814375828516</c:v>
                </c:pt>
                <c:pt idx="1776">
                  <c:v>0.0081346901994</c:v>
                </c:pt>
                <c:pt idx="1777">
                  <c:v>0.00812570196583</c:v>
                </c:pt>
                <c:pt idx="1778">
                  <c:v>0.00811679428456</c:v>
                </c:pt>
                <c:pt idx="1779">
                  <c:v>0.00810796786923</c:v>
                </c:pt>
                <c:pt idx="1780">
                  <c:v>0.00809922344469</c:v>
                </c:pt>
                <c:pt idx="1781">
                  <c:v>0.00809056174463</c:v>
                </c:pt>
                <c:pt idx="1782">
                  <c:v>0.00808198350918</c:v>
                </c:pt>
                <c:pt idx="1783">
                  <c:v>0.00807348948257</c:v>
                </c:pt>
                <c:pt idx="1784">
                  <c:v>0.00806508041068</c:v>
                </c:pt>
                <c:pt idx="1785">
                  <c:v>0.00805675703865</c:v>
                </c:pt>
                <c:pt idx="1786">
                  <c:v>0.0080485201085</c:v>
                </c:pt>
                <c:pt idx="1787">
                  <c:v>0.0080403703567</c:v>
                </c:pt>
                <c:pt idx="1788">
                  <c:v>0.00803230851179</c:v>
                </c:pt>
                <c:pt idx="1789">
                  <c:v>0.00802433529202</c:v>
                </c:pt>
                <c:pt idx="1790">
                  <c:v>0.00801645140296</c:v>
                </c:pt>
                <c:pt idx="1791">
                  <c:v>0.00800865753519</c:v>
                </c:pt>
                <c:pt idx="1792">
                  <c:v>0.00800095436195</c:v>
                </c:pt>
                <c:pt idx="1793">
                  <c:v>0.00799334253685</c:v>
                </c:pt>
                <c:pt idx="1794">
                  <c:v>0.00798582269162</c:v>
                </c:pt>
                <c:pt idx="1795">
                  <c:v>0.00797839543383</c:v>
                </c:pt>
                <c:pt idx="1796">
                  <c:v>0.00797106134472</c:v>
                </c:pt>
                <c:pt idx="1797">
                  <c:v>0.00796382097698</c:v>
                </c:pt>
                <c:pt idx="1798">
                  <c:v>0.00795667485264</c:v>
                </c:pt>
                <c:pt idx="1799">
                  <c:v>0.00794962346091</c:v>
                </c:pt>
                <c:pt idx="1800">
                  <c:v>0.00794266725612</c:v>
                </c:pt>
                <c:pt idx="1801">
                  <c:v>0.00793580665569</c:v>
                </c:pt>
                <c:pt idx="1802">
                  <c:v>0.00792904203805</c:v>
                </c:pt>
                <c:pt idx="1803">
                  <c:v>0.00792237374074</c:v>
                </c:pt>
                <c:pt idx="1804">
                  <c:v>0.0079158020584</c:v>
                </c:pt>
                <c:pt idx="1805">
                  <c:v>0.00790932724087</c:v>
                </c:pt>
                <c:pt idx="1806">
                  <c:v>0.00790294949133</c:v>
                </c:pt>
                <c:pt idx="1807">
                  <c:v>0.00789666896441</c:v>
                </c:pt>
                <c:pt idx="1808">
                  <c:v>0.0078904857644</c:v>
                </c:pt>
                <c:pt idx="1809">
                  <c:v>0.00788439994345</c:v>
                </c:pt>
                <c:pt idx="1810">
                  <c:v>0.00787841149982</c:v>
                </c:pt>
                <c:pt idx="1811">
                  <c:v>0.00787252037613</c:v>
                </c:pt>
                <c:pt idx="1812">
                  <c:v>0.0078667264577</c:v>
                </c:pt>
                <c:pt idx="1813">
                  <c:v>0.00786102957083</c:v>
                </c:pt>
                <c:pt idx="1814">
                  <c:v>0.0078554294812</c:v>
                </c:pt>
                <c:pt idx="1815">
                  <c:v>0.00784992589224</c:v>
                </c:pt>
                <c:pt idx="1816">
                  <c:v>0.00784451844354</c:v>
                </c:pt>
                <c:pt idx="1817">
                  <c:v>0.00783920670931</c:v>
                </c:pt>
                <c:pt idx="1818">
                  <c:v>0.00783399019682</c:v>
                </c:pt>
                <c:pt idx="1819">
                  <c:v>0.00782886834495</c:v>
                </c:pt>
                <c:pt idx="1820">
                  <c:v>0.00782384052267</c:v>
                </c:pt>
                <c:pt idx="1821">
                  <c:v>0.00781890602766</c:v>
                </c:pt>
                <c:pt idx="1822">
                  <c:v>0.00781406408484</c:v>
                </c:pt>
                <c:pt idx="1823">
                  <c:v>0.00780931384505</c:v>
                </c:pt>
                <c:pt idx="1824">
                  <c:v>0.00780465438371</c:v>
                </c:pt>
                <c:pt idx="1825">
                  <c:v>0.00780008469951</c:v>
                </c:pt>
                <c:pt idx="1826">
                  <c:v>0.00779560371316</c:v>
                </c:pt>
                <c:pt idx="1827">
                  <c:v>0.00779121026619</c:v>
                </c:pt>
                <c:pt idx="1828">
                  <c:v>0.00778690311979</c:v>
                </c:pt>
                <c:pt idx="1829">
                  <c:v>0.00778268095368</c:v>
                </c:pt>
                <c:pt idx="1830">
                  <c:v>0.00777854236511</c:v>
                </c:pt>
                <c:pt idx="1831">
                  <c:v>0.00777448586778</c:v>
                </c:pt>
                <c:pt idx="1832">
                  <c:v>0.007770509891</c:v>
                </c:pt>
                <c:pt idx="1833">
                  <c:v>0.00776661277878</c:v>
                </c:pt>
                <c:pt idx="1834">
                  <c:v>0.00776279278908</c:v>
                </c:pt>
                <c:pt idx="1835">
                  <c:v>0.00775904809306</c:v>
                </c:pt>
                <c:pt idx="1836">
                  <c:v>0.00775537677455</c:v>
                </c:pt>
                <c:pt idx="1837">
                  <c:v>0.00775177682946</c:v>
                </c:pt>
                <c:pt idx="1838">
                  <c:v>0.0077482461654</c:v>
                </c:pt>
                <c:pt idx="1839">
                  <c:v>0.00774478260139</c:v>
                </c:pt>
                <c:pt idx="1840">
                  <c:v>0.00774138386763</c:v>
                </c:pt>
                <c:pt idx="1841">
                  <c:v>0.00773804760547</c:v>
                </c:pt>
                <c:pt idx="1842">
                  <c:v>0.00773477136748</c:v>
                </c:pt>
                <c:pt idx="1843">
                  <c:v>0.00773155261763</c:v>
                </c:pt>
                <c:pt idx="1844">
                  <c:v>0.00772838873167</c:v>
                </c:pt>
                <c:pt idx="1845">
                  <c:v>0.00772527699764</c:v>
                </c:pt>
                <c:pt idx="1846">
                  <c:v>0.00772221461654</c:v>
                </c:pt>
                <c:pt idx="1847">
                  <c:v>0.00771919870316</c:v>
                </c:pt>
                <c:pt idx="1848">
                  <c:v>0.00771622628713</c:v>
                </c:pt>
                <c:pt idx="1849">
                  <c:v>0.00771329431412</c:v>
                </c:pt>
                <c:pt idx="1850">
                  <c:v>0.00771039964723</c:v>
                </c:pt>
                <c:pt idx="1851">
                  <c:v>0.0077075390686</c:v>
                </c:pt>
                <c:pt idx="1852">
                  <c:v>0.00770470928122</c:v>
                </c:pt>
                <c:pt idx="1853">
                  <c:v>0.00770190691096</c:v>
                </c:pt>
                <c:pt idx="1854">
                  <c:v>0.00769912850874</c:v>
                </c:pt>
                <c:pt idx="1855">
                  <c:v>0.00769637055305</c:v>
                </c:pt>
                <c:pt idx="1856">
                  <c:v>0.0076936294526</c:v>
                </c:pt>
                <c:pt idx="1857">
                  <c:v>0.00769090154917</c:v>
                </c:pt>
                <c:pt idx="1858">
                  <c:v>0.00768818312081</c:v>
                </c:pt>
                <c:pt idx="1859">
                  <c:v>0.00768547038512</c:v>
                </c:pt>
                <c:pt idx="1860">
                  <c:v>0.00768275950286</c:v>
                </c:pt>
                <c:pt idx="1861">
                  <c:v>0.00768004658173</c:v>
                </c:pt>
                <c:pt idx="1862">
                  <c:v>0.00767732768041</c:v>
                </c:pt>
                <c:pt idx="1863">
                  <c:v>0.00767459881275</c:v>
                </c:pt>
                <c:pt idx="1864">
                  <c:v>0.00767185595227</c:v>
                </c:pt>
                <c:pt idx="1865">
                  <c:v>0.0076690950368</c:v>
                </c:pt>
                <c:pt idx="1866">
                  <c:v>0.00766631197328</c:v>
                </c:pt>
                <c:pt idx="1867">
                  <c:v>0.00766350264287</c:v>
                </c:pt>
                <c:pt idx="1868">
                  <c:v>0.00766066290613</c:v>
                </c:pt>
                <c:pt idx="1869">
                  <c:v>0.00765778860839</c:v>
                </c:pt>
                <c:pt idx="1870">
                  <c:v>0.00765487558535</c:v>
                </c:pt>
                <c:pt idx="1871">
                  <c:v>0.00765191966869</c:v>
                </c:pt>
                <c:pt idx="1872">
                  <c:v>0.00764891669193</c:v>
                </c:pt>
                <c:pt idx="1873">
                  <c:v>0.00764586249632</c:v>
                </c:pt>
                <c:pt idx="1874">
                  <c:v>0.00764275293689</c:v>
                </c:pt>
                <c:pt idx="1875">
                  <c:v>0.00763958388848</c:v>
                </c:pt>
                <c:pt idx="1876">
                  <c:v>0.00763635125199</c:v>
                </c:pt>
                <c:pt idx="1877">
                  <c:v>0.00763305096047</c:v>
                </c:pt>
                <c:pt idx="1878">
                  <c:v>0.00762967898542</c:v>
                </c:pt>
                <c:pt idx="1879">
                  <c:v>0.00762623134293</c:v>
                </c:pt>
                <c:pt idx="1880">
                  <c:v>0.00762270409997</c:v>
                </c:pt>
                <c:pt idx="1881">
                  <c:v>0.00761909338048</c:v>
                </c:pt>
                <c:pt idx="1882">
                  <c:v>0.0076153953715</c:v>
                </c:pt>
                <c:pt idx="1883">
                  <c:v>0.00761160632921</c:v>
                </c:pt>
                <c:pt idx="1884">
                  <c:v>0.00760772258488</c:v>
                </c:pt>
                <c:pt idx="1885">
                  <c:v>0.00760374055064</c:v>
                </c:pt>
                <c:pt idx="1886">
                  <c:v>0.00759965672521</c:v>
                </c:pt>
                <c:pt idx="1887">
                  <c:v>0.00759546769941</c:v>
                </c:pt>
                <c:pt idx="1888">
                  <c:v>0.00759117016156</c:v>
                </c:pt>
                <c:pt idx="1889">
                  <c:v>0.00758676090261</c:v>
                </c:pt>
                <c:pt idx="1890">
                  <c:v>0.0075822368212</c:v>
                </c:pt>
                <c:pt idx="1891">
                  <c:v>0.00757759492835</c:v>
                </c:pt>
                <c:pt idx="1892">
                  <c:v>0.00757283235207</c:v>
                </c:pt>
                <c:pt idx="1893">
                  <c:v>0.00756794634163</c:v>
                </c:pt>
                <c:pt idx="1894">
                  <c:v>0.00756293427164</c:v>
                </c:pt>
                <c:pt idx="1895">
                  <c:v>0.00755779364586</c:v>
                </c:pt>
                <c:pt idx="1896">
                  <c:v>0.00755252210074</c:v>
                </c:pt>
                <c:pt idx="1897">
                  <c:v>0.00754711740867</c:v>
                </c:pt>
                <c:pt idx="1898">
                  <c:v>0.00754157748102</c:v>
                </c:pt>
                <c:pt idx="1899">
                  <c:v>0.00753590037083</c:v>
                </c:pt>
                <c:pt idx="1900">
                  <c:v>0.00753008427525</c:v>
                </c:pt>
                <c:pt idx="1901">
                  <c:v>0.00752412753771</c:v>
                </c:pt>
                <c:pt idx="1902">
                  <c:v>0.0075180286498</c:v>
                </c:pt>
                <c:pt idx="1903">
                  <c:v>0.00751178625288</c:v>
                </c:pt>
                <c:pt idx="1904">
                  <c:v>0.00750539913937</c:v>
                </c:pt>
                <c:pt idx="1905">
                  <c:v>0.00749886625383</c:v>
                </c:pt>
                <c:pt idx="1906">
                  <c:v>0.00749218669374</c:v>
                </c:pt>
                <c:pt idx="1907">
                  <c:v>0.00748535970998</c:v>
                </c:pt>
                <c:pt idx="1908">
                  <c:v>0.00747838470715</c:v>
                </c:pt>
                <c:pt idx="1909">
                  <c:v>0.00747126124353</c:v>
                </c:pt>
                <c:pt idx="1910">
                  <c:v>0.00746398903086</c:v>
                </c:pt>
                <c:pt idx="1911">
                  <c:v>0.00745656793388</c:v>
                </c:pt>
                <c:pt idx="1912">
                  <c:v>0.00744899796957</c:v>
                </c:pt>
                <c:pt idx="1913">
                  <c:v>0.00744127930631</c:v>
                </c:pt>
                <c:pt idx="1914">
                  <c:v>0.00743341226264</c:v>
                </c:pt>
                <c:pt idx="1915">
                  <c:v>0.00742539730598</c:v>
                </c:pt>
                <c:pt idx="1916">
                  <c:v>0.00741723505105</c:v>
                </c:pt>
                <c:pt idx="1917">
                  <c:v>0.00740892625812</c:v>
                </c:pt>
                <c:pt idx="1918">
                  <c:v>0.00740047183109</c:v>
                </c:pt>
                <c:pt idx="1919">
                  <c:v>0.00739187281539</c:v>
                </c:pt>
                <c:pt idx="1920">
                  <c:v>0.00738313039566</c:v>
                </c:pt>
                <c:pt idx="1921">
                  <c:v>0.00737424589336</c:v>
                </c:pt>
                <c:pt idx="1922">
                  <c:v>0.00736522076408</c:v>
                </c:pt>
                <c:pt idx="1923">
                  <c:v>0.00735605659488</c:v>
                </c:pt>
                <c:pt idx="1924">
                  <c:v>0.0073467551013</c:v>
                </c:pt>
                <c:pt idx="1925">
                  <c:v>0.00733731812433</c:v>
                </c:pt>
                <c:pt idx="1926">
                  <c:v>0.00732774762721</c:v>
                </c:pt>
                <c:pt idx="1927">
                  <c:v>0.00731804569213</c:v>
                </c:pt>
                <c:pt idx="1928">
                  <c:v>0.00730821451672</c:v>
                </c:pt>
                <c:pt idx="1929">
                  <c:v>0.00729825641051</c:v>
                </c:pt>
                <c:pt idx="1930">
                  <c:v>0.00728817379121</c:v>
                </c:pt>
                <c:pt idx="1931">
                  <c:v>0.00727796918087</c:v>
                </c:pt>
                <c:pt idx="1932">
                  <c:v>0.007267645202</c:v>
                </c:pt>
                <c:pt idx="1933">
                  <c:v>0.00725720457343</c:v>
                </c:pt>
                <c:pt idx="1934">
                  <c:v>0.00724665010625</c:v>
                </c:pt>
                <c:pt idx="1935">
                  <c:v>0.00723598469953</c:v>
                </c:pt>
                <c:pt idx="1936">
                  <c:v>0.00722521133598</c:v>
                </c:pt>
                <c:pt idx="1937">
                  <c:v>0.00721433307748</c:v>
                </c:pt>
                <c:pt idx="1938">
                  <c:v>0.00720335306065</c:v>
                </c:pt>
                <c:pt idx="1939">
                  <c:v>0.00719227449216</c:v>
                </c:pt>
                <c:pt idx="1940">
                  <c:v>0.00718110064414</c:v>
                </c:pt>
                <c:pt idx="1941">
                  <c:v>0.0071698348494</c:v>
                </c:pt>
                <c:pt idx="1942">
                  <c:v>0.00715848049667</c:v>
                </c:pt>
                <c:pt idx="1943">
                  <c:v>0.00714704102575</c:v>
                </c:pt>
                <c:pt idx="1944">
                  <c:v>0.00713551992262</c:v>
                </c:pt>
                <c:pt idx="1945">
                  <c:v>0.00712392071453</c:v>
                </c:pt>
                <c:pt idx="1946">
                  <c:v>0.00711224696507</c:v>
                </c:pt>
                <c:pt idx="1947">
                  <c:v>0.00710050226919</c:v>
                </c:pt>
                <c:pt idx="1948">
                  <c:v>0.00708869024826</c:v>
                </c:pt>
                <c:pt idx="1949">
                  <c:v>0.00707681454507</c:v>
                </c:pt>
                <c:pt idx="1950">
                  <c:v>0.00706487881891</c:v>
                </c:pt>
                <c:pt idx="1951">
                  <c:v>0.00705288674064</c:v>
                </c:pt>
                <c:pt idx="1952">
                  <c:v>0.00704084198779</c:v>
                </c:pt>
                <c:pt idx="1953">
                  <c:v>0.00702874823968</c:v>
                </c:pt>
                <c:pt idx="1954">
                  <c:v>0.00701660917269</c:v>
                </c:pt>
                <c:pt idx="1955">
                  <c:v>0.00700442845547</c:v>
                </c:pt>
                <c:pt idx="1956">
                  <c:v>0.00699220974428</c:v>
                </c:pt>
                <c:pt idx="1957">
                  <c:v>0.00697995667847</c:v>
                </c:pt>
                <c:pt idx="1958">
                  <c:v>0.00696767287594</c:v>
                </c:pt>
                <c:pt idx="1959">
                  <c:v>0.00695536192881</c:v>
                </c:pt>
                <c:pt idx="1960">
                  <c:v>0.00694302739913</c:v>
                </c:pt>
                <c:pt idx="1961">
                  <c:v>0.00693067281475</c:v>
                </c:pt>
                <c:pt idx="1962">
                  <c:v>0.00691830166532</c:v>
                </c:pt>
                <c:pt idx="1963">
                  <c:v>0.00690591739841</c:v>
                </c:pt>
                <c:pt idx="1964">
                  <c:v>0.00689352341579</c:v>
                </c:pt>
                <c:pt idx="1965">
                  <c:v>0.00688112306983</c:v>
                </c:pt>
                <c:pt idx="1966">
                  <c:v>0.00686871966014</c:v>
                </c:pt>
                <c:pt idx="1967">
                  <c:v>0.00685631643028</c:v>
                </c:pt>
                <c:pt idx="1968">
                  <c:v>0.00684391656468</c:v>
                </c:pt>
                <c:pt idx="1969">
                  <c:v>0.00683152318572</c:v>
                </c:pt>
                <c:pt idx="1970">
                  <c:v>0.00681913935103</c:v>
                </c:pt>
                <c:pt idx="1971">
                  <c:v>0.00680676805088</c:v>
                </c:pt>
                <c:pt idx="1972">
                  <c:v>0.00679441220584</c:v>
                </c:pt>
                <c:pt idx="1973">
                  <c:v>0.00678207466455</c:v>
                </c:pt>
                <c:pt idx="1974">
                  <c:v>0.0067697582017</c:v>
                </c:pt>
                <c:pt idx="1975">
                  <c:v>0.00675746551621</c:v>
                </c:pt>
                <c:pt idx="1976">
                  <c:v>0.00674519922951</c:v>
                </c:pt>
                <c:pt idx="1977">
                  <c:v>0.00673296188412</c:v>
                </c:pt>
                <c:pt idx="1978">
                  <c:v>0.00672075594227</c:v>
                </c:pt>
                <c:pt idx="1979">
                  <c:v>0.00670858378476</c:v>
                </c:pt>
                <c:pt idx="1980">
                  <c:v>0.00669644771001</c:v>
                </c:pt>
                <c:pt idx="1981">
                  <c:v>0.00668434993318</c:v>
                </c:pt>
                <c:pt idx="1982">
                  <c:v>0.00667229258556</c:v>
                </c:pt>
                <c:pt idx="1983">
                  <c:v>0.00666027771398</c:v>
                </c:pt>
                <c:pt idx="1984">
                  <c:v>0.00664830728051</c:v>
                </c:pt>
                <c:pt idx="1985">
                  <c:v>0.00663638316218</c:v>
                </c:pt>
                <c:pt idx="1986">
                  <c:v>0.00662450715085</c:v>
                </c:pt>
                <c:pt idx="1987">
                  <c:v>0.0066126809533</c:v>
                </c:pt>
                <c:pt idx="1988">
                  <c:v>0.00660090619132</c:v>
                </c:pt>
                <c:pt idx="1989">
                  <c:v>0.00658918440194</c:v>
                </c:pt>
                <c:pt idx="1990">
                  <c:v>0.00657751703784</c:v>
                </c:pt>
                <c:pt idx="1991">
                  <c:v>0.00656590546775</c:v>
                </c:pt>
                <c:pt idx="1992">
                  <c:v>0.00655435097701</c:v>
                </c:pt>
                <c:pt idx="1993">
                  <c:v>0.00654285476815</c:v>
                </c:pt>
                <c:pt idx="1994">
                  <c:v>0.00653141796166</c:v>
                </c:pt>
                <c:pt idx="1995">
                  <c:v>0.00652004159666</c:v>
                </c:pt>
                <c:pt idx="1996">
                  <c:v>0.00650872663179</c:v>
                </c:pt>
                <c:pt idx="1997">
                  <c:v>0.00649747394602</c:v>
                </c:pt>
                <c:pt idx="1998">
                  <c:v>0.00648628433964</c:v>
                </c:pt>
                <c:pt idx="1999">
                  <c:v>0.00647515853515</c:v>
                </c:pt>
                <c:pt idx="2000">
                  <c:v>0.0064640971783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0.75"/>
          <c:min val="0"/>
        </c:scaling>
        <c:delete val="0"/>
        <c:axPos val="l"/>
        <c:majorGridlines>
          <c:spPr>
            <a:ln xmlns:a="http://schemas.openxmlformats.org/drawingml/2006/main" w="4763">
              <a:solidFill>
                <a:srgbClr val="EEEEEE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2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majorUnit val="1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10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U/t = 6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222222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scatterChart>
        <c:scatterStyle val="lineMarker"/>
        <c:varyColors val="0"/>
        <c:ser>
          <c:idx val="0"/>
          <c:order val="0"/>
          <c:tx>
            <c:v>charge</c:v>
          </c:tx>
          <c:spPr>
            <a:ln xmlns:a="http://schemas.openxmlformats.org/drawingml/2006/main" w="15240">
              <a:solidFill>
                <a:srgbClr val="C43C64"/>
              </a:solidFill>
              <a:prstDash val="solid"/>
            </a:ln>
          </c:spPr>
          <c:marker>
            <c:symbol val="none"/>
            <c:size val="5"/>
            <c:spPr>
              <a:solidFill xmlns:a="http://schemas.openxmlformats.org/drawingml/2006/main">
                <a:srgbClr val="C43C64"/>
              </a:solidFill>
            </c:spPr>
          </c:marker>
          <c:xVal>
            <c:numRef>
              <c:f>'Chart Data'!$A$2:$A$2002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Data'!$B$2:$B$2002</c:f>
              <c:numCache>
                <c:formatCode>0.0</c:formatCode>
                <c:ptCount val="2001"/>
                <c:pt idx="0">
                  <c:v>0.00446744597517</c:v>
                </c:pt>
                <c:pt idx="1">
                  <c:v>0.00447917029984</c:v>
                </c:pt>
                <c:pt idx="2">
                  <c:v>0.00449094273184</c:v>
                </c:pt>
                <c:pt idx="3">
                  <c:v>0.00450276354326</c:v>
                </c:pt>
                <c:pt idx="4">
                  <c:v>0.00451463300818</c:v>
                </c:pt>
                <c:pt idx="5">
                  <c:v>0.00452655140264</c:v>
                </c:pt>
                <c:pt idx="6">
                  <c:v>0.00453851900472</c:v>
                </c:pt>
                <c:pt idx="7">
                  <c:v>0.00455053609453</c:v>
                </c:pt>
                <c:pt idx="8">
                  <c:v>0.00456260295419</c:v>
                </c:pt>
                <c:pt idx="9">
                  <c:v>0.00457471986793</c:v>
                </c:pt>
                <c:pt idx="10">
                  <c:v>0.00458688712203</c:v>
                </c:pt>
                <c:pt idx="11">
                  <c:v>0.00459910500489</c:v>
                </c:pt>
                <c:pt idx="12">
                  <c:v>0.00461137380703</c:v>
                </c:pt>
                <c:pt idx="13">
                  <c:v>0.00462369382109</c:v>
                </c:pt>
                <c:pt idx="14">
                  <c:v>0.00463606534189</c:v>
                </c:pt>
                <c:pt idx="15">
                  <c:v>0.00464848866642</c:v>
                </c:pt>
                <c:pt idx="16">
                  <c:v>0.00466096409387</c:v>
                </c:pt>
                <c:pt idx="17">
                  <c:v>0.00467349192565</c:v>
                </c:pt>
                <c:pt idx="18">
                  <c:v>0.0046860724654</c:v>
                </c:pt>
                <c:pt idx="19">
                  <c:v>0.00469870601902</c:v>
                </c:pt>
                <c:pt idx="20">
                  <c:v>0.00471139289471</c:v>
                </c:pt>
                <c:pt idx="21">
                  <c:v>0.00472413340293</c:v>
                </c:pt>
                <c:pt idx="22">
                  <c:v>0.00473692785651</c:v>
                </c:pt>
                <c:pt idx="23">
                  <c:v>0.00474977657057</c:v>
                </c:pt>
                <c:pt idx="24">
                  <c:v>0.00476267986263</c:v>
                </c:pt>
                <c:pt idx="25">
                  <c:v>0.00477563805258</c:v>
                </c:pt>
                <c:pt idx="26">
                  <c:v>0.00478865146272</c:v>
                </c:pt>
                <c:pt idx="27">
                  <c:v>0.00480172041779</c:v>
                </c:pt>
                <c:pt idx="28">
                  <c:v>0.00481484524496</c:v>
                </c:pt>
                <c:pt idx="29">
                  <c:v>0.00482802627389</c:v>
                </c:pt>
                <c:pt idx="30">
                  <c:v>0.00484126383674</c:v>
                </c:pt>
                <c:pt idx="31">
                  <c:v>0.00485455826817</c:v>
                </c:pt>
                <c:pt idx="32">
                  <c:v>0.0048679099054</c:v>
                </c:pt>
                <c:pt idx="33">
                  <c:v>0.00488131908822</c:v>
                </c:pt>
                <c:pt idx="34">
                  <c:v>0.004894786159</c:v>
                </c:pt>
                <c:pt idx="35">
                  <c:v>0.00490831146273</c:v>
                </c:pt>
                <c:pt idx="36">
                  <c:v>0.00492189534704</c:v>
                </c:pt>
                <c:pt idx="37">
                  <c:v>0.00493553816223</c:v>
                </c:pt>
                <c:pt idx="38">
                  <c:v>0.00494924026128</c:v>
                </c:pt>
                <c:pt idx="39">
                  <c:v>0.00496300199988</c:v>
                </c:pt>
                <c:pt idx="40">
                  <c:v>0.00497682373649</c:v>
                </c:pt>
                <c:pt idx="41">
                  <c:v>0.00499070583229</c:v>
                </c:pt>
                <c:pt idx="42">
                  <c:v>0.0050046486513</c:v>
                </c:pt>
                <c:pt idx="43">
                  <c:v>0.00501865256032</c:v>
                </c:pt>
                <c:pt idx="44">
                  <c:v>0.00503271792902</c:v>
                </c:pt>
                <c:pt idx="45">
                  <c:v>0.00504684512993</c:v>
                </c:pt>
                <c:pt idx="46">
                  <c:v>0.00506103453848</c:v>
                </c:pt>
                <c:pt idx="47">
                  <c:v>0.00507528653303</c:v>
                </c:pt>
                <c:pt idx="48">
                  <c:v>0.0050896014949</c:v>
                </c:pt>
                <c:pt idx="49">
                  <c:v>0.00510397980839</c:v>
                </c:pt>
                <c:pt idx="50">
                  <c:v>0.0051184218608</c:v>
                </c:pt>
                <c:pt idx="51">
                  <c:v>0.00513292804248</c:v>
                </c:pt>
                <c:pt idx="52">
                  <c:v>0.00514749874686</c:v>
                </c:pt>
                <c:pt idx="53">
                  <c:v>0.00516213437045</c:v>
                </c:pt>
                <c:pt idx="54">
                  <c:v>0.00517683531291</c:v>
                </c:pt>
                <c:pt idx="55">
                  <c:v>0.00519160197704</c:v>
                </c:pt>
                <c:pt idx="56">
                  <c:v>0.00520643476883</c:v>
                </c:pt>
                <c:pt idx="57">
                  <c:v>0.00522133409752</c:v>
                </c:pt>
                <c:pt idx="58">
                  <c:v>0.00523630037556</c:v>
                </c:pt>
                <c:pt idx="59">
                  <c:v>0.00525133401871</c:v>
                </c:pt>
                <c:pt idx="60">
                  <c:v>0.00526643544605</c:v>
                </c:pt>
                <c:pt idx="61">
                  <c:v>0.00528160507998</c:v>
                </c:pt>
                <c:pt idx="62">
                  <c:v>0.00529684334632</c:v>
                </c:pt>
                <c:pt idx="63">
                  <c:v>0.00531215067426</c:v>
                </c:pt>
                <c:pt idx="64">
                  <c:v>0.00532752749647</c:v>
                </c:pt>
                <c:pt idx="65">
                  <c:v>0.00534297424908</c:v>
                </c:pt>
                <c:pt idx="66">
                  <c:v>0.00535849137176</c:v>
                </c:pt>
                <c:pt idx="67">
                  <c:v>0.0053740793077</c:v>
                </c:pt>
                <c:pt idx="68">
                  <c:v>0.0053897385037</c:v>
                </c:pt>
                <c:pt idx="69">
                  <c:v>0.00540546941016</c:v>
                </c:pt>
                <c:pt idx="70">
                  <c:v>0.00542127248115</c:v>
                </c:pt>
                <c:pt idx="71">
                  <c:v>0.00543714817442</c:v>
                </c:pt>
                <c:pt idx="72">
                  <c:v>0.00545309695147</c:v>
                </c:pt>
                <c:pt idx="73">
                  <c:v>0.00546911927754</c:v>
                </c:pt>
                <c:pt idx="74">
                  <c:v>0.00548521562168</c:v>
                </c:pt>
                <c:pt idx="75">
                  <c:v>0.00550138645681</c:v>
                </c:pt>
                <c:pt idx="76">
                  <c:v>0.00551763225969</c:v>
                </c:pt>
                <c:pt idx="77">
                  <c:v>0.00553395351102</c:v>
                </c:pt>
                <c:pt idx="78">
                  <c:v>0.00555035069546</c:v>
                </c:pt>
                <c:pt idx="79">
                  <c:v>0.00556682430165</c:v>
                </c:pt>
                <c:pt idx="80">
                  <c:v>0.00558337482229</c:v>
                </c:pt>
                <c:pt idx="81">
                  <c:v>0.00560000275414</c:v>
                </c:pt>
                <c:pt idx="82">
                  <c:v>0.0056167085981</c:v>
                </c:pt>
                <c:pt idx="83">
                  <c:v>0.00563349285922</c:v>
                </c:pt>
                <c:pt idx="84">
                  <c:v>0.00565035604676</c:v>
                </c:pt>
                <c:pt idx="85">
                  <c:v>0.00566729867421</c:v>
                </c:pt>
                <c:pt idx="86">
                  <c:v>0.00568432125937</c:v>
                </c:pt>
                <c:pt idx="87">
                  <c:v>0.00570142432436</c:v>
                </c:pt>
                <c:pt idx="88">
                  <c:v>0.0057186083957</c:v>
                </c:pt>
                <c:pt idx="89">
                  <c:v>0.00573587400431</c:v>
                </c:pt>
                <c:pt idx="90">
                  <c:v>0.00575322168559</c:v>
                </c:pt>
                <c:pt idx="91">
                  <c:v>0.00577065197945</c:v>
                </c:pt>
                <c:pt idx="92">
                  <c:v>0.00578816543035</c:v>
                </c:pt>
                <c:pt idx="93">
                  <c:v>0.00580576258739</c:v>
                </c:pt>
                <c:pt idx="94">
                  <c:v>0.00582344400429</c:v>
                </c:pt>
                <c:pt idx="95">
                  <c:v>0.00584121023949</c:v>
                </c:pt>
                <c:pt idx="96">
                  <c:v>0.00585906185618</c:v>
                </c:pt>
                <c:pt idx="97">
                  <c:v>0.00587699942236</c:v>
                </c:pt>
                <c:pt idx="98">
                  <c:v>0.00589502351087</c:v>
                </c:pt>
                <c:pt idx="99">
                  <c:v>0.00591313469945</c:v>
                </c:pt>
                <c:pt idx="100">
                  <c:v>0.00593133357081</c:v>
                </c:pt>
                <c:pt idx="101">
                  <c:v>0.00594962071264</c:v>
                </c:pt>
                <c:pt idx="102">
                  <c:v>0.00596799671771</c:v>
                </c:pt>
                <c:pt idx="103">
                  <c:v>0.0059864621839</c:v>
                </c:pt>
                <c:pt idx="104">
                  <c:v>0.00600501771423</c:v>
                </c:pt>
                <c:pt idx="105">
                  <c:v>0.00602366391696</c:v>
                </c:pt>
                <c:pt idx="106">
                  <c:v>0.00604240140563</c:v>
                </c:pt>
                <c:pt idx="107">
                  <c:v>0.00606123079908</c:v>
                </c:pt>
                <c:pt idx="108">
                  <c:v>0.00608015272157</c:v>
                </c:pt>
                <c:pt idx="109">
                  <c:v>0.00609916780279</c:v>
                </c:pt>
                <c:pt idx="110">
                  <c:v>0.00611827667791</c:v>
                </c:pt>
                <c:pt idx="111">
                  <c:v>0.00613747998769</c:v>
                </c:pt>
                <c:pt idx="112">
                  <c:v>0.0061567783785</c:v>
                </c:pt>
                <c:pt idx="113">
                  <c:v>0.00617617250238</c:v>
                </c:pt>
                <c:pt idx="114">
                  <c:v>0.00619566301711</c:v>
                </c:pt>
                <c:pt idx="115">
                  <c:v>0.00621525058629</c:v>
                </c:pt>
                <c:pt idx="116">
                  <c:v>0.00623493587936</c:v>
                </c:pt>
                <c:pt idx="117">
                  <c:v>0.0062547195717</c:v>
                </c:pt>
                <c:pt idx="118">
                  <c:v>0.00627460234469</c:v>
                </c:pt>
                <c:pt idx="119">
                  <c:v>0.00629458488573</c:v>
                </c:pt>
                <c:pt idx="120">
                  <c:v>0.00631466788838</c:v>
                </c:pt>
                <c:pt idx="121">
                  <c:v>0.00633485205236</c:v>
                </c:pt>
                <c:pt idx="122">
                  <c:v>0.00635513808367</c:v>
                </c:pt>
                <c:pt idx="123">
                  <c:v>0.0063755266946</c:v>
                </c:pt>
                <c:pt idx="124">
                  <c:v>0.00639601860387</c:v>
                </c:pt>
                <c:pt idx="125">
                  <c:v>0.00641661453663</c:v>
                </c:pt>
                <c:pt idx="126">
                  <c:v>0.00643731522457</c:v>
                </c:pt>
                <c:pt idx="127">
                  <c:v>0.00645812140599</c:v>
                </c:pt>
                <c:pt idx="128">
                  <c:v>0.00647903382587</c:v>
                </c:pt>
                <c:pt idx="129">
                  <c:v>0.00650005323592</c:v>
                </c:pt>
                <c:pt idx="130">
                  <c:v>0.0065211803947</c:v>
                </c:pt>
                <c:pt idx="131">
                  <c:v>0.00654241606765</c:v>
                </c:pt>
                <c:pt idx="132">
                  <c:v>0.00656376102718</c:v>
                </c:pt>
                <c:pt idx="133">
                  <c:v>0.00658521605279</c:v>
                </c:pt>
                <c:pt idx="134">
                  <c:v>0.00660678193106</c:v>
                </c:pt>
                <c:pt idx="135">
                  <c:v>0.00662845945583</c:v>
                </c:pt>
                <c:pt idx="136">
                  <c:v>0.00665024942819</c:v>
                </c:pt>
                <c:pt idx="137">
                  <c:v>0.00667215265664</c:v>
                </c:pt>
                <c:pt idx="138">
                  <c:v>0.0066941699571</c:v>
                </c:pt>
                <c:pt idx="139">
                  <c:v>0.00671630215305</c:v>
                </c:pt>
                <c:pt idx="140">
                  <c:v>0.00673855007559</c:v>
                </c:pt>
                <c:pt idx="141">
                  <c:v>0.00676091456352</c:v>
                </c:pt>
                <c:pt idx="142">
                  <c:v>0.00678339646345</c:v>
                </c:pt>
                <c:pt idx="143">
                  <c:v>0.00680599662987</c:v>
                </c:pt>
                <c:pt idx="144">
                  <c:v>0.00682871592524</c:v>
                </c:pt>
                <c:pt idx="145">
                  <c:v>0.00685155522007</c:v>
                </c:pt>
                <c:pt idx="146">
                  <c:v>0.00687451539306</c:v>
                </c:pt>
                <c:pt idx="147">
                  <c:v>0.00689759733112</c:v>
                </c:pt>
                <c:pt idx="148">
                  <c:v>0.00692080192953</c:v>
                </c:pt>
                <c:pt idx="149">
                  <c:v>0.00694413009199</c:v>
                </c:pt>
                <c:pt idx="150">
                  <c:v>0.00696758273074</c:v>
                </c:pt>
                <c:pt idx="151">
                  <c:v>0.00699116076665</c:v>
                </c:pt>
                <c:pt idx="152">
                  <c:v>0.00701486512933</c:v>
                </c:pt>
                <c:pt idx="153">
                  <c:v>0.00703869675721</c:v>
                </c:pt>
                <c:pt idx="154">
                  <c:v>0.00706265659765</c:v>
                </c:pt>
                <c:pt idx="155">
                  <c:v>0.00708674560705</c:v>
                </c:pt>
                <c:pt idx="156">
                  <c:v>0.00711096475097</c:v>
                </c:pt>
                <c:pt idx="157">
                  <c:v>0.00713531500418</c:v>
                </c:pt>
                <c:pt idx="158">
                  <c:v>0.00715979735083</c:v>
                </c:pt>
                <c:pt idx="159">
                  <c:v>0.00718441278453</c:v>
                </c:pt>
                <c:pt idx="160">
                  <c:v>0.00720916230845</c:v>
                </c:pt>
                <c:pt idx="161">
                  <c:v>0.00723404693545</c:v>
                </c:pt>
                <c:pt idx="162">
                  <c:v>0.00725906768821</c:v>
                </c:pt>
                <c:pt idx="163">
                  <c:v>0.00728422559929</c:v>
                </c:pt>
                <c:pt idx="164">
                  <c:v>0.00730952171129</c:v>
                </c:pt>
                <c:pt idx="165">
                  <c:v>0.00733495707696</c:v>
                </c:pt>
                <c:pt idx="166">
                  <c:v>0.00736053275933</c:v>
                </c:pt>
                <c:pt idx="167">
                  <c:v>0.00738624983179</c:v>
                </c:pt>
                <c:pt idx="168">
                  <c:v>0.00741210937827</c:v>
                </c:pt>
                <c:pt idx="169">
                  <c:v>0.00743811249331</c:v>
                </c:pt>
                <c:pt idx="170">
                  <c:v>0.00746426028223</c:v>
                </c:pt>
                <c:pt idx="171">
                  <c:v>0.00749055386122</c:v>
                </c:pt>
                <c:pt idx="172">
                  <c:v>0.00751699435752</c:v>
                </c:pt>
                <c:pt idx="173">
                  <c:v>0.00754358290949</c:v>
                </c:pt>
                <c:pt idx="174">
                  <c:v>0.0075703206668</c:v>
                </c:pt>
                <c:pt idx="175">
                  <c:v>0.00759720879052</c:v>
                </c:pt>
                <c:pt idx="176">
                  <c:v>0.00762424845328</c:v>
                </c:pt>
                <c:pt idx="177">
                  <c:v>0.00765144083941</c:v>
                </c:pt>
                <c:pt idx="178">
                  <c:v>0.00767878714508</c:v>
                </c:pt>
                <c:pt idx="179">
                  <c:v>0.00770628857844</c:v>
                </c:pt>
                <c:pt idx="180">
                  <c:v>0.00773394635976</c:v>
                </c:pt>
                <c:pt idx="181">
                  <c:v>0.00776176172158</c:v>
                </c:pt>
                <c:pt idx="182">
                  <c:v>0.00778973590886</c:v>
                </c:pt>
                <c:pt idx="183">
                  <c:v>0.00781787017913</c:v>
                </c:pt>
                <c:pt idx="184">
                  <c:v>0.00784616580266</c:v>
                </c:pt>
                <c:pt idx="185">
                  <c:v>0.00787462406258</c:v>
                </c:pt>
                <c:pt idx="186">
                  <c:v>0.00790324625507</c:v>
                </c:pt>
                <c:pt idx="187">
                  <c:v>0.0079320336895</c:v>
                </c:pt>
                <c:pt idx="188">
                  <c:v>0.0079609876886</c:v>
                </c:pt>
                <c:pt idx="189">
                  <c:v>0.00799010958863</c:v>
                </c:pt>
                <c:pt idx="190">
                  <c:v>0.00801940073954</c:v>
                </c:pt>
                <c:pt idx="191">
                  <c:v>0.00804886250512</c:v>
                </c:pt>
                <c:pt idx="192">
                  <c:v>0.00807849626321</c:v>
                </c:pt>
                <c:pt idx="193">
                  <c:v>0.00810830340585</c:v>
                </c:pt>
                <c:pt idx="194">
                  <c:v>0.00813828533946</c:v>
                </c:pt>
                <c:pt idx="195">
                  <c:v>0.00816844348501</c:v>
                </c:pt>
                <c:pt idx="196">
                  <c:v>0.00819877927822</c:v>
                </c:pt>
                <c:pt idx="197">
                  <c:v>0.00822929416974</c:v>
                </c:pt>
                <c:pt idx="198">
                  <c:v>0.00825998962532</c:v>
                </c:pt>
                <c:pt idx="199">
                  <c:v>0.00829086712601</c:v>
                </c:pt>
                <c:pt idx="200">
                  <c:v>0.00832192816835</c:v>
                </c:pt>
                <c:pt idx="201">
                  <c:v>0.00835317426458</c:v>
                </c:pt>
                <c:pt idx="202">
                  <c:v>0.00838460694281</c:v>
                </c:pt>
                <c:pt idx="203">
                  <c:v>0.00841622774724</c:v>
                </c:pt>
                <c:pt idx="204">
                  <c:v>0.00844803823835</c:v>
                </c:pt>
                <c:pt idx="205">
                  <c:v>0.00848003999313</c:v>
                </c:pt>
                <c:pt idx="206">
                  <c:v>0.00851223460525</c:v>
                </c:pt>
                <c:pt idx="207">
                  <c:v>0.00854462368532</c:v>
                </c:pt>
                <c:pt idx="208">
                  <c:v>0.00857720886107</c:v>
                </c:pt>
                <c:pt idx="209">
                  <c:v>0.00860999177756</c:v>
                </c:pt>
                <c:pt idx="210">
                  <c:v>0.00864297409745</c:v>
                </c:pt>
                <c:pt idx="211">
                  <c:v>0.00867615750117</c:v>
                </c:pt>
                <c:pt idx="212">
                  <c:v>0.00870954368719</c:v>
                </c:pt>
                <c:pt idx="213">
                  <c:v>0.00874313437222</c:v>
                </c:pt>
                <c:pt idx="214">
                  <c:v>0.00877693129147</c:v>
                </c:pt>
                <c:pt idx="215">
                  <c:v>0.00881093619887</c:v>
                </c:pt>
                <c:pt idx="216">
                  <c:v>0.00884515086731</c:v>
                </c:pt>
                <c:pt idx="217">
                  <c:v>0.00887957708891</c:v>
                </c:pt>
                <c:pt idx="218">
                  <c:v>0.00891421667525</c:v>
                </c:pt>
                <c:pt idx="219">
                  <c:v>0.00894907145761</c:v>
                </c:pt>
                <c:pt idx="220">
                  <c:v>0.00898414328725</c:v>
                </c:pt>
                <c:pt idx="221">
                  <c:v>0.00901943403567</c:v>
                </c:pt>
                <c:pt idx="222">
                  <c:v>0.00905494559483</c:v>
                </c:pt>
                <c:pt idx="223">
                  <c:v>0.0090906798775</c:v>
                </c:pt>
                <c:pt idx="224">
                  <c:v>0.00912663881743</c:v>
                </c:pt>
                <c:pt idx="225">
                  <c:v>0.00916282436973</c:v>
                </c:pt>
                <c:pt idx="226">
                  <c:v>0.00919923851106</c:v>
                </c:pt>
                <c:pt idx="227">
                  <c:v>0.00923588323996</c:v>
                </c:pt>
                <c:pt idx="228">
                  <c:v>0.00927276057714</c:v>
                </c:pt>
                <c:pt idx="229">
                  <c:v>0.00930987256576</c:v>
                </c:pt>
                <c:pt idx="230">
                  <c:v>0.00934722127171</c:v>
                </c:pt>
                <c:pt idx="231">
                  <c:v>0.00938480878394</c:v>
                </c:pt>
                <c:pt idx="232">
                  <c:v>0.00942263721477</c:v>
                </c:pt>
                <c:pt idx="233">
                  <c:v>0.00946070870015</c:v>
                </c:pt>
                <c:pt idx="234">
                  <c:v>0.00949902540004</c:v>
                </c:pt>
                <c:pt idx="235">
                  <c:v>0.00953758949868</c:v>
                </c:pt>
                <c:pt idx="236">
                  <c:v>0.00957640320494</c:v>
                </c:pt>
                <c:pt idx="237">
                  <c:v>0.00961546875262</c:v>
                </c:pt>
                <c:pt idx="238">
                  <c:v>0.00965478840082</c:v>
                </c:pt>
                <c:pt idx="239">
                  <c:v>0.00969436443428</c:v>
                </c:pt>
                <c:pt idx="240">
                  <c:v>0.00973419916366</c:v>
                </c:pt>
                <c:pt idx="241">
                  <c:v>0.00977429492596</c:v>
                </c:pt>
                <c:pt idx="242">
                  <c:v>0.00981465408486</c:v>
                </c:pt>
                <c:pt idx="243">
                  <c:v>0.00985527903105</c:v>
                </c:pt>
                <c:pt idx="244">
                  <c:v>0.00989617218261</c:v>
                </c:pt>
                <c:pt idx="245">
                  <c:v>0.00993733598539</c:v>
                </c:pt>
                <c:pt idx="246">
                  <c:v>0.00997877291338</c:v>
                </c:pt>
                <c:pt idx="247">
                  <c:v>0.0100204854691</c:v>
                </c:pt>
                <c:pt idx="248">
                  <c:v>0.0100624761839</c:v>
                </c:pt>
                <c:pt idx="249">
                  <c:v>0.0101047476185</c:v>
                </c:pt>
                <c:pt idx="250">
                  <c:v>0.0101473023633</c:v>
                </c:pt>
                <c:pt idx="251">
                  <c:v>0.0101901430388</c:v>
                </c:pt>
                <c:pt idx="252">
                  <c:v>0.0102332722961</c:v>
                </c:pt>
                <c:pt idx="253">
                  <c:v>0.010276692817</c:v>
                </c:pt>
                <c:pt idx="254">
                  <c:v>0.0103204073149</c:v>
                </c:pt>
                <c:pt idx="255">
                  <c:v>0.0103644185348</c:v>
                </c:pt>
                <c:pt idx="256">
                  <c:v>0.010408729254</c:v>
                </c:pt>
                <c:pt idx="257">
                  <c:v>0.0104533422824</c:v>
                </c:pt>
                <c:pt idx="258">
                  <c:v>0.0104982604631</c:v>
                </c:pt>
                <c:pt idx="259">
                  <c:v>0.0105434866727</c:v>
                </c:pt>
                <c:pt idx="260">
                  <c:v>0.0105890238218</c:v>
                </c:pt>
                <c:pt idx="261">
                  <c:v>0.0106348748556</c:v>
                </c:pt>
                <c:pt idx="262">
                  <c:v>0.0106810427541</c:v>
                </c:pt>
                <c:pt idx="263">
                  <c:v>0.0107275305328</c:v>
                </c:pt>
                <c:pt idx="264">
                  <c:v>0.0107743412433</c:v>
                </c:pt>
                <c:pt idx="265">
                  <c:v>0.0108214779734</c:v>
                </c:pt>
                <c:pt idx="266">
                  <c:v>0.0108689438481</c:v>
                </c:pt>
                <c:pt idx="267">
                  <c:v>0.0109167420296</c:v>
                </c:pt>
                <c:pt idx="268">
                  <c:v>0.0109648757182</c:v>
                </c:pt>
                <c:pt idx="269">
                  <c:v>0.0110133481527</c:v>
                </c:pt>
                <c:pt idx="270">
                  <c:v>0.0110621626111</c:v>
                </c:pt>
                <c:pt idx="271">
                  <c:v>0.0111113224106</c:v>
                </c:pt>
                <c:pt idx="272">
                  <c:v>0.0111608309088</c:v>
                </c:pt>
                <c:pt idx="273">
                  <c:v>0.011210691504</c:v>
                </c:pt>
                <c:pt idx="274">
                  <c:v>0.0112609076357</c:v>
                </c:pt>
                <c:pt idx="275">
                  <c:v>0.0113114827853</c:v>
                </c:pt>
                <c:pt idx="276">
                  <c:v>0.0113624204765</c:v>
                </c:pt>
                <c:pt idx="277">
                  <c:v>0.011413724276</c:v>
                </c:pt>
                <c:pt idx="278">
                  <c:v>0.0114653977944</c:v>
                </c:pt>
                <c:pt idx="279">
                  <c:v>0.0115174446862</c:v>
                </c:pt>
                <c:pt idx="280">
                  <c:v>0.0115698686509</c:v>
                </c:pt>
                <c:pt idx="281">
                  <c:v>0.0116226734335</c:v>
                </c:pt>
                <c:pt idx="282">
                  <c:v>0.011675862825</c:v>
                </c:pt>
                <c:pt idx="283">
                  <c:v>0.0117294406633</c:v>
                </c:pt>
                <c:pt idx="284">
                  <c:v>0.0117834108336</c:v>
                </c:pt>
                <c:pt idx="285">
                  <c:v>0.0118377772693</c:v>
                </c:pt>
                <c:pt idx="286">
                  <c:v>0.0118925439524</c:v>
                </c:pt>
                <c:pt idx="287">
                  <c:v>0.0119477149144</c:v>
                </c:pt>
                <c:pt idx="288">
                  <c:v>0.012003294237</c:v>
                </c:pt>
                <c:pt idx="289">
                  <c:v>0.0120592860528</c:v>
                </c:pt>
                <c:pt idx="290">
                  <c:v>0.0121156945458</c:v>
                </c:pt>
                <c:pt idx="291">
                  <c:v>0.0121725239522</c:v>
                </c:pt>
                <c:pt idx="292">
                  <c:v>0.0122297785616</c:v>
                </c:pt>
                <c:pt idx="293">
                  <c:v>0.0122874627169</c:v>
                </c:pt>
                <c:pt idx="294">
                  <c:v>0.0123455808159</c:v>
                </c:pt>
                <c:pt idx="295">
                  <c:v>0.0124041373113</c:v>
                </c:pt>
                <c:pt idx="296">
                  <c:v>0.0124631367122</c:v>
                </c:pt>
                <c:pt idx="297">
                  <c:v>0.0125225835844</c:v>
                </c:pt>
                <c:pt idx="298">
                  <c:v>0.0125824825513</c:v>
                </c:pt>
                <c:pt idx="299">
                  <c:v>0.0126428382947</c:v>
                </c:pt>
                <c:pt idx="300">
                  <c:v>0.0127036555558</c:v>
                </c:pt>
                <c:pt idx="301">
                  <c:v>0.012764939136</c:v>
                </c:pt>
                <c:pt idx="302">
                  <c:v>0.0128266938972</c:v>
                </c:pt>
                <c:pt idx="303">
                  <c:v>0.0128889247635</c:v>
                </c:pt>
                <c:pt idx="304">
                  <c:v>0.0129516367215</c:v>
                </c:pt>
                <c:pt idx="305">
                  <c:v>0.0130148348214</c:v>
                </c:pt>
                <c:pt idx="306">
                  <c:v>0.0130785241777</c:v>
                </c:pt>
                <c:pt idx="307">
                  <c:v>0.0131427099702</c:v>
                </c:pt>
                <c:pt idx="308">
                  <c:v>0.0132073974449</c:v>
                </c:pt>
                <c:pt idx="309">
                  <c:v>0.0132725919153</c:v>
                </c:pt>
                <c:pt idx="310">
                  <c:v>0.0133382987623</c:v>
                </c:pt>
                <c:pt idx="311">
                  <c:v>0.0134045234365</c:v>
                </c:pt>
                <c:pt idx="312">
                  <c:v>0.0134712714579</c:v>
                </c:pt>
                <c:pt idx="313">
                  <c:v>0.0135385484177</c:v>
                </c:pt>
                <c:pt idx="314">
                  <c:v>0.0136063599791</c:v>
                </c:pt>
                <c:pt idx="315">
                  <c:v>0.0136747118779</c:v>
                </c:pt>
                <c:pt idx="316">
                  <c:v>0.0137436099241</c:v>
                </c:pt>
                <c:pt idx="317">
                  <c:v>0.0138130600023</c:v>
                </c:pt>
                <c:pt idx="318">
                  <c:v>0.0138830680732</c:v>
                </c:pt>
                <c:pt idx="319">
                  <c:v>0.0139536401744</c:v>
                </c:pt>
                <c:pt idx="320">
                  <c:v>0.0140247824217</c:v>
                </c:pt>
                <c:pt idx="321">
                  <c:v>0.0140965010096</c:v>
                </c:pt>
                <c:pt idx="322">
                  <c:v>0.014168802213</c:v>
                </c:pt>
                <c:pt idx="323">
                  <c:v>0.0142416923878</c:v>
                </c:pt>
                <c:pt idx="324">
                  <c:v>0.0143151779725</c:v>
                </c:pt>
                <c:pt idx="325">
                  <c:v>0.0143892654886</c:v>
                </c:pt>
                <c:pt idx="326">
                  <c:v>0.0144639615424</c:v>
                </c:pt>
                <c:pt idx="327">
                  <c:v>0.0145392728256</c:v>
                </c:pt>
                <c:pt idx="328">
                  <c:v>0.0146152061168</c:v>
                </c:pt>
                <c:pt idx="329">
                  <c:v>0.0146917682825</c:v>
                </c:pt>
                <c:pt idx="330">
                  <c:v>0.0147689662782</c:v>
                </c:pt>
                <c:pt idx="331">
                  <c:v>0.0148468071494</c:v>
                </c:pt>
                <c:pt idx="332">
                  <c:v>0.0149252980332</c:v>
                </c:pt>
                <c:pt idx="333">
                  <c:v>0.0150044461593</c:v>
                </c:pt>
                <c:pt idx="334">
                  <c:v>0.0150842588509</c:v>
                </c:pt>
                <c:pt idx="335">
                  <c:v>0.0151647435262</c:v>
                </c:pt>
                <c:pt idx="336">
                  <c:v>0.0152459076995</c:v>
                </c:pt>
                <c:pt idx="337">
                  <c:v>0.0153277589826</c:v>
                </c:pt>
                <c:pt idx="338">
                  <c:v>0.0154103050856</c:v>
                </c:pt>
                <c:pt idx="339">
                  <c:v>0.0154935538184</c:v>
                </c:pt>
                <c:pt idx="340">
                  <c:v>0.0155775130921</c:v>
                </c:pt>
                <c:pt idx="341">
                  <c:v>0.0156621909198</c:v>
                </c:pt>
                <c:pt idx="342">
                  <c:v>0.015747595418</c:v>
                </c:pt>
                <c:pt idx="343">
                  <c:v>0.0158337348081</c:v>
                </c:pt>
                <c:pt idx="344">
                  <c:v>0.0159206174174</c:v>
                </c:pt>
                <c:pt idx="345">
                  <c:v>0.0160082516802</c:v>
                </c:pt>
                <c:pt idx="346">
                  <c:v>0.0160966461394</c:v>
                </c:pt>
                <c:pt idx="347">
                  <c:v>0.0161858094475</c:v>
                </c:pt>
                <c:pt idx="348">
                  <c:v>0.016275750368</c:v>
                </c:pt>
                <c:pt idx="349">
                  <c:v>0.0163664777764</c:v>
                </c:pt>
                <c:pt idx="350">
                  <c:v>0.0164580006618</c:v>
                </c:pt>
                <c:pt idx="351">
                  <c:v>0.0165503281278</c:v>
                </c:pt>
                <c:pt idx="352">
                  <c:v>0.016643469394</c:v>
                </c:pt>
                <c:pt idx="353">
                  <c:v>0.016737433797</c:v>
                </c:pt>
                <c:pt idx="354">
                  <c:v>0.0168322307919</c:v>
                </c:pt>
                <c:pt idx="355">
                  <c:v>0.0169278699532</c:v>
                </c:pt>
                <c:pt idx="356">
                  <c:v>0.0170243609761</c:v>
                </c:pt>
                <c:pt idx="357">
                  <c:v>0.0171217136781</c:v>
                </c:pt>
                <c:pt idx="358">
                  <c:v>0.0172199379994</c:v>
                </c:pt>
                <c:pt idx="359">
                  <c:v>0.0173190440048</c:v>
                </c:pt>
                <c:pt idx="360">
                  <c:v>0.0174190418844</c:v>
                </c:pt>
                <c:pt idx="361">
                  <c:v>0.017519941955</c:v>
                </c:pt>
                <c:pt idx="362">
                  <c:v>0.0176217546611</c:v>
                </c:pt>
                <c:pt idx="363">
                  <c:v>0.0177244905758</c:v>
                </c:pt>
                <c:pt idx="364">
                  <c:v>0.0178281604022</c:v>
                </c:pt>
                <c:pt idx="365">
                  <c:v>0.0179327749744</c:v>
                </c:pt>
                <c:pt idx="366">
                  <c:v>0.0180383452583</c:v>
                </c:pt>
                <c:pt idx="367">
                  <c:v>0.0181448823525</c:v>
                </c:pt>
                <c:pt idx="368">
                  <c:v>0.0182523974899</c:v>
                </c:pt>
                <c:pt idx="369">
                  <c:v>0.0183609020376</c:v>
                </c:pt>
                <c:pt idx="370">
                  <c:v>0.0184704074987</c:v>
                </c:pt>
                <c:pt idx="371">
                  <c:v>0.0185809255127</c:v>
                </c:pt>
                <c:pt idx="372">
                  <c:v>0.0186924678561</c:v>
                </c:pt>
                <c:pt idx="373">
                  <c:v>0.0188050464436</c:v>
                </c:pt>
                <c:pt idx="374">
                  <c:v>0.0189186733285</c:v>
                </c:pt>
                <c:pt idx="375">
                  <c:v>0.0190333607032</c:v>
                </c:pt>
                <c:pt idx="376">
                  <c:v>0.0191491209001</c:v>
                </c:pt>
                <c:pt idx="377">
                  <c:v>0.019265966392</c:v>
                </c:pt>
                <c:pt idx="378">
                  <c:v>0.0193839097921</c:v>
                </c:pt>
                <c:pt idx="379">
                  <c:v>0.0195029638552</c:v>
                </c:pt>
                <c:pt idx="380">
                  <c:v>0.0196231414771</c:v>
                </c:pt>
                <c:pt idx="381">
                  <c:v>0.0197444556956</c:v>
                </c:pt>
                <c:pt idx="382">
                  <c:v>0.0198669196898</c:v>
                </c:pt>
                <c:pt idx="383">
                  <c:v>0.0199905467811</c:v>
                </c:pt>
                <c:pt idx="384">
                  <c:v>0.020115350432</c:v>
                </c:pt>
                <c:pt idx="385">
                  <c:v>0.0202413442471</c:v>
                </c:pt>
                <c:pt idx="386">
                  <c:v>0.0203685419718</c:v>
                </c:pt>
                <c:pt idx="387">
                  <c:v>0.0204969574926</c:v>
                </c:pt>
                <c:pt idx="388">
                  <c:v>0.0206266048363</c:v>
                </c:pt>
                <c:pt idx="389">
                  <c:v>0.0207574981695</c:v>
                </c:pt>
                <c:pt idx="390">
                  <c:v>0.0208896517976</c:v>
                </c:pt>
                <c:pt idx="391">
                  <c:v>0.0210230801641</c:v>
                </c:pt>
                <c:pt idx="392">
                  <c:v>0.0211577978496</c:v>
                </c:pt>
                <c:pt idx="393">
                  <c:v>0.0212938195703</c:v>
                </c:pt>
                <c:pt idx="394">
                  <c:v>0.0214311601772</c:v>
                </c:pt>
                <c:pt idx="395">
                  <c:v>0.0215698346538</c:v>
                </c:pt>
                <c:pt idx="396">
                  <c:v>0.021709858115</c:v>
                </c:pt>
                <c:pt idx="397">
                  <c:v>0.0218512458052</c:v>
                </c:pt>
                <c:pt idx="398">
                  <c:v>0.0219940130956</c:v>
                </c:pt>
                <c:pt idx="399">
                  <c:v>0.0221381754827</c:v>
                </c:pt>
                <c:pt idx="400">
                  <c:v>0.0222837485854</c:v>
                </c:pt>
                <c:pt idx="401">
                  <c:v>0.0224307481424</c:v>
                </c:pt>
                <c:pt idx="402">
                  <c:v>0.022579190009</c:v>
                </c:pt>
                <c:pt idx="403">
                  <c:v>0.0227290901543</c:v>
                </c:pt>
                <c:pt idx="404">
                  <c:v>0.0228804646576</c:v>
                </c:pt>
                <c:pt idx="405">
                  <c:v>0.0230333297049</c:v>
                </c:pt>
                <c:pt idx="406">
                  <c:v>0.0231877015845</c:v>
                </c:pt>
                <c:pt idx="407">
                  <c:v>0.0233435966832</c:v>
                </c:pt>
                <c:pt idx="408">
                  <c:v>0.0235010314817</c:v>
                </c:pt>
                <c:pt idx="409">
                  <c:v>0.0236600225497</c:v>
                </c:pt>
                <c:pt idx="410">
                  <c:v>0.0238205865409</c:v>
                </c:pt>
                <c:pt idx="411">
                  <c:v>0.0239827401872</c:v>
                </c:pt>
                <c:pt idx="412">
                  <c:v>0.0241465002935</c:v>
                </c:pt>
                <c:pt idx="413">
                  <c:v>0.0243118837312</c:v>
                </c:pt>
                <c:pt idx="414">
                  <c:v>0.0244789074316</c:v>
                </c:pt>
                <c:pt idx="415">
                  <c:v>0.0246475883795</c:v>
                </c:pt>
                <c:pt idx="416">
                  <c:v>0.0248179436056</c:v>
                </c:pt>
                <c:pt idx="417">
                  <c:v>0.0249899901792</c:v>
                </c:pt>
                <c:pt idx="418">
                  <c:v>0.0251637451997</c:v>
                </c:pt>
                <c:pt idx="419">
                  <c:v>0.0253392257887</c:v>
                </c:pt>
                <c:pt idx="420">
                  <c:v>0.0255164490811</c:v>
                </c:pt>
                <c:pt idx="421">
                  <c:v>0.0256954322154</c:v>
                </c:pt>
                <c:pt idx="422">
                  <c:v>0.0258761923244</c:v>
                </c:pt>
                <c:pt idx="423">
                  <c:v>0.0260587465249</c:v>
                </c:pt>
                <c:pt idx="424">
                  <c:v>0.0262431119069</c:v>
                </c:pt>
                <c:pt idx="425">
                  <c:v>0.0264293055229</c:v>
                </c:pt>
                <c:pt idx="426">
                  <c:v>0.0266173443758</c:v>
                </c:pt>
                <c:pt idx="427">
                  <c:v>0.0268072454072</c:v>
                </c:pt>
                <c:pt idx="428">
                  <c:v>0.0269990254845</c:v>
                </c:pt>
                <c:pt idx="429">
                  <c:v>0.0271927013882</c:v>
                </c:pt>
                <c:pt idx="430">
                  <c:v>0.0273882897978</c:v>
                </c:pt>
                <c:pt idx="431">
                  <c:v>0.0275858072783</c:v>
                </c:pt>
                <c:pt idx="432">
                  <c:v>0.0277852702647</c:v>
                </c:pt>
                <c:pt idx="433">
                  <c:v>0.0279866950478</c:v>
                </c:pt>
                <c:pt idx="434">
                  <c:v>0.0281900977577</c:v>
                </c:pt>
                <c:pt idx="435">
                  <c:v>0.0283954943479</c:v>
                </c:pt>
                <c:pt idx="436">
                  <c:v>0.0286029005786</c:v>
                </c:pt>
                <c:pt idx="437">
                  <c:v>0.0288123319992</c:v>
                </c:pt>
                <c:pt idx="438">
                  <c:v>0.0290238039305</c:v>
                </c:pt>
                <c:pt idx="439">
                  <c:v>0.0292373314465</c:v>
                </c:pt>
                <c:pt idx="440">
                  <c:v>0.0294529293554</c:v>
                </c:pt>
                <c:pt idx="441">
                  <c:v>0.0296706121802</c:v>
                </c:pt>
                <c:pt idx="442">
                  <c:v>0.029890394139</c:v>
                </c:pt>
                <c:pt idx="443">
                  <c:v>0.0301122891243</c:v>
                </c:pt>
                <c:pt idx="444">
                  <c:v>0.0303363106826</c:v>
                </c:pt>
                <c:pt idx="445">
                  <c:v>0.0305624719928</c:v>
                </c:pt>
                <c:pt idx="446">
                  <c:v>0.0307907858444</c:v>
                </c:pt>
                <c:pt idx="447">
                  <c:v>0.0310212646158</c:v>
                </c:pt>
                <c:pt idx="448">
                  <c:v>0.0312539202513</c:v>
                </c:pt>
                <c:pt idx="449">
                  <c:v>0.0314887642385</c:v>
                </c:pt>
                <c:pt idx="450">
                  <c:v>0.031725807585</c:v>
                </c:pt>
                <c:pt idx="451">
                  <c:v>0.0319650607948</c:v>
                </c:pt>
                <c:pt idx="452">
                  <c:v>0.0322065338447</c:v>
                </c:pt>
                <c:pt idx="453">
                  <c:v>0.0324502361601</c:v>
                </c:pt>
                <c:pt idx="454">
                  <c:v>0.0326961765911</c:v>
                </c:pt>
                <c:pt idx="455">
                  <c:v>0.0329443633879</c:v>
                </c:pt>
                <c:pt idx="456">
                  <c:v>0.0331948041765</c:v>
                </c:pt>
                <c:pt idx="457">
                  <c:v>0.0334475059343</c:v>
                </c:pt>
                <c:pt idx="458">
                  <c:v>0.0337024749659</c:v>
                </c:pt>
                <c:pt idx="459">
                  <c:v>0.0339597168783</c:v>
                </c:pt>
                <c:pt idx="460">
                  <c:v>0.0342192365571</c:v>
                </c:pt>
                <c:pt idx="461">
                  <c:v>0.0344810381425</c:v>
                </c:pt>
                <c:pt idx="462">
                  <c:v>0.0347451250055</c:v>
                </c:pt>
                <c:pt idx="463">
                  <c:v>0.0350114997244</c:v>
                </c:pt>
                <c:pt idx="464">
                  <c:v>0.0352801640621</c:v>
                </c:pt>
                <c:pt idx="465">
                  <c:v>0.0355511189438</c:v>
                </c:pt>
                <c:pt idx="466">
                  <c:v>0.0358243644347</c:v>
                </c:pt>
                <c:pt idx="467">
                  <c:v>0.0360998997191</c:v>
                </c:pt>
                <c:pt idx="468">
                  <c:v>0.0363777230796</c:v>
                </c:pt>
                <c:pt idx="469">
                  <c:v>0.0366578318778</c:v>
                </c:pt>
                <c:pt idx="470">
                  <c:v>0.0369402225353</c:v>
                </c:pt>
                <c:pt idx="471">
                  <c:v>0.0372248905159</c:v>
                </c:pt>
                <c:pt idx="472">
                  <c:v>0.0375118303086</c:v>
                </c:pt>
                <c:pt idx="473">
                  <c:v>0.0378010354126</c:v>
                </c:pt>
                <c:pt idx="474">
                  <c:v>0.0380924983224</c:v>
                </c:pt>
                <c:pt idx="475">
                  <c:v>0.0383862105146</c:v>
                </c:pt>
                <c:pt idx="476">
                  <c:v>0.0386821624367</c:v>
                </c:pt>
                <c:pt idx="477">
                  <c:v>0.0389803434966</c:v>
                </c:pt>
                <c:pt idx="478">
                  <c:v>0.0392807420536</c:v>
                </c:pt>
                <c:pt idx="479">
                  <c:v>0.0395833454117</c:v>
                </c:pt>
                <c:pt idx="480">
                  <c:v>0.0398881398139</c:v>
                </c:pt>
                <c:pt idx="481">
                  <c:v>0.0401951104384</c:v>
                </c:pt>
                <c:pt idx="482">
                  <c:v>0.0405042413968</c:v>
                </c:pt>
                <c:pt idx="483">
                  <c:v>0.0408155157336</c:v>
                </c:pt>
                <c:pt idx="484">
                  <c:v>0.0411289154282</c:v>
                </c:pt>
                <c:pt idx="485">
                  <c:v>0.0414444213982</c:v>
                </c:pt>
                <c:pt idx="486">
                  <c:v>0.0417620135051</c:v>
                </c:pt>
                <c:pt idx="487">
                  <c:v>0.0420816705613</c:v>
                </c:pt>
                <c:pt idx="488">
                  <c:v>0.0424033703396</c:v>
                </c:pt>
                <c:pt idx="489">
                  <c:v>0.0427270895847</c:v>
                </c:pt>
                <c:pt idx="490">
                  <c:v>0.0430528040255</c:v>
                </c:pt>
                <c:pt idx="491">
                  <c:v>0.0433804883909</c:v>
                </c:pt>
                <c:pt idx="492">
                  <c:v>0.0437101164263</c:v>
                </c:pt>
                <c:pt idx="493">
                  <c:v>0.0440416609118</c:v>
                </c:pt>
                <c:pt idx="494">
                  <c:v>0.0443750936832</c:v>
                </c:pt>
                <c:pt idx="495">
                  <c:v>0.0447103856536</c:v>
                </c:pt>
                <c:pt idx="496">
                  <c:v>0.0450475068369</c:v>
                </c:pt>
                <c:pt idx="497">
                  <c:v>0.0453864263731</c:v>
                </c:pt>
                <c:pt idx="498">
                  <c:v>0.0457271125547</c:v>
                </c:pt>
                <c:pt idx="499">
                  <c:v>0.0460695328541</c:v>
                </c:pt>
                <c:pt idx="500">
                  <c:v>0.0464136539531</c:v>
                </c:pt>
                <c:pt idx="501">
                  <c:v>0.0467594417724</c:v>
                </c:pt>
                <c:pt idx="502">
                  <c:v>0.0471068615023</c:v>
                </c:pt>
                <c:pt idx="503">
                  <c:v>0.0474558776351</c:v>
                </c:pt>
                <c:pt idx="504">
                  <c:v>0.0478064539963</c:v>
                </c:pt>
                <c:pt idx="505">
                  <c:v>0.0481585537783</c:v>
                </c:pt>
                <c:pt idx="506">
                  <c:v>0.0485121395727</c:v>
                </c:pt>
                <c:pt idx="507">
                  <c:v>0.0488671734039</c:v>
                </c:pt>
                <c:pt idx="508">
                  <c:v>0.0492236167622</c:v>
                </c:pt>
                <c:pt idx="509">
                  <c:v>0.0495814306371</c:v>
                </c:pt>
                <c:pt idx="510">
                  <c:v>0.04994057555</c:v>
                </c:pt>
                <c:pt idx="511">
                  <c:v>0.0503010115863</c:v>
                </c:pt>
                <c:pt idx="512">
                  <c:v>0.050662698428</c:v>
                </c:pt>
                <c:pt idx="513">
                  <c:v>0.0510255953839</c:v>
                </c:pt>
                <c:pt idx="514">
                  <c:v>0.0513896614206</c:v>
                </c:pt>
                <c:pt idx="515">
                  <c:v>0.0517548551918</c:v>
                </c:pt>
                <c:pt idx="516">
                  <c:v>0.052121135066</c:v>
                </c:pt>
                <c:pt idx="517">
                  <c:v>0.0524884591545</c:v>
                </c:pt>
                <c:pt idx="518">
                  <c:v>0.0528567853368</c:v>
                </c:pt>
                <c:pt idx="519">
                  <c:v>0.0532260712854</c:v>
                </c:pt>
                <c:pt idx="520">
                  <c:v>0.0535962744891</c:v>
                </c:pt>
                <c:pt idx="521">
                  <c:v>0.0539673522749</c:v>
                </c:pt>
                <c:pt idx="522">
                  <c:v>0.0543392618283</c:v>
                </c:pt>
                <c:pt idx="523">
                  <c:v>0.0547119602126</c:v>
                </c:pt>
                <c:pt idx="524">
                  <c:v>0.0550854043862</c:v>
                </c:pt>
                <c:pt idx="525">
                  <c:v>0.0554595512192</c:v>
                </c:pt>
                <c:pt idx="526">
                  <c:v>0.0558343575075</c:v>
                </c:pt>
                <c:pt idx="527">
                  <c:v>0.0562097799871</c:v>
                </c:pt>
                <c:pt idx="528">
                  <c:v>0.0565857753455</c:v>
                </c:pt>
                <c:pt idx="529">
                  <c:v>0.0569623002333</c:v>
                </c:pt>
                <c:pt idx="530">
                  <c:v>0.0573393112736</c:v>
                </c:pt>
                <c:pt idx="531">
                  <c:v>0.0577167650711</c:v>
                </c:pt>
                <c:pt idx="532">
                  <c:v>0.0580946182198</c:v>
                </c:pt>
                <c:pt idx="533">
                  <c:v>0.0584728273103</c:v>
                </c:pt>
                <c:pt idx="534">
                  <c:v>0.0588513489361</c:v>
                </c:pt>
                <c:pt idx="535">
                  <c:v>0.0592301396995</c:v>
                </c:pt>
                <c:pt idx="536">
                  <c:v>0.0596091562173</c:v>
                </c:pt>
                <c:pt idx="537">
                  <c:v>0.0599883551252</c:v>
                </c:pt>
                <c:pt idx="538">
                  <c:v>0.0603676930839</c:v>
                </c:pt>
                <c:pt idx="539">
                  <c:v>0.0607471267833</c:v>
                </c:pt>
                <c:pt idx="540">
                  <c:v>0.0611266129477</c:v>
                </c:pt>
                <c:pt idx="541">
                  <c:v>0.0615061083418</c:v>
                </c:pt>
                <c:pt idx="542">
                  <c:v>0.0618855697759</c:v>
                </c:pt>
                <c:pt idx="543">
                  <c:v>0.0622649541123</c:v>
                </c:pt>
                <c:pt idx="544">
                  <c:v>0.0626442182725</c:v>
                </c:pt>
                <c:pt idx="545">
                  <c:v>0.063023319245</c:v>
                </c:pt>
                <c:pt idx="546">
                  <c:v>0.0634022140933</c:v>
                </c:pt>
                <c:pt idx="547">
                  <c:v>0.0637808599662</c:v>
                </c:pt>
                <c:pt idx="548">
                  <c:v>0.0641592141079</c:v>
                </c:pt>
                <c:pt idx="549">
                  <c:v>0.0645372338696</c:v>
                </c:pt>
                <c:pt idx="550">
                  <c:v>0.0649148767229</c:v>
                </c:pt>
                <c:pt idx="551">
                  <c:v>0.0652921002734</c:v>
                </c:pt>
                <c:pt idx="552">
                  <c:v>0.0656688622763</c:v>
                </c:pt>
                <c:pt idx="553">
                  <c:v>0.0660451206529</c:v>
                </c:pt>
                <c:pt idx="554">
                  <c:v>0.066420833509</c:v>
                </c:pt>
                <c:pt idx="555">
                  <c:v>0.0667959591534</c:v>
                </c:pt>
                <c:pt idx="556">
                  <c:v>0.0671704561191</c:v>
                </c:pt>
                <c:pt idx="557">
                  <c:v>0.0675442831849</c:v>
                </c:pt>
                <c:pt idx="558">
                  <c:v>0.0679173993982</c:v>
                </c:pt>
                <c:pt idx="559">
                  <c:v>0.0682897640996</c:v>
                </c:pt>
                <c:pt idx="560">
                  <c:v>0.0686613369477</c:v>
                </c:pt>
                <c:pt idx="561">
                  <c:v>0.0690320779458</c:v>
                </c:pt>
                <c:pt idx="562">
                  <c:v>0.0694019474687</c:v>
                </c:pt>
                <c:pt idx="563">
                  <c:v>0.0697709062913</c:v>
                </c:pt>
                <c:pt idx="564">
                  <c:v>0.0701389156168</c:v>
                </c:pt>
                <c:pt idx="565">
                  <c:v>0.0705059371063</c:v>
                </c:pt>
                <c:pt idx="566">
                  <c:v>0.070871932909</c:v>
                </c:pt>
                <c:pt idx="567">
                  <c:v>0.0712368656916</c:v>
                </c:pt>
                <c:pt idx="568">
                  <c:v>0.0716006986695</c:v>
                </c:pt>
                <c:pt idx="569">
                  <c:v>0.0719633956368</c:v>
                </c:pt>
                <c:pt idx="570">
                  <c:v>0.072324920997</c:v>
                </c:pt>
                <c:pt idx="571">
                  <c:v>0.0726852397927</c:v>
                </c:pt>
                <c:pt idx="572">
                  <c:v>0.0730443177362</c:v>
                </c:pt>
                <c:pt idx="573">
                  <c:v>0.073402121238</c:v>
                </c:pt>
                <c:pt idx="574">
                  <c:v>0.0737586174359</c:v>
                </c:pt>
                <c:pt idx="575">
                  <c:v>0.0741137742228</c:v>
                </c:pt>
                <c:pt idx="576">
                  <c:v>0.0744675602737</c:v>
                </c:pt>
                <c:pt idx="577">
                  <c:v>0.0748199450713</c:v>
                </c:pt>
                <c:pt idx="578">
                  <c:v>0.0751708989308</c:v>
                </c:pt>
                <c:pt idx="579">
                  <c:v>0.0755203930238</c:v>
                </c:pt>
                <c:pt idx="580">
                  <c:v>0.0758683993993</c:v>
                </c:pt>
                <c:pt idx="581">
                  <c:v>0.0762148910053</c:v>
                </c:pt>
                <c:pt idx="582">
                  <c:v>0.0765598417069</c:v>
                </c:pt>
                <c:pt idx="583">
                  <c:v>0.0769032263042</c:v>
                </c:pt>
                <c:pt idx="584">
                  <c:v>0.0772450205474</c:v>
                </c:pt>
                <c:pt idx="585">
                  <c:v>0.0775852011509</c:v>
                </c:pt>
                <c:pt idx="586">
                  <c:v>0.0779237458052</c:v>
                </c:pt>
                <c:pt idx="587">
                  <c:v>0.078260633187</c:v>
                </c:pt>
                <c:pt idx="588">
                  <c:v>0.0785958429679</c:v>
                </c:pt>
                <c:pt idx="589">
                  <c:v>0.0789293558203</c:v>
                </c:pt>
                <c:pt idx="590">
                  <c:v>0.0792611534224</c:v>
                </c:pt>
                <c:pt idx="591">
                  <c:v>0.0795912184609</c:v>
                </c:pt>
                <c:pt idx="592">
                  <c:v>0.079919534632</c:v>
                </c:pt>
                <c:pt idx="593">
                  <c:v>0.0802460866406</c:v>
                </c:pt>
                <c:pt idx="594">
                  <c:v>0.0805708601978</c:v>
                </c:pt>
                <c:pt idx="595">
                  <c:v>0.0808938420167</c:v>
                </c:pt>
                <c:pt idx="596">
                  <c:v>0.0812150198065</c:v>
                </c:pt>
                <c:pt idx="597">
                  <c:v>0.0815343822654</c:v>
                </c:pt>
                <c:pt idx="598">
                  <c:v>0.0818519190713</c:v>
                </c:pt>
                <c:pt idx="599">
                  <c:v>0.082167620872</c:v>
                </c:pt>
                <c:pt idx="600">
                  <c:v>0.0824814792731</c:v>
                </c:pt>
                <c:pt idx="601">
                  <c:v>0.0827934868255</c:v>
                </c:pt>
                <c:pt idx="602">
                  <c:v>0.0831036370108</c:v>
                </c:pt>
                <c:pt idx="603">
                  <c:v>0.0834119242267</c:v>
                </c:pt>
                <c:pt idx="604">
                  <c:v>0.0837183437703</c:v>
                </c:pt>
                <c:pt idx="605">
                  <c:v>0.0840228918208</c:v>
                </c:pt>
                <c:pt idx="606">
                  <c:v>0.0843255654217</c:v>
                </c:pt>
                <c:pt idx="607">
                  <c:v>0.0846263624619</c:v>
                </c:pt>
                <c:pt idx="608">
                  <c:v>0.0849252816555</c:v>
                </c:pt>
                <c:pt idx="609">
                  <c:v>0.0852223225222</c:v>
                </c:pt>
                <c:pt idx="610">
                  <c:v>0.085517485366</c:v>
                </c:pt>
                <c:pt idx="611">
                  <c:v>0.0858107712538</c:v>
                </c:pt>
                <c:pt idx="612">
                  <c:v>0.0861021819938</c:v>
                </c:pt>
                <c:pt idx="613">
                  <c:v>0.0863917201128</c:v>
                </c:pt>
                <c:pt idx="614">
                  <c:v>0.086679388834</c:v>
                </c:pt>
                <c:pt idx="615">
                  <c:v>0.0869651920543</c:v>
                </c:pt>
                <c:pt idx="616">
                  <c:v>0.0872491343206</c:v>
                </c:pt>
                <c:pt idx="617">
                  <c:v>0.0875312208076</c:v>
                </c:pt>
                <c:pt idx="618">
                  <c:v>0.0878114572938</c:v>
                </c:pt>
                <c:pt idx="619">
                  <c:v>0.0880898501387</c:v>
                </c:pt>
                <c:pt idx="620">
                  <c:v>0.0883664062591</c:v>
                </c:pt>
                <c:pt idx="621">
                  <c:v>0.0886411331068</c:v>
                </c:pt>
                <c:pt idx="622">
                  <c:v>0.0889140386444</c:v>
                </c:pt>
                <c:pt idx="623">
                  <c:v>0.0891851313236</c:v>
                </c:pt>
                <c:pt idx="624">
                  <c:v>0.0894544200618</c:v>
                </c:pt>
                <c:pt idx="625">
                  <c:v>0.08972191422</c:v>
                </c:pt>
                <c:pt idx="626">
                  <c:v>0.0899876235807</c:v>
                </c:pt>
                <c:pt idx="627">
                  <c:v>0.0902515583262</c:v>
                </c:pt>
                <c:pt idx="628">
                  <c:v>0.0905137290171</c:v>
                </c:pt>
                <c:pt idx="629">
                  <c:v>0.0907741465715</c:v>
                </c:pt>
                <c:pt idx="630">
                  <c:v>0.0910328222441</c:v>
                </c:pt>
                <c:pt idx="631">
                  <c:v>0.0912897676065</c:v>
                </c:pt>
                <c:pt idx="632">
                  <c:v>0.0915449945271</c:v>
                </c:pt>
                <c:pt idx="633">
                  <c:v>0.0917985151522</c:v>
                </c:pt>
                <c:pt idx="634">
                  <c:v>0.0920503418875</c:v>
                </c:pt>
                <c:pt idx="635">
                  <c:v>0.0923004873792</c:v>
                </c:pt>
                <c:pt idx="636">
                  <c:v>0.0925489644972</c:v>
                </c:pt>
                <c:pt idx="637">
                  <c:v>0.0927957863174</c:v>
                </c:pt>
                <c:pt idx="638">
                  <c:v>0.0930409661051</c:v>
                </c:pt>
                <c:pt idx="639">
                  <c:v>0.0932845172992</c:v>
                </c:pt>
                <c:pt idx="640">
                  <c:v>0.0935264534963</c:v>
                </c:pt>
                <c:pt idx="641">
                  <c:v>0.0937667884357</c:v>
                </c:pt>
                <c:pt idx="642">
                  <c:v>0.0940055359848</c:v>
                </c:pt>
                <c:pt idx="643">
                  <c:v>0.0942427101251</c:v>
                </c:pt>
                <c:pt idx="644">
                  <c:v>0.0944783249385</c:v>
                </c:pt>
                <c:pt idx="645">
                  <c:v>0.0947123945945</c:v>
                </c:pt>
                <c:pt idx="646">
                  <c:v>0.0949449333369</c:v>
                </c:pt>
                <c:pt idx="647">
                  <c:v>0.0951759554724</c:v>
                </c:pt>
                <c:pt idx="648">
                  <c:v>0.0954054753585</c:v>
                </c:pt>
                <c:pt idx="649">
                  <c:v>0.0956335073921</c:v>
                </c:pt>
                <c:pt idx="650">
                  <c:v>0.0958600659993</c:v>
                </c:pt>
                <c:pt idx="651">
                  <c:v>0.096085165624</c:v>
                </c:pt>
                <c:pt idx="652">
                  <c:v>0.0963088207191</c:v>
                </c:pt>
                <c:pt idx="653">
                  <c:v>0.0965310457359</c:v>
                </c:pt>
                <c:pt idx="654">
                  <c:v>0.0967518551158</c:v>
                </c:pt>
                <c:pt idx="655">
                  <c:v>0.0969712632808</c:v>
                </c:pt>
                <c:pt idx="656">
                  <c:v>0.0971892846258</c:v>
                </c:pt>
                <c:pt idx="657">
                  <c:v>0.0974059335103</c:v>
                </c:pt>
                <c:pt idx="658">
                  <c:v>0.097621224251</c:v>
                </c:pt>
                <c:pt idx="659">
                  <c:v>0.0978351711141</c:v>
                </c:pt>
                <c:pt idx="660">
                  <c:v>0.0980477883094</c:v>
                </c:pt>
                <c:pt idx="661">
                  <c:v>0.0982590899827</c:v>
                </c:pt>
                <c:pt idx="662">
                  <c:v>0.0984690902107</c:v>
                </c:pt>
                <c:pt idx="663">
                  <c:v>0.0986778029946</c:v>
                </c:pt>
                <c:pt idx="664">
                  <c:v>0.0988852422545</c:v>
                </c:pt>
                <c:pt idx="665">
                  <c:v>0.099091421825</c:v>
                </c:pt>
                <c:pt idx="666">
                  <c:v>0.0992963554496</c:v>
                </c:pt>
                <c:pt idx="667">
                  <c:v>0.0995000567767</c:v>
                </c:pt>
                <c:pt idx="668">
                  <c:v>0.0997025393551</c:v>
                </c:pt>
                <c:pt idx="669">
                  <c:v>0.0999038166301</c:v>
                </c:pt>
                <c:pt idx="670">
                  <c:v>0.10010390194</c:v>
                </c:pt>
                <c:pt idx="671">
                  <c:v>0.100302808511</c:v>
                </c:pt>
                <c:pt idx="672">
                  <c:v>0.100500549459</c:v>
                </c:pt>
                <c:pt idx="673">
                  <c:v>0.100697137778</c:v>
                </c:pt>
                <c:pt idx="674">
                  <c:v>0.100892586347</c:v>
                </c:pt>
                <c:pt idx="675">
                  <c:v>0.10108690792</c:v>
                </c:pt>
                <c:pt idx="676">
                  <c:v>0.101280115126</c:v>
                </c:pt>
                <c:pt idx="677">
                  <c:v>0.10147222047</c:v>
                </c:pt>
                <c:pt idx="678">
                  <c:v>0.101663236326</c:v>
                </c:pt>
                <c:pt idx="679">
                  <c:v>0.101853174936</c:v>
                </c:pt>
                <c:pt idx="680">
                  <c:v>0.102042048412</c:v>
                </c:pt>
                <c:pt idx="681">
                  <c:v>0.10222986873</c:v>
                </c:pt>
                <c:pt idx="682">
                  <c:v>0.102416647731</c:v>
                </c:pt>
                <c:pt idx="683">
                  <c:v>0.102602397118</c:v>
                </c:pt>
                <c:pt idx="684">
                  <c:v>0.102787128457</c:v>
                </c:pt>
                <c:pt idx="685">
                  <c:v>0.102970853173</c:v>
                </c:pt>
                <c:pt idx="686">
                  <c:v>0.103153582553</c:v>
                </c:pt>
                <c:pt idx="687">
                  <c:v>0.103335327739</c:v>
                </c:pt>
                <c:pt idx="688">
                  <c:v>0.103516099735</c:v>
                </c:pt>
                <c:pt idx="689">
                  <c:v>0.103695909399</c:v>
                </c:pt>
                <c:pt idx="690">
                  <c:v>0.103874767446</c:v>
                </c:pt>
                <c:pt idx="691">
                  <c:v>0.10405268445</c:v>
                </c:pt>
                <c:pt idx="692">
                  <c:v>0.104229670837</c:v>
                </c:pt>
                <c:pt idx="693">
                  <c:v>0.104405736892</c:v>
                </c:pt>
                <c:pt idx="694">
                  <c:v>0.104580892752</c:v>
                </c:pt>
                <c:pt idx="695">
                  <c:v>0.104755148412</c:v>
                </c:pt>
                <c:pt idx="696">
                  <c:v>0.10492851372</c:v>
                </c:pt>
                <c:pt idx="697">
                  <c:v>0.105100998381</c:v>
                </c:pt>
                <c:pt idx="698">
                  <c:v>0.105272611956</c:v>
                </c:pt>
                <c:pt idx="699">
                  <c:v>0.105443363859</c:v>
                </c:pt>
                <c:pt idx="700">
                  <c:v>0.105613263361</c:v>
                </c:pt>
                <c:pt idx="701">
                  <c:v>0.105782319591</c:v>
                </c:pt>
                <c:pt idx="702">
                  <c:v>0.105950541531</c:v>
                </c:pt>
                <c:pt idx="703">
                  <c:v>0.106117938024</c:v>
                </c:pt>
                <c:pt idx="704">
                  <c:v>0.106284517767</c:v>
                </c:pt>
                <c:pt idx="705">
                  <c:v>0.106450289316</c:v>
                </c:pt>
                <c:pt idx="706">
                  <c:v>0.106615261086</c:v>
                </c:pt>
                <c:pt idx="707">
                  <c:v>0.10677944135</c:v>
                </c:pt>
                <c:pt idx="708">
                  <c:v>0.106942838241</c:v>
                </c:pt>
                <c:pt idx="709">
                  <c:v>0.10710545975</c:v>
                </c:pt>
                <c:pt idx="710">
                  <c:v>0.107267313732</c:v>
                </c:pt>
                <c:pt idx="711">
                  <c:v>0.107428407899</c:v>
                </c:pt>
                <c:pt idx="712">
                  <c:v>0.107588749827</c:v>
                </c:pt>
                <c:pt idx="713">
                  <c:v>0.107748346953</c:v>
                </c:pt>
                <c:pt idx="714">
                  <c:v>0.107907206579</c:v>
                </c:pt>
                <c:pt idx="715">
                  <c:v>0.108065335868</c:v>
                </c:pt>
                <c:pt idx="716">
                  <c:v>0.108222741846</c:v>
                </c:pt>
                <c:pt idx="717">
                  <c:v>0.108379431407</c:v>
                </c:pt>
                <c:pt idx="718">
                  <c:v>0.108535411308</c:v>
                </c:pt>
                <c:pt idx="719">
                  <c:v>0.108690688172</c:v>
                </c:pt>
                <c:pt idx="720">
                  <c:v>0.108845268488</c:v>
                </c:pt>
                <c:pt idx="721">
                  <c:v>0.108999158613</c:v>
                </c:pt>
                <c:pt idx="722">
                  <c:v>0.109152364771</c:v>
                </c:pt>
                <c:pt idx="723">
                  <c:v>0.109304893056</c:v>
                </c:pt>
                <c:pt idx="724">
                  <c:v>0.109456749428</c:v>
                </c:pt>
                <c:pt idx="725">
                  <c:v>0.109607939721</c:v>
                </c:pt>
                <c:pt idx="726">
                  <c:v>0.109758469635</c:v>
                </c:pt>
                <c:pt idx="727">
                  <c:v>0.109908344745</c:v>
                </c:pt>
                <c:pt idx="728">
                  <c:v>0.110057570495</c:v>
                </c:pt>
                <c:pt idx="729">
                  <c:v>0.110206152204</c:v>
                </c:pt>
                <c:pt idx="730">
                  <c:v>0.110354095063</c:v>
                </c:pt>
                <c:pt idx="731">
                  <c:v>0.110501404136</c:v>
                </c:pt>
                <c:pt idx="732">
                  <c:v>0.110648084363</c:v>
                </c:pt>
                <c:pt idx="733">
                  <c:v>0.11079414056</c:v>
                </c:pt>
                <c:pt idx="734">
                  <c:v>0.110939577417</c:v>
                </c:pt>
                <c:pt idx="735">
                  <c:v>0.111084399502</c:v>
                </c:pt>
                <c:pt idx="736">
                  <c:v>0.11122861126</c:v>
                </c:pt>
                <c:pt idx="737">
                  <c:v>0.111372217013</c:v>
                </c:pt>
                <c:pt idx="738">
                  <c:v>0.111515220964</c:v>
                </c:pt>
                <c:pt idx="739">
                  <c:v>0.111657627191</c:v>
                </c:pt>
                <c:pt idx="740">
                  <c:v>0.111799439654</c:v>
                </c:pt>
                <c:pt idx="741">
                  <c:v>0.111940662194</c:v>
                </c:pt>
                <c:pt idx="742">
                  <c:v>0.11208129853</c:v>
                </c:pt>
                <c:pt idx="743">
                  <c:v>0.112221352264</c:v>
                </c:pt>
                <c:pt idx="744">
                  <c:v>0.112360826878</c:v>
                </c:pt>
                <c:pt idx="745">
                  <c:v>0.112499725739</c:v>
                </c:pt>
                <c:pt idx="746">
                  <c:v>0.112638052091</c:v>
                </c:pt>
                <c:pt idx="747">
                  <c:v>0.112775809067</c:v>
                </c:pt>
                <c:pt idx="748">
                  <c:v>0.112912999679</c:v>
                </c:pt>
                <c:pt idx="749">
                  <c:v>0.113049626824</c:v>
                </c:pt>
                <c:pt idx="750">
                  <c:v>0.113185693283</c:v>
                </c:pt>
                <c:pt idx="751">
                  <c:v>0.113321201721</c:v>
                </c:pt>
                <c:pt idx="752">
                  <c:v>0.113456154688</c:v>
                </c:pt>
                <c:pt idx="753">
                  <c:v>0.11359055462</c:v>
                </c:pt>
                <c:pt idx="754">
                  <c:v>0.113724403836</c:v>
                </c:pt>
                <c:pt idx="755">
                  <c:v>0.113857704544</c:v>
                </c:pt>
                <c:pt idx="756">
                  <c:v>0.113990458835</c:v>
                </c:pt>
                <c:pt idx="757">
                  <c:v>0.114122668688</c:v>
                </c:pt>
                <c:pt idx="758">
                  <c:v>0.114254335968</c:v>
                </c:pt>
                <c:pt idx="759">
                  <c:v>0.114385462427</c:v>
                </c:pt>
                <c:pt idx="760">
                  <c:v>0.114516049705</c:v>
                </c:pt>
                <c:pt idx="761">
                  <c:v>0.114646099327</c:v>
                </c:pt>
                <c:pt idx="762">
                  <c:v>0.114775612708</c:v>
                </c:pt>
                <c:pt idx="763">
                  <c:v>0.11490459115</c:v>
                </c:pt>
                <c:pt idx="764">
                  <c:v>0.115033035841</c:v>
                </c:pt>
                <c:pt idx="765">
                  <c:v>0.115160947859</c:v>
                </c:pt>
                <c:pt idx="766">
                  <c:v>0.115288328168</c:v>
                </c:pt>
                <c:pt idx="767">
                  <c:v>0.115415177624</c:v>
                </c:pt>
                <c:pt idx="768">
                  <c:v>0.115541496965</c:v>
                </c:pt>
                <c:pt idx="769">
                  <c:v>0.115667286823</c:v>
                </c:pt>
                <c:pt idx="770">
                  <c:v>0.115792547714</c:v>
                </c:pt>
                <c:pt idx="771">
                  <c:v>0.115917280044</c:v>
                </c:pt>
                <c:pt idx="772">
                  <c:v>0.116041484106</c:v>
                </c:pt>
                <c:pt idx="773">
                  <c:v>0.116165160081</c:v>
                </c:pt>
                <c:pt idx="774">
                  <c:v>0.116288308038</c:v>
                </c:pt>
                <c:pt idx="775">
                  <c:v>0.116410927932</c:v>
                </c:pt>
                <c:pt idx="776">
                  <c:v>0.116533019609</c:v>
                </c:pt>
                <c:pt idx="777">
                  <c:v>0.116654582797</c:v>
                </c:pt>
                <c:pt idx="778">
                  <c:v>0.116775617116</c:v>
                </c:pt>
                <c:pt idx="779">
                  <c:v>0.116896122067</c:v>
                </c:pt>
                <c:pt idx="780">
                  <c:v>0.117016097044</c:v>
                </c:pt>
                <c:pt idx="781">
                  <c:v>0.117135541321</c:v>
                </c:pt>
                <c:pt idx="782">
                  <c:v>0.117254454061</c:v>
                </c:pt>
                <c:pt idx="783">
                  <c:v>0.117372834312</c:v>
                </c:pt>
                <c:pt idx="784">
                  <c:v>0.117490681007</c:v>
                </c:pt>
                <c:pt idx="785">
                  <c:v>0.117607992963</c:v>
                </c:pt>
                <c:pt idx="786">
                  <c:v>0.117724768882</c:v>
                </c:pt>
                <c:pt idx="787">
                  <c:v>0.117841007349</c:v>
                </c:pt>
                <c:pt idx="788">
                  <c:v>0.117956706833</c:v>
                </c:pt>
                <c:pt idx="789">
                  <c:v>0.118071865685</c:v>
                </c:pt>
                <c:pt idx="790">
                  <c:v>0.11818648214</c:v>
                </c:pt>
                <c:pt idx="791">
                  <c:v>0.118300554313</c:v>
                </c:pt>
                <c:pt idx="792">
                  <c:v>0.1184140802</c:v>
                </c:pt>
                <c:pt idx="793">
                  <c:v>0.11852705768</c:v>
                </c:pt>
                <c:pt idx="794">
                  <c:v>0.118639484509</c:v>
                </c:pt>
                <c:pt idx="795">
                  <c:v>0.118751358323</c:v>
                </c:pt>
                <c:pt idx="796">
                  <c:v>0.118862676636</c:v>
                </c:pt>
                <c:pt idx="797">
                  <c:v>0.118973436842</c:v>
                </c:pt>
                <c:pt idx="798">
                  <c:v>0.11908363621</c:v>
                </c:pt>
                <c:pt idx="799">
                  <c:v>0.119193271884</c:v>
                </c:pt>
                <c:pt idx="800">
                  <c:v>0.119302340885</c:v>
                </c:pt>
                <c:pt idx="801">
                  <c:v>0.119410840109</c:v>
                </c:pt>
                <c:pt idx="802">
                  <c:v>0.119518766322</c:v>
                </c:pt>
                <c:pt idx="803">
                  <c:v>0.119626116167</c:v>
                </c:pt>
                <c:pt idx="804">
                  <c:v>0.119732886154</c:v>
                </c:pt>
                <c:pt idx="805">
                  <c:v>0.119839072668</c:v>
                </c:pt>
                <c:pt idx="806">
                  <c:v>0.119944671959</c:v>
                </c:pt>
                <c:pt idx="807">
                  <c:v>0.120049680149</c:v>
                </c:pt>
                <c:pt idx="808">
                  <c:v>0.120154093226</c:v>
                </c:pt>
                <c:pt idx="809">
                  <c:v>0.120257907044</c:v>
                </c:pt>
                <c:pt idx="810">
                  <c:v>0.120361117321</c:v>
                </c:pt>
                <c:pt idx="811">
                  <c:v>0.120463719642</c:v>
                </c:pt>
                <c:pt idx="812">
                  <c:v>0.120565709453</c:v>
                </c:pt>
                <c:pt idx="813">
                  <c:v>0.120667082061</c:v>
                </c:pt>
                <c:pt idx="814">
                  <c:v>0.120767832633</c:v>
                </c:pt>
                <c:pt idx="815">
                  <c:v>0.120867956197</c:v>
                </c:pt>
                <c:pt idx="816">
                  <c:v>0.120967447638</c:v>
                </c:pt>
                <c:pt idx="817">
                  <c:v>0.121066301695</c:v>
                </c:pt>
                <c:pt idx="818">
                  <c:v>0.121164512964</c:v>
                </c:pt>
                <c:pt idx="819">
                  <c:v>0.121262075896</c:v>
                </c:pt>
                <c:pt idx="820">
                  <c:v>0.121358984791</c:v>
                </c:pt>
                <c:pt idx="821">
                  <c:v>0.121455233802</c:v>
                </c:pt>
                <c:pt idx="822">
                  <c:v>0.121550816929</c:v>
                </c:pt>
                <c:pt idx="823">
                  <c:v>0.121645728022</c:v>
                </c:pt>
                <c:pt idx="824">
                  <c:v>0.121739960775</c:v>
                </c:pt>
                <c:pt idx="825">
                  <c:v>0.121833508728</c:v>
                </c:pt>
                <c:pt idx="826">
                  <c:v>0.121926365262</c:v>
                </c:pt>
                <c:pt idx="827">
                  <c:v>0.122018523603</c:v>
                </c:pt>
                <c:pt idx="828">
                  <c:v>0.122109976811</c:v>
                </c:pt>
                <c:pt idx="829">
                  <c:v>0.122200717788</c:v>
                </c:pt>
                <c:pt idx="830">
                  <c:v>0.122290739271</c:v>
                </c:pt>
                <c:pt idx="831">
                  <c:v>0.12238003383</c:v>
                </c:pt>
                <c:pt idx="832">
                  <c:v>0.12246859387</c:v>
                </c:pt>
                <c:pt idx="833">
                  <c:v>0.122556411624</c:v>
                </c:pt>
                <c:pt idx="834">
                  <c:v>0.122643479155</c:v>
                </c:pt>
                <c:pt idx="835">
                  <c:v>0.122729788355</c:v>
                </c:pt>
                <c:pt idx="836">
                  <c:v>0.122815330938</c:v>
                </c:pt>
                <c:pt idx="837">
                  <c:v>0.122900098442</c:v>
                </c:pt>
                <c:pt idx="838">
                  <c:v>0.122984082227</c:v>
                </c:pt>
                <c:pt idx="839">
                  <c:v>0.123067273473</c:v>
                </c:pt>
                <c:pt idx="840">
                  <c:v>0.123149663175</c:v>
                </c:pt>
                <c:pt idx="841">
                  <c:v>0.123231242146</c:v>
                </c:pt>
                <c:pt idx="842">
                  <c:v>0.12331200101</c:v>
                </c:pt>
                <c:pt idx="843">
                  <c:v>0.123391930203</c:v>
                </c:pt>
                <c:pt idx="844">
                  <c:v>0.123471019971</c:v>
                </c:pt>
                <c:pt idx="845">
                  <c:v>0.123549260365</c:v>
                </c:pt>
                <c:pt idx="846">
                  <c:v>0.123626641243</c:v>
                </c:pt>
                <c:pt idx="847">
                  <c:v>0.123703152264</c:v>
                </c:pt>
                <c:pt idx="848">
                  <c:v>0.12377878289</c:v>
                </c:pt>
                <c:pt idx="849">
                  <c:v>0.123853522377</c:v>
                </c:pt>
                <c:pt idx="850">
                  <c:v>0.123927359782</c:v>
                </c:pt>
                <c:pt idx="851">
                  <c:v>0.124000283953</c:v>
                </c:pt>
                <c:pt idx="852">
                  <c:v>0.12407228353</c:v>
                </c:pt>
                <c:pt idx="853">
                  <c:v>0.124143346942</c:v>
                </c:pt>
                <c:pt idx="854">
                  <c:v>0.124213462406</c:v>
                </c:pt>
                <c:pt idx="855">
                  <c:v>0.124282617923</c:v>
                </c:pt>
                <c:pt idx="856">
                  <c:v>0.124350801278</c:v>
                </c:pt>
                <c:pt idx="857">
                  <c:v>0.124418000032</c:v>
                </c:pt>
                <c:pt idx="858">
                  <c:v>0.124484201529</c:v>
                </c:pt>
                <c:pt idx="859">
                  <c:v>0.124549392885</c:v>
                </c:pt>
                <c:pt idx="860">
                  <c:v>0.124613560989</c:v>
                </c:pt>
                <c:pt idx="861">
                  <c:v>0.124676692502</c:v>
                </c:pt>
                <c:pt idx="862">
                  <c:v>0.124738773852</c:v>
                </c:pt>
                <c:pt idx="863">
                  <c:v>0.124799791233</c:v>
                </c:pt>
                <c:pt idx="864">
                  <c:v>0.124859730604</c:v>
                </c:pt>
                <c:pt idx="865">
                  <c:v>0.124918577683</c:v>
                </c:pt>
                <c:pt idx="866">
                  <c:v>0.124976317948</c:v>
                </c:pt>
                <c:pt idx="867">
                  <c:v>0.125032936633</c:v>
                </c:pt>
                <c:pt idx="868">
                  <c:v>0.125088418724</c:v>
                </c:pt>
                <c:pt idx="869">
                  <c:v>0.125142748963</c:v>
                </c:pt>
                <c:pt idx="870">
                  <c:v>0.125195911836</c:v>
                </c:pt>
                <c:pt idx="871">
                  <c:v>0.125247891579</c:v>
                </c:pt>
                <c:pt idx="872">
                  <c:v>0.125298672173</c:v>
                </c:pt>
                <c:pt idx="873">
                  <c:v>0.125348237339</c:v>
                </c:pt>
                <c:pt idx="874">
                  <c:v>0.12539657054</c:v>
                </c:pt>
                <c:pt idx="875">
                  <c:v>0.125443654974</c:v>
                </c:pt>
                <c:pt idx="876">
                  <c:v>0.125489473578</c:v>
                </c:pt>
                <c:pt idx="877">
                  <c:v>0.125534009019</c:v>
                </c:pt>
                <c:pt idx="878">
                  <c:v>0.125577243697</c:v>
                </c:pt>
                <c:pt idx="879">
                  <c:v>0.125619159741</c:v>
                </c:pt>
                <c:pt idx="880">
                  <c:v>0.125659739006</c:v>
                </c:pt>
                <c:pt idx="881">
                  <c:v>0.125698963072</c:v>
                </c:pt>
                <c:pt idx="882">
                  <c:v>0.125736813243</c:v>
                </c:pt>
                <c:pt idx="883">
                  <c:v>0.125773270543</c:v>
                </c:pt>
                <c:pt idx="884">
                  <c:v>0.125808315715</c:v>
                </c:pt>
                <c:pt idx="885">
                  <c:v>0.125841929222</c:v>
                </c:pt>
                <c:pt idx="886">
                  <c:v>0.125874091239</c:v>
                </c:pt>
                <c:pt idx="887">
                  <c:v>0.125904781659</c:v>
                </c:pt>
                <c:pt idx="888">
                  <c:v>0.125933980085</c:v>
                </c:pt>
                <c:pt idx="889">
                  <c:v>0.125961665832</c:v>
                </c:pt>
                <c:pt idx="890">
                  <c:v>0.125987817926</c:v>
                </c:pt>
                <c:pt idx="891">
                  <c:v>0.126012415101</c:v>
                </c:pt>
                <c:pt idx="892">
                  <c:v>0.1260354358</c:v>
                </c:pt>
                <c:pt idx="893">
                  <c:v>0.126056858172</c:v>
                </c:pt>
                <c:pt idx="894">
                  <c:v>0.126076660072</c:v>
                </c:pt>
                <c:pt idx="895">
                  <c:v>0.12609481906</c:v>
                </c:pt>
                <c:pt idx="896">
                  <c:v>0.126111312404</c:v>
                </c:pt>
                <c:pt idx="897">
                  <c:v>0.126126117073</c:v>
                </c:pt>
                <c:pt idx="898">
                  <c:v>0.126139209743</c:v>
                </c:pt>
                <c:pt idx="899">
                  <c:v>0.126150566793</c:v>
                </c:pt>
                <c:pt idx="900">
                  <c:v>0.126160164309</c:v>
                </c:pt>
                <c:pt idx="901">
                  <c:v>0.126167978081</c:v>
                </c:pt>
                <c:pt idx="902">
                  <c:v>0.126173983604</c:v>
                </c:pt>
                <c:pt idx="903">
                  <c:v>0.126178156082</c:v>
                </c:pt>
                <c:pt idx="904">
                  <c:v>0.126180470426</c:v>
                </c:pt>
                <c:pt idx="905">
                  <c:v>0.126180901257</c:v>
                </c:pt>
                <c:pt idx="906">
                  <c:v>0.126179422906</c:v>
                </c:pt>
                <c:pt idx="907">
                  <c:v>0.126176009418</c:v>
                </c:pt>
                <c:pt idx="908">
                  <c:v>0.126170634553</c:v>
                </c:pt>
                <c:pt idx="909">
                  <c:v>0.12616327179</c:v>
                </c:pt>
                <c:pt idx="910">
                  <c:v>0.126153894327</c:v>
                </c:pt>
                <c:pt idx="911">
                  <c:v>0.126142475087</c:v>
                </c:pt>
                <c:pt idx="912">
                  <c:v>0.126128986721</c:v>
                </c:pt>
                <c:pt idx="913">
                  <c:v>0.126113401611</c:v>
                </c:pt>
                <c:pt idx="914">
                  <c:v>0.126095691876</c:v>
                </c:pt>
                <c:pt idx="915">
                  <c:v>0.126075829375</c:v>
                </c:pt>
                <c:pt idx="916">
                  <c:v>0.126053785712</c:v>
                </c:pt>
                <c:pt idx="917">
                  <c:v>0.126029532245</c:v>
                </c:pt>
                <c:pt idx="918">
                  <c:v>0.126003040088</c:v>
                </c:pt>
                <c:pt idx="919">
                  <c:v>0.125974280121</c:v>
                </c:pt>
                <c:pt idx="920">
                  <c:v>0.125943222993</c:v>
                </c:pt>
                <c:pt idx="921">
                  <c:v>0.125909839134</c:v>
                </c:pt>
                <c:pt idx="922">
                  <c:v>0.125874098762</c:v>
                </c:pt>
                <c:pt idx="923">
                  <c:v>0.125835971889</c:v>
                </c:pt>
                <c:pt idx="924">
                  <c:v>0.125795428335</c:v>
                </c:pt>
                <c:pt idx="925">
                  <c:v>0.125752437733</c:v>
                </c:pt>
                <c:pt idx="926">
                  <c:v>0.125706969544</c:v>
                </c:pt>
                <c:pt idx="927">
                  <c:v>0.125658993065</c:v>
                </c:pt>
                <c:pt idx="928">
                  <c:v>0.125608477443</c:v>
                </c:pt>
                <c:pt idx="929">
                  <c:v>0.125555391686</c:v>
                </c:pt>
                <c:pt idx="930">
                  <c:v>0.125499704678</c:v>
                </c:pt>
                <c:pt idx="931">
                  <c:v>0.125441385191</c:v>
                </c:pt>
                <c:pt idx="932">
                  <c:v>0.125380401903</c:v>
                </c:pt>
                <c:pt idx="933">
                  <c:v>0.12531672341</c:v>
                </c:pt>
                <c:pt idx="934">
                  <c:v>0.125250318245</c:v>
                </c:pt>
                <c:pt idx="935">
                  <c:v>0.125181154894</c:v>
                </c:pt>
                <c:pt idx="936">
                  <c:v>0.125109201816</c:v>
                </c:pt>
                <c:pt idx="937">
                  <c:v>0.125034427459</c:v>
                </c:pt>
                <c:pt idx="938">
                  <c:v>0.124956800283</c:v>
                </c:pt>
                <c:pt idx="939">
                  <c:v>0.124876288777</c:v>
                </c:pt>
                <c:pt idx="940">
                  <c:v>0.124792861487</c:v>
                </c:pt>
                <c:pt idx="941">
                  <c:v>0.124706487032</c:v>
                </c:pt>
                <c:pt idx="942">
                  <c:v>0.12461713413</c:v>
                </c:pt>
                <c:pt idx="943">
                  <c:v>0.124524771627</c:v>
                </c:pt>
                <c:pt idx="944">
                  <c:v>0.124429368515</c:v>
                </c:pt>
                <c:pt idx="945">
                  <c:v>0.124330893966</c:v>
                </c:pt>
                <c:pt idx="946">
                  <c:v>0.124229317354</c:v>
                </c:pt>
                <c:pt idx="947">
                  <c:v>0.124124608287</c:v>
                </c:pt>
                <c:pt idx="948">
                  <c:v>0.124016736638</c:v>
                </c:pt>
                <c:pt idx="949">
                  <c:v>0.123905672571</c:v>
                </c:pt>
                <c:pt idx="950">
                  <c:v>0.123791386577</c:v>
                </c:pt>
                <c:pt idx="951">
                  <c:v>0.123673849509</c:v>
                </c:pt>
                <c:pt idx="952">
                  <c:v>0.123553032608</c:v>
                </c:pt>
                <c:pt idx="953">
                  <c:v>0.123428907548</c:v>
                </c:pt>
                <c:pt idx="954">
                  <c:v>0.123301446465</c:v>
                </c:pt>
                <c:pt idx="955">
                  <c:v>0.123170621997</c:v>
                </c:pt>
                <c:pt idx="956">
                  <c:v>0.123036407322</c:v>
                </c:pt>
                <c:pt idx="957">
                  <c:v>0.122898776199</c:v>
                </c:pt>
                <c:pt idx="958">
                  <c:v>0.122757703005</c:v>
                </c:pt>
                <c:pt idx="959">
                  <c:v>0.122613162779</c:v>
                </c:pt>
                <c:pt idx="960">
                  <c:v>0.122465131263</c:v>
                </c:pt>
                <c:pt idx="961">
                  <c:v>0.122313584946</c:v>
                </c:pt>
                <c:pt idx="962">
                  <c:v>0.122158501106</c:v>
                </c:pt>
                <c:pt idx="963">
                  <c:v>0.121999857859</c:v>
                </c:pt>
                <c:pt idx="964">
                  <c:v>0.121837634199</c:v>
                </c:pt>
                <c:pt idx="965">
                  <c:v>0.12167181005</c:v>
                </c:pt>
                <c:pt idx="966">
                  <c:v>0.12150236631</c:v>
                </c:pt>
                <c:pt idx="967">
                  <c:v>0.121329284899</c:v>
                </c:pt>
                <c:pt idx="968">
                  <c:v>0.121152548807</c:v>
                </c:pt>
                <c:pt idx="969">
                  <c:v>0.120972142147</c:v>
                </c:pt>
                <c:pt idx="970">
                  <c:v>0.120788050196</c:v>
                </c:pt>
                <c:pt idx="971">
                  <c:v>0.120600259452</c:v>
                </c:pt>
                <c:pt idx="972">
                  <c:v>0.12040875768</c:v>
                </c:pt>
                <c:pt idx="973">
                  <c:v>0.120213533966</c:v>
                </c:pt>
                <c:pt idx="974">
                  <c:v>0.120014578759</c:v>
                </c:pt>
                <c:pt idx="975">
                  <c:v>0.119811883929</c:v>
                </c:pt>
                <c:pt idx="976">
                  <c:v>0.119605442815</c:v>
                </c:pt>
                <c:pt idx="977">
                  <c:v>0.119395250269</c:v>
                </c:pt>
                <c:pt idx="978">
                  <c:v>0.119181302715</c:v>
                </c:pt>
                <c:pt idx="979">
                  <c:v>0.118963598186</c:v>
                </c:pt>
                <c:pt idx="980">
                  <c:v>0.118742136384</c:v>
                </c:pt>
                <c:pt idx="981">
                  <c:v>0.118516918717</c:v>
                </c:pt>
                <c:pt idx="982">
                  <c:v>0.11828794835</c:v>
                </c:pt>
                <c:pt idx="983">
                  <c:v>0.118055230254</c:v>
                </c:pt>
                <c:pt idx="984">
                  <c:v>0.11781877124</c:v>
                </c:pt>
                <c:pt idx="985">
                  <c:v>0.117578580014</c:v>
                </c:pt>
                <c:pt idx="986">
                  <c:v>0.117334667208</c:v>
                </c:pt>
                <c:pt idx="987">
                  <c:v>0.117087045427</c:v>
                </c:pt>
                <c:pt idx="988">
                  <c:v>0.116835729282</c:v>
                </c:pt>
                <c:pt idx="989">
                  <c:v>0.116580735432</c:v>
                </c:pt>
                <c:pt idx="990">
                  <c:v>0.116322082611</c:v>
                </c:pt>
                <c:pt idx="991">
                  <c:v>0.116059791668</c:v>
                </c:pt>
                <c:pt idx="992">
                  <c:v>0.11579388559</c:v>
                </c:pt>
                <c:pt idx="993">
                  <c:v>0.115524389536</c:v>
                </c:pt>
                <c:pt idx="994">
                  <c:v>0.115251330854</c:v>
                </c:pt>
                <c:pt idx="995">
                  <c:v>0.114974739113</c:v>
                </c:pt>
                <c:pt idx="996">
                  <c:v>0.114694646115</c:v>
                </c:pt>
                <c:pt idx="997">
                  <c:v>0.114411085915</c:v>
                </c:pt>
                <c:pt idx="998">
                  <c:v>0.114124094836</c:v>
                </c:pt>
                <c:pt idx="999">
                  <c:v>0.113833711479</c:v>
                </c:pt>
                <c:pt idx="1000">
                  <c:v>0.113539976727</c:v>
                </c:pt>
                <c:pt idx="1001">
                  <c:v>0.11324293376</c:v>
                </c:pt>
                <c:pt idx="1002">
                  <c:v>0.112942628043</c:v>
                </c:pt>
                <c:pt idx="1003">
                  <c:v>0.112639107338</c:v>
                </c:pt>
                <c:pt idx="1004">
                  <c:v>0.11233242169</c:v>
                </c:pt>
                <c:pt idx="1005">
                  <c:v>0.11202262342</c:v>
                </c:pt>
                <c:pt idx="1006">
                  <c:v>0.111709767118</c:v>
                </c:pt>
                <c:pt idx="1007">
                  <c:v>0.111393909625</c:v>
                </c:pt>
                <c:pt idx="1008">
                  <c:v>0.111075110016</c:v>
                </c:pt>
                <c:pt idx="1009">
                  <c:v>0.110753429578</c:v>
                </c:pt>
                <c:pt idx="1010">
                  <c:v>0.110428931786</c:v>
                </c:pt>
                <c:pt idx="1011">
                  <c:v>0.110101682278</c:v>
                </c:pt>
                <c:pt idx="1012">
                  <c:v>0.10977174882</c:v>
                </c:pt>
                <c:pt idx="1013">
                  <c:v>0.109439201277</c:v>
                </c:pt>
                <c:pt idx="1014">
                  <c:v>0.109104111576</c:v>
                </c:pt>
                <c:pt idx="1015">
                  <c:v>0.108766553661</c:v>
                </c:pt>
                <c:pt idx="1016">
                  <c:v>0.108426603462</c:v>
                </c:pt>
                <c:pt idx="1017">
                  <c:v>0.10808433884</c:v>
                </c:pt>
                <c:pt idx="1018">
                  <c:v>0.107739839546</c:v>
                </c:pt>
                <c:pt idx="1019">
                  <c:v>0.107393187172</c:v>
                </c:pt>
                <c:pt idx="1020">
                  <c:v>0.107044465095</c:v>
                </c:pt>
                <c:pt idx="1021">
                  <c:v>0.10669375843</c:v>
                </c:pt>
                <c:pt idx="1022">
                  <c:v>0.106341153967</c:v>
                </c:pt>
                <c:pt idx="1023">
                  <c:v>0.105986740122</c:v>
                </c:pt>
                <c:pt idx="1024">
                  <c:v>0.105630606869</c:v>
                </c:pt>
                <c:pt idx="1025">
                  <c:v>0.105272845688</c:v>
                </c:pt>
                <c:pt idx="1026">
                  <c:v>0.104913549497</c:v>
                </c:pt>
                <c:pt idx="1027">
                  <c:v>0.104552812589</c:v>
                </c:pt>
                <c:pt idx="1028">
                  <c:v>0.104190730569</c:v>
                </c:pt>
                <c:pt idx="1029">
                  <c:v>0.103827400289</c:v>
                </c:pt>
                <c:pt idx="1030">
                  <c:v>0.103462919777</c:v>
                </c:pt>
                <c:pt idx="1031">
                  <c:v>0.103097388172</c:v>
                </c:pt>
                <c:pt idx="1032">
                  <c:v>0.102730905655</c:v>
                </c:pt>
                <c:pt idx="1033">
                  <c:v>0.102363573376</c:v>
                </c:pt>
                <c:pt idx="1034">
                  <c:v>0.101995493386</c:v>
                </c:pt>
                <c:pt idx="1035">
                  <c:v>0.101626768566</c:v>
                </c:pt>
                <c:pt idx="1036">
                  <c:v>0.101257502552</c:v>
                </c:pt>
                <c:pt idx="1037">
                  <c:v>0.100887799662</c:v>
                </c:pt>
                <c:pt idx="1038">
                  <c:v>0.100517764825</c:v>
                </c:pt>
                <c:pt idx="1039">
                  <c:v>0.100147503503</c:v>
                </c:pt>
                <c:pt idx="1040">
                  <c:v>0.0997771216144</c:v>
                </c:pt>
                <c:pt idx="1041">
                  <c:v>0.0994067254619</c:v>
                </c:pt>
                <c:pt idx="1042">
                  <c:v>0.0990364216506</c:v>
                </c:pt>
                <c:pt idx="1043">
                  <c:v>0.0986663170113</c:v>
                </c:pt>
                <c:pt idx="1044">
                  <c:v>0.0982965185204</c:v>
                </c:pt>
                <c:pt idx="1045">
                  <c:v>0.0979271332194</c:v>
                </c:pt>
                <c:pt idx="1046">
                  <c:v>0.0975582681327</c:v>
                </c:pt>
                <c:pt idx="1047">
                  <c:v>0.0971900301843</c:v>
                </c:pt>
                <c:pt idx="1048">
                  <c:v>0.0968225261133</c:v>
                </c:pt>
                <c:pt idx="1049">
                  <c:v>0.0964558623879</c:v>
                </c:pt>
                <c:pt idx="1050">
                  <c:v>0.0960901451176</c:v>
                </c:pt>
                <c:pt idx="1051">
                  <c:v>0.0957254799644</c:v>
                </c:pt>
                <c:pt idx="1052">
                  <c:v>0.0953619720516</c:v>
                </c:pt>
                <c:pt idx="1053">
                  <c:v>0.0949997258714</c:v>
                </c:pt>
                <c:pt idx="1054">
                  <c:v>0.0946388451909</c:v>
                </c:pt>
                <c:pt idx="1055">
                  <c:v>0.0942794329556</c:v>
                </c:pt>
                <c:pt idx="1056">
                  <c:v>0.093921591192</c:v>
                </c:pt>
                <c:pt idx="1057">
                  <c:v>0.0935654209071</c:v>
                </c:pt>
                <c:pt idx="1058">
                  <c:v>0.0932110219876</c:v>
                </c:pt>
                <c:pt idx="1059">
                  <c:v>0.0928584930956</c:v>
                </c:pt>
                <c:pt idx="1060">
                  <c:v>0.092507931564</c:v>
                </c:pt>
                <c:pt idx="1061">
                  <c:v>0.0921594332892</c:v>
                </c:pt>
                <c:pt idx="1062">
                  <c:v>0.0918130926219</c:v>
                </c:pt>
                <c:pt idx="1063">
                  <c:v>0.0914690022572</c:v>
                </c:pt>
                <c:pt idx="1064">
                  <c:v>0.0911272531226</c:v>
                </c:pt>
                <c:pt idx="1065">
                  <c:v>0.090787934264</c:v>
                </c:pt>
                <c:pt idx="1066">
                  <c:v>0.0904511327318</c:v>
                </c:pt>
                <c:pt idx="1067">
                  <c:v>0.0901169334643</c:v>
                </c:pt>
                <c:pt idx="1068">
                  <c:v>0.0897854191715</c:v>
                </c:pt>
                <c:pt idx="1069">
                  <c:v>0.0894566702168</c:v>
                </c:pt>
                <c:pt idx="1070">
                  <c:v>0.0891307644993</c:v>
                </c:pt>
                <c:pt idx="1071">
                  <c:v>0.0888077773349</c:v>
                </c:pt>
                <c:pt idx="1072">
                  <c:v>0.0884877813375</c:v>
                </c:pt>
                <c:pt idx="1073">
                  <c:v>0.0881708463006</c:v>
                </c:pt>
                <c:pt idx="1074">
                  <c:v>0.0878570390786</c:v>
                </c:pt>
                <c:pt idx="1075">
                  <c:v>0.0875464234691</c:v>
                </c:pt>
                <c:pt idx="1076">
                  <c:v>0.0872390600964</c:v>
                </c:pt>
                <c:pt idx="1077">
                  <c:v>0.0869350062956</c:v>
                </c:pt>
                <c:pt idx="1078">
                  <c:v>0.0866343159986</c:v>
                </c:pt>
                <c:pt idx="1079">
                  <c:v>0.0863370396216</c:v>
                </c:pt>
                <c:pt idx="1080">
                  <c:v>0.0860432239549</c:v>
                </c:pt>
                <c:pt idx="1081">
                  <c:v>0.0857529120551</c:v>
                </c:pt>
                <c:pt idx="1082">
                  <c:v>0.08546614314</c:v>
                </c:pt>
                <c:pt idx="1083">
                  <c:v>0.0851829524864</c:v>
                </c:pt>
                <c:pt idx="1084">
                  <c:v>0.0849033713318</c:v>
                </c:pt>
                <c:pt idx="1085">
                  <c:v>0.0846274267786</c:v>
                </c:pt>
                <c:pt idx="1086">
                  <c:v>0.0843551417041</c:v>
                </c:pt>
                <c:pt idx="1087">
                  <c:v>0.0840865346729</c:v>
                </c:pt>
                <c:pt idx="1088">
                  <c:v>0.0838216198554</c:v>
                </c:pt>
                <c:pt idx="1089">
                  <c:v>0.0835604069506</c:v>
                </c:pt>
                <c:pt idx="1090">
                  <c:v>0.083302901114</c:v>
                </c:pt>
                <c:pt idx="1091">
                  <c:v>0.0830491028915</c:v>
                </c:pt>
                <c:pt idx="1092">
                  <c:v>0.0827990081588</c:v>
                </c:pt>
                <c:pt idx="1093">
                  <c:v>0.0825526080667</c:v>
                </c:pt>
                <c:pt idx="1094">
                  <c:v>0.0823098889937</c:v>
                </c:pt>
                <c:pt idx="1095">
                  <c:v>0.0820708325038</c:v>
                </c:pt>
                <c:pt idx="1096">
                  <c:v>0.0818354153126</c:v>
                </c:pt>
                <c:pt idx="1097">
                  <c:v>0.0816036092596</c:v>
                </c:pt>
                <c:pt idx="1098">
                  <c:v>0.0813753812882</c:v>
                </c:pt>
                <c:pt idx="1099">
                  <c:v>0.0811506934334</c:v>
                </c:pt>
                <c:pt idx="1100">
                  <c:v>0.0809295028171</c:v>
                </c:pt>
                <c:pt idx="1101">
                  <c:v>0.0807117616513</c:v>
                </c:pt>
                <c:pt idx="1102">
                  <c:v>0.0804974172499</c:v>
                </c:pt>
                <c:pt idx="1103">
                  <c:v>0.0802864120482</c:v>
                </c:pt>
                <c:pt idx="1104">
                  <c:v>0.0800786836316</c:v>
                </c:pt>
                <c:pt idx="1105">
                  <c:v>0.0798741647724</c:v>
                </c:pt>
                <c:pt idx="1106">
                  <c:v>0.0796727834752</c:v>
                </c:pt>
                <c:pt idx="1107">
                  <c:v>0.0794744630322</c:v>
                </c:pt>
                <c:pt idx="1108">
                  <c:v>0.0792791220857</c:v>
                </c:pt>
                <c:pt idx="1109">
                  <c:v>0.0790866747014</c:v>
                </c:pt>
                <c:pt idx="1110">
                  <c:v>0.0788970304494</c:v>
                </c:pt>
                <c:pt idx="1111">
                  <c:v>0.078710094495</c:v>
                </c:pt>
                <c:pt idx="1112">
                  <c:v>0.0785257676981</c:v>
                </c:pt>
                <c:pt idx="1113">
                  <c:v>0.078343946722</c:v>
                </c:pt>
                <c:pt idx="1114">
                  <c:v>0.078164524151</c:v>
                </c:pt>
                <c:pt idx="1115">
                  <c:v>0.077987388617</c:v>
                </c:pt>
                <c:pt idx="1116">
                  <c:v>0.0778124249346</c:v>
                </c:pt>
                <c:pt idx="1117">
                  <c:v>0.0776395142457</c:v>
                </c:pt>
                <c:pt idx="1118">
                  <c:v>0.0774685341718</c:v>
                </c:pt>
                <c:pt idx="1119">
                  <c:v>0.0772993589752</c:v>
                </c:pt>
                <c:pt idx="1120">
                  <c:v>0.0771318597284</c:v>
                </c:pt>
                <c:pt idx="1121">
                  <c:v>0.076965904491</c:v>
                </c:pt>
                <c:pt idx="1122">
                  <c:v>0.0768013584952</c:v>
                </c:pt>
                <c:pt idx="1123">
                  <c:v>0.0766380843377</c:v>
                </c:pt>
                <c:pt idx="1124">
                  <c:v>0.0764759421798</c:v>
                </c:pt>
                <c:pt idx="1125">
                  <c:v>0.0763147899533</c:v>
                </c:pt>
                <c:pt idx="1126">
                  <c:v>0.0761544835739</c:v>
                </c:pt>
                <c:pt idx="1127">
                  <c:v>0.0759948771597</c:v>
                </c:pt>
                <c:pt idx="1128">
                  <c:v>0.0758358232558</c:v>
                </c:pt>
                <c:pt idx="1129">
                  <c:v>0.0756771730647</c:v>
                </c:pt>
                <c:pt idx="1130">
                  <c:v>0.0755187766802</c:v>
                </c:pt>
                <c:pt idx="1131">
                  <c:v>0.0753604833269</c:v>
                </c:pt>
                <c:pt idx="1132">
                  <c:v>0.0752021416025</c:v>
                </c:pt>
                <c:pt idx="1133">
                  <c:v>0.0750435997243</c:v>
                </c:pt>
                <c:pt idx="1134">
                  <c:v>0.0748847057776</c:v>
                </c:pt>
                <c:pt idx="1135">
                  <c:v>0.074725307967</c:v>
                </c:pt>
                <c:pt idx="1136">
                  <c:v>0.0745652548689</c:v>
                </c:pt>
                <c:pt idx="1137">
                  <c:v>0.0744043956854</c:v>
                </c:pt>
                <c:pt idx="1138">
                  <c:v>0.0742425804985</c:v>
                </c:pt>
                <c:pt idx="1139">
                  <c:v>0.0740796605245</c:v>
                </c:pt>
                <c:pt idx="1140">
                  <c:v>0.073915488367</c:v>
                </c:pt>
                <c:pt idx="1141">
                  <c:v>0.0737499182696</c:v>
                </c:pt>
                <c:pt idx="1142">
                  <c:v>0.073582806366</c:v>
                </c:pt>
                <c:pt idx="1143">
                  <c:v>0.0734140109279</c:v>
                </c:pt>
                <c:pt idx="1144">
                  <c:v>0.0732433926095</c:v>
                </c:pt>
                <c:pt idx="1145">
                  <c:v>0.0730708146892</c:v>
                </c:pt>
                <c:pt idx="1146">
                  <c:v>0.0728961433056</c:v>
                </c:pt>
                <c:pt idx="1147">
                  <c:v>0.07271924769</c:v>
                </c:pt>
                <c:pt idx="1148">
                  <c:v>0.0725400003929</c:v>
                </c:pt>
                <c:pt idx="1149">
                  <c:v>0.0723582775044</c:v>
                </c:pt>
                <c:pt idx="1150">
                  <c:v>0.0721739588683</c:v>
                </c:pt>
                <c:pt idx="1151">
                  <c:v>0.0719869282891</c:v>
                </c:pt>
                <c:pt idx="1152">
                  <c:v>0.0717970737317</c:v>
                </c:pt>
                <c:pt idx="1153">
                  <c:v>0.0716042875127</c:v>
                </c:pt>
                <c:pt idx="1154">
                  <c:v>0.0714084664832</c:v>
                </c:pt>
                <c:pt idx="1155">
                  <c:v>0.0712095122032</c:v>
                </c:pt>
                <c:pt idx="1156">
                  <c:v>0.0710073311056</c:v>
                </c:pt>
                <c:pt idx="1157">
                  <c:v>0.0708018346515</c:v>
                </c:pt>
                <c:pt idx="1158">
                  <c:v>0.0705929394749</c:v>
                </c:pt>
                <c:pt idx="1159">
                  <c:v>0.0703805675164</c:v>
                </c:pt>
                <c:pt idx="1160">
                  <c:v>0.070164646147</c:v>
                </c:pt>
                <c:pt idx="1161">
                  <c:v>0.0699451082798</c:v>
                </c:pt>
                <c:pt idx="1162">
                  <c:v>0.0697218924713</c:v>
                </c:pt>
                <c:pt idx="1163">
                  <c:v>0.0694949430102</c:v>
                </c:pt>
                <c:pt idx="1164">
                  <c:v>0.0692642099946</c:v>
                </c:pt>
                <c:pt idx="1165">
                  <c:v>0.0690296493974</c:v>
                </c:pt>
                <c:pt idx="1166">
                  <c:v>0.0687912231196</c:v>
                </c:pt>
                <c:pt idx="1167">
                  <c:v>0.0685488990305</c:v>
                </c:pt>
                <c:pt idx="1168">
                  <c:v>0.0683026509966</c:v>
                </c:pt>
                <c:pt idx="1169">
                  <c:v>0.0680524588974</c:v>
                </c:pt>
                <c:pt idx="1170">
                  <c:v>0.0677983086286</c:v>
                </c:pt>
                <c:pt idx="1171">
                  <c:v>0.0675401920939</c:v>
                </c:pt>
                <c:pt idx="1172">
                  <c:v>0.0672781071831</c:v>
                </c:pt>
                <c:pt idx="1173">
                  <c:v>0.0670120577385</c:v>
                </c:pt>
                <c:pt idx="1174">
                  <c:v>0.0667420535097</c:v>
                </c:pt>
                <c:pt idx="1175">
                  <c:v>0.0664681100954</c:v>
                </c:pt>
                <c:pt idx="1176">
                  <c:v>0.0661902488735</c:v>
                </c:pt>
                <c:pt idx="1177">
                  <c:v>0.0659084969208</c:v>
                </c:pt>
                <c:pt idx="1178">
                  <c:v>0.0656228869194</c:v>
                </c:pt>
                <c:pt idx="1179">
                  <c:v>0.0653334570537</c:v>
                </c:pt>
                <c:pt idx="1180">
                  <c:v>0.065040250896</c:v>
                </c:pt>
                <c:pt idx="1181">
                  <c:v>0.0647433172813</c:v>
                </c:pt>
                <c:pt idx="1182">
                  <c:v>0.064442710173</c:v>
                </c:pt>
                <c:pt idx="1183">
                  <c:v>0.0641384885184</c:v>
                </c:pt>
                <c:pt idx="1184">
                  <c:v>0.0638307160952</c:v>
                </c:pt>
                <c:pt idx="1185">
                  <c:v>0.0635194613496</c:v>
                </c:pt>
                <c:pt idx="1186">
                  <c:v>0.0632047972257</c:v>
                </c:pt>
                <c:pt idx="1187">
                  <c:v>0.0628868009878</c:v>
                </c:pt>
                <c:pt idx="1188">
                  <c:v>0.0625655540356</c:v>
                </c:pt>
                <c:pt idx="1189">
                  <c:v>0.0622411417125</c:v>
                </c:pt>
                <c:pt idx="1190">
                  <c:v>0.0619136531083</c:v>
                </c:pt>
                <c:pt idx="1191">
                  <c:v>0.0615831808569</c:v>
                </c:pt>
                <c:pt idx="1192">
                  <c:v>0.0612498209284</c:v>
                </c:pt>
                <c:pt idx="1193">
                  <c:v>0.0609136724182</c:v>
                </c:pt>
                <c:pt idx="1194">
                  <c:v>0.0605748373318</c:v>
                </c:pt>
                <c:pt idx="1195">
                  <c:v>0.0602334203679</c:v>
                </c:pt>
                <c:pt idx="1196">
                  <c:v>0.0598895286981</c:v>
                </c:pt>
                <c:pt idx="1197">
                  <c:v>0.0595432717465</c:v>
                </c:pt>
                <c:pt idx="1198">
                  <c:v>0.0591947609672</c:v>
                </c:pt>
                <c:pt idx="1199">
                  <c:v>0.0588441096227</c:v>
                </c:pt>
                <c:pt idx="1200">
                  <c:v>0.0584914325625</c:v>
                </c:pt>
                <c:pt idx="1201">
                  <c:v>0.058136846002</c:v>
                </c:pt>
                <c:pt idx="1202">
                  <c:v>0.0577804673045</c:v>
                </c:pt>
                <c:pt idx="1203">
                  <c:v>0.0574224147646</c:v>
                </c:pt>
                <c:pt idx="1204">
                  <c:v>0.0570628073943</c:v>
                </c:pt>
                <c:pt idx="1205">
                  <c:v>0.0567017647134</c:v>
                </c:pt>
                <c:pt idx="1206">
                  <c:v>0.0563394065433</c:v>
                </c:pt>
                <c:pt idx="1207">
                  <c:v>0.0559758528047</c:v>
                </c:pt>
                <c:pt idx="1208">
                  <c:v>0.0556112233219</c:v>
                </c:pt>
                <c:pt idx="1209">
                  <c:v>0.0552456376305</c:v>
                </c:pt>
                <c:pt idx="1210">
                  <c:v>0.0548792147922</c:v>
                </c:pt>
                <c:pt idx="1211">
                  <c:v>0.0545120732156</c:v>
                </c:pt>
                <c:pt idx="1212">
                  <c:v>0.0541443304828</c:v>
                </c:pt>
                <c:pt idx="1213">
                  <c:v>0.0537761031834</c:v>
                </c:pt>
                <c:pt idx="1214">
                  <c:v>0.053407506756</c:v>
                </c:pt>
                <c:pt idx="1215">
                  <c:v>0.0530386553357</c:v>
                </c:pt>
                <c:pt idx="1216">
                  <c:v>0.0526696616106</c:v>
                </c:pt>
                <c:pt idx="1217">
                  <c:v>0.052300636685</c:v>
                </c:pt>
                <c:pt idx="1218">
                  <c:v>0.0519316899509</c:v>
                </c:pt>
                <c:pt idx="1219">
                  <c:v>0.0515629289674</c:v>
                </c:pt>
                <c:pt idx="1220">
                  <c:v>0.0511944593477</c:v>
                </c:pt>
                <c:pt idx="1221">
                  <c:v>0.0508263846547</c:v>
                </c:pt>
                <c:pt idx="1222">
                  <c:v>0.0504588063043</c:v>
                </c:pt>
                <c:pt idx="1223">
                  <c:v>0.0500918234768</c:v>
                </c:pt>
                <c:pt idx="1224">
                  <c:v>0.0497255330359</c:v>
                </c:pt>
                <c:pt idx="1225">
                  <c:v>0.0493600294562</c:v>
                </c:pt>
                <c:pt idx="1226">
                  <c:v>0.0489954047582</c:v>
                </c:pt>
                <c:pt idx="1227">
                  <c:v>0.0486317484503</c:v>
                </c:pt>
                <c:pt idx="1228">
                  <c:v>0.0482691474789</c:v>
                </c:pt>
                <c:pt idx="1229">
                  <c:v>0.0479076861859</c:v>
                </c:pt>
                <c:pt idx="1230">
                  <c:v>0.0475474462726</c:v>
                </c:pt>
                <c:pt idx="1231">
                  <c:v>0.0471885067712</c:v>
                </c:pt>
                <c:pt idx="1232">
                  <c:v>0.046830944022</c:v>
                </c:pt>
                <c:pt idx="1233">
                  <c:v>0.0464748316581</c:v>
                </c:pt>
                <c:pt idx="1234">
                  <c:v>0.0461202405952</c:v>
                </c:pt>
                <c:pt idx="1235">
                  <c:v>0.0457672390279</c:v>
                </c:pt>
                <c:pt idx="1236">
                  <c:v>0.0454158924316</c:v>
                </c:pt>
                <c:pt idx="1237">
                  <c:v>0.0450662635691</c:v>
                </c:pt>
                <c:pt idx="1238">
                  <c:v>0.044718412503</c:v>
                </c:pt>
                <c:pt idx="1239">
                  <c:v>0.0443723966124</c:v>
                </c:pt>
                <c:pt idx="1240">
                  <c:v>0.0440282706143</c:v>
                </c:pt>
                <c:pt idx="1241">
                  <c:v>0.0436860865888</c:v>
                </c:pt>
                <c:pt idx="1242">
                  <c:v>0.0433458940089</c:v>
                </c:pt>
                <c:pt idx="1243">
                  <c:v>0.0430077397729</c:v>
                </c:pt>
                <c:pt idx="1244">
                  <c:v>0.0426716682416</c:v>
                </c:pt>
                <c:pt idx="1245">
                  <c:v>0.0423377212768</c:v>
                </c:pt>
                <c:pt idx="1246">
                  <c:v>0.0420059382841</c:v>
                </c:pt>
                <c:pt idx="1247">
                  <c:v>0.0416763562577</c:v>
                </c:pt>
                <c:pt idx="1248">
                  <c:v>0.0413490098272</c:v>
                </c:pt>
                <c:pt idx="1249">
                  <c:v>0.0410239313067</c:v>
                </c:pt>
                <c:pt idx="1250">
                  <c:v>0.040701150746</c:v>
                </c:pt>
                <c:pt idx="1251">
                  <c:v>0.0403806959831</c:v>
                </c:pt>
                <c:pt idx="1252">
                  <c:v>0.0400625926978</c:v>
                </c:pt>
                <c:pt idx="1253">
                  <c:v>0.0397468644671</c:v>
                </c:pt>
                <c:pt idx="1254">
                  <c:v>0.039433532821</c:v>
                </c:pt>
                <c:pt idx="1255">
                  <c:v>0.0391226172991</c:v>
                </c:pt>
                <c:pt idx="1256">
                  <c:v>0.0388141355086</c:v>
                </c:pt>
                <c:pt idx="1257">
                  <c:v>0.0385081031811</c:v>
                </c:pt>
                <c:pt idx="1258">
                  <c:v>0.0382045342317</c:v>
                </c:pt>
                <c:pt idx="1259">
                  <c:v>0.0379034408163</c:v>
                </c:pt>
                <c:pt idx="1260">
                  <c:v>0.0376048333901</c:v>
                </c:pt>
                <c:pt idx="1261">
                  <c:v>0.0373087207653</c:v>
                </c:pt>
                <c:pt idx="1262">
                  <c:v>0.0370151101693</c:v>
                </c:pt>
                <c:pt idx="1263">
                  <c:v>0.0367240073009</c:v>
                </c:pt>
                <c:pt idx="1264">
                  <c:v>0.0364354163883</c:v>
                </c:pt>
                <c:pt idx="1265">
                  <c:v>0.0361493402441</c:v>
                </c:pt>
                <c:pt idx="1266">
                  <c:v>0.0358657803215</c:v>
                </c:pt>
                <c:pt idx="1267">
                  <c:v>0.0355847367686</c:v>
                </c:pt>
                <c:pt idx="1268">
                  <c:v>0.0353062084823</c:v>
                </c:pt>
                <c:pt idx="1269">
                  <c:v>0.0350301931614</c:v>
                </c:pt>
                <c:pt idx="1270">
                  <c:v>0.0347566873583</c:v>
                </c:pt>
                <c:pt idx="1271">
                  <c:v>0.0344856865301</c:v>
                </c:pt>
                <c:pt idx="1272">
                  <c:v>0.0342171850886</c:v>
                </c:pt>
                <c:pt idx="1273">
                  <c:v>0.0339511764488</c:v>
                </c:pt>
                <c:pt idx="1274">
                  <c:v>0.0336876530767</c:v>
                </c:pt>
                <c:pt idx="1275">
                  <c:v>0.0334266065362</c:v>
                </c:pt>
                <c:pt idx="1276">
                  <c:v>0.0331680275338</c:v>
                </c:pt>
                <c:pt idx="1277">
                  <c:v>0.0329119059632</c:v>
                </c:pt>
                <c:pt idx="1278">
                  <c:v>0.0326582309481</c:v>
                </c:pt>
                <c:pt idx="1279">
                  <c:v>0.032406990884</c:v>
                </c:pt>
                <c:pt idx="1280">
                  <c:v>0.0321581734785</c:v>
                </c:pt>
                <c:pt idx="1281">
                  <c:v>0.031911765791</c:v>
                </c:pt>
                <c:pt idx="1282">
                  <c:v>0.0316677542703</c:v>
                </c:pt>
                <c:pt idx="1283">
                  <c:v>0.0314261247919</c:v>
                </c:pt>
                <c:pt idx="1284">
                  <c:v>0.0311868626931</c:v>
                </c:pt>
                <c:pt idx="1285">
                  <c:v>0.0309499528081</c:v>
                </c:pt>
                <c:pt idx="1286">
                  <c:v>0.0307153795007</c:v>
                </c:pt>
                <c:pt idx="1287">
                  <c:v>0.030483126697</c:v>
                </c:pt>
                <c:pt idx="1288">
                  <c:v>0.0302531779156</c:v>
                </c:pt>
                <c:pt idx="1289">
                  <c:v>0.030025516298</c:v>
                </c:pt>
                <c:pt idx="1290">
                  <c:v>0.0298001246369</c:v>
                </c:pt>
                <c:pt idx="1291">
                  <c:v>0.0295769854042</c:v>
                </c:pt>
                <c:pt idx="1292">
                  <c:v>0.0293560807772</c:v>
                </c:pt>
                <c:pt idx="1293">
                  <c:v>0.0291373926639</c:v>
                </c:pt>
                <c:pt idx="1294">
                  <c:v>0.0289209027279</c:v>
                </c:pt>
                <c:pt idx="1295">
                  <c:v>0.0287065924114</c:v>
                </c:pt>
                <c:pt idx="1296">
                  <c:v>0.028494442958</c:v>
                </c:pt>
                <c:pt idx="1297">
                  <c:v>0.0282844354337</c:v>
                </c:pt>
                <c:pt idx="1298">
                  <c:v>0.0280765507479</c:v>
                </c:pt>
                <c:pt idx="1299">
                  <c:v>0.0278707696729</c:v>
                </c:pt>
                <c:pt idx="1300">
                  <c:v>0.0276670728624</c:v>
                </c:pt>
                <c:pt idx="1301">
                  <c:v>0.0274654408698</c:v>
                </c:pt>
                <c:pt idx="1302">
                  <c:v>0.0272658541648</c:v>
                </c:pt>
                <c:pt idx="1303">
                  <c:v>0.0270682931502</c:v>
                </c:pt>
                <c:pt idx="1304">
                  <c:v>0.0268727381769</c:v>
                </c:pt>
                <c:pt idx="1305">
                  <c:v>0.026679169559</c:v>
                </c:pt>
                <c:pt idx="1306">
                  <c:v>0.0264875675874</c:v>
                </c:pt>
                <c:pt idx="1307">
                  <c:v>0.0262979125434</c:v>
                </c:pt>
                <c:pt idx="1308">
                  <c:v>0.0261101847113</c:v>
                </c:pt>
                <c:pt idx="1309">
                  <c:v>0.02592436439</c:v>
                </c:pt>
                <c:pt idx="1310">
                  <c:v>0.0257404319048</c:v>
                </c:pt>
                <c:pt idx="1311">
                  <c:v>0.0255583676177</c:v>
                </c:pt>
                <c:pt idx="1312">
                  <c:v>0.0253781519378</c:v>
                </c:pt>
                <c:pt idx="1313">
                  <c:v>0.0251997653306</c:v>
                </c:pt>
                <c:pt idx="1314">
                  <c:v>0.0250231883271</c:v>
                </c:pt>
                <c:pt idx="1315">
                  <c:v>0.0248484015325</c:v>
                </c:pt>
                <c:pt idx="1316">
                  <c:v>0.0246753856338</c:v>
                </c:pt>
                <c:pt idx="1317">
                  <c:v>0.0245041214073</c:v>
                </c:pt>
                <c:pt idx="1318">
                  <c:v>0.0243345897261</c:v>
                </c:pt>
                <c:pt idx="1319">
                  <c:v>0.0241667715661</c:v>
                </c:pt>
                <c:pt idx="1320">
                  <c:v>0.0240006480125</c:v>
                </c:pt>
                <c:pt idx="1321">
                  <c:v>0.0238362002655</c:v>
                </c:pt>
                <c:pt idx="1322">
                  <c:v>0.0236734096454</c:v>
                </c:pt>
                <c:pt idx="1323">
                  <c:v>0.023512257598</c:v>
                </c:pt>
                <c:pt idx="1324">
                  <c:v>0.0233527256988</c:v>
                </c:pt>
                <c:pt idx="1325">
                  <c:v>0.0231947956576</c:v>
                </c:pt>
                <c:pt idx="1326">
                  <c:v>0.0230384493224</c:v>
                </c:pt>
                <c:pt idx="1327">
                  <c:v>0.0228836686826</c:v>
                </c:pt>
                <c:pt idx="1328">
                  <c:v>0.022730435873</c:v>
                </c:pt>
                <c:pt idx="1329">
                  <c:v>0.0225787331765</c:v>
                </c:pt>
                <c:pt idx="1330">
                  <c:v>0.0224285430269</c:v>
                </c:pt>
                <c:pt idx="1331">
                  <c:v>0.0222798480113</c:v>
                </c:pt>
                <c:pt idx="1332">
                  <c:v>0.0221326308727</c:v>
                </c:pt>
                <c:pt idx="1333">
                  <c:v>0.0219868745119</c:v>
                </c:pt>
                <c:pt idx="1334">
                  <c:v>0.0218425619891</c:v>
                </c:pt>
                <c:pt idx="1335">
                  <c:v>0.0216996765258</c:v>
                </c:pt>
                <c:pt idx="1336">
                  <c:v>0.0215582015062</c:v>
                </c:pt>
                <c:pt idx="1337">
                  <c:v>0.0214181204781</c:v>
                </c:pt>
                <c:pt idx="1338">
                  <c:v>0.0212794171544</c:v>
                </c:pt>
                <c:pt idx="1339">
                  <c:v>0.0211420754135</c:v>
                </c:pt>
                <c:pt idx="1340">
                  <c:v>0.0210060793004</c:v>
                </c:pt>
                <c:pt idx="1341">
                  <c:v>0.020871413027</c:v>
                </c:pt>
                <c:pt idx="1342">
                  <c:v>0.0207380609726</c:v>
                </c:pt>
                <c:pt idx="1343">
                  <c:v>0.020606007684</c:v>
                </c:pt>
                <c:pt idx="1344">
                  <c:v>0.0204752378759</c:v>
                </c:pt>
                <c:pt idx="1345">
                  <c:v>0.0203457364309</c:v>
                </c:pt>
                <c:pt idx="1346">
                  <c:v>0.0202174883989</c:v>
                </c:pt>
                <c:pt idx="1347">
                  <c:v>0.0200904789977</c:v>
                </c:pt>
                <c:pt idx="1348">
                  <c:v>0.0199646936118</c:v>
                </c:pt>
                <c:pt idx="1349">
                  <c:v>0.0198401177928</c:v>
                </c:pt>
                <c:pt idx="1350">
                  <c:v>0.0197167372584</c:v>
                </c:pt>
                <c:pt idx="1351">
                  <c:v>0.0195945378918</c:v>
                </c:pt>
                <c:pt idx="1352">
                  <c:v>0.0194735057413</c:v>
                </c:pt>
                <c:pt idx="1353">
                  <c:v>0.0193536270193</c:v>
                </c:pt>
                <c:pt idx="1354">
                  <c:v>0.0192348881019</c:v>
                </c:pt>
                <c:pt idx="1355">
                  <c:v>0.0191172755273</c:v>
                </c:pt>
                <c:pt idx="1356">
                  <c:v>0.0190007759955</c:v>
                </c:pt>
                <c:pt idx="1357">
                  <c:v>0.0188853763672</c:v>
                </c:pt>
                <c:pt idx="1358">
                  <c:v>0.0187710636623</c:v>
                </c:pt>
                <c:pt idx="1359">
                  <c:v>0.0186578250595</c:v>
                </c:pt>
                <c:pt idx="1360">
                  <c:v>0.0185456478946</c:v>
                </c:pt>
                <c:pt idx="1361">
                  <c:v>0.0184345196594</c:v>
                </c:pt>
                <c:pt idx="1362">
                  <c:v>0.0183244280008</c:v>
                </c:pt>
                <c:pt idx="1363">
                  <c:v>0.0182153607193</c:v>
                </c:pt>
                <c:pt idx="1364">
                  <c:v>0.0181073057675</c:v>
                </c:pt>
                <c:pt idx="1365">
                  <c:v>0.0180002512492</c:v>
                </c:pt>
                <c:pt idx="1366">
                  <c:v>0.0178941854178</c:v>
                </c:pt>
                <c:pt idx="1367">
                  <c:v>0.017789096675</c:v>
                </c:pt>
                <c:pt idx="1368">
                  <c:v>0.0176849735695</c:v>
                </c:pt>
                <c:pt idx="1369">
                  <c:v>0.0175818047952</c:v>
                </c:pt>
                <c:pt idx="1370">
                  <c:v>0.0174795791904</c:v>
                </c:pt>
                <c:pt idx="1371">
                  <c:v>0.0173782857357</c:v>
                </c:pt>
                <c:pt idx="1372">
                  <c:v>0.0172779135529</c:v>
                </c:pt>
                <c:pt idx="1373">
                  <c:v>0.0171784519037</c:v>
                </c:pt>
                <c:pt idx="1374">
                  <c:v>0.0170798901878</c:v>
                </c:pt>
                <c:pt idx="1375">
                  <c:v>0.0169822179415</c:v>
                </c:pt>
                <c:pt idx="1376">
                  <c:v>0.0168854248366</c:v>
                </c:pt>
                <c:pt idx="1377">
                  <c:v>0.0167895006783</c:v>
                </c:pt>
                <c:pt idx="1378">
                  <c:v>0.0166944354043</c:v>
                </c:pt>
                <c:pt idx="1379">
                  <c:v>0.0166002190827</c:v>
                </c:pt>
                <c:pt idx="1380">
                  <c:v>0.016506841911</c:v>
                </c:pt>
                <c:pt idx="1381">
                  <c:v>0.0164142942144</c:v>
                </c:pt>
                <c:pt idx="1382">
                  <c:v>0.016322566444</c:v>
                </c:pt>
                <c:pt idx="1383">
                  <c:v>0.016231649176</c:v>
                </c:pt>
                <c:pt idx="1384">
                  <c:v>0.0161415331095</c:v>
                </c:pt>
                <c:pt idx="1385">
                  <c:v>0.0160522090651</c:v>
                </c:pt>
                <c:pt idx="1386">
                  <c:v>0.0159636679841</c:v>
                </c:pt>
                <c:pt idx="1387">
                  <c:v>0.015875900926</c:v>
                </c:pt>
                <c:pt idx="1388">
                  <c:v>0.0157888990677</c:v>
                </c:pt>
                <c:pt idx="1389">
                  <c:v>0.015702653702</c:v>
                </c:pt>
                <c:pt idx="1390">
                  <c:v>0.0156171562357</c:v>
                </c:pt>
                <c:pt idx="1391">
                  <c:v>0.0155323981885</c:v>
                </c:pt>
                <c:pt idx="1392">
                  <c:v>0.0154483711916</c:v>
                </c:pt>
                <c:pt idx="1393">
                  <c:v>0.015365066986</c:v>
                </c:pt>
                <c:pt idx="1394">
                  <c:v>0.0152824774212</c:v>
                </c:pt>
                <c:pt idx="1395">
                  <c:v>0.0152005944539</c:v>
                </c:pt>
                <c:pt idx="1396">
                  <c:v>0.0151194101462</c:v>
                </c:pt>
                <c:pt idx="1397">
                  <c:v>0.0150389166647</c:v>
                </c:pt>
                <c:pt idx="1398">
                  <c:v>0.0149591062789</c:v>
                </c:pt>
                <c:pt idx="1399">
                  <c:v>0.0148799713597</c:v>
                </c:pt>
                <c:pt idx="1400">
                  <c:v>0.014801504378</c:v>
                </c:pt>
                <c:pt idx="1401">
                  <c:v>0.0147236979038</c:v>
                </c:pt>
                <c:pt idx="1402">
                  <c:v>0.0146465446043</c:v>
                </c:pt>
                <c:pt idx="1403">
                  <c:v>0.0145700372429</c:v>
                </c:pt>
                <c:pt idx="1404">
                  <c:v>0.0144941686778</c:v>
                </c:pt>
                <c:pt idx="1405">
                  <c:v>0.0144189318608</c:v>
                </c:pt>
                <c:pt idx="1406">
                  <c:v>0.0143443198356</c:v>
                </c:pt>
                <c:pt idx="1407">
                  <c:v>0.0142703257372</c:v>
                </c:pt>
                <c:pt idx="1408">
                  <c:v>0.01419694279</c:v>
                </c:pt>
                <c:pt idx="1409">
                  <c:v>0.014124164307</c:v>
                </c:pt>
                <c:pt idx="1410">
                  <c:v>0.0140519836883</c:v>
                </c:pt>
                <c:pt idx="1411">
                  <c:v>0.0139803944198</c:v>
                </c:pt>
                <c:pt idx="1412">
                  <c:v>0.0139093900724</c:v>
                </c:pt>
                <c:pt idx="1413">
                  <c:v>0.0138389643004</c:v>
                </c:pt>
                <c:pt idx="1414">
                  <c:v>0.0137691108406</c:v>
                </c:pt>
                <c:pt idx="1415">
                  <c:v>0.0136998235107</c:v>
                </c:pt>
                <c:pt idx="1416">
                  <c:v>0.0136310962088</c:v>
                </c:pt>
                <c:pt idx="1417">
                  <c:v>0.0135629229116</c:v>
                </c:pt>
                <c:pt idx="1418">
                  <c:v>0.0134952976737</c:v>
                </c:pt>
                <c:pt idx="1419">
                  <c:v>0.0134282146262</c:v>
                </c:pt>
                <c:pt idx="1420">
                  <c:v>0.013361667976</c:v>
                </c:pt>
                <c:pt idx="1421">
                  <c:v>0.0132956520042</c:v>
                </c:pt>
                <c:pt idx="1422">
                  <c:v>0.0132301610654</c:v>
                </c:pt>
                <c:pt idx="1423">
                  <c:v>0.0131651895864</c:v>
                </c:pt>
                <c:pt idx="1424">
                  <c:v>0.0131007320652</c:v>
                </c:pt>
                <c:pt idx="1425">
                  <c:v>0.0130367830703</c:v>
                </c:pt>
                <c:pt idx="1426">
                  <c:v>0.0129733372392</c:v>
                </c:pt>
                <c:pt idx="1427">
                  <c:v>0.0129103892774</c:v>
                </c:pt>
                <c:pt idx="1428">
                  <c:v>0.0128479339579</c:v>
                </c:pt>
                <c:pt idx="1429">
                  <c:v>0.0127859661197</c:v>
                </c:pt>
                <c:pt idx="1430">
                  <c:v>0.012724480667</c:v>
                </c:pt>
                <c:pt idx="1431">
                  <c:v>0.0126634725684</c:v>
                </c:pt>
                <c:pt idx="1432">
                  <c:v>0.0126029368557</c:v>
                </c:pt>
                <c:pt idx="1433">
                  <c:v>0.012542868623</c:v>
                </c:pt>
                <c:pt idx="1434">
                  <c:v>0.0124832630261</c:v>
                </c:pt>
                <c:pt idx="1435">
                  <c:v>0.0124241152809</c:v>
                </c:pt>
                <c:pt idx="1436">
                  <c:v>0.0123654206634</c:v>
                </c:pt>
                <c:pt idx="1437">
                  <c:v>0.0123071745082</c:v>
                </c:pt>
                <c:pt idx="1438">
                  <c:v>0.0122493722075</c:v>
                </c:pt>
                <c:pt idx="1439">
                  <c:v>0.012192009211</c:v>
                </c:pt>
                <c:pt idx="1440">
                  <c:v>0.0121350810241</c:v>
                </c:pt>
                <c:pt idx="1441">
                  <c:v>0.012078583208</c:v>
                </c:pt>
                <c:pt idx="1442">
                  <c:v>0.0120225113779</c:v>
                </c:pt>
                <c:pt idx="1443">
                  <c:v>0.0119668612031</c:v>
                </c:pt>
                <c:pt idx="1444">
                  <c:v>0.0119116284057</c:v>
                </c:pt>
                <c:pt idx="1445">
                  <c:v>0.0118568087597</c:v>
                </c:pt>
                <c:pt idx="1446">
                  <c:v>0.0118023980908</c:v>
                </c:pt>
                <c:pt idx="1447">
                  <c:v>0.0117483922749</c:v>
                </c:pt>
                <c:pt idx="1448">
                  <c:v>0.011694787238</c:v>
                </c:pt>
                <c:pt idx="1449">
                  <c:v>0.011641578955</c:v>
                </c:pt>
                <c:pt idx="1450">
                  <c:v>0.0115887634492</c:v>
                </c:pt>
                <c:pt idx="1451">
                  <c:v>0.0115363367918</c:v>
                </c:pt>
                <c:pt idx="1452">
                  <c:v>0.0114842951004</c:v>
                </c:pt>
                <c:pt idx="1453">
                  <c:v>0.0114326345393</c:v>
                </c:pt>
                <c:pt idx="1454">
                  <c:v>0.0113813513183</c:v>
                </c:pt>
                <c:pt idx="1455">
                  <c:v>0.0113304416919</c:v>
                </c:pt>
                <c:pt idx="1456">
                  <c:v>0.0112799019591</c:v>
                </c:pt>
                <c:pt idx="1457">
                  <c:v>0.0112297284623</c:v>
                </c:pt>
                <c:pt idx="1458">
                  <c:v>0.011179917587</c:v>
                </c:pt>
                <c:pt idx="1459">
                  <c:v>0.0111304657609</c:v>
                </c:pt>
                <c:pt idx="1460">
                  <c:v>0.0110813694538</c:v>
                </c:pt>
                <c:pt idx="1461">
                  <c:v>0.0110326251764</c:v>
                </c:pt>
                <c:pt idx="1462">
                  <c:v>0.0109842294799</c:v>
                </c:pt>
                <c:pt idx="1463">
                  <c:v>0.0109361789556</c:v>
                </c:pt>
                <c:pt idx="1464">
                  <c:v>0.0108884702345</c:v>
                </c:pt>
                <c:pt idx="1465">
                  <c:v>0.010841099986</c:v>
                </c:pt>
                <c:pt idx="1466">
                  <c:v>0.0107940649184</c:v>
                </c:pt>
                <c:pt idx="1467">
                  <c:v>0.0107473617775</c:v>
                </c:pt>
                <c:pt idx="1468">
                  <c:v>0.0107009873464</c:v>
                </c:pt>
                <c:pt idx="1469">
                  <c:v>0.0106549384453</c:v>
                </c:pt>
                <c:pt idx="1470">
                  <c:v>0.0106092119306</c:v>
                </c:pt>
                <c:pt idx="1471">
                  <c:v>0.0105638046946</c:v>
                </c:pt>
                <c:pt idx="1472">
                  <c:v>0.0105187136648</c:v>
                </c:pt>
                <c:pt idx="1473">
                  <c:v>0.0104739358039</c:v>
                </c:pt>
                <c:pt idx="1474">
                  <c:v>0.0104294681091</c:v>
                </c:pt>
                <c:pt idx="1475">
                  <c:v>0.0103853076114</c:v>
                </c:pt>
                <c:pt idx="1476">
                  <c:v>0.0103414513756</c:v>
                </c:pt>
                <c:pt idx="1477">
                  <c:v>0.0102978964999</c:v>
                </c:pt>
                <c:pt idx="1478">
                  <c:v>0.0102546401149</c:v>
                </c:pt>
                <c:pt idx="1479">
                  <c:v>0.010211679384</c:v>
                </c:pt>
                <c:pt idx="1480">
                  <c:v>0.0101690115024</c:v>
                </c:pt>
                <c:pt idx="1481">
                  <c:v>0.0101266336971</c:v>
                </c:pt>
                <c:pt idx="1482">
                  <c:v>0.0100845432262</c:v>
                </c:pt>
                <c:pt idx="1483">
                  <c:v>0.0100427373788</c:v>
                </c:pt>
                <c:pt idx="1484">
                  <c:v>0.0100012134748</c:v>
                </c:pt>
                <c:pt idx="1485">
                  <c:v>0.00995996886391</c:v>
                </c:pt>
                <c:pt idx="1486">
                  <c:v>0.00991900092601</c:v>
                </c:pt>
                <c:pt idx="1487">
                  <c:v>0.00987830707043</c:v>
                </c:pt>
                <c:pt idx="1488">
                  <c:v>0.00983788473572</c:v>
                </c:pt>
                <c:pt idx="1489">
                  <c:v>0.00979773138937</c:v>
                </c:pt>
                <c:pt idx="1490">
                  <c:v>0.00975784452741</c:v>
                </c:pt>
                <c:pt idx="1491">
                  <c:v>0.00971822167421</c:v>
                </c:pt>
                <c:pt idx="1492">
                  <c:v>0.00967886038208</c:v>
                </c:pt>
                <c:pt idx="1493">
                  <c:v>0.00963975823101</c:v>
                </c:pt>
                <c:pt idx="1494">
                  <c:v>0.00960091282841</c:v>
                </c:pt>
                <c:pt idx="1495">
                  <c:v>0.00956232180876</c:v>
                </c:pt>
                <c:pt idx="1496">
                  <c:v>0.00952398283336</c:v>
                </c:pt>
                <c:pt idx="1497">
                  <c:v>0.00948589359004</c:v>
                </c:pt>
                <c:pt idx="1498">
                  <c:v>0.00944805179289</c:v>
                </c:pt>
                <c:pt idx="1499">
                  <c:v>0.00941045518195</c:v>
                </c:pt>
                <c:pt idx="1500">
                  <c:v>0.009373101523</c:v>
                </c:pt>
                <c:pt idx="1501">
                  <c:v>0.00933598860721</c:v>
                </c:pt>
                <c:pt idx="1502">
                  <c:v>0.00929911425093</c:v>
                </c:pt>
                <c:pt idx="1503">
                  <c:v>0.00926247629541</c:v>
                </c:pt>
                <c:pt idx="1504">
                  <c:v>0.00922607260651</c:v>
                </c:pt>
                <c:pt idx="1505">
                  <c:v>0.00918990107447</c:v>
                </c:pt>
                <c:pt idx="1506">
                  <c:v>0.00915395961363</c:v>
                </c:pt>
                <c:pt idx="1507">
                  <c:v>0.00911824616216</c:v>
                </c:pt>
                <c:pt idx="1508">
                  <c:v>0.00908275868182</c:v>
                </c:pt>
                <c:pt idx="1509">
                  <c:v>0.00904749515769</c:v>
                </c:pt>
                <c:pt idx="1510">
                  <c:v>0.00901245359792</c:v>
                </c:pt>
                <c:pt idx="1511">
                  <c:v>0.00897763203344</c:v>
                </c:pt>
                <c:pt idx="1512">
                  <c:v>0.00894302851777</c:v>
                </c:pt>
                <c:pt idx="1513">
                  <c:v>0.00890864112669</c:v>
                </c:pt>
                <c:pt idx="1514">
                  <c:v>0.00887446795804</c:v>
                </c:pt>
                <c:pt idx="1515">
                  <c:v>0.00884050713144</c:v>
                </c:pt>
                <c:pt idx="1516">
                  <c:v>0.00880675678803</c:v>
                </c:pt>
                <c:pt idx="1517">
                  <c:v>0.00877321509026</c:v>
                </c:pt>
                <c:pt idx="1518">
                  <c:v>0.00873988022157</c:v>
                </c:pt>
                <c:pt idx="1519">
                  <c:v>0.0087067503862</c:v>
                </c:pt>
                <c:pt idx="1520">
                  <c:v>0.00867382380893</c:v>
                </c:pt>
                <c:pt idx="1521">
                  <c:v>0.00864109873478</c:v>
                </c:pt>
                <c:pt idx="1522">
                  <c:v>0.00860857342883</c:v>
                </c:pt>
                <c:pt idx="1523">
                  <c:v>0.00857624617594</c:v>
                </c:pt>
                <c:pt idx="1524">
                  <c:v>0.00854411528051</c:v>
                </c:pt>
                <c:pt idx="1525">
                  <c:v>0.00851217906621</c:v>
                </c:pt>
                <c:pt idx="1526">
                  <c:v>0.00848043587578</c:v>
                </c:pt>
                <c:pt idx="1527">
                  <c:v>0.00844888407078</c:v>
                </c:pt>
                <c:pt idx="1528">
                  <c:v>0.0084175220313</c:v>
                </c:pt>
                <c:pt idx="1529">
                  <c:v>0.00838634815579</c:v>
                </c:pt>
                <c:pt idx="1530">
                  <c:v>0.00835536086078</c:v>
                </c:pt>
                <c:pt idx="1531">
                  <c:v>0.00832455858066</c:v>
                </c:pt>
                <c:pt idx="1532">
                  <c:v>0.00829393976742</c:v>
                </c:pt>
                <c:pt idx="1533">
                  <c:v>0.00826350289046</c:v>
                </c:pt>
                <c:pt idx="1534">
                  <c:v>0.00823324643634</c:v>
                </c:pt>
                <c:pt idx="1535">
                  <c:v>0.00820316890853</c:v>
                </c:pt>
                <c:pt idx="1536">
                  <c:v>0.00817326882721</c:v>
                </c:pt>
                <c:pt idx="1537">
                  <c:v>0.00814354472905</c:v>
                </c:pt>
                <c:pt idx="1538">
                  <c:v>0.00811399516696</c:v>
                </c:pt>
                <c:pt idx="1539">
                  <c:v>0.00808461870988</c:v>
                </c:pt>
                <c:pt idx="1540">
                  <c:v>0.00805541394258</c:v>
                </c:pt>
                <c:pt idx="1541">
                  <c:v>0.00802637946543</c:v>
                </c:pt>
                <c:pt idx="1542">
                  <c:v>0.00799751389418</c:v>
                </c:pt>
                <c:pt idx="1543">
                  <c:v>0.00796881585975</c:v>
                </c:pt>
                <c:pt idx="1544">
                  <c:v>0.00794028400805</c:v>
                </c:pt>
                <c:pt idx="1545">
                  <c:v>0.00791191699972</c:v>
                </c:pt>
                <c:pt idx="1546">
                  <c:v>0.00788371350997</c:v>
                </c:pt>
                <c:pt idx="1547">
                  <c:v>0.00785567222838</c:v>
                </c:pt>
                <c:pt idx="1548">
                  <c:v>0.00782779185865</c:v>
                </c:pt>
                <c:pt idx="1549">
                  <c:v>0.00780007111846</c:v>
                </c:pt>
                <c:pt idx="1550">
                  <c:v>0.00777250873925</c:v>
                </c:pt>
                <c:pt idx="1551">
                  <c:v>0.00774510346604</c:v>
                </c:pt>
                <c:pt idx="1552">
                  <c:v>0.00771785405723</c:v>
                </c:pt>
                <c:pt idx="1553">
                  <c:v>0.0076907592844</c:v>
                </c:pt>
                <c:pt idx="1554">
                  <c:v>0.00766381793217</c:v>
                </c:pt>
                <c:pt idx="1555">
                  <c:v>0.00763702879797</c:v>
                </c:pt>
                <c:pt idx="1556">
                  <c:v>0.00761039069189</c:v>
                </c:pt>
                <c:pt idx="1557">
                  <c:v>0.00758390243649</c:v>
                </c:pt>
                <c:pt idx="1558">
                  <c:v>0.00755756286665</c:v>
                </c:pt>
                <c:pt idx="1559">
                  <c:v>0.00753137082935</c:v>
                </c:pt>
                <c:pt idx="1560">
                  <c:v>0.00750532518356</c:v>
                </c:pt>
                <c:pt idx="1561">
                  <c:v>0.00747942480002</c:v>
                </c:pt>
                <c:pt idx="1562">
                  <c:v>0.00745366856112</c:v>
                </c:pt>
                <c:pt idx="1563">
                  <c:v>0.0074280553607</c:v>
                </c:pt>
                <c:pt idx="1564">
                  <c:v>0.00740258410391</c:v>
                </c:pt>
                <c:pt idx="1565">
                  <c:v>0.00737725370706</c:v>
                </c:pt>
                <c:pt idx="1566">
                  <c:v>0.00735206309745</c:v>
                </c:pt>
                <c:pt idx="1567">
                  <c:v>0.00732701121322</c:v>
                </c:pt>
                <c:pt idx="1568">
                  <c:v>0.0073020970032</c:v>
                </c:pt>
                <c:pt idx="1569">
                  <c:v>0.00727731942676</c:v>
                </c:pt>
                <c:pt idx="1570">
                  <c:v>0.00725267745367</c:v>
                </c:pt>
                <c:pt idx="1571">
                  <c:v>0.00722817006394</c:v>
                </c:pt>
                <c:pt idx="1572">
                  <c:v>0.00720379624771</c:v>
                </c:pt>
                <c:pt idx="1573">
                  <c:v>0.00717955500507</c:v>
                </c:pt>
                <c:pt idx="1574">
                  <c:v>0.00715544534594</c:v>
                </c:pt>
                <c:pt idx="1575">
                  <c:v>0.00713146628994</c:v>
                </c:pt>
                <c:pt idx="1576">
                  <c:v>0.00710761686624</c:v>
                </c:pt>
                <c:pt idx="1577">
                  <c:v>0.00708389611344</c:v>
                </c:pt>
                <c:pt idx="1578">
                  <c:v>0.00706030307944</c:v>
                </c:pt>
                <c:pt idx="1579">
                  <c:v>0.00703683682129</c:v>
                </c:pt>
                <c:pt idx="1580">
                  <c:v>0.0070134964051</c:v>
                </c:pt>
                <c:pt idx="1581">
                  <c:v>0.00699028090586</c:v>
                </c:pt>
                <c:pt idx="1582">
                  <c:v>0.00696718940738</c:v>
                </c:pt>
                <c:pt idx="1583">
                  <c:v>0.00694422100213</c:v>
                </c:pt>
                <c:pt idx="1584">
                  <c:v>0.0069213747911</c:v>
                </c:pt>
                <c:pt idx="1585">
                  <c:v>0.00689864988375</c:v>
                </c:pt>
                <c:pt idx="1586">
                  <c:v>0.00687604539782</c:v>
                </c:pt>
                <c:pt idx="1587">
                  <c:v>0.00685356045924</c:v>
                </c:pt>
                <c:pt idx="1588">
                  <c:v>0.00683119420206</c:v>
                </c:pt>
                <c:pt idx="1589">
                  <c:v>0.00680894576825</c:v>
                </c:pt>
                <c:pt idx="1590">
                  <c:v>0.00678681430767</c:v>
                </c:pt>
                <c:pt idx="1591">
                  <c:v>0.00676479897793</c:v>
                </c:pt>
                <c:pt idx="1592">
                  <c:v>0.00674289894425</c:v>
                </c:pt>
                <c:pt idx="1593">
                  <c:v>0.00672111337943</c:v>
                </c:pt>
                <c:pt idx="1594">
                  <c:v>0.00669944146366</c:v>
                </c:pt>
                <c:pt idx="1595">
                  <c:v>0.00667788238449</c:v>
                </c:pt>
                <c:pt idx="1596">
                  <c:v>0.00665643533668</c:v>
                </c:pt>
                <c:pt idx="1597">
                  <c:v>0.0066350995221</c:v>
                </c:pt>
                <c:pt idx="1598">
                  <c:v>0.00661387414969</c:v>
                </c:pt>
                <c:pt idx="1599">
                  <c:v>0.00659275843528</c:v>
                </c:pt>
                <c:pt idx="1600">
                  <c:v>0.00657175160156</c:v>
                </c:pt>
                <c:pt idx="1601">
                  <c:v>0.00655085287794</c:v>
                </c:pt>
                <c:pt idx="1602">
                  <c:v>0.0065300615005</c:v>
                </c:pt>
                <c:pt idx="1603">
                  <c:v>0.00650937671187</c:v>
                </c:pt>
                <c:pt idx="1604">
                  <c:v>0.00648879776113</c:v>
                </c:pt>
                <c:pt idx="1605">
                  <c:v>0.00646832390378</c:v>
                </c:pt>
                <c:pt idx="1606">
                  <c:v>0.00644795440157</c:v>
                </c:pt>
                <c:pt idx="1607">
                  <c:v>0.00642768852249</c:v>
                </c:pt>
                <c:pt idx="1608">
                  <c:v>0.00640752554065</c:v>
                </c:pt>
                <c:pt idx="1609">
                  <c:v>0.00638746473619</c:v>
                </c:pt>
                <c:pt idx="1610">
                  <c:v>0.00636750539524</c:v>
                </c:pt>
                <c:pt idx="1611">
                  <c:v>0.00634764680979</c:v>
                </c:pt>
                <c:pt idx="1612">
                  <c:v>0.00632788827766</c:v>
                </c:pt>
                <c:pt idx="1613">
                  <c:v>0.00630822910241</c:v>
                </c:pt>
                <c:pt idx="1614">
                  <c:v>0.00628866859325</c:v>
                </c:pt>
                <c:pt idx="1615">
                  <c:v>0.00626920606499</c:v>
                </c:pt>
                <c:pt idx="1616">
                  <c:v>0.00624984083796</c:v>
                </c:pt>
                <c:pt idx="1617">
                  <c:v>0.00623057223796</c:v>
                </c:pt>
                <c:pt idx="1618">
                  <c:v>0.00621139959617</c:v>
                </c:pt>
                <c:pt idx="1619">
                  <c:v>0.00619232224909</c:v>
                </c:pt>
                <c:pt idx="1620">
                  <c:v>0.0061733395385</c:v>
                </c:pt>
                <c:pt idx="1621">
                  <c:v>0.00615445081138</c:v>
                </c:pt>
                <c:pt idx="1622">
                  <c:v>0.00613565541987</c:v>
                </c:pt>
                <c:pt idx="1623">
                  <c:v>0.00611695272118</c:v>
                </c:pt>
                <c:pt idx="1624">
                  <c:v>0.00609834207757</c:v>
                </c:pt>
                <c:pt idx="1625">
                  <c:v>0.00607982285629</c:v>
                </c:pt>
                <c:pt idx="1626">
                  <c:v>0.00606139442953</c:v>
                </c:pt>
                <c:pt idx="1627">
                  <c:v>0.00604305617436</c:v>
                </c:pt>
                <c:pt idx="1628">
                  <c:v>0.00602480747268</c:v>
                </c:pt>
                <c:pt idx="1629">
                  <c:v>0.0060066477112</c:v>
                </c:pt>
                <c:pt idx="1630">
                  <c:v>0.0059885762814</c:v>
                </c:pt>
                <c:pt idx="1631">
                  <c:v>0.00597059257944</c:v>
                </c:pt>
                <c:pt idx="1632">
                  <c:v>0.00595269600618</c:v>
                </c:pt>
                <c:pt idx="1633">
                  <c:v>0.00593488596711</c:v>
                </c:pt>
                <c:pt idx="1634">
                  <c:v>0.00591716187231</c:v>
                </c:pt>
                <c:pt idx="1635">
                  <c:v>0.00589952313645</c:v>
                </c:pt>
                <c:pt idx="1636">
                  <c:v>0.00588196917872</c:v>
                </c:pt>
                <c:pt idx="1637">
                  <c:v>0.00586449942281</c:v>
                </c:pt>
                <c:pt idx="1638">
                  <c:v>0.00584711329692</c:v>
                </c:pt>
                <c:pt idx="1639">
                  <c:v>0.00582981023366</c:v>
                </c:pt>
                <c:pt idx="1640">
                  <c:v>0.00581258967007</c:v>
                </c:pt>
                <c:pt idx="1641">
                  <c:v>0.00579545104762</c:v>
                </c:pt>
                <c:pt idx="1642">
                  <c:v>0.00577839381211</c:v>
                </c:pt>
                <c:pt idx="1643">
                  <c:v>0.00576141741372</c:v>
                </c:pt>
                <c:pt idx="1644">
                  <c:v>0.00574452130695</c:v>
                </c:pt>
                <c:pt idx="1645">
                  <c:v>0.00572770495062</c:v>
                </c:pt>
                <c:pt idx="1646">
                  <c:v>0.00571096780783</c:v>
                </c:pt>
                <c:pt idx="1647">
                  <c:v>0.00569430934595</c:v>
                </c:pt>
                <c:pt idx="1648">
                  <c:v>0.00567772903661</c:v>
                </c:pt>
                <c:pt idx="1649">
                  <c:v>0.00566122635567</c:v>
                </c:pt>
                <c:pt idx="1650">
                  <c:v>0.00564480078322</c:v>
                </c:pt>
                <c:pt idx="1651">
                  <c:v>0.00562845180354</c:v>
                </c:pt>
                <c:pt idx="1652">
                  <c:v>0.0056121789051</c:v>
                </c:pt>
                <c:pt idx="1653">
                  <c:v>0.00559598158053</c:v>
                </c:pt>
                <c:pt idx="1654">
                  <c:v>0.00557985932663</c:v>
                </c:pt>
                <c:pt idx="1655">
                  <c:v>0.00556381164432</c:v>
                </c:pt>
                <c:pt idx="1656">
                  <c:v>0.00554783803865</c:v>
                </c:pt>
                <c:pt idx="1657">
                  <c:v>0.00553193801877</c:v>
                </c:pt>
                <c:pt idx="1658">
                  <c:v>0.00551611109791</c:v>
                </c:pt>
                <c:pt idx="1659">
                  <c:v>0.00550035679338</c:v>
                </c:pt>
                <c:pt idx="1660">
                  <c:v>0.00548467462654</c:v>
                </c:pt>
                <c:pt idx="1661">
                  <c:v>0.00546906412277</c:v>
                </c:pt>
                <c:pt idx="1662">
                  <c:v>0.00545352481147</c:v>
                </c:pt>
                <c:pt idx="1663">
                  <c:v>0.00543805622605</c:v>
                </c:pt>
                <c:pt idx="1664">
                  <c:v>0.00542265790388</c:v>
                </c:pt>
                <c:pt idx="1665">
                  <c:v>0.00540732938628</c:v>
                </c:pt>
                <c:pt idx="1666">
                  <c:v>0.00539207021852</c:v>
                </c:pt>
                <c:pt idx="1667">
                  <c:v>0.00537687994976</c:v>
                </c:pt>
                <c:pt idx="1668">
                  <c:v>0.00536175813307</c:v>
                </c:pt>
                <c:pt idx="1669">
                  <c:v>0.00534670432537</c:v>
                </c:pt>
                <c:pt idx="1670">
                  <c:v>0.00533171808743</c:v>
                </c:pt>
                <c:pt idx="1671">
                  <c:v>0.0053167989838</c:v>
                </c:pt>
                <c:pt idx="1672">
                  <c:v>0.00530194658288</c:v>
                </c:pt>
                <c:pt idx="1673">
                  <c:v>0.00528716045677</c:v>
                </c:pt>
                <c:pt idx="1674">
                  <c:v>0.00527244018134</c:v>
                </c:pt>
                <c:pt idx="1675">
                  <c:v>0.00525778533615</c:v>
                </c:pt>
                <c:pt idx="1676">
                  <c:v>0.00524319550445</c:v>
                </c:pt>
                <c:pt idx="1677">
                  <c:v>0.00522867027313</c:v>
                </c:pt>
                <c:pt idx="1678">
                  <c:v>0.00521420923267</c:v>
                </c:pt>
                <c:pt idx="1679">
                  <c:v>0.00519981197719</c:v>
                </c:pt>
                <c:pt idx="1680">
                  <c:v>0.0051854781043</c:v>
                </c:pt>
                <c:pt idx="1681">
                  <c:v>0.00517120721518</c:v>
                </c:pt>
                <c:pt idx="1682">
                  <c:v>0.00515699891447</c:v>
                </c:pt>
                <c:pt idx="1683">
                  <c:v>0.00514285281027</c:v>
                </c:pt>
                <c:pt idx="1684">
                  <c:v>0.0051287685141</c:v>
                </c:pt>
                <c:pt idx="1685">
                  <c:v>0.00511474564087</c:v>
                </c:pt>
                <c:pt idx="1686">
                  <c:v>0.00510078380884</c:v>
                </c:pt>
                <c:pt idx="1687">
                  <c:v>0.00508688263957</c:v>
                </c:pt>
                <c:pt idx="1688">
                  <c:v>0.00507304175793</c:v>
                </c:pt>
                <c:pt idx="1689">
                  <c:v>0.00505926079201</c:v>
                </c:pt>
                <c:pt idx="1690">
                  <c:v>0.00504553937311</c:v>
                </c:pt>
                <c:pt idx="1691">
                  <c:v>0.00503187713572</c:v>
                </c:pt>
                <c:pt idx="1692">
                  <c:v>0.00501827371745</c:v>
                </c:pt>
                <c:pt idx="1693">
                  <c:v>0.00500472875901</c:v>
                </c:pt>
                <c:pt idx="1694">
                  <c:v>0.0049912419042</c:v>
                </c:pt>
                <c:pt idx="1695">
                  <c:v>0.0049778127998</c:v>
                </c:pt>
                <c:pt idx="1696">
                  <c:v>0.00496444109563</c:v>
                </c:pt>
                <c:pt idx="1697">
                  <c:v>0.00495112644443</c:v>
                </c:pt>
                <c:pt idx="1698">
                  <c:v>0.00493786850189</c:v>
                </c:pt>
                <c:pt idx="1699">
                  <c:v>0.00492466692656</c:v>
                </c:pt>
                <c:pt idx="1700">
                  <c:v>0.00491152137984</c:v>
                </c:pt>
                <c:pt idx="1701">
                  <c:v>0.00489843152595</c:v>
                </c:pt>
                <c:pt idx="1702">
                  <c:v>0.00488539703189</c:v>
                </c:pt>
                <c:pt idx="1703">
                  <c:v>0.00487241756739</c:v>
                </c:pt>
                <c:pt idx="1704">
                  <c:v>0.0048594928049</c:v>
                </c:pt>
                <c:pt idx="1705">
                  <c:v>0.00484662241953</c:v>
                </c:pt>
                <c:pt idx="1706">
                  <c:v>0.00483380608904</c:v>
                </c:pt>
                <c:pt idx="1707">
                  <c:v>0.00482104349379</c:v>
                </c:pt>
                <c:pt idx="1708">
                  <c:v>0.00480833431672</c:v>
                </c:pt>
                <c:pt idx="1709">
                  <c:v>0.00479567824331</c:v>
                </c:pt>
                <c:pt idx="1710">
                  <c:v>0.00478307496153</c:v>
                </c:pt>
                <c:pt idx="1711">
                  <c:v>0.00477052416184</c:v>
                </c:pt>
                <c:pt idx="1712">
                  <c:v>0.00475802553716</c:v>
                </c:pt>
                <c:pt idx="1713">
                  <c:v>0.00474557878279</c:v>
                </c:pt>
                <c:pt idx="1714">
                  <c:v>0.00473318359644</c:v>
                </c:pt>
                <c:pt idx="1715">
                  <c:v>0.00472083967816</c:v>
                </c:pt>
                <c:pt idx="1716">
                  <c:v>0.00470854673035</c:v>
                </c:pt>
                <c:pt idx="1717">
                  <c:v>0.00469630445766</c:v>
                </c:pt>
                <c:pt idx="1718">
                  <c:v>0.00468411256706</c:v>
                </c:pt>
                <c:pt idx="1719">
                  <c:v>0.00467197076773</c:v>
                </c:pt>
                <c:pt idx="1720">
                  <c:v>0.00465987877108</c:v>
                </c:pt>
                <c:pt idx="1721">
                  <c:v>0.00464783629068</c:v>
                </c:pt>
                <c:pt idx="1722">
                  <c:v>0.00463584304231</c:v>
                </c:pt>
                <c:pt idx="1723">
                  <c:v>0.00462389874383</c:v>
                </c:pt>
                <c:pt idx="1724">
                  <c:v>0.00461200311526</c:v>
                </c:pt>
                <c:pt idx="1725">
                  <c:v>0.00460015587869</c:v>
                </c:pt>
                <c:pt idx="1726">
                  <c:v>0.00458835675827</c:v>
                </c:pt>
                <c:pt idx="1727">
                  <c:v>0.00457660548019</c:v>
                </c:pt>
                <c:pt idx="1728">
                  <c:v>0.00456490177267</c:v>
                </c:pt>
                <c:pt idx="1729">
                  <c:v>0.00455324536593</c:v>
                </c:pt>
                <c:pt idx="1730">
                  <c:v>0.00454163599213</c:v>
                </c:pt>
                <c:pt idx="1731">
                  <c:v>0.00453007338544</c:v>
                </c:pt>
                <c:pt idx="1732">
                  <c:v>0.00451855728192</c:v>
                </c:pt>
                <c:pt idx="1733">
                  <c:v>0.00450708741955</c:v>
                </c:pt>
                <c:pt idx="1734">
                  <c:v>0.00449566353823</c:v>
                </c:pt>
                <c:pt idx="1735">
                  <c:v>0.00448428537971</c:v>
                </c:pt>
                <c:pt idx="1736">
                  <c:v>0.0044729526876</c:v>
                </c:pt>
                <c:pt idx="1737">
                  <c:v>0.00446166520736</c:v>
                </c:pt>
                <c:pt idx="1738">
                  <c:v>0.00445042268625</c:v>
                </c:pt>
                <c:pt idx="1739">
                  <c:v>0.00443922487336</c:v>
                </c:pt>
                <c:pt idx="1740">
                  <c:v>0.00442807151953</c:v>
                </c:pt>
                <c:pt idx="1741">
                  <c:v>0.0044169623774</c:v>
                </c:pt>
                <c:pt idx="1742">
                  <c:v>0.00440589720134</c:v>
                </c:pt>
                <c:pt idx="1743">
                  <c:v>0.00439487574748</c:v>
                </c:pt>
                <c:pt idx="1744">
                  <c:v>0.00438389777365</c:v>
                </c:pt>
                <c:pt idx="1745">
                  <c:v>0.00437296303938</c:v>
                </c:pt>
                <c:pt idx="1746">
                  <c:v>0.0043620713059</c:v>
                </c:pt>
                <c:pt idx="1747">
                  <c:v>0.00435122233612</c:v>
                </c:pt>
                <c:pt idx="1748">
                  <c:v>0.00434041589461</c:v>
                </c:pt>
                <c:pt idx="1749">
                  <c:v>0.00432965174755</c:v>
                </c:pt>
                <c:pt idx="1750">
                  <c:v>0.0043189296628</c:v>
                </c:pt>
                <c:pt idx="1751">
                  <c:v>0.0043082494098</c:v>
                </c:pt>
                <c:pt idx="1752">
                  <c:v>0.00429761075961</c:v>
                </c:pt>
                <c:pt idx="1753">
                  <c:v>0.00428701348488</c:v>
                </c:pt>
                <c:pt idx="1754">
                  <c:v>0.00427645735981</c:v>
                </c:pt>
                <c:pt idx="1755">
                  <c:v>0.00426594216018</c:v>
                </c:pt>
                <c:pt idx="1756">
                  <c:v>0.00425546766332</c:v>
                </c:pt>
                <c:pt idx="1757">
                  <c:v>0.0042450336481</c:v>
                </c:pt>
                <c:pt idx="1758">
                  <c:v>0.00423463989488</c:v>
                </c:pt>
                <c:pt idx="1759">
                  <c:v>0.00422428618555</c:v>
                </c:pt>
                <c:pt idx="1760">
                  <c:v>0.0042139723035</c:v>
                </c:pt>
                <c:pt idx="1761">
                  <c:v>0.0042036980336</c:v>
                </c:pt>
                <c:pt idx="1762">
                  <c:v>0.00419346316217</c:v>
                </c:pt>
                <c:pt idx="1763">
                  <c:v>0.004183267477</c:v>
                </c:pt>
                <c:pt idx="1764">
                  <c:v>0.00417311076733</c:v>
                </c:pt>
                <c:pt idx="1765">
                  <c:v>0.00416299282382</c:v>
                </c:pt>
                <c:pt idx="1766">
                  <c:v>0.00415291343855</c:v>
                </c:pt>
                <c:pt idx="1767">
                  <c:v>0.00414287240501</c:v>
                </c:pt>
                <c:pt idx="1768">
                  <c:v>0.00413286951808</c:v>
                </c:pt>
                <c:pt idx="1769">
                  <c:v>0.00412290457402</c:v>
                </c:pt>
                <c:pt idx="1770">
                  <c:v>0.00411297737046</c:v>
                </c:pt>
                <c:pt idx="1771">
                  <c:v>0.00410308770639</c:v>
                </c:pt>
                <c:pt idx="1772">
                  <c:v>0.00409323538215</c:v>
                </c:pt>
                <c:pt idx="1773">
                  <c:v>0.00408342019939</c:v>
                </c:pt>
                <c:pt idx="1774">
                  <c:v>0.00407364196109</c:v>
                </c:pt>
                <c:pt idx="1775">
                  <c:v>0.00406390047156</c:v>
                </c:pt>
                <c:pt idx="1776">
                  <c:v>0.00405419553639</c:v>
                </c:pt>
                <c:pt idx="1777">
                  <c:v>0.00404452696243</c:v>
                </c:pt>
                <c:pt idx="1778">
                  <c:v>0.00403489455785</c:v>
                </c:pt>
                <c:pt idx="1779">
                  <c:v>0.00402529813206</c:v>
                </c:pt>
                <c:pt idx="1780">
                  <c:v>0.0040157374957</c:v>
                </c:pt>
                <c:pt idx="1781">
                  <c:v>0.00400621246068</c:v>
                </c:pt>
                <c:pt idx="1782">
                  <c:v>0.00399672284012</c:v>
                </c:pt>
                <c:pt idx="1783">
                  <c:v>0.00398726844837</c:v>
                </c:pt>
                <c:pt idx="1784">
                  <c:v>0.00397784910096</c:v>
                </c:pt>
                <c:pt idx="1785">
                  <c:v>0.00396846461463</c:v>
                </c:pt>
                <c:pt idx="1786">
                  <c:v>0.00395911480731</c:v>
                </c:pt>
                <c:pt idx="1787">
                  <c:v>0.00394979949809</c:v>
                </c:pt>
                <c:pt idx="1788">
                  <c:v>0.00394051850721</c:v>
                </c:pt>
                <c:pt idx="1789">
                  <c:v>0.00393127165609</c:v>
                </c:pt>
                <c:pt idx="1790">
                  <c:v>0.00392205876726</c:v>
                </c:pt>
                <c:pt idx="1791">
                  <c:v>0.00391287966439</c:v>
                </c:pt>
                <c:pt idx="1792">
                  <c:v>0.00390373417228</c:v>
                </c:pt>
                <c:pt idx="1793">
                  <c:v>0.00389462211682</c:v>
                </c:pt>
                <c:pt idx="1794">
                  <c:v>0.003885543325</c:v>
                </c:pt>
                <c:pt idx="1795">
                  <c:v>0.00387649762491</c:v>
                </c:pt>
                <c:pt idx="1796">
                  <c:v>0.00386748484571</c:v>
                </c:pt>
                <c:pt idx="1797">
                  <c:v>0.00385850481762</c:v>
                </c:pt>
                <c:pt idx="1798">
                  <c:v>0.00384955737193</c:v>
                </c:pt>
                <c:pt idx="1799">
                  <c:v>0.00384064234097</c:v>
                </c:pt>
                <c:pt idx="1800">
                  <c:v>0.00383175955812</c:v>
                </c:pt>
                <c:pt idx="1801">
                  <c:v>0.00382290885776</c:v>
                </c:pt>
                <c:pt idx="1802">
                  <c:v>0.00381409007533</c:v>
                </c:pt>
                <c:pt idx="1803">
                  <c:v>0.00380530304726</c:v>
                </c:pt>
                <c:pt idx="1804">
                  <c:v>0.00379654761096</c:v>
                </c:pt>
                <c:pt idx="1805">
                  <c:v>0.00378782360487</c:v>
                </c:pt>
                <c:pt idx="1806">
                  <c:v>0.00377913086839</c:v>
                </c:pt>
                <c:pt idx="1807">
                  <c:v>0.0037704692419</c:v>
                </c:pt>
                <c:pt idx="1808">
                  <c:v>0.00376183856675</c:v>
                </c:pt>
                <c:pt idx="1809">
                  <c:v>0.00375323868523</c:v>
                </c:pt>
                <c:pt idx="1810">
                  <c:v>0.00374466944059</c:v>
                </c:pt>
                <c:pt idx="1811">
                  <c:v>0.00373613067702</c:v>
                </c:pt>
                <c:pt idx="1812">
                  <c:v>0.00372762223965</c:v>
                </c:pt>
                <c:pt idx="1813">
                  <c:v>0.0037191439745</c:v>
                </c:pt>
                <c:pt idx="1814">
                  <c:v>0.00371069572854</c:v>
                </c:pt>
                <c:pt idx="1815">
                  <c:v>0.00370227734962</c:v>
                </c:pt>
                <c:pt idx="1816">
                  <c:v>0.00369388868652</c:v>
                </c:pt>
                <c:pt idx="1817">
                  <c:v>0.00368552958886</c:v>
                </c:pt>
                <c:pt idx="1818">
                  <c:v>0.0036771999072</c:v>
                </c:pt>
                <c:pt idx="1819">
                  <c:v>0.00366889949293</c:v>
                </c:pt>
                <c:pt idx="1820">
                  <c:v>0.00366062819832</c:v>
                </c:pt>
                <c:pt idx="1821">
                  <c:v>0.00365238587651</c:v>
                </c:pt>
                <c:pt idx="1822">
                  <c:v>0.00364417238148</c:v>
                </c:pt>
                <c:pt idx="1823">
                  <c:v>0.00363598756805</c:v>
                </c:pt>
                <c:pt idx="1824">
                  <c:v>0.00362783129188</c:v>
                </c:pt>
                <c:pt idx="1825">
                  <c:v>0.00361970340946</c:v>
                </c:pt>
                <c:pt idx="1826">
                  <c:v>0.00361160377811</c:v>
                </c:pt>
                <c:pt idx="1827">
                  <c:v>0.00360353225594</c:v>
                </c:pt>
                <c:pt idx="1828">
                  <c:v>0.00359548870189</c:v>
                </c:pt>
                <c:pt idx="1829">
                  <c:v>0.00358747297569</c:v>
                </c:pt>
                <c:pt idx="1830">
                  <c:v>0.00357948493785</c:v>
                </c:pt>
                <c:pt idx="1831">
                  <c:v>0.00357152444969</c:v>
                </c:pt>
                <c:pt idx="1832">
                  <c:v>0.00356359137329</c:v>
                </c:pt>
                <c:pt idx="1833">
                  <c:v>0.00355568557151</c:v>
                </c:pt>
                <c:pt idx="1834">
                  <c:v>0.00354780690797</c:v>
                </c:pt>
                <c:pt idx="1835">
                  <c:v>0.00353995524704</c:v>
                </c:pt>
                <c:pt idx="1836">
                  <c:v>0.00353213045385</c:v>
                </c:pt>
                <c:pt idx="1837">
                  <c:v>0.00352433239429</c:v>
                </c:pt>
                <c:pt idx="1838">
                  <c:v>0.00351656093496</c:v>
                </c:pt>
                <c:pt idx="1839">
                  <c:v>0.00350881594319</c:v>
                </c:pt>
                <c:pt idx="1840">
                  <c:v>0.00350109728707</c:v>
                </c:pt>
                <c:pt idx="1841">
                  <c:v>0.00349340483537</c:v>
                </c:pt>
                <c:pt idx="1842">
                  <c:v>0.00348573845759</c:v>
                </c:pt>
                <c:pt idx="1843">
                  <c:v>0.00347809802393</c:v>
                </c:pt>
                <c:pt idx="1844">
                  <c:v>0.0034704834053</c:v>
                </c:pt>
                <c:pt idx="1845">
                  <c:v>0.00346289447329</c:v>
                </c:pt>
                <c:pt idx="1846">
                  <c:v>0.00345533110019</c:v>
                </c:pt>
                <c:pt idx="1847">
                  <c:v>0.00344779315896</c:v>
                </c:pt>
                <c:pt idx="1848">
                  <c:v>0.00344028052324</c:v>
                </c:pt>
                <c:pt idx="1849">
                  <c:v>0.00343279306734</c:v>
                </c:pt>
                <c:pt idx="1850">
                  <c:v>0.00342533066624</c:v>
                </c:pt>
                <c:pt idx="1851">
                  <c:v>0.00341789319558</c:v>
                </c:pt>
                <c:pt idx="1852">
                  <c:v>0.00341048053165</c:v>
                </c:pt>
                <c:pt idx="1853">
                  <c:v>0.00340309255138</c:v>
                </c:pt>
                <c:pt idx="1854">
                  <c:v>0.00339572913235</c:v>
                </c:pt>
                <c:pt idx="1855">
                  <c:v>0.00338839015279</c:v>
                </c:pt>
                <c:pt idx="1856">
                  <c:v>0.00338107549154</c:v>
                </c:pt>
                <c:pt idx="1857">
                  <c:v>0.00337378502809</c:v>
                </c:pt>
                <c:pt idx="1858">
                  <c:v>0.00336651864254</c:v>
                </c:pt>
                <c:pt idx="1859">
                  <c:v>0.00335927621562</c:v>
                </c:pt>
                <c:pt idx="1860">
                  <c:v>0.00335205762866</c:v>
                </c:pt>
                <c:pt idx="1861">
                  <c:v>0.00334486276362</c:v>
                </c:pt>
                <c:pt idx="1862">
                  <c:v>0.00333769150305</c:v>
                </c:pt>
                <c:pt idx="1863">
                  <c:v>0.0033305437301</c:v>
                </c:pt>
                <c:pt idx="1864">
                  <c:v>0.00332341932854</c:v>
                </c:pt>
                <c:pt idx="1865">
                  <c:v>0.00331631818271</c:v>
                </c:pt>
                <c:pt idx="1866">
                  <c:v>0.00330924017757</c:v>
                </c:pt>
                <c:pt idx="1867">
                  <c:v>0.00330218519863</c:v>
                </c:pt>
                <c:pt idx="1868">
                  <c:v>0.00329515313202</c:v>
                </c:pt>
                <c:pt idx="1869">
                  <c:v>0.00328814386443</c:v>
                </c:pt>
                <c:pt idx="1870">
                  <c:v>0.00328115728315</c:v>
                </c:pt>
                <c:pt idx="1871">
                  <c:v>0.00327419327601</c:v>
                </c:pt>
                <c:pt idx="1872">
                  <c:v>0.00326725173146</c:v>
                </c:pt>
                <c:pt idx="1873">
                  <c:v>0.00326033253849</c:v>
                </c:pt>
                <c:pt idx="1874">
                  <c:v>0.00325343558668</c:v>
                </c:pt>
                <c:pt idx="1875">
                  <c:v>0.00324656076615</c:v>
                </c:pt>
                <c:pt idx="1876">
                  <c:v>0.00323970796761</c:v>
                </c:pt>
                <c:pt idx="1877">
                  <c:v>0.00323287708233</c:v>
                </c:pt>
                <c:pt idx="1878">
                  <c:v>0.00322606800215</c:v>
                </c:pt>
                <c:pt idx="1879">
                  <c:v>0.00321928061946</c:v>
                </c:pt>
                <c:pt idx="1880">
                  <c:v>0.00321251482722</c:v>
                </c:pt>
                <c:pt idx="1881">
                  <c:v>0.00320577051895</c:v>
                </c:pt>
                <c:pt idx="1882">
                  <c:v>0.00319904758874</c:v>
                </c:pt>
                <c:pt idx="1883">
                  <c:v>0.00319234593122</c:v>
                </c:pt>
                <c:pt idx="1884">
                  <c:v>0.00318566544161</c:v>
                </c:pt>
                <c:pt idx="1885">
                  <c:v>0.00317900601568</c:v>
                </c:pt>
                <c:pt idx="1886">
                  <c:v>0.00317236754977</c:v>
                </c:pt>
                <c:pt idx="1887">
                  <c:v>0.00316574994076</c:v>
                </c:pt>
                <c:pt idx="1888">
                  <c:v>0.00315915308613</c:v>
                </c:pt>
                <c:pt idx="1889">
                  <c:v>0.00315257688391</c:v>
                </c:pt>
                <c:pt idx="1890">
                  <c:v>0.00314602123271</c:v>
                </c:pt>
                <c:pt idx="1891">
                  <c:v>0.00313948603171</c:v>
                </c:pt>
                <c:pt idx="1892">
                  <c:v>0.00313297118066</c:v>
                </c:pt>
                <c:pt idx="1893">
                  <c:v>0.00312647657989</c:v>
                </c:pt>
                <c:pt idx="1894">
                  <c:v>0.00312000213031</c:v>
                </c:pt>
                <c:pt idx="1895">
                  <c:v>0.00311354773343</c:v>
                </c:pt>
                <c:pt idx="1896">
                  <c:v>0.00310711329134</c:v>
                </c:pt>
                <c:pt idx="1897">
                  <c:v>0.00310069870672</c:v>
                </c:pt>
                <c:pt idx="1898">
                  <c:v>0.00309430388284</c:v>
                </c:pt>
                <c:pt idx="1899">
                  <c:v>0.00308792872361</c:v>
                </c:pt>
                <c:pt idx="1900">
                  <c:v>0.0030815731335</c:v>
                </c:pt>
                <c:pt idx="1901">
                  <c:v>0.00307523701763</c:v>
                </c:pt>
                <c:pt idx="1902">
                  <c:v>0.00306892028174</c:v>
                </c:pt>
                <c:pt idx="1903">
                  <c:v>0.00306262283217</c:v>
                </c:pt>
                <c:pt idx="1904">
                  <c:v>0.00305634457592</c:v>
                </c:pt>
                <c:pt idx="1905">
                  <c:v>0.00305008542061</c:v>
                </c:pt>
                <c:pt idx="1906">
                  <c:v>0.00304384527454</c:v>
                </c:pt>
                <c:pt idx="1907">
                  <c:v>0.00303762404663</c:v>
                </c:pt>
                <c:pt idx="1908">
                  <c:v>0.0030314216465</c:v>
                </c:pt>
                <c:pt idx="1909">
                  <c:v>0.0030252379844</c:v>
                </c:pt>
                <c:pt idx="1910">
                  <c:v>0.0030190729713</c:v>
                </c:pt>
                <c:pt idx="1911">
                  <c:v>0.00301292651885</c:v>
                </c:pt>
                <c:pt idx="1912">
                  <c:v>0.00300679853939</c:v>
                </c:pt>
                <c:pt idx="1913">
                  <c:v>0.00300068894598</c:v>
                </c:pt>
                <c:pt idx="1914">
                  <c:v>0.0029945976524</c:v>
                </c:pt>
                <c:pt idx="1915">
                  <c:v>0.00298852457316</c:v>
                </c:pt>
                <c:pt idx="1916">
                  <c:v>0.00298246962351</c:v>
                </c:pt>
                <c:pt idx="1917">
                  <c:v>0.00297643271946</c:v>
                </c:pt>
                <c:pt idx="1918">
                  <c:v>0.00297041377777</c:v>
                </c:pt>
                <c:pt idx="1919">
                  <c:v>0.002964412716</c:v>
                </c:pt>
                <c:pt idx="1920">
                  <c:v>0.00295842945246</c:v>
                </c:pt>
                <c:pt idx="1921">
                  <c:v>0.00295246390631</c:v>
                </c:pt>
                <c:pt idx="1922">
                  <c:v>0.00294651599747</c:v>
                </c:pt>
                <c:pt idx="1923">
                  <c:v>0.00294058564671</c:v>
                </c:pt>
                <c:pt idx="1924">
                  <c:v>0.00293467277565</c:v>
                </c:pt>
                <c:pt idx="1925">
                  <c:v>0.00292877730673</c:v>
                </c:pt>
                <c:pt idx="1926">
                  <c:v>0.00292289916327</c:v>
                </c:pt>
                <c:pt idx="1927">
                  <c:v>0.00291703826947</c:v>
                </c:pt>
                <c:pt idx="1928">
                  <c:v>0.00291119455038</c:v>
                </c:pt>
                <c:pt idx="1929">
                  <c:v>0.002905367932</c:v>
                </c:pt>
                <c:pt idx="1930">
                  <c:v>0.00289955834121</c:v>
                </c:pt>
                <c:pt idx="1931">
                  <c:v>0.00289376570582</c:v>
                </c:pt>
                <c:pt idx="1932">
                  <c:v>0.00288798995459</c:v>
                </c:pt>
                <c:pt idx="1933">
                  <c:v>0.00288223101721</c:v>
                </c:pt>
                <c:pt idx="1934">
                  <c:v>0.00287648882434</c:v>
                </c:pt>
                <c:pt idx="1935">
                  <c:v>0.00287076330762</c:v>
                </c:pt>
                <c:pt idx="1936">
                  <c:v>0.00286505439967</c:v>
                </c:pt>
                <c:pt idx="1937">
                  <c:v>0.00285936203409</c:v>
                </c:pt>
                <c:pt idx="1938">
                  <c:v>0.00285368614549</c:v>
                </c:pt>
                <c:pt idx="1939">
                  <c:v>0.00284802666951</c:v>
                </c:pt>
                <c:pt idx="1940">
                  <c:v>0.00284238354281</c:v>
                </c:pt>
                <c:pt idx="1941">
                  <c:v>0.00283675670305</c:v>
                </c:pt>
                <c:pt idx="1942">
                  <c:v>0.00283114608898</c:v>
                </c:pt>
                <c:pt idx="1943">
                  <c:v>0.00282555164036</c:v>
                </c:pt>
                <c:pt idx="1944">
                  <c:v>0.00281997329801</c:v>
                </c:pt>
                <c:pt idx="1945">
                  <c:v>0.00281441100383</c:v>
                </c:pt>
                <c:pt idx="1946">
                  <c:v>0.00280886470074</c:v>
                </c:pt>
                <c:pt idx="1947">
                  <c:v>0.00280333433277</c:v>
                </c:pt>
                <c:pt idx="1948">
                  <c:v>0.00279781984499</c:v>
                </c:pt>
                <c:pt idx="1949">
                  <c:v>0.00279232118356</c:v>
                </c:pt>
                <c:pt idx="1950">
                  <c:v>0.0027868382957</c:v>
                </c:pt>
                <c:pt idx="1951">
                  <c:v>0.00278137112968</c:v>
                </c:pt>
                <c:pt idx="1952">
                  <c:v>0.00277591963488</c:v>
                </c:pt>
                <c:pt idx="1953">
                  <c:v>0.00277048376169</c:v>
                </c:pt>
                <c:pt idx="1954">
                  <c:v>0.0027650634616</c:v>
                </c:pt>
                <c:pt idx="1955">
                  <c:v>0.00275965868713</c:v>
                </c:pt>
                <c:pt idx="1956">
                  <c:v>0.00275426939184</c:v>
                </c:pt>
                <c:pt idx="1957">
                  <c:v>0.00274889553033</c:v>
                </c:pt>
                <c:pt idx="1958">
                  <c:v>0.00274353705822</c:v>
                </c:pt>
                <c:pt idx="1959">
                  <c:v>0.00273819393213</c:v>
                </c:pt>
                <c:pt idx="1960">
                  <c:v>0.00273286610969</c:v>
                </c:pt>
                <c:pt idx="1961">
                  <c:v>0.00272755354949</c:v>
                </c:pt>
                <c:pt idx="1962">
                  <c:v>0.00272225621109</c:v>
                </c:pt>
                <c:pt idx="1963">
                  <c:v>0.00271697405501</c:v>
                </c:pt>
                <c:pt idx="1964">
                  <c:v>0.00271170704265</c:v>
                </c:pt>
                <c:pt idx="1965">
                  <c:v>0.00270645513634</c:v>
                </c:pt>
                <c:pt idx="1966">
                  <c:v>0.00270121829927</c:v>
                </c:pt>
                <c:pt idx="1967">
                  <c:v>0.0026959964955</c:v>
                </c:pt>
                <c:pt idx="1968">
                  <c:v>0.0026907896899</c:v>
                </c:pt>
                <c:pt idx="1969">
                  <c:v>0.00268559784812</c:v>
                </c:pt>
                <c:pt idx="1970">
                  <c:v>0.0026804209366</c:v>
                </c:pt>
                <c:pt idx="1971">
                  <c:v>0.0026752589225</c:v>
                </c:pt>
                <c:pt idx="1972">
                  <c:v>0.00267011177368</c:v>
                </c:pt>
                <c:pt idx="1973">
                  <c:v>0.00266497945869</c:v>
                </c:pt>
                <c:pt idx="1974">
                  <c:v>0.00265986194669</c:v>
                </c:pt>
                <c:pt idx="1975">
                  <c:v>0.00265475920745</c:v>
                </c:pt>
                <c:pt idx="1976">
                  <c:v>0.0026496712113</c:v>
                </c:pt>
                <c:pt idx="1977">
                  <c:v>0.0026445979291</c:v>
                </c:pt>
                <c:pt idx="1978">
                  <c:v>0.00263953933218</c:v>
                </c:pt>
                <c:pt idx="1979">
                  <c:v>0.00263449539235</c:v>
                </c:pt>
                <c:pt idx="1980">
                  <c:v>0.00262946608179</c:v>
                </c:pt>
                <c:pt idx="1981">
                  <c:v>0.00262445137308</c:v>
                </c:pt>
                <c:pt idx="1982">
                  <c:v>0.00261945123911</c:v>
                </c:pt>
                <c:pt idx="1983">
                  <c:v>0.00261446565307</c:v>
                </c:pt>
                <c:pt idx="1984">
                  <c:v>0.00260949458841</c:v>
                </c:pt>
                <c:pt idx="1985">
                  <c:v>0.00260453801876</c:v>
                </c:pt>
                <c:pt idx="1986">
                  <c:v>0.00259959591793</c:v>
                </c:pt>
                <c:pt idx="1987">
                  <c:v>0.00259466825988</c:v>
                </c:pt>
                <c:pt idx="1988">
                  <c:v>0.00258975501863</c:v>
                </c:pt>
                <c:pt idx="1989">
                  <c:v>0.00258485616826</c:v>
                </c:pt>
                <c:pt idx="1990">
                  <c:v>0.00257997168288</c:v>
                </c:pt>
                <c:pt idx="1991">
                  <c:v>0.00257510153656</c:v>
                </c:pt>
                <c:pt idx="1992">
                  <c:v>0.0025702457033</c:v>
                </c:pt>
                <c:pt idx="1993">
                  <c:v>0.00256540415702</c:v>
                </c:pt>
                <c:pt idx="1994">
                  <c:v>0.0025605768715</c:v>
                </c:pt>
                <c:pt idx="1995">
                  <c:v>0.00255576382036</c:v>
                </c:pt>
                <c:pt idx="1996">
                  <c:v>0.00255096497703</c:v>
                </c:pt>
                <c:pt idx="1997">
                  <c:v>0.00254618031468</c:v>
                </c:pt>
                <c:pt idx="1998">
                  <c:v>0.00254140980626</c:v>
                </c:pt>
                <c:pt idx="1999">
                  <c:v>0.00253665342442</c:v>
                </c:pt>
                <c:pt idx="2000">
                  <c:v>0.00253191114148</c:v>
                </c:pt>
              </c:numCache>
            </c:numRef>
          </c:yVal>
        </c:ser>
        <c:ser>
          <c:idx val="1"/>
          <c:order val="1"/>
          <c:tx>
            <c:v>spin</c:v>
          </c:tx>
          <c:spPr>
            <a:ln xmlns:a="http://schemas.openxmlformats.org/drawingml/2006/main" w="15240">
              <a:solidFill>
                <a:srgbClr val="234F91"/>
              </a:solidFill>
              <a:prstDash val="dash"/>
            </a:ln>
          </c:spPr>
          <c:marker>
            <c:symbol val="none"/>
            <c:size val="5"/>
            <c:spPr>
              <a:solidFill xmlns:a="http://schemas.openxmlformats.org/drawingml/2006/main">
                <a:srgbClr val="234F91"/>
              </a:solidFill>
            </c:spPr>
          </c:marker>
          <c:xVal>
            <c:numRef>
              <c:f>'Chart Data'!$C$2:$C$2002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Data'!$D$2:$D$2002</c:f>
              <c:numCache>
                <c:formatCode>0.0</c:formatCode>
                <c:ptCount val="2001"/>
                <c:pt idx="0">
                  <c:v>0.0226773348231</c:v>
                </c:pt>
                <c:pt idx="1">
                  <c:v>0.0227572268231</c:v>
                </c:pt>
                <c:pt idx="2">
                  <c:v>0.0228375408434</c:v>
                </c:pt>
                <c:pt idx="3">
                  <c:v>0.0229182798467</c:v>
                </c:pt>
                <c:pt idx="4">
                  <c:v>0.0229994468212</c:v>
                </c:pt>
                <c:pt idx="5">
                  <c:v>0.0230810447817</c:v>
                </c:pt>
                <c:pt idx="6">
                  <c:v>0.0231630767689</c:v>
                </c:pt>
                <c:pt idx="7">
                  <c:v>0.0232455458506</c:v>
                </c:pt>
                <c:pt idx="8">
                  <c:v>0.0233284551213</c:v>
                </c:pt>
                <c:pt idx="9">
                  <c:v>0.0234118077028</c:v>
                </c:pt>
                <c:pt idx="10">
                  <c:v>0.0234956067444</c:v>
                </c:pt>
                <c:pt idx="11">
                  <c:v>0.0235798554232</c:v>
                </c:pt>
                <c:pt idx="12">
                  <c:v>0.0236645569443</c:v>
                </c:pt>
                <c:pt idx="13">
                  <c:v>0.0237497145415</c:v>
                </c:pt>
                <c:pt idx="14">
                  <c:v>0.0238353314769</c:v>
                </c:pt>
                <c:pt idx="15">
                  <c:v>0.0239214110418</c:v>
                </c:pt>
                <c:pt idx="16">
                  <c:v>0.0240079565568</c:v>
                </c:pt>
                <c:pt idx="17">
                  <c:v>0.0240949713721</c:v>
                </c:pt>
                <c:pt idx="18">
                  <c:v>0.0241824588678</c:v>
                </c:pt>
                <c:pt idx="19">
                  <c:v>0.0242704224542</c:v>
                </c:pt>
                <c:pt idx="20">
                  <c:v>0.0243588655723</c:v>
                </c:pt>
                <c:pt idx="21">
                  <c:v>0.0244477916937</c:v>
                </c:pt>
                <c:pt idx="22">
                  <c:v>0.0245372043216</c:v>
                </c:pt>
                <c:pt idx="23">
                  <c:v>0.0246271069905</c:v>
                </c:pt>
                <c:pt idx="24">
                  <c:v>0.0247175032669</c:v>
                </c:pt>
                <c:pt idx="25">
                  <c:v>0.0248083967495</c:v>
                </c:pt>
                <c:pt idx="26">
                  <c:v>0.0248997910694</c:v>
                </c:pt>
                <c:pt idx="27">
                  <c:v>0.024991689891</c:v>
                </c:pt>
                <c:pt idx="28">
                  <c:v>0.0250840969118</c:v>
                </c:pt>
                <c:pt idx="29">
                  <c:v>0.0251770158627</c:v>
                </c:pt>
                <c:pt idx="30">
                  <c:v>0.0252704505091</c:v>
                </c:pt>
                <c:pt idx="31">
                  <c:v>0.0253644046503</c:v>
                </c:pt>
                <c:pt idx="32">
                  <c:v>0.0254588821208</c:v>
                </c:pt>
                <c:pt idx="33">
                  <c:v>0.0255538867898</c:v>
                </c:pt>
                <c:pt idx="34">
                  <c:v>0.0256494225623</c:v>
                </c:pt>
                <c:pt idx="35">
                  <c:v>0.025745493379</c:v>
                </c:pt>
                <c:pt idx="36">
                  <c:v>0.0258421032172</c:v>
                </c:pt>
                <c:pt idx="37">
                  <c:v>0.0259392560904</c:v>
                </c:pt>
                <c:pt idx="38">
                  <c:v>0.0260369560498</c:v>
                </c:pt>
                <c:pt idx="39">
                  <c:v>0.0261352071835</c:v>
                </c:pt>
                <c:pt idx="40">
                  <c:v>0.0262340136179</c:v>
                </c:pt>
                <c:pt idx="41">
                  <c:v>0.0263333795176</c:v>
                </c:pt>
                <c:pt idx="42">
                  <c:v>0.0264333090859</c:v>
                </c:pt>
                <c:pt idx="43">
                  <c:v>0.0265338065654</c:v>
                </c:pt>
                <c:pt idx="44">
                  <c:v>0.0266348762382</c:v>
                </c:pt>
                <c:pt idx="45">
                  <c:v>0.0267365224265</c:v>
                </c:pt>
                <c:pt idx="46">
                  <c:v>0.0268387494929</c:v>
                </c:pt>
                <c:pt idx="47">
                  <c:v>0.0269415618412</c:v>
                </c:pt>
                <c:pt idx="48">
                  <c:v>0.0270449639164</c:v>
                </c:pt>
                <c:pt idx="49">
                  <c:v>0.0271489602053</c:v>
                </c:pt>
                <c:pt idx="50">
                  <c:v>0.0272535552372</c:v>
                </c:pt>
                <c:pt idx="51">
                  <c:v>0.0273587535841</c:v>
                </c:pt>
                <c:pt idx="52">
                  <c:v>0.0274645598614</c:v>
                </c:pt>
                <c:pt idx="53">
                  <c:v>0.0275709787282</c:v>
                </c:pt>
                <c:pt idx="54">
                  <c:v>0.0276780148877</c:v>
                </c:pt>
                <c:pt idx="55">
                  <c:v>0.0277856730882</c:v>
                </c:pt>
                <c:pt idx="56">
                  <c:v>0.027893958123</c:v>
                </c:pt>
                <c:pt idx="57">
                  <c:v>0.0280028748314</c:v>
                </c:pt>
                <c:pt idx="58">
                  <c:v>0.0281124280987</c:v>
                </c:pt>
                <c:pt idx="59">
                  <c:v>0.0282226228573</c:v>
                </c:pt>
                <c:pt idx="60">
                  <c:v>0.0283334640869</c:v>
                </c:pt>
                <c:pt idx="61">
                  <c:v>0.0284449568151</c:v>
                </c:pt>
                <c:pt idx="62">
                  <c:v>0.0285571061177</c:v>
                </c:pt>
                <c:pt idx="63">
                  <c:v>0.0286699171199</c:v>
                </c:pt>
                <c:pt idx="64">
                  <c:v>0.0287833949962</c:v>
                </c:pt>
                <c:pt idx="65">
                  <c:v>0.0288975449713</c:v>
                </c:pt>
                <c:pt idx="66">
                  <c:v>0.0290123723206</c:v>
                </c:pt>
                <c:pt idx="67">
                  <c:v>0.0291278823707</c:v>
                </c:pt>
                <c:pt idx="68">
                  <c:v>0.0292440805002</c:v>
                </c:pt>
                <c:pt idx="69">
                  <c:v>0.0293609721401</c:v>
                </c:pt>
                <c:pt idx="70">
                  <c:v>0.0294785627746</c:v>
                </c:pt>
                <c:pt idx="71">
                  <c:v>0.0295968579413</c:v>
                </c:pt>
                <c:pt idx="72">
                  <c:v>0.0297158632326</c:v>
                </c:pt>
                <c:pt idx="73">
                  <c:v>0.0298355842953</c:v>
                </c:pt>
                <c:pt idx="74">
                  <c:v>0.0299560268323</c:v>
                </c:pt>
                <c:pt idx="75">
                  <c:v>0.0300771966022</c:v>
                </c:pt>
                <c:pt idx="76">
                  <c:v>0.0301990994211</c:v>
                </c:pt>
                <c:pt idx="77">
                  <c:v>0.0303217411622</c:v>
                </c:pt>
                <c:pt idx="78">
                  <c:v>0.030445127757</c:v>
                </c:pt>
                <c:pt idx="79">
                  <c:v>0.0305692651961</c:v>
                </c:pt>
                <c:pt idx="80">
                  <c:v>0.0306941595297</c:v>
                </c:pt>
                <c:pt idx="81">
                  <c:v>0.030819816868</c:v>
                </c:pt>
                <c:pt idx="82">
                  <c:v>0.0309462433826</c:v>
                </c:pt>
                <c:pt idx="83">
                  <c:v>0.0310734453066</c:v>
                </c:pt>
                <c:pt idx="84">
                  <c:v>0.0312014289358</c:v>
                </c:pt>
                <c:pt idx="85">
                  <c:v>0.0313302006289</c:v>
                </c:pt>
                <c:pt idx="86">
                  <c:v>0.0314597668089</c:v>
                </c:pt>
                <c:pt idx="87">
                  <c:v>0.0315901339633</c:v>
                </c:pt>
                <c:pt idx="88">
                  <c:v>0.0317213086451</c:v>
                </c:pt>
                <c:pt idx="89">
                  <c:v>0.0318532974738</c:v>
                </c:pt>
                <c:pt idx="90">
                  <c:v>0.0319861071357</c:v>
                </c:pt>
                <c:pt idx="91">
                  <c:v>0.0321197443852</c:v>
                </c:pt>
                <c:pt idx="92">
                  <c:v>0.0322542160453</c:v>
                </c:pt>
                <c:pt idx="93">
                  <c:v>0.0323895290083</c:v>
                </c:pt>
                <c:pt idx="94">
                  <c:v>0.0325256902373</c:v>
                </c:pt>
                <c:pt idx="95">
                  <c:v>0.0326627067663</c:v>
                </c:pt>
                <c:pt idx="96">
                  <c:v>0.0328005857014</c:v>
                </c:pt>
                <c:pt idx="97">
                  <c:v>0.0329393342216</c:v>
                </c:pt>
                <c:pt idx="98">
                  <c:v>0.0330789595799</c:v>
                </c:pt>
                <c:pt idx="99">
                  <c:v>0.0332194691038</c:v>
                </c:pt>
                <c:pt idx="100">
                  <c:v>0.0333608701966</c:v>
                </c:pt>
                <c:pt idx="101">
                  <c:v>0.0335031703379</c:v>
                </c:pt>
                <c:pt idx="102">
                  <c:v>0.0336463770851</c:v>
                </c:pt>
                <c:pt idx="103">
                  <c:v>0.0337904980738</c:v>
                </c:pt>
                <c:pt idx="104">
                  <c:v>0.0339355410191</c:v>
                </c:pt>
                <c:pt idx="105">
                  <c:v>0.0340815137163</c:v>
                </c:pt>
                <c:pt idx="106">
                  <c:v>0.0342284240422</c:v>
                </c:pt>
                <c:pt idx="107">
                  <c:v>0.0343762799559</c:v>
                </c:pt>
                <c:pt idx="108">
                  <c:v>0.0345250894998</c:v>
                </c:pt>
                <c:pt idx="109">
                  <c:v>0.0346748608009</c:v>
                </c:pt>
                <c:pt idx="110">
                  <c:v>0.0348256020714</c:v>
                </c:pt>
                <c:pt idx="111">
                  <c:v>0.0349773216101</c:v>
                </c:pt>
                <c:pt idx="112">
                  <c:v>0.0351300278033</c:v>
                </c:pt>
                <c:pt idx="113">
                  <c:v>0.0352837291261</c:v>
                </c:pt>
                <c:pt idx="114">
                  <c:v>0.0354384341432</c:v>
                </c:pt>
                <c:pt idx="115">
                  <c:v>0.0355941515104</c:v>
                </c:pt>
                <c:pt idx="116">
                  <c:v>0.0357508899751</c:v>
                </c:pt>
                <c:pt idx="117">
                  <c:v>0.0359086583784</c:v>
                </c:pt>
                <c:pt idx="118">
                  <c:v>0.0360674656554</c:v>
                </c:pt>
                <c:pt idx="119">
                  <c:v>0.0362273208367</c:v>
                </c:pt>
                <c:pt idx="120">
                  <c:v>0.0363882330498</c:v>
                </c:pt>
                <c:pt idx="121">
                  <c:v>0.0365502115202</c:v>
                </c:pt>
                <c:pt idx="122">
                  <c:v>0.0367132655722</c:v>
                </c:pt>
                <c:pt idx="123">
                  <c:v>0.036877404631</c:v>
                </c:pt>
                <c:pt idx="124">
                  <c:v>0.0370426382231</c:v>
                </c:pt>
                <c:pt idx="125">
                  <c:v>0.0372089759783</c:v>
                </c:pt>
                <c:pt idx="126">
                  <c:v>0.0373764276306</c:v>
                </c:pt>
                <c:pt idx="127">
                  <c:v>0.0375450030196</c:v>
                </c:pt>
                <c:pt idx="128">
                  <c:v>0.0377147120919</c:v>
                </c:pt>
                <c:pt idx="129">
                  <c:v>0.0378855649024</c:v>
                </c:pt>
                <c:pt idx="130">
                  <c:v>0.0380575716159</c:v>
                </c:pt>
                <c:pt idx="131">
                  <c:v>0.0382307425082</c:v>
                </c:pt>
                <c:pt idx="132">
                  <c:v>0.0384050879677</c:v>
                </c:pt>
                <c:pt idx="133">
                  <c:v>0.0385806184967</c:v>
                </c:pt>
                <c:pt idx="134">
                  <c:v>0.0387573447133</c:v>
                </c:pt>
                <c:pt idx="135">
                  <c:v>0.0389352773522</c:v>
                </c:pt>
                <c:pt idx="136">
                  <c:v>0.0391144272668</c:v>
                </c:pt>
                <c:pt idx="137">
                  <c:v>0.0392948054306</c:v>
                </c:pt>
                <c:pt idx="138">
                  <c:v>0.0394764229384</c:v>
                </c:pt>
                <c:pt idx="139">
                  <c:v>0.0396592910084</c:v>
                </c:pt>
                <c:pt idx="140">
                  <c:v>0.0398434209835</c:v>
                </c:pt>
                <c:pt idx="141">
                  <c:v>0.0400288243329</c:v>
                </c:pt>
                <c:pt idx="142">
                  <c:v>0.040215512654</c:v>
                </c:pt>
                <c:pt idx="143">
                  <c:v>0.0404034976737</c:v>
                </c:pt>
                <c:pt idx="144">
                  <c:v>0.0405927912504</c:v>
                </c:pt>
                <c:pt idx="145">
                  <c:v>0.0407834053758</c:v>
                </c:pt>
                <c:pt idx="146">
                  <c:v>0.0409753521762</c:v>
                </c:pt>
                <c:pt idx="147">
                  <c:v>0.0411686439148</c:v>
                </c:pt>
                <c:pt idx="148">
                  <c:v>0.0413632929931</c:v>
                </c:pt>
                <c:pt idx="149">
                  <c:v>0.041559311953</c:v>
                </c:pt>
                <c:pt idx="150">
                  <c:v>0.0417567134784</c:v>
                </c:pt>
                <c:pt idx="151">
                  <c:v>0.0419555103974</c:v>
                </c:pt>
                <c:pt idx="152">
                  <c:v>0.042155715684</c:v>
                </c:pt>
                <c:pt idx="153">
                  <c:v>0.04235734246</c:v>
                </c:pt>
                <c:pt idx="154">
                  <c:v>0.0425604039971</c:v>
                </c:pt>
                <c:pt idx="155">
                  <c:v>0.0427649137189</c:v>
                </c:pt>
                <c:pt idx="156">
                  <c:v>0.0429708852028</c:v>
                </c:pt>
                <c:pt idx="157">
                  <c:v>0.0431783321822</c:v>
                </c:pt>
                <c:pt idx="158">
                  <c:v>0.0433872685485</c:v>
                </c:pt>
                <c:pt idx="159">
                  <c:v>0.0435977083532</c:v>
                </c:pt>
                <c:pt idx="160">
                  <c:v>0.0438096658102</c:v>
                </c:pt>
                <c:pt idx="161">
                  <c:v>0.0440231552978</c:v>
                </c:pt>
                <c:pt idx="162">
                  <c:v>0.0442381913612</c:v>
                </c:pt>
                <c:pt idx="163">
                  <c:v>0.0444547887142</c:v>
                </c:pt>
                <c:pt idx="164">
                  <c:v>0.0446729622422</c:v>
                </c:pt>
                <c:pt idx="165">
                  <c:v>0.044892727004</c:v>
                </c:pt>
                <c:pt idx="166">
                  <c:v>0.0451140982344</c:v>
                </c:pt>
                <c:pt idx="167">
                  <c:v>0.0453370913464</c:v>
                </c:pt>
                <c:pt idx="168">
                  <c:v>0.0455617219339</c:v>
                </c:pt>
                <c:pt idx="169">
                  <c:v>0.0457880057738</c:v>
                </c:pt>
                <c:pt idx="170">
                  <c:v>0.046015958829</c:v>
                </c:pt>
                <c:pt idx="171">
                  <c:v>0.0462455972504</c:v>
                </c:pt>
                <c:pt idx="172">
                  <c:v>0.0464769373798</c:v>
                </c:pt>
                <c:pt idx="173">
                  <c:v>0.0467099957526</c:v>
                </c:pt>
                <c:pt idx="174">
                  <c:v>0.0469447891001</c:v>
                </c:pt>
                <c:pt idx="175">
                  <c:v>0.0471813343526</c:v>
                </c:pt>
                <c:pt idx="176">
                  <c:v>0.0474196486418</c:v>
                </c:pt>
                <c:pt idx="177">
                  <c:v>0.0476597493038</c:v>
                </c:pt>
                <c:pt idx="178">
                  <c:v>0.047901653882</c:v>
                </c:pt>
                <c:pt idx="179">
                  <c:v>0.0481453801294</c:v>
                </c:pt>
                <c:pt idx="180">
                  <c:v>0.0483909460126</c:v>
                </c:pt>
                <c:pt idx="181">
                  <c:v>0.0486383697135</c:v>
                </c:pt>
                <c:pt idx="182">
                  <c:v>0.0488876696332</c:v>
                </c:pt>
                <c:pt idx="183">
                  <c:v>0.0491388643947</c:v>
                </c:pt>
                <c:pt idx="184">
                  <c:v>0.0493919728461</c:v>
                </c:pt>
                <c:pt idx="185">
                  <c:v>0.0496470140637</c:v>
                </c:pt>
                <c:pt idx="186">
                  <c:v>0.0499040073551</c:v>
                </c:pt>
                <c:pt idx="187">
                  <c:v>0.0501629722626</c:v>
                </c:pt>
                <c:pt idx="188">
                  <c:v>0.0504239285665</c:v>
                </c:pt>
                <c:pt idx="189">
                  <c:v>0.0506868962881</c:v>
                </c:pt>
                <c:pt idx="190">
                  <c:v>0.0509518956936</c:v>
                </c:pt>
                <c:pt idx="191">
                  <c:v>0.0512189472974</c:v>
                </c:pt>
                <c:pt idx="192">
                  <c:v>0.0514880718653</c:v>
                </c:pt>
                <c:pt idx="193">
                  <c:v>0.0517592904184</c:v>
                </c:pt>
                <c:pt idx="194">
                  <c:v>0.0520326242364</c:v>
                </c:pt>
                <c:pt idx="195">
                  <c:v>0.0523080948617</c:v>
                </c:pt>
                <c:pt idx="196">
                  <c:v>0.0525857241028</c:v>
                </c:pt>
                <c:pt idx="197">
                  <c:v>0.052865534038</c:v>
                </c:pt>
                <c:pt idx="198">
                  <c:v>0.0531475470196</c:v>
                </c:pt>
                <c:pt idx="199">
                  <c:v>0.0534317856775</c:v>
                </c:pt>
                <c:pt idx="200">
                  <c:v>0.0537182729232</c:v>
                </c:pt>
                <c:pt idx="201">
                  <c:v>0.0540070319541</c:v>
                </c:pt>
                <c:pt idx="202">
                  <c:v>0.054298086257</c:v>
                </c:pt>
                <c:pt idx="203">
                  <c:v>0.054591459613</c:v>
                </c:pt>
                <c:pt idx="204">
                  <c:v>0.0548871761011</c:v>
                </c:pt>
                <c:pt idx="205">
                  <c:v>0.0551852601027</c:v>
                </c:pt>
                <c:pt idx="206">
                  <c:v>0.0554857363062</c:v>
                </c:pt>
                <c:pt idx="207">
                  <c:v>0.0557886297108</c:v>
                </c:pt>
                <c:pt idx="208">
                  <c:v>0.0560939656317</c:v>
                </c:pt>
                <c:pt idx="209">
                  <c:v>0.056401769704</c:v>
                </c:pt>
                <c:pt idx="210">
                  <c:v>0.0567120678879</c:v>
                </c:pt>
                <c:pt idx="211">
                  <c:v>0.0570248864729</c:v>
                </c:pt>
                <c:pt idx="212">
                  <c:v>0.0573402520829</c:v>
                </c:pt>
                <c:pt idx="213">
                  <c:v>0.0576581916809</c:v>
                </c:pt>
                <c:pt idx="214">
                  <c:v>0.0579787325741</c:v>
                </c:pt>
                <c:pt idx="215">
                  <c:v>0.0583019024184</c:v>
                </c:pt>
                <c:pt idx="216">
                  <c:v>0.0586277292242</c:v>
                </c:pt>
                <c:pt idx="217">
                  <c:v>0.058956241361</c:v>
                </c:pt>
                <c:pt idx="218">
                  <c:v>0.0592874675627</c:v>
                </c:pt>
                <c:pt idx="219">
                  <c:v>0.0596214369332</c:v>
                </c:pt>
                <c:pt idx="220">
                  <c:v>0.0599581789516</c:v>
                </c:pt>
                <c:pt idx="221">
                  <c:v>0.0602977234776</c:v>
                </c:pt>
                <c:pt idx="222">
                  <c:v>0.0606401007571</c:v>
                </c:pt>
                <c:pt idx="223">
                  <c:v>0.0609853414281</c:v>
                </c:pt>
                <c:pt idx="224">
                  <c:v>0.0613334765262</c:v>
                </c:pt>
                <c:pt idx="225">
                  <c:v>0.0616845374903</c:v>
                </c:pt>
                <c:pt idx="226">
                  <c:v>0.0620385561689</c:v>
                </c:pt>
                <c:pt idx="227">
                  <c:v>0.0623955648258</c:v>
                </c:pt>
                <c:pt idx="228">
                  <c:v>0.0627555961464</c:v>
                </c:pt>
                <c:pt idx="229">
                  <c:v>0.0631186832437</c:v>
                </c:pt>
                <c:pt idx="230">
                  <c:v>0.0634848596647</c:v>
                </c:pt>
                <c:pt idx="231">
                  <c:v>0.0638541593969</c:v>
                </c:pt>
                <c:pt idx="232">
                  <c:v>0.0642266168745</c:v>
                </c:pt>
                <c:pt idx="233">
                  <c:v>0.0646022669853</c:v>
                </c:pt>
                <c:pt idx="234">
                  <c:v>0.0649811450773</c:v>
                </c:pt>
                <c:pt idx="235">
                  <c:v>0.0653632869652</c:v>
                </c:pt>
                <c:pt idx="236">
                  <c:v>0.0657487289377</c:v>
                </c:pt>
                <c:pt idx="237">
                  <c:v>0.0661375077645</c:v>
                </c:pt>
                <c:pt idx="238">
                  <c:v>0.0665296607028</c:v>
                </c:pt>
                <c:pt idx="239">
                  <c:v>0.0669252255053</c:v>
                </c:pt>
                <c:pt idx="240">
                  <c:v>0.067324240427</c:v>
                </c:pt>
                <c:pt idx="241">
                  <c:v>0.0677267442331</c:v>
                </c:pt>
                <c:pt idx="242">
                  <c:v>0.0681327762059</c:v>
                </c:pt>
                <c:pt idx="243">
                  <c:v>0.0685423761529</c:v>
                </c:pt>
                <c:pt idx="244">
                  <c:v>0.0689555844147</c:v>
                </c:pt>
                <c:pt idx="245">
                  <c:v>0.0693724418725</c:v>
                </c:pt>
                <c:pt idx="246">
                  <c:v>0.0697929899563</c:v>
                </c:pt>
                <c:pt idx="247">
                  <c:v>0.0702172706531</c:v>
                </c:pt>
                <c:pt idx="248">
                  <c:v>0.070645326515</c:v>
                </c:pt>
                <c:pt idx="249">
                  <c:v>0.0710772006677</c:v>
                </c:pt>
                <c:pt idx="250">
                  <c:v>0.0715129368188</c:v>
                </c:pt>
                <c:pt idx="251">
                  <c:v>0.0719525792669</c:v>
                </c:pt>
                <c:pt idx="252">
                  <c:v>0.0723961729095</c:v>
                </c:pt>
                <c:pt idx="253">
                  <c:v>0.0728437632529</c:v>
                </c:pt>
                <c:pt idx="254">
                  <c:v>0.0732953964203</c:v>
                </c:pt>
                <c:pt idx="255">
                  <c:v>0.0737511191615</c:v>
                </c:pt>
                <c:pt idx="256">
                  <c:v>0.0742109788619</c:v>
                </c:pt>
                <c:pt idx="257">
                  <c:v>0.0746750235519</c:v>
                </c:pt>
                <c:pt idx="258">
                  <c:v>0.0751433019168</c:v>
                </c:pt>
                <c:pt idx="259">
                  <c:v>0.0756158633057</c:v>
                </c:pt>
                <c:pt idx="260">
                  <c:v>0.0760927577422</c:v>
                </c:pt>
                <c:pt idx="261">
                  <c:v>0.0765740359337</c:v>
                </c:pt>
                <c:pt idx="262">
                  <c:v>0.0770597492817</c:v>
                </c:pt>
                <c:pt idx="263">
                  <c:v>0.0775499498921</c:v>
                </c:pt>
                <c:pt idx="264">
                  <c:v>0.0780446905851</c:v>
                </c:pt>
                <c:pt idx="265">
                  <c:v>0.0785440249066</c:v>
                </c:pt>
                <c:pt idx="266">
                  <c:v>0.0790480071378</c:v>
                </c:pt>
                <c:pt idx="267">
                  <c:v>0.0795566923067</c:v>
                </c:pt>
                <c:pt idx="268">
                  <c:v>0.0800701361989</c:v>
                </c:pt>
                <c:pt idx="269">
                  <c:v>0.0805883953683</c:v>
                </c:pt>
                <c:pt idx="270">
                  <c:v>0.0811115271488</c:v>
                </c:pt>
                <c:pt idx="271">
                  <c:v>0.0816395896653</c:v>
                </c:pt>
                <c:pt idx="272">
                  <c:v>0.0821726418455</c:v>
                </c:pt>
                <c:pt idx="273">
                  <c:v>0.0827107434312</c:v>
                </c:pt>
                <c:pt idx="274">
                  <c:v>0.0832539549905</c:v>
                </c:pt>
                <c:pt idx="275">
                  <c:v>0.0838023379294</c:v>
                </c:pt>
                <c:pt idx="276">
                  <c:v>0.0843559545041</c:v>
                </c:pt>
                <c:pt idx="277">
                  <c:v>0.0849148678333</c:v>
                </c:pt>
                <c:pt idx="278">
                  <c:v>0.0854791419102</c:v>
                </c:pt>
                <c:pt idx="279">
                  <c:v>0.0860488416154</c:v>
                </c:pt>
                <c:pt idx="280">
                  <c:v>0.0866240327296</c:v>
                </c:pt>
                <c:pt idx="281">
                  <c:v>0.0872047819461</c:v>
                </c:pt>
                <c:pt idx="282">
                  <c:v>0.087791156884</c:v>
                </c:pt>
                <c:pt idx="283">
                  <c:v>0.0883832261013</c:v>
                </c:pt>
                <c:pt idx="284">
                  <c:v>0.0889810591081</c:v>
                </c:pt>
                <c:pt idx="285">
                  <c:v>0.0895847263799</c:v>
                </c:pt>
                <c:pt idx="286">
                  <c:v>0.0901942993714</c:v>
                </c:pt>
                <c:pt idx="287">
                  <c:v>0.0908098505297</c:v>
                </c:pt>
                <c:pt idx="288">
                  <c:v>0.0914314533086</c:v>
                </c:pt>
                <c:pt idx="289">
                  <c:v>0.0920591821821</c:v>
                </c:pt>
                <c:pt idx="290">
                  <c:v>0.092693112659</c:v>
                </c:pt>
                <c:pt idx="291">
                  <c:v>0.0933333212965</c:v>
                </c:pt>
                <c:pt idx="292">
                  <c:v>0.0939798857147</c:v>
                </c:pt>
                <c:pt idx="293">
                  <c:v>0.0946328846112</c:v>
                </c:pt>
                <c:pt idx="294">
                  <c:v>0.0952923977756</c:v>
                </c:pt>
                <c:pt idx="295">
                  <c:v>0.0959585061039</c:v>
                </c:pt>
                <c:pt idx="296">
                  <c:v>0.0966312916138</c:v>
                </c:pt>
                <c:pt idx="297">
                  <c:v>0.0973108374588</c:v>
                </c:pt>
                <c:pt idx="298">
                  <c:v>0.0979972279439</c:v>
                </c:pt>
                <c:pt idx="299">
                  <c:v>0.0986905485403</c:v>
                </c:pt>
                <c:pt idx="300">
                  <c:v>0.0993908859006</c:v>
                </c:pt>
                <c:pt idx="301">
                  <c:v>0.100098327874</c:v>
                </c:pt>
                <c:pt idx="302">
                  <c:v>0.100812963522</c:v>
                </c:pt>
                <c:pt idx="303">
                  <c:v>0.101534883132</c:v>
                </c:pt>
                <c:pt idx="304">
                  <c:v>0.102264178237</c:v>
                </c:pt>
                <c:pt idx="305">
                  <c:v>0.103000941625</c:v>
                </c:pt>
                <c:pt idx="306">
                  <c:v>0.103745267359</c:v>
                </c:pt>
                <c:pt idx="307">
                  <c:v>0.104497250793</c:v>
                </c:pt>
                <c:pt idx="308">
                  <c:v>0.105256988583</c:v>
                </c:pt>
                <c:pt idx="309">
                  <c:v>0.106024578706</c:v>
                </c:pt>
                <c:pt idx="310">
                  <c:v>0.106800120477</c:v>
                </c:pt>
                <c:pt idx="311">
                  <c:v>0.107583714561</c:v>
                </c:pt>
                <c:pt idx="312">
                  <c:v>0.10837546299</c:v>
                </c:pt>
                <c:pt idx="313">
                  <c:v>0.109175469178</c:v>
                </c:pt>
                <c:pt idx="314">
                  <c:v>0.109983837938</c:v>
                </c:pt>
                <c:pt idx="315">
                  <c:v>0.110800675496</c:v>
                </c:pt>
                <c:pt idx="316">
                  <c:v>0.111626089507</c:v>
                </c:pt>
                <c:pt idx="317">
                  <c:v>0.112460189069</c:v>
                </c:pt>
                <c:pt idx="318">
                  <c:v>0.113303084738</c:v>
                </c:pt>
                <c:pt idx="319">
                  <c:v>0.114154888546</c:v>
                </c:pt>
                <c:pt idx="320">
                  <c:v>0.11501571401</c:v>
                </c:pt>
                <c:pt idx="321">
                  <c:v>0.115885676153</c:v>
                </c:pt>
                <c:pt idx="322">
                  <c:v>0.116764891514</c:v>
                </c:pt>
                <c:pt idx="323">
                  <c:v>0.117653478163</c:v>
                </c:pt>
                <c:pt idx="324">
                  <c:v>0.118551555714</c:v>
                </c:pt>
                <c:pt idx="325">
                  <c:v>0.119459245341</c:v>
                </c:pt>
                <c:pt idx="326">
                  <c:v>0.12037666979</c:v>
                </c:pt>
                <c:pt idx="327">
                  <c:v>0.12130395339</c:v>
                </c:pt>
                <c:pt idx="328">
                  <c:v>0.122241222069</c:v>
                </c:pt>
                <c:pt idx="329">
                  <c:v>0.123188603362</c:v>
                </c:pt>
                <c:pt idx="330">
                  <c:v>0.124146226425</c:v>
                </c:pt>
                <c:pt idx="331">
                  <c:v>0.125114222048</c:v>
                </c:pt>
                <c:pt idx="332">
                  <c:v>0.126092722661</c:v>
                </c:pt>
                <c:pt idx="333">
                  <c:v>0.127081862347</c:v>
                </c:pt>
                <c:pt idx="334">
                  <c:v>0.128081776852</c:v>
                </c:pt>
                <c:pt idx="335">
                  <c:v>0.12909260359</c:v>
                </c:pt>
                <c:pt idx="336">
                  <c:v>0.130114481657</c:v>
                </c:pt>
                <c:pt idx="337">
                  <c:v>0.131147551832</c:v>
                </c:pt>
                <c:pt idx="338">
                  <c:v>0.132191956587</c:v>
                </c:pt>
                <c:pt idx="339">
                  <c:v>0.133247840095</c:v>
                </c:pt>
                <c:pt idx="340">
                  <c:v>0.134315348228</c:v>
                </c:pt>
                <c:pt idx="341">
                  <c:v>0.135394628567</c:v>
                </c:pt>
                <c:pt idx="342">
                  <c:v>0.136485830401</c:v>
                </c:pt>
                <c:pt idx="343">
                  <c:v>0.137589104731</c:v>
                </c:pt>
                <c:pt idx="344">
                  <c:v>0.13870460427</c:v>
                </c:pt>
                <c:pt idx="345">
                  <c:v>0.139832483442</c:v>
                </c:pt>
                <c:pt idx="346">
                  <c:v>0.140972898378</c:v>
                </c:pt>
                <c:pt idx="347">
                  <c:v>0.142126006916</c:v>
                </c:pt>
                <c:pt idx="348">
                  <c:v>0.143291968594</c:v>
                </c:pt>
                <c:pt idx="349">
                  <c:v>0.144470944645</c:v>
                </c:pt>
                <c:pt idx="350">
                  <c:v>0.145663097988</c:v>
                </c:pt>
                <c:pt idx="351">
                  <c:v>0.146868593218</c:v>
                </c:pt>
                <c:pt idx="352">
                  <c:v>0.148087596595</c:v>
                </c:pt>
                <c:pt idx="353">
                  <c:v>0.149320276031</c:v>
                </c:pt>
                <c:pt idx="354">
                  <c:v>0.150566801074</c:v>
                </c:pt>
                <c:pt idx="355">
                  <c:v>0.15182734289</c:v>
                </c:pt>
                <c:pt idx="356">
                  <c:v>0.153102074245</c:v>
                </c:pt>
                <c:pt idx="357">
                  <c:v>0.15439116948</c:v>
                </c:pt>
                <c:pt idx="358">
                  <c:v>0.155694804489</c:v>
                </c:pt>
                <c:pt idx="359">
                  <c:v>0.157013156694</c:v>
                </c:pt>
                <c:pt idx="360">
                  <c:v>0.158346405007</c:v>
                </c:pt>
                <c:pt idx="361">
                  <c:v>0.159694729808</c:v>
                </c:pt>
                <c:pt idx="362">
                  <c:v>0.161058312901</c:v>
                </c:pt>
                <c:pt idx="363">
                  <c:v>0.16243733748</c:v>
                </c:pt>
                <c:pt idx="364">
                  <c:v>0.163831988086</c:v>
                </c:pt>
                <c:pt idx="365">
                  <c:v>0.165242450562</c:v>
                </c:pt>
                <c:pt idx="366">
                  <c:v>0.166668912005</c:v>
                </c:pt>
                <c:pt idx="367">
                  <c:v>0.16811156071</c:v>
                </c:pt>
                <c:pt idx="368">
                  <c:v>0.169570586118</c:v>
                </c:pt>
                <c:pt idx="369">
                  <c:v>0.171046178755</c:v>
                </c:pt>
                <c:pt idx="370">
                  <c:v>0.172538530167</c:v>
                </c:pt>
                <c:pt idx="371">
                  <c:v>0.174047832849</c:v>
                </c:pt>
                <c:pt idx="372">
                  <c:v>0.175574280176</c:v>
                </c:pt>
                <c:pt idx="373">
                  <c:v>0.177118066323</c:v>
                </c:pt>
                <c:pt idx="374">
                  <c:v>0.178679386181</c:v>
                </c:pt>
                <c:pt idx="375">
                  <c:v>0.180258435272</c:v>
                </c:pt>
                <c:pt idx="376">
                  <c:v>0.181855409651</c:v>
                </c:pt>
                <c:pt idx="377">
                  <c:v>0.183470505814</c:v>
                </c:pt>
                <c:pt idx="378">
                  <c:v>0.185103920587</c:v>
                </c:pt>
                <c:pt idx="379">
                  <c:v>0.186755851022</c:v>
                </c:pt>
                <c:pt idx="380">
                  <c:v>0.188426494275</c:v>
                </c:pt>
                <c:pt idx="381">
                  <c:v>0.190116047487</c:v>
                </c:pt>
                <c:pt idx="382">
                  <c:v>0.191824707654</c:v>
                </c:pt>
                <c:pt idx="383">
                  <c:v>0.193552671491</c:v>
                </c:pt>
                <c:pt idx="384">
                  <c:v>0.19530013529</c:v>
                </c:pt>
                <c:pt idx="385">
                  <c:v>0.197067294767</c:v>
                </c:pt>
                <c:pt idx="386">
                  <c:v>0.198854344911</c:v>
                </c:pt>
                <c:pt idx="387">
                  <c:v>0.200661479813</c:v>
                </c:pt>
                <c:pt idx="388">
                  <c:v>0.202488892495</c:v>
                </c:pt>
                <c:pt idx="389">
                  <c:v>0.20433677473</c:v>
                </c:pt>
                <c:pt idx="390">
                  <c:v>0.206205316855</c:v>
                </c:pt>
                <c:pt idx="391">
                  <c:v>0.208094707569</c:v>
                </c:pt>
                <c:pt idx="392">
                  <c:v>0.210005133731</c:v>
                </c:pt>
                <c:pt idx="393">
                  <c:v>0.211936780142</c:v>
                </c:pt>
                <c:pt idx="394">
                  <c:v>0.213889829323</c:v>
                </c:pt>
                <c:pt idx="395">
                  <c:v>0.215864461282</c:v>
                </c:pt>
                <c:pt idx="396">
                  <c:v>0.217860853268</c:v>
                </c:pt>
                <c:pt idx="397">
                  <c:v>0.219879179523</c:v>
                </c:pt>
                <c:pt idx="398">
                  <c:v>0.221919611016</c:v>
                </c:pt>
                <c:pt idx="399">
                  <c:v>0.223982315176</c:v>
                </c:pt>
                <c:pt idx="400">
                  <c:v>0.226067455602</c:v>
                </c:pt>
                <c:pt idx="401">
                  <c:v>0.228175191779</c:v>
                </c:pt>
                <c:pt idx="402">
                  <c:v>0.23030567877</c:v>
                </c:pt>
                <c:pt idx="403">
                  <c:v>0.232459066903</c:v>
                </c:pt>
                <c:pt idx="404">
                  <c:v>0.234635501452</c:v>
                </c:pt>
                <c:pt idx="405">
                  <c:v>0.236835122298</c:v>
                </c:pt>
                <c:pt idx="406">
                  <c:v>0.239058063584</c:v>
                </c:pt>
                <c:pt idx="407">
                  <c:v>0.241304453365</c:v>
                </c:pt>
                <c:pt idx="408">
                  <c:v>0.243574413236</c:v>
                </c:pt>
                <c:pt idx="409">
                  <c:v>0.245868057961</c:v>
                </c:pt>
                <c:pt idx="410">
                  <c:v>0.248185495081</c:v>
                </c:pt>
                <c:pt idx="411">
                  <c:v>0.25052682452</c:v>
                </c:pt>
                <c:pt idx="412">
                  <c:v>0.252892138178</c:v>
                </c:pt>
                <c:pt idx="413">
                  <c:v>0.255281519512</c:v>
                </c:pt>
                <c:pt idx="414">
                  <c:v>0.25769504311</c:v>
                </c:pt>
                <c:pt idx="415">
                  <c:v>0.260132774252</c:v>
                </c:pt>
                <c:pt idx="416">
                  <c:v>0.262594768468</c:v>
                </c:pt>
                <c:pt idx="417">
                  <c:v>0.265081071079</c:v>
                </c:pt>
                <c:pt idx="418">
                  <c:v>0.267591716738</c:v>
                </c:pt>
                <c:pt idx="419">
                  <c:v>0.270126728954</c:v>
                </c:pt>
                <c:pt idx="420">
                  <c:v>0.272686119616</c:v>
                </c:pt>
                <c:pt idx="421">
                  <c:v>0.275269888508</c:v>
                </c:pt>
                <c:pt idx="422">
                  <c:v>0.277878022812</c:v>
                </c:pt>
                <c:pt idx="423">
                  <c:v>0.280510496616</c:v>
                </c:pt>
                <c:pt idx="424">
                  <c:v>0.283167270404</c:v>
                </c:pt>
                <c:pt idx="425">
                  <c:v>0.285848290556</c:v>
                </c:pt>
                <c:pt idx="426">
                  <c:v>0.288553488829</c:v>
                </c:pt>
                <c:pt idx="427">
                  <c:v>0.291282781851</c:v>
                </c:pt>
                <c:pt idx="428">
                  <c:v>0.294036070599</c:v>
                </c:pt>
                <c:pt idx="429">
                  <c:v>0.296813239886</c:v>
                </c:pt>
                <c:pt idx="430">
                  <c:v>0.299614157848</c:v>
                </c:pt>
                <c:pt idx="431">
                  <c:v>0.302438675425</c:v>
                </c:pt>
                <c:pt idx="432">
                  <c:v>0.305286625853</c:v>
                </c:pt>
                <c:pt idx="433">
                  <c:v>0.308157824153</c:v>
                </c:pt>
                <c:pt idx="434">
                  <c:v>0.311052066634</c:v>
                </c:pt>
                <c:pt idx="435">
                  <c:v>0.313969130393</c:v>
                </c:pt>
                <c:pt idx="436">
                  <c:v>0.316908772827</c:v>
                </c:pt>
                <c:pt idx="437">
                  <c:v>0.319870731158</c:v>
                </c:pt>
                <c:pt idx="438">
                  <c:v>0.322854721961</c:v>
                </c:pt>
                <c:pt idx="439">
                  <c:v>0.325860440711</c:v>
                </c:pt>
                <c:pt idx="440">
                  <c:v>0.328887561343</c:v>
                </c:pt>
                <c:pt idx="441">
                  <c:v>0.331935735822</c:v>
                </c:pt>
                <c:pt idx="442">
                  <c:v>0.335004593736</c:v>
                </c:pt>
                <c:pt idx="443">
                  <c:v>0.338093741907</c:v>
                </c:pt>
                <c:pt idx="444">
                  <c:v>0.34120276402</c:v>
                </c:pt>
                <c:pt idx="445">
                  <c:v>0.344331220274</c:v>
                </c:pt>
                <c:pt idx="446">
                  <c:v>0.347478647061</c:v>
                </c:pt>
                <c:pt idx="447">
                  <c:v>0.350644556662</c:v>
                </c:pt>
                <c:pt idx="448">
                  <c:v>0.353828436981</c:v>
                </c:pt>
                <c:pt idx="449">
                  <c:v>0.357029751294</c:v>
                </c:pt>
                <c:pt idx="450">
                  <c:v>0.360247938044</c:v>
                </c:pt>
                <c:pt idx="451">
                  <c:v>0.363482410653</c:v>
                </c:pt>
                <c:pt idx="452">
                  <c:v>0.366732557374</c:v>
                </c:pt>
                <c:pt idx="453">
                  <c:v>0.369997741178</c:v>
                </c:pt>
                <c:pt idx="454">
                  <c:v>0.373277299678</c:v>
                </c:pt>
                <c:pt idx="455">
                  <c:v>0.376570545081</c:v>
                </c:pt>
                <c:pt idx="456">
                  <c:v>0.379876764191</c:v>
                </c:pt>
                <c:pt idx="457">
                  <c:v>0.383195218444</c:v>
                </c:pt>
                <c:pt idx="458">
                  <c:v>0.386525143984</c:v>
                </c:pt>
                <c:pt idx="459">
                  <c:v>0.389865751781</c:v>
                </c:pt>
                <c:pt idx="460">
                  <c:v>0.393216227793</c:v>
                </c:pt>
                <c:pt idx="461">
                  <c:v>0.39657573317</c:v>
                </c:pt>
                <c:pt idx="462">
                  <c:v>0.399943404499</c:v>
                </c:pt>
                <c:pt idx="463">
                  <c:v>0.403318354093</c:v>
                </c:pt>
                <c:pt idx="464">
                  <c:v>0.40669967033</c:v>
                </c:pt>
                <c:pt idx="465">
                  <c:v>0.410086418028</c:v>
                </c:pt>
                <c:pt idx="466">
                  <c:v>0.413477638871</c:v>
                </c:pt>
                <c:pt idx="467">
                  <c:v>0.416872351872</c:v>
                </c:pt>
                <c:pt idx="468">
                  <c:v>0.420269553888</c:v>
                </c:pt>
                <c:pt idx="469">
                  <c:v>0.423668220168</c:v>
                </c:pt>
                <c:pt idx="470">
                  <c:v>0.427067304956</c:v>
                </c:pt>
                <c:pt idx="471">
                  <c:v>0.430465742124</c:v>
                </c:pt>
                <c:pt idx="472">
                  <c:v>0.433862445855</c:v>
                </c:pt>
                <c:pt idx="473">
                  <c:v>0.437256311357</c:v>
                </c:pt>
                <c:pt idx="474">
                  <c:v>0.440646215624</c:v>
                </c:pt>
                <c:pt idx="475">
                  <c:v>0.444031018231</c:v>
                </c:pt>
                <c:pt idx="476">
                  <c:v>0.447409562163</c:v>
                </c:pt>
                <c:pt idx="477">
                  <c:v>0.450780674681</c:v>
                </c:pt>
                <c:pt idx="478">
                  <c:v>0.454143168216</c:v>
                </c:pt>
                <c:pt idx="479">
                  <c:v>0.457495841302</c:v>
                </c:pt>
                <c:pt idx="480">
                  <c:v>0.46083747953</c:v>
                </c:pt>
                <c:pt idx="481">
                  <c:v>0.46416685653</c:v>
                </c:pt>
                <c:pt idx="482">
                  <c:v>0.467482734983</c:v>
                </c:pt>
                <c:pt idx="483">
                  <c:v>0.470783867646</c:v>
                </c:pt>
                <c:pt idx="484">
                  <c:v>0.474068998411</c:v>
                </c:pt>
                <c:pt idx="485">
                  <c:v>0.477336863364</c:v>
                </c:pt>
                <c:pt idx="486">
                  <c:v>0.480586191877</c:v>
                </c:pt>
                <c:pt idx="487">
                  <c:v>0.483815707701</c:v>
                </c:pt>
                <c:pt idx="488">
                  <c:v>0.487024130079</c:v>
                </c:pt>
                <c:pt idx="489">
                  <c:v>0.49021017486</c:v>
                </c:pt>
                <c:pt idx="490">
                  <c:v>0.49337255562</c:v>
                </c:pt>
                <c:pt idx="491">
                  <c:v>0.496509984798</c:v>
                </c:pt>
                <c:pt idx="492">
                  <c:v>0.499621174813</c:v>
                </c:pt>
                <c:pt idx="493">
                  <c:v>0.502704839202</c:v>
                </c:pt>
                <c:pt idx="494">
                  <c:v>0.505759693739</c:v>
                </c:pt>
                <c:pt idx="495">
                  <c:v>0.508784457557</c:v>
                </c:pt>
                <c:pt idx="496">
                  <c:v>0.51177785426</c:v>
                </c:pt>
                <c:pt idx="497">
                  <c:v>0.514738613026</c:v>
                </c:pt>
                <c:pt idx="498">
                  <c:v>0.517665469697</c:v>
                </c:pt>
                <c:pt idx="499">
                  <c:v>0.520557167862</c:v>
                </c:pt>
                <c:pt idx="500">
                  <c:v>0.523412459915</c:v>
                </c:pt>
                <c:pt idx="501">
                  <c:v>0.526230108107</c:v>
                </c:pt>
                <c:pt idx="502">
                  <c:v>0.529008885572</c:v>
                </c:pt>
                <c:pt idx="503">
                  <c:v>0.531747577338</c:v>
                </c:pt>
                <c:pt idx="504">
                  <c:v>0.534444981316</c:v>
                </c:pt>
                <c:pt idx="505">
                  <c:v>0.537099909266</c:v>
                </c:pt>
                <c:pt idx="506">
                  <c:v>0.539711187739</c:v>
                </c:pt>
                <c:pt idx="507">
                  <c:v>0.542277659002</c:v>
                </c:pt>
                <c:pt idx="508">
                  <c:v>0.544798181931</c:v>
                </c:pt>
                <c:pt idx="509">
                  <c:v>0.547271632882</c:v>
                </c:pt>
                <c:pt idx="510">
                  <c:v>0.549696906537</c:v>
                </c:pt>
                <c:pt idx="511">
                  <c:v>0.552072916723</c:v>
                </c:pt>
                <c:pt idx="512">
                  <c:v>0.554398597205</c:v>
                </c:pt>
                <c:pt idx="513">
                  <c:v>0.556672902458</c:v>
                </c:pt>
                <c:pt idx="514">
                  <c:v>0.558894808407</c:v>
                </c:pt>
                <c:pt idx="515">
                  <c:v>0.561063313145</c:v>
                </c:pt>
                <c:pt idx="516">
                  <c:v>0.563177437624</c:v>
                </c:pt>
                <c:pt idx="517">
                  <c:v>0.56523622633</c:v>
                </c:pt>
                <c:pt idx="518">
                  <c:v>0.567238747921</c:v>
                </c:pt>
                <c:pt idx="519">
                  <c:v>0.569184095858</c:v>
                </c:pt>
                <c:pt idx="520">
                  <c:v>0.571071388999</c:v>
                </c:pt>
                <c:pt idx="521">
                  <c:v>0.572899772187</c:v>
                </c:pt>
                <c:pt idx="522">
                  <c:v>0.574668416809</c:v>
                </c:pt>
                <c:pt idx="523">
                  <c:v>0.576376521341</c:v>
                </c:pt>
                <c:pt idx="524">
                  <c:v>0.578023311875</c:v>
                </c:pt>
                <c:pt idx="525">
                  <c:v>0.579608042634</c:v>
                </c:pt>
                <c:pt idx="526">
                  <c:v>0.58112999647</c:v>
                </c:pt>
                <c:pt idx="527">
                  <c:v>0.582588485345</c:v>
                </c:pt>
                <c:pt idx="528">
                  <c:v>0.583982850815</c:v>
                </c:pt>
                <c:pt idx="529">
                  <c:v>0.585312464488</c:v>
                </c:pt>
                <c:pt idx="530">
                  <c:v>0.586576728481</c:v>
                </c:pt>
                <c:pt idx="531">
                  <c:v>0.587775075873</c:v>
                </c:pt>
                <c:pt idx="532">
                  <c:v>0.588906971145</c:v>
                </c:pt>
                <c:pt idx="533">
                  <c:v>0.589971910617</c:v>
                </c:pt>
                <c:pt idx="534">
                  <c:v>0.590969422883</c:v>
                </c:pt>
                <c:pt idx="535">
                  <c:v>0.591899069239</c:v>
                </c:pt>
                <c:pt idx="536">
                  <c:v>0.592760444107</c:v>
                </c:pt>
                <c:pt idx="537">
                  <c:v>0.59355317546</c:v>
                </c:pt>
                <c:pt idx="538">
                  <c:v>0.594276925242</c:v>
                </c:pt>
                <c:pt idx="539">
                  <c:v>0.594931389783</c:v>
                </c:pt>
                <c:pt idx="540">
                  <c:v>0.595516300211</c:v>
                </c:pt>
                <c:pt idx="541">
                  <c:v>0.596031422862</c:v>
                </c:pt>
                <c:pt idx="542">
                  <c:v>0.596476559684</c:v>
                </c:pt>
                <c:pt idx="543">
                  <c:v>0.59685154863</c:v>
                </c:pt>
                <c:pt idx="544">
                  <c:v>0.59715626405</c:v>
                </c:pt>
                <c:pt idx="545">
                  <c:v>0.597390617071</c:v>
                </c:pt>
                <c:pt idx="546">
                  <c:v>0.597554555957</c:v>
                </c:pt>
                <c:pt idx="547">
                  <c:v>0.597648066471</c:v>
                </c:pt>
                <c:pt idx="548">
                  <c:v>0.597671172204</c:v>
                </c:pt>
                <c:pt idx="549">
                  <c:v>0.597623934893</c:v>
                </c:pt>
                <c:pt idx="550">
                  <c:v>0.597506454717</c:v>
                </c:pt>
                <c:pt idx="551">
                  <c:v>0.597318870562</c:v>
                </c:pt>
                <c:pt idx="552">
                  <c:v>0.59706136026</c:v>
                </c:pt>
                <c:pt idx="553">
                  <c:v>0.596734140795</c:v>
                </c:pt>
                <c:pt idx="554">
                  <c:v>0.596337468471</c:v>
                </c:pt>
                <c:pt idx="555">
                  <c:v>0.595871639041</c:v>
                </c:pt>
                <c:pt idx="556">
                  <c:v>0.595336987789</c:v>
                </c:pt>
                <c:pt idx="557">
                  <c:v>0.594733889572</c:v>
                </c:pt>
                <c:pt idx="558">
                  <c:v>0.594062758795</c:v>
                </c:pt>
                <c:pt idx="559">
                  <c:v>0.593324049349</c:v>
                </c:pt>
                <c:pt idx="560">
                  <c:v>0.592518254474</c:v>
                </c:pt>
                <c:pt idx="561">
                  <c:v>0.591645906573</c:v>
                </c:pt>
                <c:pt idx="562">
                  <c:v>0.590707576944</c:v>
                </c:pt>
                <c:pt idx="563">
                  <c:v>0.589703875465</c:v>
                </c:pt>
                <c:pt idx="564">
                  <c:v>0.588635450185</c:v>
                </c:pt>
                <c:pt idx="565">
                  <c:v>0.58750298686</c:v>
                </c:pt>
                <c:pt idx="566">
                  <c:v>0.586307208402</c:v>
                </c:pt>
                <c:pt idx="567">
                  <c:v>0.585048874256</c:v>
                </c:pt>
                <c:pt idx="568">
                  <c:v>0.583728779699</c:v>
                </c:pt>
                <c:pt idx="569">
                  <c:v>0.582347755058</c:v>
                </c:pt>
                <c:pt idx="570">
                  <c:v>0.580906664853</c:v>
                </c:pt>
                <c:pt idx="571">
                  <c:v>0.579406406857</c:v>
                </c:pt>
                <c:pt idx="572">
                  <c:v>0.577847911083</c:v>
                </c:pt>
                <c:pt idx="573">
                  <c:v>0.576232138695</c:v>
                </c:pt>
                <c:pt idx="574">
                  <c:v>0.57456008084</c:v>
                </c:pt>
                <c:pt idx="575">
                  <c:v>0.572832757417</c:v>
                </c:pt>
                <c:pt idx="576">
                  <c:v>0.571051215767</c:v>
                </c:pt>
                <c:pt idx="577">
                  <c:v>0.569216529314</c:v>
                </c:pt>
                <c:pt idx="578">
                  <c:v>0.567329796127</c:v>
                </c:pt>
                <c:pt idx="579">
                  <c:v>0.565392137443</c:v>
                </c:pt>
                <c:pt idx="580">
                  <c:v>0.563404696125</c:v>
                </c:pt>
                <c:pt idx="581">
                  <c:v>0.561368635087</c:v>
                </c:pt>
                <c:pt idx="582">
                  <c:v>0.559285135669</c:v>
                </c:pt>
                <c:pt idx="583">
                  <c:v>0.557155395986</c:v>
                </c:pt>
                <c:pt idx="584">
                  <c:v>0.554980629243</c:v>
                </c:pt>
                <c:pt idx="585">
                  <c:v>0.552762062035</c:v>
                </c:pt>
                <c:pt idx="586">
                  <c:v>0.550500932632</c:v>
                </c:pt>
                <c:pt idx="587">
                  <c:v>0.54819848925</c:v>
                </c:pt>
                <c:pt idx="588">
                  <c:v>0.545855988337</c:v>
                </c:pt>
                <c:pt idx="589">
                  <c:v>0.543474692848</c:v>
                </c:pt>
                <c:pt idx="590">
                  <c:v>0.541055870545</c:v>
                </c:pt>
                <c:pt idx="591">
                  <c:v>0.53860079232</c:v>
                </c:pt>
                <c:pt idx="592">
                  <c:v>0.536110730531</c:v>
                </c:pt>
                <c:pt idx="593">
                  <c:v>0.53358695739</c:v>
                </c:pt>
                <c:pt idx="594">
                  <c:v>0.531030743376</c:v>
                </c:pt>
                <c:pt idx="595">
                  <c:v>0.528443355699</c:v>
                </c:pt>
                <c:pt idx="596">
                  <c:v>0.525826056821</c:v>
                </c:pt>
                <c:pt idx="597">
                  <c:v>0.523180103023</c:v>
                </c:pt>
                <c:pt idx="598">
                  <c:v>0.52050674304</c:v>
                </c:pt>
                <c:pt idx="599">
                  <c:v>0.517807216759</c:v>
                </c:pt>
                <c:pt idx="600">
                  <c:v>0.515082753987</c:v>
                </c:pt>
                <c:pt idx="601">
                  <c:v>0.512334573289</c:v>
                </c:pt>
                <c:pt idx="602">
                  <c:v>0.509563880904</c:v>
                </c:pt>
                <c:pt idx="603">
                  <c:v>0.506771869735</c:v>
                </c:pt>
                <c:pt idx="604">
                  <c:v>0.503959718423</c:v>
                </c:pt>
                <c:pt idx="605">
                  <c:v>0.501128590494</c:v>
                </c:pt>
                <c:pt idx="606">
                  <c:v>0.498279633591</c:v>
                </c:pt>
                <c:pt idx="607">
                  <c:v>0.495413978784</c:v>
                </c:pt>
                <c:pt idx="608">
                  <c:v>0.492532739964</c:v>
                </c:pt>
                <c:pt idx="609">
                  <c:v>0.489637013312</c:v>
                </c:pt>
                <c:pt idx="610">
                  <c:v>0.486727876846</c:v>
                </c:pt>
                <c:pt idx="611">
                  <c:v>0.483806390046</c:v>
                </c:pt>
                <c:pt idx="612">
                  <c:v>0.48087359355</c:v>
                </c:pt>
                <c:pt idx="613">
                  <c:v>0.477930508921</c:v>
                </c:pt>
                <c:pt idx="614">
                  <c:v>0.474978138481</c:v>
                </c:pt>
                <c:pt idx="615">
                  <c:v>0.472017465215</c:v>
                </c:pt>
                <c:pt idx="616">
                  <c:v>0.469049452722</c:v>
                </c:pt>
                <c:pt idx="617">
                  <c:v>0.466075045239</c:v>
                </c:pt>
                <c:pt idx="618">
                  <c:v>0.463095167705</c:v>
                </c:pt>
                <c:pt idx="619">
                  <c:v>0.460110725877</c:v>
                </c:pt>
                <c:pt idx="620">
                  <c:v>0.457122606493</c:v>
                </c:pt>
                <c:pt idx="621">
                  <c:v>0.45413167747</c:v>
                </c:pt>
                <c:pt idx="622">
                  <c:v>0.451138788135</c:v>
                </c:pt>
                <c:pt idx="623">
                  <c:v>0.448144769497</c:v>
                </c:pt>
                <c:pt idx="624">
                  <c:v>0.445150434531</c:v>
                </c:pt>
                <c:pt idx="625">
                  <c:v>0.442156578491</c:v>
                </c:pt>
                <c:pt idx="626">
                  <c:v>0.439163979241</c:v>
                </c:pt>
                <c:pt idx="627">
                  <c:v>0.436173397595</c:v>
                </c:pt>
                <c:pt idx="628">
                  <c:v>0.43318557767</c:v>
                </c:pt>
                <c:pt idx="629">
                  <c:v>0.430201247242</c:v>
                </c:pt>
                <c:pt idx="630">
                  <c:v>0.427221118102</c:v>
                </c:pt>
                <c:pt idx="631">
                  <c:v>0.424245886415</c:v>
                </c:pt>
                <c:pt idx="632">
                  <c:v>0.421276233072</c:v>
                </c:pt>
                <c:pt idx="633">
                  <c:v>0.418312824034</c:v>
                </c:pt>
                <c:pt idx="634">
                  <c:v>0.415356310666</c:v>
                </c:pt>
                <c:pt idx="635">
                  <c:v>0.412407330061</c:v>
                </c:pt>
                <c:pt idx="636">
                  <c:v>0.409466505347</c:v>
                </c:pt>
                <c:pt idx="637">
                  <c:v>0.406534445979</c:v>
                </c:pt>
                <c:pt idx="638">
                  <c:v>0.403611748015</c:v>
                </c:pt>
                <c:pt idx="639">
                  <c:v>0.400698994373</c:v>
                </c:pt>
                <c:pt idx="640">
                  <c:v>0.397796755067</c:v>
                </c:pt>
                <c:pt idx="641">
                  <c:v>0.394905587424</c:v>
                </c:pt>
                <c:pt idx="642">
                  <c:v>0.392026036285</c:v>
                </c:pt>
                <c:pt idx="643">
                  <c:v>0.389158634178</c:v>
                </c:pt>
                <c:pt idx="644">
                  <c:v>0.386303901477</c:v>
                </c:pt>
                <c:pt idx="645">
                  <c:v>0.383462346541</c:v>
                </c:pt>
                <c:pt idx="646">
                  <c:v>0.380634465828</c:v>
                </c:pt>
                <c:pt idx="647">
                  <c:v>0.377820743996</c:v>
                </c:pt>
                <c:pt idx="648">
                  <c:v>0.375021653987</c:v>
                </c:pt>
                <c:pt idx="649">
                  <c:v>0.37223765709</c:v>
                </c:pt>
                <c:pt idx="650">
                  <c:v>0.369469202992</c:v>
                </c:pt>
                <c:pt idx="651">
                  <c:v>0.366716729809</c:v>
                </c:pt>
                <c:pt idx="652">
                  <c:v>0.363980664116</c:v>
                </c:pt>
                <c:pt idx="653">
                  <c:v>0.361261420951</c:v>
                </c:pt>
                <c:pt idx="654">
                  <c:v>0.358559403816</c:v>
                </c:pt>
                <c:pt idx="655">
                  <c:v>0.355875004672</c:v>
                </c:pt>
                <c:pt idx="656">
                  <c:v>0.35320860392</c:v>
                </c:pt>
                <c:pt idx="657">
                  <c:v>0.35056057038</c:v>
                </c:pt>
                <c:pt idx="658">
                  <c:v>0.347931261263</c:v>
                </c:pt>
                <c:pt idx="659">
                  <c:v>0.345321022144</c:v>
                </c:pt>
                <c:pt idx="660">
                  <c:v>0.342730186927</c:v>
                </c:pt>
                <c:pt idx="661">
                  <c:v>0.340159077815</c:v>
                </c:pt>
                <c:pt idx="662">
                  <c:v>0.337608005278</c:v>
                </c:pt>
                <c:pt idx="663">
                  <c:v>0.33507726802</c:v>
                </c:pt>
                <c:pt idx="664">
                  <c:v>0.332567152958</c:v>
                </c:pt>
                <c:pt idx="665">
                  <c:v>0.330077935191</c:v>
                </c:pt>
                <c:pt idx="666">
                  <c:v>0.327609877988</c:v>
                </c:pt>
                <c:pt idx="667">
                  <c:v>0.325163232767</c:v>
                </c:pt>
                <c:pt idx="668">
                  <c:v>0.322738239097</c:v>
                </c:pt>
                <c:pt idx="669">
                  <c:v>0.320335124687</c:v>
                </c:pt>
                <c:pt idx="670">
                  <c:v>0.317954105401</c:v>
                </c:pt>
                <c:pt idx="671">
                  <c:v>0.315595385266</c:v>
                </c:pt>
                <c:pt idx="672">
                  <c:v>0.313259156499</c:v>
                </c:pt>
                <c:pt idx="673">
                  <c:v>0.310945599531</c:v>
                </c:pt>
                <c:pt idx="674">
                  <c:v>0.308654883051</c:v>
                </c:pt>
                <c:pt idx="675">
                  <c:v>0.306387164048</c:v>
                </c:pt>
                <c:pt idx="676">
                  <c:v>0.304142587871</c:v>
                </c:pt>
                <c:pt idx="677">
                  <c:v>0.301921288284</c:v>
                </c:pt>
                <c:pt idx="678">
                  <c:v>0.299723387544</c:v>
                </c:pt>
                <c:pt idx="679">
                  <c:v>0.297548996479</c:v>
                </c:pt>
                <c:pt idx="680">
                  <c:v>0.295398214567</c:v>
                </c:pt>
                <c:pt idx="681">
                  <c:v>0.29327113004</c:v>
                </c:pt>
                <c:pt idx="682">
                  <c:v>0.291167819973</c:v>
                </c:pt>
                <c:pt idx="683">
                  <c:v>0.2890883504</c:v>
                </c:pt>
                <c:pt idx="684">
                  <c:v>0.287032776418</c:v>
                </c:pt>
                <c:pt idx="685">
                  <c:v>0.28500114231</c:v>
                </c:pt>
                <c:pt idx="686">
                  <c:v>0.282993481664</c:v>
                </c:pt>
                <c:pt idx="687">
                  <c:v>0.2810098175</c:v>
                </c:pt>
                <c:pt idx="688">
                  <c:v>0.279050162403</c:v>
                </c:pt>
                <c:pt idx="689">
                  <c:v>0.277114518653</c:v>
                </c:pt>
                <c:pt idx="690">
                  <c:v>0.275202878361</c:v>
                </c:pt>
                <c:pt idx="691">
                  <c:v>0.273315223614</c:v>
                </c:pt>
                <c:pt idx="692">
                  <c:v>0.271451526605</c:v>
                </c:pt>
                <c:pt idx="693">
                  <c:v>0.269611749782</c:v>
                </c:pt>
                <c:pt idx="694">
                  <c:v>0.267795845986</c:v>
                </c:pt>
                <c:pt idx="695">
                  <c:v>0.266003758595</c:v>
                </c:pt>
                <c:pt idx="696">
                  <c:v>0.264235421662</c:v>
                </c:pt>
                <c:pt idx="697">
                  <c:v>0.262490760061</c:v>
                </c:pt>
                <c:pt idx="698">
                  <c:v>0.260769689621</c:v>
                </c:pt>
                <c:pt idx="699">
                  <c:v>0.259072117267</c:v>
                </c:pt>
                <c:pt idx="700">
                  <c:v>0.257397941156</c:v>
                </c:pt>
                <c:pt idx="701">
                  <c:v>0.255747050809</c:v>
                </c:pt>
                <c:pt idx="702">
                  <c:v>0.254119327244</c:v>
                </c:pt>
                <c:pt idx="703">
                  <c:v>0.252514643105</c:v>
                </c:pt>
                <c:pt idx="704">
                  <c:v>0.250932862784</c:v>
                </c:pt>
                <c:pt idx="705">
                  <c:v>0.249373842548</c:v>
                </c:pt>
                <c:pt idx="706">
                  <c:v>0.247837430655</c:v>
                </c:pt>
                <c:pt idx="707">
                  <c:v>0.24632346747</c:v>
                </c:pt>
                <c:pt idx="708">
                  <c:v>0.24483178558</c:v>
                </c:pt>
                <c:pt idx="709">
                  <c:v>0.243362209901</c:v>
                </c:pt>
                <c:pt idx="710">
                  <c:v>0.241914557786</c:v>
                </c:pt>
                <c:pt idx="711">
                  <c:v>0.240488639121</c:v>
                </c:pt>
                <c:pt idx="712">
                  <c:v>0.239084256436</c:v>
                </c:pt>
                <c:pt idx="713">
                  <c:v>0.23770120499</c:v>
                </c:pt>
                <c:pt idx="714">
                  <c:v>0.236339272872</c:v>
                </c:pt>
                <c:pt idx="715">
                  <c:v>0.234998241088</c:v>
                </c:pt>
                <c:pt idx="716">
                  <c:v>0.233677883653</c:v>
                </c:pt>
                <c:pt idx="717">
                  <c:v>0.232377967677</c:v>
                </c:pt>
                <c:pt idx="718">
                  <c:v>0.231098253448</c:v>
                </c:pt>
                <c:pt idx="719">
                  <c:v>0.229838494519</c:v>
                </c:pt>
                <c:pt idx="720">
                  <c:v>0.228598437788</c:v>
                </c:pt>
                <c:pt idx="721">
                  <c:v>0.227377823586</c:v>
                </c:pt>
                <c:pt idx="722">
                  <c:v>0.226176385753</c:v>
                </c:pt>
                <c:pt idx="723">
                  <c:v>0.224993851724</c:v>
                </c:pt>
                <c:pt idx="724">
                  <c:v>0.223829942616</c:v>
                </c:pt>
                <c:pt idx="725">
                  <c:v>0.222684373308</c:v>
                </c:pt>
                <c:pt idx="726">
                  <c:v>0.221556852533</c:v>
                </c:pt>
                <c:pt idx="727">
                  <c:v>0.220447082966</c:v>
                </c:pt>
                <c:pt idx="728">
                  <c:v>0.219354761319</c:v>
                </c:pt>
                <c:pt idx="729">
                  <c:v>0.218279578436</c:v>
                </c:pt>
                <c:pt idx="730">
                  <c:v>0.217221219396</c:v>
                </c:pt>
                <c:pt idx="731">
                  <c:v>0.216179363616</c:v>
                </c:pt>
                <c:pt idx="732">
                  <c:v>0.215153684968</c:v>
                </c:pt>
                <c:pt idx="733">
                  <c:v>0.214143851892</c:v>
                </c:pt>
                <c:pt idx="734">
                  <c:v>0.213149527522</c:v>
                </c:pt>
                <c:pt idx="735">
                  <c:v>0.212170369819</c:v>
                </c:pt>
                <c:pt idx="736">
                  <c:v>0.211206031706</c:v>
                </c:pt>
                <c:pt idx="737">
                  <c:v>0.210256161218</c:v>
                </c:pt>
                <c:pt idx="738">
                  <c:v>0.209320401657</c:v>
                </c:pt>
                <c:pt idx="739">
                  <c:v>0.20839839176</c:v>
                </c:pt>
                <c:pt idx="740">
                  <c:v>0.207489765869</c:v>
                </c:pt>
                <c:pt idx="741">
                  <c:v>0.206594154121</c:v>
                </c:pt>
                <c:pt idx="742">
                  <c:v>0.205711182638</c:v>
                </c:pt>
                <c:pt idx="743">
                  <c:v>0.204840473741</c:v>
                </c:pt>
                <c:pt idx="744">
                  <c:v>0.203981646158</c:v>
                </c:pt>
                <c:pt idx="745">
                  <c:v>0.203134315262</c:v>
                </c:pt>
                <c:pt idx="746">
                  <c:v>0.202298093306</c:v>
                </c:pt>
                <c:pt idx="747">
                  <c:v>0.201472589676</c:v>
                </c:pt>
                <c:pt idx="748">
                  <c:v>0.20065741116</c:v>
                </c:pt>
                <c:pt idx="749">
                  <c:v>0.199852162217</c:v>
                </c:pt>
                <c:pt idx="750">
                  <c:v>0.199056445273</c:v>
                </c:pt>
                <c:pt idx="751">
                  <c:v>0.198269861016</c:v>
                </c:pt>
                <c:pt idx="752">
                  <c:v>0.197492008712</c:v>
                </c:pt>
                <c:pt idx="753">
                  <c:v>0.196722486529</c:v>
                </c:pt>
                <c:pt idx="754">
                  <c:v>0.19596089187</c:v>
                </c:pt>
                <c:pt idx="755">
                  <c:v>0.195206821723</c:v>
                </c:pt>
                <c:pt idx="756">
                  <c:v>0.194459873019</c:v>
                </c:pt>
                <c:pt idx="757">
                  <c:v>0.193719642996</c:v>
                </c:pt>
                <c:pt idx="758">
                  <c:v>0.192985729585</c:v>
                </c:pt>
                <c:pt idx="759">
                  <c:v>0.192257731792</c:v>
                </c:pt>
                <c:pt idx="760">
                  <c:v>0.191535250095</c:v>
                </c:pt>
                <c:pt idx="761">
                  <c:v>0.190817886853</c:v>
                </c:pt>
                <c:pt idx="762">
                  <c:v>0.190105246714</c:v>
                </c:pt>
                <c:pt idx="763">
                  <c:v>0.189396937037</c:v>
                </c:pt>
                <c:pt idx="764">
                  <c:v>0.188692568314</c:v>
                </c:pt>
                <c:pt idx="765">
                  <c:v>0.187991754604</c:v>
                </c:pt>
                <c:pt idx="766">
                  <c:v>0.187294113962</c:v>
                </c:pt>
                <c:pt idx="767">
                  <c:v>0.186599268879</c:v>
                </c:pt>
                <c:pt idx="768">
                  <c:v>0.18590684672</c:v>
                </c:pt>
                <c:pt idx="769">
                  <c:v>0.185216480162</c:v>
                </c:pt>
                <c:pt idx="770">
                  <c:v>0.184527807636</c:v>
                </c:pt>
                <c:pt idx="771">
                  <c:v>0.183840473763</c:v>
                </c:pt>
                <c:pt idx="772">
                  <c:v>0.183154129788</c:v>
                </c:pt>
                <c:pt idx="773">
                  <c:v>0.182468434014</c:v>
                </c:pt>
                <c:pt idx="774">
                  <c:v>0.181783052226</c:v>
                </c:pt>
                <c:pt idx="775">
                  <c:v>0.181097658114</c:v>
                </c:pt>
                <c:pt idx="776">
                  <c:v>0.180411933679</c:v>
                </c:pt>
                <c:pt idx="777">
                  <c:v>0.179725569643</c:v>
                </c:pt>
                <c:pt idx="778">
                  <c:v>0.179038265839</c:v>
                </c:pt>
                <c:pt idx="779">
                  <c:v>0.178349731593</c:v>
                </c:pt>
                <c:pt idx="780">
                  <c:v>0.177659686091</c:v>
                </c:pt>
                <c:pt idx="781">
                  <c:v>0.176967858737</c:v>
                </c:pt>
                <c:pt idx="782">
                  <c:v>0.176273989493</c:v>
                </c:pt>
                <c:pt idx="783">
                  <c:v>0.175577829198</c:v>
                </c:pt>
                <c:pt idx="784">
                  <c:v>0.174879139876</c:v>
                </c:pt>
                <c:pt idx="785">
                  <c:v>0.174177695027</c:v>
                </c:pt>
                <c:pt idx="786">
                  <c:v>0.173473279885</c:v>
                </c:pt>
                <c:pt idx="787">
                  <c:v>0.172765691674</c:v>
                </c:pt>
                <c:pt idx="788">
                  <c:v>0.172054739826</c:v>
                </c:pt>
                <c:pt idx="789">
                  <c:v>0.171340246183</c:v>
                </c:pt>
                <c:pt idx="790">
                  <c:v>0.17062204518</c:v>
                </c:pt>
                <c:pt idx="791">
                  <c:v>0.169899983991</c:v>
                </c:pt>
                <c:pt idx="792">
                  <c:v>0.169173922663</c:v>
                </c:pt>
                <c:pt idx="793">
                  <c:v>0.16844373422</c:v>
                </c:pt>
                <c:pt idx="794">
                  <c:v>0.167709304731</c:v>
                </c:pt>
                <c:pt idx="795">
                  <c:v>0.166970533369</c:v>
                </c:pt>
                <c:pt idx="796">
                  <c:v>0.166227332429</c:v>
                </c:pt>
                <c:pt idx="797">
                  <c:v>0.165479627323</c:v>
                </c:pt>
                <c:pt idx="798">
                  <c:v>0.164727356549</c:v>
                </c:pt>
                <c:pt idx="799">
                  <c:v>0.163970471633</c:v>
                </c:pt>
                <c:pt idx="800">
                  <c:v>0.163208937038</c:v>
                </c:pt>
                <c:pt idx="801">
                  <c:v>0.162442730051</c:v>
                </c:pt>
                <c:pt idx="802">
                  <c:v>0.161671840644</c:v>
                </c:pt>
                <c:pt idx="803">
                  <c:v>0.160896271302</c:v>
                </c:pt>
                <c:pt idx="804">
                  <c:v>0.160116036832</c:v>
                </c:pt>
                <c:pt idx="805">
                  <c:v>0.159331164142</c:v>
                </c:pt>
                <c:pt idx="806">
                  <c:v>0.158541691994</c:v>
                </c:pt>
                <c:pt idx="807">
                  <c:v>0.15774767074</c:v>
                </c:pt>
                <c:pt idx="808">
                  <c:v>0.156949162027</c:v>
                </c:pt>
                <c:pt idx="809">
                  <c:v>0.156146238484</c:v>
                </c:pt>
                <c:pt idx="810">
                  <c:v>0.155338983388</c:v>
                </c:pt>
                <c:pt idx="811">
                  <c:v>0.154527490306</c:v>
                </c:pt>
                <c:pt idx="812">
                  <c:v>0.153711862726</c:v>
                </c:pt>
                <c:pt idx="813">
                  <c:v>0.152892213664</c:v>
                </c:pt>
                <c:pt idx="814">
                  <c:v>0.152068665254</c:v>
                </c:pt>
                <c:pt idx="815">
                  <c:v>0.151241348335</c:v>
                </c:pt>
                <c:pt idx="816">
                  <c:v>0.150410402007</c:v>
                </c:pt>
                <c:pt idx="817">
                  <c:v>0.149575973193</c:v>
                </c:pt>
                <c:pt idx="818">
                  <c:v>0.148738216179</c:v>
                </c:pt>
                <c:pt idx="819">
                  <c:v>0.147897292153</c:v>
                </c:pt>
                <c:pt idx="820">
                  <c:v>0.147053368729</c:v>
                </c:pt>
                <c:pt idx="821">
                  <c:v>0.146206619478</c:v>
                </c:pt>
                <c:pt idx="822">
                  <c:v>0.145357223442</c:v>
                </c:pt>
                <c:pt idx="823">
                  <c:v>0.144505364656</c:v>
                </c:pt>
                <c:pt idx="824">
                  <c:v>0.143651231666</c:v>
                </c:pt>
                <c:pt idx="825">
                  <c:v>0.142795017044</c:v>
                </c:pt>
                <c:pt idx="826">
                  <c:v>0.141936916917</c:v>
                </c:pt>
                <c:pt idx="827">
                  <c:v>0.141077130483</c:v>
                </c:pt>
                <c:pt idx="828">
                  <c:v>0.140215859552</c:v>
                </c:pt>
                <c:pt idx="829">
                  <c:v>0.139353308075</c:v>
                </c:pt>
                <c:pt idx="830">
                  <c:v>0.138489681697</c:v>
                </c:pt>
                <c:pt idx="831">
                  <c:v>0.137625187305</c:v>
                </c:pt>
                <c:pt idx="832">
                  <c:v>0.136760032602</c:v>
                </c:pt>
                <c:pt idx="833">
                  <c:v>0.135894425676</c:v>
                </c:pt>
                <c:pt idx="834">
                  <c:v>0.135028574592</c:v>
                </c:pt>
                <c:pt idx="835">
                  <c:v>0.134162686997</c:v>
                </c:pt>
                <c:pt idx="836">
                  <c:v>0.133296969735</c:v>
                </c:pt>
                <c:pt idx="837">
                  <c:v>0.132431628476</c:v>
                </c:pt>
                <c:pt idx="838">
                  <c:v>0.131566867369</c:v>
                </c:pt>
                <c:pt idx="839">
                  <c:v>0.130702888698</c:v>
                </c:pt>
                <c:pt idx="840">
                  <c:v>0.129839892569</c:v>
                </c:pt>
                <c:pt idx="841">
                  <c:v>0.128978076599</c:v>
                </c:pt>
                <c:pt idx="842">
                  <c:v>0.128117635635</c:v>
                </c:pt>
                <c:pt idx="843">
                  <c:v>0.127258761483</c:v>
                </c:pt>
                <c:pt idx="844">
                  <c:v>0.126401642656</c:v>
                </c:pt>
                <c:pt idx="845">
                  <c:v>0.125546464142</c:v>
                </c:pt>
                <c:pt idx="846">
                  <c:v>0.124693407182</c:v>
                </c:pt>
                <c:pt idx="847">
                  <c:v>0.123842649079</c:v>
                </c:pt>
                <c:pt idx="848">
                  <c:v>0.122994363008</c:v>
                </c:pt>
                <c:pt idx="849">
                  <c:v>0.122148717857</c:v>
                </c:pt>
                <c:pt idx="850">
                  <c:v>0.121305878076</c:v>
                </c:pt>
                <c:pt idx="851">
                  <c:v>0.120466003545</c:v>
                </c:pt>
                <c:pt idx="852">
                  <c:v>0.11962924946</c:v>
                </c:pt>
                <c:pt idx="853">
                  <c:v>0.118795766231</c:v>
                </c:pt>
                <c:pt idx="854">
                  <c:v>0.117965699399</c:v>
                </c:pt>
                <c:pt idx="855">
                  <c:v>0.117139189565</c:v>
                </c:pt>
                <c:pt idx="856">
                  <c:v>0.116316372331</c:v>
                </c:pt>
                <c:pt idx="857">
                  <c:v>0.115497378264</c:v>
                </c:pt>
                <c:pt idx="858">
                  <c:v>0.11468233286</c:v>
                </c:pt>
                <c:pt idx="859">
                  <c:v>0.11387135653</c:v>
                </c:pt>
                <c:pt idx="860">
                  <c:v>0.113064564594</c:v>
                </c:pt>
                <c:pt idx="861">
                  <c:v>0.112262067287</c:v>
                </c:pt>
                <c:pt idx="862">
                  <c:v>0.111463969776</c:v>
                </c:pt>
                <c:pt idx="863">
                  <c:v>0.110670372185</c:v>
                </c:pt>
                <c:pt idx="864">
                  <c:v>0.109881369634</c:v>
                </c:pt>
                <c:pt idx="865">
                  <c:v>0.109097052278</c:v>
                </c:pt>
                <c:pt idx="866">
                  <c:v>0.108317505366</c:v>
                </c:pt>
                <c:pt idx="867">
                  <c:v>0.107542809296</c:v>
                </c:pt>
                <c:pt idx="868">
                  <c:v>0.106773039687</c:v>
                </c:pt>
                <c:pt idx="869">
                  <c:v>0.106008267445</c:v>
                </c:pt>
                <c:pt idx="870">
                  <c:v>0.105248558852</c:v>
                </c:pt>
                <c:pt idx="871">
                  <c:v>0.104493975643</c:v>
                </c:pt>
                <c:pt idx="872">
                  <c:v>0.103744575098</c:v>
                </c:pt>
                <c:pt idx="873">
                  <c:v>0.103000410134</c:v>
                </c:pt>
                <c:pt idx="874">
                  <c:v>0.102261529404</c:v>
                </c:pt>
                <c:pt idx="875">
                  <c:v>0.101527977396</c:v>
                </c:pt>
                <c:pt idx="876">
                  <c:v>0.100799794537</c:v>
                </c:pt>
                <c:pt idx="877">
                  <c:v>0.100077017297</c:v>
                </c:pt>
                <c:pt idx="878">
                  <c:v>0.0993596782959</c:v>
                </c:pt>
                <c:pt idx="879">
                  <c:v>0.0986478064155</c:v>
                </c:pt>
                <c:pt idx="880">
                  <c:v>0.0979414269064</c:v>
                </c:pt>
                <c:pt idx="881">
                  <c:v>0.0972405615003</c:v>
                </c:pt>
                <c:pt idx="882">
                  <c:v>0.0965452285208</c:v>
                </c:pt>
                <c:pt idx="883">
                  <c:v>0.0958554429953</c:v>
                </c:pt>
                <c:pt idx="884">
                  <c:v>0.0951712167666</c:v>
                </c:pt>
                <c:pt idx="885">
                  <c:v>0.0944925586036</c:v>
                </c:pt>
                <c:pt idx="886">
                  <c:v>0.0938194743122</c:v>
                </c:pt>
                <c:pt idx="887">
                  <c:v>0.0931519668452</c:v>
                </c:pt>
                <c:pt idx="888">
                  <c:v>0.0924900364107</c:v>
                </c:pt>
                <c:pt idx="889">
                  <c:v>0.0918336805796</c:v>
                </c:pt>
                <c:pt idx="890">
                  <c:v>0.0911828943924</c:v>
                </c:pt>
                <c:pt idx="891">
                  <c:v>0.0905376704629</c:v>
                </c:pt>
                <c:pt idx="892">
                  <c:v>0.0898979990823</c:v>
                </c:pt>
                <c:pt idx="893">
                  <c:v>0.0892638683192</c:v>
                </c:pt>
                <c:pt idx="894">
                  <c:v>0.0886352641201</c:v>
                </c:pt>
                <c:pt idx="895">
                  <c:v>0.0880121704056</c:v>
                </c:pt>
                <c:pt idx="896">
                  <c:v>0.0873945691666</c:v>
                </c:pt>
                <c:pt idx="897">
                  <c:v>0.0867824405567</c:v>
                </c:pt>
                <c:pt idx="898">
                  <c:v>0.0861757629834</c:v>
                </c:pt>
                <c:pt idx="899">
                  <c:v>0.0855745131967</c:v>
                </c:pt>
                <c:pt idx="900">
                  <c:v>0.0849786663754</c:v>
                </c:pt>
                <c:pt idx="901">
                  <c:v>0.0843881962112</c:v>
                </c:pt>
                <c:pt idx="902">
                  <c:v>0.0838030749901</c:v>
                </c:pt>
                <c:pt idx="903">
                  <c:v>0.083223273672</c:v>
                </c:pt>
                <c:pt idx="904">
                  <c:v>0.0826487619676</c:v>
                </c:pt>
                <c:pt idx="905">
                  <c:v>0.0820795084127</c:v>
                </c:pt>
                <c:pt idx="906">
                  <c:v>0.0815154804408</c:v>
                </c:pt>
                <c:pt idx="907">
                  <c:v>0.0809566444527</c:v>
                </c:pt>
                <c:pt idx="908">
                  <c:v>0.080402965884</c:v>
                </c:pt>
                <c:pt idx="909">
                  <c:v>0.0798544092707</c:v>
                </c:pt>
                <c:pt idx="910">
                  <c:v>0.0793109383115</c:v>
                </c:pt>
                <c:pt idx="911">
                  <c:v>0.0787725159294</c:v>
                </c:pt>
                <c:pt idx="912">
                  <c:v>0.0782391043291</c:v>
                </c:pt>
                <c:pt idx="913">
                  <c:v>0.0777106650544</c:v>
                </c:pt>
                <c:pt idx="914">
                  <c:v>0.0771871590415</c:v>
                </c:pt>
                <c:pt idx="915">
                  <c:v>0.0766685466714</c:v>
                </c:pt>
                <c:pt idx="916">
                  <c:v>0.0761547878201</c:v>
                </c:pt>
                <c:pt idx="917">
                  <c:v>0.0756458419063</c:v>
                </c:pt>
                <c:pt idx="918">
                  <c:v>0.0751416679373</c:v>
                </c:pt>
                <c:pt idx="919">
                  <c:v>0.0746422245538</c:v>
                </c:pt>
                <c:pt idx="920">
                  <c:v>0.0741474700713</c:v>
                </c:pt>
                <c:pt idx="921">
                  <c:v>0.0736573625211</c:v>
                </c:pt>
                <c:pt idx="922">
                  <c:v>0.0731718596888</c:v>
                </c:pt>
                <c:pt idx="923">
                  <c:v>0.0726909191513</c:v>
                </c:pt>
                <c:pt idx="924">
                  <c:v>0.0722144983118</c:v>
                </c:pt>
                <c:pt idx="925">
                  <c:v>0.0717425544339</c:v>
                </c:pt>
                <c:pt idx="926">
                  <c:v>0.0712750446735</c:v>
                </c:pt>
                <c:pt idx="927">
                  <c:v>0.0708119261093</c:v>
                </c:pt>
                <c:pt idx="928">
                  <c:v>0.0703531557721</c:v>
                </c:pt>
                <c:pt idx="929">
                  <c:v>0.0698986906723</c:v>
                </c:pt>
                <c:pt idx="930">
                  <c:v>0.0694484878264</c:v>
                </c:pt>
                <c:pt idx="931">
                  <c:v>0.0690025042821</c:v>
                </c:pt>
                <c:pt idx="932">
                  <c:v>0.0685606971417</c:v>
                </c:pt>
                <c:pt idx="933">
                  <c:v>0.0681230235851</c:v>
                </c:pt>
                <c:pt idx="934">
                  <c:v>0.0676894408907</c:v>
                </c:pt>
                <c:pt idx="935">
                  <c:v>0.067259906456</c:v>
                </c:pt>
                <c:pt idx="936">
                  <c:v>0.0668343778162</c:v>
                </c:pt>
                <c:pt idx="937">
                  <c:v>0.0664128126631</c:v>
                </c:pt>
                <c:pt idx="938">
                  <c:v>0.0659951688611</c:v>
                </c:pt>
                <c:pt idx="939">
                  <c:v>0.0655814044643</c:v>
                </c:pt>
                <c:pt idx="940">
                  <c:v>0.0651714777312</c:v>
                </c:pt>
                <c:pt idx="941">
                  <c:v>0.0647653471387</c:v>
                </c:pt>
                <c:pt idx="942">
                  <c:v>0.0643629713964</c:v>
                </c:pt>
                <c:pt idx="943">
                  <c:v>0.0639643094582</c:v>
                </c:pt>
                <c:pt idx="944">
                  <c:v>0.063569320535</c:v>
                </c:pt>
                <c:pt idx="945">
                  <c:v>0.0631779641054</c:v>
                </c:pt>
                <c:pt idx="946">
                  <c:v>0.0627901999261</c:v>
                </c:pt>
                <c:pt idx="947">
                  <c:v>0.0624059880417</c:v>
                </c:pt>
                <c:pt idx="948">
                  <c:v>0.062025288794</c:v>
                </c:pt>
                <c:pt idx="949">
                  <c:v>0.0616480628301</c:v>
                </c:pt>
                <c:pt idx="950">
                  <c:v>0.0612742711102</c:v>
                </c:pt>
                <c:pt idx="951">
                  <c:v>0.0609038749156</c:v>
                </c:pt>
                <c:pt idx="952">
                  <c:v>0.0605368358546</c:v>
                </c:pt>
                <c:pt idx="953">
                  <c:v>0.0601731158696</c:v>
                </c:pt>
                <c:pt idx="954">
                  <c:v>0.0598126772422</c:v>
                </c:pt>
                <c:pt idx="955">
                  <c:v>0.059455482599</c:v>
                </c:pt>
                <c:pt idx="956">
                  <c:v>0.0591014949164</c:v>
                </c:pt>
                <c:pt idx="957">
                  <c:v>0.0587506775249</c:v>
                </c:pt>
                <c:pt idx="958">
                  <c:v>0.0584029941135</c:v>
                </c:pt>
                <c:pt idx="959">
                  <c:v>0.0580584087331</c:v>
                </c:pt>
                <c:pt idx="960">
                  <c:v>0.0577168858003</c:v>
                </c:pt>
                <c:pt idx="961">
                  <c:v>0.0573783901</c:v>
                </c:pt>
                <c:pt idx="962">
                  <c:v>0.0570428867884</c:v>
                </c:pt>
                <c:pt idx="963">
                  <c:v>0.0567103413952</c:v>
                </c:pt>
                <c:pt idx="964">
                  <c:v>0.056380719826</c:v>
                </c:pt>
                <c:pt idx="965">
                  <c:v>0.0560539883639</c:v>
                </c:pt>
                <c:pt idx="966">
                  <c:v>0.0557301136712</c:v>
                </c:pt>
                <c:pt idx="967">
                  <c:v>0.0554090627909</c:v>
                </c:pt>
                <c:pt idx="968">
                  <c:v>0.0550908031473</c:v>
                </c:pt>
                <c:pt idx="969">
                  <c:v>0.0547753025476</c:v>
                </c:pt>
                <c:pt idx="970">
                  <c:v>0.054462529182</c:v>
                </c:pt>
                <c:pt idx="971">
                  <c:v>0.0541524516246</c:v>
                </c:pt>
                <c:pt idx="972">
                  <c:v>0.0538450388333</c:v>
                </c:pt>
                <c:pt idx="973">
                  <c:v>0.0535402601501</c:v>
                </c:pt>
                <c:pt idx="974">
                  <c:v>0.053238085301</c:v>
                </c:pt>
                <c:pt idx="975">
                  <c:v>0.0529384843957</c:v>
                </c:pt>
                <c:pt idx="976">
                  <c:v>0.0526414279271</c:v>
                </c:pt>
                <c:pt idx="977">
                  <c:v>0.052346886771</c:v>
                </c:pt>
                <c:pt idx="978">
                  <c:v>0.0520548321851</c:v>
                </c:pt>
                <c:pt idx="979">
                  <c:v>0.051765235808</c:v>
                </c:pt>
                <c:pt idx="980">
                  <c:v>0.0514780696587</c:v>
                </c:pt>
                <c:pt idx="981">
                  <c:v>0.0511933061346</c:v>
                </c:pt>
                <c:pt idx="982">
                  <c:v>0.0509109180111</c:v>
                </c:pt>
                <c:pt idx="983">
                  <c:v>0.0506308784395</c:v>
                </c:pt>
                <c:pt idx="984">
                  <c:v>0.0503531609457</c:v>
                </c:pt>
                <c:pt idx="985">
                  <c:v>0.0500777394283</c:v>
                </c:pt>
                <c:pt idx="986">
                  <c:v>0.0498045881569</c:v>
                </c:pt>
                <c:pt idx="987">
                  <c:v>0.0495336817701</c:v>
                </c:pt>
                <c:pt idx="988">
                  <c:v>0.0492649952735</c:v>
                </c:pt>
                <c:pt idx="989">
                  <c:v>0.0489985040372</c:v>
                </c:pt>
                <c:pt idx="990">
                  <c:v>0.0487341837936</c:v>
                </c:pt>
                <c:pt idx="991">
                  <c:v>0.0484720106352</c:v>
                </c:pt>
                <c:pt idx="992">
                  <c:v>0.0482119610113</c:v>
                </c:pt>
                <c:pt idx="993">
                  <c:v>0.0479540117261</c:v>
                </c:pt>
                <c:pt idx="994">
                  <c:v>0.0476981399351</c:v>
                </c:pt>
                <c:pt idx="995">
                  <c:v>0.0474443231428</c:v>
                </c:pt>
                <c:pt idx="996">
                  <c:v>0.047192539199</c:v>
                </c:pt>
                <c:pt idx="997">
                  <c:v>0.046942766296</c:v>
                </c:pt>
                <c:pt idx="998">
                  <c:v>0.0466949829652</c:v>
                </c:pt>
                <c:pt idx="999">
                  <c:v>0.0464491680733</c:v>
                </c:pt>
                <c:pt idx="1000">
                  <c:v>0.0462053008192</c:v>
                </c:pt>
                <c:pt idx="1001">
                  <c:v>0.04596336073</c:v>
                </c:pt>
                <c:pt idx="1002">
                  <c:v>0.0457233276574</c:v>
                </c:pt>
                <c:pt idx="1003">
                  <c:v>0.0454851817733</c:v>
                </c:pt>
                <c:pt idx="1004">
                  <c:v>0.0452489035664</c:v>
                </c:pt>
                <c:pt idx="1005">
                  <c:v>0.0450144738377</c:v>
                </c:pt>
                <c:pt idx="1006">
                  <c:v>0.0447818736963</c:v>
                </c:pt>
                <c:pt idx="1007">
                  <c:v>0.0445510845548</c:v>
                </c:pt>
                <c:pt idx="1008">
                  <c:v>0.0443220881255</c:v>
                </c:pt>
                <c:pt idx="1009">
                  <c:v>0.044094866415</c:v>
                </c:pt>
                <c:pt idx="1010">
                  <c:v>0.0438694017202</c:v>
                </c:pt>
                <c:pt idx="1011">
                  <c:v>0.0436456766234</c:v>
                </c:pt>
                <c:pt idx="1012">
                  <c:v>0.0434236739872</c:v>
                </c:pt>
                <c:pt idx="1013">
                  <c:v>0.04320337695</c:v>
                </c:pt>
                <c:pt idx="1014">
                  <c:v>0.0429847689209</c:v>
                </c:pt>
                <c:pt idx="1015">
                  <c:v>0.0427678335746</c:v>
                </c:pt>
                <c:pt idx="1016">
                  <c:v>0.0425525548465</c:v>
                </c:pt>
                <c:pt idx="1017">
                  <c:v>0.0423389169274</c:v>
                </c:pt>
                <c:pt idx="1018">
                  <c:v>0.0421269042584</c:v>
                </c:pt>
                <c:pt idx="1019">
                  <c:v>0.0419165015258</c:v>
                </c:pt>
                <c:pt idx="1020">
                  <c:v>0.0417076936557</c:v>
                </c:pt>
                <c:pt idx="1021">
                  <c:v>0.041500465809</c:v>
                </c:pt>
                <c:pt idx="1022">
                  <c:v>0.0412948033759</c:v>
                </c:pt>
                <c:pt idx="1023">
                  <c:v>0.0410906919708</c:v>
                </c:pt>
                <c:pt idx="1024">
                  <c:v>0.0408881174269</c:v>
                </c:pt>
                <c:pt idx="1025">
                  <c:v>0.0406870657914</c:v>
                </c:pt>
                <c:pt idx="1026">
                  <c:v>0.0404875233198</c:v>
                </c:pt>
                <c:pt idx="1027">
                  <c:v>0.0402894764708</c:v>
                </c:pt>
                <c:pt idx="1028">
                  <c:v>0.0400929119017</c:v>
                </c:pt>
                <c:pt idx="1029">
                  <c:v>0.0398978164625</c:v>
                </c:pt>
                <c:pt idx="1030">
                  <c:v>0.0397041771916</c:v>
                </c:pt>
                <c:pt idx="1031">
                  <c:v>0.0395119813105</c:v>
                </c:pt>
                <c:pt idx="1032">
                  <c:v>0.0393212162187</c:v>
                </c:pt>
                <c:pt idx="1033">
                  <c:v>0.0391318694896</c:v>
                </c:pt>
                <c:pt idx="1034">
                  <c:v>0.038943928865</c:v>
                </c:pt>
                <c:pt idx="1035">
                  <c:v>0.038757382251</c:v>
                </c:pt>
                <c:pt idx="1036">
                  <c:v>0.038572217713</c:v>
                </c:pt>
                <c:pt idx="1037">
                  <c:v>0.0383884234719</c:v>
                </c:pt>
                <c:pt idx="1038">
                  <c:v>0.0382059878992</c:v>
                </c:pt>
                <c:pt idx="1039">
                  <c:v>0.038024899513</c:v>
                </c:pt>
                <c:pt idx="1040">
                  <c:v>0.0378451469739</c:v>
                </c:pt>
                <c:pt idx="1041">
                  <c:v>0.0376667190812</c:v>
                </c:pt>
                <c:pt idx="1042">
                  <c:v>0.0374896047687</c:v>
                </c:pt>
                <c:pt idx="1043">
                  <c:v>0.0373137931012</c:v>
                </c:pt>
                <c:pt idx="1044">
                  <c:v>0.0371392732707</c:v>
                </c:pt>
                <c:pt idx="1045">
                  <c:v>0.0369660345934</c:v>
                </c:pt>
                <c:pt idx="1046">
                  <c:v>0.0367940665057</c:v>
                </c:pt>
                <c:pt idx="1047">
                  <c:v>0.0366233585613</c:v>
                </c:pt>
                <c:pt idx="1048">
                  <c:v>0.0364539004284</c:v>
                </c:pt>
                <c:pt idx="1049">
                  <c:v>0.0362856818861</c:v>
                </c:pt>
                <c:pt idx="1050">
                  <c:v>0.036118692822</c:v>
                </c:pt>
                <c:pt idx="1051">
                  <c:v>0.0359529232297</c:v>
                </c:pt>
                <c:pt idx="1052">
                  <c:v>0.0357883632054</c:v>
                </c:pt>
                <c:pt idx="1053">
                  <c:v>0.0356250029464</c:v>
                </c:pt>
                <c:pt idx="1054">
                  <c:v>0.0354628327481</c:v>
                </c:pt>
                <c:pt idx="1055">
                  <c:v>0.0353018430022</c:v>
                </c:pt>
                <c:pt idx="1056">
                  <c:v>0.0351420241942</c:v>
                </c:pt>
                <c:pt idx="1057">
                  <c:v>0.0349833669017</c:v>
                </c:pt>
                <c:pt idx="1058">
                  <c:v>0.0348258617925</c:v>
                </c:pt>
                <c:pt idx="1059">
                  <c:v>0.0346694996227</c:v>
                </c:pt>
                <c:pt idx="1060">
                  <c:v>0.034514271235</c:v>
                </c:pt>
                <c:pt idx="1061">
                  <c:v>0.0343601675574</c:v>
                </c:pt>
                <c:pt idx="1062">
                  <c:v>0.0342071796014</c:v>
                </c:pt>
                <c:pt idx="1063">
                  <c:v>0.0340552984608</c:v>
                </c:pt>
                <c:pt idx="1064">
                  <c:v>0.0339045153103</c:v>
                </c:pt>
                <c:pt idx="1065">
                  <c:v>0.0337548214042</c:v>
                </c:pt>
                <c:pt idx="1066">
                  <c:v>0.0336062080757</c:v>
                </c:pt>
                <c:pt idx="1067">
                  <c:v>0.0334586667352</c:v>
                </c:pt>
                <c:pt idx="1068">
                  <c:v>0.0333121888697</c:v>
                </c:pt>
                <c:pt idx="1069">
                  <c:v>0.0331667660418</c:v>
                </c:pt>
                <c:pt idx="1070">
                  <c:v>0.0330223898889</c:v>
                </c:pt>
                <c:pt idx="1071">
                  <c:v>0.0328790521222</c:v>
                </c:pt>
                <c:pt idx="1072">
                  <c:v>0.032736744526</c:v>
                </c:pt>
                <c:pt idx="1073">
                  <c:v>0.0325954589572</c:v>
                </c:pt>
                <c:pt idx="1074">
                  <c:v>0.0324551873443</c:v>
                </c:pt>
                <c:pt idx="1075">
                  <c:v>0.0323159216872</c:v>
                </c:pt>
                <c:pt idx="1076">
                  <c:v>0.0321776540564</c:v>
                </c:pt>
                <c:pt idx="1077">
                  <c:v>0.0320403765923</c:v>
                </c:pt>
                <c:pt idx="1078">
                  <c:v>0.0319040815052</c:v>
                </c:pt>
                <c:pt idx="1079">
                  <c:v>0.0317687610743</c:v>
                </c:pt>
                <c:pt idx="1080">
                  <c:v>0.0316344076476</c:v>
                </c:pt>
                <c:pt idx="1081">
                  <c:v>0.0315010136416</c:v>
                </c:pt>
                <c:pt idx="1082">
                  <c:v>0.0313685715404</c:v>
                </c:pt>
                <c:pt idx="1083">
                  <c:v>0.0312370738959</c:v>
                </c:pt>
                <c:pt idx="1084">
                  <c:v>0.0311065133273</c:v>
                </c:pt>
                <c:pt idx="1085">
                  <c:v>0.0309768825206</c:v>
                </c:pt>
                <c:pt idx="1086">
                  <c:v>0.0308481742285</c:v>
                </c:pt>
                <c:pt idx="1087">
                  <c:v>0.03072038127</c:v>
                </c:pt>
                <c:pt idx="1088">
                  <c:v>0.0305934965302</c:v>
                </c:pt>
                <c:pt idx="1089">
                  <c:v>0.03046751296</c:v>
                </c:pt>
                <c:pt idx="1090">
                  <c:v>0.0303424235758</c:v>
                </c:pt>
                <c:pt idx="1091">
                  <c:v>0.0302182214594</c:v>
                </c:pt>
                <c:pt idx="1092">
                  <c:v>0.0300948997576</c:v>
                </c:pt>
                <c:pt idx="1093">
                  <c:v>0.0299724516819</c:v>
                </c:pt>
                <c:pt idx="1094">
                  <c:v>0.0298508705088</c:v>
                </c:pt>
                <c:pt idx="1095">
                  <c:v>0.0297301495786</c:v>
                </c:pt>
                <c:pt idx="1096">
                  <c:v>0.029610282296</c:v>
                </c:pt>
                <c:pt idx="1097">
                  <c:v>0.0294912621297</c:v>
                </c:pt>
                <c:pt idx="1098">
                  <c:v>0.0293730826119</c:v>
                </c:pt>
                <c:pt idx="1099">
                  <c:v>0.0292557373383</c:v>
                </c:pt>
                <c:pt idx="1100">
                  <c:v>0.0291392199676</c:v>
                </c:pt>
                <c:pt idx="1101">
                  <c:v>0.0290235242218</c:v>
                </c:pt>
                <c:pt idx="1102">
                  <c:v>0.0289086438855</c:v>
                </c:pt>
                <c:pt idx="1103">
                  <c:v>0.0287945728055</c:v>
                </c:pt>
                <c:pt idx="1104">
                  <c:v>0.0286813048912</c:v>
                </c:pt>
                <c:pt idx="1105">
                  <c:v>0.0285688341138</c:v>
                </c:pt>
                <c:pt idx="1106">
                  <c:v>0.0284571545062</c:v>
                </c:pt>
                <c:pt idx="1107">
                  <c:v>0.0283462601628</c:v>
                </c:pt>
                <c:pt idx="1108">
                  <c:v>0.0282361452391</c:v>
                </c:pt>
                <c:pt idx="1109">
                  <c:v>0.0281268039515</c:v>
                </c:pt>
                <c:pt idx="1110">
                  <c:v>0.0280182305771</c:v>
                </c:pt>
                <c:pt idx="1111">
                  <c:v>0.0279104194533</c:v>
                </c:pt>
                <c:pt idx="1112">
                  <c:v>0.0278033649772</c:v>
                </c:pt>
                <c:pt idx="1113">
                  <c:v>0.0276970616061</c:v>
                </c:pt>
                <c:pt idx="1114">
                  <c:v>0.0275915038562</c:v>
                </c:pt>
                <c:pt idx="1115">
                  <c:v>0.027486686303</c:v>
                </c:pt>
                <c:pt idx="1116">
                  <c:v>0.0273826035806</c:v>
                </c:pt>
                <c:pt idx="1117">
                  <c:v>0.0272792503815</c:v>
                </c:pt>
                <c:pt idx="1118">
                  <c:v>0.0271766214561</c:v>
                </c:pt>
                <c:pt idx="1119">
                  <c:v>0.0270747116125</c:v>
                </c:pt>
                <c:pt idx="1120">
                  <c:v>0.026973515716</c:v>
                </c:pt>
                <c:pt idx="1121">
                  <c:v>0.0268730286888</c:v>
                </c:pt>
                <c:pt idx="1122">
                  <c:v>0.0267732455095</c:v>
                </c:pt>
                <c:pt idx="1123">
                  <c:v>0.0266741612127</c:v>
                </c:pt>
                <c:pt idx="1124">
                  <c:v>0.0265757708887</c:v>
                </c:pt>
                <c:pt idx="1125">
                  <c:v>0.0264780696829</c:v>
                </c:pt>
                <c:pt idx="1126">
                  <c:v>0.0263810527955</c:v>
                </c:pt>
                <c:pt idx="1127">
                  <c:v>0.0262847154808</c:v>
                </c:pt>
                <c:pt idx="1128">
                  <c:v>0.0261890530473</c:v>
                </c:pt>
                <c:pt idx="1129">
                  <c:v>0.0260940608563</c:v>
                </c:pt>
                <c:pt idx="1130">
                  <c:v>0.0259997343223</c:v>
                </c:pt>
                <c:pt idx="1131">
                  <c:v>0.025906068912</c:v>
                </c:pt>
                <c:pt idx="1132">
                  <c:v>0.0258130601439</c:v>
                </c:pt>
                <c:pt idx="1133">
                  <c:v>0.0257207035877</c:v>
                </c:pt>
                <c:pt idx="1134">
                  <c:v>0.0256289948639</c:v>
                </c:pt>
                <c:pt idx="1135">
                  <c:v>0.0255379296432</c:v>
                </c:pt>
                <c:pt idx="1136">
                  <c:v>0.0254475036457</c:v>
                </c:pt>
                <c:pt idx="1137">
                  <c:v>0.0253577126406</c:v>
                </c:pt>
                <c:pt idx="1138">
                  <c:v>0.0252685524456</c:v>
                </c:pt>
                <c:pt idx="1139">
                  <c:v>0.0251800189259</c:v>
                </c:pt>
                <c:pt idx="1140">
                  <c:v>0.0250921079941</c:v>
                </c:pt>
                <c:pt idx="1141">
                  <c:v>0.025004815609</c:v>
                </c:pt>
                <c:pt idx="1142">
                  <c:v>0.0249181377756</c:v>
                </c:pt>
                <c:pt idx="1143">
                  <c:v>0.0248320705436</c:v>
                </c:pt>
                <c:pt idx="1144">
                  <c:v>0.0247466100075</c:v>
                </c:pt>
                <c:pt idx="1145">
                  <c:v>0.0246617523054</c:v>
                </c:pt>
                <c:pt idx="1146">
                  <c:v>0.0245774936183</c:v>
                </c:pt>
                <c:pt idx="1147">
                  <c:v>0.0244938301695</c:v>
                </c:pt>
                <c:pt idx="1148">
                  <c:v>0.0244107582239</c:v>
                </c:pt>
                <c:pt idx="1149">
                  <c:v>0.0243282740871</c:v>
                </c:pt>
                <c:pt idx="1150">
                  <c:v>0.0242463741043</c:v>
                </c:pt>
                <c:pt idx="1151">
                  <c:v>0.0241650546602</c:v>
                </c:pt>
                <c:pt idx="1152">
                  <c:v>0.0240843121775</c:v>
                </c:pt>
                <c:pt idx="1153">
                  <c:v>0.0240041431163</c:v>
                </c:pt>
                <c:pt idx="1154">
                  <c:v>0.0239245439733</c:v>
                </c:pt>
                <c:pt idx="1155">
                  <c:v>0.0238455112808</c:v>
                </c:pt>
                <c:pt idx="1156">
                  <c:v>0.0237670416058</c:v>
                </c:pt>
                <c:pt idx="1157">
                  <c:v>0.023689131549</c:v>
                </c:pt>
                <c:pt idx="1158">
                  <c:v>0.0236117777441</c:v>
                </c:pt>
                <c:pt idx="1159">
                  <c:v>0.0235349768565</c:v>
                </c:pt>
                <c:pt idx="1160">
                  <c:v>0.0234587255824</c:v>
                </c:pt>
                <c:pt idx="1161">
                  <c:v>0.0233830206482</c:v>
                </c:pt>
                <c:pt idx="1162">
                  <c:v>0.0233078588086</c:v>
                </c:pt>
                <c:pt idx="1163">
                  <c:v>0.0232332368466</c:v>
                </c:pt>
                <c:pt idx="1164">
                  <c:v>0.0231591515714</c:v>
                </c:pt>
                <c:pt idx="1165">
                  <c:v>0.0230855998182</c:v>
                </c:pt>
                <c:pt idx="1166">
                  <c:v>0.0230125784464</c:v>
                </c:pt>
                <c:pt idx="1167">
                  <c:v>0.0229400843389</c:v>
                </c:pt>
                <c:pt idx="1168">
                  <c:v>0.0228681144009</c:v>
                </c:pt>
                <c:pt idx="1169">
                  <c:v>0.0227966655583</c:v>
                </c:pt>
                <c:pt idx="1170">
                  <c:v>0.0227257347573</c:v>
                </c:pt>
                <c:pt idx="1171">
                  <c:v>0.0226553189625</c:v>
                </c:pt>
                <c:pt idx="1172">
                  <c:v>0.0225854151559</c:v>
                </c:pt>
                <c:pt idx="1173">
                  <c:v>0.0225160203357</c:v>
                </c:pt>
                <c:pt idx="1174">
                  <c:v>0.0224471315153</c:v>
                </c:pt>
                <c:pt idx="1175">
                  <c:v>0.0223787457213</c:v>
                </c:pt>
                <c:pt idx="1176">
                  <c:v>0.0223108599932</c:v>
                </c:pt>
                <c:pt idx="1177">
                  <c:v>0.0222434713812</c:v>
                </c:pt>
                <c:pt idx="1178">
                  <c:v>0.0221765769455</c:v>
                </c:pt>
                <c:pt idx="1179">
                  <c:v>0.0221101737547</c:v>
                </c:pt>
                <c:pt idx="1180">
                  <c:v>0.0220442588845</c:v>
                </c:pt>
                <c:pt idx="1181">
                  <c:v>0.0219788294167</c:v>
                </c:pt>
                <c:pt idx="1182">
                  <c:v>0.0219138824371</c:v>
                </c:pt>
                <c:pt idx="1183">
                  <c:v>0.0218494150351</c:v>
                </c:pt>
                <c:pt idx="1184">
                  <c:v>0.0217854243015</c:v>
                </c:pt>
                <c:pt idx="1185">
                  <c:v>0.0217219073279</c:v>
                </c:pt>
                <c:pt idx="1186">
                  <c:v>0.0216588612048</c:v>
                </c:pt>
                <c:pt idx="1187">
                  <c:v>0.0215962830205</c:v>
                </c:pt>
                <c:pt idx="1188">
                  <c:v>0.0215341698598</c:v>
                </c:pt>
                <c:pt idx="1189">
                  <c:v>0.0214725188025</c:v>
                </c:pt>
                <c:pt idx="1190">
                  <c:v>0.0214113269223</c:v>
                </c:pt>
                <c:pt idx="1191">
                  <c:v>0.0213505912853</c:v>
                </c:pt>
                <c:pt idx="1192">
                  <c:v>0.0212903089491</c:v>
                </c:pt>
                <c:pt idx="1193">
                  <c:v>0.0212304769609</c:v>
                </c:pt>
                <c:pt idx="1194">
                  <c:v>0.0211710923568</c:v>
                </c:pt>
                <c:pt idx="1195">
                  <c:v>0.0211121521605</c:v>
                </c:pt>
                <c:pt idx="1196">
                  <c:v>0.0210536533819</c:v>
                </c:pt>
                <c:pt idx="1197">
                  <c:v>0.0209955930162</c:v>
                </c:pt>
                <c:pt idx="1198">
                  <c:v>0.0209379680426</c:v>
                </c:pt>
                <c:pt idx="1199">
                  <c:v>0.0208807754232</c:v>
                </c:pt>
                <c:pt idx="1200">
                  <c:v>0.0208240121024</c:v>
                </c:pt>
                <c:pt idx="1201">
                  <c:v>0.0207676750052</c:v>
                </c:pt>
                <c:pt idx="1202">
                  <c:v>0.0207117610368</c:v>
                </c:pt>
                <c:pt idx="1203">
                  <c:v>0.0206562670816</c:v>
                </c:pt>
                <c:pt idx="1204">
                  <c:v>0.0206011900022</c:v>
                </c:pt>
                <c:pt idx="1205">
                  <c:v>0.020546526639</c:v>
                </c:pt>
                <c:pt idx="1206">
                  <c:v>0.0204922738088</c:v>
                </c:pt>
                <c:pt idx="1207">
                  <c:v>0.020438428305</c:v>
                </c:pt>
                <c:pt idx="1208">
                  <c:v>0.0203849868964</c:v>
                </c:pt>
                <c:pt idx="1209">
                  <c:v>0.0203319463271</c:v>
                </c:pt>
                <c:pt idx="1210">
                  <c:v>0.0202793033156</c:v>
                </c:pt>
                <c:pt idx="1211">
                  <c:v>0.0202270545551</c:v>
                </c:pt>
                <c:pt idx="1212">
                  <c:v>0.0201751967124</c:v>
                </c:pt>
                <c:pt idx="1213">
                  <c:v>0.0201237264286</c:v>
                </c:pt>
                <c:pt idx="1214">
                  <c:v>0.0200726403184</c:v>
                </c:pt>
                <c:pt idx="1215">
                  <c:v>0.02002193497</c:v>
                </c:pt>
                <c:pt idx="1216">
                  <c:v>0.0199716069458</c:v>
                </c:pt>
                <c:pt idx="1217">
                  <c:v>0.0199216527818</c:v>
                </c:pt>
                <c:pt idx="1218">
                  <c:v>0.0198720689885</c:v>
                </c:pt>
                <c:pt idx="1219">
                  <c:v>0.0198228520506</c:v>
                </c:pt>
                <c:pt idx="1220">
                  <c:v>0.0197739984282</c:v>
                </c:pt>
                <c:pt idx="1221">
                  <c:v>0.0197255045564</c:v>
                </c:pt>
                <c:pt idx="1222">
                  <c:v>0.0196773668467</c:v>
                </c:pt>
                <c:pt idx="1223">
                  <c:v>0.0196295816874</c:v>
                </c:pt>
                <c:pt idx="1224">
                  <c:v>0.0195821454443</c:v>
                </c:pt>
                <c:pt idx="1225">
                  <c:v>0.0195350544618</c:v>
                </c:pt>
                <c:pt idx="1226">
                  <c:v>0.0194883050636</c:v>
                </c:pt>
                <c:pt idx="1227">
                  <c:v>0.0194418935542</c:v>
                </c:pt>
                <c:pt idx="1228">
                  <c:v>0.0193958162197</c:v>
                </c:pt>
                <c:pt idx="1229">
                  <c:v>0.019350069329</c:v>
                </c:pt>
                <c:pt idx="1230">
                  <c:v>0.0193046491355</c:v>
                </c:pt>
                <c:pt idx="1231">
                  <c:v>0.0192595518782</c:v>
                </c:pt>
                <c:pt idx="1232">
                  <c:v>0.0192147737834</c:v>
                </c:pt>
                <c:pt idx="1233">
                  <c:v>0.019170311066</c:v>
                </c:pt>
                <c:pt idx="1234">
                  <c:v>0.0191261599314</c:v>
                </c:pt>
                <c:pt idx="1235">
                  <c:v>0.0190823165772</c:v>
                </c:pt>
                <c:pt idx="1236">
                  <c:v>0.0190387771946</c:v>
                </c:pt>
                <c:pt idx="1237">
                  <c:v>0.018995537971</c:v>
                </c:pt>
                <c:pt idx="1238">
                  <c:v>0.018952595091</c:v>
                </c:pt>
                <c:pt idx="1239">
                  <c:v>0.0189099447392</c:v>
                </c:pt>
                <c:pt idx="1240">
                  <c:v>0.0188675831016</c:v>
                </c:pt>
                <c:pt idx="1241">
                  <c:v>0.018825506368</c:v>
                </c:pt>
                <c:pt idx="1242">
                  <c:v>0.018783710734</c:v>
                </c:pt>
                <c:pt idx="1243">
                  <c:v>0.0187421924033</c:v>
                </c:pt>
                <c:pt idx="1244">
                  <c:v>0.0187009475897</c:v>
                </c:pt>
                <c:pt idx="1245">
                  <c:v>0.0186599725195</c:v>
                </c:pt>
                <c:pt idx="1246">
                  <c:v>0.0186192634337</c:v>
                </c:pt>
                <c:pt idx="1247">
                  <c:v>0.0185788165902</c:v>
                </c:pt>
                <c:pt idx="1248">
                  <c:v>0.0185386282665</c:v>
                </c:pt>
                <c:pt idx="1249">
                  <c:v>0.0184986947615</c:v>
                </c:pt>
                <c:pt idx="1250">
                  <c:v>0.0184590123984</c:v>
                </c:pt>
                <c:pt idx="1251">
                  <c:v>0.0184195775266</c:v>
                </c:pt>
                <c:pt idx="1252">
                  <c:v>0.0183803865246</c:v>
                </c:pt>
                <c:pt idx="1253">
                  <c:v>0.0183414358021</c:v>
                </c:pt>
                <c:pt idx="1254">
                  <c:v>0.0183027218022</c:v>
                </c:pt>
                <c:pt idx="1255">
                  <c:v>0.0182642410045</c:v>
                </c:pt>
                <c:pt idx="1256">
                  <c:v>0.0182259899269</c:v>
                </c:pt>
                <c:pt idx="1257">
                  <c:v>0.0181879651282</c:v>
                </c:pt>
                <c:pt idx="1258">
                  <c:v>0.0181501632106</c:v>
                </c:pt>
                <c:pt idx="1259">
                  <c:v>0.0181125808221</c:v>
                </c:pt>
                <c:pt idx="1260">
                  <c:v>0.0180752146589</c:v>
                </c:pt>
                <c:pt idx="1261">
                  <c:v>0.0180380614675</c:v>
                </c:pt>
                <c:pt idx="1262">
                  <c:v>0.0180011180477</c:v>
                </c:pt>
                <c:pt idx="1263">
                  <c:v>0.0179643812542</c:v>
                </c:pt>
                <c:pt idx="1264">
                  <c:v>0.0179278479995</c:v>
                </c:pt>
                <c:pt idx="1265">
                  <c:v>0.0178915152559</c:v>
                </c:pt>
                <c:pt idx="1266">
                  <c:v>0.017855380058</c:v>
                </c:pt>
                <c:pt idx="1267">
                  <c:v>0.0178194395046</c:v>
                </c:pt>
                <c:pt idx="1268">
                  <c:v>0.0177836907612</c:v>
                </c:pt>
                <c:pt idx="1269">
                  <c:v>0.0177481310622</c:v>
                </c:pt>
                <c:pt idx="1270">
                  <c:v>0.0177127577127</c:v>
                </c:pt>
                <c:pt idx="1271">
                  <c:v>0.0176775680908</c:v>
                </c:pt>
                <c:pt idx="1272">
                  <c:v>0.0176425596494</c:v>
                </c:pt>
                <c:pt idx="1273">
                  <c:v>0.0176077299186</c:v>
                </c:pt>
                <c:pt idx="1274">
                  <c:v>0.0175730765068</c:v>
                </c:pt>
                <c:pt idx="1275">
                  <c:v>0.0175385971033</c:v>
                </c:pt>
                <c:pt idx="1276">
                  <c:v>0.0175042894794</c:v>
                </c:pt>
                <c:pt idx="1277">
                  <c:v>0.0174701514905</c:v>
                </c:pt>
                <c:pt idx="1278">
                  <c:v>0.0174361810772</c:v>
                </c:pt>
                <c:pt idx="1279">
                  <c:v>0.0174023762669</c:v>
                </c:pt>
                <c:pt idx="1280">
                  <c:v>0.0173687351751</c:v>
                </c:pt>
                <c:pt idx="1281">
                  <c:v>0.0173352560067</c:v>
                </c:pt>
                <c:pt idx="1282">
                  <c:v>0.0173019370568</c:v>
                </c:pt>
                <c:pt idx="1283">
                  <c:v>0.0172687767118</c:v>
                </c:pt>
                <c:pt idx="1284">
                  <c:v>0.01723577345</c:v>
                </c:pt>
                <c:pt idx="1285">
                  <c:v>0.0172029258422</c:v>
                </c:pt>
                <c:pt idx="1286">
                  <c:v>0.0171702325525</c:v>
                </c:pt>
                <c:pt idx="1287">
                  <c:v>0.0171376923378</c:v>
                </c:pt>
                <c:pt idx="1288">
                  <c:v>0.0171053040486</c:v>
                </c:pt>
                <c:pt idx="1289">
                  <c:v>0.0170730666284</c:v>
                </c:pt>
                <c:pt idx="1290">
                  <c:v>0.0170409791134</c:v>
                </c:pt>
                <c:pt idx="1291">
                  <c:v>0.0170090406321</c:v>
                </c:pt>
                <c:pt idx="1292">
                  <c:v>0.0169772504041</c:v>
                </c:pt>
                <c:pt idx="1293">
                  <c:v>0.0169456077397</c:v>
                </c:pt>
                <c:pt idx="1294">
                  <c:v>0.0169141120379</c:v>
                </c:pt>
                <c:pt idx="1295">
                  <c:v>0.0168827627853</c:v>
                </c:pt>
                <c:pt idx="1296">
                  <c:v>0.0168515595541</c:v>
                </c:pt>
                <c:pt idx="1297">
                  <c:v>0.016820502</c:v>
                </c:pt>
                <c:pt idx="1298">
                  <c:v>0.0167895898601</c:v>
                </c:pt>
                <c:pt idx="1299">
                  <c:v>0.0167588229498</c:v>
                </c:pt>
                <c:pt idx="1300">
                  <c:v>0.0167282011603</c:v>
                </c:pt>
                <c:pt idx="1301">
                  <c:v>0.0166977244554</c:v>
                </c:pt>
                <c:pt idx="1302">
                  <c:v>0.0166673928676</c:v>
                </c:pt>
                <c:pt idx="1303">
                  <c:v>0.0166372064948</c:v>
                </c:pt>
                <c:pt idx="1304">
                  <c:v>0.0166071654958</c:v>
                </c:pt>
                <c:pt idx="1305">
                  <c:v>0.0165772700863</c:v>
                </c:pt>
                <c:pt idx="1306">
                  <c:v>0.0165475205343</c:v>
                </c:pt>
                <c:pt idx="1307">
                  <c:v>0.0165179171549</c:v>
                </c:pt>
                <c:pt idx="1308">
                  <c:v>0.0164884603053</c:v>
                </c:pt>
                <c:pt idx="1309">
                  <c:v>0.0164591503794</c:v>
                </c:pt>
                <c:pt idx="1310">
                  <c:v>0.016429987802</c:v>
                </c:pt>
                <c:pt idx="1311">
                  <c:v>0.0164009730232</c:v>
                </c:pt>
                <c:pt idx="1312">
                  <c:v>0.0163721065119</c:v>
                </c:pt>
                <c:pt idx="1313">
                  <c:v>0.0163433887494</c:v>
                </c:pt>
                <c:pt idx="1314">
                  <c:v>0.0163148202232</c:v>
                </c:pt>
                <c:pt idx="1315">
                  <c:v>0.0162864014202</c:v>
                </c:pt>
                <c:pt idx="1316">
                  <c:v>0.0162581328195</c:v>
                </c:pt>
                <c:pt idx="1317">
                  <c:v>0.0162300148856</c:v>
                </c:pt>
                <c:pt idx="1318">
                  <c:v>0.0162020480612</c:v>
                </c:pt>
                <c:pt idx="1319">
                  <c:v>0.01617423276</c:v>
                </c:pt>
                <c:pt idx="1320">
                  <c:v>0.0161465693592</c:v>
                </c:pt>
                <c:pt idx="1321">
                  <c:v>0.0161190581921</c:v>
                </c:pt>
                <c:pt idx="1322">
                  <c:v>0.0160916995411</c:v>
                </c:pt>
                <c:pt idx="1323">
                  <c:v>0.0160644936296</c:v>
                </c:pt>
                <c:pt idx="1324">
                  <c:v>0.0160374406152</c:v>
                </c:pt>
                <c:pt idx="1325">
                  <c:v>0.0160105405817</c:v>
                </c:pt>
                <c:pt idx="1326">
                  <c:v>0.0159837935327</c:v>
                </c:pt>
                <c:pt idx="1327">
                  <c:v>0.0159571993835</c:v>
                </c:pt>
                <c:pt idx="1328">
                  <c:v>0.0159307579545</c:v>
                </c:pt>
                <c:pt idx="1329">
                  <c:v>0.0159044689644</c:v>
                </c:pt>
                <c:pt idx="1330">
                  <c:v>0.015878332023</c:v>
                </c:pt>
                <c:pt idx="1331">
                  <c:v>0.0158523466253</c:v>
                </c:pt>
                <c:pt idx="1332">
                  <c:v>0.0158265121444</c:v>
                </c:pt>
                <c:pt idx="1333">
                  <c:v>0.0158008278265</c:v>
                </c:pt>
                <c:pt idx="1334">
                  <c:v>0.0157752927841</c:v>
                </c:pt>
                <c:pt idx="1335">
                  <c:v>0.0157499059911</c:v>
                </c:pt>
                <c:pt idx="1336">
                  <c:v>0.0157246662777</c:v>
                </c:pt>
                <c:pt idx="1337">
                  <c:v>0.0156995723253</c:v>
                </c:pt>
                <c:pt idx="1338">
                  <c:v>0.0156746226624</c:v>
                </c:pt>
                <c:pt idx="1339">
                  <c:v>0.0156498156602</c:v>
                </c:pt>
                <c:pt idx="1340">
                  <c:v>0.0156251495294</c:v>
                </c:pt>
                <c:pt idx="1341">
                  <c:v>0.0156006223167</c:v>
                </c:pt>
                <c:pt idx="1342">
                  <c:v>0.0155762319019</c:v>
                </c:pt>
                <c:pt idx="1343">
                  <c:v>0.0155519759961</c:v>
                </c:pt>
                <c:pt idx="1344">
                  <c:v>0.015527852139</c:v>
                </c:pt>
                <c:pt idx="1345">
                  <c:v>0.0155038576985</c:v>
                </c:pt>
                <c:pt idx="1346">
                  <c:v>0.0154799898688</c:v>
                </c:pt>
                <c:pt idx="1347">
                  <c:v>0.0154562456708</c:v>
                </c:pt>
                <c:pt idx="1348">
                  <c:v>0.0154326219516</c:v>
                </c:pt>
                <c:pt idx="1349">
                  <c:v>0.0154091153851</c:v>
                </c:pt>
                <c:pt idx="1350">
                  <c:v>0.0153857224736</c:v>
                </c:pt>
                <c:pt idx="1351">
                  <c:v>0.0153624395486</c:v>
                </c:pt>
                <c:pt idx="1352">
                  <c:v>0.0153392627735</c:v>
                </c:pt>
                <c:pt idx="1353">
                  <c:v>0.0153161881457</c:v>
                </c:pt>
                <c:pt idx="1354">
                  <c:v>0.0152932115</c:v>
                </c:pt>
                <c:pt idx="1355">
                  <c:v>0.015270328512</c:v>
                </c:pt>
                <c:pt idx="1356">
                  <c:v>0.0152475347021</c:v>
                </c:pt>
                <c:pt idx="1357">
                  <c:v>0.0152248254402</c:v>
                </c:pt>
                <c:pt idx="1358">
                  <c:v>0.0152021959504</c:v>
                </c:pt>
                <c:pt idx="1359">
                  <c:v>0.0151796413167</c:v>
                </c:pt>
                <c:pt idx="1360">
                  <c:v>0.015157156489</c:v>
                </c:pt>
                <c:pt idx="1361">
                  <c:v>0.0151347362891</c:v>
                </c:pt>
                <c:pt idx="1362">
                  <c:v>0.0151123754176</c:v>
                </c:pt>
                <c:pt idx="1363">
                  <c:v>0.0150900684614</c:v>
                </c:pt>
                <c:pt idx="1364">
                  <c:v>0.0150678099008</c:v>
                </c:pt>
                <c:pt idx="1365">
                  <c:v>0.0150455941177</c:v>
                </c:pt>
                <c:pt idx="1366">
                  <c:v>0.0150234154039</c:v>
                </c:pt>
                <c:pt idx="1367">
                  <c:v>0.01500126797</c:v>
                </c:pt>
                <c:pt idx="1368">
                  <c:v>0.014979145954</c:v>
                </c:pt>
                <c:pt idx="1369">
                  <c:v>0.0149570434307</c:v>
                </c:pt>
                <c:pt idx="1370">
                  <c:v>0.0149349544218</c:v>
                </c:pt>
                <c:pt idx="1371">
                  <c:v>0.0149128729052</c:v>
                </c:pt>
                <c:pt idx="1372">
                  <c:v>0.0148907928252</c:v>
                </c:pt>
                <c:pt idx="1373">
                  <c:v>0.0148687081035</c:v>
                </c:pt>
                <c:pt idx="1374">
                  <c:v>0.0148466126488</c:v>
                </c:pt>
                <c:pt idx="1375">
                  <c:v>0.0148245003685</c:v>
                </c:pt>
                <c:pt idx="1376">
                  <c:v>0.014802365179</c:v>
                </c:pt>
                <c:pt idx="1377">
                  <c:v>0.0147802010173</c:v>
                </c:pt>
                <c:pt idx="1378">
                  <c:v>0.0147580018515</c:v>
                </c:pt>
                <c:pt idx="1379">
                  <c:v>0.0147357616929</c:v>
                </c:pt>
                <c:pt idx="1380">
                  <c:v>0.0147134746068</c:v>
                </c:pt>
                <c:pt idx="1381">
                  <c:v>0.0146911347242</c:v>
                </c:pt>
                <c:pt idx="1382">
                  <c:v>0.0146687362531</c:v>
                </c:pt>
                <c:pt idx="1383">
                  <c:v>0.0146462734902</c:v>
                </c:pt>
                <c:pt idx="1384">
                  <c:v>0.0146237408319</c:v>
                </c:pt>
                <c:pt idx="1385">
                  <c:v>0.0146011327858</c:v>
                </c:pt>
                <c:pt idx="1386">
                  <c:v>0.0145784439823</c:v>
                </c:pt>
                <c:pt idx="1387">
                  <c:v>0.0145556691853</c:v>
                </c:pt>
                <c:pt idx="1388">
                  <c:v>0.0145328033036</c:v>
                </c:pt>
                <c:pt idx="1389">
                  <c:v>0.0145098414014</c:v>
                </c:pt>
                <c:pt idx="1390">
                  <c:v>0.0144867787091</c:v>
                </c:pt>
                <c:pt idx="1391">
                  <c:v>0.0144636106341</c:v>
                </c:pt>
                <c:pt idx="1392">
                  <c:v>0.0144403327702</c:v>
                </c:pt>
                <c:pt idx="1393">
                  <c:v>0.0144169409084</c:v>
                </c:pt>
                <c:pt idx="1394">
                  <c:v>0.0143934310457</c:v>
                </c:pt>
                <c:pt idx="1395">
                  <c:v>0.014369799395</c:v>
                </c:pt>
                <c:pt idx="1396">
                  <c:v>0.0143460423933</c:v>
                </c:pt>
                <c:pt idx="1397">
                  <c:v>0.014322156711</c:v>
                </c:pt>
                <c:pt idx="1398">
                  <c:v>0.0142981392592</c:v>
                </c:pt>
                <c:pt idx="1399">
                  <c:v>0.0142739871977</c:v>
                </c:pt>
                <c:pt idx="1400">
                  <c:v>0.014249697942</c:v>
                </c:pt>
                <c:pt idx="1401">
                  <c:v>0.01422526917</c:v>
                </c:pt>
                <c:pt idx="1402">
                  <c:v>0.0142006988279</c:v>
                </c:pt>
                <c:pt idx="1403">
                  <c:v>0.0141759851358</c:v>
                </c:pt>
                <c:pt idx="1404">
                  <c:v>0.0141511265926</c:v>
                </c:pt>
                <c:pt idx="1405">
                  <c:v>0.0141261219803</c:v>
                </c:pt>
                <c:pt idx="1406">
                  <c:v>0.0141009703676</c:v>
                </c:pt>
                <c:pt idx="1407">
                  <c:v>0.0140756711133</c:v>
                </c:pt>
                <c:pt idx="1408">
                  <c:v>0.0140502238679</c:v>
                </c:pt>
                <c:pt idx="1409">
                  <c:v>0.0140246285761</c:v>
                </c:pt>
                <c:pt idx="1410">
                  <c:v>0.0139988854773</c:v>
                </c:pt>
                <c:pt idx="1411">
                  <c:v>0.0139729951061</c:v>
                </c:pt>
                <c:pt idx="1412">
                  <c:v>0.0139469582914</c:v>
                </c:pt>
                <c:pt idx="1413">
                  <c:v>0.0139207761561</c:v>
                </c:pt>
                <c:pt idx="1414">
                  <c:v>0.0138944501143</c:v>
                </c:pt>
                <c:pt idx="1415">
                  <c:v>0.0138679818692</c:v>
                </c:pt>
                <c:pt idx="1416">
                  <c:v>0.0138413734098</c:v>
                </c:pt>
                <c:pt idx="1417">
                  <c:v>0.0138146270066</c:v>
                </c:pt>
                <c:pt idx="1418">
                  <c:v>0.013787745207</c:v>
                </c:pt>
                <c:pt idx="1419">
                  <c:v>0.0137607308297</c:v>
                </c:pt>
                <c:pt idx="1420">
                  <c:v>0.0137335869589</c:v>
                </c:pt>
                <c:pt idx="1421">
                  <c:v>0.013706316937</c:v>
                </c:pt>
                <c:pt idx="1422">
                  <c:v>0.0136789243577</c:v>
                </c:pt>
                <c:pt idx="1423">
                  <c:v>0.0136514130576</c:v>
                </c:pt>
                <c:pt idx="1424">
                  <c:v>0.0136237871076</c:v>
                </c:pt>
                <c:pt idx="1425">
                  <c:v>0.0135960508038</c:v>
                </c:pt>
                <c:pt idx="1426">
                  <c:v>0.0135682086576</c:v>
                </c:pt>
                <c:pt idx="1427">
                  <c:v>0.0135402653857</c:v>
                </c:pt>
                <c:pt idx="1428">
                  <c:v>0.0135122258992</c:v>
                </c:pt>
                <c:pt idx="1429">
                  <c:v>0.0134840952924</c:v>
                </c:pt>
                <c:pt idx="1430">
                  <c:v>0.0134558788315</c:v>
                </c:pt>
                <c:pt idx="1431">
                  <c:v>0.0134275819425</c:v>
                </c:pt>
                <c:pt idx="1432">
                  <c:v>0.0133992101995</c:v>
                </c:pt>
                <c:pt idx="1433">
                  <c:v>0.0133707693115</c:v>
                </c:pt>
                <c:pt idx="1434">
                  <c:v>0.0133422651107</c:v>
                </c:pt>
                <c:pt idx="1435">
                  <c:v>0.013313703539</c:v>
                </c:pt>
                <c:pt idx="1436">
                  <c:v>0.0132850906352</c:v>
                </c:pt>
                <c:pt idx="1437">
                  <c:v>0.0132564325222</c:v>
                </c:pt>
                <c:pt idx="1438">
                  <c:v>0.0132277353939</c:v>
                </c:pt>
                <c:pt idx="1439">
                  <c:v>0.0131990055021</c:v>
                </c:pt>
                <c:pt idx="1440">
                  <c:v>0.0131702491434</c:v>
                </c:pt>
                <c:pt idx="1441">
                  <c:v>0.0131414726467</c:v>
                </c:pt>
                <c:pt idx="1442">
                  <c:v>0.01311268236</c:v>
                </c:pt>
                <c:pt idx="1443">
                  <c:v>0.013083884638</c:v>
                </c:pt>
                <c:pt idx="1444">
                  <c:v>0.01305508583</c:v>
                </c:pt>
                <c:pt idx="1445">
                  <c:v>0.0130262922672</c:v>
                </c:pt>
                <c:pt idx="1446">
                  <c:v>0.0129975102515</c:v>
                </c:pt>
                <c:pt idx="1447">
                  <c:v>0.0129687460434</c:v>
                </c:pt>
                <c:pt idx="1448">
                  <c:v>0.0129400058515</c:v>
                </c:pt>
                <c:pt idx="1449">
                  <c:v>0.0129112958209</c:v>
                </c:pt>
                <c:pt idx="1450">
                  <c:v>0.0128826220235</c:v>
                </c:pt>
                <c:pt idx="1451">
                  <c:v>0.0128539904475</c:v>
                </c:pt>
                <c:pt idx="1452">
                  <c:v>0.0128254069885</c:v>
                </c:pt>
                <c:pt idx="1453">
                  <c:v>0.0127968774395</c:v>
                </c:pt>
                <c:pt idx="1454">
                  <c:v>0.0127684074832</c:v>
                </c:pt>
                <c:pt idx="1455">
                  <c:v>0.0127400026833</c:v>
                </c:pt>
                <c:pt idx="1456">
                  <c:v>0.0127116684772</c:v>
                </c:pt>
                <c:pt idx="1457">
                  <c:v>0.0126834101689</c:v>
                </c:pt>
                <c:pt idx="1458">
                  <c:v>0.012655232922</c:v>
                </c:pt>
                <c:pt idx="1459">
                  <c:v>0.0126271417543</c:v>
                </c:pt>
                <c:pt idx="1460">
                  <c:v>0.0125991415318</c:v>
                </c:pt>
                <c:pt idx="1461">
                  <c:v>0.0125712369636</c:v>
                </c:pt>
                <c:pt idx="1462">
                  <c:v>0.012543432598</c:v>
                </c:pt>
                <c:pt idx="1463">
                  <c:v>0.0125157328179</c:v>
                </c:pt>
                <c:pt idx="1464">
                  <c:v>0.0124881418375</c:v>
                </c:pt>
                <c:pt idx="1465">
                  <c:v>0.0124606636997</c:v>
                </c:pt>
                <c:pt idx="1466">
                  <c:v>0.0124333022731</c:v>
                </c:pt>
                <c:pt idx="1467">
                  <c:v>0.0124060612504</c:v>
                </c:pt>
                <c:pt idx="1468">
                  <c:v>0.012378944147</c:v>
                </c:pt>
                <c:pt idx="1469">
                  <c:v>0.0123519542996</c:v>
                </c:pt>
                <c:pt idx="1470">
                  <c:v>0.0123250948659</c:v>
                </c:pt>
                <c:pt idx="1471">
                  <c:v>0.0122983688246</c:v>
                </c:pt>
                <c:pt idx="1472">
                  <c:v>0.0122717789754</c:v>
                </c:pt>
                <c:pt idx="1473">
                  <c:v>0.0122453279398</c:v>
                </c:pt>
                <c:pt idx="1474">
                  <c:v>0.0122190181626</c:v>
                </c:pt>
                <c:pt idx="1475">
                  <c:v>0.0121928519129</c:v>
                </c:pt>
                <c:pt idx="1476">
                  <c:v>0.0121668312862</c:v>
                </c:pt>
                <c:pt idx="1477">
                  <c:v>0.0121409582066</c:v>
                </c:pt>
                <c:pt idx="1478">
                  <c:v>0.0121152344295</c:v>
                </c:pt>
                <c:pt idx="1479">
                  <c:v>0.0120896615442</c:v>
                </c:pt>
                <c:pt idx="1480">
                  <c:v>0.0120642409772</c:v>
                </c:pt>
                <c:pt idx="1481">
                  <c:v>0.0120389739958</c:v>
                </c:pt>
                <c:pt idx="1482">
                  <c:v>0.0120138617114</c:v>
                </c:pt>
                <c:pt idx="1483">
                  <c:v>0.0119889050841</c:v>
                </c:pt>
                <c:pt idx="1484">
                  <c:v>0.0119641049262</c:v>
                </c:pt>
                <c:pt idx="1485">
                  <c:v>0.011939461907</c:v>
                </c:pt>
                <c:pt idx="1486">
                  <c:v>0.0119149765575</c:v>
                </c:pt>
                <c:pt idx="1487">
                  <c:v>0.0118906492748</c:v>
                </c:pt>
                <c:pt idx="1488">
                  <c:v>0.0118664803274</c:v>
                </c:pt>
                <c:pt idx="1489">
                  <c:v>0.0118424698601</c:v>
                </c:pt>
                <c:pt idx="1490">
                  <c:v>0.0118186178991</c:v>
                </c:pt>
                <c:pt idx="1491">
                  <c:v>0.0117949243577</c:v>
                </c:pt>
                <c:pt idx="1492">
                  <c:v>0.0117713890415</c:v>
                </c:pt>
                <c:pt idx="1493">
                  <c:v>0.0117480116539</c:v>
                </c:pt>
                <c:pt idx="1494">
                  <c:v>0.0117247918017</c:v>
                </c:pt>
                <c:pt idx="1495">
                  <c:v>0.0117017290008</c:v>
                </c:pt>
                <c:pt idx="1496">
                  <c:v>0.0116788226818</c:v>
                </c:pt>
                <c:pt idx="1497">
                  <c:v>0.0116560721958</c:v>
                </c:pt>
                <c:pt idx="1498">
                  <c:v>0.01163347682</c:v>
                </c:pt>
                <c:pt idx="1499">
                  <c:v>0.0116110357633</c:v>
                </c:pt>
                <c:pt idx="1500">
                  <c:v>0.0115887481725</c:v>
                </c:pt>
                <c:pt idx="1501">
                  <c:v>0.0115666131372</c:v>
                </c:pt>
                <c:pt idx="1502">
                  <c:v>0.0115446296961</c:v>
                </c:pt>
                <c:pt idx="1503">
                  <c:v>0.011522796842</c:v>
                </c:pt>
                <c:pt idx="1504">
                  <c:v>0.0115011135276</c:v>
                </c:pt>
                <c:pt idx="1505">
                  <c:v>0.011479578671</c:v>
                </c:pt>
                <c:pt idx="1506">
                  <c:v>0.0114581911605</c:v>
                </c:pt>
                <c:pt idx="1507">
                  <c:v>0.0114369498605</c:v>
                </c:pt>
                <c:pt idx="1508">
                  <c:v>0.0114158536161</c:v>
                </c:pt>
                <c:pt idx="1509">
                  <c:v>0.011394901258</c:v>
                </c:pt>
                <c:pt idx="1510">
                  <c:v>0.0113740916077</c:v>
                </c:pt>
                <c:pt idx="1511">
                  <c:v>0.0113534234819</c:v>
                </c:pt>
                <c:pt idx="1512">
                  <c:v>0.0113328956973</c:v>
                </c:pt>
                <c:pt idx="1513">
                  <c:v>0.0113125070743</c:v>
                </c:pt>
                <c:pt idx="1514">
                  <c:v>0.0112922564421</c:v>
                </c:pt>
                <c:pt idx="1515">
                  <c:v>0.0112721426419</c:v>
                </c:pt>
                <c:pt idx="1516">
                  <c:v>0.0112521645311</c:v>
                </c:pt>
                <c:pt idx="1517">
                  <c:v>0.0112323209868</c:v>
                </c:pt>
                <c:pt idx="1518">
                  <c:v>0.0112126109093</c:v>
                </c:pt>
                <c:pt idx="1519">
                  <c:v>0.0111930332252</c:v>
                </c:pt>
                <c:pt idx="1520">
                  <c:v>0.0111735868902</c:v>
                </c:pt>
                <c:pt idx="1521">
                  <c:v>0.0111542708923</c:v>
                </c:pt>
                <c:pt idx="1522">
                  <c:v>0.0111350842539</c:v>
                </c:pt>
                <c:pt idx="1523">
                  <c:v>0.0111160260342</c:v>
                </c:pt>
                <c:pt idx="1524">
                  <c:v>0.0110970953316</c:v>
                </c:pt>
                <c:pt idx="1525">
                  <c:v>0.0110782912849</c:v>
                </c:pt>
                <c:pt idx="1526">
                  <c:v>0.0110596130756</c:v>
                </c:pt>
                <c:pt idx="1527">
                  <c:v>0.0110410599289</c:v>
                </c:pt>
                <c:pt idx="1528">
                  <c:v>0.0110226311147</c:v>
                </c:pt>
                <c:pt idx="1529">
                  <c:v>0.0110043259488</c:v>
                </c:pt>
                <c:pt idx="1530">
                  <c:v>0.0109861437935</c:v>
                </c:pt>
                <c:pt idx="1531">
                  <c:v>0.0109680840579</c:v>
                </c:pt>
                <c:pt idx="1532">
                  <c:v>0.0109501461983</c:v>
                </c:pt>
                <c:pt idx="1533">
                  <c:v>0.0109323297181</c:v>
                </c:pt>
                <c:pt idx="1534">
                  <c:v>0.0109146341673</c:v>
                </c:pt>
                <c:pt idx="1535">
                  <c:v>0.0108970591427</c:v>
                </c:pt>
                <c:pt idx="1536">
                  <c:v>0.0108796042866</c:v>
                </c:pt>
                <c:pt idx="1537">
                  <c:v>0.0108622692864</c:v>
                </c:pt>
                <c:pt idx="1538">
                  <c:v>0.0108450538731</c:v>
                </c:pt>
                <c:pt idx="1539">
                  <c:v>0.0108279578207</c:v>
                </c:pt>
                <c:pt idx="1540">
                  <c:v>0.0108109809439</c:v>
                </c:pt>
                <c:pt idx="1541">
                  <c:v>0.0107941230975</c:v>
                </c:pt>
                <c:pt idx="1542">
                  <c:v>0.0107773841737</c:v>
                </c:pt>
                <c:pt idx="1543">
                  <c:v>0.010760764101</c:v>
                </c:pt>
                <c:pt idx="1544">
                  <c:v>0.0107442628415</c:v>
                </c:pt>
                <c:pt idx="1545">
                  <c:v>0.0107278803891</c:v>
                </c:pt>
                <c:pt idx="1546">
                  <c:v>0.0107116167669</c:v>
                </c:pt>
                <c:pt idx="1547">
                  <c:v>0.010695472025</c:v>
                </c:pt>
                <c:pt idx="1548">
                  <c:v>0.0106794462378</c:v>
                </c:pt>
                <c:pt idx="1549">
                  <c:v>0.0106635395013</c:v>
                </c:pt>
                <c:pt idx="1550">
                  <c:v>0.0106477519304</c:v>
                </c:pt>
                <c:pt idx="1551">
                  <c:v>0.0106320836561</c:v>
                </c:pt>
                <c:pt idx="1552">
                  <c:v>0.0106165348227</c:v>
                </c:pt>
                <c:pt idx="1553">
                  <c:v>0.0106011055846</c:v>
                </c:pt>
                <c:pt idx="1554">
                  <c:v>0.0105857961033</c:v>
                </c:pt>
                <c:pt idx="1555">
                  <c:v>0.0105706065448</c:v>
                </c:pt>
                <c:pt idx="1556">
                  <c:v>0.0105555370758</c:v>
                </c:pt>
                <c:pt idx="1557">
                  <c:v>0.0105405878611</c:v>
                </c:pt>
                <c:pt idx="1558">
                  <c:v>0.0105257590602</c:v>
                </c:pt>
                <c:pt idx="1559">
                  <c:v>0.0105110508245</c:v>
                </c:pt>
                <c:pt idx="1560">
                  <c:v>0.0104964632937</c:v>
                </c:pt>
                <c:pt idx="1561">
                  <c:v>0.010481996593</c:v>
                </c:pt>
                <c:pt idx="1562">
                  <c:v>0.0104676508297</c:v>
                </c:pt>
                <c:pt idx="1563">
                  <c:v>0.0104534260904</c:v>
                </c:pt>
                <c:pt idx="1564">
                  <c:v>0.0104393224377</c:v>
                </c:pt>
                <c:pt idx="1565">
                  <c:v>0.0104253399072</c:v>
                </c:pt>
                <c:pt idx="1566">
                  <c:v>0.0104114785046</c:v>
                </c:pt>
                <c:pt idx="1567">
                  <c:v>0.0103977382026</c:v>
                </c:pt>
                <c:pt idx="1568">
                  <c:v>0.010384118938</c:v>
                </c:pt>
                <c:pt idx="1569">
                  <c:v>0.0103706206089</c:v>
                </c:pt>
                <c:pt idx="1570">
                  <c:v>0.0103572430719</c:v>
                </c:pt>
                <c:pt idx="1571">
                  <c:v>0.0103439861395</c:v>
                </c:pt>
                <c:pt idx="1572">
                  <c:v>0.010330849577</c:v>
                </c:pt>
                <c:pt idx="1573">
                  <c:v>0.0103178331004</c:v>
                </c:pt>
                <c:pt idx="1574">
                  <c:v>0.0103049363736</c:v>
                </c:pt>
                <c:pt idx="1575">
                  <c:v>0.0102921590062</c:v>
                </c:pt>
                <c:pt idx="1576">
                  <c:v>0.0102795005508</c:v>
                </c:pt>
                <c:pt idx="1577">
                  <c:v>0.0102669605012</c:v>
                </c:pt>
                <c:pt idx="1578">
                  <c:v>0.0102545382897</c:v>
                </c:pt>
                <c:pt idx="1579">
                  <c:v>0.0102422332857</c:v>
                </c:pt>
                <c:pt idx="1580">
                  <c:v>0.010230044793</c:v>
                </c:pt>
                <c:pt idx="1581">
                  <c:v>0.0102179720486</c:v>
                </c:pt>
                <c:pt idx="1582">
                  <c:v>0.0102060142206</c:v>
                </c:pt>
                <c:pt idx="1583">
                  <c:v>0.0101941704064</c:v>
                </c:pt>
                <c:pt idx="1584">
                  <c:v>0.0101824396317</c:v>
                </c:pt>
                <c:pt idx="1585">
                  <c:v>0.0101708208486</c:v>
                </c:pt>
                <c:pt idx="1586">
                  <c:v>0.0101593129344</c:v>
                </c:pt>
                <c:pt idx="1587">
                  <c:v>0.0101479146907</c:v>
                </c:pt>
                <c:pt idx="1588">
                  <c:v>0.0101366248423</c:v>
                </c:pt>
                <c:pt idx="1589">
                  <c:v>0.0101254420358</c:v>
                </c:pt>
                <c:pt idx="1590">
                  <c:v>0.0101143648398</c:v>
                </c:pt>
                <c:pt idx="1591">
                  <c:v>0.0101033917433</c:v>
                </c:pt>
                <c:pt idx="1592">
                  <c:v>0.0100925211558</c:v>
                </c:pt>
                <c:pt idx="1593">
                  <c:v>0.0100817514069</c:v>
                </c:pt>
                <c:pt idx="1594">
                  <c:v>0.010071080746</c:v>
                </c:pt>
                <c:pt idx="1595">
                  <c:v>0.0100605073424</c:v>
                </c:pt>
                <c:pt idx="1596">
                  <c:v>0.0100500292855</c:v>
                </c:pt>
                <c:pt idx="1597">
                  <c:v>0.0100396445849</c:v>
                </c:pt>
                <c:pt idx="1598">
                  <c:v>0.0100293511711</c:v>
                </c:pt>
                <c:pt idx="1599">
                  <c:v>0.0100191468962</c:v>
                </c:pt>
                <c:pt idx="1600">
                  <c:v>0.0100090295344</c:v>
                </c:pt>
                <c:pt idx="1601">
                  <c:v>0.00999899678352</c:v>
                </c:pt>
                <c:pt idx="1602">
                  <c:v>0.00998904626564</c:v>
                </c:pt>
                <c:pt idx="1603">
                  <c:v>0.00997917552894</c:v>
                </c:pt>
                <c:pt idx="1604">
                  <c:v>0.00996938204904</c:v>
                </c:pt>
                <c:pt idx="1605">
                  <c:v>0.00995966323078</c:v>
                </c:pt>
                <c:pt idx="1606">
                  <c:v>0.00995001641017</c:v>
                </c:pt>
                <c:pt idx="1607">
                  <c:v>0.00994043885651</c:v>
                </c:pt>
                <c:pt idx="1608">
                  <c:v>0.0099309277747</c:v>
                </c:pt>
                <c:pt idx="1609">
                  <c:v>0.00992148030772</c:v>
                </c:pt>
                <c:pt idx="1610">
                  <c:v>0.00991209353931</c:v>
                </c:pt>
                <c:pt idx="1611">
                  <c:v>0.00990276449683</c:v>
                </c:pt>
                <c:pt idx="1612">
                  <c:v>0.00989349015428</c:v>
                </c:pt>
                <c:pt idx="1613">
                  <c:v>0.0098842674355</c:v>
                </c:pt>
                <c:pt idx="1614">
                  <c:v>0.00987509321754</c:v>
                </c:pt>
                <c:pt idx="1615">
                  <c:v>0.00986596433417</c:v>
                </c:pt>
                <c:pt idx="1616">
                  <c:v>0.00985687757959</c:v>
                </c:pt>
                <c:pt idx="1617">
                  <c:v>0.00984782971223</c:v>
                </c:pt>
                <c:pt idx="1618">
                  <c:v>0.0098388174587</c:v>
                </c:pt>
                <c:pt idx="1619">
                  <c:v>0.00982983751788</c:v>
                </c:pt>
                <c:pt idx="1620">
                  <c:v>0.00982088656516</c:v>
                </c:pt>
                <c:pt idx="1621">
                  <c:v>0.00981196125667</c:v>
                </c:pt>
                <c:pt idx="1622">
                  <c:v>0.00980305823372</c:v>
                </c:pt>
                <c:pt idx="1623">
                  <c:v>0.00979417412731</c:v>
                </c:pt>
                <c:pt idx="1624">
                  <c:v>0.00978530556257</c:v>
                </c:pt>
                <c:pt idx="1625">
                  <c:v>0.00977644916348</c:v>
                </c:pt>
                <c:pt idx="1626">
                  <c:v>0.00976760155738</c:v>
                </c:pt>
                <c:pt idx="1627">
                  <c:v>0.00975875937973</c:v>
                </c:pt>
                <c:pt idx="1628">
                  <c:v>0.00974991927868</c:v>
                </c:pt>
                <c:pt idx="1629">
                  <c:v>0.00974107791981</c:v>
                </c:pt>
                <c:pt idx="1630">
                  <c:v>0.00973223199068</c:v>
                </c:pt>
                <c:pt idx="1631">
                  <c:v>0.00972337820548</c:v>
                </c:pt>
                <c:pt idx="1632">
                  <c:v>0.00971451330956</c:v>
                </c:pt>
                <c:pt idx="1633">
                  <c:v>0.00970563408384</c:v>
                </c:pt>
                <c:pt idx="1634">
                  <c:v>0.00969673734929</c:v>
                </c:pt>
                <c:pt idx="1635">
                  <c:v>0.00968781997113</c:v>
                </c:pt>
                <c:pt idx="1636">
                  <c:v>0.00967887886306</c:v>
                </c:pt>
                <c:pt idx="1637">
                  <c:v>0.00966991099127</c:v>
                </c:pt>
                <c:pt idx="1638">
                  <c:v>0.00966091337835</c:v>
                </c:pt>
                <c:pt idx="1639">
                  <c:v>0.00965188310708</c:v>
                </c:pt>
                <c:pt idx="1640">
                  <c:v>0.00964281732401</c:v>
                </c:pt>
                <c:pt idx="1641">
                  <c:v>0.00963371324288</c:v>
                </c:pt>
                <c:pt idx="1642">
                  <c:v>0.00962456814787</c:v>
                </c:pt>
                <c:pt idx="1643">
                  <c:v>0.00961537939669</c:v>
                </c:pt>
                <c:pt idx="1644">
                  <c:v>0.00960614442341</c:v>
                </c:pt>
                <c:pt idx="1645">
                  <c:v>0.00959686074118</c:v>
                </c:pt>
                <c:pt idx="1646">
                  <c:v>0.00958752594471</c:v>
                </c:pt>
                <c:pt idx="1647">
                  <c:v>0.00957813771249</c:v>
                </c:pt>
                <c:pt idx="1648">
                  <c:v>0.00956869380892</c:v>
                </c:pt>
                <c:pt idx="1649">
                  <c:v>0.00955919208616</c:v>
                </c:pt>
                <c:pt idx="1650">
                  <c:v>0.00954963048582</c:v>
                </c:pt>
                <c:pt idx="1651">
                  <c:v>0.00954000704041</c:v>
                </c:pt>
                <c:pt idx="1652">
                  <c:v>0.00953031987463</c:v>
                </c:pt>
                <c:pt idx="1653">
                  <c:v>0.00952056720648</c:v>
                </c:pt>
                <c:pt idx="1654">
                  <c:v>0.00951074734817</c:v>
                </c:pt>
                <c:pt idx="1655">
                  <c:v>0.00950085870686</c:v>
                </c:pt>
                <c:pt idx="1656">
                  <c:v>0.00949089978523</c:v>
                </c:pt>
                <c:pt idx="1657">
                  <c:v>0.0094808691819</c:v>
                </c:pt>
                <c:pt idx="1658">
                  <c:v>0.00947076559172</c:v>
                </c:pt>
                <c:pt idx="1659">
                  <c:v>0.00946058780587</c:v>
                </c:pt>
                <c:pt idx="1660">
                  <c:v>0.0094503347119</c:v>
                </c:pt>
                <c:pt idx="1661">
                  <c:v>0.00944000529361</c:v>
                </c:pt>
                <c:pt idx="1662">
                  <c:v>0.0094295986308</c:v>
                </c:pt>
                <c:pt idx="1663">
                  <c:v>0.00941911389901</c:v>
                </c:pt>
                <c:pt idx="1664">
                  <c:v>0.00940855036909</c:v>
                </c:pt>
                <c:pt idx="1665">
                  <c:v>0.00939790740671</c:v>
                </c:pt>
                <c:pt idx="1666">
                  <c:v>0.00938718447184</c:v>
                </c:pt>
                <c:pt idx="1667">
                  <c:v>0.00937638111812</c:v>
                </c:pt>
                <c:pt idx="1668">
                  <c:v>0.00936549699224</c:v>
                </c:pt>
                <c:pt idx="1669">
                  <c:v>0.00935453183321</c:v>
                </c:pt>
                <c:pt idx="1670">
                  <c:v>0.00934348547166</c:v>
                </c:pt>
                <c:pt idx="1671">
                  <c:v>0.00933235782905</c:v>
                </c:pt>
                <c:pt idx="1672">
                  <c:v>0.0093211489169</c:v>
                </c:pt>
                <c:pt idx="1673">
                  <c:v>0.00930985883595</c:v>
                </c:pt>
                <c:pt idx="1674">
                  <c:v>0.00929848777541</c:v>
                </c:pt>
                <c:pt idx="1675">
                  <c:v>0.00928703601201</c:v>
                </c:pt>
                <c:pt idx="1676">
                  <c:v>0.00927550390925</c:v>
                </c:pt>
                <c:pt idx="1677">
                  <c:v>0.00926389191644</c:v>
                </c:pt>
                <c:pt idx="1678">
                  <c:v>0.0092522005679</c:v>
                </c:pt>
                <c:pt idx="1679">
                  <c:v>0.00924043048197</c:v>
                </c:pt>
                <c:pt idx="1680">
                  <c:v>0.00922858236016</c:v>
                </c:pt>
                <c:pt idx="1681">
                  <c:v>0.00921665698618</c:v>
                </c:pt>
                <c:pt idx="1682">
                  <c:v>0.00920465522498</c:v>
                </c:pt>
                <c:pt idx="1683">
                  <c:v>0.00919257802173</c:v>
                </c:pt>
                <c:pt idx="1684">
                  <c:v>0.00918042640082</c:v>
                </c:pt>
                <c:pt idx="1685">
                  <c:v>0.00916820146477</c:v>
                </c:pt>
                <c:pt idx="1686">
                  <c:v>0.00915590439311</c:v>
                </c:pt>
                <c:pt idx="1687">
                  <c:v>0.00914353644124</c:v>
                </c:pt>
                <c:pt idx="1688">
                  <c:v>0.00913109893914</c:v>
                </c:pt>
                <c:pt idx="1689">
                  <c:v>0.00911859329016</c:v>
                </c:pt>
                <c:pt idx="1690">
                  <c:v>0.0091060209696</c:v>
                </c:pt>
                <c:pt idx="1691">
                  <c:v>0.00909338352327</c:v>
                </c:pt>
                <c:pt idx="1692">
                  <c:v>0.00908068256603</c:v>
                </c:pt>
                <c:pt idx="1693">
                  <c:v>0.00906791978015</c:v>
                </c:pt>
                <c:pt idx="1694">
                  <c:v>0.00905509691358</c:v>
                </c:pt>
                <c:pt idx="1695">
                  <c:v>0.00904221577825</c:v>
                </c:pt>
                <c:pt idx="1696">
                  <c:v>0.00902927824808</c:v>
                </c:pt>
                <c:pt idx="1697">
                  <c:v>0.00901628625707</c:v>
                </c:pt>
                <c:pt idx="1698">
                  <c:v>0.00900324179714</c:v>
                </c:pt>
                <c:pt idx="1699">
                  <c:v>0.00899014691599</c:v>
                </c:pt>
                <c:pt idx="1700">
                  <c:v>0.00897700371471</c:v>
                </c:pt>
                <c:pt idx="1701">
                  <c:v>0.00896381434545</c:v>
                </c:pt>
                <c:pt idx="1702">
                  <c:v>0.00895058100881</c:v>
                </c:pt>
                <c:pt idx="1703">
                  <c:v>0.00893730595127</c:v>
                </c:pt>
                <c:pt idx="1704">
                  <c:v>0.00892399146241</c:v>
                </c:pt>
                <c:pt idx="1705">
                  <c:v>0.00891063987211</c:v>
                </c:pt>
                <c:pt idx="1706">
                  <c:v>0.00889725354759</c:v>
                </c:pt>
                <c:pt idx="1707">
                  <c:v>0.00888383489037</c:v>
                </c:pt>
                <c:pt idx="1708">
                  <c:v>0.0088703863332</c:v>
                </c:pt>
                <c:pt idx="1709">
                  <c:v>0.00885691033684</c:v>
                </c:pt>
                <c:pt idx="1710">
                  <c:v>0.00884340938678</c:v>
                </c:pt>
                <c:pt idx="1711">
                  <c:v>0.00882988598989</c:v>
                </c:pt>
                <c:pt idx="1712">
                  <c:v>0.00881634267108</c:v>
                </c:pt>
                <c:pt idx="1713">
                  <c:v>0.00880278196979</c:v>
                </c:pt>
                <c:pt idx="1714">
                  <c:v>0.00878920643651</c:v>
                </c:pt>
                <c:pt idx="1715">
                  <c:v>0.00877561862925</c:v>
                </c:pt>
                <c:pt idx="1716">
                  <c:v>0.00876202111002</c:v>
                </c:pt>
                <c:pt idx="1717">
                  <c:v>0.00874841644118</c:v>
                </c:pt>
                <c:pt idx="1718">
                  <c:v>0.00873480718195</c:v>
                </c:pt>
                <c:pt idx="1719">
                  <c:v>0.00872119588476</c:v>
                </c:pt>
                <c:pt idx="1720">
                  <c:v>0.00870758509173</c:v>
                </c:pt>
                <c:pt idx="1721">
                  <c:v>0.00869397733111</c:v>
                </c:pt>
                <c:pt idx="1722">
                  <c:v>0.00868037511374</c:v>
                </c:pt>
                <c:pt idx="1723">
                  <c:v>0.00866678092963</c:v>
                </c:pt>
                <c:pt idx="1724">
                  <c:v>0.00865319724448</c:v>
                </c:pt>
                <c:pt idx="1725">
                  <c:v>0.00863962649635</c:v>
                </c:pt>
                <c:pt idx="1726">
                  <c:v>0.00862607109231</c:v>
                </c:pt>
                <c:pt idx="1727">
                  <c:v>0.00861253340525</c:v>
                </c:pt>
                <c:pt idx="1728">
                  <c:v>0.0085990157707</c:v>
                </c:pt>
                <c:pt idx="1729">
                  <c:v>0.00858552048377</c:v>
                </c:pt>
                <c:pt idx="1730">
                  <c:v>0.00857204979619</c:v>
                </c:pt>
                <c:pt idx="1731">
                  <c:v>0.00855860591338</c:v>
                </c:pt>
                <c:pt idx="1732">
                  <c:v>0.00854519099177</c:v>
                </c:pt>
                <c:pt idx="1733">
                  <c:v>0.00853180713603</c:v>
                </c:pt>
                <c:pt idx="1734">
                  <c:v>0.00851845639662</c:v>
                </c:pt>
                <c:pt idx="1735">
                  <c:v>0.00850514076729</c:v>
                </c:pt>
                <c:pt idx="1736">
                  <c:v>0.00849186218278</c:v>
                </c:pt>
                <c:pt idx="1737">
                  <c:v>0.00847862251665</c:v>
                </c:pt>
                <c:pt idx="1738">
                  <c:v>0.00846542357919</c:v>
                </c:pt>
                <c:pt idx="1739">
                  <c:v>0.00845226711548</c:v>
                </c:pt>
                <c:pt idx="1740">
                  <c:v>0.0084391548036</c:v>
                </c:pt>
                <c:pt idx="1741">
                  <c:v>0.0084260882529</c:v>
                </c:pt>
                <c:pt idx="1742">
                  <c:v>0.00841306900246</c:v>
                </c:pt>
                <c:pt idx="1743">
                  <c:v>0.00840009851966</c:v>
                </c:pt>
                <c:pt idx="1744">
                  <c:v>0.00838717819884</c:v>
                </c:pt>
                <c:pt idx="1745">
                  <c:v>0.00837430936016</c:v>
                </c:pt>
                <c:pt idx="1746">
                  <c:v>0.00836149324847</c:v>
                </c:pt>
                <c:pt idx="1747">
                  <c:v>0.00834873103242</c:v>
                </c:pt>
                <c:pt idx="1748">
                  <c:v>0.0083360238036</c:v>
                </c:pt>
                <c:pt idx="1749">
                  <c:v>0.00832337257583</c:v>
                </c:pt>
                <c:pt idx="1750">
                  <c:v>0.00831077828456</c:v>
                </c:pt>
                <c:pt idx="1751">
                  <c:v>0.00829824178639</c:v>
                </c:pt>
                <c:pt idx="1752">
                  <c:v>0.00828576385865</c:v>
                </c:pt>
                <c:pt idx="1753">
                  <c:v>0.00827334519912</c:v>
                </c:pt>
                <c:pt idx="1754">
                  <c:v>0.00826098642589</c:v>
                </c:pt>
                <c:pt idx="1755">
                  <c:v>0.00824868807719</c:v>
                </c:pt>
                <c:pt idx="1756">
                  <c:v>0.00823645061146</c:v>
                </c:pt>
                <c:pt idx="1757">
                  <c:v>0.00822427440739</c:v>
                </c:pt>
                <c:pt idx="1758">
                  <c:v>0.00821215976412</c:v>
                </c:pt>
                <c:pt idx="1759">
                  <c:v>0.0082001069015</c:v>
                </c:pt>
                <c:pt idx="1760">
                  <c:v>0.00818811596039</c:v>
                </c:pt>
                <c:pt idx="1761">
                  <c:v>0.00817618700314</c:v>
                </c:pt>
                <c:pt idx="1762">
                  <c:v>0.00816432001399</c:v>
                </c:pt>
                <c:pt idx="1763">
                  <c:v>0.00815251489971</c:v>
                </c:pt>
                <c:pt idx="1764">
                  <c:v>0.00814077149014</c:v>
                </c:pt>
                <c:pt idx="1765">
                  <c:v>0.00812908953897</c:v>
                </c:pt>
                <c:pt idx="1766">
                  <c:v>0.00811746872443</c:v>
                </c:pt>
                <c:pt idx="1767">
                  <c:v>0.00810590865014</c:v>
                </c:pt>
                <c:pt idx="1768">
                  <c:v>0.00809440884597</c:v>
                </c:pt>
                <c:pt idx="1769">
                  <c:v>0.00808296876901</c:v>
                </c:pt>
                <c:pt idx="1770">
                  <c:v>0.00807158780452</c:v>
                </c:pt>
                <c:pt idx="1771">
                  <c:v>0.00806026526706</c:v>
                </c:pt>
                <c:pt idx="1772">
                  <c:v>0.00804900040151</c:v>
                </c:pt>
                <c:pt idx="1773">
                  <c:v>0.00803779238434</c:v>
                </c:pt>
                <c:pt idx="1774">
                  <c:v>0.00802664032475</c:v>
                </c:pt>
                <c:pt idx="1775">
                  <c:v>0.00801554326603</c:v>
                </c:pt>
                <c:pt idx="1776">
                  <c:v>0.00800450018686</c:v>
                </c:pt>
                <c:pt idx="1777">
                  <c:v>0.0079935100027</c:v>
                </c:pt>
                <c:pt idx="1778">
                  <c:v>0.00798257156729</c:v>
                </c:pt>
                <c:pt idx="1779">
                  <c:v>0.00797168367414</c:v>
                </c:pt>
                <c:pt idx="1780">
                  <c:v>0.00796084505811</c:v>
                </c:pt>
                <c:pt idx="1781">
                  <c:v>0.00795005439703</c:v>
                </c:pt>
                <c:pt idx="1782">
                  <c:v>0.00793931031344</c:v>
                </c:pt>
                <c:pt idx="1783">
                  <c:v>0.00792861137628</c:v>
                </c:pt>
                <c:pt idx="1784">
                  <c:v>0.00791795610278</c:v>
                </c:pt>
                <c:pt idx="1785">
                  <c:v>0.00790734296029</c:v>
                </c:pt>
                <c:pt idx="1786">
                  <c:v>0.00789677036824</c:v>
                </c:pt>
                <c:pt idx="1787">
                  <c:v>0.00788623670017</c:v>
                </c:pt>
                <c:pt idx="1788">
                  <c:v>0.00787574028577</c:v>
                </c:pt>
                <c:pt idx="1789">
                  <c:v>0.00786527941304</c:v>
                </c:pt>
                <c:pt idx="1790">
                  <c:v>0.00785485233048</c:v>
                </c:pt>
                <c:pt idx="1791">
                  <c:v>0.00784445724937</c:v>
                </c:pt>
                <c:pt idx="1792">
                  <c:v>0.0078340923461</c:v>
                </c:pt>
                <c:pt idx="1793">
                  <c:v>0.00782375576456</c:v>
                </c:pt>
                <c:pt idx="1794">
                  <c:v>0.00781344561861</c:v>
                </c:pt>
                <c:pt idx="1795">
                  <c:v>0.00780315999461</c:v>
                </c:pt>
                <c:pt idx="1796">
                  <c:v>0.00779289695398</c:v>
                </c:pt>
                <c:pt idx="1797">
                  <c:v>0.00778265453587</c:v>
                </c:pt>
                <c:pt idx="1798">
                  <c:v>0.00777243075989</c:v>
                </c:pt>
                <c:pt idx="1799">
                  <c:v>0.00776222362881</c:v>
                </c:pt>
                <c:pt idx="1800">
                  <c:v>0.00775203113142</c:v>
                </c:pt>
                <c:pt idx="1801">
                  <c:v>0.0077418512454</c:v>
                </c:pt>
                <c:pt idx="1802">
                  <c:v>0.00773168194022</c:v>
                </c:pt>
                <c:pt idx="1803">
                  <c:v>0.00772152118012</c:v>
                </c:pt>
                <c:pt idx="1804">
                  <c:v>0.00771136692708</c:v>
                </c:pt>
                <c:pt idx="1805">
                  <c:v>0.00770121714392</c:v>
                </c:pt>
                <c:pt idx="1806">
                  <c:v>0.0076910697973</c:v>
                </c:pt>
                <c:pt idx="1807">
                  <c:v>0.00768092286089</c:v>
                </c:pt>
                <c:pt idx="1808">
                  <c:v>0.00767077431844</c:v>
                </c:pt>
                <c:pt idx="1809">
                  <c:v>0.00766062216694</c:v>
                </c:pt>
                <c:pt idx="1810">
                  <c:v>0.00765046441978</c:v>
                </c:pt>
                <c:pt idx="1811">
                  <c:v>0.00764029910988</c:v>
                </c:pt>
                <c:pt idx="1812">
                  <c:v>0.00763012429287</c:v>
                </c:pt>
                <c:pt idx="1813">
                  <c:v>0.0076199380502</c:v>
                </c:pt>
                <c:pt idx="1814">
                  <c:v>0.00760973849227</c:v>
                </c:pt>
                <c:pt idx="1815">
                  <c:v>0.00759952376156</c:v>
                </c:pt>
                <c:pt idx="1816">
                  <c:v>0.00758929203563</c:v>
                </c:pt>
                <c:pt idx="1817">
                  <c:v>0.00757904153021</c:v>
                </c:pt>
                <c:pt idx="1818">
                  <c:v>0.00756877050215</c:v>
                </c:pt>
                <c:pt idx="1819">
                  <c:v>0.0075584772523</c:v>
                </c:pt>
                <c:pt idx="1820">
                  <c:v>0.00754816012843</c:v>
                </c:pt>
                <c:pt idx="1821">
                  <c:v>0.00753781752792</c:v>
                </c:pt>
                <c:pt idx="1822">
                  <c:v>0.00752744790054</c:v>
                </c:pt>
                <c:pt idx="1823">
                  <c:v>0.00751704975095</c:v>
                </c:pt>
                <c:pt idx="1824">
                  <c:v>0.00750662164128</c:v>
                </c:pt>
                <c:pt idx="1825">
                  <c:v>0.00749616219344</c:v>
                </c:pt>
                <c:pt idx="1826">
                  <c:v>0.00748567009144</c:v>
                </c:pt>
                <c:pt idx="1827">
                  <c:v>0.00747514408348</c:v>
                </c:pt>
                <c:pt idx="1828">
                  <c:v>0.00746458298399</c:v>
                </c:pt>
                <c:pt idx="1829">
                  <c:v>0.00745398567544</c:v>
                </c:pt>
                <c:pt idx="1830">
                  <c:v>0.0074433511101</c:v>
                </c:pt>
                <c:pt idx="1831">
                  <c:v>0.00743267831153</c:v>
                </c:pt>
                <c:pt idx="1832">
                  <c:v>0.00742196637599</c:v>
                </c:pt>
                <c:pt idx="1833">
                  <c:v>0.00741121447368</c:v>
                </c:pt>
                <c:pt idx="1834">
                  <c:v>0.0074004218497</c:v>
                </c:pt>
                <c:pt idx="1835">
                  <c:v>0.00738958782497</c:v>
                </c:pt>
                <c:pt idx="1836">
                  <c:v>0.00737871179688</c:v>
                </c:pt>
                <c:pt idx="1837">
                  <c:v>0.00736779323976</c:v>
                </c:pt>
                <c:pt idx="1838">
                  <c:v>0.00735683170515</c:v>
                </c:pt>
                <c:pt idx="1839">
                  <c:v>0.00734582682196</c:v>
                </c:pt>
                <c:pt idx="1840">
                  <c:v>0.00733477829628</c:v>
                </c:pt>
                <c:pt idx="1841">
                  <c:v>0.00732368591118</c:v>
                </c:pt>
                <c:pt idx="1842">
                  <c:v>0.00731254952612</c:v>
                </c:pt>
                <c:pt idx="1843">
                  <c:v>0.00730136907636</c:v>
                </c:pt>
                <c:pt idx="1844">
                  <c:v>0.00729014457201</c:v>
                </c:pt>
                <c:pt idx="1845">
                  <c:v>0.00727887609704</c:v>
                </c:pt>
                <c:pt idx="1846">
                  <c:v>0.00726756380795</c:v>
                </c:pt>
                <c:pt idx="1847">
                  <c:v>0.00725620793242</c:v>
                </c:pt>
                <c:pt idx="1848">
                  <c:v>0.00724480876767</c:v>
                </c:pt>
                <c:pt idx="1849">
                  <c:v>0.0072333666787</c:v>
                </c:pt>
                <c:pt idx="1850">
                  <c:v>0.00722188209637</c:v>
                </c:pt>
                <c:pt idx="1851">
                  <c:v>0.00721035551531</c:v>
                </c:pt>
                <c:pt idx="1852">
                  <c:v>0.00719878749173</c:v>
                </c:pt>
                <c:pt idx="1853">
                  <c:v>0.00718717864099</c:v>
                </c:pt>
                <c:pt idx="1854">
                  <c:v>0.00717552963521</c:v>
                </c:pt>
                <c:pt idx="1855">
                  <c:v>0.00716384120059</c:v>
                </c:pt>
                <c:pt idx="1856">
                  <c:v>0.00715211411477</c:v>
                </c:pt>
                <c:pt idx="1857">
                  <c:v>0.00714034920398</c:v>
                </c:pt>
                <c:pt idx="1858">
                  <c:v>0.00712854734021</c:v>
                </c:pt>
                <c:pt idx="1859">
                  <c:v>0.00711670943823</c:v>
                </c:pt>
                <c:pt idx="1860">
                  <c:v>0.00710483645259</c:v>
                </c:pt>
                <c:pt idx="1861">
                  <c:v>0.00709292937457</c:v>
                </c:pt>
                <c:pt idx="1862">
                  <c:v>0.0070809892291</c:v>
                </c:pt>
                <c:pt idx="1863">
                  <c:v>0.00706901707161</c:v>
                </c:pt>
                <c:pt idx="1864">
                  <c:v>0.00705701398494</c:v>
                </c:pt>
                <c:pt idx="1865">
                  <c:v>0.00704498107618</c:v>
                </c:pt>
                <c:pt idx="1866">
                  <c:v>0.00703291947359</c:v>
                </c:pt>
                <c:pt idx="1867">
                  <c:v>0.00702083032346</c:v>
                </c:pt>
                <c:pt idx="1868">
                  <c:v>0.00700871478707</c:v>
                </c:pt>
                <c:pt idx="1869">
                  <c:v>0.00699657403766</c:v>
                </c:pt>
                <c:pt idx="1870">
                  <c:v>0.00698440925745</c:v>
                </c:pt>
                <c:pt idx="1871">
                  <c:v>0.0069722216347</c:v>
                </c:pt>
                <c:pt idx="1872">
                  <c:v>0.00696001236093</c:v>
                </c:pt>
                <c:pt idx="1873">
                  <c:v>0.00694778262807</c:v>
                </c:pt>
                <c:pt idx="1874">
                  <c:v>0.00693553362581</c:v>
                </c:pt>
                <c:pt idx="1875">
                  <c:v>0.006923266539</c:v>
                </c:pt>
                <c:pt idx="1876">
                  <c:v>0.0069109825451</c:v>
                </c:pt>
                <c:pt idx="1877">
                  <c:v>0.00689868281186</c:v>
                </c:pt>
                <c:pt idx="1878">
                  <c:v>0.00688636849492</c:v>
                </c:pt>
                <c:pt idx="1879">
                  <c:v>0.00687404073571</c:v>
                </c:pt>
                <c:pt idx="1880">
                  <c:v>0.0068617006593</c:v>
                </c:pt>
                <c:pt idx="1881">
                  <c:v>0.00684934937248</c:v>
                </c:pt>
                <c:pt idx="1882">
                  <c:v>0.0068369879619</c:v>
                </c:pt>
                <c:pt idx="1883">
                  <c:v>0.00682461749234</c:v>
                </c:pt>
                <c:pt idx="1884">
                  <c:v>0.00681223900512</c:v>
                </c:pt>
                <c:pt idx="1885">
                  <c:v>0.00679985351661</c:v>
                </c:pt>
                <c:pt idx="1886">
                  <c:v>0.00678746201685</c:v>
                </c:pt>
                <c:pt idx="1887">
                  <c:v>0.00677506546833</c:v>
                </c:pt>
                <c:pt idx="1888">
                  <c:v>0.00676266480484</c:v>
                </c:pt>
                <c:pt idx="1889">
                  <c:v>0.00675026093048</c:v>
                </c:pt>
                <c:pt idx="1890">
                  <c:v>0.00673785471879</c:v>
                </c:pt>
                <c:pt idx="1891">
                  <c:v>0.00672544701192</c:v>
                </c:pt>
                <c:pt idx="1892">
                  <c:v>0.00671303862</c:v>
                </c:pt>
                <c:pt idx="1893">
                  <c:v>0.00670063032058</c:v>
                </c:pt>
                <c:pt idx="1894">
                  <c:v>0.0066882228582</c:v>
                </c:pt>
                <c:pt idx="1895">
                  <c:v>0.00667581694397</c:v>
                </c:pt>
                <c:pt idx="1896">
                  <c:v>0.00666341325542</c:v>
                </c:pt>
                <c:pt idx="1897">
                  <c:v>0.00665101243626</c:v>
                </c:pt>
                <c:pt idx="1898">
                  <c:v>0.00663861509637</c:v>
                </c:pt>
                <c:pt idx="1899">
                  <c:v>0.00662622181181</c:v>
                </c:pt>
                <c:pt idx="1900">
                  <c:v>0.00661383312493</c:v>
                </c:pt>
                <c:pt idx="1901">
                  <c:v>0.00660144954457</c:v>
                </c:pt>
                <c:pt idx="1902">
                  <c:v>0.00658907154631</c:v>
                </c:pt>
                <c:pt idx="1903">
                  <c:v>0.00657669957284</c:v>
                </c:pt>
                <c:pt idx="1904">
                  <c:v>0.00656433403433</c:v>
                </c:pt>
                <c:pt idx="1905">
                  <c:v>0.00655197530897</c:v>
                </c:pt>
                <c:pt idx="1906">
                  <c:v>0.00653962374341</c:v>
                </c:pt>
                <c:pt idx="1907">
                  <c:v>0.00652727965345</c:v>
                </c:pt>
                <c:pt idx="1908">
                  <c:v>0.00651494332462</c:v>
                </c:pt>
                <c:pt idx="1909">
                  <c:v>0.00650261501291</c:v>
                </c:pt>
                <c:pt idx="1910">
                  <c:v>0.0064902949455</c:v>
                </c:pt>
                <c:pt idx="1911">
                  <c:v>0.00647798332156</c:v>
                </c:pt>
                <c:pt idx="1912">
                  <c:v>0.00646568031306</c:v>
                </c:pt>
                <c:pt idx="1913">
                  <c:v>0.00645338606565</c:v>
                </c:pt>
                <c:pt idx="1914">
                  <c:v>0.00644110069955</c:v>
                </c:pt>
                <c:pt idx="1915">
                  <c:v>0.00642882431048</c:v>
                </c:pt>
                <c:pt idx="1916">
                  <c:v>0.00641655697061</c:v>
                </c:pt>
                <c:pt idx="1917">
                  <c:v>0.00640429872957</c:v>
                </c:pt>
                <c:pt idx="1918">
                  <c:v>0.00639204961542</c:v>
                </c:pt>
                <c:pt idx="1919">
                  <c:v>0.0063798096357</c:v>
                </c:pt>
                <c:pt idx="1920">
                  <c:v>0.00636757877847</c:v>
                </c:pt>
                <c:pt idx="1921">
                  <c:v>0.00635535701335</c:v>
                </c:pt>
                <c:pt idx="1922">
                  <c:v>0.00634314429264</c:v>
                </c:pt>
                <c:pt idx="1923">
                  <c:v>0.00633094055238</c:v>
                </c:pt>
                <c:pt idx="1924">
                  <c:v>0.00631874571341</c:v>
                </c:pt>
                <c:pt idx="1925">
                  <c:v>0.00630655968255</c:v>
                </c:pt>
                <c:pt idx="1926">
                  <c:v>0.00629438235366</c:v>
                </c:pt>
                <c:pt idx="1927">
                  <c:v>0.00628221360877</c:v>
                </c:pt>
                <c:pt idx="1928">
                  <c:v>0.00627005331919</c:v>
                </c:pt>
                <c:pt idx="1929">
                  <c:v>0.00625790134664</c:v>
                </c:pt>
                <c:pt idx="1930">
                  <c:v>0.00624575754438</c:v>
                </c:pt>
                <c:pt idx="1931">
                  <c:v>0.0062336217583</c:v>
                </c:pt>
                <c:pt idx="1932">
                  <c:v>0.00622149382807</c:v>
                </c:pt>
                <c:pt idx="1933">
                  <c:v>0.00620937358824</c:v>
                </c:pt>
                <c:pt idx="1934">
                  <c:v>0.00619726086933</c:v>
                </c:pt>
                <c:pt idx="1935">
                  <c:v>0.00618515549894</c:v>
                </c:pt>
                <c:pt idx="1936">
                  <c:v>0.00617305730287</c:v>
                </c:pt>
                <c:pt idx="1937">
                  <c:v>0.00616096610616</c:v>
                </c:pt>
                <c:pt idx="1938">
                  <c:v>0.00614888173418</c:v>
                </c:pt>
                <c:pt idx="1939">
                  <c:v>0.0061368040137</c:v>
                </c:pt>
                <c:pt idx="1940">
                  <c:v>0.00612473277393</c:v>
                </c:pt>
                <c:pt idx="1941">
                  <c:v>0.00611266784754</c:v>
                </c:pt>
                <c:pt idx="1942">
                  <c:v>0.0061006090717</c:v>
                </c:pt>
                <c:pt idx="1943">
                  <c:v>0.00608855628907</c:v>
                </c:pt>
                <c:pt idx="1944">
                  <c:v>0.00607650934876</c:v>
                </c:pt>
                <c:pt idx="1945">
                  <c:v>0.00606446810734</c:v>
                </c:pt>
                <c:pt idx="1946">
                  <c:v>0.00605243242975</c:v>
                </c:pt>
                <c:pt idx="1947">
                  <c:v>0.00604040219024</c:v>
                </c:pt>
                <c:pt idx="1948">
                  <c:v>0.00602837727324</c:v>
                </c:pt>
                <c:pt idx="1949">
                  <c:v>0.00601635757426</c:v>
                </c:pt>
                <c:pt idx="1950">
                  <c:v>0.00600434300075</c:v>
                </c:pt>
                <c:pt idx="1951">
                  <c:v>0.00599233347288</c:v>
                </c:pt>
                <c:pt idx="1952">
                  <c:v>0.00598032892438</c:v>
                </c:pt>
                <c:pt idx="1953">
                  <c:v>0.00596832930329</c:v>
                </c:pt>
                <c:pt idx="1954">
                  <c:v>0.00595633457268</c:v>
                </c:pt>
                <c:pt idx="1955">
                  <c:v>0.00594434471139</c:v>
                </c:pt>
                <c:pt idx="1956">
                  <c:v>0.00593235971468</c:v>
                </c:pt>
                <c:pt idx="1957">
                  <c:v>0.00592037959487</c:v>
                </c:pt>
                <c:pt idx="1958">
                  <c:v>0.00590840438198</c:v>
                </c:pt>
                <c:pt idx="1959">
                  <c:v>0.00589643412426</c:v>
                </c:pt>
                <c:pt idx="1960">
                  <c:v>0.00588446888875</c:v>
                </c:pt>
                <c:pt idx="1961">
                  <c:v>0.00587250876179</c:v>
                </c:pt>
                <c:pt idx="1962">
                  <c:v>0.00586055384946</c:v>
                </c:pt>
                <c:pt idx="1963">
                  <c:v>0.00584860427802</c:v>
                </c:pt>
                <c:pt idx="1964">
                  <c:v>0.00583666019431</c:v>
                </c:pt>
                <c:pt idx="1965">
                  <c:v>0.00582472176607</c:v>
                </c:pt>
                <c:pt idx="1966">
                  <c:v>0.0058127891823</c:v>
                </c:pt>
                <c:pt idx="1967">
                  <c:v>0.00580086265345</c:v>
                </c:pt>
                <c:pt idx="1968">
                  <c:v>0.00578894241175</c:v>
                </c:pt>
                <c:pt idx="1969">
                  <c:v>0.00577702871133</c:v>
                </c:pt>
                <c:pt idx="1970">
                  <c:v>0.00576512182839</c:v>
                </c:pt>
                <c:pt idx="1971">
                  <c:v>0.00575322206134</c:v>
                </c:pt>
                <c:pt idx="1972">
                  <c:v>0.00574132973082</c:v>
                </c:pt>
                <c:pt idx="1973">
                  <c:v>0.0057294451798</c:v>
                </c:pt>
                <c:pt idx="1974">
                  <c:v>0.00571756877351</c:v>
                </c:pt>
                <c:pt idx="1975">
                  <c:v>0.00570570089947</c:v>
                </c:pt>
                <c:pt idx="1976">
                  <c:v>0.00569384196733</c:v>
                </c:pt>
                <c:pt idx="1977">
                  <c:v>0.00568199240882</c:v>
                </c:pt>
                <c:pt idx="1978">
                  <c:v>0.00567015267754</c:v>
                </c:pt>
                <c:pt idx="1979">
                  <c:v>0.00565832324882</c:v>
                </c:pt>
                <c:pt idx="1980">
                  <c:v>0.00564650461948</c:v>
                </c:pt>
                <c:pt idx="1981">
                  <c:v>0.00563469730755</c:v>
                </c:pt>
                <c:pt idx="1982">
                  <c:v>0.00562290185199</c:v>
                </c:pt>
                <c:pt idx="1983">
                  <c:v>0.00561111881241</c:v>
                </c:pt>
                <c:pt idx="1984">
                  <c:v>0.00559934876863</c:v>
                </c:pt>
                <c:pt idx="1985">
                  <c:v>0.00558759232039</c:v>
                </c:pt>
                <c:pt idx="1986">
                  <c:v>0.00557585008687</c:v>
                </c:pt>
                <c:pt idx="1987">
                  <c:v>0.00556412270628</c:v>
                </c:pt>
                <c:pt idx="1988">
                  <c:v>0.00555241083539</c:v>
                </c:pt>
                <c:pt idx="1989">
                  <c:v>0.00554071514903</c:v>
                </c:pt>
                <c:pt idx="1990">
                  <c:v>0.00552903633959</c:v>
                </c:pt>
                <c:pt idx="1991">
                  <c:v>0.00551737511645</c:v>
                </c:pt>
                <c:pt idx="1992">
                  <c:v>0.00550573220547</c:v>
                </c:pt>
                <c:pt idx="1993">
                  <c:v>0.00549410834834</c:v>
                </c:pt>
                <c:pt idx="1994">
                  <c:v>0.00548250430204</c:v>
                </c:pt>
                <c:pt idx="1995">
                  <c:v>0.00547092083817</c:v>
                </c:pt>
                <c:pt idx="1996">
                  <c:v>0.00545935874232</c:v>
                </c:pt>
                <c:pt idx="1997">
                  <c:v>0.00544781881345</c:v>
                </c:pt>
                <c:pt idx="1998">
                  <c:v>0.00543630186315</c:v>
                </c:pt>
                <c:pt idx="1999">
                  <c:v>0.005424808715</c:v>
                </c:pt>
                <c:pt idx="2000">
                  <c:v>0.00541334020385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0.75"/>
          <c:min val="0"/>
        </c:scaling>
        <c:delete val="0"/>
        <c:axPos val="l"/>
        <c:majorGridlines>
          <c:spPr>
            <a:ln xmlns:a="http://schemas.openxmlformats.org/drawingml/2006/main" w="4763">
              <a:solidFill>
                <a:srgbClr val="EEEEEE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2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majorUnit val="1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11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U/t = 7   n̄ = 0.896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222222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scatterChart>
        <c:scatterStyle val="lineMarker"/>
        <c:varyColors val="0"/>
        <c:ser>
          <c:idx val="0"/>
          <c:order val="0"/>
          <c:tx>
            <c:v>charge</c:v>
          </c:tx>
          <c:spPr>
            <a:ln xmlns:a="http://schemas.openxmlformats.org/drawingml/2006/main" w="15240">
              <a:solidFill>
                <a:srgbClr val="C43C64"/>
              </a:solidFill>
              <a:prstDash val="solid"/>
            </a:ln>
          </c:spPr>
          <c:marker>
            <c:symbol val="none"/>
            <c:size val="5"/>
            <c:spPr>
              <a:solidFill xmlns:a="http://schemas.openxmlformats.org/drawingml/2006/main">
                <a:srgbClr val="C43C64"/>
              </a:solidFill>
            </c:spPr>
          </c:marker>
          <c:xVal>
            <c:numRef>
              <c:f>'Chart Data'!$A$2:$A$2002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Data'!$B$2:$B$2002</c:f>
              <c:numCache>
                <c:formatCode>0.0</c:formatCode>
                <c:ptCount val="2001"/>
                <c:pt idx="0">
                  <c:v>0.00561431609187</c:v>
                </c:pt>
                <c:pt idx="1">
                  <c:v>0.00563075917958</c:v>
                </c:pt>
                <c:pt idx="2">
                  <c:v>0.00564727765935</c:v>
                </c:pt>
                <c:pt idx="3">
                  <c:v>0.00566387200766</c:v>
                </c:pt>
                <c:pt idx="4">
                  <c:v>0.00568054270481</c:v>
                </c:pt>
                <c:pt idx="5">
                  <c:v>0.00569729023501</c:v>
                </c:pt>
                <c:pt idx="6">
                  <c:v>0.00571411508641</c:v>
                </c:pt>
                <c:pt idx="7">
                  <c:v>0.00573101775113</c:v>
                </c:pt>
                <c:pt idx="8">
                  <c:v>0.00574799872527</c:v>
                </c:pt>
                <c:pt idx="9">
                  <c:v>0.00576505850903</c:v>
                </c:pt>
                <c:pt idx="10">
                  <c:v>0.00578219760666</c:v>
                </c:pt>
                <c:pt idx="11">
                  <c:v>0.00579941652656</c:v>
                </c:pt>
                <c:pt idx="12">
                  <c:v>0.00581671578131</c:v>
                </c:pt>
                <c:pt idx="13">
                  <c:v>0.0058340958877</c:v>
                </c:pt>
                <c:pt idx="14">
                  <c:v>0.00585155736675</c:v>
                </c:pt>
                <c:pt idx="15">
                  <c:v>0.00586910074383</c:v>
                </c:pt>
                <c:pt idx="16">
                  <c:v>0.00588672654861</c:v>
                </c:pt>
                <c:pt idx="17">
                  <c:v>0.00590443531516</c:v>
                </c:pt>
                <c:pt idx="18">
                  <c:v>0.005922227582</c:v>
                </c:pt>
                <c:pt idx="19">
                  <c:v>0.00594010389209</c:v>
                </c:pt>
                <c:pt idx="20">
                  <c:v>0.00595806479295</c:v>
                </c:pt>
                <c:pt idx="21">
                  <c:v>0.00597611083663</c:v>
                </c:pt>
                <c:pt idx="22">
                  <c:v>0.00599424257982</c:v>
                </c:pt>
                <c:pt idx="23">
                  <c:v>0.00601246058386</c:v>
                </c:pt>
                <c:pt idx="24">
                  <c:v>0.0060307654148</c:v>
                </c:pt>
                <c:pt idx="25">
                  <c:v>0.00604915764344</c:v>
                </c:pt>
                <c:pt idx="26">
                  <c:v>0.0060676378454</c:v>
                </c:pt>
                <c:pt idx="27">
                  <c:v>0.00608620660113</c:v>
                </c:pt>
                <c:pt idx="28">
                  <c:v>0.00610486449601</c:v>
                </c:pt>
                <c:pt idx="29">
                  <c:v>0.00612361212035</c:v>
                </c:pt>
                <c:pt idx="30">
                  <c:v>0.00614245006948</c:v>
                </c:pt>
                <c:pt idx="31">
                  <c:v>0.00616137894378</c:v>
                </c:pt>
                <c:pt idx="32">
                  <c:v>0.00618039934874</c:v>
                </c:pt>
                <c:pt idx="33">
                  <c:v>0.00619951189503</c:v>
                </c:pt>
                <c:pt idx="34">
                  <c:v>0.0062187171985</c:v>
                </c:pt>
                <c:pt idx="35">
                  <c:v>0.00623801588029</c:v>
                </c:pt>
                <c:pt idx="36">
                  <c:v>0.00625740856687</c:v>
                </c:pt>
                <c:pt idx="37">
                  <c:v>0.00627689589009</c:v>
                </c:pt>
                <c:pt idx="38">
                  <c:v>0.00629647848722</c:v>
                </c:pt>
                <c:pt idx="39">
                  <c:v>0.00631615700103</c:v>
                </c:pt>
                <c:pt idx="40">
                  <c:v>0.00633593207985</c:v>
                </c:pt>
                <c:pt idx="41">
                  <c:v>0.00635580437761</c:v>
                </c:pt>
                <c:pt idx="42">
                  <c:v>0.00637577455391</c:v>
                </c:pt>
                <c:pt idx="43">
                  <c:v>0.00639584327409</c:v>
                </c:pt>
                <c:pt idx="44">
                  <c:v>0.00641601120925</c:v>
                </c:pt>
                <c:pt idx="45">
                  <c:v>0.00643627903637</c:v>
                </c:pt>
                <c:pt idx="46">
                  <c:v>0.00645664743832</c:v>
                </c:pt>
                <c:pt idx="47">
                  <c:v>0.00647711710396</c:v>
                </c:pt>
                <c:pt idx="48">
                  <c:v>0.00649768872818</c:v>
                </c:pt>
                <c:pt idx="49">
                  <c:v>0.00651836301197</c:v>
                </c:pt>
                <c:pt idx="50">
                  <c:v>0.0065391406625</c:v>
                </c:pt>
                <c:pt idx="51">
                  <c:v>0.00656002239315</c:v>
                </c:pt>
                <c:pt idx="52">
                  <c:v>0.00658100892362</c:v>
                </c:pt>
                <c:pt idx="53">
                  <c:v>0.00660210097998</c:v>
                </c:pt>
                <c:pt idx="54">
                  <c:v>0.00662329929473</c:v>
                </c:pt>
                <c:pt idx="55">
                  <c:v>0.00664460460686</c:v>
                </c:pt>
                <c:pt idx="56">
                  <c:v>0.00666601766196</c:v>
                </c:pt>
                <c:pt idx="57">
                  <c:v>0.00668753921225</c:v>
                </c:pt>
                <c:pt idx="58">
                  <c:v>0.00670917001669</c:v>
                </c:pt>
                <c:pt idx="59">
                  <c:v>0.00673091084101</c:v>
                </c:pt>
                <c:pt idx="60">
                  <c:v>0.00675276245781</c:v>
                </c:pt>
                <c:pt idx="61">
                  <c:v>0.00677472564663</c:v>
                </c:pt>
                <c:pt idx="62">
                  <c:v>0.00679680119405</c:v>
                </c:pt>
                <c:pt idx="63">
                  <c:v>0.00681898989371</c:v>
                </c:pt>
                <c:pt idx="64">
                  <c:v>0.00684129254642</c:v>
                </c:pt>
                <c:pt idx="65">
                  <c:v>0.00686370996028</c:v>
                </c:pt>
                <c:pt idx="66">
                  <c:v>0.00688624295068</c:v>
                </c:pt>
                <c:pt idx="67">
                  <c:v>0.00690889234042</c:v>
                </c:pt>
                <c:pt idx="68">
                  <c:v>0.00693165895981</c:v>
                </c:pt>
                <c:pt idx="69">
                  <c:v>0.00695454364673</c:v>
                </c:pt>
                <c:pt idx="70">
                  <c:v>0.00697754724671</c:v>
                </c:pt>
                <c:pt idx="71">
                  <c:v>0.00700067061303</c:v>
                </c:pt>
                <c:pt idx="72">
                  <c:v>0.00702391460679</c:v>
                </c:pt>
                <c:pt idx="73">
                  <c:v>0.00704728009702</c:v>
                </c:pt>
                <c:pt idx="74">
                  <c:v>0.00707076796073</c:v>
                </c:pt>
                <c:pt idx="75">
                  <c:v>0.00709437908305</c:v>
                </c:pt>
                <c:pt idx="76">
                  <c:v>0.00711811435727</c:v>
                </c:pt>
                <c:pt idx="77">
                  <c:v>0.00714197468499</c:v>
                </c:pt>
                <c:pt idx="78">
                  <c:v>0.00716596097614</c:v>
                </c:pt>
                <c:pt idx="79">
                  <c:v>0.00719007414913</c:v>
                </c:pt>
                <c:pt idx="80">
                  <c:v>0.00721431513094</c:v>
                </c:pt>
                <c:pt idx="81">
                  <c:v>0.00723868485719</c:v>
                </c:pt>
                <c:pt idx="82">
                  <c:v>0.00726318427225</c:v>
                </c:pt>
                <c:pt idx="83">
                  <c:v>0.00728781432935</c:v>
                </c:pt>
                <c:pt idx="84">
                  <c:v>0.00731257599068</c:v>
                </c:pt>
                <c:pt idx="85">
                  <c:v>0.00733747022747</c:v>
                </c:pt>
                <c:pt idx="86">
                  <c:v>0.00736249802011</c:v>
                </c:pt>
                <c:pt idx="87">
                  <c:v>0.00738766035826</c:v>
                </c:pt>
                <c:pt idx="88">
                  <c:v>0.00741295824095</c:v>
                </c:pt>
                <c:pt idx="89">
                  <c:v>0.00743839267666</c:v>
                </c:pt>
                <c:pt idx="90">
                  <c:v>0.0074639646835</c:v>
                </c:pt>
                <c:pt idx="91">
                  <c:v>0.00748967528924</c:v>
                </c:pt>
                <c:pt idx="92">
                  <c:v>0.00751552553145</c:v>
                </c:pt>
                <c:pt idx="93">
                  <c:v>0.00754151645766</c:v>
                </c:pt>
                <c:pt idx="94">
                  <c:v>0.00756764912539</c:v>
                </c:pt>
                <c:pt idx="95">
                  <c:v>0.00759392460234</c:v>
                </c:pt>
                <c:pt idx="96">
                  <c:v>0.00762034396647</c:v>
                </c:pt>
                <c:pt idx="97">
                  <c:v>0.00764690830612</c:v>
                </c:pt>
                <c:pt idx="98">
                  <c:v>0.00767361872015</c:v>
                </c:pt>
                <c:pt idx="99">
                  <c:v>0.00770047631804</c:v>
                </c:pt>
                <c:pt idx="100">
                  <c:v>0.00772748222004</c:v>
                </c:pt>
                <c:pt idx="101">
                  <c:v>0.00775463755728</c:v>
                </c:pt>
                <c:pt idx="102">
                  <c:v>0.00778194347189</c:v>
                </c:pt>
                <c:pt idx="103">
                  <c:v>0.00780940111713</c:v>
                </c:pt>
                <c:pt idx="104">
                  <c:v>0.00783701165757</c:v>
                </c:pt>
                <c:pt idx="105">
                  <c:v>0.00786477626914</c:v>
                </c:pt>
                <c:pt idx="106">
                  <c:v>0.00789269613933</c:v>
                </c:pt>
                <c:pt idx="107">
                  <c:v>0.00792077246731</c:v>
                </c:pt>
                <c:pt idx="108">
                  <c:v>0.00794900646405</c:v>
                </c:pt>
                <c:pt idx="109">
                  <c:v>0.00797739935248</c:v>
                </c:pt>
                <c:pt idx="110">
                  <c:v>0.00800595236762</c:v>
                </c:pt>
                <c:pt idx="111">
                  <c:v>0.00803466675674</c:v>
                </c:pt>
                <c:pt idx="112">
                  <c:v>0.00806354377949</c:v>
                </c:pt>
                <c:pt idx="113">
                  <c:v>0.00809258470807</c:v>
                </c:pt>
                <c:pt idx="114">
                  <c:v>0.00812179082735</c:v>
                </c:pt>
                <c:pt idx="115">
                  <c:v>0.00815116343505</c:v>
                </c:pt>
                <c:pt idx="116">
                  <c:v>0.00818070384186</c:v>
                </c:pt>
                <c:pt idx="117">
                  <c:v>0.00821041337166</c:v>
                </c:pt>
                <c:pt idx="118">
                  <c:v>0.0082402933616</c:v>
                </c:pt>
                <c:pt idx="119">
                  <c:v>0.00827034516232</c:v>
                </c:pt>
                <c:pt idx="120">
                  <c:v>0.00830057013809</c:v>
                </c:pt>
                <c:pt idx="121">
                  <c:v>0.00833096966698</c:v>
                </c:pt>
                <c:pt idx="122">
                  <c:v>0.00836154514103</c:v>
                </c:pt>
                <c:pt idx="123">
                  <c:v>0.00839229796641</c:v>
                </c:pt>
                <c:pt idx="124">
                  <c:v>0.00842322956361</c:v>
                </c:pt>
                <c:pt idx="125">
                  <c:v>0.00845434136759</c:v>
                </c:pt>
                <c:pt idx="126">
                  <c:v>0.008485634828</c:v>
                </c:pt>
                <c:pt idx="127">
                  <c:v>0.0085171114093</c:v>
                </c:pt>
                <c:pt idx="128">
                  <c:v>0.00854877259101</c:v>
                </c:pt>
                <c:pt idx="129">
                  <c:v>0.00858061986784</c:v>
                </c:pt>
                <c:pt idx="130">
                  <c:v>0.00861265474991</c:v>
                </c:pt>
                <c:pt idx="131">
                  <c:v>0.00864487876291</c:v>
                </c:pt>
                <c:pt idx="132">
                  <c:v>0.00867729344835</c:v>
                </c:pt>
                <c:pt idx="133">
                  <c:v>0.00870990036369</c:v>
                </c:pt>
                <c:pt idx="134">
                  <c:v>0.00874270108259</c:v>
                </c:pt>
                <c:pt idx="135">
                  <c:v>0.00877569719506</c:v>
                </c:pt>
                <c:pt idx="136">
                  <c:v>0.00880889030772</c:v>
                </c:pt>
                <c:pt idx="137">
                  <c:v>0.00884228204399</c:v>
                </c:pt>
                <c:pt idx="138">
                  <c:v>0.00887587404427</c:v>
                </c:pt>
                <c:pt idx="139">
                  <c:v>0.00890966796619</c:v>
                </c:pt>
                <c:pt idx="140">
                  <c:v>0.0089436654848</c:v>
                </c:pt>
                <c:pt idx="141">
                  <c:v>0.00897786829282</c:v>
                </c:pt>
                <c:pt idx="142">
                  <c:v>0.00901227810084</c:v>
                </c:pt>
                <c:pt idx="143">
                  <c:v>0.00904689663756</c:v>
                </c:pt>
                <c:pt idx="144">
                  <c:v>0.00908172564998</c:v>
                </c:pt>
                <c:pt idx="145">
                  <c:v>0.00911676690371</c:v>
                </c:pt>
                <c:pt idx="146">
                  <c:v>0.00915202218312</c:v>
                </c:pt>
                <c:pt idx="147">
                  <c:v>0.00918749329164</c:v>
                </c:pt>
                <c:pt idx="148">
                  <c:v>0.00922318205199</c:v>
                </c:pt>
                <c:pt idx="149">
                  <c:v>0.00925909030639</c:v>
                </c:pt>
                <c:pt idx="150">
                  <c:v>0.00929521991687</c:v>
                </c:pt>
                <c:pt idx="151">
                  <c:v>0.00933157276548</c:v>
                </c:pt>
                <c:pt idx="152">
                  <c:v>0.00936815075456</c:v>
                </c:pt>
                <c:pt idx="153">
                  <c:v>0.009404955807</c:v>
                </c:pt>
                <c:pt idx="154">
                  <c:v>0.00944198986651</c:v>
                </c:pt>
                <c:pt idx="155">
                  <c:v>0.00947925489788</c:v>
                </c:pt>
                <c:pt idx="156">
                  <c:v>0.00951675288727</c:v>
                </c:pt>
                <c:pt idx="157">
                  <c:v>0.00955448584248</c:v>
                </c:pt>
                <c:pt idx="158">
                  <c:v>0.00959245579319</c:v>
                </c:pt>
                <c:pt idx="159">
                  <c:v>0.00963066479132</c:v>
                </c:pt>
                <c:pt idx="160">
                  <c:v>0.00966911491127</c:v>
                </c:pt>
                <c:pt idx="161">
                  <c:v>0.00970780825022</c:v>
                </c:pt>
                <c:pt idx="162">
                  <c:v>0.00974674692842</c:v>
                </c:pt>
                <c:pt idx="163">
                  <c:v>0.00978593308953</c:v>
                </c:pt>
                <c:pt idx="164">
                  <c:v>0.00982536890089</c:v>
                </c:pt>
                <c:pt idx="165">
                  <c:v>0.00986505655384</c:v>
                </c:pt>
                <c:pt idx="166">
                  <c:v>0.00990499826403</c:v>
                </c:pt>
                <c:pt idx="167">
                  <c:v>0.00994519627176</c:v>
                </c:pt>
                <c:pt idx="168">
                  <c:v>0.00998565284229</c:v>
                </c:pt>
                <c:pt idx="169">
                  <c:v>0.0100263702662</c:v>
                </c:pt>
                <c:pt idx="170">
                  <c:v>0.0100673508596</c:v>
                </c:pt>
                <c:pt idx="171">
                  <c:v>0.0101085969648</c:v>
                </c:pt>
                <c:pt idx="172">
                  <c:v>0.0101501109501</c:v>
                </c:pt>
                <c:pt idx="173">
                  <c:v>0.0101918952107</c:v>
                </c:pt>
                <c:pt idx="174">
                  <c:v>0.0102339521688</c:v>
                </c:pt>
                <c:pt idx="175">
                  <c:v>0.0102762842738</c:v>
                </c:pt>
                <c:pt idx="176">
                  <c:v>0.0103188940032</c:v>
                </c:pt>
                <c:pt idx="177">
                  <c:v>0.0103617838622</c:v>
                </c:pt>
                <c:pt idx="178">
                  <c:v>0.0104049563848</c:v>
                </c:pt>
                <c:pt idx="179">
                  <c:v>0.0104484141337</c:v>
                </c:pt>
                <c:pt idx="180">
                  <c:v>0.0104921597011</c:v>
                </c:pt>
                <c:pt idx="181">
                  <c:v>0.0105361957085</c:v>
                </c:pt>
                <c:pt idx="182">
                  <c:v>0.0105805248079</c:v>
                </c:pt>
                <c:pt idx="183">
                  <c:v>0.0106251496814</c:v>
                </c:pt>
                <c:pt idx="184">
                  <c:v>0.0106700730421</c:v>
                </c:pt>
                <c:pt idx="185">
                  <c:v>0.0107152976345</c:v>
                </c:pt>
                <c:pt idx="186">
                  <c:v>0.0107608262347</c:v>
                </c:pt>
                <c:pt idx="187">
                  <c:v>0.010806661651</c:v>
                </c:pt>
                <c:pt idx="188">
                  <c:v>0.0108528067244</c:v>
                </c:pt>
                <c:pt idx="189">
                  <c:v>0.0108992643287</c:v>
                </c:pt>
                <c:pt idx="190">
                  <c:v>0.0109460373715</c:v>
                </c:pt>
                <c:pt idx="191">
                  <c:v>0.010993128794</c:v>
                </c:pt>
                <c:pt idx="192">
                  <c:v>0.0110405415722</c:v>
                </c:pt>
                <c:pt idx="193">
                  <c:v>0.0110882787166</c:v>
                </c:pt>
                <c:pt idx="194">
                  <c:v>0.0111363432733</c:v>
                </c:pt>
                <c:pt idx="195">
                  <c:v>0.0111847383242</c:v>
                </c:pt>
                <c:pt idx="196">
                  <c:v>0.0112334669875</c:v>
                </c:pt>
                <c:pt idx="197">
                  <c:v>0.0112825324184</c:v>
                </c:pt>
                <c:pt idx="198">
                  <c:v>0.0113319378093</c:v>
                </c:pt>
                <c:pt idx="199">
                  <c:v>0.0113816863905</c:v>
                </c:pt>
                <c:pt idx="200">
                  <c:v>0.0114317814307</c:v>
                </c:pt>
                <c:pt idx="201">
                  <c:v>0.0114822262375</c:v>
                </c:pt>
                <c:pt idx="202">
                  <c:v>0.0115330241581</c:v>
                </c:pt>
                <c:pt idx="203">
                  <c:v>0.0115841785795</c:v>
                </c:pt>
                <c:pt idx="204">
                  <c:v>0.0116356929295</c:v>
                </c:pt>
                <c:pt idx="205">
                  <c:v>0.0116875706768</c:v>
                </c:pt>
                <c:pt idx="206">
                  <c:v>0.011739815332</c:v>
                </c:pt>
                <c:pt idx="207">
                  <c:v>0.011792430448</c:v>
                </c:pt>
                <c:pt idx="208">
                  <c:v>0.0118454196204</c:v>
                </c:pt>
                <c:pt idx="209">
                  <c:v>0.0118987864884</c:v>
                </c:pt>
                <c:pt idx="210">
                  <c:v>0.0119525347353</c:v>
                </c:pt>
                <c:pt idx="211">
                  <c:v>0.0120066680891</c:v>
                </c:pt>
                <c:pt idx="212">
                  <c:v>0.0120611903231</c:v>
                </c:pt>
                <c:pt idx="213">
                  <c:v>0.0121161052565</c:v>
                </c:pt>
                <c:pt idx="214">
                  <c:v>0.0121714167554</c:v>
                </c:pt>
                <c:pt idx="215">
                  <c:v>0.0122271287328</c:v>
                </c:pt>
                <c:pt idx="216">
                  <c:v>0.01228324515</c:v>
                </c:pt>
                <c:pt idx="217">
                  <c:v>0.0123397700165</c:v>
                </c:pt>
                <c:pt idx="218">
                  <c:v>0.0123967073915</c:v>
                </c:pt>
                <c:pt idx="219">
                  <c:v>0.0124540613839</c:v>
                </c:pt>
                <c:pt idx="220">
                  <c:v>0.0125118361535</c:v>
                </c:pt>
                <c:pt idx="221">
                  <c:v>0.0125700359114</c:v>
                </c:pt>
                <c:pt idx="222">
                  <c:v>0.0126286649208</c:v>
                </c:pt>
                <c:pt idx="223">
                  <c:v>0.012687727498</c:v>
                </c:pt>
                <c:pt idx="224">
                  <c:v>0.0127472280126</c:v>
                </c:pt>
                <c:pt idx="225">
                  <c:v>0.0128071708889</c:v>
                </c:pt>
                <c:pt idx="226">
                  <c:v>0.0128675606062</c:v>
                </c:pt>
                <c:pt idx="227">
                  <c:v>0.0129284016997</c:v>
                </c:pt>
                <c:pt idx="228">
                  <c:v>0.0129896987614</c:v>
                </c:pt>
                <c:pt idx="229">
                  <c:v>0.0130514564409</c:v>
                </c:pt>
                <c:pt idx="230">
                  <c:v>0.013113679446</c:v>
                </c:pt>
                <c:pt idx="231">
                  <c:v>0.0131763725437</c:v>
                </c:pt>
                <c:pt idx="232">
                  <c:v>0.0132395405613</c:v>
                </c:pt>
                <c:pt idx="233">
                  <c:v>0.0133031883865</c:v>
                </c:pt>
                <c:pt idx="234">
                  <c:v>0.0133673209691</c:v>
                </c:pt>
                <c:pt idx="235">
                  <c:v>0.0134319433215</c:v>
                </c:pt>
                <c:pt idx="236">
                  <c:v>0.0134970605194</c:v>
                </c:pt>
                <c:pt idx="237">
                  <c:v>0.013562677703</c:v>
                </c:pt>
                <c:pt idx="238">
                  <c:v>0.0136288000779</c:v>
                </c:pt>
                <c:pt idx="239">
                  <c:v>0.0136954329158</c:v>
                </c:pt>
                <c:pt idx="240">
                  <c:v>0.0137625815558</c:v>
                </c:pt>
                <c:pt idx="241">
                  <c:v>0.013830251405</c:v>
                </c:pt>
                <c:pt idx="242">
                  <c:v>0.0138984479395</c:v>
                </c:pt>
                <c:pt idx="243">
                  <c:v>0.0139671767057</c:v>
                </c:pt>
                <c:pt idx="244">
                  <c:v>0.014036443321</c:v>
                </c:pt>
                <c:pt idx="245">
                  <c:v>0.014106253475</c:v>
                </c:pt>
                <c:pt idx="246">
                  <c:v>0.01417661293</c:v>
                </c:pt>
                <c:pt idx="247">
                  <c:v>0.0142475275231</c:v>
                </c:pt>
                <c:pt idx="248">
                  <c:v>0.014319003166</c:v>
                </c:pt>
                <c:pt idx="249">
                  <c:v>0.0143910458469</c:v>
                </c:pt>
                <c:pt idx="250">
                  <c:v>0.0144636616315</c:v>
                </c:pt>
                <c:pt idx="251">
                  <c:v>0.0145368566637</c:v>
                </c:pt>
                <c:pt idx="252">
                  <c:v>0.0146106371668</c:v>
                </c:pt>
                <c:pt idx="253">
                  <c:v>0.0146850094452</c:v>
                </c:pt>
                <c:pt idx="254">
                  <c:v>0.0147599798846</c:v>
                </c:pt>
                <c:pt idx="255">
                  <c:v>0.014835554954</c:v>
                </c:pt>
                <c:pt idx="256">
                  <c:v>0.0149117412062</c:v>
                </c:pt>
                <c:pt idx="257">
                  <c:v>0.0149885452795</c:v>
                </c:pt>
                <c:pt idx="258">
                  <c:v>0.0150659738985</c:v>
                </c:pt>
                <c:pt idx="259">
                  <c:v>0.0151440338755</c:v>
                </c:pt>
                <c:pt idx="260">
                  <c:v>0.0152227321118</c:v>
                </c:pt>
                <c:pt idx="261">
                  <c:v>0.0153020755985</c:v>
                </c:pt>
                <c:pt idx="262">
                  <c:v>0.0153820714185</c:v>
                </c:pt>
                <c:pt idx="263">
                  <c:v>0.0154627267471</c:v>
                </c:pt>
                <c:pt idx="264">
                  <c:v>0.0155440488533</c:v>
                </c:pt>
                <c:pt idx="265">
                  <c:v>0.0156260451017</c:v>
                </c:pt>
                <c:pt idx="266">
                  <c:v>0.0157087229532</c:v>
                </c:pt>
                <c:pt idx="267">
                  <c:v>0.0157920899665</c:v>
                </c:pt>
                <c:pt idx="268">
                  <c:v>0.0158761537994</c:v>
                </c:pt>
                <c:pt idx="269">
                  <c:v>0.0159609222103</c:v>
                </c:pt>
                <c:pt idx="270">
                  <c:v>0.0160464030595</c:v>
                </c:pt>
                <c:pt idx="271">
                  <c:v>0.0161326043105</c:v>
                </c:pt>
                <c:pt idx="272">
                  <c:v>0.0162195340314</c:v>
                </c:pt>
                <c:pt idx="273">
                  <c:v>0.0163072003963</c:v>
                </c:pt>
                <c:pt idx="274">
                  <c:v>0.0163956116867</c:v>
                </c:pt>
                <c:pt idx="275">
                  <c:v>0.0164847762932</c:v>
                </c:pt>
                <c:pt idx="276">
                  <c:v>0.0165747027163</c:v>
                </c:pt>
                <c:pt idx="277">
                  <c:v>0.0166653995687</c:v>
                </c:pt>
                <c:pt idx="278">
                  <c:v>0.016756875576</c:v>
                </c:pt>
                <c:pt idx="279">
                  <c:v>0.0168491395785</c:v>
                </c:pt>
                <c:pt idx="280">
                  <c:v>0.0169422005329</c:v>
                </c:pt>
                <c:pt idx="281">
                  <c:v>0.0170360675133</c:v>
                </c:pt>
                <c:pt idx="282">
                  <c:v>0.0171307497131</c:v>
                </c:pt>
                <c:pt idx="283">
                  <c:v>0.0172262564463</c:v>
                </c:pt>
                <c:pt idx="284">
                  <c:v>0.0173225971493</c:v>
                </c:pt>
                <c:pt idx="285">
                  <c:v>0.0174197813819</c:v>
                </c:pt>
                <c:pt idx="286">
                  <c:v>0.0175178188294</c:v>
                </c:pt>
                <c:pt idx="287">
                  <c:v>0.0176167193038</c:v>
                </c:pt>
                <c:pt idx="288">
                  <c:v>0.0177164927455</c:v>
                </c:pt>
                <c:pt idx="289">
                  <c:v>0.0178171492248</c:v>
                </c:pt>
                <c:pt idx="290">
                  <c:v>0.0179186989435</c:v>
                </c:pt>
                <c:pt idx="291">
                  <c:v>0.0180211522364</c:v>
                </c:pt>
                <c:pt idx="292">
                  <c:v>0.0181245195727</c:v>
                </c:pt>
                <c:pt idx="293">
                  <c:v>0.018228811558</c:v>
                </c:pt>
                <c:pt idx="294">
                  <c:v>0.0183340389356</c:v>
                </c:pt>
                <c:pt idx="295">
                  <c:v>0.0184402125879</c:v>
                </c:pt>
                <c:pt idx="296">
                  <c:v>0.0185473435383</c:v>
                </c:pt>
                <c:pt idx="297">
                  <c:v>0.0186554429525</c:v>
                </c:pt>
                <c:pt idx="298">
                  <c:v>0.0187645221401</c:v>
                </c:pt>
                <c:pt idx="299">
                  <c:v>0.0188745925563</c:v>
                </c:pt>
                <c:pt idx="300">
                  <c:v>0.0189856658032</c:v>
                </c:pt>
                <c:pt idx="301">
                  <c:v>0.0190977536316</c:v>
                </c:pt>
                <c:pt idx="302">
                  <c:v>0.0192108679423</c:v>
                </c:pt>
                <c:pt idx="303">
                  <c:v>0.0193250207874</c:v>
                </c:pt>
                <c:pt idx="304">
                  <c:v>0.0194402243724</c:v>
                </c:pt>
                <c:pt idx="305">
                  <c:v>0.0195564910572</c:v>
                </c:pt>
                <c:pt idx="306">
                  <c:v>0.0196738333575</c:v>
                </c:pt>
                <c:pt idx="307">
                  <c:v>0.0197922639465</c:v>
                </c:pt>
                <c:pt idx="308">
                  <c:v>0.0199117956562</c:v>
                </c:pt>
                <c:pt idx="309">
                  <c:v>0.0200324414785</c:v>
                </c:pt>
                <c:pt idx="310">
                  <c:v>0.0201542145671</c:v>
                </c:pt>
                <c:pt idx="311">
                  <c:v>0.0202771282383</c:v>
                </c:pt>
                <c:pt idx="312">
                  <c:v>0.0204011959725</c:v>
                </c:pt>
                <c:pt idx="313">
                  <c:v>0.0205264314153</c:v>
                </c:pt>
                <c:pt idx="314">
                  <c:v>0.0206528483788</c:v>
                </c:pt>
                <c:pt idx="315">
                  <c:v>0.0207804608429</c:v>
                </c:pt>
                <c:pt idx="316">
                  <c:v>0.0209092829559</c:v>
                </c:pt>
                <c:pt idx="317">
                  <c:v>0.021039329036</c:v>
                </c:pt>
                <c:pt idx="318">
                  <c:v>0.0211706135722</c:v>
                </c:pt>
                <c:pt idx="319">
                  <c:v>0.021303151225</c:v>
                </c:pt>
                <c:pt idx="320">
                  <c:v>0.0214369568274</c:v>
                </c:pt>
                <c:pt idx="321">
                  <c:v>0.0215720453858</c:v>
                </c:pt>
                <c:pt idx="322">
                  <c:v>0.0217084320805</c:v>
                </c:pt>
                <c:pt idx="323">
                  <c:v>0.0218461322663</c:v>
                </c:pt>
                <c:pt idx="324">
                  <c:v>0.0219851614733</c:v>
                </c:pt>
                <c:pt idx="325">
                  <c:v>0.0221255354072</c:v>
                </c:pt>
                <c:pt idx="326">
                  <c:v>0.0222672699496</c:v>
                </c:pt>
                <c:pt idx="327">
                  <c:v>0.0224103811583</c:v>
                </c:pt>
                <c:pt idx="328">
                  <c:v>0.0225548852673</c:v>
                </c:pt>
                <c:pt idx="329">
                  <c:v>0.0227007986872</c:v>
                </c:pt>
                <c:pt idx="330">
                  <c:v>0.0228481380047</c:v>
                </c:pt>
                <c:pt idx="331">
                  <c:v>0.0229969199825</c:v>
                </c:pt>
                <c:pt idx="332">
                  <c:v>0.0231471615593</c:v>
                </c:pt>
                <c:pt idx="333">
                  <c:v>0.0232988798484</c:v>
                </c:pt>
                <c:pt idx="334">
                  <c:v>0.023452092138</c:v>
                </c:pt>
                <c:pt idx="335">
                  <c:v>0.02360681589</c:v>
                </c:pt>
                <c:pt idx="336">
                  <c:v>0.0237630687386</c:v>
                </c:pt>
                <c:pt idx="337">
                  <c:v>0.0239208684901</c:v>
                </c:pt>
                <c:pt idx="338">
                  <c:v>0.0240802331204</c:v>
                </c:pt>
                <c:pt idx="339">
                  <c:v>0.0242411807743</c:v>
                </c:pt>
                <c:pt idx="340">
                  <c:v>0.0244037297636</c:v>
                </c:pt>
                <c:pt idx="341">
                  <c:v>0.0245678985646</c:v>
                </c:pt>
                <c:pt idx="342">
                  <c:v>0.0247337058167</c:v>
                </c:pt>
                <c:pt idx="343">
                  <c:v>0.0249011703192</c:v>
                </c:pt>
                <c:pt idx="344">
                  <c:v>0.0250703110294</c:v>
                </c:pt>
                <c:pt idx="345">
                  <c:v>0.0252411470588</c:v>
                </c:pt>
                <c:pt idx="346">
                  <c:v>0.0254136976705</c:v>
                </c:pt>
                <c:pt idx="347">
                  <c:v>0.0255879822758</c:v>
                </c:pt>
                <c:pt idx="348">
                  <c:v>0.0257640204296</c:v>
                </c:pt>
                <c:pt idx="349">
                  <c:v>0.0259418318274</c:v>
                </c:pt>
                <c:pt idx="350">
                  <c:v>0.0261214362998</c:v>
                </c:pt>
                <c:pt idx="351">
                  <c:v>0.0263028538087</c:v>
                </c:pt>
                <c:pt idx="352">
                  <c:v>0.0264861044414</c:v>
                </c:pt>
                <c:pt idx="353">
                  <c:v>0.0266712084057</c:v>
                </c:pt>
                <c:pt idx="354">
                  <c:v>0.0268581860238</c:v>
                </c:pt>
                <c:pt idx="355">
                  <c:v>0.027047057726</c:v>
                </c:pt>
                <c:pt idx="356">
                  <c:v>0.0272378440442</c:v>
                </c:pt>
                <c:pt idx="357">
                  <c:v>0.0274305656046</c:v>
                </c:pt>
                <c:pt idx="358">
                  <c:v>0.0276252431207</c:v>
                </c:pt>
                <c:pt idx="359">
                  <c:v>0.0278218973846</c:v>
                </c:pt>
                <c:pt idx="360">
                  <c:v>0.0280205492593</c:v>
                </c:pt>
                <c:pt idx="361">
                  <c:v>0.0282212196691</c:v>
                </c:pt>
                <c:pt idx="362">
                  <c:v>0.0284239295907</c:v>
                </c:pt>
                <c:pt idx="363">
                  <c:v>0.0286287000431</c:v>
                </c:pt>
                <c:pt idx="364">
                  <c:v>0.0288355520768</c:v>
                </c:pt>
                <c:pt idx="365">
                  <c:v>0.0290445067633</c:v>
                </c:pt>
                <c:pt idx="366">
                  <c:v>0.0292555851832</c:v>
                </c:pt>
                <c:pt idx="367">
                  <c:v>0.0294688084138</c:v>
                </c:pt>
                <c:pt idx="368">
                  <c:v>0.029684197517</c:v>
                </c:pt>
                <c:pt idx="369">
                  <c:v>0.0299017735249</c:v>
                </c:pt>
                <c:pt idx="370">
                  <c:v>0.0301215574267</c:v>
                </c:pt>
                <c:pt idx="371">
                  <c:v>0.0303435701535</c:v>
                </c:pt>
                <c:pt idx="372">
                  <c:v>0.030567832563</c:v>
                </c:pt>
                <c:pt idx="373">
                  <c:v>0.0307943654235</c:v>
                </c:pt>
                <c:pt idx="374">
                  <c:v>0.0310231893971</c:v>
                </c:pt>
                <c:pt idx="375">
                  <c:v>0.0312543250227</c:v>
                </c:pt>
                <c:pt idx="376">
                  <c:v>0.0314877926969</c:v>
                </c:pt>
                <c:pt idx="377">
                  <c:v>0.0317236126561</c:v>
                </c:pt>
                <c:pt idx="378">
                  <c:v>0.0319618049564</c:v>
                </c:pt>
                <c:pt idx="379">
                  <c:v>0.0322023894529</c:v>
                </c:pt>
                <c:pt idx="380">
                  <c:v>0.0324453857793</c:v>
                </c:pt>
                <c:pt idx="381">
                  <c:v>0.0326908133253</c:v>
                </c:pt>
                <c:pt idx="382">
                  <c:v>0.0329386912142</c:v>
                </c:pt>
                <c:pt idx="383">
                  <c:v>0.0331890382793</c:v>
                </c:pt>
                <c:pt idx="384">
                  <c:v>0.0334418730397</c:v>
                </c:pt>
                <c:pt idx="385">
                  <c:v>0.0336972136752</c:v>
                </c:pt>
                <c:pt idx="386">
                  <c:v>0.0339550780003</c:v>
                </c:pt>
                <c:pt idx="387">
                  <c:v>0.034215483438</c:v>
                </c:pt>
                <c:pt idx="388">
                  <c:v>0.0344784469918</c:v>
                </c:pt>
                <c:pt idx="389">
                  <c:v>0.0347439852179</c:v>
                </c:pt>
                <c:pt idx="390">
                  <c:v>0.0350121141959</c:v>
                </c:pt>
                <c:pt idx="391">
                  <c:v>0.0352828494996</c:v>
                </c:pt>
                <c:pt idx="392">
                  <c:v>0.0355562061662</c:v>
                </c:pt>
                <c:pt idx="393">
                  <c:v>0.0358321986649</c:v>
                </c:pt>
                <c:pt idx="394">
                  <c:v>0.0361108408656</c:v>
                </c:pt>
                <c:pt idx="395">
                  <c:v>0.0363921460059</c:v>
                </c:pt>
                <c:pt idx="396">
                  <c:v>0.0366761266583</c:v>
                </c:pt>
                <c:pt idx="397">
                  <c:v>0.0369627946961</c:v>
                </c:pt>
                <c:pt idx="398">
                  <c:v>0.037252161259</c:v>
                </c:pt>
                <c:pt idx="399">
                  <c:v>0.0375442367184</c:v>
                </c:pt>
                <c:pt idx="400">
                  <c:v>0.0378390306421</c:v>
                </c:pt>
                <c:pt idx="401">
                  <c:v>0.0381365517581</c:v>
                </c:pt>
                <c:pt idx="402">
                  <c:v>0.0384368079184</c:v>
                </c:pt>
                <c:pt idx="403">
                  <c:v>0.0387398060629</c:v>
                </c:pt>
                <c:pt idx="404">
                  <c:v>0.0390455521818</c:v>
                </c:pt>
                <c:pt idx="405">
                  <c:v>0.0393540512793</c:v>
                </c:pt>
                <c:pt idx="406">
                  <c:v>0.0396653073357</c:v>
                </c:pt>
                <c:pt idx="407">
                  <c:v>0.0399793232706</c:v>
                </c:pt>
                <c:pt idx="408">
                  <c:v>0.0402961009054</c:v>
                </c:pt>
                <c:pt idx="409">
                  <c:v>0.0406156409261</c:v>
                </c:pt>
                <c:pt idx="410">
                  <c:v>0.0409379428465</c:v>
                </c:pt>
                <c:pt idx="411">
                  <c:v>0.0412630049713</c:v>
                </c:pt>
                <c:pt idx="412">
                  <c:v>0.0415908243597</c:v>
                </c:pt>
                <c:pt idx="413">
                  <c:v>0.0419213967896</c:v>
                </c:pt>
                <c:pt idx="414">
                  <c:v>0.0422547167223</c:v>
                </c:pt>
                <c:pt idx="415">
                  <c:v>0.0425907772677</c:v>
                </c:pt>
                <c:pt idx="416">
                  <c:v>0.0429295701506</c:v>
                </c:pt>
                <c:pt idx="417">
                  <c:v>0.0432710856774</c:v>
                </c:pt>
                <c:pt idx="418">
                  <c:v>0.0436153127047</c:v>
                </c:pt>
                <c:pt idx="419">
                  <c:v>0.0439622386076</c:v>
                </c:pt>
                <c:pt idx="420">
                  <c:v>0.0443118492512</c:v>
                </c:pt>
                <c:pt idx="421">
                  <c:v>0.0446641289612</c:v>
                </c:pt>
                <c:pt idx="422">
                  <c:v>0.0450190604982</c:v>
                </c:pt>
                <c:pt idx="423">
                  <c:v>0.0453766250317</c:v>
                </c:pt>
                <c:pt idx="424">
                  <c:v>0.0457368021174</c:v>
                </c:pt>
                <c:pt idx="425">
                  <c:v>0.0460995696751</c:v>
                </c:pt>
                <c:pt idx="426">
                  <c:v>0.0464649039693</c:v>
                </c:pt>
                <c:pt idx="427">
                  <c:v>0.0468327795916</c:v>
                </c:pt>
                <c:pt idx="428">
                  <c:v>0.0472031694458</c:v>
                </c:pt>
                <c:pt idx="429">
                  <c:v>0.0475760447341</c:v>
                </c:pt>
                <c:pt idx="430">
                  <c:v>0.047951374947</c:v>
                </c:pt>
                <c:pt idx="431">
                  <c:v>0.048329127855</c:v>
                </c:pt>
                <c:pt idx="432">
                  <c:v>0.0487092695034</c:v>
                </c:pt>
                <c:pt idx="433">
                  <c:v>0.0490917642087</c:v>
                </c:pt>
                <c:pt idx="434">
                  <c:v>0.0494765745595</c:v>
                </c:pt>
                <c:pt idx="435">
                  <c:v>0.0498636614184</c:v>
                </c:pt>
                <c:pt idx="436">
                  <c:v>0.0502529839282</c:v>
                </c:pt>
                <c:pt idx="437">
                  <c:v>0.0506444995205</c:v>
                </c:pt>
                <c:pt idx="438">
                  <c:v>0.0510381639273</c:v>
                </c:pt>
                <c:pt idx="439">
                  <c:v>0.0514339311953</c:v>
                </c:pt>
                <c:pt idx="440">
                  <c:v>0.0518317537047</c:v>
                </c:pt>
                <c:pt idx="441">
                  <c:v>0.052231582189</c:v>
                </c:pt>
                <c:pt idx="442">
                  <c:v>0.0526333657598</c:v>
                </c:pt>
                <c:pt idx="443">
                  <c:v>0.0530370519334</c:v>
                </c:pt>
                <c:pt idx="444">
                  <c:v>0.0534425866615</c:v>
                </c:pt>
                <c:pt idx="445">
                  <c:v>0.0538499143641</c:v>
                </c:pt>
                <c:pt idx="446">
                  <c:v>0.054258977966</c:v>
                </c:pt>
                <c:pt idx="447">
                  <c:v>0.0546697189362</c:v>
                </c:pt>
                <c:pt idx="448">
                  <c:v>0.0550820773301</c:v>
                </c:pt>
                <c:pt idx="449">
                  <c:v>0.0554959918347</c:v>
                </c:pt>
                <c:pt idx="450">
                  <c:v>0.0559113998163</c:v>
                </c:pt>
                <c:pt idx="451">
                  <c:v>0.0563282373717</c:v>
                </c:pt>
                <c:pt idx="452">
                  <c:v>0.056746439381</c:v>
                </c:pt>
                <c:pt idx="453">
                  <c:v>0.0571659395637</c:v>
                </c:pt>
                <c:pt idx="454">
                  <c:v>0.0575866705369</c:v>
                </c:pt>
                <c:pt idx="455">
                  <c:v>0.0580085638758</c:v>
                </c:pt>
                <c:pt idx="456">
                  <c:v>0.0584315501765</c:v>
                </c:pt>
                <c:pt idx="457">
                  <c:v>0.0588555591206</c:v>
                </c:pt>
                <c:pt idx="458">
                  <c:v>0.059280519542</c:v>
                </c:pt>
                <c:pt idx="459">
                  <c:v>0.0597063594954</c:v>
                </c:pt>
                <c:pt idx="460">
                  <c:v>0.0601330063262</c:v>
                </c:pt>
                <c:pt idx="461">
                  <c:v>0.0605603867421</c:v>
                </c:pt>
                <c:pt idx="462">
                  <c:v>0.0609884268861</c:v>
                </c:pt>
                <c:pt idx="463">
                  <c:v>0.0614170524102</c:v>
                </c:pt>
                <c:pt idx="464">
                  <c:v>0.0618461885508</c:v>
                </c:pt>
                <c:pt idx="465">
                  <c:v>0.0622757602043</c:v>
                </c:pt>
                <c:pt idx="466">
                  <c:v>0.0627056920038</c:v>
                </c:pt>
                <c:pt idx="467">
                  <c:v>0.0631359083963</c:v>
                </c:pt>
                <c:pt idx="468">
                  <c:v>0.0635663337198</c:v>
                </c:pt>
                <c:pt idx="469">
                  <c:v>0.0639968922815</c:v>
                </c:pt>
                <c:pt idx="470">
                  <c:v>0.064427508435</c:v>
                </c:pt>
                <c:pt idx="471">
                  <c:v>0.0648581066583</c:v>
                </c:pt>
                <c:pt idx="472">
                  <c:v>0.0652886116306</c:v>
                </c:pt>
                <c:pt idx="473">
                  <c:v>0.0657189483098</c:v>
                </c:pt>
                <c:pt idx="474">
                  <c:v>0.0661490420081</c:v>
                </c:pt>
                <c:pt idx="475">
                  <c:v>0.0665788184682</c:v>
                </c:pt>
                <c:pt idx="476">
                  <c:v>0.0670082039371</c:v>
                </c:pt>
                <c:pt idx="477">
                  <c:v>0.0674371252403</c:v>
                </c:pt>
                <c:pt idx="478">
                  <c:v>0.0678655098534</c:v>
                </c:pt>
                <c:pt idx="479">
                  <c:v>0.0682932859737</c:v>
                </c:pt>
                <c:pt idx="480">
                  <c:v>0.0687203825891</c:v>
                </c:pt>
                <c:pt idx="481">
                  <c:v>0.0691467295458</c:v>
                </c:pt>
                <c:pt idx="482">
                  <c:v>0.0695722576145</c:v>
                </c:pt>
                <c:pt idx="483">
                  <c:v>0.069996898554</c:v>
                </c:pt>
                <c:pt idx="484">
                  <c:v>0.0704205851733</c:v>
                </c:pt>
                <c:pt idx="485">
                  <c:v>0.0708432513913</c:v>
                </c:pt>
                <c:pt idx="486">
                  <c:v>0.0712648322937</c:v>
                </c:pt>
                <c:pt idx="487">
                  <c:v>0.0716852641883</c:v>
                </c:pt>
                <c:pt idx="488">
                  <c:v>0.0721044846573</c:v>
                </c:pt>
                <c:pt idx="489">
                  <c:v>0.0725224326068</c:v>
                </c:pt>
                <c:pt idx="490">
                  <c:v>0.0729390483138</c:v>
                </c:pt>
                <c:pt idx="491">
                  <c:v>0.0733542734701</c:v>
                </c:pt>
                <c:pt idx="492">
                  <c:v>0.0737680512239</c:v>
                </c:pt>
                <c:pt idx="493">
                  <c:v>0.0741803262178</c:v>
                </c:pt>
                <c:pt idx="494">
                  <c:v>0.0745910446237</c:v>
                </c:pt>
                <c:pt idx="495">
                  <c:v>0.0750001541753</c:v>
                </c:pt>
                <c:pt idx="496">
                  <c:v>0.0754076041969</c:v>
                </c:pt>
                <c:pt idx="497">
                  <c:v>0.0758133456295</c:v>
                </c:pt>
                <c:pt idx="498">
                  <c:v>0.076217331053</c:v>
                </c:pt>
                <c:pt idx="499">
                  <c:v>0.0766195147066</c:v>
                </c:pt>
                <c:pt idx="500">
                  <c:v>0.0770198525043</c:v>
                </c:pt>
                <c:pt idx="501">
                  <c:v>0.077418302049</c:v>
                </c:pt>
                <c:pt idx="502">
                  <c:v>0.0778148226424</c:v>
                </c:pt>
                <c:pt idx="503">
                  <c:v>0.0782093752925</c:v>
                </c:pt>
                <c:pt idx="504">
                  <c:v>0.0786019227173</c:v>
                </c:pt>
                <c:pt idx="505">
                  <c:v>0.0789924293468</c:v>
                </c:pt>
                <c:pt idx="506">
                  <c:v>0.0793808613211</c:v>
                </c:pt>
                <c:pt idx="507">
                  <c:v>0.0797671864862</c:v>
                </c:pt>
                <c:pt idx="508">
                  <c:v>0.0801513743869</c:v>
                </c:pt>
                <c:pt idx="509">
                  <c:v>0.0805333962575</c:v>
                </c:pt>
                <c:pt idx="510">
                  <c:v>0.0809132250097</c:v>
                </c:pt>
                <c:pt idx="511">
                  <c:v>0.0812908352182</c:v>
                </c:pt>
                <c:pt idx="512">
                  <c:v>0.0816662031037</c:v>
                </c:pt>
                <c:pt idx="513">
                  <c:v>0.0820393065146</c:v>
                </c:pt>
                <c:pt idx="514">
                  <c:v>0.0824101249057</c:v>
                </c:pt>
                <c:pt idx="515">
                  <c:v>0.0827786393156</c:v>
                </c:pt>
                <c:pt idx="516">
                  <c:v>0.083144832342</c:v>
                </c:pt>
                <c:pt idx="517">
                  <c:v>0.0835086881158</c:v>
                </c:pt>
                <c:pt idx="518">
                  <c:v>0.0838701922725</c:v>
                </c:pt>
                <c:pt idx="519">
                  <c:v>0.0842293319239</c:v>
                </c:pt>
                <c:pt idx="520">
                  <c:v>0.0845860956267</c:v>
                </c:pt>
                <c:pt idx="521">
                  <c:v>0.0849404733513</c:v>
                </c:pt>
                <c:pt idx="522">
                  <c:v>0.0852924564485</c:v>
                </c:pt>
                <c:pt idx="523">
                  <c:v>0.0856420376162</c:v>
                </c:pt>
                <c:pt idx="524">
                  <c:v>0.0859892108643</c:v>
                </c:pt>
                <c:pt idx="525">
                  <c:v>0.0863339714796</c:v>
                </c:pt>
                <c:pt idx="526">
                  <c:v>0.0866763159898</c:v>
                </c:pt>
                <c:pt idx="527">
                  <c:v>0.0870162421267</c:v>
                </c:pt>
                <c:pt idx="528">
                  <c:v>0.0873537487895</c:v>
                </c:pt>
                <c:pt idx="529">
                  <c:v>0.0876888360075</c:v>
                </c:pt>
                <c:pt idx="530">
                  <c:v>0.0880215049026</c:v>
                </c:pt>
                <c:pt idx="531">
                  <c:v>0.0883517576517</c:v>
                </c:pt>
                <c:pt idx="532">
                  <c:v>0.0886795974491</c:v>
                </c:pt>
                <c:pt idx="533">
                  <c:v>0.0890050284685</c:v>
                </c:pt>
                <c:pt idx="534">
                  <c:v>0.0893280558262</c:v>
                </c:pt>
                <c:pt idx="535">
                  <c:v>0.0896486855433</c:v>
                </c:pt>
                <c:pt idx="536">
                  <c:v>0.0899669245086</c:v>
                </c:pt>
                <c:pt idx="537">
                  <c:v>0.0902827804423</c:v>
                </c:pt>
                <c:pt idx="538">
                  <c:v>0.0905962618596</c:v>
                </c:pt>
                <c:pt idx="539">
                  <c:v>0.0909073780346</c:v>
                </c:pt>
                <c:pt idx="540">
                  <c:v>0.0912161389652</c:v>
                </c:pt>
                <c:pt idx="541">
                  <c:v>0.0915225553382</c:v>
                </c:pt>
                <c:pt idx="542">
                  <c:v>0.0918266384955</c:v>
                </c:pt>
                <c:pt idx="543">
                  <c:v>0.0921284003999</c:v>
                </c:pt>
                <c:pt idx="544">
                  <c:v>0.092427853603</c:v>
                </c:pt>
                <c:pt idx="545">
                  <c:v>0.0927250112126</c:v>
                </c:pt>
                <c:pt idx="546">
                  <c:v>0.0930198868611</c:v>
                </c:pt>
                <c:pt idx="547">
                  <c:v>0.0933124946756</c:v>
                </c:pt>
                <c:pt idx="548">
                  <c:v>0.0936028492473</c:v>
                </c:pt>
                <c:pt idx="549">
                  <c:v>0.0938909656027</c:v>
                </c:pt>
                <c:pt idx="550">
                  <c:v>0.0941768591753</c:v>
                </c:pt>
                <c:pt idx="551">
                  <c:v>0.0944605457782</c:v>
                </c:pt>
                <c:pt idx="552">
                  <c:v>0.094742041577</c:v>
                </c:pt>
                <c:pt idx="553">
                  <c:v>0.0950213630647</c:v>
                </c:pt>
                <c:pt idx="554">
                  <c:v>0.0952985270358</c:v>
                </c:pt>
                <c:pt idx="555">
                  <c:v>0.0955735505628</c:v>
                </c:pt>
                <c:pt idx="556">
                  <c:v>0.0958464509722</c:v>
                </c:pt>
                <c:pt idx="557">
                  <c:v>0.0961172458223</c:v>
                </c:pt>
                <c:pt idx="558">
                  <c:v>0.0963859528812</c:v>
                </c:pt>
                <c:pt idx="559">
                  <c:v>0.0966525901055</c:v>
                </c:pt>
                <c:pt idx="560">
                  <c:v>0.0969171756207</c:v>
                </c:pt>
                <c:pt idx="561">
                  <c:v>0.097179727701</c:v>
                </c:pt>
                <c:pt idx="562">
                  <c:v>0.0974402647509</c:v>
                </c:pt>
                <c:pt idx="563">
                  <c:v>0.0976988052873</c:v>
                </c:pt>
                <c:pt idx="564">
                  <c:v>0.0979553679218</c:v>
                </c:pt>
                <c:pt idx="565">
                  <c:v>0.0982099713448</c:v>
                </c:pt>
                <c:pt idx="566">
                  <c:v>0.098462634309</c:v>
                </c:pt>
                <c:pt idx="567">
                  <c:v>0.098713375615</c:v>
                </c:pt>
                <c:pt idx="568">
                  <c:v>0.0989622140959</c:v>
                </c:pt>
                <c:pt idx="569">
                  <c:v>0.0992091686043</c:v>
                </c:pt>
                <c:pt idx="570">
                  <c:v>0.0994542579989</c:v>
                </c:pt>
                <c:pt idx="571">
                  <c:v>0.0996975011318</c:v>
                </c:pt>
                <c:pt idx="572">
                  <c:v>0.0999389168367</c:v>
                </c:pt>
                <c:pt idx="573">
                  <c:v>0.100178523918</c:v>
                </c:pt>
                <c:pt idx="574">
                  <c:v>0.100416341139</c:v>
                </c:pt>
                <c:pt idx="575">
                  <c:v>0.100652387212</c:v>
                </c:pt>
                <c:pt idx="576">
                  <c:v>0.100886680792</c:v>
                </c:pt>
                <c:pt idx="577">
                  <c:v>0.10111924046</c:v>
                </c:pt>
                <c:pt idx="578">
                  <c:v>0.101350084724</c:v>
                </c:pt>
                <c:pt idx="579">
                  <c:v>0.101579232002</c:v>
                </c:pt>
                <c:pt idx="580">
                  <c:v>0.101806700621</c:v>
                </c:pt>
                <c:pt idx="581">
                  <c:v>0.102032508805</c:v>
                </c:pt>
                <c:pt idx="582">
                  <c:v>0.102256674672</c:v>
                </c:pt>
                <c:pt idx="583">
                  <c:v>0.102479216226</c:v>
                </c:pt>
                <c:pt idx="584">
                  <c:v>0.10270015135</c:v>
                </c:pt>
                <c:pt idx="585">
                  <c:v>0.102919497802</c:v>
                </c:pt>
                <c:pt idx="586">
                  <c:v>0.103137273211</c:v>
                </c:pt>
                <c:pt idx="587">
                  <c:v>0.103353495068</c:v>
                </c:pt>
                <c:pt idx="588">
                  <c:v>0.103568180724</c:v>
                </c:pt>
                <c:pt idx="589">
                  <c:v>0.103781347387</c:v>
                </c:pt>
                <c:pt idx="590">
                  <c:v>0.103993012117</c:v>
                </c:pt>
                <c:pt idx="591">
                  <c:v>0.104203191822</c:v>
                </c:pt>
                <c:pt idx="592">
                  <c:v>0.104411903252</c:v>
                </c:pt>
                <c:pt idx="593">
                  <c:v>0.104619163003</c:v>
                </c:pt>
                <c:pt idx="594">
                  <c:v>0.104824987507</c:v>
                </c:pt>
                <c:pt idx="595">
                  <c:v>0.105029393033</c:v>
                </c:pt>
                <c:pt idx="596">
                  <c:v>0.105232395684</c:v>
                </c:pt>
                <c:pt idx="597">
                  <c:v>0.105434011396</c:v>
                </c:pt>
                <c:pt idx="598">
                  <c:v>0.105634255933</c:v>
                </c:pt>
                <c:pt idx="599">
                  <c:v>0.105833144889</c:v>
                </c:pt>
                <c:pt idx="600">
                  <c:v>0.106030693682</c:v>
                </c:pt>
                <c:pt idx="601">
                  <c:v>0.106226917558</c:v>
                </c:pt>
                <c:pt idx="602">
                  <c:v>0.106421831588</c:v>
                </c:pt>
                <c:pt idx="603">
                  <c:v>0.106615450662</c:v>
                </c:pt>
                <c:pt idx="604">
                  <c:v>0.106807789497</c:v>
                </c:pt>
                <c:pt idx="605">
                  <c:v>0.10699886263</c:v>
                </c:pt>
                <c:pt idx="606">
                  <c:v>0.107188684418</c:v>
                </c:pt>
                <c:pt idx="607">
                  <c:v>0.107377269041</c:v>
                </c:pt>
                <c:pt idx="608">
                  <c:v>0.107564630498</c:v>
                </c:pt>
                <c:pt idx="609">
                  <c:v>0.107750782611</c:v>
                </c:pt>
                <c:pt idx="610">
                  <c:v>0.107935739019</c:v>
                </c:pt>
                <c:pt idx="611">
                  <c:v>0.108119513185</c:v>
                </c:pt>
                <c:pt idx="612">
                  <c:v>0.108302118389</c:v>
                </c:pt>
                <c:pt idx="613">
                  <c:v>0.108483567736</c:v>
                </c:pt>
                <c:pt idx="614">
                  <c:v>0.108663874148</c:v>
                </c:pt>
                <c:pt idx="615">
                  <c:v>0.108843050373</c:v>
                </c:pt>
                <c:pt idx="616">
                  <c:v>0.109021108979</c:v>
                </c:pt>
                <c:pt idx="617">
                  <c:v>0.109198062356</c:v>
                </c:pt>
                <c:pt idx="618">
                  <c:v>0.109373922718</c:v>
                </c:pt>
                <c:pt idx="619">
                  <c:v>0.109548702103</c:v>
                </c:pt>
                <c:pt idx="620">
                  <c:v>0.109722412375</c:v>
                </c:pt>
                <c:pt idx="621">
                  <c:v>0.10989506522</c:v>
                </c:pt>
                <c:pt idx="622">
                  <c:v>0.110066672154</c:v>
                </c:pt>
                <c:pt idx="623">
                  <c:v>0.110237244517</c:v>
                </c:pt>
                <c:pt idx="624">
                  <c:v>0.110406793479</c:v>
                </c:pt>
                <c:pt idx="625">
                  <c:v>0.110575330038</c:v>
                </c:pt>
                <c:pt idx="626">
                  <c:v>0.110742865021</c:v>
                </c:pt>
                <c:pt idx="627">
                  <c:v>0.110909409086</c:v>
                </c:pt>
                <c:pt idx="628">
                  <c:v>0.111074972725</c:v>
                </c:pt>
                <c:pt idx="629">
                  <c:v>0.111239566259</c:v>
                </c:pt>
                <c:pt idx="630">
                  <c:v>0.111403199846</c:v>
                </c:pt>
                <c:pt idx="631">
                  <c:v>0.111565883477</c:v>
                </c:pt>
                <c:pt idx="632">
                  <c:v>0.11172762698</c:v>
                </c:pt>
                <c:pt idx="633">
                  <c:v>0.111888440021</c:v>
                </c:pt>
                <c:pt idx="634">
                  <c:v>0.112048332102</c:v>
                </c:pt>
                <c:pt idx="635">
                  <c:v>0.112207312566</c:v>
                </c:pt>
                <c:pt idx="636">
                  <c:v>0.112365390597</c:v>
                </c:pt>
                <c:pt idx="637">
                  <c:v>0.112522575221</c:v>
                </c:pt>
                <c:pt idx="638">
                  <c:v>0.112678875305</c:v>
                </c:pt>
                <c:pt idx="639">
                  <c:v>0.112834299563</c:v>
                </c:pt>
                <c:pt idx="640">
                  <c:v>0.112988856552</c:v>
                </c:pt>
                <c:pt idx="641">
                  <c:v>0.113142554677</c:v>
                </c:pt>
                <c:pt idx="642">
                  <c:v>0.113295402191</c:v>
                </c:pt>
                <c:pt idx="643">
                  <c:v>0.113447407194</c:v>
                </c:pt>
                <c:pt idx="644">
                  <c:v>0.113598577639</c:v>
                </c:pt>
                <c:pt idx="645">
                  <c:v>0.113748921328</c:v>
                </c:pt>
                <c:pt idx="646">
                  <c:v>0.113898445916</c:v>
                </c:pt>
                <c:pt idx="647">
                  <c:v>0.114047158913</c:v>
                </c:pt>
                <c:pt idx="648">
                  <c:v>0.114195067681</c:v>
                </c:pt>
                <c:pt idx="649">
                  <c:v>0.114342179439</c:v>
                </c:pt>
                <c:pt idx="650">
                  <c:v>0.114488501264</c:v>
                </c:pt>
                <c:pt idx="651">
                  <c:v>0.11463404009</c:v>
                </c:pt>
                <c:pt idx="652">
                  <c:v>0.11477880271</c:v>
                </c:pt>
                <c:pt idx="653">
                  <c:v>0.114922795778</c:v>
                </c:pt>
                <c:pt idx="654">
                  <c:v>0.115066025807</c:v>
                </c:pt>
                <c:pt idx="655">
                  <c:v>0.115208499175</c:v>
                </c:pt>
                <c:pt idx="656">
                  <c:v>0.115350222123</c:v>
                </c:pt>
                <c:pt idx="657">
                  <c:v>0.115491200753</c:v>
                </c:pt>
                <c:pt idx="658">
                  <c:v>0.115631441038</c:v>
                </c:pt>
                <c:pt idx="659">
                  <c:v>0.115770948813</c:v>
                </c:pt>
                <c:pt idx="660">
                  <c:v>0.115909729781</c:v>
                </c:pt>
                <c:pt idx="661">
                  <c:v>0.116047789515</c:v>
                </c:pt>
                <c:pt idx="662">
                  <c:v>0.116185133456</c:v>
                </c:pt>
                <c:pt idx="663">
                  <c:v>0.116321766917</c:v>
                </c:pt>
                <c:pt idx="664">
                  <c:v>0.11645769508</c:v>
                </c:pt>
                <c:pt idx="665">
                  <c:v>0.116592923001</c:v>
                </c:pt>
                <c:pt idx="666">
                  <c:v>0.116727455607</c:v>
                </c:pt>
                <c:pt idx="667">
                  <c:v>0.116861297702</c:v>
                </c:pt>
                <c:pt idx="668">
                  <c:v>0.116994453963</c:v>
                </c:pt>
                <c:pt idx="669">
                  <c:v>0.117126928942</c:v>
                </c:pt>
                <c:pt idx="670">
                  <c:v>0.11725872707</c:v>
                </c:pt>
                <c:pt idx="671">
                  <c:v>0.117389852652</c:v>
                </c:pt>
                <c:pt idx="672">
                  <c:v>0.117520309874</c:v>
                </c:pt>
                <c:pt idx="673">
                  <c:v>0.117650102799</c:v>
                </c:pt>
                <c:pt idx="674">
                  <c:v>0.117779235371</c:v>
                </c:pt>
                <c:pt idx="675">
                  <c:v>0.117907711413</c:v>
                </c:pt>
                <c:pt idx="676">
                  <c:v>0.118035534631</c:v>
                </c:pt>
                <c:pt idx="677">
                  <c:v>0.11816270861</c:v>
                </c:pt>
                <c:pt idx="678">
                  <c:v>0.118289236819</c:v>
                </c:pt>
                <c:pt idx="679">
                  <c:v>0.118415122611</c:v>
                </c:pt>
                <c:pt idx="680">
                  <c:v>0.118540369219</c:v>
                </c:pt>
                <c:pt idx="681">
                  <c:v>0.118664979765</c:v>
                </c:pt>
                <c:pt idx="682">
                  <c:v>0.118788957251</c:v>
                </c:pt>
                <c:pt idx="683">
                  <c:v>0.118912304567</c:v>
                </c:pt>
                <c:pt idx="684">
                  <c:v>0.119035024488</c:v>
                </c:pt>
                <c:pt idx="685">
                  <c:v>0.119157119677</c:v>
                </c:pt>
                <c:pt idx="686">
                  <c:v>0.119278592681</c:v>
                </c:pt>
                <c:pt idx="687">
                  <c:v>0.119399445935</c:v>
                </c:pt>
                <c:pt idx="688">
                  <c:v>0.119519681764</c:v>
                </c:pt>
                <c:pt idx="689">
                  <c:v>0.119639302378</c:v>
                </c:pt>
                <c:pt idx="690">
                  <c:v>0.119758309878</c:v>
                </c:pt>
                <c:pt idx="691">
                  <c:v>0.119876706253</c:v>
                </c:pt>
                <c:pt idx="692">
                  <c:v>0.11999449338</c:v>
                </c:pt>
                <c:pt idx="693">
                  <c:v>0.120111673027</c:v>
                </c:pt>
                <c:pt idx="694">
                  <c:v>0.120228246852</c:v>
                </c:pt>
                <c:pt idx="695">
                  <c:v>0.120344216402</c:v>
                </c:pt>
                <c:pt idx="696">
                  <c:v>0.120459583117</c:v>
                </c:pt>
                <c:pt idx="697">
                  <c:v>0.120574348323</c:v>
                </c:pt>
                <c:pt idx="698">
                  <c:v>0.120688513242</c:v>
                </c:pt>
                <c:pt idx="699">
                  <c:v>0.120802078984</c:v>
                </c:pt>
                <c:pt idx="700">
                  <c:v>0.12091504655</c:v>
                </c:pt>
                <c:pt idx="701">
                  <c:v>0.121027416833</c:v>
                </c:pt>
                <c:pt idx="702">
                  <c:v>0.121139190617</c:v>
                </c:pt>
                <c:pt idx="703">
                  <c:v>0.121250368578</c:v>
                </c:pt>
                <c:pt idx="704">
                  <c:v>0.121360951284</c:v>
                </c:pt>
                <c:pt idx="705">
                  <c:v>0.121470939192</c:v>
                </c:pt>
                <c:pt idx="706">
                  <c:v>0.121580332652</c:v>
                </c:pt>
                <c:pt idx="707">
                  <c:v>0.121689131905</c:v>
                </c:pt>
                <c:pt idx="708">
                  <c:v>0.121797337084</c:v>
                </c:pt>
                <c:pt idx="709">
                  <c:v>0.121904948212</c:v>
                </c:pt>
                <c:pt idx="710">
                  <c:v>0.122011965204</c:v>
                </c:pt>
                <c:pt idx="711">
                  <c:v>0.122118387865</c:v>
                </c:pt>
                <c:pt idx="712">
                  <c:v>0.122224215892</c:v>
                </c:pt>
                <c:pt idx="713">
                  <c:v>0.122329448871</c:v>
                </c:pt>
                <c:pt idx="714">
                  <c:v>0.122434086279</c:v>
                </c:pt>
                <c:pt idx="715">
                  <c:v>0.122538127484</c:v>
                </c:pt>
                <c:pt idx="716">
                  <c:v>0.122641571742</c:v>
                </c:pt>
                <c:pt idx="717">
                  <c:v>0.1227444182</c:v>
                </c:pt>
                <c:pt idx="718">
                  <c:v>0.122846665894</c:v>
                </c:pt>
                <c:pt idx="719">
                  <c:v>0.122948313747</c:v>
                </c:pt>
                <c:pt idx="720">
                  <c:v>0.123049360572</c:v>
                </c:pt>
                <c:pt idx="721">
                  <c:v>0.123149805071</c:v>
                </c:pt>
                <c:pt idx="722">
                  <c:v>0.123249645831</c:v>
                </c:pt>
                <c:pt idx="723">
                  <c:v>0.123348881329</c:v>
                </c:pt>
                <c:pt idx="724">
                  <c:v>0.123447509925</c:v>
                </c:pt>
                <c:pt idx="725">
                  <c:v>0.123545529869</c:v>
                </c:pt>
                <c:pt idx="726">
                  <c:v>0.123642939294</c:v>
                </c:pt>
                <c:pt idx="727">
                  <c:v>0.123739736219</c:v>
                </c:pt>
                <c:pt idx="728">
                  <c:v>0.123835918546</c:v>
                </c:pt>
                <c:pt idx="729">
                  <c:v>0.123931484064</c:v>
                </c:pt>
                <c:pt idx="730">
                  <c:v>0.12402643044</c:v>
                </c:pt>
                <c:pt idx="731">
                  <c:v>0.124120755229</c:v>
                </c:pt>
                <c:pt idx="732">
                  <c:v>0.124214455864</c:v>
                </c:pt>
                <c:pt idx="733">
                  <c:v>0.124307529659</c:v>
                </c:pt>
                <c:pt idx="734">
                  <c:v>0.124399973811</c:v>
                </c:pt>
                <c:pt idx="735">
                  <c:v>0.124491785393</c:v>
                </c:pt>
                <c:pt idx="736">
                  <c:v>0.124582961359</c:v>
                </c:pt>
                <c:pt idx="737">
                  <c:v>0.12467349854</c:v>
                </c:pt>
                <c:pt idx="738">
                  <c:v>0.124763393643</c:v>
                </c:pt>
                <c:pt idx="739">
                  <c:v>0.124852643253</c:v>
                </c:pt>
                <c:pt idx="740">
                  <c:v>0.124941243828</c:v>
                </c:pt>
                <c:pt idx="741">
                  <c:v>0.125029191702</c:v>
                </c:pt>
                <c:pt idx="742">
                  <c:v>0.125116483081</c:v>
                </c:pt>
                <c:pt idx="743">
                  <c:v>0.125203114044</c:v>
                </c:pt>
                <c:pt idx="744">
                  <c:v>0.12528908054</c:v>
                </c:pt>
                <c:pt idx="745">
                  <c:v>0.125374378389</c:v>
                </c:pt>
                <c:pt idx="746">
                  <c:v>0.125459003281</c:v>
                </c:pt>
                <c:pt idx="747">
                  <c:v>0.125542950773</c:v>
                </c:pt>
                <c:pt idx="748">
                  <c:v>0.125626216288</c:v>
                </c:pt>
                <c:pt idx="749">
                  <c:v>0.125708795117</c:v>
                </c:pt>
                <c:pt idx="750">
                  <c:v>0.125790682413</c:v>
                </c:pt>
                <c:pt idx="751">
                  <c:v>0.125871873195</c:v>
                </c:pt>
                <c:pt idx="752">
                  <c:v>0.125952362341</c:v>
                </c:pt>
                <c:pt idx="753">
                  <c:v>0.126032144593</c:v>
                </c:pt>
                <c:pt idx="754">
                  <c:v>0.126111214551</c:v>
                </c:pt>
                <c:pt idx="755">
                  <c:v>0.126189566674</c:v>
                </c:pt>
                <c:pt idx="756">
                  <c:v>0.126267195276</c:v>
                </c:pt>
                <c:pt idx="757">
                  <c:v>0.126344094529</c:v>
                </c:pt>
                <c:pt idx="758">
                  <c:v>0.126420258458</c:v>
                </c:pt>
                <c:pt idx="759">
                  <c:v>0.126495680942</c:v>
                </c:pt>
                <c:pt idx="760">
                  <c:v>0.126570355709</c:v>
                </c:pt>
                <c:pt idx="761">
                  <c:v>0.126644276339</c:v>
                </c:pt>
                <c:pt idx="762">
                  <c:v>0.126717436259</c:v>
                </c:pt>
                <c:pt idx="763">
                  <c:v>0.126789828744</c:v>
                </c:pt>
                <c:pt idx="764">
                  <c:v>0.126861446913</c:v>
                </c:pt>
                <c:pt idx="765">
                  <c:v>0.12693228373</c:v>
                </c:pt>
                <c:pt idx="766">
                  <c:v>0.127002332</c:v>
                </c:pt>
                <c:pt idx="767">
                  <c:v>0.12707158437</c:v>
                </c:pt>
                <c:pt idx="768">
                  <c:v>0.127140033324</c:v>
                </c:pt>
                <c:pt idx="769">
                  <c:v>0.127207671184</c:v>
                </c:pt>
                <c:pt idx="770">
                  <c:v>0.127274490107</c:v>
                </c:pt>
                <c:pt idx="771">
                  <c:v>0.127340482084</c:v>
                </c:pt>
                <c:pt idx="772">
                  <c:v>0.127405638939</c:v>
                </c:pt>
                <c:pt idx="773">
                  <c:v>0.127469952324</c:v>
                </c:pt>
                <c:pt idx="774">
                  <c:v>0.12753341372</c:v>
                </c:pt>
                <c:pt idx="775">
                  <c:v>0.127596014435</c:v>
                </c:pt>
                <c:pt idx="776">
                  <c:v>0.127657745601</c:v>
                </c:pt>
                <c:pt idx="777">
                  <c:v>0.127718598173</c:v>
                </c:pt>
                <c:pt idx="778">
                  <c:v>0.127778562926</c:v>
                </c:pt>
                <c:pt idx="779">
                  <c:v>0.127837630454</c:v>
                </c:pt>
                <c:pt idx="780">
                  <c:v>0.127895791168</c:v>
                </c:pt>
                <c:pt idx="781">
                  <c:v>0.127953035292</c:v>
                </c:pt>
                <c:pt idx="782">
                  <c:v>0.128009352865</c:v>
                </c:pt>
                <c:pt idx="783">
                  <c:v>0.128064733735</c:v>
                </c:pt>
                <c:pt idx="784">
                  <c:v>0.128119167559</c:v>
                </c:pt>
                <c:pt idx="785">
                  <c:v>0.128172643798</c:v>
                </c:pt>
                <c:pt idx="786">
                  <c:v>0.12822515172</c:v>
                </c:pt>
                <c:pt idx="787">
                  <c:v>0.128276680394</c:v>
                </c:pt>
                <c:pt idx="788">
                  <c:v>0.128327218688</c:v>
                </c:pt>
                <c:pt idx="789">
                  <c:v>0.128376755268</c:v>
                </c:pt>
                <c:pt idx="790">
                  <c:v>0.128425278593</c:v>
                </c:pt>
                <c:pt idx="791">
                  <c:v>0.128472776918</c:v>
                </c:pt>
                <c:pt idx="792">
                  <c:v>0.128519238286</c:v>
                </c:pt>
                <c:pt idx="793">
                  <c:v>0.12856465053</c:v>
                </c:pt>
                <c:pt idx="794">
                  <c:v>0.128609001266</c:v>
                </c:pt>
                <c:pt idx="795">
                  <c:v>0.128652277897</c:v>
                </c:pt>
                <c:pt idx="796">
                  <c:v>0.128694467604</c:v>
                </c:pt>
                <c:pt idx="797">
                  <c:v>0.128735557348</c:v>
                </c:pt>
                <c:pt idx="798">
                  <c:v>0.128775533865</c:v>
                </c:pt>
                <c:pt idx="799">
                  <c:v>0.128814383665</c:v>
                </c:pt>
                <c:pt idx="800">
                  <c:v>0.128852093029</c:v>
                </c:pt>
                <c:pt idx="801">
                  <c:v>0.128888648008</c:v>
                </c:pt>
                <c:pt idx="802">
                  <c:v>0.128924034416</c:v>
                </c:pt>
                <c:pt idx="803">
                  <c:v>0.128958237834</c:v>
                </c:pt>
                <c:pt idx="804">
                  <c:v>0.128991243601</c:v>
                </c:pt>
                <c:pt idx="805">
                  <c:v>0.129023036816</c:v>
                </c:pt>
                <c:pt idx="806">
                  <c:v>0.129053602334</c:v>
                </c:pt>
                <c:pt idx="807">
                  <c:v>0.129082924764</c:v>
                </c:pt>
                <c:pt idx="808">
                  <c:v>0.129110988463</c:v>
                </c:pt>
                <c:pt idx="809">
                  <c:v>0.129137777538</c:v>
                </c:pt>
                <c:pt idx="810">
                  <c:v>0.129163275843</c:v>
                </c:pt>
                <c:pt idx="811">
                  <c:v>0.129187466973</c:v>
                </c:pt>
                <c:pt idx="812">
                  <c:v>0.129210334265</c:v>
                </c:pt>
                <c:pt idx="813">
                  <c:v>0.129231860792</c:v>
                </c:pt>
                <c:pt idx="814">
                  <c:v>0.129252029365</c:v>
                </c:pt>
                <c:pt idx="815">
                  <c:v>0.129270822526</c:v>
                </c:pt>
                <c:pt idx="816">
                  <c:v>0.129288222549</c:v>
                </c:pt>
                <c:pt idx="817">
                  <c:v>0.129304211436</c:v>
                </c:pt>
                <c:pt idx="818">
                  <c:v>0.129318770914</c:v>
                </c:pt>
                <c:pt idx="819">
                  <c:v>0.129331882433</c:v>
                </c:pt>
                <c:pt idx="820">
                  <c:v>0.129343527164</c:v>
                </c:pt>
                <c:pt idx="821">
                  <c:v>0.129353685998</c:v>
                </c:pt>
                <c:pt idx="822">
                  <c:v>0.129362339541</c:v>
                </c:pt>
                <c:pt idx="823">
                  <c:v>0.129369468113</c:v>
                </c:pt>
                <c:pt idx="824">
                  <c:v>0.129375051747</c:v>
                </c:pt>
                <c:pt idx="825">
                  <c:v>0.129379070184</c:v>
                </c:pt>
                <c:pt idx="826">
                  <c:v>0.129381502874</c:v>
                </c:pt>
                <c:pt idx="827">
                  <c:v>0.129382328974</c:v>
                </c:pt>
                <c:pt idx="828">
                  <c:v>0.129381527342</c:v>
                </c:pt>
                <c:pt idx="829">
                  <c:v>0.129379076539</c:v>
                </c:pt>
                <c:pt idx="830">
                  <c:v>0.129374954829</c:v>
                </c:pt>
                <c:pt idx="831">
                  <c:v>0.129369140171</c:v>
                </c:pt>
                <c:pt idx="832">
                  <c:v>0.129361610223</c:v>
                </c:pt>
                <c:pt idx="833">
                  <c:v>0.129352342338</c:v>
                </c:pt>
                <c:pt idx="834">
                  <c:v>0.129341313564</c:v>
                </c:pt>
                <c:pt idx="835">
                  <c:v>0.129328500643</c:v>
                </c:pt>
                <c:pt idx="836">
                  <c:v>0.129313880007</c:v>
                </c:pt>
                <c:pt idx="837">
                  <c:v>0.12929742778</c:v>
                </c:pt>
                <c:pt idx="838">
                  <c:v>0.129279119779</c:v>
                </c:pt>
                <c:pt idx="839">
                  <c:v>0.129258931509</c:v>
                </c:pt>
                <c:pt idx="840">
                  <c:v>0.129236838163</c:v>
                </c:pt>
                <c:pt idx="841">
                  <c:v>0.129212814626</c:v>
                </c:pt>
                <c:pt idx="842">
                  <c:v>0.129186835471</c:v>
                </c:pt>
                <c:pt idx="843">
                  <c:v>0.12915887496</c:v>
                </c:pt>
                <c:pt idx="844">
                  <c:v>0.129128907048</c:v>
                </c:pt>
                <c:pt idx="845">
                  <c:v>0.129096905376</c:v>
                </c:pt>
                <c:pt idx="846">
                  <c:v>0.129062843279</c:v>
                </c:pt>
                <c:pt idx="847">
                  <c:v>0.129026693785</c:v>
                </c:pt>
                <c:pt idx="848">
                  <c:v>0.128988429613</c:v>
                </c:pt>
                <c:pt idx="849">
                  <c:v>0.128948023181</c:v>
                </c:pt>
                <c:pt idx="850">
                  <c:v>0.128905446601</c:v>
                </c:pt>
                <c:pt idx="851">
                  <c:v>0.128860671688</c:v>
                </c:pt>
                <c:pt idx="852">
                  <c:v>0.128813669957</c:v>
                </c:pt>
                <c:pt idx="853">
                  <c:v>0.12876441263</c:v>
                </c:pt>
                <c:pt idx="854">
                  <c:v>0.128712870636</c:v>
                </c:pt>
                <c:pt idx="855">
                  <c:v>0.128659014618</c:v>
                </c:pt>
                <c:pt idx="856">
                  <c:v>0.128602814934</c:v>
                </c:pt>
                <c:pt idx="857">
                  <c:v>0.128544241665</c:v>
                </c:pt>
                <c:pt idx="858">
                  <c:v>0.128483264615</c:v>
                </c:pt>
                <c:pt idx="859">
                  <c:v>0.128419853322</c:v>
                </c:pt>
                <c:pt idx="860">
                  <c:v>0.128353977059</c:v>
                </c:pt>
                <c:pt idx="861">
                  <c:v>0.128285604845</c:v>
                </c:pt>
                <c:pt idx="862">
                  <c:v>0.128214705447</c:v>
                </c:pt>
                <c:pt idx="863">
                  <c:v>0.128141247392</c:v>
                </c:pt>
                <c:pt idx="864">
                  <c:v>0.128065198972</c:v>
                </c:pt>
                <c:pt idx="865">
                  <c:v>0.127986528254</c:v>
                </c:pt>
                <c:pt idx="866">
                  <c:v>0.127905203088</c:v>
                </c:pt>
                <c:pt idx="867">
                  <c:v>0.127821191118</c:v>
                </c:pt>
                <c:pt idx="868">
                  <c:v>0.127734459793</c:v>
                </c:pt>
                <c:pt idx="869">
                  <c:v>0.127644976376</c:v>
                </c:pt>
                <c:pt idx="870">
                  <c:v>0.127552707959</c:v>
                </c:pt>
                <c:pt idx="871">
                  <c:v>0.12745762147</c:v>
                </c:pt>
                <c:pt idx="872">
                  <c:v>0.127359683696</c:v>
                </c:pt>
                <c:pt idx="873">
                  <c:v>0.127258861286</c:v>
                </c:pt>
                <c:pt idx="874">
                  <c:v>0.127155120775</c:v>
                </c:pt>
                <c:pt idx="875">
                  <c:v>0.127048428595</c:v>
                </c:pt>
                <c:pt idx="876">
                  <c:v>0.126938751093</c:v>
                </c:pt>
                <c:pt idx="877">
                  <c:v>0.12682605455</c:v>
                </c:pt>
                <c:pt idx="878">
                  <c:v>0.126710305195</c:v>
                </c:pt>
                <c:pt idx="879">
                  <c:v>0.126591469231</c:v>
                </c:pt>
                <c:pt idx="880">
                  <c:v>0.126469512852</c:v>
                </c:pt>
                <c:pt idx="881">
                  <c:v>0.126344402262</c:v>
                </c:pt>
                <c:pt idx="882">
                  <c:v>0.126216103702</c:v>
                </c:pt>
                <c:pt idx="883">
                  <c:v>0.126084583473</c:v>
                </c:pt>
                <c:pt idx="884">
                  <c:v>0.125949807957</c:v>
                </c:pt>
                <c:pt idx="885">
                  <c:v>0.125811743646</c:v>
                </c:pt>
                <c:pt idx="886">
                  <c:v>0.12567035717</c:v>
                </c:pt>
                <c:pt idx="887">
                  <c:v>0.125525615321</c:v>
                </c:pt>
                <c:pt idx="888">
                  <c:v>0.125377485084</c:v>
                </c:pt>
                <c:pt idx="889">
                  <c:v>0.125225933672</c:v>
                </c:pt>
                <c:pt idx="890">
                  <c:v>0.125070928548</c:v>
                </c:pt>
                <c:pt idx="891">
                  <c:v>0.124912437468</c:v>
                </c:pt>
                <c:pt idx="892">
                  <c:v>0.124750428508</c:v>
                </c:pt>
                <c:pt idx="893">
                  <c:v>0.124584870105</c:v>
                </c:pt>
                <c:pt idx="894">
                  <c:v>0.124415731087</c:v>
                </c:pt>
                <c:pt idx="895">
                  <c:v>0.124242980719</c:v>
                </c:pt>
                <c:pt idx="896">
                  <c:v>0.124066588736</c:v>
                </c:pt>
                <c:pt idx="897">
                  <c:v>0.123886525385</c:v>
                </c:pt>
                <c:pt idx="898">
                  <c:v>0.123702761472</c:v>
                </c:pt>
                <c:pt idx="899">
                  <c:v>0.123515268396</c:v>
                </c:pt>
                <c:pt idx="900">
                  <c:v>0.123324018202</c:v>
                </c:pt>
                <c:pt idx="901">
                  <c:v>0.123128983623</c:v>
                </c:pt>
                <c:pt idx="902">
                  <c:v>0.122930138127</c:v>
                </c:pt>
                <c:pt idx="903">
                  <c:v>0.122727455968</c:v>
                </c:pt>
                <c:pt idx="904">
                  <c:v>0.12252091223</c:v>
                </c:pt>
                <c:pt idx="905">
                  <c:v>0.122310482887</c:v>
                </c:pt>
                <c:pt idx="906">
                  <c:v>0.122096144846</c:v>
                </c:pt>
                <c:pt idx="907">
                  <c:v>0.121877876004</c:v>
                </c:pt>
                <c:pt idx="908">
                  <c:v>0.121655655305</c:v>
                </c:pt>
                <c:pt idx="909">
                  <c:v>0.121429462792</c:v>
                </c:pt>
                <c:pt idx="910">
                  <c:v>0.121199279663</c:v>
                </c:pt>
                <c:pt idx="911">
                  <c:v>0.12096508833</c:v>
                </c:pt>
                <c:pt idx="912">
                  <c:v>0.12072687248</c:v>
                </c:pt>
                <c:pt idx="913">
                  <c:v>0.120484617128</c:v>
                </c:pt>
                <c:pt idx="914">
                  <c:v>0.120238308683</c:v>
                </c:pt>
                <c:pt idx="915">
                  <c:v>0.119987935003</c:v>
                </c:pt>
                <c:pt idx="916">
                  <c:v>0.119733485462</c:v>
                </c:pt>
                <c:pt idx="917">
                  <c:v>0.119474951007</c:v>
                </c:pt>
                <c:pt idx="918">
                  <c:v>0.119212324223</c:v>
                </c:pt>
                <c:pt idx="919">
                  <c:v>0.118945599395</c:v>
                </c:pt>
                <c:pt idx="920">
                  <c:v>0.118674772569</c:v>
                </c:pt>
                <c:pt idx="921">
                  <c:v>0.118399841614</c:v>
                </c:pt>
                <c:pt idx="922">
                  <c:v>0.118120806289</c:v>
                </c:pt>
                <c:pt idx="923">
                  <c:v>0.117837668302</c:v>
                </c:pt>
                <c:pt idx="924">
                  <c:v>0.117550431369</c:v>
                </c:pt>
                <c:pt idx="925">
                  <c:v>0.117259101283</c:v>
                </c:pt>
                <c:pt idx="926">
                  <c:v>0.116963685968</c:v>
                </c:pt>
                <c:pt idx="927">
                  <c:v>0.116664195543</c:v>
                </c:pt>
                <c:pt idx="928">
                  <c:v>0.116360642377</c:v>
                </c:pt>
                <c:pt idx="929">
                  <c:v>0.116053041151</c:v>
                </c:pt>
                <c:pt idx="930">
                  <c:v>0.115741408914</c:v>
                </c:pt>
                <c:pt idx="931">
                  <c:v>0.115425765133</c:v>
                </c:pt>
                <c:pt idx="932">
                  <c:v>0.115106131755</c:v>
                </c:pt>
                <c:pt idx="933">
                  <c:v>0.114782533248</c:v>
                </c:pt>
                <c:pt idx="934">
                  <c:v>0.114454996659</c:v>
                </c:pt>
                <c:pt idx="935">
                  <c:v>0.114123551659</c:v>
                </c:pt>
                <c:pt idx="936">
                  <c:v>0.113788230585</c:v>
                </c:pt>
                <c:pt idx="937">
                  <c:v>0.113449068483</c:v>
                </c:pt>
                <c:pt idx="938">
                  <c:v>0.113106103149</c:v>
                </c:pt>
                <c:pt idx="939">
                  <c:v>0.112759375167</c:v>
                </c:pt>
                <c:pt idx="940">
                  <c:v>0.112408927937</c:v>
                </c:pt>
                <c:pt idx="941">
                  <c:v>0.112054807708</c:v>
                </c:pt>
                <c:pt idx="942">
                  <c:v>0.111697063606</c:v>
                </c:pt>
                <c:pt idx="943">
                  <c:v>0.111335747652</c:v>
                </c:pt>
                <c:pt idx="944">
                  <c:v>0.110970914786</c:v>
                </c:pt>
                <c:pt idx="945">
                  <c:v>0.110602622881</c:v>
                </c:pt>
                <c:pt idx="946">
                  <c:v>0.110230932749</c:v>
                </c:pt>
                <c:pt idx="947">
                  <c:v>0.109855908154</c:v>
                </c:pt>
                <c:pt idx="948">
                  <c:v>0.10947761581</c:v>
                </c:pt>
                <c:pt idx="949">
                  <c:v>0.109096125383</c:v>
                </c:pt>
                <c:pt idx="950">
                  <c:v>0.108711509477</c:v>
                </c:pt>
                <c:pt idx="951">
                  <c:v>0.10832384363</c:v>
                </c:pt>
                <c:pt idx="952">
                  <c:v>0.107933206294</c:v>
                </c:pt>
                <c:pt idx="953">
                  <c:v>0.107539678814</c:v>
                </c:pt>
                <c:pt idx="954">
                  <c:v>0.107143345402</c:v>
                </c:pt>
                <c:pt idx="955">
                  <c:v>0.106744293106</c:v>
                </c:pt>
                <c:pt idx="956">
                  <c:v>0.106342611776</c:v>
                </c:pt>
                <c:pt idx="957">
                  <c:v>0.10593839402</c:v>
                </c:pt>
                <c:pt idx="958">
                  <c:v>0.10553173516</c:v>
                </c:pt>
                <c:pt idx="959">
                  <c:v>0.105122733182</c:v>
                </c:pt>
                <c:pt idx="960">
                  <c:v>0.104711488678</c:v>
                </c:pt>
                <c:pt idx="961">
                  <c:v>0.104298104786</c:v>
                </c:pt>
                <c:pt idx="962">
                  <c:v>0.103882687125</c:v>
                </c:pt>
                <c:pt idx="963">
                  <c:v>0.103465343727</c:v>
                </c:pt>
                <c:pt idx="964">
                  <c:v>0.103046184958</c:v>
                </c:pt>
                <c:pt idx="965">
                  <c:v>0.10262532344</c:v>
                </c:pt>
                <c:pt idx="966">
                  <c:v>0.102202873968</c:v>
                </c:pt>
                <c:pt idx="967">
                  <c:v>0.101778953422</c:v>
                </c:pt>
                <c:pt idx="968">
                  <c:v>0.101353680672</c:v>
                </c:pt>
                <c:pt idx="969">
                  <c:v>0.100927176484</c:v>
                </c:pt>
                <c:pt idx="970">
                  <c:v>0.100499563419</c:v>
                </c:pt>
                <c:pt idx="971">
                  <c:v>0.100070965726</c:v>
                </c:pt>
                <c:pt idx="972">
                  <c:v>0.0996415092376</c:v>
                </c:pt>
                <c:pt idx="973">
                  <c:v>0.0992113212573</c:v>
                </c:pt>
                <c:pt idx="974">
                  <c:v>0.0987805304438</c:v>
                </c:pt>
                <c:pt idx="975">
                  <c:v>0.0983492666947</c:v>
                </c:pt>
                <c:pt idx="976">
                  <c:v>0.0979176610252</c:v>
                </c:pt>
                <c:pt idx="977">
                  <c:v>0.0974858454452</c:v>
                </c:pt>
                <c:pt idx="978">
                  <c:v>0.0970539528335</c:v>
                </c:pt>
                <c:pt idx="979">
                  <c:v>0.0966221168099</c:v>
                </c:pt>
                <c:pt idx="980">
                  <c:v>0.0961904716052</c:v>
                </c:pt>
                <c:pt idx="981">
                  <c:v>0.0957591519297</c:v>
                </c:pt>
                <c:pt idx="982">
                  <c:v>0.0953282928393</c:v>
                </c:pt>
                <c:pt idx="983">
                  <c:v>0.0948980296012</c:v>
                </c:pt>
                <c:pt idx="984">
                  <c:v>0.0944684975579</c:v>
                </c:pt>
                <c:pt idx="985">
                  <c:v>0.0940398319903</c:v>
                </c:pt>
                <c:pt idx="986">
                  <c:v>0.0936121679803</c:v>
                </c:pt>
                <c:pt idx="987">
                  <c:v>0.0931856402726</c:v>
                </c:pt>
                <c:pt idx="988">
                  <c:v>0.0927603831368</c:v>
                </c:pt>
                <c:pt idx="989">
                  <c:v>0.0923365302285</c:v>
                </c:pt>
                <c:pt idx="990">
                  <c:v>0.0919142144519</c:v>
                </c:pt>
                <c:pt idx="991">
                  <c:v>0.0914935678214</c:v>
                </c:pt>
                <c:pt idx="992">
                  <c:v>0.0910747213251</c:v>
                </c:pt>
                <c:pt idx="993">
                  <c:v>0.0906578047881</c:v>
                </c:pt>
                <c:pt idx="994">
                  <c:v>0.0902429467376</c:v>
                </c:pt>
                <c:pt idx="995">
                  <c:v>0.0898302742685</c:v>
                </c:pt>
                <c:pt idx="996">
                  <c:v>0.0894199129112</c:v>
                </c:pt>
                <c:pt idx="997">
                  <c:v>0.0890119865006</c:v>
                </c:pt>
                <c:pt idx="998">
                  <c:v>0.0886066170468</c:v>
                </c:pt>
                <c:pt idx="999">
                  <c:v>0.0882039246082</c:v>
                </c:pt>
                <c:pt idx="1000">
                  <c:v>0.0878040271665</c:v>
                </c:pt>
                <c:pt idx="1001">
                  <c:v>0.0874070405038</c:v>
                </c:pt>
                <c:pt idx="1002">
                  <c:v>0.0870130780828</c:v>
                </c:pt>
                <c:pt idx="1003">
                  <c:v>0.0866222509293</c:v>
                </c:pt>
                <c:pt idx="1004">
                  <c:v>0.086234667517</c:v>
                </c:pt>
                <c:pt idx="1005">
                  <c:v>0.0858504336562</c:v>
                </c:pt>
                <c:pt idx="1006">
                  <c:v>0.0854696523845</c:v>
                </c:pt>
                <c:pt idx="1007">
                  <c:v>0.0850924238616</c:v>
                </c:pt>
                <c:pt idx="1008">
                  <c:v>0.0847188452662</c:v>
                </c:pt>
                <c:pt idx="1009">
                  <c:v>0.0843490106971</c:v>
                </c:pt>
                <c:pt idx="1010">
                  <c:v>0.0839830110775</c:v>
                </c:pt>
                <c:pt idx="1011">
                  <c:v>0.0836209340622</c:v>
                </c:pt>
                <c:pt idx="1012">
                  <c:v>0.083262863949</c:v>
                </c:pt>
                <c:pt idx="1013">
                  <c:v>0.0829088815935</c:v>
                </c:pt>
                <c:pt idx="1014">
                  <c:v>0.0825590643267</c:v>
                </c:pt>
                <c:pt idx="1015">
                  <c:v>0.0822134858774</c:v>
                </c:pt>
                <c:pt idx="1016">
                  <c:v>0.0818722162971</c:v>
                </c:pt>
                <c:pt idx="1017">
                  <c:v>0.0815353218896</c:v>
                </c:pt>
                <c:pt idx="1018">
                  <c:v>0.0812028651427</c:v>
                </c:pt>
                <c:pt idx="1019">
                  <c:v>0.0808749046655</c:v>
                </c:pt>
                <c:pt idx="1020">
                  <c:v>0.0805514951272</c:v>
                </c:pt>
                <c:pt idx="1021">
                  <c:v>0.0802326872008</c:v>
                </c:pt>
                <c:pt idx="1022">
                  <c:v>0.0799185275103</c:v>
                </c:pt>
                <c:pt idx="1023">
                  <c:v>0.0796090585804</c:v>
                </c:pt>
                <c:pt idx="1024">
                  <c:v>0.0793043187907</c:v>
                </c:pt>
                <c:pt idx="1025">
                  <c:v>0.0790043423327</c:v>
                </c:pt>
                <c:pt idx="1026">
                  <c:v>0.0787091591706</c:v>
                </c:pt>
                <c:pt idx="1027">
                  <c:v>0.078418795005</c:v>
                </c:pt>
                <c:pt idx="1028">
                  <c:v>0.0781332712403</c:v>
                </c:pt>
                <c:pt idx="1029">
                  <c:v>0.077852604955</c:v>
                </c:pt>
                <c:pt idx="1030">
                  <c:v>0.0775768088758</c:v>
                </c:pt>
                <c:pt idx="1031">
                  <c:v>0.077305891354</c:v>
                </c:pt>
                <c:pt idx="1032">
                  <c:v>0.0770398563461</c:v>
                </c:pt>
                <c:pt idx="1033">
                  <c:v>0.0767787033967</c:v>
                </c:pt>
                <c:pt idx="1034">
                  <c:v>0.0765224276253</c:v>
                </c:pt>
                <c:pt idx="1035">
                  <c:v>0.0762710197155</c:v>
                </c:pt>
                <c:pt idx="1036">
                  <c:v>0.0760244659082</c:v>
                </c:pt>
                <c:pt idx="1037">
                  <c:v>0.0757827479968</c:v>
                </c:pt>
                <c:pt idx="1038">
                  <c:v>0.0755458433272</c:v>
                </c:pt>
                <c:pt idx="1039">
                  <c:v>0.0753137247994</c:v>
                </c:pt>
                <c:pt idx="1040">
                  <c:v>0.0750863608732</c:v>
                </c:pt>
                <c:pt idx="1041">
                  <c:v>0.0748637155774</c:v>
                </c:pt>
                <c:pt idx="1042">
                  <c:v>0.0746457485217</c:v>
                </c:pt>
                <c:pt idx="1043">
                  <c:v>0.0744324149125</c:v>
                </c:pt>
                <c:pt idx="1044">
                  <c:v>0.0742236655723</c:v>
                </c:pt>
                <c:pt idx="1045">
                  <c:v>0.0740194469622</c:v>
                </c:pt>
                <c:pt idx="1046">
                  <c:v>0.0738197012086</c:v>
                </c:pt>
                <c:pt idx="1047">
                  <c:v>0.0736243661334</c:v>
                </c:pt>
                <c:pt idx="1048">
                  <c:v>0.0734333752884</c:v>
                </c:pt>
                <c:pt idx="1049">
                  <c:v>0.0732466579934</c:v>
                </c:pt>
                <c:pt idx="1050">
                  <c:v>0.0730641393787</c:v>
                </c:pt>
                <c:pt idx="1051">
                  <c:v>0.0728857404318</c:v>
                </c:pt>
                <c:pt idx="1052">
                  <c:v>0.0727113780486</c:v>
                </c:pt>
                <c:pt idx="1053">
                  <c:v>0.0725409650887</c:v>
                </c:pt>
                <c:pt idx="1054">
                  <c:v>0.0723744104362</c:v>
                </c:pt>
                <c:pt idx="1055">
                  <c:v>0.0722116190644</c:v>
                </c:pt>
                <c:pt idx="1056">
                  <c:v>0.0720524921062</c:v>
                </c:pt>
                <c:pt idx="1057">
                  <c:v>0.071896926929</c:v>
                </c:pt>
                <c:pt idx="1058">
                  <c:v>0.0717448172151</c:v>
                </c:pt>
                <c:pt idx="1059">
                  <c:v>0.0715960530469</c:v>
                </c:pt>
                <c:pt idx="1060">
                  <c:v>0.0714505209985</c:v>
                </c:pt>
                <c:pt idx="1061">
                  <c:v>0.0713081042315</c:v>
                </c:pt>
                <c:pt idx="1062">
                  <c:v>0.0711686825972</c:v>
                </c:pt>
                <c:pt idx="1063">
                  <c:v>0.0710321327443</c:v>
                </c:pt>
                <c:pt idx="1064">
                  <c:v>0.070898328232</c:v>
                </c:pt>
                <c:pt idx="1065">
                  <c:v>0.070767139649</c:v>
                </c:pt>
                <c:pt idx="1066">
                  <c:v>0.070638434738</c:v>
                </c:pt>
                <c:pt idx="1067">
                  <c:v>0.0705120785265</c:v>
                </c:pt>
                <c:pt idx="1068">
                  <c:v>0.0703879334624</c:v>
                </c:pt>
                <c:pt idx="1069">
                  <c:v>0.070265859556</c:v>
                </c:pt>
                <c:pt idx="1070">
                  <c:v>0.0701457145273</c:v>
                </c:pt>
                <c:pt idx="1071">
                  <c:v>0.0700273539586</c:v>
                </c:pt>
                <c:pt idx="1072">
                  <c:v>0.0699106314528</c:v>
                </c:pt>
                <c:pt idx="1073">
                  <c:v>0.0697953987969</c:v>
                </c:pt>
                <c:pt idx="1074">
                  <c:v>0.06968150613</c:v>
                </c:pt>
                <c:pt idx="1075">
                  <c:v>0.0695688021173</c:v>
                </c:pt>
                <c:pt idx="1076">
                  <c:v>0.0694571341277</c:v>
                </c:pt>
                <c:pt idx="1077">
                  <c:v>0.0693463484164</c:v>
                </c:pt>
                <c:pt idx="1078">
                  <c:v>0.0692362903114</c:v>
                </c:pt>
                <c:pt idx="1079">
                  <c:v>0.0691268044045</c:v>
                </c:pt>
                <c:pt idx="1080">
                  <c:v>0.069017734745</c:v>
                </c:pt>
                <c:pt idx="1081">
                  <c:v>0.0689089250374</c:v>
                </c:pt>
                <c:pt idx="1082">
                  <c:v>0.0688002188418</c:v>
                </c:pt>
                <c:pt idx="1083">
                  <c:v>0.0686914597767</c:v>
                </c:pt>
                <c:pt idx="1084">
                  <c:v>0.0685824917244</c:v>
                </c:pt>
                <c:pt idx="1085">
                  <c:v>0.0684731590377</c:v>
                </c:pt>
                <c:pt idx="1086">
                  <c:v>0.0683633067487</c:v>
                </c:pt>
                <c:pt idx="1087">
                  <c:v>0.0682527807775</c:v>
                </c:pt>
                <c:pt idx="1088">
                  <c:v>0.0681414281428</c:v>
                </c:pt>
                <c:pt idx="1089">
                  <c:v>0.0680290971714</c:v>
                </c:pt>
                <c:pt idx="1090">
                  <c:v>0.0679156377079</c:v>
                </c:pt>
                <c:pt idx="1091">
                  <c:v>0.0678009013237</c:v>
                </c:pt>
                <c:pt idx="1092">
                  <c:v>0.0676847415246</c:v>
                </c:pt>
                <c:pt idx="1093">
                  <c:v>0.0675670139565</c:v>
                </c:pt>
                <c:pt idx="1094">
                  <c:v>0.0674475766093</c:v>
                </c:pt>
                <c:pt idx="1095">
                  <c:v>0.0673262900178</c:v>
                </c:pt>
                <c:pt idx="1096">
                  <c:v>0.06720301746</c:v>
                </c:pt>
                <c:pt idx="1097">
                  <c:v>0.0670776251513</c:v>
                </c:pt>
                <c:pt idx="1098">
                  <c:v>0.0669499824352</c:v>
                </c:pt>
                <c:pt idx="1099">
                  <c:v>0.0668199619694</c:v>
                </c:pt>
                <c:pt idx="1100">
                  <c:v>0.0666874399073</c:v>
                </c:pt>
                <c:pt idx="1101">
                  <c:v>0.0665522960738</c:v>
                </c:pt>
                <c:pt idx="1102">
                  <c:v>0.0664144141359</c:v>
                </c:pt>
                <c:pt idx="1103">
                  <c:v>0.0662736817675</c:v>
                </c:pt>
                <c:pt idx="1104">
                  <c:v>0.0661299908071</c:v>
                </c:pt>
                <c:pt idx="1105">
                  <c:v>0.0659832374091</c:v>
                </c:pt>
                <c:pt idx="1106">
                  <c:v>0.0658333221888</c:v>
                </c:pt>
                <c:pt idx="1107">
                  <c:v>0.0656801503585</c:v>
                </c:pt>
                <c:pt idx="1108">
                  <c:v>0.0655236318569</c:v>
                </c:pt>
                <c:pt idx="1109">
                  <c:v>0.0653636814707</c:v>
                </c:pt>
                <c:pt idx="1110">
                  <c:v>0.065200218947</c:v>
                </c:pt>
                <c:pt idx="1111">
                  <c:v>0.0650331690979</c:v>
                </c:pt>
                <c:pt idx="1112">
                  <c:v>0.0648624618962</c:v>
                </c:pt>
                <c:pt idx="1113">
                  <c:v>0.0646880325618</c:v>
                </c:pt>
                <c:pt idx="1114">
                  <c:v>0.0645098216395</c:v>
                </c:pt>
                <c:pt idx="1115">
                  <c:v>0.0643277750668</c:v>
                </c:pt>
                <c:pt idx="1116">
                  <c:v>0.0641418442327</c:v>
                </c:pt>
                <c:pt idx="1117">
                  <c:v>0.0639519860265</c:v>
                </c:pt>
                <c:pt idx="1118">
                  <c:v>0.0637581628772</c:v>
                </c:pt>
                <c:pt idx="1119">
                  <c:v>0.0635603427825</c:v>
                </c:pt>
                <c:pt idx="1120">
                  <c:v>0.0633584993284</c:v>
                </c:pt>
                <c:pt idx="1121">
                  <c:v>0.0631526116985</c:v>
                </c:pt>
                <c:pt idx="1122">
                  <c:v>0.0629426646735</c:v>
                </c:pt>
                <c:pt idx="1123">
                  <c:v>0.0627286486201</c:v>
                </c:pt>
                <c:pt idx="1124">
                  <c:v>0.0625105594708</c:v>
                </c:pt>
                <c:pt idx="1125">
                  <c:v>0.062288398693</c:v>
                </c:pt>
                <c:pt idx="1126">
                  <c:v>0.0620621732483</c:v>
                </c:pt>
                <c:pt idx="1127">
                  <c:v>0.0618318955422</c:v>
                </c:pt>
                <c:pt idx="1128">
                  <c:v>0.0615975833639</c:v>
                </c:pt>
                <c:pt idx="1129">
                  <c:v>0.0613592598164</c:v>
                </c:pt>
                <c:pt idx="1130">
                  <c:v>0.0611169532375</c:v>
                </c:pt>
                <c:pt idx="1131">
                  <c:v>0.060870697111</c:v>
                </c:pt>
                <c:pt idx="1132">
                  <c:v>0.0606205299697</c:v>
                </c:pt>
                <c:pt idx="1133">
                  <c:v>0.0603664952886</c:v>
                </c:pt>
                <c:pt idx="1134">
                  <c:v>0.0601086413702</c:v>
                </c:pt>
                <c:pt idx="1135">
                  <c:v>0.0598470212212</c:v>
                </c:pt>
                <c:pt idx="1136">
                  <c:v>0.0595816924218</c:v>
                </c:pt>
                <c:pt idx="1137">
                  <c:v>0.0593127169863</c:v>
                </c:pt>
                <c:pt idx="1138">
                  <c:v>0.0590401612178</c:v>
                </c:pt>
                <c:pt idx="1139">
                  <c:v>0.0587640955546</c:v>
                </c:pt>
                <c:pt idx="1140">
                  <c:v>0.0584845944112</c:v>
                </c:pt>
                <c:pt idx="1141">
                  <c:v>0.0582017360127</c:v>
                </c:pt>
                <c:pt idx="1142">
                  <c:v>0.0579156022238</c:v>
                </c:pt>
                <c:pt idx="1143">
                  <c:v>0.0576262783721</c:v>
                </c:pt>
                <c:pt idx="1144">
                  <c:v>0.0573338530677</c:v>
                </c:pt>
                <c:pt idx="1145">
                  <c:v>0.0570384180177</c:v>
                </c:pt>
                <c:pt idx="1146">
                  <c:v>0.0567400678373</c:v>
                </c:pt>
                <c:pt idx="1147">
                  <c:v>0.0564388998578</c:v>
                </c:pt>
                <c:pt idx="1148">
                  <c:v>0.0561350139322</c:v>
                </c:pt>
                <c:pt idx="1149">
                  <c:v>0.0558285122378</c:v>
                </c:pt>
                <c:pt idx="1150">
                  <c:v>0.0555194990784</c:v>
                </c:pt>
                <c:pt idx="1151">
                  <c:v>0.0552080806846</c:v>
                </c:pt>
                <c:pt idx="1152">
                  <c:v>0.0548943650139</c:v>
                </c:pt>
                <c:pt idx="1153">
                  <c:v>0.054578461551</c:v>
                </c:pt>
                <c:pt idx="1154">
                  <c:v>0.0542604811083</c:v>
                </c:pt>
                <c:pt idx="1155">
                  <c:v>0.0539405356279</c:v>
                </c:pt>
                <c:pt idx="1156">
                  <c:v>0.053618737985</c:v>
                </c:pt>
                <c:pt idx="1157">
                  <c:v>0.0532952017935</c:v>
                </c:pt>
                <c:pt idx="1158">
                  <c:v>0.0529700412143</c:v>
                </c:pt>
                <c:pt idx="1159">
                  <c:v>0.0526433707664</c:v>
                </c:pt>
                <c:pt idx="1160">
                  <c:v>0.0523153051419</c:v>
                </c:pt>
                <c:pt idx="1161">
                  <c:v>0.0519859590247</c:v>
                </c:pt>
                <c:pt idx="1162">
                  <c:v>0.051655446914</c:v>
                </c:pt>
                <c:pt idx="1163">
                  <c:v>0.0513238829521</c:v>
                </c:pt>
                <c:pt idx="1164">
                  <c:v>0.0509913807576</c:v>
                </c:pt>
                <c:pt idx="1165">
                  <c:v>0.050658053264</c:v>
                </c:pt>
                <c:pt idx="1166">
                  <c:v>0.0503240125642</c:v>
                </c:pt>
                <c:pt idx="1167">
                  <c:v>0.0499893697609</c:v>
                </c:pt>
                <c:pt idx="1168">
                  <c:v>0.0496542348235</c:v>
                </c:pt>
                <c:pt idx="1169">
                  <c:v>0.0493187164513</c:v>
                </c:pt>
                <c:pt idx="1170">
                  <c:v>0.0489829219437</c:v>
                </c:pt>
                <c:pt idx="1171">
                  <c:v>0.0486469570768</c:v>
                </c:pt>
                <c:pt idx="1172">
                  <c:v>0.0483109259877</c:v>
                </c:pt>
                <c:pt idx="1173">
                  <c:v>0.0479749310652</c:v>
                </c:pt>
                <c:pt idx="1174">
                  <c:v>0.047639072848</c:v>
                </c:pt>
                <c:pt idx="1175">
                  <c:v>0.0473034499301</c:v>
                </c:pt>
                <c:pt idx="1176">
                  <c:v>0.0469681588734</c:v>
                </c:pt>
                <c:pt idx="1177">
                  <c:v>0.0466332941274</c:v>
                </c:pt>
                <c:pt idx="1178">
                  <c:v>0.0462989479559</c:v>
                </c:pt>
                <c:pt idx="1179">
                  <c:v>0.0459652103713</c:v>
                </c:pt>
                <c:pt idx="1180">
                  <c:v>0.0456321690754</c:v>
                </c:pt>
                <c:pt idx="1181">
                  <c:v>0.045299909407</c:v>
                </c:pt>
                <c:pt idx="1182">
                  <c:v>0.0449685142967</c:v>
                </c:pt>
                <c:pt idx="1183">
                  <c:v>0.0446380642281</c:v>
                </c:pt>
                <c:pt idx="1184">
                  <c:v>0.0443086372051</c:v>
                </c:pt>
                <c:pt idx="1185">
                  <c:v>0.0439803087258</c:v>
                </c:pt>
                <c:pt idx="1186">
                  <c:v>0.0436531517622</c:v>
                </c:pt>
                <c:pt idx="1187">
                  <c:v>0.0433272367462</c:v>
                </c:pt>
                <c:pt idx="1188">
                  <c:v>0.04300263156</c:v>
                </c:pt>
                <c:pt idx="1189">
                  <c:v>0.0426794015337</c:v>
                </c:pt>
                <c:pt idx="1190">
                  <c:v>0.0423576094462</c:v>
                </c:pt>
                <c:pt idx="1191">
                  <c:v>0.0420373155318</c:v>
                </c:pt>
                <c:pt idx="1192">
                  <c:v>0.041718577492</c:v>
                </c:pt>
                <c:pt idx="1193">
                  <c:v>0.0414014505103</c:v>
                </c:pt>
                <c:pt idx="1194">
                  <c:v>0.0410859872724</c:v>
                </c:pt>
                <c:pt idx="1195">
                  <c:v>0.0407722379895</c:v>
                </c:pt>
                <c:pt idx="1196">
                  <c:v>0.0404602504253</c:v>
                </c:pt>
                <c:pt idx="1197">
                  <c:v>0.0401500699267</c:v>
                </c:pt>
                <c:pt idx="1198">
                  <c:v>0.0398417394574</c:v>
                </c:pt>
                <c:pt idx="1199">
                  <c:v>0.0395352996342</c:v>
                </c:pt>
                <c:pt idx="1200">
                  <c:v>0.039230788766</c:v>
                </c:pt>
                <c:pt idx="1201">
                  <c:v>0.0389282428955</c:v>
                </c:pt>
                <c:pt idx="1202">
                  <c:v>0.0386276958422</c:v>
                </c:pt>
                <c:pt idx="1203">
                  <c:v>0.0383291792486</c:v>
                </c:pt>
                <c:pt idx="1204">
                  <c:v>0.0380327226269</c:v>
                </c:pt>
                <c:pt idx="1205">
                  <c:v>0.0377383534078</c:v>
                </c:pt>
                <c:pt idx="1206">
                  <c:v>0.0374460969904</c:v>
                </c:pt>
                <c:pt idx="1207">
                  <c:v>0.0371559767934</c:v>
                </c:pt>
                <c:pt idx="1208">
                  <c:v>0.0368680143071</c:v>
                </c:pt>
                <c:pt idx="1209">
                  <c:v>0.0365822291458</c:v>
                </c:pt>
                <c:pt idx="1210">
                  <c:v>0.0362986391016</c:v>
                </c:pt>
                <c:pt idx="1211">
                  <c:v>0.0360172601976</c:v>
                </c:pt>
                <c:pt idx="1212">
                  <c:v>0.0357381067423</c:v>
                </c:pt>
                <c:pt idx="1213">
                  <c:v>0.0354611913833</c:v>
                </c:pt>
                <c:pt idx="1214">
                  <c:v>0.0351865251617</c:v>
                </c:pt>
                <c:pt idx="1215">
                  <c:v>0.0349141175658</c:v>
                </c:pt>
                <c:pt idx="1216">
                  <c:v>0.0346439765852</c:v>
                </c:pt>
                <c:pt idx="1217">
                  <c:v>0.0343761087636</c:v>
                </c:pt>
                <c:pt idx="1218">
                  <c:v>0.0341105192522</c:v>
                </c:pt>
                <c:pt idx="1219">
                  <c:v>0.0338472118618</c:v>
                </c:pt>
                <c:pt idx="1220">
                  <c:v>0.0335861891147</c:v>
                </c:pt>
                <c:pt idx="1221">
                  <c:v>0.0333274522956</c:v>
                </c:pt>
                <c:pt idx="1222">
                  <c:v>0.0330710015021</c:v>
                </c:pt>
                <c:pt idx="1223">
                  <c:v>0.032816835694</c:v>
                </c:pt>
                <c:pt idx="1224">
                  <c:v>0.0325649527421</c:v>
                </c:pt>
                <c:pt idx="1225">
                  <c:v>0.0323153494754</c:v>
                </c:pt>
                <c:pt idx="1226">
                  <c:v>0.0320680217285</c:v>
                </c:pt>
                <c:pt idx="1227">
                  <c:v>0.0318229643866</c:v>
                </c:pt>
                <c:pt idx="1228">
                  <c:v>0.0315801714308</c:v>
                </c:pt>
                <c:pt idx="1229">
                  <c:v>0.0313396359809</c:v>
                </c:pt>
                <c:pt idx="1230">
                  <c:v>0.0311013503389</c:v>
                </c:pt>
                <c:pt idx="1231">
                  <c:v>0.0308653060295</c:v>
                </c:pt>
                <c:pt idx="1232">
                  <c:v>0.0306314938409</c:v>
                </c:pt>
                <c:pt idx="1233">
                  <c:v>0.0303999038638</c:v>
                </c:pt>
                <c:pt idx="1234">
                  <c:v>0.0301705255295</c:v>
                </c:pt>
                <c:pt idx="1235">
                  <c:v>0.0299433476467</c:v>
                </c:pt>
                <c:pt idx="1236">
                  <c:v>0.0297183584375</c:v>
                </c:pt>
                <c:pt idx="1237">
                  <c:v>0.0294955455718</c:v>
                </c:pt>
                <c:pt idx="1238">
                  <c:v>0.0292748962008</c:v>
                </c:pt>
                <c:pt idx="1239">
                  <c:v>0.0290563969897</c:v>
                </c:pt>
                <c:pt idx="1240">
                  <c:v>0.0288400341488</c:v>
                </c:pt>
                <c:pt idx="1241">
                  <c:v>0.0286257934635</c:v>
                </c:pt>
                <c:pt idx="1242">
                  <c:v>0.028413660324</c:v>
                </c:pt>
                <c:pt idx="1243">
                  <c:v>0.0282036197529</c:v>
                </c:pt>
                <c:pt idx="1244">
                  <c:v>0.0279956564324</c:v>
                </c:pt>
                <c:pt idx="1245">
                  <c:v>0.0277897547302</c:v>
                </c:pt>
                <c:pt idx="1246">
                  <c:v>0.0275858987248</c:v>
                </c:pt>
                <c:pt idx="1247">
                  <c:v>0.0273840722291</c:v>
                </c:pt>
                <c:pt idx="1248">
                  <c:v>0.0271842588138</c:v>
                </c:pt>
                <c:pt idx="1249">
                  <c:v>0.0269864418293</c:v>
                </c:pt>
                <c:pt idx="1250">
                  <c:v>0.0267906044271</c:v>
                </c:pt>
                <c:pt idx="1251">
                  <c:v>0.0265967295799</c:v>
                </c:pt>
                <c:pt idx="1252">
                  <c:v>0.0264048001009</c:v>
                </c:pt>
                <c:pt idx="1253">
                  <c:v>0.0262147986627</c:v>
                </c:pt>
                <c:pt idx="1254">
                  <c:v>0.026026707815</c:v>
                </c:pt>
                <c:pt idx="1255">
                  <c:v>0.0258405100013</c:v>
                </c:pt>
                <c:pt idx="1256">
                  <c:v>0.0256561875752</c:v>
                </c:pt>
                <c:pt idx="1257">
                  <c:v>0.0254737228158</c:v>
                </c:pt>
                <c:pt idx="1258">
                  <c:v>0.0252930979423</c:v>
                </c:pt>
                <c:pt idx="1259">
                  <c:v>0.0251142951281</c:v>
                </c:pt>
                <c:pt idx="1260">
                  <c:v>0.024937296514</c:v>
                </c:pt>
                <c:pt idx="1261">
                  <c:v>0.0247620842208</c:v>
                </c:pt>
                <c:pt idx="1262">
                  <c:v>0.0245886403613</c:v>
                </c:pt>
                <c:pt idx="1263">
                  <c:v>0.0244169470514</c:v>
                </c:pt>
                <c:pt idx="1264">
                  <c:v>0.0242469864214</c:v>
                </c:pt>
                <c:pt idx="1265">
                  <c:v>0.0240787406256</c:v>
                </c:pt>
                <c:pt idx="1266">
                  <c:v>0.0239121918524</c:v>
                </c:pt>
                <c:pt idx="1267">
                  <c:v>0.023747322333</c:v>
                </c:pt>
                <c:pt idx="1268">
                  <c:v>0.0235841143503</c:v>
                </c:pt>
                <c:pt idx="1269">
                  <c:v>0.0234225502466</c:v>
                </c:pt>
                <c:pt idx="1270">
                  <c:v>0.0232626124317</c:v>
                </c:pt>
                <c:pt idx="1271">
                  <c:v>0.0231042833896</c:v>
                </c:pt>
                <c:pt idx="1272">
                  <c:v>0.0229475456855</c:v>
                </c:pt>
                <c:pt idx="1273">
                  <c:v>0.022792381972</c:v>
                </c:pt>
                <c:pt idx="1274">
                  <c:v>0.022638774995</c:v>
                </c:pt>
                <c:pt idx="1275">
                  <c:v>0.0224867075991</c:v>
                </c:pt>
                <c:pt idx="1276">
                  <c:v>0.022336162733</c:v>
                </c:pt>
                <c:pt idx="1277">
                  <c:v>0.022187123454</c:v>
                </c:pt>
                <c:pt idx="1278">
                  <c:v>0.0220395729327</c:v>
                </c:pt>
                <c:pt idx="1279">
                  <c:v>0.0218934944569</c:v>
                </c:pt>
                <c:pt idx="1280">
                  <c:v>0.0217488714354</c:v>
                </c:pt>
                <c:pt idx="1281">
                  <c:v>0.021605687402</c:v>
                </c:pt>
                <c:pt idx="1282">
                  <c:v>0.021463926018</c:v>
                </c:pt>
                <c:pt idx="1283">
                  <c:v>0.0213235710757</c:v>
                </c:pt>
                <c:pt idx="1284">
                  <c:v>0.021184606501</c:v>
                </c:pt>
                <c:pt idx="1285">
                  <c:v>0.0210470163559</c:v>
                </c:pt>
                <c:pt idx="1286">
                  <c:v>0.0209107848404</c:v>
                </c:pt>
                <c:pt idx="1287">
                  <c:v>0.020775896295</c:v>
                </c:pt>
                <c:pt idx="1288">
                  <c:v>0.0206423352025</c:v>
                </c:pt>
                <c:pt idx="1289">
                  <c:v>0.0205100861889</c:v>
                </c:pt>
                <c:pt idx="1290">
                  <c:v>0.0203791340259</c:v>
                </c:pt>
                <c:pt idx="1291">
                  <c:v>0.0202494636312</c:v>
                </c:pt>
                <c:pt idx="1292">
                  <c:v>0.0201210600701</c:v>
                </c:pt>
                <c:pt idx="1293">
                  <c:v>0.0199939085564</c:v>
                </c:pt>
                <c:pt idx="1294">
                  <c:v>0.0198679944528</c:v>
                </c:pt>
                <c:pt idx="1295">
                  <c:v>0.0197433032719</c:v>
                </c:pt>
                <c:pt idx="1296">
                  <c:v>0.0196198206765</c:v>
                </c:pt>
                <c:pt idx="1297">
                  <c:v>0.0194975324799</c:v>
                </c:pt>
                <c:pt idx="1298">
                  <c:v>0.0193764246464</c:v>
                </c:pt>
                <c:pt idx="1299">
                  <c:v>0.019256483291</c:v>
                </c:pt>
                <c:pt idx="1300">
                  <c:v>0.0191376946797</c:v>
                </c:pt>
                <c:pt idx="1301">
                  <c:v>0.0190200452295</c:v>
                </c:pt>
                <c:pt idx="1302">
                  <c:v>0.0189035215078</c:v>
                </c:pt>
                <c:pt idx="1303">
                  <c:v>0.0187881102326</c:v>
                </c:pt>
                <c:pt idx="1304">
                  <c:v>0.0186737982717</c:v>
                </c:pt>
                <c:pt idx="1305">
                  <c:v>0.0185605726425</c:v>
                </c:pt>
                <c:pt idx="1306">
                  <c:v>0.0184484205116</c:v>
                </c:pt>
                <c:pt idx="1307">
                  <c:v>0.0183373291939</c:v>
                </c:pt>
                <c:pt idx="1308">
                  <c:v>0.018227286152</c:v>
                </c:pt>
                <c:pt idx="1309">
                  <c:v>0.018118278996</c:v>
                </c:pt>
                <c:pt idx="1310">
                  <c:v>0.018010295482</c:v>
                </c:pt>
                <c:pt idx="1311">
                  <c:v>0.0179033235116</c:v>
                </c:pt>
                <c:pt idx="1312">
                  <c:v>0.0177973511312</c:v>
                </c:pt>
                <c:pt idx="1313">
                  <c:v>0.0176923665309</c:v>
                </c:pt>
                <c:pt idx="1314">
                  <c:v>0.0175883580436</c:v>
                </c:pt>
                <c:pt idx="1315">
                  <c:v>0.0174853141439</c:v>
                </c:pt>
                <c:pt idx="1316">
                  <c:v>0.0173832234472</c:v>
                </c:pt>
                <c:pt idx="1317">
                  <c:v>0.0172820747088</c:v>
                </c:pt>
                <c:pt idx="1318">
                  <c:v>0.0171818568224</c:v>
                </c:pt>
                <c:pt idx="1319">
                  <c:v>0.0170825588192</c:v>
                </c:pt>
                <c:pt idx="1320">
                  <c:v>0.016984169867</c:v>
                </c:pt>
                <c:pt idx="1321">
                  <c:v>0.0168866792686</c:v>
                </c:pt>
                <c:pt idx="1322">
                  <c:v>0.0167900764608</c:v>
                </c:pt>
                <c:pt idx="1323">
                  <c:v>0.0166943510134</c:v>
                </c:pt>
                <c:pt idx="1324">
                  <c:v>0.0165994926278</c:v>
                </c:pt>
                <c:pt idx="1325">
                  <c:v>0.0165054911355</c:v>
                </c:pt>
                <c:pt idx="1326">
                  <c:v>0.0164123364973</c:v>
                </c:pt>
                <c:pt idx="1327">
                  <c:v>0.0163200188021</c:v>
                </c:pt>
                <c:pt idx="1328">
                  <c:v>0.016228528265</c:v>
                </c:pt>
                <c:pt idx="1329">
                  <c:v>0.0161378552265</c:v>
                </c:pt>
                <c:pt idx="1330">
                  <c:v>0.0160479901515</c:v>
                </c:pt>
                <c:pt idx="1331">
                  <c:v>0.0159589236271</c:v>
                </c:pt>
                <c:pt idx="1332">
                  <c:v>0.0158706463622</c:v>
                </c:pt>
                <c:pt idx="1333">
                  <c:v>0.0157831491858</c:v>
                </c:pt>
                <c:pt idx="1334">
                  <c:v>0.0156964230456</c:v>
                </c:pt>
                <c:pt idx="1335">
                  <c:v>0.015610459007</c:v>
                </c:pt>
                <c:pt idx="1336">
                  <c:v>0.0155252482514</c:v>
                </c:pt>
                <c:pt idx="1337">
                  <c:v>0.0154407820754</c:v>
                </c:pt>
                <c:pt idx="1338">
                  <c:v>0.0153570518889</c:v>
                </c:pt>
                <c:pt idx="1339">
                  <c:v>0.0152740492143</c:v>
                </c:pt>
                <c:pt idx="1340">
                  <c:v>0.0151917656849</c:v>
                </c:pt>
                <c:pt idx="1341">
                  <c:v>0.0151101930436</c:v>
                </c:pt>
                <c:pt idx="1342">
                  <c:v>0.0150293231419</c:v>
                </c:pt>
                <c:pt idx="1343">
                  <c:v>0.0149491479382</c:v>
                </c:pt>
                <c:pt idx="1344">
                  <c:v>0.0148696594967</c:v>
                </c:pt>
                <c:pt idx="1345">
                  <c:v>0.0147908499861</c:v>
                </c:pt>
                <c:pt idx="1346">
                  <c:v>0.0147127116783</c:v>
                </c:pt>
                <c:pt idx="1347">
                  <c:v>0.0146352369471</c:v>
                </c:pt>
                <c:pt idx="1348">
                  <c:v>0.0145584182671</c:v>
                </c:pt>
                <c:pt idx="1349">
                  <c:v>0.0144822482121</c:v>
                </c:pt>
                <c:pt idx="1350">
                  <c:v>0.014406719454</c:v>
                </c:pt>
                <c:pt idx="1351">
                  <c:v>0.0143318247617</c:v>
                </c:pt>
                <c:pt idx="1352">
                  <c:v>0.0142575569997</c:v>
                </c:pt>
                <c:pt idx="1353">
                  <c:v>0.0141839091269</c:v>
                </c:pt>
                <c:pt idx="1354">
                  <c:v>0.0141108741951</c:v>
                </c:pt>
                <c:pt idx="1355">
                  <c:v>0.0140384453485</c:v>
                </c:pt>
                <c:pt idx="1356">
                  <c:v>0.0139666158215</c:v>
                </c:pt>
                <c:pt idx="1357">
                  <c:v>0.0138953789384</c:v>
                </c:pt>
                <c:pt idx="1358">
                  <c:v>0.0138247281116</c:v>
                </c:pt>
                <c:pt idx="1359">
                  <c:v>0.0137546568409</c:v>
                </c:pt>
                <c:pt idx="1360">
                  <c:v>0.0136851587116</c:v>
                </c:pt>
                <c:pt idx="1361">
                  <c:v>0.0136162273944</c:v>
                </c:pt>
                <c:pt idx="1362">
                  <c:v>0.013547856643</c:v>
                </c:pt>
                <c:pt idx="1363">
                  <c:v>0.0134800402942</c:v>
                </c:pt>
                <c:pt idx="1364">
                  <c:v>0.0134127722659</c:v>
                </c:pt>
                <c:pt idx="1365">
                  <c:v>0.0133460465561</c:v>
                </c:pt>
                <c:pt idx="1366">
                  <c:v>0.0132798572422</c:v>
                </c:pt>
                <c:pt idx="1367">
                  <c:v>0.0132141984795</c:v>
                </c:pt>
                <c:pt idx="1368">
                  <c:v>0.0131490645005</c:v>
                </c:pt>
                <c:pt idx="1369">
                  <c:v>0.0130844496132</c:v>
                </c:pt>
                <c:pt idx="1370">
                  <c:v>0.0130203482006</c:v>
                </c:pt>
                <c:pt idx="1371">
                  <c:v>0.0129567547197</c:v>
                </c:pt>
                <c:pt idx="1372">
                  <c:v>0.0128936636998</c:v>
                </c:pt>
                <c:pt idx="1373">
                  <c:v>0.0128310697423</c:v>
                </c:pt>
                <c:pt idx="1374">
                  <c:v>0.012768967519</c:v>
                </c:pt>
                <c:pt idx="1375">
                  <c:v>0.0127073517716</c:v>
                </c:pt>
                <c:pt idx="1376">
                  <c:v>0.0126462173103</c:v>
                </c:pt>
                <c:pt idx="1377">
                  <c:v>0.0125855590131</c:v>
                </c:pt>
                <c:pt idx="1378">
                  <c:v>0.0125253718249</c:v>
                </c:pt>
                <c:pt idx="1379">
                  <c:v>0.0124656507561</c:v>
                </c:pt>
                <c:pt idx="1380">
                  <c:v>0.0124063908821</c:v>
                </c:pt>
                <c:pt idx="1381">
                  <c:v>0.0123475873422</c:v>
                </c:pt>
                <c:pt idx="1382">
                  <c:v>0.0122892353388</c:v>
                </c:pt>
                <c:pt idx="1383">
                  <c:v>0.0122313301363</c:v>
                </c:pt>
                <c:pt idx="1384">
                  <c:v>0.0121738670602</c:v>
                </c:pt>
                <c:pt idx="1385">
                  <c:v>0.0121168414964</c:v>
                </c:pt>
                <c:pt idx="1386">
                  <c:v>0.0120602488904</c:v>
                </c:pt>
                <c:pt idx="1387">
                  <c:v>0.012004084746</c:v>
                </c:pt>
                <c:pt idx="1388">
                  <c:v>0.011948344625</c:v>
                </c:pt>
                <c:pt idx="1389">
                  <c:v>0.0118930241459</c:v>
                </c:pt>
                <c:pt idx="1390">
                  <c:v>0.0118381189833</c:v>
                </c:pt>
                <c:pt idx="1391">
                  <c:v>0.0117836248673</c:v>
                </c:pt>
                <c:pt idx="1392">
                  <c:v>0.0117295375821</c:v>
                </c:pt>
                <c:pt idx="1393">
                  <c:v>0.0116758529659</c:v>
                </c:pt>
                <c:pt idx="1394">
                  <c:v>0.0116225669095</c:v>
                </c:pt>
                <c:pt idx="1395">
                  <c:v>0.0115696753562</c:v>
                </c:pt>
                <c:pt idx="1396">
                  <c:v>0.0115171743003</c:v>
                </c:pt>
                <c:pt idx="1397">
                  <c:v>0.0114650597869</c:v>
                </c:pt>
                <c:pt idx="1398">
                  <c:v>0.011413327911</c:v>
                </c:pt>
                <c:pt idx="1399">
                  <c:v>0.0113619748169</c:v>
                </c:pt>
                <c:pt idx="1400">
                  <c:v>0.0113109966969</c:v>
                </c:pt>
                <c:pt idx="1401">
                  <c:v>0.0112603897916</c:v>
                </c:pt>
                <c:pt idx="1402">
                  <c:v>0.0112101503884</c:v>
                </c:pt>
                <c:pt idx="1403">
                  <c:v>0.011160274821</c:v>
                </c:pt>
                <c:pt idx="1404">
                  <c:v>0.011110759469</c:v>
                </c:pt>
                <c:pt idx="1405">
                  <c:v>0.0110616007568</c:v>
                </c:pt>
                <c:pt idx="1406">
                  <c:v>0.0110127951536</c:v>
                </c:pt>
                <c:pt idx="1407">
                  <c:v>0.0109643391718</c:v>
                </c:pt>
                <c:pt idx="1408">
                  <c:v>0.0109162293675</c:v>
                </c:pt>
                <c:pt idx="1409">
                  <c:v>0.0108684623387</c:v>
                </c:pt>
                <c:pt idx="1410">
                  <c:v>0.0108210347258</c:v>
                </c:pt>
                <c:pt idx="1411">
                  <c:v>0.0107739432102</c:v>
                </c:pt>
                <c:pt idx="1412">
                  <c:v>0.010727184514</c:v>
                </c:pt>
                <c:pt idx="1413">
                  <c:v>0.0106807553994</c:v>
                </c:pt>
                <c:pt idx="1414">
                  <c:v>0.0106346526682</c:v>
                </c:pt>
                <c:pt idx="1415">
                  <c:v>0.010588873161</c:v>
                </c:pt>
                <c:pt idx="1416">
                  <c:v>0.0105434137568</c:v>
                </c:pt>
                <c:pt idx="1417">
                  <c:v>0.0104982713726</c:v>
                </c:pt>
                <c:pt idx="1418">
                  <c:v>0.0104534429626</c:v>
                </c:pt>
                <c:pt idx="1419">
                  <c:v>0.0104089255175</c:v>
                </c:pt>
                <c:pt idx="1420">
                  <c:v>0.0103647160645</c:v>
                </c:pt>
                <c:pt idx="1421">
                  <c:v>0.0103208116665</c:v>
                </c:pt>
                <c:pt idx="1422">
                  <c:v>0.0102772094214</c:v>
                </c:pt>
                <c:pt idx="1423">
                  <c:v>0.010233906462</c:v>
                </c:pt>
                <c:pt idx="1424">
                  <c:v>0.010190899955</c:v>
                </c:pt>
                <c:pt idx="1425">
                  <c:v>0.0101481871011</c:v>
                </c:pt>
                <c:pt idx="1426">
                  <c:v>0.010105765134</c:v>
                </c:pt>
                <c:pt idx="1427">
                  <c:v>0.0100636313202</c:v>
                </c:pt>
                <c:pt idx="1428">
                  <c:v>0.0100217829585</c:v>
                </c:pt>
                <c:pt idx="1429">
                  <c:v>0.00998021737951</c:v>
                </c:pt>
                <c:pt idx="1430">
                  <c:v>0.00993893194504</c:v>
                </c:pt>
                <c:pt idx="1431">
                  <c:v>0.00989792404797</c:v>
                </c:pt>
                <c:pt idx="1432">
                  <c:v>0.00985719111159</c:v>
                </c:pt>
                <c:pt idx="1433">
                  <c:v>0.00981673058922</c:v>
                </c:pt>
                <c:pt idx="1434">
                  <c:v>0.00977653996376</c:v>
                </c:pt>
                <c:pt idx="1435">
                  <c:v>0.00973661674732</c:v>
                </c:pt>
                <c:pt idx="1436">
                  <c:v>0.00969695848077</c:v>
                </c:pt>
                <c:pt idx="1437">
                  <c:v>0.00965756273331</c:v>
                </c:pt>
                <c:pt idx="1438">
                  <c:v>0.00961842710212</c:v>
                </c:pt>
                <c:pt idx="1439">
                  <c:v>0.00957954921192</c:v>
                </c:pt>
                <c:pt idx="1440">
                  <c:v>0.00954092671463</c:v>
                </c:pt>
                <c:pt idx="1441">
                  <c:v>0.00950255728892</c:v>
                </c:pt>
                <c:pt idx="1442">
                  <c:v>0.00946443863987</c:v>
                </c:pt>
                <c:pt idx="1443">
                  <c:v>0.0094265684986</c:v>
                </c:pt>
                <c:pt idx="1444">
                  <c:v>0.00938894462191</c:v>
                </c:pt>
                <c:pt idx="1445">
                  <c:v>0.00935156479188</c:v>
                </c:pt>
                <c:pt idx="1446">
                  <c:v>0.00931442681556</c:v>
                </c:pt>
                <c:pt idx="1447">
                  <c:v>0.00927752852458</c:v>
                </c:pt>
                <c:pt idx="1448">
                  <c:v>0.00924086777484</c:v>
                </c:pt>
                <c:pt idx="1449">
                  <c:v>0.00920444244615</c:v>
                </c:pt>
                <c:pt idx="1450">
                  <c:v>0.00916825044192</c:v>
                </c:pt>
                <c:pt idx="1451">
                  <c:v>0.00913228968879</c:v>
                </c:pt>
                <c:pt idx="1452">
                  <c:v>0.00909655813635</c:v>
                </c:pt>
                <c:pt idx="1453">
                  <c:v>0.00906105375681</c:v>
                </c:pt>
                <c:pt idx="1454">
                  <c:v>0.00902577454466</c:v>
                </c:pt>
                <c:pt idx="1455">
                  <c:v>0.00899071851641</c:v>
                </c:pt>
                <c:pt idx="1456">
                  <c:v>0.00895588371025</c:v>
                </c:pt>
                <c:pt idx="1457">
                  <c:v>0.00892126818578</c:v>
                </c:pt>
                <c:pt idx="1458">
                  <c:v>0.00888687002369</c:v>
                </c:pt>
                <c:pt idx="1459">
                  <c:v>0.0088526873255</c:v>
                </c:pt>
                <c:pt idx="1460">
                  <c:v>0.00881871821327</c:v>
                </c:pt>
                <c:pt idx="1461">
                  <c:v>0.00878496082932</c:v>
                </c:pt>
                <c:pt idx="1462">
                  <c:v>0.00875141333595</c:v>
                </c:pt>
                <c:pt idx="1463">
                  <c:v>0.00871807391518</c:v>
                </c:pt>
                <c:pt idx="1464">
                  <c:v>0.00868494076851</c:v>
                </c:pt>
                <c:pt idx="1465">
                  <c:v>0.00865201211662</c:v>
                </c:pt>
                <c:pt idx="1466">
                  <c:v>0.00861928619916</c:v>
                </c:pt>
                <c:pt idx="1467">
                  <c:v>0.00858676127446</c:v>
                </c:pt>
                <c:pt idx="1468">
                  <c:v>0.00855443561933</c:v>
                </c:pt>
                <c:pt idx="1469">
                  <c:v>0.00852230752878</c:v>
                </c:pt>
                <c:pt idx="1470">
                  <c:v>0.00849037531582</c:v>
                </c:pt>
                <c:pt idx="1471">
                  <c:v>0.00845863731121</c:v>
                </c:pt>
                <c:pt idx="1472">
                  <c:v>0.00842709186324</c:v>
                </c:pt>
                <c:pt idx="1473">
                  <c:v>0.00839573733752</c:v>
                </c:pt>
                <c:pt idx="1474">
                  <c:v>0.00836457211674</c:v>
                </c:pt>
                <c:pt idx="1475">
                  <c:v>0.00833359460048</c:v>
                </c:pt>
                <c:pt idx="1476">
                  <c:v>0.00830280320499</c:v>
                </c:pt>
                <c:pt idx="1477">
                  <c:v>0.00827219636299</c:v>
                </c:pt>
                <c:pt idx="1478">
                  <c:v>0.00824177252346</c:v>
                </c:pt>
                <c:pt idx="1479">
                  <c:v>0.00821153015148</c:v>
                </c:pt>
                <c:pt idx="1480">
                  <c:v>0.00818146772799</c:v>
                </c:pt>
                <c:pt idx="1481">
                  <c:v>0.00815158374962</c:v>
                </c:pt>
                <c:pt idx="1482">
                  <c:v>0.00812187672852</c:v>
                </c:pt>
                <c:pt idx="1483">
                  <c:v>0.00809234519216</c:v>
                </c:pt>
                <c:pt idx="1484">
                  <c:v>0.00806298768317</c:v>
                </c:pt>
                <c:pt idx="1485">
                  <c:v>0.00803380275915</c:v>
                </c:pt>
                <c:pt idx="1486">
                  <c:v>0.0080047889925</c:v>
                </c:pt>
                <c:pt idx="1487">
                  <c:v>0.00797594497025</c:v>
                </c:pt>
                <c:pt idx="1488">
                  <c:v>0.00794726929393</c:v>
                </c:pt>
                <c:pt idx="1489">
                  <c:v>0.00791876057936</c:v>
                </c:pt>
                <c:pt idx="1490">
                  <c:v>0.00789041745651</c:v>
                </c:pt>
                <c:pt idx="1491">
                  <c:v>0.00786223856935</c:v>
                </c:pt>
                <c:pt idx="1492">
                  <c:v>0.0078342225757</c:v>
                </c:pt>
                <c:pt idx="1493">
                  <c:v>0.00780636814705</c:v>
                </c:pt>
                <c:pt idx="1494">
                  <c:v>0.00777867396845</c:v>
                </c:pt>
                <c:pt idx="1495">
                  <c:v>0.00775113873835</c:v>
                </c:pt>
                <c:pt idx="1496">
                  <c:v>0.00772376116843</c:v>
                </c:pt>
                <c:pt idx="1497">
                  <c:v>0.00769653998349</c:v>
                </c:pt>
                <c:pt idx="1498">
                  <c:v>0.00766947392131</c:v>
                </c:pt>
                <c:pt idx="1499">
                  <c:v>0.00764256173248</c:v>
                </c:pt>
                <c:pt idx="1500">
                  <c:v>0.00761580218029</c:v>
                </c:pt>
                <c:pt idx="1501">
                  <c:v>0.00758919404061</c:v>
                </c:pt>
                <c:pt idx="1502">
                  <c:v>0.00756273610169</c:v>
                </c:pt>
                <c:pt idx="1503">
                  <c:v>0.00753642716411</c:v>
                </c:pt>
                <c:pt idx="1504">
                  <c:v>0.0075102660406</c:v>
                </c:pt>
                <c:pt idx="1505">
                  <c:v>0.00748425155593</c:v>
                </c:pt>
                <c:pt idx="1506">
                  <c:v>0.00745838254675</c:v>
                </c:pt>
                <c:pt idx="1507">
                  <c:v>0.00743265786151</c:v>
                </c:pt>
                <c:pt idx="1508">
                  <c:v>0.00740707636031</c:v>
                </c:pt>
                <c:pt idx="1509">
                  <c:v>0.00738163691477</c:v>
                </c:pt>
                <c:pt idx="1510">
                  <c:v>0.0073563384079</c:v>
                </c:pt>
                <c:pt idx="1511">
                  <c:v>0.00733117973402</c:v>
                </c:pt>
                <c:pt idx="1512">
                  <c:v>0.00730615979857</c:v>
                </c:pt>
                <c:pt idx="1513">
                  <c:v>0.00728127751805</c:v>
                </c:pt>
                <c:pt idx="1514">
                  <c:v>0.00725653181988</c:v>
                </c:pt>
                <c:pt idx="1515">
                  <c:v>0.00723192164224</c:v>
                </c:pt>
                <c:pt idx="1516">
                  <c:v>0.00720744593402</c:v>
                </c:pt>
                <c:pt idx="1517">
                  <c:v>0.00718310365467</c:v>
                </c:pt>
                <c:pt idx="1518">
                  <c:v>0.00715889377405</c:v>
                </c:pt>
                <c:pt idx="1519">
                  <c:v>0.00713481527236</c:v>
                </c:pt>
                <c:pt idx="1520">
                  <c:v>0.00711086714002</c:v>
                </c:pt>
                <c:pt idx="1521">
                  <c:v>0.00708704837753</c:v>
                </c:pt>
                <c:pt idx="1522">
                  <c:v>0.00706335799536</c:v>
                </c:pt>
                <c:pt idx="1523">
                  <c:v>0.00703979501386</c:v>
                </c:pt>
                <c:pt idx="1524">
                  <c:v>0.00701635846313</c:v>
                </c:pt>
                <c:pt idx="1525">
                  <c:v>0.0069930473829</c:v>
                </c:pt>
                <c:pt idx="1526">
                  <c:v>0.00696986082243</c:v>
                </c:pt>
                <c:pt idx="1527">
                  <c:v>0.00694679784039</c:v>
                </c:pt>
                <c:pt idx="1528">
                  <c:v>0.00692385750478</c:v>
                </c:pt>
                <c:pt idx="1529">
                  <c:v>0.00690103889278</c:v>
                </c:pt>
                <c:pt idx="1530">
                  <c:v>0.00687834109066</c:v>
                </c:pt>
                <c:pt idx="1531">
                  <c:v>0.00685576319369</c:v>
                </c:pt>
                <c:pt idx="1532">
                  <c:v>0.00683330430598</c:v>
                </c:pt>
                <c:pt idx="1533">
                  <c:v>0.00681096354045</c:v>
                </c:pt>
                <c:pt idx="1534">
                  <c:v>0.00678874001867</c:v>
                </c:pt>
                <c:pt idx="1535">
                  <c:v>0.00676663287077</c:v>
                </c:pt>
                <c:pt idx="1536">
                  <c:v>0.00674464123535</c:v>
                </c:pt>
                <c:pt idx="1537">
                  <c:v>0.00672276425935</c:v>
                </c:pt>
                <c:pt idx="1538">
                  <c:v>0.00670100109799</c:v>
                </c:pt>
                <c:pt idx="1539">
                  <c:v>0.00667935091464</c:v>
                </c:pt>
                <c:pt idx="1540">
                  <c:v>0.00665781288072</c:v>
                </c:pt>
                <c:pt idx="1541">
                  <c:v>0.00663638617563</c:v>
                </c:pt>
                <c:pt idx="1542">
                  <c:v>0.00661506998662</c:v>
                </c:pt>
                <c:pt idx="1543">
                  <c:v>0.00659386350872</c:v>
                </c:pt>
                <c:pt idx="1544">
                  <c:v>0.00657276594463</c:v>
                </c:pt>
                <c:pt idx="1545">
                  <c:v>0.00655177650465</c:v>
                </c:pt>
                <c:pt idx="1546">
                  <c:v>0.00653089440656</c:v>
                </c:pt>
                <c:pt idx="1547">
                  <c:v>0.00651011887553</c:v>
                </c:pt>
                <c:pt idx="1548">
                  <c:v>0.00648944914406</c:v>
                </c:pt>
                <c:pt idx="1549">
                  <c:v>0.00646888445186</c:v>
                </c:pt>
                <c:pt idx="1550">
                  <c:v>0.0064484240458</c:v>
                </c:pt>
                <c:pt idx="1551">
                  <c:v>0.00642806717976</c:v>
                </c:pt>
                <c:pt idx="1552">
                  <c:v>0.00640781311462</c:v>
                </c:pt>
                <c:pt idx="1553">
                  <c:v>0.00638766111812</c:v>
                </c:pt>
                <c:pt idx="1554">
                  <c:v>0.00636761046482</c:v>
                </c:pt>
                <c:pt idx="1555">
                  <c:v>0.00634766043598</c:v>
                </c:pt>
                <c:pt idx="1556">
                  <c:v>0.0063278103195</c:v>
                </c:pt>
                <c:pt idx="1557">
                  <c:v>0.00630805940984</c:v>
                </c:pt>
                <c:pt idx="1558">
                  <c:v>0.00628840700796</c:v>
                </c:pt>
                <c:pt idx="1559">
                  <c:v>0.0062688524212</c:v>
                </c:pt>
                <c:pt idx="1560">
                  <c:v>0.00624939496324</c:v>
                </c:pt>
                <c:pt idx="1561">
                  <c:v>0.006230033954</c:v>
                </c:pt>
                <c:pt idx="1562">
                  <c:v>0.00621076871961</c:v>
                </c:pt>
                <c:pt idx="1563">
                  <c:v>0.0061915985923</c:v>
                </c:pt>
                <c:pt idx="1564">
                  <c:v>0.00617252291032</c:v>
                </c:pt>
                <c:pt idx="1565">
                  <c:v>0.00615354101791</c:v>
                </c:pt>
                <c:pt idx="1566">
                  <c:v>0.00613465226521</c:v>
                </c:pt>
                <c:pt idx="1567">
                  <c:v>0.00611585600819</c:v>
                </c:pt>
                <c:pt idx="1568">
                  <c:v>0.00609715160859</c:v>
                </c:pt>
                <c:pt idx="1569">
                  <c:v>0.00607853843383</c:v>
                </c:pt>
                <c:pt idx="1570">
                  <c:v>0.006060015857</c:v>
                </c:pt>
                <c:pt idx="1571">
                  <c:v>0.00604158325675</c:v>
                </c:pt>
                <c:pt idx="1572">
                  <c:v>0.00602324001723</c:v>
                </c:pt>
                <c:pt idx="1573">
                  <c:v>0.00600498552806</c:v>
                </c:pt>
                <c:pt idx="1574">
                  <c:v>0.00598681918423</c:v>
                </c:pt>
                <c:pt idx="1575">
                  <c:v>0.00596874038607</c:v>
                </c:pt>
                <c:pt idx="1576">
                  <c:v>0.00595074853918</c:v>
                </c:pt>
                <c:pt idx="1577">
                  <c:v>0.00593284305437</c:v>
                </c:pt>
                <c:pt idx="1578">
                  <c:v>0.0059150233476</c:v>
                </c:pt>
                <c:pt idx="1579">
                  <c:v>0.00589728883995</c:v>
                </c:pt>
                <c:pt idx="1580">
                  <c:v>0.00587963895753</c:v>
                </c:pt>
                <c:pt idx="1581">
                  <c:v>0.00586207313143</c:v>
                </c:pt>
                <c:pt idx="1582">
                  <c:v>0.00584459079769</c:v>
                </c:pt>
                <c:pt idx="1583">
                  <c:v>0.00582719139724</c:v>
                </c:pt>
                <c:pt idx="1584">
                  <c:v>0.00580987437581</c:v>
                </c:pt>
                <c:pt idx="1585">
                  <c:v>0.00579263918395</c:v>
                </c:pt>
                <c:pt idx="1586">
                  <c:v>0.0057754852769</c:v>
                </c:pt>
                <c:pt idx="1587">
                  <c:v>0.00575841211459</c:v>
                </c:pt>
                <c:pt idx="1588">
                  <c:v>0.00574141916161</c:v>
                </c:pt>
                <c:pt idx="1589">
                  <c:v>0.00572450588707</c:v>
                </c:pt>
                <c:pt idx="1590">
                  <c:v>0.00570767176467</c:v>
                </c:pt>
                <c:pt idx="1591">
                  <c:v>0.00569091627255</c:v>
                </c:pt>
                <c:pt idx="1592">
                  <c:v>0.0056742388933</c:v>
                </c:pt>
                <c:pt idx="1593">
                  <c:v>0.00565763911392</c:v>
                </c:pt>
                <c:pt idx="1594">
                  <c:v>0.00564111642572</c:v>
                </c:pt>
                <c:pt idx="1595">
                  <c:v>0.00562467032433</c:v>
                </c:pt>
                <c:pt idx="1596">
                  <c:v>0.00560830030964</c:v>
                </c:pt>
                <c:pt idx="1597">
                  <c:v>0.00559200588572</c:v>
                </c:pt>
                <c:pt idx="1598">
                  <c:v>0.00557578656084</c:v>
                </c:pt>
                <c:pt idx="1599">
                  <c:v>0.00555964184737</c:v>
                </c:pt>
                <c:pt idx="1600">
                  <c:v>0.00554357126176</c:v>
                </c:pt>
                <c:pt idx="1601">
                  <c:v>0.00552757432451</c:v>
                </c:pt>
                <c:pt idx="1602">
                  <c:v>0.00551165056011</c:v>
                </c:pt>
                <c:pt idx="1603">
                  <c:v>0.00549579949699</c:v>
                </c:pt>
                <c:pt idx="1604">
                  <c:v>0.00548002066753</c:v>
                </c:pt>
                <c:pt idx="1605">
                  <c:v>0.00546431360793</c:v>
                </c:pt>
                <c:pt idx="1606">
                  <c:v>0.00544867785827</c:v>
                </c:pt>
                <c:pt idx="1607">
                  <c:v>0.0054331129624</c:v>
                </c:pt>
                <c:pt idx="1608">
                  <c:v>0.00541761846792</c:v>
                </c:pt>
                <c:pt idx="1609">
                  <c:v>0.00540219392617</c:v>
                </c:pt>
                <c:pt idx="1610">
                  <c:v>0.00538683889214</c:v>
                </c:pt>
                <c:pt idx="1611">
                  <c:v>0.00537155292448</c:v>
                </c:pt>
                <c:pt idx="1612">
                  <c:v>0.00535633558542</c:v>
                </c:pt>
                <c:pt idx="1613">
                  <c:v>0.00534118644078</c:v>
                </c:pt>
                <c:pt idx="1614">
                  <c:v>0.00532610505988</c:v>
                </c:pt>
                <c:pt idx="1615">
                  <c:v>0.00531109101556</c:v>
                </c:pt>
                <c:pt idx="1616">
                  <c:v>0.0052961438841</c:v>
                </c:pt>
                <c:pt idx="1617">
                  <c:v>0.00528126324521</c:v>
                </c:pt>
                <c:pt idx="1618">
                  <c:v>0.00526644868198</c:v>
                </c:pt>
                <c:pt idx="1619">
                  <c:v>0.00525169978084</c:v>
                </c:pt>
                <c:pt idx="1620">
                  <c:v>0.00523701613156</c:v>
                </c:pt>
                <c:pt idx="1621">
                  <c:v>0.00522239732718</c:v>
                </c:pt>
                <c:pt idx="1622">
                  <c:v>0.00520784296399</c:v>
                </c:pt>
                <c:pt idx="1623">
                  <c:v>0.00519335264148</c:v>
                </c:pt>
                <c:pt idx="1624">
                  <c:v>0.00517892596237</c:v>
                </c:pt>
                <c:pt idx="1625">
                  <c:v>0.00516456253247</c:v>
                </c:pt>
                <c:pt idx="1626">
                  <c:v>0.00515026196076</c:v>
                </c:pt>
                <c:pt idx="1627">
                  <c:v>0.00513602385927</c:v>
                </c:pt>
                <c:pt idx="1628">
                  <c:v>0.0051218478431</c:v>
                </c:pt>
                <c:pt idx="1629">
                  <c:v>0.00510773353039</c:v>
                </c:pt>
                <c:pt idx="1630">
                  <c:v>0.00509368054224</c:v>
                </c:pt>
                <c:pt idx="1631">
                  <c:v>0.00507968850274</c:v>
                </c:pt>
                <c:pt idx="1632">
                  <c:v>0.0050657570389</c:v>
                </c:pt>
                <c:pt idx="1633">
                  <c:v>0.00505188578063</c:v>
                </c:pt>
                <c:pt idx="1634">
                  <c:v>0.00503807436072</c:v>
                </c:pt>
                <c:pt idx="1635">
                  <c:v>0.00502432241481</c:v>
                </c:pt>
                <c:pt idx="1636">
                  <c:v>0.00501062958134</c:v>
                </c:pt>
                <c:pt idx="1637">
                  <c:v>0.00499699550155</c:v>
                </c:pt>
                <c:pt idx="1638">
                  <c:v>0.00498341981942</c:v>
                </c:pt>
                <c:pt idx="1639">
                  <c:v>0.00496990218168</c:v>
                </c:pt>
                <c:pt idx="1640">
                  <c:v>0.00495644223776</c:v>
                </c:pt>
                <c:pt idx="1641">
                  <c:v>0.00494303963976</c:v>
                </c:pt>
                <c:pt idx="1642">
                  <c:v>0.00492969404243</c:v>
                </c:pt>
                <c:pt idx="1643">
                  <c:v>0.00491640510314</c:v>
                </c:pt>
                <c:pt idx="1644">
                  <c:v>0.00490317248186</c:v>
                </c:pt>
                <c:pt idx="1645">
                  <c:v>0.00488999584112</c:v>
                </c:pt>
                <c:pt idx="1646">
                  <c:v>0.00487687484601</c:v>
                </c:pt>
                <c:pt idx="1647">
                  <c:v>0.00486380916412</c:v>
                </c:pt>
                <c:pt idx="1648">
                  <c:v>0.00485079846554</c:v>
                </c:pt>
                <c:pt idx="1649">
                  <c:v>0.00483784242283</c:v>
                </c:pt>
                <c:pt idx="1650">
                  <c:v>0.00482494071099</c:v>
                </c:pt>
                <c:pt idx="1651">
                  <c:v>0.00481209300744</c:v>
                </c:pt>
                <c:pt idx="1652">
                  <c:v>0.00479929899199</c:v>
                </c:pt>
                <c:pt idx="1653">
                  <c:v>0.00478655834683</c:v>
                </c:pt>
                <c:pt idx="1654">
                  <c:v>0.00477387075648</c:v>
                </c:pt>
                <c:pt idx="1655">
                  <c:v>0.00476123590781</c:v>
                </c:pt>
                <c:pt idx="1656">
                  <c:v>0.00474865348995</c:v>
                </c:pt>
                <c:pt idx="1657">
                  <c:v>0.00473612319435</c:v>
                </c:pt>
                <c:pt idx="1658">
                  <c:v>0.00472364471468</c:v>
                </c:pt>
                <c:pt idx="1659">
                  <c:v>0.00471121774687</c:v>
                </c:pt>
                <c:pt idx="1660">
                  <c:v>0.00469884198905</c:v>
                </c:pt>
                <c:pt idx="1661">
                  <c:v>0.00468651714152</c:v>
                </c:pt>
                <c:pt idx="1662">
                  <c:v>0.00467424290677</c:v>
                </c:pt>
                <c:pt idx="1663">
                  <c:v>0.00466201898944</c:v>
                </c:pt>
                <c:pt idx="1664">
                  <c:v>0.00464984509627</c:v>
                </c:pt>
                <c:pt idx="1665">
                  <c:v>0.00463772093613</c:v>
                </c:pt>
                <c:pt idx="1666">
                  <c:v>0.00462564621994</c:v>
                </c:pt>
                <c:pt idx="1667">
                  <c:v>0.00461362066072</c:v>
                </c:pt>
                <c:pt idx="1668">
                  <c:v>0.0046016439735</c:v>
                </c:pt>
                <c:pt idx="1669">
                  <c:v>0.00458971587536</c:v>
                </c:pt>
                <c:pt idx="1670">
                  <c:v>0.00457783608537</c:v>
                </c:pt>
                <c:pt idx="1671">
                  <c:v>0.00456600432458</c:v>
                </c:pt>
                <c:pt idx="1672">
                  <c:v>0.004554220316</c:v>
                </c:pt>
                <c:pt idx="1673">
                  <c:v>0.00454248378461</c:v>
                </c:pt>
                <c:pt idx="1674">
                  <c:v>0.0045307944573</c:v>
                </c:pt>
                <c:pt idx="1675">
                  <c:v>0.00451915206285</c:v>
                </c:pt>
                <c:pt idx="1676">
                  <c:v>0.00450755633196</c:v>
                </c:pt>
                <c:pt idx="1677">
                  <c:v>0.0044960069972</c:v>
                </c:pt>
                <c:pt idx="1678">
                  <c:v>0.00448450379297</c:v>
                </c:pt>
                <c:pt idx="1679">
                  <c:v>0.00447304645552</c:v>
                </c:pt>
                <c:pt idx="1680">
                  <c:v>0.00446163472293</c:v>
                </c:pt>
                <c:pt idx="1681">
                  <c:v>0.00445026833507</c:v>
                </c:pt>
                <c:pt idx="1682">
                  <c:v>0.00443894703358</c:v>
                </c:pt>
                <c:pt idx="1683">
                  <c:v>0.00442767056189</c:v>
                </c:pt>
                <c:pt idx="1684">
                  <c:v>0.00441643866518</c:v>
                </c:pt>
                <c:pt idx="1685">
                  <c:v>0.00440525109036</c:v>
                </c:pt>
                <c:pt idx="1686">
                  <c:v>0.00439410758604</c:v>
                </c:pt>
                <c:pt idx="1687">
                  <c:v>0.00438300790256</c:v>
                </c:pt>
                <c:pt idx="1688">
                  <c:v>0.00437195179194</c:v>
                </c:pt>
                <c:pt idx="1689">
                  <c:v>0.00436093900786</c:v>
                </c:pt>
                <c:pt idx="1690">
                  <c:v>0.00434996930566</c:v>
                </c:pt>
                <c:pt idx="1691">
                  <c:v>0.00433904244233</c:v>
                </c:pt>
                <c:pt idx="1692">
                  <c:v>0.00432815817647</c:v>
                </c:pt>
                <c:pt idx="1693">
                  <c:v>0.0043173162683</c:v>
                </c:pt>
                <c:pt idx="1694">
                  <c:v>0.00430651647964</c:v>
                </c:pt>
                <c:pt idx="1695">
                  <c:v>0.00429575857387</c:v>
                </c:pt>
                <c:pt idx="1696">
                  <c:v>0.00428504231596</c:v>
                </c:pt>
                <c:pt idx="1697">
                  <c:v>0.00427436747242</c:v>
                </c:pt>
                <c:pt idx="1698">
                  <c:v>0.00426373381132</c:v>
                </c:pt>
                <c:pt idx="1699">
                  <c:v>0.00425314110221</c:v>
                </c:pt>
                <c:pt idx="1700">
                  <c:v>0.00424258911621</c:v>
                </c:pt>
                <c:pt idx="1701">
                  <c:v>0.00423207762589</c:v>
                </c:pt>
                <c:pt idx="1702">
                  <c:v>0.00422160640533</c:v>
                </c:pt>
                <c:pt idx="1703">
                  <c:v>0.00421117523007</c:v>
                </c:pt>
                <c:pt idx="1704">
                  <c:v>0.00420078387713</c:v>
                </c:pt>
                <c:pt idx="1705">
                  <c:v>0.00419043212495</c:v>
                </c:pt>
                <c:pt idx="1706">
                  <c:v>0.00418011975343</c:v>
                </c:pt>
                <c:pt idx="1707">
                  <c:v>0.00416984654387</c:v>
                </c:pt>
                <c:pt idx="1708">
                  <c:v>0.004159612279</c:v>
                </c:pt>
                <c:pt idx="1709">
                  <c:v>0.00414941674293</c:v>
                </c:pt>
                <c:pt idx="1710">
                  <c:v>0.00413925972118</c:v>
                </c:pt>
                <c:pt idx="1711">
                  <c:v>0.00412914100062</c:v>
                </c:pt>
                <c:pt idx="1712">
                  <c:v>0.00411906036951</c:v>
                </c:pt>
                <c:pt idx="1713">
                  <c:v>0.00410901761744</c:v>
                </c:pt>
                <c:pt idx="1714">
                  <c:v>0.00409901253537</c:v>
                </c:pt>
                <c:pt idx="1715">
                  <c:v>0.00408904491556</c:v>
                </c:pt>
                <c:pt idx="1716">
                  <c:v>0.00407911455163</c:v>
                </c:pt>
                <c:pt idx="1717">
                  <c:v>0.00406922123847</c:v>
                </c:pt>
                <c:pt idx="1718">
                  <c:v>0.0040593647723</c:v>
                </c:pt>
                <c:pt idx="1719">
                  <c:v>0.00404954495063</c:v>
                </c:pt>
                <c:pt idx="1720">
                  <c:v>0.00403976157225</c:v>
                </c:pt>
                <c:pt idx="1721">
                  <c:v>0.00403001443722</c:v>
                </c:pt>
                <c:pt idx="1722">
                  <c:v>0.00402030334686</c:v>
                </c:pt>
                <c:pt idx="1723">
                  <c:v>0.00401062810376</c:v>
                </c:pt>
                <c:pt idx="1724">
                  <c:v>0.00400098851175</c:v>
                </c:pt>
                <c:pt idx="1725">
                  <c:v>0.0039913843759</c:v>
                </c:pt>
                <c:pt idx="1726">
                  <c:v>0.00398181550251</c:v>
                </c:pt>
                <c:pt idx="1727">
                  <c:v>0.0039722816991</c:v>
                </c:pt>
                <c:pt idx="1728">
                  <c:v>0.00396278277442</c:v>
                </c:pt>
                <c:pt idx="1729">
                  <c:v>0.0039533185384</c:v>
                </c:pt>
                <c:pt idx="1730">
                  <c:v>0.00394388880221</c:v>
                </c:pt>
                <c:pt idx="1731">
                  <c:v>0.00393449337817</c:v>
                </c:pt>
                <c:pt idx="1732">
                  <c:v>0.00392513207984</c:v>
                </c:pt>
                <c:pt idx="1733">
                  <c:v>0.00391580472191</c:v>
                </c:pt>
                <c:pt idx="1734">
                  <c:v>0.00390651112028</c:v>
                </c:pt>
                <c:pt idx="1735">
                  <c:v>0.00389725109202</c:v>
                </c:pt>
                <c:pt idx="1736">
                  <c:v>0.00388802445534</c:v>
                </c:pt>
                <c:pt idx="1737">
                  <c:v>0.00387883102964</c:v>
                </c:pt>
                <c:pt idx="1738">
                  <c:v>0.00386967063545</c:v>
                </c:pt>
                <c:pt idx="1739">
                  <c:v>0.00386054309447</c:v>
                </c:pt>
                <c:pt idx="1740">
                  <c:v>0.00385144822953</c:v>
                </c:pt>
                <c:pt idx="1741">
                  <c:v>0.00384238586463</c:v>
                </c:pt>
                <c:pt idx="1742">
                  <c:v>0.00383335582487</c:v>
                </c:pt>
                <c:pt idx="1743">
                  <c:v>0.00382435793653</c:v>
                </c:pt>
                <c:pt idx="1744">
                  <c:v>0.00381539202699</c:v>
                </c:pt>
                <c:pt idx="1745">
                  <c:v>0.00380645792477</c:v>
                </c:pt>
                <c:pt idx="1746">
                  <c:v>0.00379755545953</c:v>
                </c:pt>
                <c:pt idx="1747">
                  <c:v>0.00378868446205</c:v>
                </c:pt>
                <c:pt idx="1748">
                  <c:v>0.00377984476424</c:v>
                </c:pt>
                <c:pt idx="1749">
                  <c:v>0.00377103619912</c:v>
                </c:pt>
                <c:pt idx="1750">
                  <c:v>0.00376225860085</c:v>
                </c:pt>
                <c:pt idx="1751">
                  <c:v>0.00375351180471</c:v>
                </c:pt>
                <c:pt idx="1752">
                  <c:v>0.00374479564711</c:v>
                </c:pt>
                <c:pt idx="1753">
                  <c:v>0.00373610996557</c:v>
                </c:pt>
                <c:pt idx="1754">
                  <c:v>0.00372745459874</c:v>
                </c:pt>
                <c:pt idx="1755">
                  <c:v>0.0037188293864</c:v>
                </c:pt>
                <c:pt idx="1756">
                  <c:v>0.00371023416946</c:v>
                </c:pt>
                <c:pt idx="1757">
                  <c:v>0.00370166878995</c:v>
                </c:pt>
                <c:pt idx="1758">
                  <c:v>0.00369313309105</c:v>
                </c:pt>
                <c:pt idx="1759">
                  <c:v>0.00368462691705</c:v>
                </c:pt>
                <c:pt idx="1760">
                  <c:v>0.00367615011339</c:v>
                </c:pt>
                <c:pt idx="1761">
                  <c:v>0.00366770252666</c:v>
                </c:pt>
                <c:pt idx="1762">
                  <c:v>0.00365928400458</c:v>
                </c:pt>
                <c:pt idx="1763">
                  <c:v>0.00365089439602</c:v>
                </c:pt>
                <c:pt idx="1764">
                  <c:v>0.00364253355102</c:v>
                </c:pt>
                <c:pt idx="1765">
                  <c:v>0.00363420132075</c:v>
                </c:pt>
                <c:pt idx="1766">
                  <c:v>0.00362589755756</c:v>
                </c:pt>
                <c:pt idx="1767">
                  <c:v>0.00361762211497</c:v>
                </c:pt>
                <c:pt idx="1768">
                  <c:v>0.00360937484766</c:v>
                </c:pt>
                <c:pt idx="1769">
                  <c:v>0.00360115561151</c:v>
                </c:pt>
                <c:pt idx="1770">
                  <c:v>0.00359296426358</c:v>
                </c:pt>
                <c:pt idx="1771">
                  <c:v>0.0035848006621</c:v>
                </c:pt>
                <c:pt idx="1772">
                  <c:v>0.00357666466653</c:v>
                </c:pt>
                <c:pt idx="1773">
                  <c:v>0.00356855613752</c:v>
                </c:pt>
                <c:pt idx="1774">
                  <c:v>0.00356047493693</c:v>
                </c:pt>
                <c:pt idx="1775">
                  <c:v>0.00355242092786</c:v>
                </c:pt>
                <c:pt idx="1776">
                  <c:v>0.00354439397463</c:v>
                </c:pt>
                <c:pt idx="1777">
                  <c:v>0.00353639394278</c:v>
                </c:pt>
                <c:pt idx="1778">
                  <c:v>0.00352842069911</c:v>
                </c:pt>
                <c:pt idx="1779">
                  <c:v>0.00352047411167</c:v>
                </c:pt>
                <c:pt idx="1780">
                  <c:v>0.00351255404978</c:v>
                </c:pt>
                <c:pt idx="1781">
                  <c:v>0.003504660384</c:v>
                </c:pt>
                <c:pt idx="1782">
                  <c:v>0.00349679298619</c:v>
                </c:pt>
                <c:pt idx="1783">
                  <c:v>0.00348895172948</c:v>
                </c:pt>
                <c:pt idx="1784">
                  <c:v>0.0034811364883</c:v>
                </c:pt>
                <c:pt idx="1785">
                  <c:v>0.00347334713838</c:v>
                </c:pt>
                <c:pt idx="1786">
                  <c:v>0.00346558355673</c:v>
                </c:pt>
                <c:pt idx="1787">
                  <c:v>0.00345784562171</c:v>
                </c:pt>
                <c:pt idx="1788">
                  <c:v>0.00345013321298</c:v>
                </c:pt>
                <c:pt idx="1789">
                  <c:v>0.00344244621151</c:v>
                </c:pt>
                <c:pt idx="1790">
                  <c:v>0.00343478449963</c:v>
                </c:pt>
                <c:pt idx="1791">
                  <c:v>0.003427147961</c:v>
                </c:pt>
                <c:pt idx="1792">
                  <c:v>0.0034195364806</c:v>
                </c:pt>
                <c:pt idx="1793">
                  <c:v>0.00341194994479</c:v>
                </c:pt>
                <c:pt idx="1794">
                  <c:v>0.00340438824126</c:v>
                </c:pt>
                <c:pt idx="1795">
                  <c:v>0.00339685125905</c:v>
                </c:pt>
                <c:pt idx="1796">
                  <c:v>0.00338933888856</c:v>
                </c:pt>
                <c:pt idx="1797">
                  <c:v>0.00338185102156</c:v>
                </c:pt>
                <c:pt idx="1798">
                  <c:v>0.00337438755117</c:v>
                </c:pt>
                <c:pt idx="1799">
                  <c:v>0.00336694837185</c:v>
                </c:pt>
                <c:pt idx="1800">
                  <c:v>0.00335953337944</c:v>
                </c:pt>
                <c:pt idx="1801">
                  <c:v>0.00335214247112</c:v>
                </c:pt>
                <c:pt idx="1802">
                  <c:v>0.00334477554544</c:v>
                </c:pt>
                <c:pt idx="1803">
                  <c:v>0.00333743250227</c:v>
                </c:pt>
                <c:pt idx="1804">
                  <c:v>0.00333011324285</c:v>
                </c:pt>
                <c:pt idx="1805">
                  <c:v>0.00332281766973</c:v>
                </c:pt>
                <c:pt idx="1806">
                  <c:v>0.00331554568679</c:v>
                </c:pt>
                <c:pt idx="1807">
                  <c:v>0.00330829719926</c:v>
                </c:pt>
                <c:pt idx="1808">
                  <c:v>0.00330107211362</c:v>
                </c:pt>
                <c:pt idx="1809">
                  <c:v>0.0032938703377</c:v>
                </c:pt>
                <c:pt idx="1810">
                  <c:v>0.00328669178058</c:v>
                </c:pt>
                <c:pt idx="1811">
                  <c:v>0.00327953635261</c:v>
                </c:pt>
                <c:pt idx="1812">
                  <c:v>0.00327240396539</c:v>
                </c:pt>
                <c:pt idx="1813">
                  <c:v>0.00326529453178</c:v>
                </c:pt>
                <c:pt idx="1814">
                  <c:v>0.00325820796582</c:v>
                </c:pt>
                <c:pt idx="1815">
                  <c:v>0.00325114418275</c:v>
                </c:pt>
                <c:pt idx="1816">
                  <c:v>0.00324410309899</c:v>
                </c:pt>
                <c:pt idx="1817">
                  <c:v>0.00323708463211</c:v>
                </c:pt>
                <c:pt idx="1818">
                  <c:v>0.0032300887008</c:v>
                </c:pt>
                <c:pt idx="1819">
                  <c:v>0.00322311522485</c:v>
                </c:pt>
                <c:pt idx="1820">
                  <c:v>0.00321616412511</c:v>
                </c:pt>
                <c:pt idx="1821">
                  <c:v>0.00320923532349</c:v>
                </c:pt>
                <c:pt idx="1822">
                  <c:v>0.00320232874288</c:v>
                </c:pt>
                <c:pt idx="1823">
                  <c:v>0.00319544430719</c:v>
                </c:pt>
                <c:pt idx="1824">
                  <c:v>0.00318858194126</c:v>
                </c:pt>
                <c:pt idx="1825">
                  <c:v>0.00318174157082</c:v>
                </c:pt>
                <c:pt idx="1826">
                  <c:v>0.00317492312253</c:v>
                </c:pt>
                <c:pt idx="1827">
                  <c:v>0.00316812652385</c:v>
                </c:pt>
                <c:pt idx="1828">
                  <c:v>0.00316135170308</c:v>
                </c:pt>
                <c:pt idx="1829">
                  <c:v>0.00315459858927</c:v>
                </c:pt>
                <c:pt idx="1830">
                  <c:v>0.00314786711222</c:v>
                </c:pt>
                <c:pt idx="1831">
                  <c:v>0.00314115720242</c:v>
                </c:pt>
                <c:pt idx="1832">
                  <c:v>0.00313446879101</c:v>
                </c:pt>
                <c:pt idx="1833">
                  <c:v>0.00312780180977</c:v>
                </c:pt>
                <c:pt idx="1834">
                  <c:v>0.00312115619104</c:v>
                </c:pt>
                <c:pt idx="1835">
                  <c:v>0.0031145318677</c:v>
                </c:pt>
                <c:pt idx="1836">
                  <c:v>0.00310792877316</c:v>
                </c:pt>
                <c:pt idx="1837">
                  <c:v>0.00310134684125</c:v>
                </c:pt>
                <c:pt idx="1838">
                  <c:v>0.00309478600625</c:v>
                </c:pt>
                <c:pt idx="1839">
                  <c:v>0.00308824620283</c:v>
                </c:pt>
                <c:pt idx="1840">
                  <c:v>0.00308172736598</c:v>
                </c:pt>
                <c:pt idx="1841">
                  <c:v>0.00307522943103</c:v>
                </c:pt>
                <c:pt idx="1842">
                  <c:v>0.00306875233355</c:v>
                </c:pt>
                <c:pt idx="1843">
                  <c:v>0.00306229600937</c:v>
                </c:pt>
                <c:pt idx="1844">
                  <c:v>0.0030558603945</c:v>
                </c:pt>
                <c:pt idx="1845">
                  <c:v>0.00304944542514</c:v>
                </c:pt>
                <c:pt idx="1846">
                  <c:v>0.00304305103758</c:v>
                </c:pt>
                <c:pt idx="1847">
                  <c:v>0.00303667716825</c:v>
                </c:pt>
                <c:pt idx="1848">
                  <c:v>0.00303032375363</c:v>
                </c:pt>
                <c:pt idx="1849">
                  <c:v>0.00302399073023</c:v>
                </c:pt>
                <c:pt idx="1850">
                  <c:v>0.00301767803457</c:v>
                </c:pt>
                <c:pt idx="1851">
                  <c:v>0.00301138560315</c:v>
                </c:pt>
                <c:pt idx="1852">
                  <c:v>0.00300511337244</c:v>
                </c:pt>
                <c:pt idx="1853">
                  <c:v>0.00299886127881</c:v>
                </c:pt>
                <c:pt idx="1854">
                  <c:v>0.00299262925856</c:v>
                </c:pt>
                <c:pt idx="1855">
                  <c:v>0.00298641724785</c:v>
                </c:pt>
                <c:pt idx="1856">
                  <c:v>0.00298022518272</c:v>
                </c:pt>
                <c:pt idx="1857">
                  <c:v>0.00297405299906</c:v>
                </c:pt>
                <c:pt idx="1858">
                  <c:v>0.00296790063256</c:v>
                </c:pt>
                <c:pt idx="1859">
                  <c:v>0.00296176801875</c:v>
                </c:pt>
                <c:pt idx="1860">
                  <c:v>0.00295565509293</c:v>
                </c:pt>
                <c:pt idx="1861">
                  <c:v>0.00294956179022</c:v>
                </c:pt>
                <c:pt idx="1862">
                  <c:v>0.00294348804547</c:v>
                </c:pt>
                <c:pt idx="1863">
                  <c:v>0.00293743379332</c:v>
                </c:pt>
                <c:pt idx="1864">
                  <c:v>0.00293139896817</c:v>
                </c:pt>
                <c:pt idx="1865">
                  <c:v>0.00292538350415</c:v>
                </c:pt>
                <c:pt idx="1866">
                  <c:v>0.00291938733516</c:v>
                </c:pt>
                <c:pt idx="1867">
                  <c:v>0.0029134103948</c:v>
                </c:pt>
                <c:pt idx="1868">
                  <c:v>0.00290745261644</c:v>
                </c:pt>
                <c:pt idx="1869">
                  <c:v>0.00290151393319</c:v>
                </c:pt>
                <c:pt idx="1870">
                  <c:v>0.00289559427787</c:v>
                </c:pt>
                <c:pt idx="1871">
                  <c:v>0.00288969358305</c:v>
                </c:pt>
                <c:pt idx="1872">
                  <c:v>0.00288381178104</c:v>
                </c:pt>
                <c:pt idx="1873">
                  <c:v>0.00287794880391</c:v>
                </c:pt>
                <c:pt idx="1874">
                  <c:v>0.00287210458345</c:v>
                </c:pt>
                <c:pt idx="1875">
                  <c:v>0.00286627905121</c:v>
                </c:pt>
                <c:pt idx="1876">
                  <c:v>0.00286047213851</c:v>
                </c:pt>
                <c:pt idx="1877">
                  <c:v>0.00285468377645</c:v>
                </c:pt>
                <c:pt idx="1878">
                  <c:v>0.00284891389586</c:v>
                </c:pt>
                <c:pt idx="1879">
                  <c:v>0.0028431624274</c:v>
                </c:pt>
                <c:pt idx="1880">
                  <c:v>0.00283742930151</c:v>
                </c:pt>
                <c:pt idx="1881">
                  <c:v>0.00283171444842</c:v>
                </c:pt>
                <c:pt idx="1882">
                  <c:v>0.00282601779818</c:v>
                </c:pt>
                <c:pt idx="1883">
                  <c:v>0.00282033928069</c:v>
                </c:pt>
                <c:pt idx="1884">
                  <c:v>0.00281467882564</c:v>
                </c:pt>
                <c:pt idx="1885">
                  <c:v>0.00280903636263</c:v>
                </c:pt>
                <c:pt idx="1886">
                  <c:v>0.00280341182107</c:v>
                </c:pt>
                <c:pt idx="1887">
                  <c:v>0.00279780513027</c:v>
                </c:pt>
                <c:pt idx="1888">
                  <c:v>0.00279221621942</c:v>
                </c:pt>
                <c:pt idx="1889">
                  <c:v>0.00278664501763</c:v>
                </c:pt>
                <c:pt idx="1890">
                  <c:v>0.0027810914539</c:v>
                </c:pt>
                <c:pt idx="1891">
                  <c:v>0.00277555545718</c:v>
                </c:pt>
                <c:pt idx="1892">
                  <c:v>0.00277003695635</c:v>
                </c:pt>
                <c:pt idx="1893">
                  <c:v>0.00276453588024</c:v>
                </c:pt>
                <c:pt idx="1894">
                  <c:v>0.00275905215768</c:v>
                </c:pt>
                <c:pt idx="1895">
                  <c:v>0.00275358571746</c:v>
                </c:pt>
                <c:pt idx="1896">
                  <c:v>0.00274813648838</c:v>
                </c:pt>
                <c:pt idx="1897">
                  <c:v>0.00274270439924</c:v>
                </c:pt>
                <c:pt idx="1898">
                  <c:v>0.00273728937889</c:v>
                </c:pt>
                <c:pt idx="1899">
                  <c:v>0.0027318913562</c:v>
                </c:pt>
                <c:pt idx="1900">
                  <c:v>0.0027265102601</c:v>
                </c:pt>
                <c:pt idx="1901">
                  <c:v>0.0027211460196</c:v>
                </c:pt>
                <c:pt idx="1902">
                  <c:v>0.00271579856376</c:v>
                </c:pt>
                <c:pt idx="1903">
                  <c:v>0.00271046782179</c:v>
                </c:pt>
                <c:pt idx="1904">
                  <c:v>0.00270515372294</c:v>
                </c:pt>
                <c:pt idx="1905">
                  <c:v>0.00269985619664</c:v>
                </c:pt>
                <c:pt idx="1906">
                  <c:v>0.00269457517243</c:v>
                </c:pt>
                <c:pt idx="1907">
                  <c:v>0.00268931057998</c:v>
                </c:pt>
                <c:pt idx="1908">
                  <c:v>0.00268406234914</c:v>
                </c:pt>
                <c:pt idx="1909">
                  <c:v>0.00267883040993</c:v>
                </c:pt>
                <c:pt idx="1910">
                  <c:v>0.00267361469254</c:v>
                </c:pt>
                <c:pt idx="1911">
                  <c:v>0.00266841512738</c:v>
                </c:pt>
                <c:pt idx="1912">
                  <c:v>0.00266323164503</c:v>
                </c:pt>
                <c:pt idx="1913">
                  <c:v>0.00265806417631</c:v>
                </c:pt>
                <c:pt idx="1914">
                  <c:v>0.00265291265228</c:v>
                </c:pt>
                <c:pt idx="1915">
                  <c:v>0.0026477770042</c:v>
                </c:pt>
                <c:pt idx="1916">
                  <c:v>0.00264265716362</c:v>
                </c:pt>
                <c:pt idx="1917">
                  <c:v>0.00263755306233</c:v>
                </c:pt>
                <c:pt idx="1918">
                  <c:v>0.0026324646324</c:v>
                </c:pt>
                <c:pt idx="1919">
                  <c:v>0.00262739180616</c:v>
                </c:pt>
                <c:pt idx="1920">
                  <c:v>0.00262233451625</c:v>
                </c:pt>
                <c:pt idx="1921">
                  <c:v>0.00261729269562</c:v>
                </c:pt>
                <c:pt idx="1922">
                  <c:v>0.00261226627749</c:v>
                </c:pt>
                <c:pt idx="1923">
                  <c:v>0.00260725519543</c:v>
                </c:pt>
                <c:pt idx="1924">
                  <c:v>0.00260225938333</c:v>
                </c:pt>
                <c:pt idx="1925">
                  <c:v>0.00259727877542</c:v>
                </c:pt>
                <c:pt idx="1926">
                  <c:v>0.00259231330626</c:v>
                </c:pt>
                <c:pt idx="1927">
                  <c:v>0.00258736291078</c:v>
                </c:pt>
                <c:pt idx="1928">
                  <c:v>0.00258242752425</c:v>
                </c:pt>
                <c:pt idx="1929">
                  <c:v>0.00257750708234</c:v>
                </c:pt>
                <c:pt idx="1930">
                  <c:v>0.00257260152106</c:v>
                </c:pt>
                <c:pt idx="1931">
                  <c:v>0.00256771077684</c:v>
                </c:pt>
                <c:pt idx="1932">
                  <c:v>0.00256283478647</c:v>
                </c:pt>
                <c:pt idx="1933">
                  <c:v>0.00255797348717</c:v>
                </c:pt>
                <c:pt idx="1934">
                  <c:v>0.00255312681655</c:v>
                </c:pt>
                <c:pt idx="1935">
                  <c:v>0.00254829471263</c:v>
                </c:pt>
                <c:pt idx="1936">
                  <c:v>0.00254347711386</c:v>
                </c:pt>
                <c:pt idx="1937">
                  <c:v>0.00253867395912</c:v>
                </c:pt>
                <c:pt idx="1938">
                  <c:v>0.00253388518771</c:v>
                </c:pt>
                <c:pt idx="1939">
                  <c:v>0.00252911073939</c:v>
                </c:pt>
                <c:pt idx="1940">
                  <c:v>0.00252435055436</c:v>
                </c:pt>
                <c:pt idx="1941">
                  <c:v>0.00251960457325</c:v>
                </c:pt>
                <c:pt idx="1942">
                  <c:v>0.0025148727372</c:v>
                </c:pt>
                <c:pt idx="1943">
                  <c:v>0.00251015498776</c:v>
                </c:pt>
                <c:pt idx="1944">
                  <c:v>0.00250545126698</c:v>
                </c:pt>
                <c:pt idx="1945">
                  <c:v>0.0025007615174</c:v>
                </c:pt>
                <c:pt idx="1946">
                  <c:v>0.00249608568199</c:v>
                </c:pt>
                <c:pt idx="1947">
                  <c:v>0.00249142370427</c:v>
                </c:pt>
                <c:pt idx="1948">
                  <c:v>0.00248677552821</c:v>
                </c:pt>
                <c:pt idx="1949">
                  <c:v>0.00248214109828</c:v>
                </c:pt>
                <c:pt idx="1950">
                  <c:v>0.00247752035947</c:v>
                </c:pt>
                <c:pt idx="1951">
                  <c:v>0.00247291325725</c:v>
                </c:pt>
                <c:pt idx="1952">
                  <c:v>0.00246831973762</c:v>
                </c:pt>
                <c:pt idx="1953">
                  <c:v>0.00246373974708</c:v>
                </c:pt>
                <c:pt idx="1954">
                  <c:v>0.00245917323265</c:v>
                </c:pt>
                <c:pt idx="1955">
                  <c:v>0.00245462014187</c:v>
                </c:pt>
                <c:pt idx="1956">
                  <c:v>0.0024500804228</c:v>
                </c:pt>
                <c:pt idx="1957">
                  <c:v>0.00244555402403</c:v>
                </c:pt>
                <c:pt idx="1958">
                  <c:v>0.00244104089467</c:v>
                </c:pt>
                <c:pt idx="1959">
                  <c:v>0.00243654098436</c:v>
                </c:pt>
                <c:pt idx="1960">
                  <c:v>0.00243205424329</c:v>
                </c:pt>
                <c:pt idx="1961">
                  <c:v>0.00242758062215</c:v>
                </c:pt>
                <c:pt idx="1962">
                  <c:v>0.00242312007219</c:v>
                </c:pt>
                <c:pt idx="1963">
                  <c:v>0.00241867254517</c:v>
                </c:pt>
                <c:pt idx="1964">
                  <c:v>0.00241423799342</c:v>
                </c:pt>
                <c:pt idx="1965">
                  <c:v>0.00240981636976</c:v>
                </c:pt>
                <c:pt idx="1966">
                  <c:v>0.00240540762757</c:v>
                </c:pt>
                <c:pt idx="1967">
                  <c:v>0.00240101172075</c:v>
                </c:pt>
                <c:pt idx="1968">
                  <c:v>0.00239662860375</c:v>
                </c:pt>
                <c:pt idx="1969">
                  <c:v>0.00239225823152</c:v>
                </c:pt>
                <c:pt idx="1970">
                  <c:v>0.00238790055955</c:v>
                </c:pt>
                <c:pt idx="1971">
                  <c:v>0.00238355554385</c:v>
                </c:pt>
                <c:pt idx="1972">
                  <c:v>0.00237922314095</c:v>
                </c:pt>
                <c:pt idx="1973">
                  <c:v>0.0023749033079</c:v>
                </c:pt>
                <c:pt idx="1974">
                  <c:v>0.00237059600224</c:v>
                </c:pt>
                <c:pt idx="1975">
                  <c:v>0.00236630118203</c:v>
                </c:pt>
                <c:pt idx="1976">
                  <c:v>0.00236201880582</c:v>
                </c:pt>
                <c:pt idx="1977">
                  <c:v>0.00235774883266</c:v>
                </c:pt>
                <c:pt idx="1978">
                  <c:v>0.00235349122209</c:v>
                </c:pt>
                <c:pt idx="1979">
                  <c:v>0.0023492459341</c:v>
                </c:pt>
                <c:pt idx="1980">
                  <c:v>0.00234501292918</c:v>
                </c:pt>
                <c:pt idx="1981">
                  <c:v>0.00234079216827</c:v>
                </c:pt>
                <c:pt idx="1982">
                  <c:v>0.00233658361276</c:v>
                </c:pt>
                <c:pt idx="1983">
                  <c:v>0.00233238722448</c:v>
                </c:pt>
                <c:pt idx="1984">
                  <c:v>0.00232820296569</c:v>
                </c:pt>
                <c:pt idx="1985">
                  <c:v>0.00232403079908</c:v>
                </c:pt>
                <c:pt idx="1986">
                  <c:v>0.00231987068774</c:v>
                </c:pt>
                <c:pt idx="1987">
                  <c:v>0.00231572259518</c:v>
                </c:pt>
                <c:pt idx="1988">
                  <c:v>0.00231158648526</c:v>
                </c:pt>
                <c:pt idx="1989">
                  <c:v>0.00230746232224</c:v>
                </c:pt>
                <c:pt idx="1990">
                  <c:v>0.00230335007073</c:v>
                </c:pt>
                <c:pt idx="1991">
                  <c:v>0.00229924969569</c:v>
                </c:pt>
                <c:pt idx="1992">
                  <c:v>0.00229516116241</c:v>
                </c:pt>
                <c:pt idx="1993">
                  <c:v>0.0022910844365</c:v>
                </c:pt>
                <c:pt idx="1994">
                  <c:v>0.00228701948387</c:v>
                </c:pt>
                <c:pt idx="1995">
                  <c:v>0.00228296627073</c:v>
                </c:pt>
                <c:pt idx="1996">
                  <c:v>0.00227892476354</c:v>
                </c:pt>
                <c:pt idx="1997">
                  <c:v>0.00227489492904</c:v>
                </c:pt>
                <c:pt idx="1998">
                  <c:v>0.00227087673421</c:v>
                </c:pt>
                <c:pt idx="1999">
                  <c:v>0.00226687014624</c:v>
                </c:pt>
                <c:pt idx="2000">
                  <c:v>0.00226287513255</c:v>
                </c:pt>
              </c:numCache>
            </c:numRef>
          </c:yVal>
        </c:ser>
        <c:ser>
          <c:idx val="1"/>
          <c:order val="1"/>
          <c:tx>
            <c:v>spin</c:v>
          </c:tx>
          <c:spPr>
            <a:ln xmlns:a="http://schemas.openxmlformats.org/drawingml/2006/main" w="15240">
              <a:solidFill>
                <a:srgbClr val="234F91"/>
              </a:solidFill>
              <a:prstDash val="dash"/>
            </a:ln>
          </c:spPr>
          <c:marker>
            <c:symbol val="none"/>
            <c:size val="5"/>
            <c:spPr>
              <a:solidFill xmlns:a="http://schemas.openxmlformats.org/drawingml/2006/main">
                <a:srgbClr val="234F91"/>
              </a:solidFill>
            </c:spPr>
          </c:marker>
          <c:xVal>
            <c:numRef>
              <c:f>'Chart Data'!$C$2:$C$2002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Data'!$D$2:$D$2002</c:f>
              <c:numCache>
                <c:formatCode>0.0</c:formatCode>
                <c:ptCount val="2001"/>
                <c:pt idx="0">
                  <c:v>0.0287515815459</c:v>
                </c:pt>
                <c:pt idx="1">
                  <c:v>0.028865073704</c:v>
                </c:pt>
                <c:pt idx="2">
                  <c:v>0.028979235866</c:v>
                </c:pt>
                <c:pt idx="3">
                  <c:v>0.0290940732718</c:v>
                </c:pt>
                <c:pt idx="4">
                  <c:v>0.0292095912116</c:v>
                </c:pt>
                <c:pt idx="5">
                  <c:v>0.0293257950272</c:v>
                </c:pt>
                <c:pt idx="6">
                  <c:v>0.0294426901123</c:v>
                </c:pt>
                <c:pt idx="7">
                  <c:v>0.0295602819129</c:v>
                </c:pt>
                <c:pt idx="8">
                  <c:v>0.0296785759282</c:v>
                </c:pt>
                <c:pt idx="9">
                  <c:v>0.0297975777113</c:v>
                </c:pt>
                <c:pt idx="10">
                  <c:v>0.0299172928694</c:v>
                </c:pt>
                <c:pt idx="11">
                  <c:v>0.0300377270648</c:v>
                </c:pt>
                <c:pt idx="12">
                  <c:v>0.0301588860154</c:v>
                </c:pt>
                <c:pt idx="13">
                  <c:v>0.0302807754954</c:v>
                </c:pt>
                <c:pt idx="14">
                  <c:v>0.0304034013357</c:v>
                </c:pt>
                <c:pt idx="15">
                  <c:v>0.0305267694252</c:v>
                </c:pt>
                <c:pt idx="16">
                  <c:v>0.0306508857105</c:v>
                </c:pt>
                <c:pt idx="17">
                  <c:v>0.0307757561977</c:v>
                </c:pt>
                <c:pt idx="18">
                  <c:v>0.0309013869521</c:v>
                </c:pt>
                <c:pt idx="19">
                  <c:v>0.0310277840995</c:v>
                </c:pt>
                <c:pt idx="20">
                  <c:v>0.0311549538268</c:v>
                </c:pt>
                <c:pt idx="21">
                  <c:v>0.0312829023825</c:v>
                </c:pt>
                <c:pt idx="22">
                  <c:v>0.0314116360776</c:v>
                </c:pt>
                <c:pt idx="23">
                  <c:v>0.0315411612866</c:v>
                </c:pt>
                <c:pt idx="24">
                  <c:v>0.0316714844475</c:v>
                </c:pt>
                <c:pt idx="25">
                  <c:v>0.0318026120634</c:v>
                </c:pt>
                <c:pt idx="26">
                  <c:v>0.0319345507028</c:v>
                </c:pt>
                <c:pt idx="27">
                  <c:v>0.0320673070005</c:v>
                </c:pt>
                <c:pt idx="28">
                  <c:v>0.0322008876582</c:v>
                </c:pt>
                <c:pt idx="29">
                  <c:v>0.0323352994458</c:v>
                </c:pt>
                <c:pt idx="30">
                  <c:v>0.0324705492015</c:v>
                </c:pt>
                <c:pt idx="31">
                  <c:v>0.0326066438333</c:v>
                </c:pt>
                <c:pt idx="32">
                  <c:v>0.0327435903194</c:v>
                </c:pt>
                <c:pt idx="33">
                  <c:v>0.0328813957093</c:v>
                </c:pt>
                <c:pt idx="34">
                  <c:v>0.0330200671245</c:v>
                </c:pt>
                <c:pt idx="35">
                  <c:v>0.0331596117592</c:v>
                </c:pt>
                <c:pt idx="36">
                  <c:v>0.0333000368818</c:v>
                </c:pt>
                <c:pt idx="37">
                  <c:v>0.0334413498351</c:v>
                </c:pt>
                <c:pt idx="38">
                  <c:v>0.0335835580376</c:v>
                </c:pt>
                <c:pt idx="39">
                  <c:v>0.0337266689843</c:v>
                </c:pt>
                <c:pt idx="40">
                  <c:v>0.0338706902475</c:v>
                </c:pt>
                <c:pt idx="41">
                  <c:v>0.0340156294783</c:v>
                </c:pt>
                <c:pt idx="42">
                  <c:v>0.0341614944067</c:v>
                </c:pt>
                <c:pt idx="43">
                  <c:v>0.0343082928432</c:v>
                </c:pt>
                <c:pt idx="44">
                  <c:v>0.0344560326796</c:v>
                </c:pt>
                <c:pt idx="45">
                  <c:v>0.0346047218901</c:v>
                </c:pt>
                <c:pt idx="46">
                  <c:v>0.0347543685321</c:v>
                </c:pt>
                <c:pt idx="47">
                  <c:v>0.0349049807473</c:v>
                </c:pt>
                <c:pt idx="48">
                  <c:v>0.0350565667628</c:v>
                </c:pt>
                <c:pt idx="49">
                  <c:v>0.0352091348923</c:v>
                </c:pt>
                <c:pt idx="50">
                  <c:v>0.0353626935368</c:v>
                </c:pt>
                <c:pt idx="51">
                  <c:v>0.035517251186</c:v>
                </c:pt>
                <c:pt idx="52">
                  <c:v>0.0356728164192</c:v>
                </c:pt>
                <c:pt idx="53">
                  <c:v>0.0358293979067</c:v>
                </c:pt>
                <c:pt idx="54">
                  <c:v>0.0359870044104</c:v>
                </c:pt>
                <c:pt idx="55">
                  <c:v>0.0361456447858</c:v>
                </c:pt>
                <c:pt idx="56">
                  <c:v>0.0363053279821</c:v>
                </c:pt>
                <c:pt idx="57">
                  <c:v>0.0364660630442</c:v>
                </c:pt>
                <c:pt idx="58">
                  <c:v>0.0366278591137</c:v>
                </c:pt>
                <c:pt idx="59">
                  <c:v>0.0367907254299</c:v>
                </c:pt>
                <c:pt idx="60">
                  <c:v>0.0369546713313</c:v>
                </c:pt>
                <c:pt idx="61">
                  <c:v>0.0371197062566</c:v>
                </c:pt>
                <c:pt idx="62">
                  <c:v>0.0372858397461</c:v>
                </c:pt>
                <c:pt idx="63">
                  <c:v>0.0374530814431</c:v>
                </c:pt>
                <c:pt idx="64">
                  <c:v>0.037621441095</c:v>
                </c:pt>
                <c:pt idx="65">
                  <c:v>0.0377909285547</c:v>
                </c:pt>
                <c:pt idx="66">
                  <c:v>0.037961553782</c:v>
                </c:pt>
                <c:pt idx="67">
                  <c:v>0.0381333268449</c:v>
                </c:pt>
                <c:pt idx="68">
                  <c:v>0.0383062579209</c:v>
                </c:pt>
                <c:pt idx="69">
                  <c:v>0.0384803572985</c:v>
                </c:pt>
                <c:pt idx="70">
                  <c:v>0.0386556353789</c:v>
                </c:pt>
                <c:pt idx="71">
                  <c:v>0.0388321026767</c:v>
                </c:pt>
                <c:pt idx="72">
                  <c:v>0.0390097698222</c:v>
                </c:pt>
                <c:pt idx="73">
                  <c:v>0.0391886475623</c:v>
                </c:pt>
                <c:pt idx="74">
                  <c:v>0.0393687467622</c:v>
                </c:pt>
                <c:pt idx="75">
                  <c:v>0.0395500784071</c:v>
                </c:pt>
                <c:pt idx="76">
                  <c:v>0.0397326536034</c:v>
                </c:pt>
                <c:pt idx="77">
                  <c:v>0.0399164835807</c:v>
                </c:pt>
                <c:pt idx="78">
                  <c:v>0.0401015796927</c:v>
                </c:pt>
                <c:pt idx="79">
                  <c:v>0.0402879534199</c:v>
                </c:pt>
                <c:pt idx="80">
                  <c:v>0.0404756163701</c:v>
                </c:pt>
                <c:pt idx="81">
                  <c:v>0.0406645802808</c:v>
                </c:pt>
                <c:pt idx="82">
                  <c:v>0.0408548570207</c:v>
                </c:pt>
                <c:pt idx="83">
                  <c:v>0.0410464585913</c:v>
                </c:pt>
                <c:pt idx="84">
                  <c:v>0.0412393971288</c:v>
                </c:pt>
                <c:pt idx="85">
                  <c:v>0.0414336849058</c:v>
                </c:pt>
                <c:pt idx="86">
                  <c:v>0.0416293343331</c:v>
                </c:pt>
                <c:pt idx="87">
                  <c:v>0.0418263579615</c:v>
                </c:pt>
                <c:pt idx="88">
                  <c:v>0.0420247684836</c:v>
                </c:pt>
                <c:pt idx="89">
                  <c:v>0.0422245787359</c:v>
                </c:pt>
                <c:pt idx="90">
                  <c:v>0.0424258017004</c:v>
                </c:pt>
                <c:pt idx="91">
                  <c:v>0.0426284505068</c:v>
                </c:pt>
                <c:pt idx="92">
                  <c:v>0.0428325384342</c:v>
                </c:pt>
                <c:pt idx="93">
                  <c:v>0.0430380789133</c:v>
                </c:pt>
                <c:pt idx="94">
                  <c:v>0.0432450855284</c:v>
                </c:pt>
                <c:pt idx="95">
                  <c:v>0.0434535720192</c:v>
                </c:pt>
                <c:pt idx="96">
                  <c:v>0.0436635522834</c:v>
                </c:pt>
                <c:pt idx="97">
                  <c:v>0.0438750403782</c:v>
                </c:pt>
                <c:pt idx="98">
                  <c:v>0.0440880505228</c:v>
                </c:pt>
                <c:pt idx="99">
                  <c:v>0.0443025971006</c:v>
                </c:pt>
                <c:pt idx="100">
                  <c:v>0.0445186946612</c:v>
                </c:pt>
                <c:pt idx="101">
                  <c:v>0.0447363579228</c:v>
                </c:pt>
                <c:pt idx="102">
                  <c:v>0.0449556017744</c:v>
                </c:pt>
                <c:pt idx="103">
                  <c:v>0.0451764412783</c:v>
                </c:pt>
                <c:pt idx="104">
                  <c:v>0.0453988916721</c:v>
                </c:pt>
                <c:pt idx="105">
                  <c:v>0.0456229683713</c:v>
                </c:pt>
                <c:pt idx="106">
                  <c:v>0.0458486869717</c:v>
                </c:pt>
                <c:pt idx="107">
                  <c:v>0.0460760632519</c:v>
                </c:pt>
                <c:pt idx="108">
                  <c:v>0.0463051131756</c:v>
                </c:pt>
                <c:pt idx="109">
                  <c:v>0.0465358528944</c:v>
                </c:pt>
                <c:pt idx="110">
                  <c:v>0.0467682987502</c:v>
                </c:pt>
                <c:pt idx="111">
                  <c:v>0.0470024672777</c:v>
                </c:pt>
                <c:pt idx="112">
                  <c:v>0.0472383752072</c:v>
                </c:pt>
                <c:pt idx="113">
                  <c:v>0.0474760394674</c:v>
                </c:pt>
                <c:pt idx="114">
                  <c:v>0.0477154771879</c:v>
                </c:pt>
                <c:pt idx="115">
                  <c:v>0.0479567057021</c:v>
                </c:pt>
                <c:pt idx="116">
                  <c:v>0.0481997425498</c:v>
                </c:pt>
                <c:pt idx="117">
                  <c:v>0.0484446054804</c:v>
                </c:pt>
                <c:pt idx="118">
                  <c:v>0.0486913124556</c:v>
                </c:pt>
                <c:pt idx="119">
                  <c:v>0.0489398816524</c:v>
                </c:pt>
                <c:pt idx="120">
                  <c:v>0.0491903314658</c:v>
                </c:pt>
                <c:pt idx="121">
                  <c:v>0.0494426805125</c:v>
                </c:pt>
                <c:pt idx="122">
                  <c:v>0.0496969476332</c:v>
                </c:pt>
                <c:pt idx="123">
                  <c:v>0.0499531518963</c:v>
                </c:pt>
                <c:pt idx="124">
                  <c:v>0.0502113126008</c:v>
                </c:pt>
                <c:pt idx="125">
                  <c:v>0.0504714492797</c:v>
                </c:pt>
                <c:pt idx="126">
                  <c:v>0.050733581703</c:v>
                </c:pt>
                <c:pt idx="127">
                  <c:v>0.0509977298813</c:v>
                </c:pt>
                <c:pt idx="128">
                  <c:v>0.0512639140692</c:v>
                </c:pt>
                <c:pt idx="129">
                  <c:v>0.0515321547684</c:v>
                </c:pt>
                <c:pt idx="130">
                  <c:v>0.0518024727315</c:v>
                </c:pt>
                <c:pt idx="131">
                  <c:v>0.0520748889654</c:v>
                </c:pt>
                <c:pt idx="132">
                  <c:v>0.0523494247351</c:v>
                </c:pt>
                <c:pt idx="133">
                  <c:v>0.0526261015669</c:v>
                </c:pt>
                <c:pt idx="134">
                  <c:v>0.0529049412525</c:v>
                </c:pt>
                <c:pt idx="135">
                  <c:v>0.0531859658528</c:v>
                </c:pt>
                <c:pt idx="136">
                  <c:v>0.0534691977012</c:v>
                </c:pt>
                <c:pt idx="137">
                  <c:v>0.0537546594082</c:v>
                </c:pt>
                <c:pt idx="138">
                  <c:v>0.0540423738649</c:v>
                </c:pt>
                <c:pt idx="139">
                  <c:v>0.0543323642469</c:v>
                </c:pt>
                <c:pt idx="140">
                  <c:v>0.0546246540189</c:v>
                </c:pt>
                <c:pt idx="141">
                  <c:v>0.054919266938</c:v>
                </c:pt>
                <c:pt idx="142">
                  <c:v>0.0552162270589</c:v>
                </c:pt>
                <c:pt idx="143">
                  <c:v>0.0555155587373</c:v>
                </c:pt>
                <c:pt idx="144">
                  <c:v>0.0558172866346</c:v>
                </c:pt>
                <c:pt idx="145">
                  <c:v>0.0561214357224</c:v>
                </c:pt>
                <c:pt idx="146">
                  <c:v>0.0564280312867</c:v>
                </c:pt>
                <c:pt idx="147">
                  <c:v>0.0567370989325</c:v>
                </c:pt>
                <c:pt idx="148">
                  <c:v>0.0570486645886</c:v>
                </c:pt>
                <c:pt idx="149">
                  <c:v>0.057362754512</c:v>
                </c:pt>
                <c:pt idx="150">
                  <c:v>0.0576793952928</c:v>
                </c:pt>
                <c:pt idx="151">
                  <c:v>0.0579986138589</c:v>
                </c:pt>
                <c:pt idx="152">
                  <c:v>0.0583204374812</c:v>
                </c:pt>
                <c:pt idx="153">
                  <c:v>0.0586448937782</c:v>
                </c:pt>
                <c:pt idx="154">
                  <c:v>0.0589720107211</c:v>
                </c:pt>
                <c:pt idx="155">
                  <c:v>0.0593018166393</c:v>
                </c:pt>
                <c:pt idx="156">
                  <c:v>0.0596343402253</c:v>
                </c:pt>
                <c:pt idx="157">
                  <c:v>0.0599696105397</c:v>
                </c:pt>
                <c:pt idx="158">
                  <c:v>0.0603076570173</c:v>
                </c:pt>
                <c:pt idx="159">
                  <c:v>0.060648509472</c:v>
                </c:pt>
                <c:pt idx="160">
                  <c:v>0.0609921981026</c:v>
                </c:pt>
                <c:pt idx="161">
                  <c:v>0.0613387534982</c:v>
                </c:pt>
                <c:pt idx="162">
                  <c:v>0.0616882066441</c:v>
                </c:pt>
                <c:pt idx="163">
                  <c:v>0.0620405889277</c:v>
                </c:pt>
                <c:pt idx="164">
                  <c:v>0.062395932144</c:v>
                </c:pt>
                <c:pt idx="165">
                  <c:v>0.062754268502</c:v>
                </c:pt>
                <c:pt idx="166">
                  <c:v>0.0631156306307</c:v>
                </c:pt>
                <c:pt idx="167">
                  <c:v>0.0634800515851</c:v>
                </c:pt>
                <c:pt idx="168">
                  <c:v>0.0638475648525</c:v>
                </c:pt>
                <c:pt idx="169">
                  <c:v>0.0642182043591</c:v>
                </c:pt>
                <c:pt idx="170">
                  <c:v>0.0645920044761</c:v>
                </c:pt>
                <c:pt idx="171">
                  <c:v>0.0649690000267</c:v>
                </c:pt>
                <c:pt idx="172">
                  <c:v>0.0653492262924</c:v>
                </c:pt>
                <c:pt idx="173">
                  <c:v>0.0657327190199</c:v>
                </c:pt>
                <c:pt idx="174">
                  <c:v>0.0661195144282</c:v>
                </c:pt>
                <c:pt idx="175">
                  <c:v>0.066509649215</c:v>
                </c:pt>
                <c:pt idx="176">
                  <c:v>0.0669031605645</c:v>
                </c:pt>
                <c:pt idx="177">
                  <c:v>0.0673000861541</c:v>
                </c:pt>
                <c:pt idx="178">
                  <c:v>0.0677004641619</c:v>
                </c:pt>
                <c:pt idx="179">
                  <c:v>0.0681043332741</c:v>
                </c:pt>
                <c:pt idx="180">
                  <c:v>0.0685117326923</c:v>
                </c:pt>
                <c:pt idx="181">
                  <c:v>0.0689227021418</c:v>
                </c:pt>
                <c:pt idx="182">
                  <c:v>0.0693372818786</c:v>
                </c:pt>
                <c:pt idx="183">
                  <c:v>0.0697555126976</c:v>
                </c:pt>
                <c:pt idx="184">
                  <c:v>0.0701774359408</c:v>
                </c:pt>
                <c:pt idx="185">
                  <c:v>0.0706030935052</c:v>
                </c:pt>
                <c:pt idx="186">
                  <c:v>0.0710325278509</c:v>
                </c:pt>
                <c:pt idx="187">
                  <c:v>0.0714657820097</c:v>
                </c:pt>
                <c:pt idx="188">
                  <c:v>0.0719028995938</c:v>
                </c:pt>
                <c:pt idx="189">
                  <c:v>0.0723439248039</c:v>
                </c:pt>
                <c:pt idx="190">
                  <c:v>0.0727889024381</c:v>
                </c:pt>
                <c:pt idx="191">
                  <c:v>0.0732378779012</c:v>
                </c:pt>
                <c:pt idx="192">
                  <c:v>0.0736908972132</c:v>
                </c:pt>
                <c:pt idx="193">
                  <c:v>0.0741480070186</c:v>
                </c:pt>
                <c:pt idx="194">
                  <c:v>0.0746092545959</c:v>
                </c:pt>
                <c:pt idx="195">
                  <c:v>0.0750746878665</c:v>
                </c:pt>
                <c:pt idx="196">
                  <c:v>0.0755443554048</c:v>
                </c:pt>
                <c:pt idx="197">
                  <c:v>0.0760183064477</c:v>
                </c:pt>
                <c:pt idx="198">
                  <c:v>0.0764965909041</c:v>
                </c:pt>
                <c:pt idx="199">
                  <c:v>0.0769792593654</c:v>
                </c:pt>
                <c:pt idx="200">
                  <c:v>0.0774663631153</c:v>
                </c:pt>
                <c:pt idx="201">
                  <c:v>0.0779579541399</c:v>
                </c:pt>
                <c:pt idx="202">
                  <c:v>0.0784540851386</c:v>
                </c:pt>
                <c:pt idx="203">
                  <c:v>0.0789548095341</c:v>
                </c:pt>
                <c:pt idx="204">
                  <c:v>0.0794601814834</c:v>
                </c:pt>
                <c:pt idx="205">
                  <c:v>0.0799702558886</c:v>
                </c:pt>
                <c:pt idx="206">
                  <c:v>0.0804850884078</c:v>
                </c:pt>
                <c:pt idx="207">
                  <c:v>0.0810047354663</c:v>
                </c:pt>
                <c:pt idx="208">
                  <c:v>0.0815292542678</c:v>
                </c:pt>
                <c:pt idx="209">
                  <c:v>0.0820587028061</c:v>
                </c:pt>
                <c:pt idx="210">
                  <c:v>0.0825931398762</c:v>
                </c:pt>
                <c:pt idx="211">
                  <c:v>0.0831326250866</c:v>
                </c:pt>
                <c:pt idx="212">
                  <c:v>0.0836772188709</c:v>
                </c:pt>
                <c:pt idx="213">
                  <c:v>0.0842269824997</c:v>
                </c:pt>
                <c:pt idx="214">
                  <c:v>0.0847819780933</c:v>
                </c:pt>
                <c:pt idx="215">
                  <c:v>0.0853422686335</c:v>
                </c:pt>
                <c:pt idx="216">
                  <c:v>0.0859079179765</c:v>
                </c:pt>
                <c:pt idx="217">
                  <c:v>0.0864789908654</c:v>
                </c:pt>
                <c:pt idx="218">
                  <c:v>0.0870555529432</c:v>
                </c:pt>
                <c:pt idx="219">
                  <c:v>0.0876376707655</c:v>
                </c:pt>
                <c:pt idx="220">
                  <c:v>0.0882254118139</c:v>
                </c:pt>
                <c:pt idx="221">
                  <c:v>0.0888188445092</c:v>
                </c:pt>
                <c:pt idx="222">
                  <c:v>0.0894180382249</c:v>
                </c:pt>
                <c:pt idx="223">
                  <c:v>0.0900230633006</c:v>
                </c:pt>
                <c:pt idx="224">
                  <c:v>0.090633991056</c:v>
                </c:pt>
                <c:pt idx="225">
                  <c:v>0.0912508938047</c:v>
                </c:pt>
                <c:pt idx="226">
                  <c:v>0.0918738448683</c:v>
                </c:pt>
                <c:pt idx="227">
                  <c:v>0.0925029185904</c:v>
                </c:pt>
                <c:pt idx="228">
                  <c:v>0.0931381903514</c:v>
                </c:pt>
                <c:pt idx="229">
                  <c:v>0.0937797365824</c:v>
                </c:pt>
                <c:pt idx="230">
                  <c:v>0.0944276347805</c:v>
                </c:pt>
                <c:pt idx="231">
                  <c:v>0.0950819635229</c:v>
                </c:pt>
                <c:pt idx="232">
                  <c:v>0.0957428024823</c:v>
                </c:pt>
                <c:pt idx="233">
                  <c:v>0.0964102324418</c:v>
                </c:pt>
                <c:pt idx="234">
                  <c:v>0.0970843353101</c:v>
                </c:pt>
                <c:pt idx="235">
                  <c:v>0.0977651941367</c:v>
                </c:pt>
                <c:pt idx="236">
                  <c:v>0.0984528931274</c:v>
                </c:pt>
                <c:pt idx="237">
                  <c:v>0.0991475176601</c:v>
                </c:pt>
                <c:pt idx="238">
                  <c:v>0.0998491543</c:v>
                </c:pt>
                <c:pt idx="239">
                  <c:v>0.100557890816</c:v>
                </c:pt>
                <c:pt idx="240">
                  <c:v>0.101273816195</c:v>
                </c:pt>
                <c:pt idx="241">
                  <c:v>0.101997020661</c:v>
                </c:pt>
                <c:pt idx="242">
                  <c:v>0.102727595687</c:v>
                </c:pt>
                <c:pt idx="243">
                  <c:v>0.103465634015</c:v>
                </c:pt>
                <c:pt idx="244">
                  <c:v>0.104211229671</c:v>
                </c:pt>
                <c:pt idx="245">
                  <c:v>0.104964477979</c:v>
                </c:pt>
                <c:pt idx="246">
                  <c:v>0.105725475581</c:v>
                </c:pt>
                <c:pt idx="247">
                  <c:v>0.106494320451</c:v>
                </c:pt>
                <c:pt idx="248">
                  <c:v>0.107271111911</c:v>
                </c:pt>
                <c:pt idx="249">
                  <c:v>0.10805595065</c:v>
                </c:pt>
                <c:pt idx="250">
                  <c:v>0.10884893874</c:v>
                </c:pt>
                <c:pt idx="251">
                  <c:v>0.10965017965</c:v>
                </c:pt>
                <c:pt idx="252">
                  <c:v>0.110459778263</c:v>
                </c:pt>
                <c:pt idx="253">
                  <c:v>0.111277840896</c:v>
                </c:pt>
                <c:pt idx="254">
                  <c:v>0.112104475314</c:v>
                </c:pt>
                <c:pt idx="255">
                  <c:v>0.112939790743</c:v>
                </c:pt>
                <c:pt idx="256">
                  <c:v>0.113783897895</c:v>
                </c:pt>
                <c:pt idx="257">
                  <c:v>0.114636908974</c:v>
                </c:pt>
                <c:pt idx="258">
                  <c:v>0.115498937701</c:v>
                </c:pt>
                <c:pt idx="259">
                  <c:v>0.116370099324</c:v>
                </c:pt>
                <c:pt idx="260">
                  <c:v>0.117250510637</c:v>
                </c:pt>
                <c:pt idx="261">
                  <c:v>0.118140289994</c:v>
                </c:pt>
                <c:pt idx="262">
                  <c:v>0.119039557326</c:v>
                </c:pt>
                <c:pt idx="263">
                  <c:v>0.119948434156</c:v>
                </c:pt>
                <c:pt idx="264">
                  <c:v>0.120867043614</c:v>
                </c:pt>
                <c:pt idx="265">
                  <c:v>0.121795510451</c:v>
                </c:pt>
                <c:pt idx="266">
                  <c:v>0.122733961055</c:v>
                </c:pt>
                <c:pt idx="267">
                  <c:v>0.123682523464</c:v>
                </c:pt>
                <c:pt idx="268">
                  <c:v>0.124641327381</c:v>
                </c:pt>
                <c:pt idx="269">
                  <c:v>0.125610504187</c:v>
                </c:pt>
                <c:pt idx="270">
                  <c:v>0.126590186954</c:v>
                </c:pt>
                <c:pt idx="271">
                  <c:v>0.127580510459</c:v>
                </c:pt>
                <c:pt idx="272">
                  <c:v>0.128581611192</c:v>
                </c:pt>
                <c:pt idx="273">
                  <c:v>0.129593627376</c:v>
                </c:pt>
                <c:pt idx="274">
                  <c:v>0.130616698967</c:v>
                </c:pt>
                <c:pt idx="275">
                  <c:v>0.131650967675</c:v>
                </c:pt>
                <c:pt idx="276">
                  <c:v>0.132696576967</c:v>
                </c:pt>
                <c:pt idx="277">
                  <c:v>0.133753672078</c:v>
                </c:pt>
                <c:pt idx="278">
                  <c:v>0.134822400022</c:v>
                </c:pt>
                <c:pt idx="279">
                  <c:v>0.135902909595</c:v>
                </c:pt>
                <c:pt idx="280">
                  <c:v>0.136995351386</c:v>
                </c:pt>
                <c:pt idx="281">
                  <c:v>0.13809987778</c:v>
                </c:pt>
                <c:pt idx="282">
                  <c:v>0.139216642963</c:v>
                </c:pt>
                <c:pt idx="283">
                  <c:v>0.140345802928</c:v>
                </c:pt>
                <c:pt idx="284">
                  <c:v>0.141487515476</c:v>
                </c:pt>
                <c:pt idx="285">
                  <c:v>0.142641940216</c:v>
                </c:pt>
                <c:pt idx="286">
                  <c:v>0.143809238568</c:v>
                </c:pt>
                <c:pt idx="287">
                  <c:v>0.144989573763</c:v>
                </c:pt>
                <c:pt idx="288">
                  <c:v>0.146183110835</c:v>
                </c:pt>
                <c:pt idx="289">
                  <c:v>0.147390016623</c:v>
                </c:pt>
                <c:pt idx="290">
                  <c:v>0.148610459761</c:v>
                </c:pt>
                <c:pt idx="291">
                  <c:v>0.149844610675</c:v>
                </c:pt>
                <c:pt idx="292">
                  <c:v>0.15109264157</c:v>
                </c:pt>
                <c:pt idx="293">
                  <c:v>0.152354726421</c:v>
                </c:pt>
                <c:pt idx="294">
                  <c:v>0.153631040963</c:v>
                </c:pt>
                <c:pt idx="295">
                  <c:v>0.15492176267</c:v>
                </c:pt>
                <c:pt idx="296">
                  <c:v>0.156227070743</c:v>
                </c:pt>
                <c:pt idx="297">
                  <c:v>0.157547146092</c:v>
                </c:pt>
                <c:pt idx="298">
                  <c:v>0.158882171308</c:v>
                </c:pt>
                <c:pt idx="299">
                  <c:v>0.160232330645</c:v>
                </c:pt>
                <c:pt idx="300">
                  <c:v>0.161597809991</c:v>
                </c:pt>
                <c:pt idx="301">
                  <c:v>0.162978796838</c:v>
                </c:pt>
                <c:pt idx="302">
                  <c:v>0.164375480249</c:v>
                </c:pt>
                <c:pt idx="303">
                  <c:v>0.165788050827</c:v>
                </c:pt>
                <c:pt idx="304">
                  <c:v>0.16721670067</c:v>
                </c:pt>
                <c:pt idx="305">
                  <c:v>0.168661623333</c:v>
                </c:pt>
                <c:pt idx="306">
                  <c:v>0.170123013783</c:v>
                </c:pt>
                <c:pt idx="307">
                  <c:v>0.171601068348</c:v>
                </c:pt>
                <c:pt idx="308">
                  <c:v>0.173095984663</c:v>
                </c:pt>
                <c:pt idx="309">
                  <c:v>0.174607961617</c:v>
                </c:pt>
                <c:pt idx="310">
                  <c:v>0.176137199289</c:v>
                </c:pt>
                <c:pt idx="311">
                  <c:v>0.177683898884</c:v>
                </c:pt>
                <c:pt idx="312">
                  <c:v>0.179248262661</c:v>
                </c:pt>
                <c:pt idx="313">
                  <c:v>0.180830493863</c:v>
                </c:pt>
                <c:pt idx="314">
                  <c:v>0.182430796631</c:v>
                </c:pt>
                <c:pt idx="315">
                  <c:v>0.184049375924</c:v>
                </c:pt>
                <c:pt idx="316">
                  <c:v>0.185686437428</c:v>
                </c:pt>
                <c:pt idx="317">
                  <c:v>0.187342187462</c:v>
                </c:pt>
                <c:pt idx="318">
                  <c:v>0.189016832872</c:v>
                </c:pt>
                <c:pt idx="319">
                  <c:v>0.190710580929</c:v>
                </c:pt>
                <c:pt idx="320">
                  <c:v>0.192423639214</c:v>
                </c:pt>
                <c:pt idx="321">
                  <c:v>0.194156215497</c:v>
                </c:pt>
                <c:pt idx="322">
                  <c:v>0.195908517611</c:v>
                </c:pt>
                <c:pt idx="323">
                  <c:v>0.197680753321</c:v>
                </c:pt>
                <c:pt idx="324">
                  <c:v>0.199473130182</c:v>
                </c:pt>
                <c:pt idx="325">
                  <c:v>0.201285855389</c:v>
                </c:pt>
                <c:pt idx="326">
                  <c:v>0.203119135625</c:v>
                </c:pt>
                <c:pt idx="327">
                  <c:v>0.204973176898</c:v>
                </c:pt>
                <c:pt idx="328">
                  <c:v>0.206848184366</c:v>
                </c:pt>
                <c:pt idx="329">
                  <c:v>0.208744362163</c:v>
                </c:pt>
                <c:pt idx="330">
                  <c:v>0.210661913205</c:v>
                </c:pt>
                <c:pt idx="331">
                  <c:v>0.212601038996</c:v>
                </c:pt>
                <c:pt idx="332">
                  <c:v>0.214561939424</c:v>
                </c:pt>
                <c:pt idx="333">
                  <c:v>0.216544812541</c:v>
                </c:pt>
                <c:pt idx="334">
                  <c:v>0.218549854341</c:v>
                </c:pt>
                <c:pt idx="335">
                  <c:v>0.220577258524</c:v>
                </c:pt>
                <c:pt idx="336">
                  <c:v>0.222627216253</c:v>
                </c:pt>
                <c:pt idx="337">
                  <c:v>0.224699915895</c:v>
                </c:pt>
                <c:pt idx="338">
                  <c:v>0.226795542761</c:v>
                </c:pt>
                <c:pt idx="339">
                  <c:v>0.228914278826</c:v>
                </c:pt>
                <c:pt idx="340">
                  <c:v>0.231056302442</c:v>
                </c:pt>
                <c:pt idx="341">
                  <c:v>0.233221788041</c:v>
                </c:pt>
                <c:pt idx="342">
                  <c:v>0.235410905825</c:v>
                </c:pt>
                <c:pt idx="343">
                  <c:v>0.237623821445</c:v>
                </c:pt>
                <c:pt idx="344">
                  <c:v>0.239860695668</c:v>
                </c:pt>
                <c:pt idx="345">
                  <c:v>0.242121684035</c:v>
                </c:pt>
                <c:pt idx="346">
                  <c:v>0.244406936501</c:v>
                </c:pt>
                <c:pt idx="347">
                  <c:v>0.246716597071</c:v>
                </c:pt>
                <c:pt idx="348">
                  <c:v>0.249050803417</c:v>
                </c:pt>
                <c:pt idx="349">
                  <c:v>0.25140968649</c:v>
                </c:pt>
                <c:pt idx="350">
                  <c:v>0.25379337011</c:v>
                </c:pt>
                <c:pt idx="351">
                  <c:v>0.256201970554</c:v>
                </c:pt>
                <c:pt idx="352">
                  <c:v>0.258635596129</c:v>
                </c:pt>
                <c:pt idx="353">
                  <c:v>0.261094346727</c:v>
                </c:pt>
                <c:pt idx="354">
                  <c:v>0.263578313378</c:v>
                </c:pt>
                <c:pt idx="355">
                  <c:v>0.266087577783</c:v>
                </c:pt>
                <c:pt idx="356">
                  <c:v>0.268622211843</c:v>
                </c:pt>
                <c:pt idx="357">
                  <c:v>0.271182277167</c:v>
                </c:pt>
                <c:pt idx="358">
                  <c:v>0.27376782458</c:v>
                </c:pt>
                <c:pt idx="359">
                  <c:v>0.276378893612</c:v>
                </c:pt>
                <c:pt idx="360">
                  <c:v>0.279015511982</c:v>
                </c:pt>
                <c:pt idx="361">
                  <c:v>0.281677695065</c:v>
                </c:pt>
                <c:pt idx="362">
                  <c:v>0.284365445362</c:v>
                </c:pt>
                <c:pt idx="363">
                  <c:v>0.287078751949</c:v>
                </c:pt>
                <c:pt idx="364">
                  <c:v>0.289817589921</c:v>
                </c:pt>
                <c:pt idx="365">
                  <c:v>0.292581919835</c:v>
                </c:pt>
                <c:pt idx="366">
                  <c:v>0.295371687135</c:v>
                </c:pt>
                <c:pt idx="367">
                  <c:v>0.298186821581</c:v>
                </c:pt>
                <c:pt idx="368">
                  <c:v>0.301027236668</c:v>
                </c:pt>
                <c:pt idx="369">
                  <c:v>0.30389282904</c:v>
                </c:pt>
                <c:pt idx="370">
                  <c:v>0.3067834779</c:v>
                </c:pt>
                <c:pt idx="371">
                  <c:v>0.309699044423</c:v>
                </c:pt>
                <c:pt idx="372">
                  <c:v>0.312639371164</c:v>
                </c:pt>
                <c:pt idx="373">
                  <c:v>0.315604281462</c:v>
                </c:pt>
                <c:pt idx="374">
                  <c:v>0.318593578852</c:v>
                </c:pt>
                <c:pt idx="375">
                  <c:v>0.321607046479</c:v>
                </c:pt>
                <c:pt idx="376">
                  <c:v>0.324644446507</c:v>
                </c:pt>
                <c:pt idx="377">
                  <c:v>0.327705519547</c:v>
                </c:pt>
                <c:pt idx="378">
                  <c:v>0.330789984079</c:v>
                </c:pt>
                <c:pt idx="379">
                  <c:v>0.333897535892</c:v>
                </c:pt>
                <c:pt idx="380">
                  <c:v>0.337027847527</c:v>
                </c:pt>
                <c:pt idx="381">
                  <c:v>0.340180567734</c:v>
                </c:pt>
                <c:pt idx="382">
                  <c:v>0.343355320947</c:v>
                </c:pt>
                <c:pt idx="383">
                  <c:v>0.346551706765</c:v>
                </c:pt>
                <c:pt idx="384">
                  <c:v>0.349769299457</c:v>
                </c:pt>
                <c:pt idx="385">
                  <c:v>0.353007647486</c:v>
                </c:pt>
                <c:pt idx="386">
                  <c:v>0.356266273045</c:v>
                </c:pt>
                <c:pt idx="387">
                  <c:v>0.359544671626</c:v>
                </c:pt>
                <c:pt idx="388">
                  <c:v>0.362842311611</c:v>
                </c:pt>
                <c:pt idx="389">
                  <c:v>0.366158633881</c:v>
                </c:pt>
                <c:pt idx="390">
                  <c:v>0.369493051466</c:v>
                </c:pt>
                <c:pt idx="391">
                  <c:v>0.372844949214</c:v>
                </c:pt>
                <c:pt idx="392">
                  <c:v>0.376213683501</c:v>
                </c:pt>
                <c:pt idx="393">
                  <c:v>0.379598581966</c:v>
                </c:pt>
                <c:pt idx="394">
                  <c:v>0.382998943291</c:v>
                </c:pt>
                <c:pt idx="395">
                  <c:v>0.386414037013</c:v>
                </c:pt>
                <c:pt idx="396">
                  <c:v>0.389843103376</c:v>
                </c:pt>
                <c:pt idx="397">
                  <c:v>0.393285353223</c:v>
                </c:pt>
                <c:pt idx="398">
                  <c:v>0.396739967936</c:v>
                </c:pt>
                <c:pt idx="399">
                  <c:v>0.400206099413</c:v>
                </c:pt>
                <c:pt idx="400">
                  <c:v>0.403682870098</c:v>
                </c:pt>
                <c:pt idx="401">
                  <c:v>0.40716937305</c:v>
                </c:pt>
                <c:pt idx="402">
                  <c:v>0.410664672069</c:v>
                </c:pt>
                <c:pt idx="403">
                  <c:v>0.414167801867</c:v>
                </c:pt>
                <c:pt idx="404">
                  <c:v>0.417677768286</c:v>
                </c:pt>
                <c:pt idx="405">
                  <c:v>0.421193548578</c:v>
                </c:pt>
                <c:pt idx="406">
                  <c:v>0.424714091725</c:v>
                </c:pt>
                <c:pt idx="407">
                  <c:v>0.428238318824</c:v>
                </c:pt>
                <c:pt idx="408">
                  <c:v>0.431765123514</c:v>
                </c:pt>
                <c:pt idx="409">
                  <c:v>0.435293372467</c:v>
                </c:pt>
                <c:pt idx="410">
                  <c:v>0.43882190593</c:v>
                </c:pt>
                <c:pt idx="411">
                  <c:v>0.442349538314</c:v>
                </c:pt>
                <c:pt idx="412">
                  <c:v>0.445875058851</c:v>
                </c:pt>
                <c:pt idx="413">
                  <c:v>0.449397232292</c:v>
                </c:pt>
                <c:pt idx="414">
                  <c:v>0.452914799668</c:v>
                </c:pt>
                <c:pt idx="415">
                  <c:v>0.456426479099</c:v>
                </c:pt>
                <c:pt idx="416">
                  <c:v>0.459930966655</c:v>
                </c:pt>
                <c:pt idx="417">
                  <c:v>0.463426937274</c:v>
                </c:pt>
                <c:pt idx="418">
                  <c:v>0.466913045724</c:v>
                </c:pt>
                <c:pt idx="419">
                  <c:v>0.470387927618</c:v>
                </c:pt>
                <c:pt idx="420">
                  <c:v>0.473850200477</c:v>
                </c:pt>
                <c:pt idx="421">
                  <c:v>0.477298464838</c:v>
                </c:pt>
                <c:pt idx="422">
                  <c:v>0.480731305411</c:v>
                </c:pt>
                <c:pt idx="423">
                  <c:v>0.484147292273</c:v>
                </c:pt>
                <c:pt idx="424">
                  <c:v>0.487544982109</c:v>
                </c:pt>
                <c:pt idx="425">
                  <c:v>0.490922919494</c:v>
                </c:pt>
                <c:pt idx="426">
                  <c:v>0.494279638205</c:v>
                </c:pt>
                <c:pt idx="427">
                  <c:v>0.497613662575</c:v>
                </c:pt>
                <c:pt idx="428">
                  <c:v>0.50092350888</c:v>
                </c:pt>
                <c:pt idx="429">
                  <c:v>0.504207686753</c:v>
                </c:pt>
                <c:pt idx="430">
                  <c:v>0.507464700631</c:v>
                </c:pt>
                <c:pt idx="431">
                  <c:v>0.510693051225</c:v>
                </c:pt>
                <c:pt idx="432">
                  <c:v>0.513891237013</c:v>
                </c:pt>
                <c:pt idx="433">
                  <c:v>0.517057755757</c:v>
                </c:pt>
                <c:pt idx="434">
                  <c:v>0.520191106035</c:v>
                </c:pt>
                <c:pt idx="435">
                  <c:v>0.523289788791</c:v>
                </c:pt>
                <c:pt idx="436">
                  <c:v>0.526352308896</c:v>
                </c:pt>
                <c:pt idx="437">
                  <c:v>0.529377176718</c:v>
                </c:pt>
                <c:pt idx="438">
                  <c:v>0.532362909702</c:v>
                </c:pt>
                <c:pt idx="439">
                  <c:v>0.535308033951</c:v>
                </c:pt>
                <c:pt idx="440">
                  <c:v>0.538211085812</c:v>
                </c:pt>
                <c:pt idx="441">
                  <c:v>0.541070613459</c:v>
                </c:pt>
                <c:pt idx="442">
                  <c:v>0.543885178469</c:v>
                </c:pt>
                <c:pt idx="443">
                  <c:v>0.546653357398</c:v>
                </c:pt>
                <c:pt idx="444">
                  <c:v>0.54937374334</c:v>
                </c:pt>
                <c:pt idx="445">
                  <c:v>0.552044947478</c:v>
                </c:pt>
                <c:pt idx="446">
                  <c:v>0.554665600618</c:v>
                </c:pt>
                <c:pt idx="447">
                  <c:v>0.557234354709</c:v>
                </c:pt>
                <c:pt idx="448">
                  <c:v>0.559749884335</c:v>
                </c:pt>
                <c:pt idx="449">
                  <c:v>0.562210888196</c:v>
                </c:pt>
                <c:pt idx="450">
                  <c:v>0.564616090551</c:v>
                </c:pt>
                <c:pt idx="451">
                  <c:v>0.566964242644</c:v>
                </c:pt>
                <c:pt idx="452">
                  <c:v>0.569254124093</c:v>
                </c:pt>
                <c:pt idx="453">
                  <c:v>0.571484544252</c:v>
                </c:pt>
                <c:pt idx="454">
                  <c:v>0.57365434354</c:v>
                </c:pt>
                <c:pt idx="455">
                  <c:v>0.575762394724</c:v>
                </c:pt>
                <c:pt idx="456">
                  <c:v>0.57780760418</c:v>
                </c:pt>
                <c:pt idx="457">
                  <c:v>0.579788913101</c:v>
                </c:pt>
                <c:pt idx="458">
                  <c:v>0.581705298674</c:v>
                </c:pt>
                <c:pt idx="459">
                  <c:v>0.583555775206</c:v>
                </c:pt>
                <c:pt idx="460">
                  <c:v>0.585339395211</c:v>
                </c:pt>
                <c:pt idx="461">
                  <c:v>0.587055250455</c:v>
                </c:pt>
                <c:pt idx="462">
                  <c:v>0.588702472947</c:v>
                </c:pt>
                <c:pt idx="463">
                  <c:v>0.590280235888</c:v>
                </c:pt>
                <c:pt idx="464">
                  <c:v>0.591787754572</c:v>
                </c:pt>
                <c:pt idx="465">
                  <c:v>0.593224287239</c:v>
                </c:pt>
                <c:pt idx="466">
                  <c:v>0.594589135872</c:v>
                </c:pt>
                <c:pt idx="467">
                  <c:v>0.595881646955</c:v>
                </c:pt>
                <c:pt idx="468">
                  <c:v>0.59710121217</c:v>
                </c:pt>
                <c:pt idx="469">
                  <c:v>0.59824726905</c:v>
                </c:pt>
                <c:pt idx="470">
                  <c:v>0.59931930158</c:v>
                </c:pt>
                <c:pt idx="471">
                  <c:v>0.600316840741</c:v>
                </c:pt>
                <c:pt idx="472">
                  <c:v>0.601239465014</c:v>
                </c:pt>
                <c:pt idx="473">
                  <c:v>0.602086800819</c:v>
                </c:pt>
                <c:pt idx="474">
                  <c:v>0.60285852291</c:v>
                </c:pt>
                <c:pt idx="475">
                  <c:v>0.603554354718</c:v>
                </c:pt>
                <c:pt idx="476">
                  <c:v>0.60417406864</c:v>
                </c:pt>
                <c:pt idx="477">
                  <c:v>0.604717486274</c:v>
                </c:pt>
                <c:pt idx="478">
                  <c:v>0.605184478606</c:v>
                </c:pt>
                <c:pt idx="479">
                  <c:v>0.605574966139</c:v>
                </c:pt>
                <c:pt idx="480">
                  <c:v>0.605888918974</c:v>
                </c:pt>
                <c:pt idx="481">
                  <c:v>0.606126356836</c:v>
                </c:pt>
                <c:pt idx="482">
                  <c:v>0.606287349044</c:v>
                </c:pt>
                <c:pt idx="483">
                  <c:v>0.606372014431</c:v>
                </c:pt>
                <c:pt idx="484">
                  <c:v>0.606380521205</c:v>
                </c:pt>
                <c:pt idx="485">
                  <c:v>0.60631308676</c:v>
                </c:pt>
                <c:pt idx="486">
                  <c:v>0.606169977427</c:v>
                </c:pt>
                <c:pt idx="487">
                  <c:v>0.605951508173</c:v>
                </c:pt>
                <c:pt idx="488">
                  <c:v>0.605658042238</c:v>
                </c:pt>
                <c:pt idx="489">
                  <c:v>0.605289990715</c:v>
                </c:pt>
                <c:pt idx="490">
                  <c:v>0.60484781208</c:v>
                </c:pt>
                <c:pt idx="491">
                  <c:v>0.604332011648</c:v>
                </c:pt>
                <c:pt idx="492">
                  <c:v>0.603743140985</c:v>
                </c:pt>
                <c:pt idx="493">
                  <c:v>0.603081797245</c:v>
                </c:pt>
                <c:pt idx="494">
                  <c:v>0.602348622457</c:v>
                </c:pt>
                <c:pt idx="495">
                  <c:v>0.601544302744</c:v>
                </c:pt>
                <c:pt idx="496">
                  <c:v>0.600669567481</c:v>
                </c:pt>
                <c:pt idx="497">
                  <c:v>0.599725188392</c:v>
                </c:pt>
                <c:pt idx="498">
                  <c:v>0.598711978585</c:v>
                </c:pt>
                <c:pt idx="499">
                  <c:v>0.597630791517</c:v>
                </c:pt>
                <c:pt idx="500">
                  <c:v>0.596482519909</c:v>
                </c:pt>
                <c:pt idx="501">
                  <c:v>0.595268094589</c:v>
                </c:pt>
                <c:pt idx="502">
                  <c:v>0.593988483277</c:v>
                </c:pt>
                <c:pt idx="503">
                  <c:v>0.592644689311</c:v>
                </c:pt>
                <c:pt idx="504">
                  <c:v>0.591237750313</c:v>
                </c:pt>
                <c:pt idx="505">
                  <c:v>0.589768736796</c:v>
                </c:pt>
                <c:pt idx="506">
                  <c:v>0.588238750722</c:v>
                </c:pt>
                <c:pt idx="507">
                  <c:v>0.586648923994</c:v>
                </c:pt>
                <c:pt idx="508">
                  <c:v>0.585000416915</c:v>
                </c:pt>
                <c:pt idx="509">
                  <c:v>0.583294416581</c:v>
                </c:pt>
                <c:pt idx="510">
                  <c:v>0.581532135246</c:v>
                </c:pt>
                <c:pt idx="511">
                  <c:v>0.579714808633</c:v>
                </c:pt>
                <c:pt idx="512">
                  <c:v>0.577843694217</c:v>
                </c:pt>
                <c:pt idx="513">
                  <c:v>0.575920069473</c:v>
                </c:pt>
                <c:pt idx="514">
                  <c:v>0.573945230093</c:v>
                </c:pt>
                <c:pt idx="515">
                  <c:v>0.571920488184</c:v>
                </c:pt>
                <c:pt idx="516">
                  <c:v>0.569847170447</c:v>
                </c:pt>
                <c:pt idx="517">
                  <c:v>0.567726616339</c:v>
                </c:pt>
                <c:pt idx="518">
                  <c:v>0.565560176239</c:v>
                </c:pt>
                <c:pt idx="519">
                  <c:v>0.563349209595</c:v>
                </c:pt>
                <c:pt idx="520">
                  <c:v>0.561095083094</c:v>
                </c:pt>
                <c:pt idx="521">
                  <c:v>0.558799168831</c:v>
                </c:pt>
                <c:pt idx="522">
                  <c:v>0.556462842494</c:v>
                </c:pt>
                <c:pt idx="523">
                  <c:v>0.55408748158</c:v>
                </c:pt>
                <c:pt idx="524">
                  <c:v>0.551674463626</c:v>
                </c:pt>
                <c:pt idx="525">
                  <c:v>0.549225164487</c:v>
                </c:pt>
                <c:pt idx="526">
                  <c:v>0.546740956644</c:v>
                </c:pt>
                <c:pt idx="527">
                  <c:v>0.544223207564</c:v>
                </c:pt>
                <c:pt idx="528">
                  <c:v>0.541673278104</c:v>
                </c:pt>
                <c:pt idx="529">
                  <c:v>0.539092520975</c:v>
                </c:pt>
                <c:pt idx="530">
                  <c:v>0.536482279267</c:v>
                </c:pt>
                <c:pt idx="531">
                  <c:v>0.533843885032</c:v>
                </c:pt>
                <c:pt idx="532">
                  <c:v>0.531178657946</c:v>
                </c:pt>
                <c:pt idx="533">
                  <c:v>0.528487904035</c:v>
                </c:pt>
                <c:pt idx="534">
                  <c:v>0.525772914482</c:v>
                </c:pt>
                <c:pt idx="535">
                  <c:v>0.523034964508</c:v>
                </c:pt>
                <c:pt idx="536">
                  <c:v>0.520275312341</c:v>
                </c:pt>
                <c:pt idx="537">
                  <c:v>0.517495198259</c:v>
                </c:pt>
                <c:pt idx="538">
                  <c:v>0.514695843729</c:v>
                </c:pt>
                <c:pt idx="539">
                  <c:v>0.511878450618</c:v>
                </c:pt>
                <c:pt idx="540">
                  <c:v>0.509044200501</c:v>
                </c:pt>
                <c:pt idx="541">
                  <c:v>0.506194254051</c:v>
                </c:pt>
                <c:pt idx="542">
                  <c:v>0.50332975051</c:v>
                </c:pt>
                <c:pt idx="543">
                  <c:v>0.500451807256</c:v>
                </c:pt>
                <c:pt idx="544">
                  <c:v>0.497561519437</c:v>
                </c:pt>
                <c:pt idx="545">
                  <c:v>0.494659959702</c:v>
                </c:pt>
                <c:pt idx="546">
                  <c:v>0.491748177996</c:v>
                </c:pt>
                <c:pt idx="547">
                  <c:v>0.488827201447</c:v>
                </c:pt>
                <c:pt idx="548">
                  <c:v>0.485898034309</c:v>
                </c:pt>
                <c:pt idx="549">
                  <c:v>0.482961657991</c:v>
                </c:pt>
                <c:pt idx="550">
                  <c:v>0.480019031136</c:v>
                </c:pt>
                <c:pt idx="551">
                  <c:v>0.477071089776</c:v>
                </c:pt>
                <c:pt idx="552">
                  <c:v>0.474118747537</c:v>
                </c:pt>
                <c:pt idx="553">
                  <c:v>0.471162895895</c:v>
                </c:pt>
                <c:pt idx="554">
                  <c:v>0.468204404491</c:v>
                </c:pt>
                <c:pt idx="555">
                  <c:v>0.465244121476</c:v>
                </c:pt>
                <c:pt idx="556">
                  <c:v>0.462282873909</c:v>
                </c:pt>
                <c:pt idx="557">
                  <c:v>0.459321468176</c:v>
                </c:pt>
                <c:pt idx="558">
                  <c:v>0.456360690452</c:v>
                </c:pt>
                <c:pt idx="559">
                  <c:v>0.453401307174</c:v>
                </c:pt>
                <c:pt idx="560">
                  <c:v>0.450444065546</c:v>
                </c:pt>
                <c:pt idx="561">
                  <c:v>0.447489694047</c:v>
                </c:pt>
                <c:pt idx="562">
                  <c:v>0.444538902964</c:v>
                </c:pt>
                <c:pt idx="563">
                  <c:v>0.441592384914</c:v>
                </c:pt>
                <c:pt idx="564">
                  <c:v>0.438650815383</c:v>
                </c:pt>
                <c:pt idx="565">
                  <c:v>0.435714853257</c:v>
                </c:pt>
                <c:pt idx="566">
                  <c:v>0.432785141341</c:v>
                </c:pt>
                <c:pt idx="567">
                  <c:v>0.429862306882</c:v>
                </c:pt>
                <c:pt idx="568">
                  <c:v>0.426946962063</c:v>
                </c:pt>
                <c:pt idx="569">
                  <c:v>0.424039704497</c:v>
                </c:pt>
                <c:pt idx="570">
                  <c:v>0.421141117694</c:v>
                </c:pt>
                <c:pt idx="571">
                  <c:v>0.418251771504</c:v>
                </c:pt>
                <c:pt idx="572">
                  <c:v>0.415372222548</c:v>
                </c:pt>
                <c:pt idx="573">
                  <c:v>0.412503014611</c:v>
                </c:pt>
                <c:pt idx="574">
                  <c:v>0.409644679021</c:v>
                </c:pt>
                <c:pt idx="575">
                  <c:v>0.406797734993</c:v>
                </c:pt>
                <c:pt idx="576">
                  <c:v>0.403962689946</c:v>
                </c:pt>
                <c:pt idx="577">
                  <c:v>0.401140039792</c:v>
                </c:pt>
                <c:pt idx="578">
                  <c:v>0.398330269197</c:v>
                </c:pt>
                <c:pt idx="579">
                  <c:v>0.395533851809</c:v>
                </c:pt>
                <c:pt idx="580">
                  <c:v>0.392751250459</c:v>
                </c:pt>
                <c:pt idx="581">
                  <c:v>0.389982917333</c:v>
                </c:pt>
                <c:pt idx="582">
                  <c:v>0.387229294117</c:v>
                </c:pt>
                <c:pt idx="583">
                  <c:v>0.384490812114</c:v>
                </c:pt>
                <c:pt idx="584">
                  <c:v>0.381767892329</c:v>
                </c:pt>
                <c:pt idx="585">
                  <c:v>0.37906094554</c:v>
                </c:pt>
                <c:pt idx="586">
                  <c:v>0.376370372336</c:v>
                </c:pt>
                <c:pt idx="587">
                  <c:v>0.373696563136</c:v>
                </c:pt>
                <c:pt idx="588">
                  <c:v>0.371039898187</c:v>
                </c:pt>
                <c:pt idx="589">
                  <c:v>0.36840074754</c:v>
                </c:pt>
                <c:pt idx="590">
                  <c:v>0.365779471016</c:v>
                </c:pt>
                <c:pt idx="591">
                  <c:v>0.363176418144</c:v>
                </c:pt>
                <c:pt idx="592">
                  <c:v>0.360591928097</c:v>
                </c:pt>
                <c:pt idx="593">
                  <c:v>0.358026329607</c:v>
                </c:pt>
                <c:pt idx="594">
                  <c:v>0.355479940876</c:v>
                </c:pt>
                <c:pt idx="595">
                  <c:v>0.352953069469</c:v>
                </c:pt>
                <c:pt idx="596">
                  <c:v>0.350446012213</c:v>
                </c:pt>
                <c:pt idx="597">
                  <c:v>0.347959055073</c:v>
                </c:pt>
                <c:pt idx="598">
                  <c:v>0.345492473045</c:v>
                </c:pt>
                <c:pt idx="599">
                  <c:v>0.343046530026</c:v>
                </c:pt>
                <c:pt idx="600">
                  <c:v>0.340621478696</c:v>
                </c:pt>
                <c:pt idx="601">
                  <c:v>0.338217560396</c:v>
                </c:pt>
                <c:pt idx="602">
                  <c:v>0.335835005008</c:v>
                </c:pt>
                <c:pt idx="603">
                  <c:v>0.33347403084</c:v>
                </c:pt>
                <c:pt idx="604">
                  <c:v>0.331134844508</c:v>
                </c:pt>
                <c:pt idx="605">
                  <c:v>0.328817640829</c:v>
                </c:pt>
                <c:pt idx="606">
                  <c:v>0.326522602721</c:v>
                </c:pt>
                <c:pt idx="607">
                  <c:v>0.324249901101</c:v>
                </c:pt>
                <c:pt idx="608">
                  <c:v>0.321999694802</c:v>
                </c:pt>
                <c:pt idx="609">
                  <c:v>0.319772130484</c:v>
                </c:pt>
                <c:pt idx="610">
                  <c:v>0.317567342566</c:v>
                </c:pt>
                <c:pt idx="611">
                  <c:v>0.315385453159</c:v>
                </c:pt>
                <c:pt idx="612">
                  <c:v>0.313226572007</c:v>
                </c:pt>
                <c:pt idx="613">
                  <c:v>0.311090796446</c:v>
                </c:pt>
                <c:pt idx="614">
                  <c:v>0.308978211361</c:v>
                </c:pt>
                <c:pt idx="615">
                  <c:v>0.306888889158</c:v>
                </c:pt>
                <c:pt idx="616">
                  <c:v>0.30482288975</c:v>
                </c:pt>
                <c:pt idx="617">
                  <c:v>0.30278026054</c:v>
                </c:pt>
                <c:pt idx="618">
                  <c:v>0.300761036426</c:v>
                </c:pt>
                <c:pt idx="619">
                  <c:v>0.29876523981</c:v>
                </c:pt>
                <c:pt idx="620">
                  <c:v>0.296792880613</c:v>
                </c:pt>
                <c:pt idx="621">
                  <c:v>0.294843956301</c:v>
                </c:pt>
                <c:pt idx="622">
                  <c:v>0.292918451928</c:v>
                </c:pt>
                <c:pt idx="623">
                  <c:v>0.291016340169</c:v>
                </c:pt>
                <c:pt idx="624">
                  <c:v>0.289137581382</c:v>
                </c:pt>
                <c:pt idx="625">
                  <c:v>0.287282123661</c:v>
                </c:pt>
                <c:pt idx="626">
                  <c:v>0.285449902909</c:v>
                </c:pt>
                <c:pt idx="627">
                  <c:v>0.28364084291</c:v>
                </c:pt>
                <c:pt idx="628">
                  <c:v>0.281854855411</c:v>
                </c:pt>
                <c:pt idx="629">
                  <c:v>0.280091840214</c:v>
                </c:pt>
                <c:pt idx="630">
                  <c:v>0.278351685272</c:v>
                </c:pt>
                <c:pt idx="631">
                  <c:v>0.276634266791</c:v>
                </c:pt>
                <c:pt idx="632">
                  <c:v>0.274939449338</c:v>
                </c:pt>
                <c:pt idx="633">
                  <c:v>0.273267085959</c:v>
                </c:pt>
                <c:pt idx="634">
                  <c:v>0.271617018301</c:v>
                </c:pt>
                <c:pt idx="635">
                  <c:v>0.269989076741</c:v>
                </c:pt>
                <c:pt idx="636">
                  <c:v>0.268383080515</c:v>
                </c:pt>
                <c:pt idx="637">
                  <c:v>0.266798837867</c:v>
                </c:pt>
                <c:pt idx="638">
                  <c:v>0.265236146187</c:v>
                </c:pt>
                <c:pt idx="639">
                  <c:v>0.263694792171</c:v>
                </c:pt>
                <c:pt idx="640">
                  <c:v>0.262174551973</c:v>
                </c:pt>
                <c:pt idx="641">
                  <c:v>0.260675191376</c:v>
                </c:pt>
                <c:pt idx="642">
                  <c:v>0.259196465963</c:v>
                </c:pt>
                <c:pt idx="643">
                  <c:v>0.257738121292</c:v>
                </c:pt>
                <c:pt idx="644">
                  <c:v>0.256299893084</c:v>
                </c:pt>
                <c:pt idx="645">
                  <c:v>0.254881507414</c:v>
                </c:pt>
                <c:pt idx="646">
                  <c:v>0.253482680915</c:v>
                </c:pt>
                <c:pt idx="647">
                  <c:v>0.252103120979</c:v>
                </c:pt>
                <c:pt idx="648">
                  <c:v>0.250742525975</c:v>
                </c:pt>
                <c:pt idx="649">
                  <c:v>0.249400585472</c:v>
                </c:pt>
                <c:pt idx="650">
                  <c:v>0.248076980473</c:v>
                </c:pt>
                <c:pt idx="651">
                  <c:v>0.246771383651</c:v>
                </c:pt>
                <c:pt idx="652">
                  <c:v>0.245483459599</c:v>
                </c:pt>
                <c:pt idx="653">
                  <c:v>0.24421286509</c:v>
                </c:pt>
                <c:pt idx="654">
                  <c:v>0.242959249346</c:v>
                </c:pt>
                <c:pt idx="655">
                  <c:v>0.241722254312</c:v>
                </c:pt>
                <c:pt idx="656">
                  <c:v>0.240501514945</c:v>
                </c:pt>
                <c:pt idx="657">
                  <c:v>0.239296659515</c:v>
                </c:pt>
                <c:pt idx="658">
                  <c:v>0.238107309909</c:v>
                </c:pt>
                <c:pt idx="659">
                  <c:v>0.236933081952</c:v>
                </c:pt>
                <c:pt idx="660">
                  <c:v>0.235773585737</c:v>
                </c:pt>
                <c:pt idx="661">
                  <c:v>0.234628425967</c:v>
                </c:pt>
                <c:pt idx="662">
                  <c:v>0.233497202304</c:v>
                </c:pt>
                <c:pt idx="663">
                  <c:v>0.232379509733</c:v>
                </c:pt>
                <c:pt idx="664">
                  <c:v>0.231274938937</c:v>
                </c:pt>
                <c:pt idx="665">
                  <c:v>0.230183076677</c:v>
                </c:pt>
                <c:pt idx="666">
                  <c:v>0.229103506194</c:v>
                </c:pt>
                <c:pt idx="667">
                  <c:v>0.228035807611</c:v>
                </c:pt>
                <c:pt idx="668">
                  <c:v>0.22697955835</c:v>
                </c:pt>
                <c:pt idx="669">
                  <c:v>0.225934333558</c:v>
                </c:pt>
                <c:pt idx="670">
                  <c:v>0.224899706544</c:v>
                </c:pt>
                <c:pt idx="671">
                  <c:v>0.223875249227</c:v>
                </c:pt>
                <c:pt idx="672">
                  <c:v>0.222860532586</c:v>
                </c:pt>
                <c:pt idx="673">
                  <c:v>0.221855127126</c:v>
                </c:pt>
                <c:pt idx="674">
                  <c:v>0.220858603349</c:v>
                </c:pt>
                <c:pt idx="675">
                  <c:v>0.219870532232</c:v>
                </c:pt>
                <c:pt idx="676">
                  <c:v>0.218890485711</c:v>
                </c:pt>
                <c:pt idx="677">
                  <c:v>0.217918037169</c:v>
                </c:pt>
                <c:pt idx="678">
                  <c:v>0.216952761936</c:v>
                </c:pt>
                <c:pt idx="679">
                  <c:v>0.215994237784</c:v>
                </c:pt>
                <c:pt idx="680">
                  <c:v>0.215042045432</c:v>
                </c:pt>
                <c:pt idx="681">
                  <c:v>0.214095769048</c:v>
                </c:pt>
                <c:pt idx="682">
                  <c:v>0.213154996756</c:v>
                </c:pt>
                <c:pt idx="683">
                  <c:v>0.212219321141</c:v>
                </c:pt>
                <c:pt idx="684">
                  <c:v>0.211288339755</c:v>
                </c:pt>
                <c:pt idx="685">
                  <c:v>0.210361655614</c:v>
                </c:pt>
                <c:pt idx="686">
                  <c:v>0.209438877704</c:v>
                </c:pt>
                <c:pt idx="687">
                  <c:v>0.20851962147</c:v>
                </c:pt>
                <c:pt idx="688">
                  <c:v>0.207603509304</c:v>
                </c:pt>
                <c:pt idx="689">
                  <c:v>0.206690171029</c:v>
                </c:pt>
                <c:pt idx="690">
                  <c:v>0.205779244372</c:v>
                </c:pt>
                <c:pt idx="691">
                  <c:v>0.204870375421</c:v>
                </c:pt>
                <c:pt idx="692">
                  <c:v>0.203963219085</c:v>
                </c:pt>
                <c:pt idx="693">
                  <c:v>0.203057439527</c:v>
                </c:pt>
                <c:pt idx="694">
                  <c:v>0.202152710595</c:v>
                </c:pt>
                <c:pt idx="695">
                  <c:v>0.201248716231</c:v>
                </c:pt>
                <c:pt idx="696">
                  <c:v>0.200345150866</c:v>
                </c:pt>
                <c:pt idx="697">
                  <c:v>0.199441719798</c:v>
                </c:pt>
                <c:pt idx="698">
                  <c:v>0.198538139555</c:v>
                </c:pt>
                <c:pt idx="699">
                  <c:v>0.197634138228</c:v>
                </c:pt>
                <c:pt idx="700">
                  <c:v>0.196729455797</c:v>
                </c:pt>
                <c:pt idx="701">
                  <c:v>0.195823844424</c:v>
                </c:pt>
                <c:pt idx="702">
                  <c:v>0.194917068728</c:v>
                </c:pt>
                <c:pt idx="703">
                  <c:v>0.194008906037</c:v>
                </c:pt>
                <c:pt idx="704">
                  <c:v>0.193099146612</c:v>
                </c:pt>
                <c:pt idx="705">
                  <c:v>0.192187593848</c:v>
                </c:pt>
                <c:pt idx="706">
                  <c:v>0.191274064446</c:v>
                </c:pt>
                <c:pt idx="707">
                  <c:v>0.190358388564</c:v>
                </c:pt>
                <c:pt idx="708">
                  <c:v>0.189440409932</c:v>
                </c:pt>
                <c:pt idx="709">
                  <c:v>0.188519985944</c:v>
                </c:pt>
                <c:pt idx="710">
                  <c:v>0.187596987723</c:v>
                </c:pt>
                <c:pt idx="711">
                  <c:v>0.186671300151</c:v>
                </c:pt>
                <c:pt idx="712">
                  <c:v>0.185742821878</c:v>
                </c:pt>
                <c:pt idx="713">
                  <c:v>0.184811465293</c:v>
                </c:pt>
                <c:pt idx="714">
                  <c:v>0.183877156474</c:v>
                </c:pt>
                <c:pt idx="715">
                  <c:v>0.182939835105</c:v>
                </c:pt>
                <c:pt idx="716">
                  <c:v>0.181999454363</c:v>
                </c:pt>
                <c:pt idx="717">
                  <c:v>0.181055980779</c:v>
                </c:pt>
                <c:pt idx="718">
                  <c:v>0.18010939407</c:v>
                </c:pt>
                <c:pt idx="719">
                  <c:v>0.179159686946</c:v>
                </c:pt>
                <c:pt idx="720">
                  <c:v>0.178206864883</c:v>
                </c:pt>
                <c:pt idx="721">
                  <c:v>0.177250945878</c:v>
                </c:pt>
                <c:pt idx="722">
                  <c:v>0.176291960175</c:v>
                </c:pt>
                <c:pt idx="723">
                  <c:v>0.175329949965</c:v>
                </c:pt>
                <c:pt idx="724">
                  <c:v>0.17436496907</c:v>
                </c:pt>
                <c:pt idx="725">
                  <c:v>0.173397082591</c:v>
                </c:pt>
                <c:pt idx="726">
                  <c:v>0.172426366554</c:v>
                </c:pt>
                <c:pt idx="727">
                  <c:v>0.171452907516</c:v>
                </c:pt>
                <c:pt idx="728">
                  <c:v>0.170476802172</c:v>
                </c:pt>
                <c:pt idx="729">
                  <c:v>0.16949815693</c:v>
                </c:pt>
                <c:pt idx="730">
                  <c:v>0.168517087479</c:v>
                </c:pt>
                <c:pt idx="731">
                  <c:v>0.167533718341</c:v>
                </c:pt>
                <c:pt idx="732">
                  <c:v>0.166548182411</c:v>
                </c:pt>
                <c:pt idx="733">
                  <c:v>0.165560620486</c:v>
                </c:pt>
                <c:pt idx="734">
                  <c:v>0.164571180786</c:v>
                </c:pt>
                <c:pt idx="735">
                  <c:v>0.163580018464</c:v>
                </c:pt>
                <c:pt idx="736">
                  <c:v>0.162587295118</c:v>
                </c:pt>
                <c:pt idx="737">
                  <c:v>0.161593178291</c:v>
                </c:pt>
                <c:pt idx="738">
                  <c:v>0.160597840972</c:v>
                </c:pt>
                <c:pt idx="739">
                  <c:v>0.1596014611</c:v>
                </c:pt>
                <c:pt idx="740">
                  <c:v>0.158604221059</c:v>
                </c:pt>
                <c:pt idx="741">
                  <c:v>0.157606307186</c:v>
                </c:pt>
                <c:pt idx="742">
                  <c:v>0.156607909276</c:v>
                </c:pt>
                <c:pt idx="743">
                  <c:v>0.155609220098</c:v>
                </c:pt>
                <c:pt idx="744">
                  <c:v>0.154610434909</c:v>
                </c:pt>
                <c:pt idx="745">
                  <c:v>0.153611750985</c:v>
                </c:pt>
                <c:pt idx="746">
                  <c:v>0.152613367158</c:v>
                </c:pt>
                <c:pt idx="747">
                  <c:v>0.15161548336</c:v>
                </c:pt>
                <c:pt idx="748">
                  <c:v>0.150618300186</c:v>
                </c:pt>
                <c:pt idx="749">
                  <c:v>0.149622018463</c:v>
                </c:pt>
                <c:pt idx="750">
                  <c:v>0.148626838835</c:v>
                </c:pt>
                <c:pt idx="751">
                  <c:v>0.147632961362</c:v>
                </c:pt>
                <c:pt idx="752">
                  <c:v>0.146640585137</c:v>
                </c:pt>
                <c:pt idx="753">
                  <c:v>0.145649907914</c:v>
                </c:pt>
                <c:pt idx="754">
                  <c:v>0.144661125755</c:v>
                </c:pt>
                <c:pt idx="755">
                  <c:v>0.143674432695</c:v>
                </c:pt>
                <c:pt idx="756">
                  <c:v>0.142690020424</c:v>
                </c:pt>
                <c:pt idx="757">
                  <c:v>0.141708077981</c:v>
                </c:pt>
                <c:pt idx="758">
                  <c:v>0.140728791477</c:v>
                </c:pt>
                <c:pt idx="759">
                  <c:v>0.139752343825</c:v>
                </c:pt>
                <c:pt idx="760">
                  <c:v>0.138778914493</c:v>
                </c:pt>
                <c:pt idx="761">
                  <c:v>0.137808679278</c:v>
                </c:pt>
                <c:pt idx="762">
                  <c:v>0.136841810091</c:v>
                </c:pt>
                <c:pt idx="763">
                  <c:v>0.135878474766</c:v>
                </c:pt>
                <c:pt idx="764">
                  <c:v>0.134918836883</c:v>
                </c:pt>
                <c:pt idx="765">
                  <c:v>0.133963055611</c:v>
                </c:pt>
                <c:pt idx="766">
                  <c:v>0.133011285564</c:v>
                </c:pt>
                <c:pt idx="767">
                  <c:v>0.132063676679</c:v>
                </c:pt>
                <c:pt idx="768">
                  <c:v>0.131120374106</c:v>
                </c:pt>
                <c:pt idx="769">
                  <c:v>0.130181518118</c:v>
                </c:pt>
                <c:pt idx="770">
                  <c:v>0.129247244028</c:v>
                </c:pt>
                <c:pt idx="771">
                  <c:v>0.128317682133</c:v>
                </c:pt>
                <c:pt idx="772">
                  <c:v>0.127392957659</c:v>
                </c:pt>
                <c:pt idx="773">
                  <c:v>0.126473190731</c:v>
                </c:pt>
                <c:pt idx="774">
                  <c:v>0.12555849635</c:v>
                </c:pt>
                <c:pt idx="775">
                  <c:v>0.12464898438</c:v>
                </c:pt>
                <c:pt idx="776">
                  <c:v>0.123744759557</c:v>
                </c:pt>
                <c:pt idx="777">
                  <c:v>0.122845921494</c:v>
                </c:pt>
                <c:pt idx="778">
                  <c:v>0.121952564712</c:v>
                </c:pt>
                <c:pt idx="779">
                  <c:v>0.121064778668</c:v>
                </c:pt>
                <c:pt idx="780">
                  <c:v>0.1201826478</c:v>
                </c:pt>
                <c:pt idx="781">
                  <c:v>0.119306251581</c:v>
                </c:pt>
                <c:pt idx="782">
                  <c:v>0.118435664573</c:v>
                </c:pt>
                <c:pt idx="783">
                  <c:v>0.117570956497</c:v>
                </c:pt>
                <c:pt idx="784">
                  <c:v>0.116712192304</c:v>
                </c:pt>
                <c:pt idx="785">
                  <c:v>0.115859432259</c:v>
                </c:pt>
                <c:pt idx="786">
                  <c:v>0.115012732018</c:v>
                </c:pt>
                <c:pt idx="787">
                  <c:v>0.114172142725</c:v>
                </c:pt>
                <c:pt idx="788">
                  <c:v>0.113337711105</c:v>
                </c:pt>
                <c:pt idx="789">
                  <c:v>0.112509479557</c:v>
                </c:pt>
                <c:pt idx="790">
                  <c:v>0.111687486265</c:v>
                </c:pt>
                <c:pt idx="791">
                  <c:v>0.110871765293</c:v>
                </c:pt>
                <c:pt idx="792">
                  <c:v>0.110062346701</c:v>
                </c:pt>
                <c:pt idx="793">
                  <c:v>0.109259256648</c:v>
                </c:pt>
                <c:pt idx="794">
                  <c:v>0.108462517506</c:v>
                </c:pt>
                <c:pt idx="795">
                  <c:v>0.107672147974</c:v>
                </c:pt>
                <c:pt idx="796">
                  <c:v>0.106888163186</c:v>
                </c:pt>
                <c:pt idx="797">
                  <c:v>0.106110574832</c:v>
                </c:pt>
                <c:pt idx="798">
                  <c:v>0.105339391267</c:v>
                </c:pt>
                <c:pt idx="799">
                  <c:v>0.104574617628</c:v>
                </c:pt>
                <c:pt idx="800">
                  <c:v>0.103816255946</c:v>
                </c:pt>
                <c:pt idx="801">
                  <c:v>0.103064305262</c:v>
                </c:pt>
                <c:pt idx="802">
                  <c:v>0.102318761738</c:v>
                </c:pt>
                <c:pt idx="803">
                  <c:v>0.101579618768</c:v>
                </c:pt>
                <c:pt idx="804">
                  <c:v>0.100846867093</c:v>
                </c:pt>
                <c:pt idx="805">
                  <c:v>0.100120494904</c:v>
                </c:pt>
                <c:pt idx="806">
                  <c:v>0.099400487952</c:v>
                </c:pt>
                <c:pt idx="807">
                  <c:v>0.0986868296574</c:v>
                </c:pt>
                <c:pt idx="808">
                  <c:v>0.0979795012093</c:v>
                </c:pt>
                <c:pt idx="809">
                  <c:v>0.0972784816702</c:v>
                </c:pt>
                <c:pt idx="810">
                  <c:v>0.0965837480758</c:v>
                </c:pt>
                <c:pt idx="811">
                  <c:v>0.0958952755328</c:v>
                </c:pt>
                <c:pt idx="812">
                  <c:v>0.0952130373151</c:v>
                </c:pt>
                <c:pt idx="813">
                  <c:v>0.094537004957</c:v>
                </c:pt>
                <c:pt idx="814">
                  <c:v>0.0938671483451</c:v>
                </c:pt>
                <c:pt idx="815">
                  <c:v>0.0932034358065</c:v>
                </c:pt>
                <c:pt idx="816">
                  <c:v>0.0925458341959</c:v>
                </c:pt>
                <c:pt idx="817">
                  <c:v>0.0918943089793</c:v>
                </c:pt>
                <c:pt idx="818">
                  <c:v>0.0912488243159</c:v>
                </c:pt>
                <c:pt idx="819">
                  <c:v>0.0906093431372</c:v>
                </c:pt>
                <c:pt idx="820">
                  <c:v>0.0899758272241</c:v>
                </c:pt>
                <c:pt idx="821">
                  <c:v>0.0893482372804</c:v>
                </c:pt>
                <c:pt idx="822">
                  <c:v>0.0887265330057</c:v>
                </c:pt>
                <c:pt idx="823">
                  <c:v>0.0881106731642</c:v>
                </c:pt>
                <c:pt idx="824">
                  <c:v>0.087500615652</c:v>
                </c:pt>
                <c:pt idx="825">
                  <c:v>0.0868963175618</c:v>
                </c:pt>
                <c:pt idx="826">
                  <c:v>0.0862977352452</c:v>
                </c:pt>
                <c:pt idx="827">
                  <c:v>0.0857048243728</c:v>
                </c:pt>
                <c:pt idx="828">
                  <c:v>0.0851175399921</c:v>
                </c:pt>
                <c:pt idx="829">
                  <c:v>0.084535836583</c:v>
                </c:pt>
                <c:pt idx="830">
                  <c:v>0.0839596681111</c:v>
                </c:pt>
                <c:pt idx="831">
                  <c:v>0.083388988079</c:v>
                </c:pt>
                <c:pt idx="832">
                  <c:v>0.0828237495754</c:v>
                </c:pt>
                <c:pt idx="833">
                  <c:v>0.0822639053223</c:v>
                </c:pt>
                <c:pt idx="834">
                  <c:v>0.08170940772</c:v>
                </c:pt>
                <c:pt idx="835">
                  <c:v>0.0811602088903</c:v>
                </c:pt>
                <c:pt idx="836">
                  <c:v>0.0806162607175</c:v>
                </c:pt>
                <c:pt idx="837">
                  <c:v>0.0800775148883</c:v>
                </c:pt>
                <c:pt idx="838">
                  <c:v>0.079543922929</c:v>
                </c:pt>
                <c:pt idx="839">
                  <c:v>0.0790154362412</c:v>
                </c:pt>
                <c:pt idx="840">
                  <c:v>0.0784920061367</c:v>
                </c:pt>
                <c:pt idx="841">
                  <c:v>0.077973583869</c:v>
                </c:pt>
                <c:pt idx="842">
                  <c:v>0.0774601206653</c:v>
                </c:pt>
                <c:pt idx="843">
                  <c:v>0.0769515677551</c:v>
                </c:pt>
                <c:pt idx="844">
                  <c:v>0.0764478763982</c:v>
                </c:pt>
                <c:pt idx="845">
                  <c:v>0.0759489979118</c:v>
                </c:pt>
                <c:pt idx="846">
                  <c:v>0.0754548836949</c:v>
                </c:pt>
                <c:pt idx="847">
                  <c:v>0.0749654852523</c:v>
                </c:pt>
                <c:pt idx="848">
                  <c:v>0.0744807542172</c:v>
                </c:pt>
                <c:pt idx="849">
                  <c:v>0.0740006423721</c:v>
                </c:pt>
                <c:pt idx="850">
                  <c:v>0.0735251016693</c:v>
                </c:pt>
                <c:pt idx="851">
                  <c:v>0.0730540842492</c:v>
                </c:pt>
                <c:pt idx="852">
                  <c:v>0.0725875424586</c:v>
                </c:pt>
                <c:pt idx="853">
                  <c:v>0.0721254288672</c:v>
                </c:pt>
                <c:pt idx="854">
                  <c:v>0.0716676962831</c:v>
                </c:pt>
                <c:pt idx="855">
                  <c:v>0.071214297768</c:v>
                </c:pt>
                <c:pt idx="856">
                  <c:v>0.0707651866505</c:v>
                </c:pt>
                <c:pt idx="857">
                  <c:v>0.070320316539</c:v>
                </c:pt>
                <c:pt idx="858">
                  <c:v>0.0698796413343</c:v>
                </c:pt>
                <c:pt idx="859">
                  <c:v>0.0694431152402</c:v>
                </c:pt>
                <c:pt idx="860">
                  <c:v>0.0690106927739</c:v>
                </c:pt>
                <c:pt idx="861">
                  <c:v>0.0685823287763</c:v>
                </c:pt>
                <c:pt idx="862">
                  <c:v>0.0681579784203</c:v>
                </c:pt>
                <c:pt idx="863">
                  <c:v>0.0677375972191</c:v>
                </c:pt>
                <c:pt idx="864">
                  <c:v>0.0673211410344</c:v>
                </c:pt>
                <c:pt idx="865">
                  <c:v>0.0669085660827</c:v>
                </c:pt>
                <c:pt idx="866">
                  <c:v>0.066499828942</c:v>
                </c:pt>
                <c:pt idx="867">
                  <c:v>0.0660948865578</c:v>
                </c:pt>
                <c:pt idx="868">
                  <c:v>0.0656936962481</c:v>
                </c:pt>
                <c:pt idx="869">
                  <c:v>0.0652962157082</c:v>
                </c:pt>
                <c:pt idx="870">
                  <c:v>0.0649024030153</c:v>
                </c:pt>
                <c:pt idx="871">
                  <c:v>0.064512216632</c:v>
                </c:pt>
                <c:pt idx="872">
                  <c:v>0.0641256154101</c:v>
                </c:pt>
                <c:pt idx="873">
                  <c:v>0.0637425585931</c:v>
                </c:pt>
                <c:pt idx="874">
                  <c:v>0.0633630058192</c:v>
                </c:pt>
                <c:pt idx="875">
                  <c:v>0.0629869171237</c:v>
                </c:pt>
                <c:pt idx="876">
                  <c:v>0.0626142529402</c:v>
                </c:pt>
                <c:pt idx="877">
                  <c:v>0.0622449741031</c:v>
                </c:pt>
                <c:pt idx="878">
                  <c:v>0.0618790418479</c:v>
                </c:pt>
                <c:pt idx="879">
                  <c:v>0.0615164178132</c:v>
                </c:pt>
                <c:pt idx="880">
                  <c:v>0.0611570640404</c:v>
                </c:pt>
                <c:pt idx="881">
                  <c:v>0.0608009429751</c:v>
                </c:pt>
                <c:pt idx="882">
                  <c:v>0.0604480174664</c:v>
                </c:pt>
                <c:pt idx="883">
                  <c:v>0.0600982507678</c:v>
                </c:pt>
                <c:pt idx="884">
                  <c:v>0.0597516065362</c:v>
                </c:pt>
                <c:pt idx="885">
                  <c:v>0.0594080488319</c:v>
                </c:pt>
                <c:pt idx="886">
                  <c:v>0.059067542118</c:v>
                </c:pt>
                <c:pt idx="887">
                  <c:v>0.0587300512594</c:v>
                </c:pt>
                <c:pt idx="888">
                  <c:v>0.0583955415224</c:v>
                </c:pt>
                <c:pt idx="889">
                  <c:v>0.0580639785729</c:v>
                </c:pt>
                <c:pt idx="890">
                  <c:v>0.0577353284757</c:v>
                </c:pt>
                <c:pt idx="891">
                  <c:v>0.0574095576932</c:v>
                </c:pt>
                <c:pt idx="892">
                  <c:v>0.0570866330838</c:v>
                </c:pt>
                <c:pt idx="893">
                  <c:v>0.0567665219003</c:v>
                </c:pt>
                <c:pt idx="894">
                  <c:v>0.0564491917886</c:v>
                </c:pt>
                <c:pt idx="895">
                  <c:v>0.0561346107855</c:v>
                </c:pt>
                <c:pt idx="896">
                  <c:v>0.0558227473173</c:v>
                </c:pt>
                <c:pt idx="897">
                  <c:v>0.0555135701981</c:v>
                </c:pt>
                <c:pt idx="898">
                  <c:v>0.0552070486272</c:v>
                </c:pt>
                <c:pt idx="899">
                  <c:v>0.0549031521878</c:v>
                </c:pt>
                <c:pt idx="900">
                  <c:v>0.0546018508446</c:v>
                </c:pt>
                <c:pt idx="901">
                  <c:v>0.0543031149418</c:v>
                </c:pt>
                <c:pt idx="902">
                  <c:v>0.0540069152012</c:v>
                </c:pt>
                <c:pt idx="903">
                  <c:v>0.0537132227197</c:v>
                </c:pt>
                <c:pt idx="904">
                  <c:v>0.0534220089675</c:v>
                </c:pt>
                <c:pt idx="905">
                  <c:v>0.0531332457854</c:v>
                </c:pt>
                <c:pt idx="906">
                  <c:v>0.0528469053833</c:v>
                </c:pt>
                <c:pt idx="907">
                  <c:v>0.0525629603373</c:v>
                </c:pt>
                <c:pt idx="908">
                  <c:v>0.0522813835877</c:v>
                </c:pt>
                <c:pt idx="909">
                  <c:v>0.052002148437</c:v>
                </c:pt>
                <c:pt idx="910">
                  <c:v>0.0517252285472</c:v>
                </c:pt>
                <c:pt idx="911">
                  <c:v>0.0514505979377</c:v>
                </c:pt>
                <c:pt idx="912">
                  <c:v>0.0511782309829</c:v>
                </c:pt>
                <c:pt idx="913">
                  <c:v>0.0509081024103</c:v>
                </c:pt>
                <c:pt idx="914">
                  <c:v>0.0506401872978</c:v>
                </c:pt>
                <c:pt idx="915">
                  <c:v>0.0503744610712</c:v>
                </c:pt>
                <c:pt idx="916">
                  <c:v>0.0501108995028</c:v>
                </c:pt>
                <c:pt idx="917">
                  <c:v>0.049849478708</c:v>
                </c:pt>
                <c:pt idx="918">
                  <c:v>0.0495901751436</c:v>
                </c:pt>
                <c:pt idx="919">
                  <c:v>0.0493329656056</c:v>
                </c:pt>
                <c:pt idx="920">
                  <c:v>0.0490778272262</c:v>
                </c:pt>
                <c:pt idx="921">
                  <c:v>0.0488247374723</c:v>
                </c:pt>
                <c:pt idx="922">
                  <c:v>0.0485736741425</c:v>
                </c:pt>
                <c:pt idx="923">
                  <c:v>0.0483246153649</c:v>
                </c:pt>
                <c:pt idx="924">
                  <c:v>0.0480775395951</c:v>
                </c:pt>
                <c:pt idx="925">
                  <c:v>0.0478324256132</c:v>
                </c:pt>
                <c:pt idx="926">
                  <c:v>0.0475892525221</c:v>
                </c:pt>
                <c:pt idx="927">
                  <c:v>0.0473479997441</c:v>
                </c:pt>
                <c:pt idx="928">
                  <c:v>0.0471086470196</c:v>
                </c:pt>
                <c:pt idx="929">
                  <c:v>0.0468711744038</c:v>
                </c:pt>
                <c:pt idx="930">
                  <c:v>0.0466355622643</c:v>
                </c:pt>
                <c:pt idx="931">
                  <c:v>0.0464017912788</c:v>
                </c:pt>
                <c:pt idx="932">
                  <c:v>0.0461698424326</c:v>
                </c:pt>
                <c:pt idx="933">
                  <c:v>0.0459396970155</c:v>
                </c:pt>
                <c:pt idx="934">
                  <c:v>0.0457113366195</c:v>
                </c:pt>
                <c:pt idx="935">
                  <c:v>0.0454847431361</c:v>
                </c:pt>
                <c:pt idx="936">
                  <c:v>0.0452598987534</c:v>
                </c:pt>
                <c:pt idx="937">
                  <c:v>0.0450367859533</c:v>
                </c:pt>
                <c:pt idx="938">
                  <c:v>0.0448153875086</c:v>
                </c:pt>
                <c:pt idx="939">
                  <c:v>0.0445956864802</c:v>
                </c:pt>
                <c:pt idx="940">
                  <c:v>0.0443776662141</c:v>
                </c:pt>
                <c:pt idx="941">
                  <c:v>0.0441613103383</c:v>
                </c:pt>
                <c:pt idx="942">
                  <c:v>0.0439466027595</c:v>
                </c:pt>
                <c:pt idx="943">
                  <c:v>0.0437335276601</c:v>
                </c:pt>
                <c:pt idx="944">
                  <c:v>0.0435220694951</c:v>
                </c:pt>
                <c:pt idx="945">
                  <c:v>0.0433122129882</c:v>
                </c:pt>
                <c:pt idx="946">
                  <c:v>0.043103943129</c:v>
                </c:pt>
                <c:pt idx="947">
                  <c:v>0.0428972451694</c:v>
                </c:pt>
                <c:pt idx="948">
                  <c:v>0.0426921046194</c:v>
                </c:pt>
                <c:pt idx="949">
                  <c:v>0.0424885072445</c:v>
                </c:pt>
                <c:pt idx="950">
                  <c:v>0.0422864390611</c:v>
                </c:pt>
                <c:pt idx="951">
                  <c:v>0.0420858863332</c:v>
                </c:pt>
                <c:pt idx="952">
                  <c:v>0.0418868355684</c:v>
                </c:pt>
                <c:pt idx="953">
                  <c:v>0.0416892735137</c:v>
                </c:pt>
                <c:pt idx="954">
                  <c:v>0.041493187152</c:v>
                </c:pt>
                <c:pt idx="955">
                  <c:v>0.0412985636978</c:v>
                </c:pt>
                <c:pt idx="956">
                  <c:v>0.0411053905928</c:v>
                </c:pt>
                <c:pt idx="957">
                  <c:v>0.040913655502</c:v>
                </c:pt>
                <c:pt idx="958">
                  <c:v>0.0407233463094</c:v>
                </c:pt>
                <c:pt idx="959">
                  <c:v>0.0405344511136</c:v>
                </c:pt>
                <c:pt idx="960">
                  <c:v>0.0403469582233</c:v>
                </c:pt>
                <c:pt idx="961">
                  <c:v>0.0401608561534</c:v>
                </c:pt>
                <c:pt idx="962">
                  <c:v>0.0399761336198</c:v>
                </c:pt>
                <c:pt idx="963">
                  <c:v>0.0397927795354</c:v>
                </c:pt>
                <c:pt idx="964">
                  <c:v>0.0396107830055</c:v>
                </c:pt>
                <c:pt idx="965">
                  <c:v>0.0394301333232</c:v>
                </c:pt>
                <c:pt idx="966">
                  <c:v>0.0392508199649</c:v>
                </c:pt>
                <c:pt idx="967">
                  <c:v>0.0390728325855</c:v>
                </c:pt>
                <c:pt idx="968">
                  <c:v>0.0388961610141</c:v>
                </c:pt>
                <c:pt idx="969">
                  <c:v>0.0387207952492</c:v>
                </c:pt>
                <c:pt idx="970">
                  <c:v>0.0385467254543</c:v>
                </c:pt>
                <c:pt idx="971">
                  <c:v>0.0383739419533</c:v>
                </c:pt>
                <c:pt idx="972">
                  <c:v>0.0382024352258</c:v>
                </c:pt>
                <c:pt idx="973">
                  <c:v>0.0380321959028</c:v>
                </c:pt>
                <c:pt idx="974">
                  <c:v>0.037863214762</c:v>
                </c:pt>
                <c:pt idx="975">
                  <c:v>0.0376954827237</c:v>
                </c:pt>
                <c:pt idx="976">
                  <c:v>0.037528990846</c:v>
                </c:pt>
                <c:pt idx="977">
                  <c:v>0.0373637303208</c:v>
                </c:pt>
                <c:pt idx="978">
                  <c:v>0.0371996924694</c:v>
                </c:pt>
                <c:pt idx="979">
                  <c:v>0.0370368687381</c:v>
                </c:pt>
                <c:pt idx="980">
                  <c:v>0.0368752506944</c:v>
                </c:pt>
                <c:pt idx="981">
                  <c:v>0.0367148300226</c:v>
                </c:pt>
                <c:pt idx="982">
                  <c:v>0.0365555985202</c:v>
                </c:pt>
                <c:pt idx="983">
                  <c:v>0.0363975480934</c:v>
                </c:pt>
                <c:pt idx="984">
                  <c:v>0.0362406707538</c:v>
                </c:pt>
                <c:pt idx="985">
                  <c:v>0.0360849586144</c:v>
                </c:pt>
                <c:pt idx="986">
                  <c:v>0.035930403886</c:v>
                </c:pt>
                <c:pt idx="987">
                  <c:v>0.0357769988737</c:v>
                </c:pt>
                <c:pt idx="988">
                  <c:v>0.0356247359733</c:v>
                </c:pt>
                <c:pt idx="989">
                  <c:v>0.0354736076681</c:v>
                </c:pt>
                <c:pt idx="990">
                  <c:v>0.0353236065253</c:v>
                </c:pt>
                <c:pt idx="991">
                  <c:v>0.0351747251935</c:v>
                </c:pt>
                <c:pt idx="992">
                  <c:v>0.0350269563988</c:v>
                </c:pt>
                <c:pt idx="993">
                  <c:v>0.0348802929425</c:v>
                </c:pt>
                <c:pt idx="994">
                  <c:v>0.0347347276976</c:v>
                </c:pt>
                <c:pt idx="995">
                  <c:v>0.0345902536067</c:v>
                </c:pt>
                <c:pt idx="996">
                  <c:v>0.0344468636788</c:v>
                </c:pt>
                <c:pt idx="997">
                  <c:v>0.0343045509868</c:v>
                </c:pt>
                <c:pt idx="998">
                  <c:v>0.0341633086654</c:v>
                </c:pt>
                <c:pt idx="999">
                  <c:v>0.0340231299079</c:v>
                </c:pt>
                <c:pt idx="1000">
                  <c:v>0.0338840079648</c:v>
                </c:pt>
                <c:pt idx="1001">
                  <c:v>0.0337459361407</c:v>
                </c:pt>
                <c:pt idx="1002">
                  <c:v>0.0336089077927</c:v>
                </c:pt>
                <c:pt idx="1003">
                  <c:v>0.0334729163282</c:v>
                </c:pt>
                <c:pt idx="1004">
                  <c:v>0.0333379552028</c:v>
                </c:pt>
                <c:pt idx="1005">
                  <c:v>0.0332040179184</c:v>
                </c:pt>
                <c:pt idx="1006">
                  <c:v>0.0330710980213</c:v>
                </c:pt>
                <c:pt idx="1007">
                  <c:v>0.0329391891005</c:v>
                </c:pt>
                <c:pt idx="1008">
                  <c:v>0.0328082847858</c:v>
                </c:pt>
                <c:pt idx="1009">
                  <c:v>0.0326783787463</c:v>
                </c:pt>
                <c:pt idx="1010">
                  <c:v>0.0325494646885</c:v>
                </c:pt>
                <c:pt idx="1011">
                  <c:v>0.0324215363551</c:v>
                </c:pt>
                <c:pt idx="1012">
                  <c:v>0.0322945875232</c:v>
                </c:pt>
                <c:pt idx="1013">
                  <c:v>0.0321686120025</c:v>
                </c:pt>
                <c:pt idx="1014">
                  <c:v>0.0320436036347</c:v>
                </c:pt>
                <c:pt idx="1015">
                  <c:v>0.0319195562911</c:v>
                </c:pt>
                <c:pt idx="1016">
                  <c:v>0.0317964638719</c:v>
                </c:pt>
                <c:pt idx="1017">
                  <c:v>0.0316743203044</c:v>
                </c:pt>
                <c:pt idx="1018">
                  <c:v>0.0315531195421</c:v>
                </c:pt>
                <c:pt idx="1019">
                  <c:v>0.0314328555629</c:v>
                </c:pt>
                <c:pt idx="1020">
                  <c:v>0.0313135223679</c:v>
                </c:pt>
                <c:pt idx="1021">
                  <c:v>0.0311951139806</c:v>
                </c:pt>
                <c:pt idx="1022">
                  <c:v>0.0310776244448</c:v>
                </c:pt>
                <c:pt idx="1023">
                  <c:v>0.0309610478241</c:v>
                </c:pt>
                <c:pt idx="1024">
                  <c:v>0.0308453782002</c:v>
                </c:pt>
                <c:pt idx="1025">
                  <c:v>0.0307306096718</c:v>
                </c:pt>
                <c:pt idx="1026">
                  <c:v>0.0306167363532</c:v>
                </c:pt>
                <c:pt idx="1027">
                  <c:v>0.0305037523734</c:v>
                </c:pt>
                <c:pt idx="1028">
                  <c:v>0.0303916518745</c:v>
                </c:pt>
                <c:pt idx="1029">
                  <c:v>0.0302804290106</c:v>
                </c:pt>
                <c:pt idx="1030">
                  <c:v>0.0301700779468</c:v>
                </c:pt>
                <c:pt idx="1031">
                  <c:v>0.0300605928574</c:v>
                </c:pt>
                <c:pt idx="1032">
                  <c:v>0.0299519679255</c:v>
                </c:pt>
                <c:pt idx="1033">
                  <c:v>0.0298441973408</c:v>
                </c:pt>
                <c:pt idx="1034">
                  <c:v>0.0297372752993</c:v>
                </c:pt>
                <c:pt idx="1035">
                  <c:v>0.0296311960013</c:v>
                </c:pt>
                <c:pt idx="1036">
                  <c:v>0.0295259536509</c:v>
                </c:pt>
                <c:pt idx="1037">
                  <c:v>0.029421542454</c:v>
                </c:pt>
                <c:pt idx="1038">
                  <c:v>0.0293179566179</c:v>
                </c:pt>
                <c:pt idx="1039">
                  <c:v>0.0292151903495</c:v>
                </c:pt>
                <c:pt idx="1040">
                  <c:v>0.0291132378544</c:v>
                </c:pt>
                <c:pt idx="1041">
                  <c:v>0.0290120933355</c:v>
                </c:pt>
                <c:pt idx="1042">
                  <c:v>0.0289117509923</c:v>
                </c:pt>
                <c:pt idx="1043">
                  <c:v>0.0288122050192</c:v>
                </c:pt>
                <c:pt idx="1044">
                  <c:v>0.0287134496047</c:v>
                </c:pt>
                <c:pt idx="1045">
                  <c:v>0.0286154789301</c:v>
                </c:pt>
                <c:pt idx="1046">
                  <c:v>0.0285182871689</c:v>
                </c:pt>
                <c:pt idx="1047">
                  <c:v>0.0284218684851</c:v>
                </c:pt>
                <c:pt idx="1048">
                  <c:v>0.0283262170327</c:v>
                </c:pt>
                <c:pt idx="1049">
                  <c:v>0.0282313269544</c:v>
                </c:pt>
                <c:pt idx="1050">
                  <c:v>0.028137192381</c:v>
                </c:pt>
                <c:pt idx="1051">
                  <c:v>0.0280438074302</c:v>
                </c:pt>
                <c:pt idx="1052">
                  <c:v>0.0279511662061</c:v>
                </c:pt>
                <c:pt idx="1053">
                  <c:v>0.0278592627982</c:v>
                </c:pt>
                <c:pt idx="1054">
                  <c:v>0.0277680912805</c:v>
                </c:pt>
                <c:pt idx="1055">
                  <c:v>0.0276776457116</c:v>
                </c:pt>
                <c:pt idx="1056">
                  <c:v>0.0275879201332</c:v>
                </c:pt>
                <c:pt idx="1057">
                  <c:v>0.0274989085701</c:v>
                </c:pt>
                <c:pt idx="1058">
                  <c:v>0.0274106050297</c:v>
                </c:pt>
                <c:pt idx="1059">
                  <c:v>0.0273230035017</c:v>
                </c:pt>
                <c:pt idx="1060">
                  <c:v>0.0272360979577</c:v>
                </c:pt>
                <c:pt idx="1061">
                  <c:v>0.0271498823509</c:v>
                </c:pt>
                <c:pt idx="1062">
                  <c:v>0.0270643506162</c:v>
                </c:pt>
                <c:pt idx="1063">
                  <c:v>0.0269794966704</c:v>
                </c:pt>
                <c:pt idx="1064">
                  <c:v>0.0268953144117</c:v>
                </c:pt>
                <c:pt idx="1065">
                  <c:v>0.0268117977204</c:v>
                </c:pt>
                <c:pt idx="1066">
                  <c:v>0.0267289404591</c:v>
                </c:pt>
                <c:pt idx="1067">
                  <c:v>0.0266467364728</c:v>
                </c:pt>
                <c:pt idx="1068">
                  <c:v>0.0265651795898</c:v>
                </c:pt>
                <c:pt idx="1069">
                  <c:v>0.0264842636222</c:v>
                </c:pt>
                <c:pt idx="1070">
                  <c:v>0.0264039823663</c:v>
                </c:pt>
                <c:pt idx="1071">
                  <c:v>0.0263243296038</c:v>
                </c:pt>
                <c:pt idx="1072">
                  <c:v>0.0262452991028</c:v>
                </c:pt>
                <c:pt idx="1073">
                  <c:v>0.0261668846184</c:v>
                </c:pt>
                <c:pt idx="1074">
                  <c:v>0.0260890798943</c:v>
                </c:pt>
                <c:pt idx="1075">
                  <c:v>0.0260118786638</c:v>
                </c:pt>
                <c:pt idx="1076">
                  <c:v>0.0259352746513</c:v>
                </c:pt>
                <c:pt idx="1077">
                  <c:v>0.0258592615738</c:v>
                </c:pt>
                <c:pt idx="1078">
                  <c:v>0.0257838331425</c:v>
                </c:pt>
                <c:pt idx="1079">
                  <c:v>0.0257089830642</c:v>
                </c:pt>
                <c:pt idx="1080">
                  <c:v>0.0256347050435</c:v>
                </c:pt>
                <c:pt idx="1081">
                  <c:v>0.0255609927846</c:v>
                </c:pt>
                <c:pt idx="1082">
                  <c:v>0.0254878399931</c:v>
                </c:pt>
                <c:pt idx="1083">
                  <c:v>0.025415240378</c:v>
                </c:pt>
                <c:pt idx="1084">
                  <c:v>0.0253431876544</c:v>
                </c:pt>
                <c:pt idx="1085">
                  <c:v>0.0252716755451</c:v>
                </c:pt>
                <c:pt idx="1086">
                  <c:v>0.0252006977834</c:v>
                </c:pt>
                <c:pt idx="1087">
                  <c:v>0.0251302481152</c:v>
                </c:pt>
                <c:pt idx="1088">
                  <c:v>0.0250603203015</c:v>
                </c:pt>
                <c:pt idx="1089">
                  <c:v>0.0249909081212</c:v>
                </c:pt>
                <c:pt idx="1090">
                  <c:v>0.0249220053734</c:v>
                </c:pt>
                <c:pt idx="1091">
                  <c:v>0.0248536058801</c:v>
                </c:pt>
                <c:pt idx="1092">
                  <c:v>0.024785703489</c:v>
                </c:pt>
                <c:pt idx="1093">
                  <c:v>0.0247182920762</c:v>
                </c:pt>
                <c:pt idx="1094">
                  <c:v>0.0246513655489</c:v>
                </c:pt>
                <c:pt idx="1095">
                  <c:v>0.0245849178482</c:v>
                </c:pt>
                <c:pt idx="1096">
                  <c:v>0.024518942952</c:v>
                </c:pt>
                <c:pt idx="1097">
                  <c:v>0.0244534348779</c:v>
                </c:pt>
                <c:pt idx="1098">
                  <c:v>0.024388387686</c:v>
                </c:pt>
                <c:pt idx="1099">
                  <c:v>0.0243237954816</c:v>
                </c:pt>
                <c:pt idx="1100">
                  <c:v>0.0242596524185</c:v>
                </c:pt>
                <c:pt idx="1101">
                  <c:v>0.0241959527015</c:v>
                </c:pt>
                <c:pt idx="1102">
                  <c:v>0.0241326905893</c:v>
                </c:pt>
                <c:pt idx="1103">
                  <c:v>0.0240698603976</c:v>
                </c:pt>
                <c:pt idx="1104">
                  <c:v>0.0240074565016</c:v>
                </c:pt>
                <c:pt idx="1105">
                  <c:v>0.0239454733392</c:v>
                </c:pt>
                <c:pt idx="1106">
                  <c:v>0.0238839054134</c:v>
                </c:pt>
                <c:pt idx="1107">
                  <c:v>0.0238227472952</c:v>
                </c:pt>
                <c:pt idx="1108">
                  <c:v>0.0237619936264</c:v>
                </c:pt>
                <c:pt idx="1109">
                  <c:v>0.0237016391221</c:v>
                </c:pt>
                <c:pt idx="1110">
                  <c:v>0.0236416785733</c:v>
                </c:pt>
                <c:pt idx="1111">
                  <c:v>0.0235821068496</c:v>
                </c:pt>
                <c:pt idx="1112">
                  <c:v>0.0235229189014</c:v>
                </c:pt>
                <c:pt idx="1113">
                  <c:v>0.0234641097627</c:v>
                </c:pt>
                <c:pt idx="1114">
                  <c:v>0.0234056745529</c:v>
                </c:pt>
                <c:pt idx="1115">
                  <c:v>0.0233476084795</c:v>
                </c:pt>
                <c:pt idx="1116">
                  <c:v>0.0232899068401</c:v>
                </c:pt>
                <c:pt idx="1117">
                  <c:v>0.0232325650243</c:v>
                </c:pt>
                <c:pt idx="1118">
                  <c:v>0.0231755785159</c:v>
                </c:pt>
                <c:pt idx="1119">
                  <c:v>0.0231189428945</c:v>
                </c:pt>
                <c:pt idx="1120">
                  <c:v>0.0230626538375</c:v>
                </c:pt>
                <c:pt idx="1121">
                  <c:v>0.0230067071214</c:v>
                </c:pt>
                <c:pt idx="1122">
                  <c:v>0.0229510986234</c:v>
                </c:pt>
                <c:pt idx="1123">
                  <c:v>0.0228958243227</c:v>
                </c:pt>
                <c:pt idx="1124">
                  <c:v>0.0228408803017</c:v>
                </c:pt>
                <c:pt idx="1125">
                  <c:v>0.0227862627469</c:v>
                </c:pt>
                <c:pt idx="1126">
                  <c:v>0.02273196795</c:v>
                </c:pt>
                <c:pt idx="1127">
                  <c:v>0.0226779923081</c:v>
                </c:pt>
                <c:pt idx="1128">
                  <c:v>0.0226243323247</c:v>
                </c:pt>
                <c:pt idx="1129">
                  <c:v>0.0225709846097</c:v>
                </c:pt>
                <c:pt idx="1130">
                  <c:v>0.0225179458792</c:v>
                </c:pt>
                <c:pt idx="1131">
                  <c:v>0.0224652129561</c:v>
                </c:pt>
                <c:pt idx="1132">
                  <c:v>0.0224127827691</c:v>
                </c:pt>
                <c:pt idx="1133">
                  <c:v>0.0223606523522</c:v>
                </c:pt>
                <c:pt idx="1134">
                  <c:v>0.0223088188443</c:v>
                </c:pt>
                <c:pt idx="1135">
                  <c:v>0.0222572794875</c:v>
                </c:pt>
                <c:pt idx="1136">
                  <c:v>0.0222060316263</c:v>
                </c:pt>
                <c:pt idx="1137">
                  <c:v>0.0221550727055</c:v>
                </c:pt>
                <c:pt idx="1138">
                  <c:v>0.0221044002688</c:v>
                </c:pt>
                <c:pt idx="1139">
                  <c:v>0.0220540119564</c:v>
                </c:pt>
                <c:pt idx="1140">
                  <c:v>0.0220039055024</c:v>
                </c:pt>
                <c:pt idx="1141">
                  <c:v>0.0219540787323</c:v>
                </c:pt>
                <c:pt idx="1142">
                  <c:v>0.02190452956</c:v>
                </c:pt>
                <c:pt idx="1143">
                  <c:v>0.0218552559842</c:v>
                </c:pt>
                <c:pt idx="1144">
                  <c:v>0.0218062560851</c:v>
                </c:pt>
                <c:pt idx="1145">
                  <c:v>0.02175752802</c:v>
                </c:pt>
                <c:pt idx="1146">
                  <c:v>0.0217090700196</c:v>
                </c:pt>
                <c:pt idx="1147">
                  <c:v>0.0216608803831</c:v>
                </c:pt>
                <c:pt idx="1148">
                  <c:v>0.0216129574731</c:v>
                </c:pt>
                <c:pt idx="1149">
                  <c:v>0.0215652997113</c:v>
                </c:pt>
                <c:pt idx="1150">
                  <c:v>0.0215179055722</c:v>
                </c:pt>
                <c:pt idx="1151">
                  <c:v>0.0214707735777</c:v>
                </c:pt>
                <c:pt idx="1152">
                  <c:v>0.0214239022912</c:v>
                </c:pt>
                <c:pt idx="1153">
                  <c:v>0.0213772903111</c:v>
                </c:pt>
                <c:pt idx="1154">
                  <c:v>0.0213309362646</c:v>
                </c:pt>
                <c:pt idx="1155">
                  <c:v>0.0212848388005</c:v>
                </c:pt>
                <c:pt idx="1156">
                  <c:v>0.0212389965828</c:v>
                </c:pt>
                <c:pt idx="1157">
                  <c:v>0.0211934082827</c:v>
                </c:pt>
                <c:pt idx="1158">
                  <c:v>0.0211480725723</c:v>
                </c:pt>
                <c:pt idx="1159">
                  <c:v>0.0211029881158</c:v>
                </c:pt>
                <c:pt idx="1160">
                  <c:v>0.0210581535629</c:v>
                </c:pt>
                <c:pt idx="1161">
                  <c:v>0.0210135675404</c:v>
                </c:pt>
                <c:pt idx="1162">
                  <c:v>0.0209692286443</c:v>
                </c:pt>
                <c:pt idx="1163">
                  <c:v>0.0209251354322</c:v>
                </c:pt>
                <c:pt idx="1164">
                  <c:v>0.0208812864147</c:v>
                </c:pt>
                <c:pt idx="1165">
                  <c:v>0.0208376800479</c:v>
                </c:pt>
                <c:pt idx="1166">
                  <c:v>0.0207943147251</c:v>
                </c:pt>
                <c:pt idx="1167">
                  <c:v>0.0207511887687</c:v>
                </c:pt>
                <c:pt idx="1168">
                  <c:v>0.0207083004226</c:v>
                </c:pt>
                <c:pt idx="1169">
                  <c:v>0.0206656478442</c:v>
                </c:pt>
                <c:pt idx="1170">
                  <c:v>0.0206232290967</c:v>
                </c:pt>
                <c:pt idx="1171">
                  <c:v>0.0205810421419</c:v>
                </c:pt>
                <c:pt idx="1172">
                  <c:v>0.0205390848325</c:v>
                </c:pt>
                <c:pt idx="1173">
                  <c:v>0.0204973549054</c:v>
                </c:pt>
                <c:pt idx="1174">
                  <c:v>0.0204558499747</c:v>
                </c:pt>
                <c:pt idx="1175">
                  <c:v>0.0204145675255</c:v>
                </c:pt>
                <c:pt idx="1176">
                  <c:v>0.0203735049073</c:v>
                </c:pt>
                <c:pt idx="1177">
                  <c:v>0.0203326593288</c:v>
                </c:pt>
                <c:pt idx="1178">
                  <c:v>0.020292027852</c:v>
                </c:pt>
                <c:pt idx="1179">
                  <c:v>0.0202516073874</c:v>
                </c:pt>
                <c:pt idx="1180">
                  <c:v>0.0202113946897</c:v>
                </c:pt>
                <c:pt idx="1181">
                  <c:v>0.0201713863534</c:v>
                </c:pt>
                <c:pt idx="1182">
                  <c:v>0.0201315788095</c:v>
                </c:pt>
                <c:pt idx="1183">
                  <c:v>0.0200919683223</c:v>
                </c:pt>
                <c:pt idx="1184">
                  <c:v>0.020052550987</c:v>
                </c:pt>
                <c:pt idx="1185">
                  <c:v>0.0200133227278</c:v>
                </c:pt>
                <c:pt idx="1186">
                  <c:v>0.0199742792963</c:v>
                </c:pt>
                <c:pt idx="1187">
                  <c:v>0.0199354162712</c:v>
                </c:pt>
                <c:pt idx="1188">
                  <c:v>0.0198967290574</c:v>
                </c:pt>
                <c:pt idx="1189">
                  <c:v>0.0198582128873</c:v>
                </c:pt>
                <c:pt idx="1190">
                  <c:v>0.0198198628212</c:v>
                </c:pt>
                <c:pt idx="1191">
                  <c:v>0.0197816737494</c:v>
                </c:pt>
                <c:pt idx="1192">
                  <c:v>0.0197436403942</c:v>
                </c:pt>
                <c:pt idx="1193">
                  <c:v>0.0197057573131</c:v>
                </c:pt>
                <c:pt idx="1194">
                  <c:v>0.0196680189025</c:v>
                </c:pt>
                <c:pt idx="1195">
                  <c:v>0.0196304194015</c:v>
                </c:pt>
                <c:pt idx="1196">
                  <c:v>0.0195929528972</c:v>
                </c:pt>
                <c:pt idx="1197">
                  <c:v>0.0195556133301</c:v>
                </c:pt>
                <c:pt idx="1198">
                  <c:v>0.0195183944998</c:v>
                </c:pt>
                <c:pt idx="1199">
                  <c:v>0.0194812900722</c:v>
                </c:pt>
                <c:pt idx="1200">
                  <c:v>0.0194442935867</c:v>
                </c:pt>
                <c:pt idx="1201">
                  <c:v>0.0194073984636</c:v>
                </c:pt>
                <c:pt idx="1202">
                  <c:v>0.019370598013</c:v>
                </c:pt>
                <c:pt idx="1203">
                  <c:v>0.0193338854436</c:v>
                </c:pt>
                <c:pt idx="1204">
                  <c:v>0.0192972538721</c:v>
                </c:pt>
                <c:pt idx="1205">
                  <c:v>0.0192606963332</c:v>
                </c:pt>
                <c:pt idx="1206">
                  <c:v>0.0192242057899</c:v>
                </c:pt>
                <c:pt idx="1207">
                  <c:v>0.0191877751447</c:v>
                </c:pt>
                <c:pt idx="1208">
                  <c:v>0.0191513972506</c:v>
                </c:pt>
                <c:pt idx="1209">
                  <c:v>0.0191150649226</c:v>
                </c:pt>
                <c:pt idx="1210">
                  <c:v>0.0190787709504</c:v>
                </c:pt>
                <c:pt idx="1211">
                  <c:v>0.0190425081101</c:v>
                </c:pt>
                <c:pt idx="1212">
                  <c:v>0.0190062691773</c:v>
                </c:pt>
                <c:pt idx="1213">
                  <c:v>0.0189700469398</c:v>
                </c:pt>
                <c:pt idx="1214">
                  <c:v>0.0189338342109</c:v>
                </c:pt>
                <c:pt idx="1215">
                  <c:v>0.0188976238427</c:v>
                </c:pt>
                <c:pt idx="1216">
                  <c:v>0.0188614087397</c:v>
                </c:pt>
                <c:pt idx="1217">
                  <c:v>0.0188251818725</c:v>
                </c:pt>
                <c:pt idx="1218">
                  <c:v>0.0187889362916</c:v>
                </c:pt>
                <c:pt idx="1219">
                  <c:v>0.0187526651408</c:v>
                </c:pt>
                <c:pt idx="1220">
                  <c:v>0.0187163616717</c:v>
                </c:pt>
                <c:pt idx="1221">
                  <c:v>0.0186800192569</c:v>
                </c:pt>
                <c:pt idx="1222">
                  <c:v>0.0186436314042</c:v>
                </c:pt>
                <c:pt idx="1223">
                  <c:v>0.0186071917699</c:v>
                </c:pt>
                <c:pt idx="1224">
                  <c:v>0.0185706941726</c:v>
                </c:pt>
                <c:pt idx="1225">
                  <c:v>0.0185341326062</c:v>
                </c:pt>
                <c:pt idx="1226">
                  <c:v>0.0184975012533</c:v>
                </c:pt>
                <c:pt idx="1227">
                  <c:v>0.0184607944978</c:v>
                </c:pt>
                <c:pt idx="1228">
                  <c:v>0.0184240069377</c:v>
                </c:pt>
                <c:pt idx="1229">
                  <c:v>0.0183871333971</c:v>
                </c:pt>
                <c:pt idx="1230">
                  <c:v>0.018350168938</c:v>
                </c:pt>
                <c:pt idx="1231">
                  <c:v>0.0183131088719</c:v>
                </c:pt>
                <c:pt idx="1232">
                  <c:v>0.0182759487706</c:v>
                </c:pt>
                <c:pt idx="1233">
                  <c:v>0.0182386844766</c:v>
                </c:pt>
                <c:pt idx="1234">
                  <c:v>0.0182013121134</c:v>
                </c:pt>
                <c:pt idx="1235">
                  <c:v>0.0181638280941</c:v>
                </c:pt>
                <c:pt idx="1236">
                  <c:v>0.0181262291311</c:v>
                </c:pt>
                <c:pt idx="1237">
                  <c:v>0.0180885122434</c:v>
                </c:pt>
                <c:pt idx="1238">
                  <c:v>0.0180506747645</c:v>
                </c:pt>
                <c:pt idx="1239">
                  <c:v>0.0180127143491</c:v>
                </c:pt>
                <c:pt idx="1240">
                  <c:v>0.0179746289789</c:v>
                </c:pt>
                <c:pt idx="1241">
                  <c:v>0.0179364169684</c:v>
                </c:pt>
                <c:pt idx="1242">
                  <c:v>0.0178980769686</c:v>
                </c:pt>
                <c:pt idx="1243">
                  <c:v>0.0178596079715</c:v>
                </c:pt>
                <c:pt idx="1244">
                  <c:v>0.0178210093124</c:v>
                </c:pt>
                <c:pt idx="1245">
                  <c:v>0.0177822806725</c:v>
                </c:pt>
                <c:pt idx="1246">
                  <c:v>0.0177434220794</c:v>
                </c:pt>
                <c:pt idx="1247">
                  <c:v>0.0177044339083</c:v>
                </c:pt>
                <c:pt idx="1248">
                  <c:v>0.0176653168806</c:v>
                </c:pt>
                <c:pt idx="1249">
                  <c:v>0.0176260720633</c:v>
                </c:pt>
                <c:pt idx="1250">
                  <c:v>0.0175867008662</c:v>
                </c:pt>
                <c:pt idx="1251">
                  <c:v>0.0175472050392</c:v>
                </c:pt>
                <c:pt idx="1252">
                  <c:v>0.017507586668</c:v>
                </c:pt>
                <c:pt idx="1253">
                  <c:v>0.0174678481693</c:v>
                </c:pt>
                <c:pt idx="1254">
                  <c:v>0.0174279922855</c:v>
                </c:pt>
                <c:pt idx="1255">
                  <c:v>0.0173880220779</c:v>
                </c:pt>
                <c:pt idx="1256">
                  <c:v>0.0173479409192</c:v>
                </c:pt>
                <c:pt idx="1257">
                  <c:v>0.0173077524862</c:v>
                </c:pt>
                <c:pt idx="1258">
                  <c:v>0.0172674607502</c:v>
                </c:pt>
                <c:pt idx="1259">
                  <c:v>0.017227069968</c:v>
                </c:pt>
                <c:pt idx="1260">
                  <c:v>0.0171865846714</c:v>
                </c:pt>
                <c:pt idx="1261">
                  <c:v>0.0171460096569</c:v>
                </c:pt>
                <c:pt idx="1262">
                  <c:v>0.0171053499733</c:v>
                </c:pt>
                <c:pt idx="1263">
                  <c:v>0.0170646109107</c:v>
                </c:pt>
                <c:pt idx="1264">
                  <c:v>0.0170237979872</c:v>
                </c:pt>
                <c:pt idx="1265">
                  <c:v>0.0169829169366</c:v>
                </c:pt>
                <c:pt idx="1266">
                  <c:v>0.0169419736942</c:v>
                </c:pt>
                <c:pt idx="1267">
                  <c:v>0.0169009743836</c:v>
                </c:pt>
                <c:pt idx="1268">
                  <c:v>0.0168599253024</c:v>
                </c:pt>
                <c:pt idx="1269">
                  <c:v>0.0168188329077</c:v>
                </c:pt>
                <c:pt idx="1270">
                  <c:v>0.0167777038014</c:v>
                </c:pt>
                <c:pt idx="1271">
                  <c:v>0.0167365447158</c:v>
                </c:pt>
                <c:pt idx="1272">
                  <c:v>0.0166953624983</c:v>
                </c:pt>
                <c:pt idx="1273">
                  <c:v>0.0166541640966</c:v>
                </c:pt>
                <c:pt idx="1274">
                  <c:v>0.0166129565437</c:v>
                </c:pt>
                <c:pt idx="1275">
                  <c:v>0.016571746943</c:v>
                </c:pt>
                <c:pt idx="1276">
                  <c:v>0.0165305424533</c:v>
                </c:pt>
                <c:pt idx="1277">
                  <c:v>0.0164893502744</c:v>
                </c:pt>
                <c:pt idx="1278">
                  <c:v>0.0164481776321</c:v>
                </c:pt>
                <c:pt idx="1279">
                  <c:v>0.0164070317644</c:v>
                </c:pt>
                <c:pt idx="1280">
                  <c:v>0.0163659199072</c:v>
                </c:pt>
                <c:pt idx="1281">
                  <c:v>0.0163248492808</c:v>
                </c:pt>
                <c:pt idx="1282">
                  <c:v>0.0162838270762</c:v>
                </c:pt>
                <c:pt idx="1283">
                  <c:v>0.0162428604424</c:v>
                </c:pt>
                <c:pt idx="1284">
                  <c:v>0.0162019564741</c:v>
                </c:pt>
                <c:pt idx="1285">
                  <c:v>0.016161122199</c:v>
                </c:pt>
                <c:pt idx="1286">
                  <c:v>0.0161203645667</c:v>
                </c:pt>
                <c:pt idx="1287">
                  <c:v>0.0160796904376</c:v>
                </c:pt>
                <c:pt idx="1288">
                  <c:v>0.0160391065721</c:v>
                </c:pt>
                <c:pt idx="1289">
                  <c:v>0.0159986196205</c:v>
                </c:pt>
                <c:pt idx="1290">
                  <c:v>0.0159582361142</c:v>
                </c:pt>
                <c:pt idx="1291">
                  <c:v>0.015917962456</c:v>
                </c:pt>
                <c:pt idx="1292">
                  <c:v>0.0158778049124</c:v>
                </c:pt>
                <c:pt idx="1293">
                  <c:v>0.0158377696056</c:v>
                </c:pt>
                <c:pt idx="1294">
                  <c:v>0.0157978625069</c:v>
                </c:pt>
                <c:pt idx="1295">
                  <c:v>0.0157580894295</c:v>
                </c:pt>
                <c:pt idx="1296">
                  <c:v>0.0157184560234</c:v>
                </c:pt>
                <c:pt idx="1297">
                  <c:v>0.0156789677694</c:v>
                </c:pt>
                <c:pt idx="1298">
                  <c:v>0.0156396299752</c:v>
                </c:pt>
                <c:pt idx="1299">
                  <c:v>0.0156004477708</c:v>
                </c:pt>
                <c:pt idx="1300">
                  <c:v>0.0155614261052</c:v>
                </c:pt>
                <c:pt idx="1301">
                  <c:v>0.0155225697436</c:v>
                </c:pt>
                <c:pt idx="1302">
                  <c:v>0.0154838832649</c:v>
                </c:pt>
                <c:pt idx="1303">
                  <c:v>0.0154453710599</c:v>
                </c:pt>
                <c:pt idx="1304">
                  <c:v>0.0154070373304</c:v>
                </c:pt>
                <c:pt idx="1305">
                  <c:v>0.0153688860879</c:v>
                </c:pt>
                <c:pt idx="1306">
                  <c:v>0.0153309211538</c:v>
                </c:pt>
                <c:pt idx="1307">
                  <c:v>0.0152931461596</c:v>
                </c:pt>
                <c:pt idx="1308">
                  <c:v>0.0152555645475</c:v>
                </c:pt>
                <c:pt idx="1309">
                  <c:v>0.0152181795714</c:v>
                </c:pt>
                <c:pt idx="1310">
                  <c:v>0.0151809942989</c:v>
                </c:pt>
                <c:pt idx="1311">
                  <c:v>0.0151440116129</c:v>
                </c:pt>
                <c:pt idx="1312">
                  <c:v>0.0151072342142</c:v>
                </c:pt>
                <c:pt idx="1313">
                  <c:v>0.015070664624</c:v>
                </c:pt>
                <c:pt idx="1314">
                  <c:v>0.0150343051871</c:v>
                </c:pt>
                <c:pt idx="1315">
                  <c:v>0.0149981580751</c:v>
                </c:pt>
                <c:pt idx="1316">
                  <c:v>0.0149622252901</c:v>
                </c:pt>
                <c:pt idx="1317">
                  <c:v>0.0149265086686</c:v>
                </c:pt>
                <c:pt idx="1318">
                  <c:v>0.0148910098857</c:v>
                </c:pt>
                <c:pt idx="1319">
                  <c:v>0.0148557304593</c:v>
                </c:pt>
                <c:pt idx="1320">
                  <c:v>0.0148206717546</c:v>
                </c:pt>
                <c:pt idx="1321">
                  <c:v>0.014785834989</c:v>
                </c:pt>
                <c:pt idx="1322">
                  <c:v>0.0147512212368</c:v>
                </c:pt>
                <c:pt idx="1323">
                  <c:v>0.0147168314343</c:v>
                </c:pt>
                <c:pt idx="1324">
                  <c:v>0.0146826663846</c:v>
                </c:pt>
                <c:pt idx="1325">
                  <c:v>0.0146487267631</c:v>
                </c:pt>
                <c:pt idx="1326">
                  <c:v>0.0146150131226</c:v>
                </c:pt>
                <c:pt idx="1327">
                  <c:v>0.0145815258984</c:v>
                </c:pt>
                <c:pt idx="1328">
                  <c:v>0.014548265414</c:v>
                </c:pt>
                <c:pt idx="1329">
                  <c:v>0.0145152318857</c:v>
                </c:pt>
                <c:pt idx="1330">
                  <c:v>0.0144824254288</c:v>
                </c:pt>
                <c:pt idx="1331">
                  <c:v>0.0144498460618</c:v>
                </c:pt>
                <c:pt idx="1332">
                  <c:v>0.0144174937126</c:v>
                </c:pt>
                <c:pt idx="1333">
                  <c:v>0.014385368223</c:v>
                </c:pt>
                <c:pt idx="1334">
                  <c:v>0.014353469354</c:v>
                </c:pt>
                <c:pt idx="1335">
                  <c:v>0.0143217967905</c:v>
                </c:pt>
                <c:pt idx="1336">
                  <c:v>0.0142903501467</c:v>
                </c:pt>
                <c:pt idx="1337">
                  <c:v>0.0142591289703</c:v>
                </c:pt>
                <c:pt idx="1338">
                  <c:v>0.0142281327475</c:v>
                </c:pt>
                <c:pt idx="1339">
                  <c:v>0.0141973609071</c:v>
                </c:pt>
                <c:pt idx="1340">
                  <c:v>0.0141668128251</c:v>
                </c:pt>
                <c:pt idx="1341">
                  <c:v>0.0141364878291</c:v>
                </c:pt>
                <c:pt idx="1342">
                  <c:v>0.0141063852017</c:v>
                </c:pt>
                <c:pt idx="1343">
                  <c:v>0.0140765041849</c:v>
                </c:pt>
                <c:pt idx="1344">
                  <c:v>0.0140468439832</c:v>
                </c:pt>
                <c:pt idx="1345">
                  <c:v>0.0140174037679</c:v>
                </c:pt>
                <c:pt idx="1346">
                  <c:v>0.0139881826794</c:v>
                </c:pt>
                <c:pt idx="1347">
                  <c:v>0.013959179831</c:v>
                </c:pt>
                <c:pt idx="1348">
                  <c:v>0.0139303943118</c:v>
                </c:pt>
                <c:pt idx="1349">
                  <c:v>0.0139018251888</c:v>
                </c:pt>
                <c:pt idx="1350">
                  <c:v>0.0138734715101</c:v>
                </c:pt>
                <c:pt idx="1351">
                  <c:v>0.0138453323067</c:v>
                </c:pt>
                <c:pt idx="1352">
                  <c:v>0.0138174065951</c:v>
                </c:pt>
                <c:pt idx="1353">
                  <c:v>0.0137896933788</c:v>
                </c:pt>
                <c:pt idx="1354">
                  <c:v>0.0137621916501</c:v>
                </c:pt>
                <c:pt idx="1355">
                  <c:v>0.013734900392</c:v>
                </c:pt>
                <c:pt idx="1356">
                  <c:v>0.013707818579</c:v>
                </c:pt>
                <c:pt idx="1357">
                  <c:v>0.0136809451787</c:v>
                </c:pt>
                <c:pt idx="1358">
                  <c:v>0.0136542791523</c:v>
                </c:pt>
                <c:pt idx="1359">
                  <c:v>0.0136278194561</c:v>
                </c:pt>
                <c:pt idx="1360">
                  <c:v>0.0136015650415</c:v>
                </c:pt>
                <c:pt idx="1361">
                  <c:v>0.0135755148556</c:v>
                </c:pt>
                <c:pt idx="1362">
                  <c:v>0.0135496678417</c:v>
                </c:pt>
                <c:pt idx="1363">
                  <c:v>0.0135240229391</c:v>
                </c:pt>
                <c:pt idx="1364">
                  <c:v>0.0134985790834</c:v>
                </c:pt>
                <c:pt idx="1365">
                  <c:v>0.0134733352063</c:v>
                </c:pt>
                <c:pt idx="1366">
                  <c:v>0.0134482902349</c:v>
                </c:pt>
                <c:pt idx="1367">
                  <c:v>0.0134234430918</c:v>
                </c:pt>
                <c:pt idx="1368">
                  <c:v>0.013398792694</c:v>
                </c:pt>
                <c:pt idx="1369">
                  <c:v>0.0133743379528</c:v>
                </c:pt>
                <c:pt idx="1370">
                  <c:v>0.0133500777725</c:v>
                </c:pt>
                <c:pt idx="1371">
                  <c:v>0.0133260110497</c:v>
                </c:pt>
                <c:pt idx="1372">
                  <c:v>0.0133021366723</c:v>
                </c:pt>
                <c:pt idx="1373">
                  <c:v>0.0132784535184</c:v>
                </c:pt>
                <c:pt idx="1374">
                  <c:v>0.013254960455</c:v>
                </c:pt>
                <c:pt idx="1375">
                  <c:v>0.013231656337</c:v>
                </c:pt>
                <c:pt idx="1376">
                  <c:v>0.0132085400056</c:v>
                </c:pt>
                <c:pt idx="1377">
                  <c:v>0.0131856102871</c:v>
                </c:pt>
                <c:pt idx="1378">
                  <c:v>0.0131628659913</c:v>
                </c:pt>
                <c:pt idx="1379">
                  <c:v>0.0131403059103</c:v>
                </c:pt>
                <c:pt idx="1380">
                  <c:v>0.0131179288164</c:v>
                </c:pt>
                <c:pt idx="1381">
                  <c:v>0.0130957334613</c:v>
                </c:pt>
                <c:pt idx="1382">
                  <c:v>0.0130737185739</c:v>
                </c:pt>
                <c:pt idx="1383">
                  <c:v>0.013051882859</c:v>
                </c:pt>
                <c:pt idx="1384">
                  <c:v>0.0130302249954</c:v>
                </c:pt>
                <c:pt idx="1385">
                  <c:v>0.0130087436348</c:v>
                </c:pt>
                <c:pt idx="1386">
                  <c:v>0.0129874373995</c:v>
                </c:pt>
                <c:pt idx="1387">
                  <c:v>0.0129663048813</c:v>
                </c:pt>
                <c:pt idx="1388">
                  <c:v>0.0129453446398</c:v>
                </c:pt>
                <c:pt idx="1389">
                  <c:v>0.0129245552007</c:v>
                </c:pt>
                <c:pt idx="1390">
                  <c:v>0.0129039350543</c:v>
                </c:pt>
                <c:pt idx="1391">
                  <c:v>0.012883482654</c:v>
                </c:pt>
                <c:pt idx="1392">
                  <c:v>0.012863196415</c:v>
                </c:pt>
                <c:pt idx="1393">
                  <c:v>0.0128430747127</c:v>
                </c:pt>
                <c:pt idx="1394">
                  <c:v>0.0128231158813</c:v>
                </c:pt>
                <c:pt idx="1395">
                  <c:v>0.0128033182127</c:v>
                </c:pt>
                <c:pt idx="1396">
                  <c:v>0.0127836799552</c:v>
                </c:pt>
                <c:pt idx="1397">
                  <c:v>0.0127641993124</c:v>
                </c:pt>
                <c:pt idx="1398">
                  <c:v>0.012744874442</c:v>
                </c:pt>
                <c:pt idx="1399">
                  <c:v>0.0127257034549</c:v>
                </c:pt>
                <c:pt idx="1400">
                  <c:v>0.0127066844143</c:v>
                </c:pt>
                <c:pt idx="1401">
                  <c:v>0.0126878153352</c:v>
                </c:pt>
                <c:pt idx="1402">
                  <c:v>0.0126690941832</c:v>
                </c:pt>
                <c:pt idx="1403">
                  <c:v>0.0126505188744</c:v>
                </c:pt>
                <c:pt idx="1404">
                  <c:v>0.0126320872745</c:v>
                </c:pt>
                <c:pt idx="1405">
                  <c:v>0.0126137971992</c:v>
                </c:pt>
                <c:pt idx="1406">
                  <c:v>0.012595646413</c:v>
                </c:pt>
                <c:pt idx="1407">
                  <c:v>0.01257763263</c:v>
                </c:pt>
                <c:pt idx="1408">
                  <c:v>0.0125597535135</c:v>
                </c:pt>
                <c:pt idx="1409">
                  <c:v>0.0125420066763</c:v>
                </c:pt>
                <c:pt idx="1410">
                  <c:v>0.0125243896811</c:v>
                </c:pt>
                <c:pt idx="1411">
                  <c:v>0.012506900041</c:v>
                </c:pt>
                <c:pt idx="1412">
                  <c:v>0.0124895352199</c:v>
                </c:pt>
                <c:pt idx="1413">
                  <c:v>0.0124722926336</c:v>
                </c:pt>
                <c:pt idx="1414">
                  <c:v>0.0124551696503</c:v>
                </c:pt>
                <c:pt idx="1415">
                  <c:v>0.0124381635923</c:v>
                </c:pt>
                <c:pt idx="1416">
                  <c:v>0.0124212717366</c:v>
                </c:pt>
                <c:pt idx="1417">
                  <c:v>0.0124044913167</c:v>
                </c:pt>
                <c:pt idx="1418">
                  <c:v>0.0123878195239</c:v>
                </c:pt>
                <c:pt idx="1419">
                  <c:v>0.0123712535092</c:v>
                </c:pt>
                <c:pt idx="1420">
                  <c:v>0.0123547903847</c:v>
                </c:pt>
                <c:pt idx="1421">
                  <c:v>0.0123384272262</c:v>
                </c:pt>
                <c:pt idx="1422">
                  <c:v>0.0123221610749</c:v>
                </c:pt>
                <c:pt idx="1423">
                  <c:v>0.0123059889396</c:v>
                </c:pt>
                <c:pt idx="1424">
                  <c:v>0.0122899077993</c:v>
                </c:pt>
                <c:pt idx="1425">
                  <c:v>0.0122739146059</c:v>
                </c:pt>
                <c:pt idx="1426">
                  <c:v>0.0122580062861</c:v>
                </c:pt>
                <c:pt idx="1427">
                  <c:v>0.0122421797451</c:v>
                </c:pt>
                <c:pt idx="1428">
                  <c:v>0.0122264318688</c:v>
                </c:pt>
                <c:pt idx="1429">
                  <c:v>0.0122107595268</c:v>
                </c:pt>
                <c:pt idx="1430">
                  <c:v>0.012195159576</c:v>
                </c:pt>
                <c:pt idx="1431">
                  <c:v>0.0121796288631</c:v>
                </c:pt>
                <c:pt idx="1432">
                  <c:v>0.012164164228</c:v>
                </c:pt>
                <c:pt idx="1433">
                  <c:v>0.0121487625075</c:v>
                </c:pt>
                <c:pt idx="1434">
                  <c:v>0.0121334205379</c:v>
                </c:pt>
                <c:pt idx="1435">
                  <c:v>0.0121181351589</c:v>
                </c:pt>
                <c:pt idx="1436">
                  <c:v>0.012102903217</c:v>
                </c:pt>
                <c:pt idx="1437">
                  <c:v>0.0120877215685</c:v>
                </c:pt>
                <c:pt idx="1438">
                  <c:v>0.0120725870836</c:v>
                </c:pt>
                <c:pt idx="1439">
                  <c:v>0.012057496649</c:v>
                </c:pt>
                <c:pt idx="1440">
                  <c:v>0.0120424471722</c:v>
                </c:pt>
                <c:pt idx="1441">
                  <c:v>0.0120274355844</c:v>
                </c:pt>
                <c:pt idx="1442">
                  <c:v>0.0120124588438</c:v>
                </c:pt>
                <c:pt idx="1443">
                  <c:v>0.0119975139392</c:v>
                </c:pt>
                <c:pt idx="1444">
                  <c:v>0.0119825978934</c:v>
                </c:pt>
                <c:pt idx="1445">
                  <c:v>0.0119677077659</c:v>
                </c:pt>
                <c:pt idx="1446">
                  <c:v>0.0119528406565</c:v>
                </c:pt>
                <c:pt idx="1447">
                  <c:v>0.0119379937083</c:v>
                </c:pt>
                <c:pt idx="1448">
                  <c:v>0.0119231641103</c:v>
                </c:pt>
                <c:pt idx="1449">
                  <c:v>0.0119083491009</c:v>
                </c:pt>
                <c:pt idx="1450">
                  <c:v>0.0118935459702</c:v>
                </c:pt>
                <c:pt idx="1451">
                  <c:v>0.0118787520629</c:v>
                </c:pt>
                <c:pt idx="1452">
                  <c:v>0.0118639647807</c:v>
                </c:pt>
                <c:pt idx="1453">
                  <c:v>0.011849181585</c:v>
                </c:pt>
                <c:pt idx="1454">
                  <c:v>0.0118343999991</c:v>
                </c:pt>
                <c:pt idx="1455">
                  <c:v>0.0118196176102</c:v>
                </c:pt>
                <c:pt idx="1456">
                  <c:v>0.0118048320718</c:v>
                </c:pt>
                <c:pt idx="1457">
                  <c:v>0.0117900411057</c:v>
                </c:pt>
                <c:pt idx="1458">
                  <c:v>0.0117752425034</c:v>
                </c:pt>
                <c:pt idx="1459">
                  <c:v>0.0117604341283</c:v>
                </c:pt>
                <c:pt idx="1460">
                  <c:v>0.0117456139169</c:v>
                </c:pt>
                <c:pt idx="1461">
                  <c:v>0.0117307798807</c:v>
                </c:pt>
                <c:pt idx="1462">
                  <c:v>0.0117159301071</c:v>
                </c:pt>
                <c:pt idx="1463">
                  <c:v>0.0117010627607</c:v>
                </c:pt>
                <c:pt idx="1464">
                  <c:v>0.011686176085</c:v>
                </c:pt>
                <c:pt idx="1465">
                  <c:v>0.0116712684025</c:v>
                </c:pt>
                <c:pt idx="1466">
                  <c:v>0.0116563381162</c:v>
                </c:pt>
                <c:pt idx="1467">
                  <c:v>0.0116413837103</c:v>
                </c:pt>
                <c:pt idx="1468">
                  <c:v>0.0116264037509</c:v>
                </c:pt>
                <c:pt idx="1469">
                  <c:v>0.0116113968864</c:v>
                </c:pt>
                <c:pt idx="1470">
                  <c:v>0.0115963618483</c:v>
                </c:pt>
                <c:pt idx="1471">
                  <c:v>0.0115812974513</c:v>
                </c:pt>
                <c:pt idx="1472">
                  <c:v>0.0115662025942</c:v>
                </c:pt>
                <c:pt idx="1473">
                  <c:v>0.0115510762596</c:v>
                </c:pt>
                <c:pt idx="1474">
                  <c:v>0.0115359175143</c:v>
                </c:pt>
                <c:pt idx="1475">
                  <c:v>0.0115207255095</c:v>
                </c:pt>
                <c:pt idx="1476">
                  <c:v>0.011505499481</c:v>
                </c:pt>
                <c:pt idx="1477">
                  <c:v>0.0114902387486</c:v>
                </c:pt>
                <c:pt idx="1478">
                  <c:v>0.0114749427167</c:v>
                </c:pt>
                <c:pt idx="1479">
                  <c:v>0.011459610874</c:v>
                </c:pt>
                <c:pt idx="1480">
                  <c:v>0.011444242793</c:v>
                </c:pt>
                <c:pt idx="1481">
                  <c:v>0.01142883813</c:v>
                </c:pt>
                <c:pt idx="1482">
                  <c:v>0.0114133966248</c:v>
                </c:pt>
                <c:pt idx="1483">
                  <c:v>0.0113979181003</c:v>
                </c:pt>
                <c:pt idx="1484">
                  <c:v>0.0113824024619</c:v>
                </c:pt>
                <c:pt idx="1485">
                  <c:v>0.0113668496975</c:v>
                </c:pt>
                <c:pt idx="1486">
                  <c:v>0.0113512598761</c:v>
                </c:pt>
                <c:pt idx="1487">
                  <c:v>0.0113356331482</c:v>
                </c:pt>
                <c:pt idx="1488">
                  <c:v>0.0113199697442</c:v>
                </c:pt>
                <c:pt idx="1489">
                  <c:v>0.0113042699743</c:v>
                </c:pt>
                <c:pt idx="1490">
                  <c:v>0.0112885342274</c:v>
                </c:pt>
                <c:pt idx="1491">
                  <c:v>0.0112727629703</c:v>
                </c:pt>
                <c:pt idx="1492">
                  <c:v>0.0112569567464</c:v>
                </c:pt>
                <c:pt idx="1493">
                  <c:v>0.0112411161753</c:v>
                </c:pt>
                <c:pt idx="1494">
                  <c:v>0.0112252419511</c:v>
                </c:pt>
                <c:pt idx="1495">
                  <c:v>0.0112093348415</c:v>
                </c:pt>
                <c:pt idx="1496">
                  <c:v>0.0111933956864</c:v>
                </c:pt>
                <c:pt idx="1497">
                  <c:v>0.0111774253965</c:v>
                </c:pt>
                <c:pt idx="1498">
                  <c:v>0.0111614249518</c:v>
                </c:pt>
                <c:pt idx="1499">
                  <c:v>0.0111453954002</c:v>
                </c:pt>
                <c:pt idx="1500">
                  <c:v>0.0111293378557</c:v>
                </c:pt>
                <c:pt idx="1501">
                  <c:v>0.0111132534966</c:v>
                </c:pt>
                <c:pt idx="1502">
                  <c:v>0.0110971435639</c:v>
                </c:pt>
                <c:pt idx="1503">
                  <c:v>0.011081009359</c:v>
                </c:pt>
                <c:pt idx="1504">
                  <c:v>0.011064852242</c:v>
                </c:pt>
                <c:pt idx="1505">
                  <c:v>0.0110486736293</c:v>
                </c:pt>
                <c:pt idx="1506">
                  <c:v>0.0110324749914</c:v>
                </c:pt>
                <c:pt idx="1507">
                  <c:v>0.0110162578507</c:v>
                </c:pt>
                <c:pt idx="1508">
                  <c:v>0.0110000237789</c:v>
                </c:pt>
                <c:pt idx="1509">
                  <c:v>0.0109837743948</c:v>
                </c:pt>
                <c:pt idx="1510">
                  <c:v>0.0109675113612</c:v>
                </c:pt>
                <c:pt idx="1511">
                  <c:v>0.0109512363825</c:v>
                </c:pt>
                <c:pt idx="1512">
                  <c:v>0.0109349512019</c:v>
                </c:pt>
                <c:pt idx="1513">
                  <c:v>0.0109186575985</c:v>
                </c:pt>
                <c:pt idx="1514">
                  <c:v>0.0109023573844</c:v>
                </c:pt>
                <c:pt idx="1515">
                  <c:v>0.0108860524015</c:v>
                </c:pt>
                <c:pt idx="1516">
                  <c:v>0.0108697445187</c:v>
                </c:pt>
                <c:pt idx="1517">
                  <c:v>0.0108534356283</c:v>
                </c:pt>
                <c:pt idx="1518">
                  <c:v>0.0108371276435</c:v>
                </c:pt>
                <c:pt idx="1519">
                  <c:v>0.0108208224943</c:v>
                </c:pt>
                <c:pt idx="1520">
                  <c:v>0.010804522125</c:v>
                </c:pt>
                <c:pt idx="1521">
                  <c:v>0.01078822849</c:v>
                </c:pt>
                <c:pt idx="1522">
                  <c:v>0.0107719435512</c:v>
                </c:pt>
                <c:pt idx="1523">
                  <c:v>0.0107556692742</c:v>
                </c:pt>
                <c:pt idx="1524">
                  <c:v>0.0107394076247</c:v>
                </c:pt>
                <c:pt idx="1525">
                  <c:v>0.0107231605653</c:v>
                </c:pt>
                <c:pt idx="1526">
                  <c:v>0.0107069300522</c:v>
                </c:pt>
                <c:pt idx="1527">
                  <c:v>0.0106907180311</c:v>
                </c:pt>
                <c:pt idx="1528">
                  <c:v>0.0106745264344</c:v>
                </c:pt>
                <c:pt idx="1529">
                  <c:v>0.0106583571774</c:v>
                </c:pt>
                <c:pt idx="1530">
                  <c:v>0.0106422121548</c:v>
                </c:pt>
                <c:pt idx="1531">
                  <c:v>0.0106260932376</c:v>
                </c:pt>
                <c:pt idx="1532">
                  <c:v>0.0106100022693</c:v>
                </c:pt>
                <c:pt idx="1533">
                  <c:v>0.010593941063</c:v>
                </c:pt>
                <c:pt idx="1534">
                  <c:v>0.0105779113978</c:v>
                </c:pt>
                <c:pt idx="1535">
                  <c:v>0.0105619150154</c:v>
                </c:pt>
                <c:pt idx="1536">
                  <c:v>0.0105459536176</c:v>
                </c:pt>
                <c:pt idx="1537">
                  <c:v>0.0105300288622</c:v>
                </c:pt>
                <c:pt idx="1538">
                  <c:v>0.0105141423608</c:v>
                </c:pt>
                <c:pt idx="1539">
                  <c:v>0.0104982956754</c:v>
                </c:pt>
                <c:pt idx="1540">
                  <c:v>0.0104824903156</c:v>
                </c:pt>
                <c:pt idx="1541">
                  <c:v>0.0104667277358</c:v>
                </c:pt>
                <c:pt idx="1542">
                  <c:v>0.0104510093325</c:v>
                </c:pt>
                <c:pt idx="1543">
                  <c:v>0.0104353364418</c:v>
                </c:pt>
                <c:pt idx="1544">
                  <c:v>0.0104197103366</c:v>
                </c:pt>
                <c:pt idx="1545">
                  <c:v>0.0104041322248</c:v>
                </c:pt>
                <c:pt idx="1546">
                  <c:v>0.0103886032464</c:v>
                </c:pt>
                <c:pt idx="1547">
                  <c:v>0.0103731244718</c:v>
                </c:pt>
                <c:pt idx="1548">
                  <c:v>0.0103576968995</c:v>
                </c:pt>
                <c:pt idx="1549">
                  <c:v>0.0103423214547</c:v>
                </c:pt>
                <c:pt idx="1550">
                  <c:v>0.010326998987</c:v>
                </c:pt>
                <c:pt idx="1551">
                  <c:v>0.010311730269</c:v>
                </c:pt>
                <c:pt idx="1552">
                  <c:v>0.0102965159953</c:v>
                </c:pt>
                <c:pt idx="1553">
                  <c:v>0.0102813567804</c:v>
                </c:pt>
                <c:pt idx="1554">
                  <c:v>0.0102662531581</c:v>
                </c:pt>
                <c:pt idx="1555">
                  <c:v>0.0102512055804</c:v>
                </c:pt>
                <c:pt idx="1556">
                  <c:v>0.0102362144166</c:v>
                </c:pt>
                <c:pt idx="1557">
                  <c:v>0.0102212799525</c:v>
                </c:pt>
                <c:pt idx="1558">
                  <c:v>0.0102064023902</c:v>
                </c:pt>
                <c:pt idx="1559">
                  <c:v>0.0101915818472</c:v>
                </c:pt>
                <c:pt idx="1560">
                  <c:v>0.0101768183568</c:v>
                </c:pt>
                <c:pt idx="1561">
                  <c:v>0.0101621118675</c:v>
                </c:pt>
                <c:pt idx="1562">
                  <c:v>0.0101474622434</c:v>
                </c:pt>
                <c:pt idx="1563">
                  <c:v>0.0101328692645</c:v>
                </c:pt>
                <c:pt idx="1564">
                  <c:v>0.0101183326269</c:v>
                </c:pt>
                <c:pt idx="1565">
                  <c:v>0.0101038519434</c:v>
                </c:pt>
                <c:pt idx="1566">
                  <c:v>0.0100894267446</c:v>
                </c:pt>
                <c:pt idx="1567">
                  <c:v>0.0100750564793</c:v>
                </c:pt>
                <c:pt idx="1568">
                  <c:v>0.0100607405158</c:v>
                </c:pt>
                <c:pt idx="1569">
                  <c:v>0.0100464781432</c:v>
                </c:pt>
                <c:pt idx="1570">
                  <c:v>0.0100322685725</c:v>
                </c:pt>
                <c:pt idx="1571">
                  <c:v>0.0100181109383</c:v>
                </c:pt>
                <c:pt idx="1572">
                  <c:v>0.0100040043001</c:v>
                </c:pt>
                <c:pt idx="1573">
                  <c:v>0.00998994764482</c:v>
                </c:pt>
                <c:pt idx="1574">
                  <c:v>0.00997593988774</c:v>
                </c:pt>
                <c:pt idx="1575">
                  <c:v>0.00996197987531</c:v>
                </c:pt>
                <c:pt idx="1576">
                  <c:v>0.009948066387</c:v>
                </c:pt>
                <c:pt idx="1577">
                  <c:v>0.00993419813771</c:v>
                </c:pt>
                <c:pt idx="1578">
                  <c:v>0.00992037378015</c:v>
                </c:pt>
                <c:pt idx="1579">
                  <c:v>0.00990659190745</c:v>
                </c:pt>
                <c:pt idx="1580">
                  <c:v>0.00989285105581</c:v>
                </c:pt>
                <c:pt idx="1581">
                  <c:v>0.00987914970723</c:v>
                </c:pt>
                <c:pt idx="1582">
                  <c:v>0.0098654862925</c:v>
                </c:pt>
                <c:pt idx="1583">
                  <c:v>0.00985185919407</c:v>
                </c:pt>
                <c:pt idx="1584">
                  <c:v>0.00983826674921</c:v>
                </c:pt>
                <c:pt idx="1585">
                  <c:v>0.00982470725314</c:v>
                </c:pt>
                <c:pt idx="1586">
                  <c:v>0.0098111789623</c:v>
                </c:pt>
                <c:pt idx="1587">
                  <c:v>0.00979768009767</c:v>
                </c:pt>
                <c:pt idx="1588">
                  <c:v>0.00978420884819</c:v>
                </c:pt>
                <c:pt idx="1589">
                  <c:v>0.0097707633742</c:v>
                </c:pt>
                <c:pt idx="1590">
                  <c:v>0.00975734181103</c:v>
                </c:pt>
                <c:pt idx="1591">
                  <c:v>0.00974394227253</c:v>
                </c:pt>
                <c:pt idx="1592">
                  <c:v>0.00973056285472</c:v>
                </c:pt>
                <c:pt idx="1593">
                  <c:v>0.00971720163949</c:v>
                </c:pt>
                <c:pt idx="1594">
                  <c:v>0.00970385669827</c:v>
                </c:pt>
                <c:pt idx="1595">
                  <c:v>0.0096905260958</c:v>
                </c:pt>
                <c:pt idx="1596">
                  <c:v>0.00967720789389</c:v>
                </c:pt>
                <c:pt idx="1597">
                  <c:v>0.00966390015515</c:v>
                </c:pt>
                <c:pt idx="1598">
                  <c:v>0.00965060094682</c:v>
                </c:pt>
                <c:pt idx="1599">
                  <c:v>0.00963730834449</c:v>
                </c:pt>
                <c:pt idx="1600">
                  <c:v>0.0096240204359</c:v>
                </c:pt>
                <c:pt idx="1601">
                  <c:v>0.00961073532468</c:v>
                </c:pt>
                <c:pt idx="1602">
                  <c:v>0.00959745113407</c:v>
                </c:pt>
                <c:pt idx="1603">
                  <c:v>0.00958416601057</c:v>
                </c:pt>
                <c:pt idx="1604">
                  <c:v>0.00957087812762</c:v>
                </c:pt>
                <c:pt idx="1605">
                  <c:v>0.0095575856892</c:v>
                </c:pt>
                <c:pt idx="1606">
                  <c:v>0.00954428693331</c:v>
                </c:pt>
                <c:pt idx="1607">
                  <c:v>0.00953098013548</c:v>
                </c:pt>
                <c:pt idx="1608">
                  <c:v>0.00951766361212</c:v>
                </c:pt>
                <c:pt idx="1609">
                  <c:v>0.00950433572384</c:v>
                </c:pt>
                <c:pt idx="1610">
                  <c:v>0.00949099487865</c:v>
                </c:pt>
                <c:pt idx="1611">
                  <c:v>0.00947763953505</c:v>
                </c:pt>
                <c:pt idx="1612">
                  <c:v>0.00946426820504</c:v>
                </c:pt>
                <c:pt idx="1613">
                  <c:v>0.00945087945697</c:v>
                </c:pt>
                <c:pt idx="1614">
                  <c:v>0.00943747191829</c:v>
                </c:pt>
                <c:pt idx="1615">
                  <c:v>0.00942404427816</c:v>
                </c:pt>
                <c:pt idx="1616">
                  <c:v>0.00941059528988</c:v>
                </c:pt>
                <c:pt idx="1617">
                  <c:v>0.00939712377327</c:v>
                </c:pt>
                <c:pt idx="1618">
                  <c:v>0.00938362861674</c:v>
                </c:pt>
                <c:pt idx="1619">
                  <c:v>0.00937010877932</c:v>
                </c:pt>
                <c:pt idx="1620">
                  <c:v>0.00935656329245</c:v>
                </c:pt>
                <c:pt idx="1621">
                  <c:v>0.00934299126164</c:v>
                </c:pt>
                <c:pt idx="1622">
                  <c:v>0.0093293918679</c:v>
                </c:pt>
                <c:pt idx="1623">
                  <c:v>0.00931576436901</c:v>
                </c:pt>
                <c:pt idx="1624">
                  <c:v>0.00930210810056</c:v>
                </c:pt>
                <c:pt idx="1625">
                  <c:v>0.00928842247687</c:v>
                </c:pt>
                <c:pt idx="1626">
                  <c:v>0.00927470699162</c:v>
                </c:pt>
                <c:pt idx="1627">
                  <c:v>0.00926096121832</c:v>
                </c:pt>
                <c:pt idx="1628">
                  <c:v>0.00924718481061</c:v>
                </c:pt>
                <c:pt idx="1629">
                  <c:v>0.00923337750226</c:v>
                </c:pt>
                <c:pt idx="1630">
                  <c:v>0.00921953910706</c:v>
                </c:pt>
                <c:pt idx="1631">
                  <c:v>0.00920566951847</c:v>
                </c:pt>
                <c:pt idx="1632">
                  <c:v>0.00919176870904</c:v>
                </c:pt>
                <c:pt idx="1633">
                  <c:v>0.00917783672965</c:v>
                </c:pt>
                <c:pt idx="1634">
                  <c:v>0.00916387370858</c:v>
                </c:pt>
                <c:pt idx="1635">
                  <c:v>0.00914987985035</c:v>
                </c:pt>
                <c:pt idx="1636">
                  <c:v>0.00913585543436</c:v>
                </c:pt>
                <c:pt idx="1637">
                  <c:v>0.00912180081337</c:v>
                </c:pt>
                <c:pt idx="1638">
                  <c:v>0.00910771641183</c:v>
                </c:pt>
                <c:pt idx="1639">
                  <c:v>0.00909360272396</c:v>
                </c:pt>
                <c:pt idx="1640">
                  <c:v>0.00907946031175</c:v>
                </c:pt>
                <c:pt idx="1641">
                  <c:v>0.00906528980274</c:v>
                </c:pt>
                <c:pt idx="1642">
                  <c:v>0.00905109188769</c:v>
                </c:pt>
                <c:pt idx="1643">
                  <c:v>0.00903686731814</c:v>
                </c:pt>
                <c:pt idx="1644">
                  <c:v>0.00902261690374</c:v>
                </c:pt>
                <c:pt idx="1645">
                  <c:v>0.0090083415096</c:v>
                </c:pt>
                <c:pt idx="1646">
                  <c:v>0.00899404205344</c:v>
                </c:pt>
                <c:pt idx="1647">
                  <c:v>0.00897971950266</c:v>
                </c:pt>
                <c:pt idx="1648">
                  <c:v>0.0089653748714</c:v>
                </c:pt>
                <c:pt idx="1649">
                  <c:v>0.00895100921738</c:v>
                </c:pt>
                <c:pt idx="1650">
                  <c:v>0.00893662363889</c:v>
                </c:pt>
                <c:pt idx="1651">
                  <c:v>0.0089222192715</c:v>
                </c:pt>
                <c:pt idx="1652">
                  <c:v>0.00890779728493</c:v>
                </c:pt>
                <c:pt idx="1653">
                  <c:v>0.00889335887982</c:v>
                </c:pt>
                <c:pt idx="1654">
                  <c:v>0.00887890528442</c:v>
                </c:pt>
                <c:pt idx="1655">
                  <c:v>0.00886443775142</c:v>
                </c:pt>
                <c:pt idx="1656">
                  <c:v>0.00884995755468</c:v>
                </c:pt>
                <c:pt idx="1657">
                  <c:v>0.00883546598601</c:v>
                </c:pt>
                <c:pt idx="1658">
                  <c:v>0.00882096435203</c:v>
                </c:pt>
                <c:pt idx="1659">
                  <c:v>0.00880645397098</c:v>
                </c:pt>
                <c:pt idx="1660">
                  <c:v>0.00879193616967</c:v>
                </c:pt>
                <c:pt idx="1661">
                  <c:v>0.00877741228045</c:v>
                </c:pt>
                <c:pt idx="1662">
                  <c:v>0.0087628836382</c:v>
                </c:pt>
                <c:pt idx="1663">
                  <c:v>0.00874835157753</c:v>
                </c:pt>
                <c:pt idx="1664">
                  <c:v>0.00873381742988</c:v>
                </c:pt>
                <c:pt idx="1665">
                  <c:v>0.00871928252088</c:v>
                </c:pt>
                <c:pt idx="1666">
                  <c:v>0.00870474816771</c:v>
                </c:pt>
                <c:pt idx="1667">
                  <c:v>0.00869021567657</c:v>
                </c:pt>
                <c:pt idx="1668">
                  <c:v>0.00867568634025</c:v>
                </c:pt>
                <c:pt idx="1669">
                  <c:v>0.00866116143587</c:v>
                </c:pt>
                <c:pt idx="1670">
                  <c:v>0.00864664222265</c:v>
                </c:pt>
                <c:pt idx="1671">
                  <c:v>0.00863212993982</c:v>
                </c:pt>
                <c:pt idx="1672">
                  <c:v>0.0086176258047</c:v>
                </c:pt>
                <c:pt idx="1673">
                  <c:v>0.00860313101081</c:v>
                </c:pt>
                <c:pt idx="1674">
                  <c:v>0.00858864672612</c:v>
                </c:pt>
                <c:pt idx="1675">
                  <c:v>0.00857417409153</c:v>
                </c:pt>
                <c:pt idx="1676">
                  <c:v>0.00855971421925</c:v>
                </c:pt>
                <c:pt idx="1677">
                  <c:v>0.00854526819154</c:v>
                </c:pt>
                <c:pt idx="1678">
                  <c:v>0.00853083705936</c:v>
                </c:pt>
                <c:pt idx="1679">
                  <c:v>0.00851642184128</c:v>
                </c:pt>
                <c:pt idx="1680">
                  <c:v>0.00850202352242</c:v>
                </c:pt>
                <c:pt idx="1681">
                  <c:v>0.0084876430535</c:v>
                </c:pt>
                <c:pt idx="1682">
                  <c:v>0.00847328135009</c:v>
                </c:pt>
                <c:pt idx="1683">
                  <c:v>0.00845893929182</c:v>
                </c:pt>
                <c:pt idx="1684">
                  <c:v>0.00844461772181</c:v>
                </c:pt>
                <c:pt idx="1685">
                  <c:v>0.00843031744614</c:v>
                </c:pt>
                <c:pt idx="1686">
                  <c:v>0.00841603923342</c:v>
                </c:pt>
                <c:pt idx="1687">
                  <c:v>0.00840178381448</c:v>
                </c:pt>
                <c:pt idx="1688">
                  <c:v>0.00838755188208</c:v>
                </c:pt>
                <c:pt idx="1689">
                  <c:v>0.00837334409076</c:v>
                </c:pt>
                <c:pt idx="1690">
                  <c:v>0.00835916105677</c:v>
                </c:pt>
                <c:pt idx="1691">
                  <c:v>0.00834500335802</c:v>
                </c:pt>
                <c:pt idx="1692">
                  <c:v>0.00833087153415</c:v>
                </c:pt>
                <c:pt idx="1693">
                  <c:v>0.00831676608663</c:v>
                </c:pt>
                <c:pt idx="1694">
                  <c:v>0.00830268747895</c:v>
                </c:pt>
                <c:pt idx="1695">
                  <c:v>0.00828863613685</c:v>
                </c:pt>
                <c:pt idx="1696">
                  <c:v>0.0082746124486</c:v>
                </c:pt>
                <c:pt idx="1697">
                  <c:v>0.00826061676533</c:v>
                </c:pt>
                <c:pt idx="1698">
                  <c:v>0.00824664940142</c:v>
                </c:pt>
                <c:pt idx="1699">
                  <c:v>0.00823271063491</c:v>
                </c:pt>
                <c:pt idx="1700">
                  <c:v>0.00821880070795</c:v>
                </c:pt>
                <c:pt idx="1701">
                  <c:v>0.0082049198273</c:v>
                </c:pt>
                <c:pt idx="1702">
                  <c:v>0.00819106816487</c:v>
                </c:pt>
                <c:pt idx="1703">
                  <c:v>0.00817724585822</c:v>
                </c:pt>
                <c:pt idx="1704">
                  <c:v>0.00816345301116</c:v>
                </c:pt>
                <c:pt idx="1705">
                  <c:v>0.00814968969438</c:v>
                </c:pt>
                <c:pt idx="1706">
                  <c:v>0.00813595594598</c:v>
                </c:pt>
                <c:pt idx="1707">
                  <c:v>0.00812225177218</c:v>
                </c:pt>
                <c:pt idx="1708">
                  <c:v>0.00810857714792</c:v>
                </c:pt>
                <c:pt idx="1709">
                  <c:v>0.00809493201755</c:v>
                </c:pt>
                <c:pt idx="1710">
                  <c:v>0.00808131629544</c:v>
                </c:pt>
                <c:pt idx="1711">
                  <c:v>0.00806772986672</c:v>
                </c:pt>
                <c:pt idx="1712">
                  <c:v>0.00805417258792</c:v>
                </c:pt>
                <c:pt idx="1713">
                  <c:v>0.00804064428767</c:v>
                </c:pt>
                <c:pt idx="1714">
                  <c:v>0.00802714476739</c:v>
                </c:pt>
                <c:pt idx="1715">
                  <c:v>0.00801367380195</c:v>
                </c:pt>
                <c:pt idx="1716">
                  <c:v>0.00800023114044</c:v>
                </c:pt>
                <c:pt idx="1717">
                  <c:v>0.00798681650678</c:v>
                </c:pt>
                <c:pt idx="1718">
                  <c:v>0.00797342960044</c:v>
                </c:pt>
                <c:pt idx="1719">
                  <c:v>0.00796007009717</c:v>
                </c:pt>
                <c:pt idx="1720">
                  <c:v>0.00794673764963</c:v>
                </c:pt>
                <c:pt idx="1721">
                  <c:v>0.00793343188811</c:v>
                </c:pt>
                <c:pt idx="1722">
                  <c:v>0.0079201524212</c:v>
                </c:pt>
                <c:pt idx="1723">
                  <c:v>0.00790689883649</c:v>
                </c:pt>
                <c:pt idx="1724">
                  <c:v>0.00789367070123</c:v>
                </c:pt>
                <c:pt idx="1725">
                  <c:v>0.00788046756299</c:v>
                </c:pt>
                <c:pt idx="1726">
                  <c:v>0.00786728895038</c:v>
                </c:pt>
                <c:pt idx="1727">
                  <c:v>0.00785413437365</c:v>
                </c:pt>
                <c:pt idx="1728">
                  <c:v>0.00784100332542</c:v>
                </c:pt>
                <c:pt idx="1729">
                  <c:v>0.00782789528127</c:v>
                </c:pt>
                <c:pt idx="1730">
                  <c:v>0.00781480970046</c:v>
                </c:pt>
                <c:pt idx="1731">
                  <c:v>0.00780174602656</c:v>
                </c:pt>
                <c:pt idx="1732">
                  <c:v>0.00778870368809</c:v>
                </c:pt>
                <c:pt idx="1733">
                  <c:v>0.00777568209917</c:v>
                </c:pt>
                <c:pt idx="1734">
                  <c:v>0.00776268066019</c:v>
                </c:pt>
                <c:pt idx="1735">
                  <c:v>0.00774969875845</c:v>
                </c:pt>
                <c:pt idx="1736">
                  <c:v>0.00773673576879</c:v>
                </c:pt>
                <c:pt idx="1737">
                  <c:v>0.00772379105423</c:v>
                </c:pt>
                <c:pt idx="1738">
                  <c:v>0.00771086396665</c:v>
                </c:pt>
                <c:pt idx="1739">
                  <c:v>0.00769795384741</c:v>
                </c:pt>
                <c:pt idx="1740">
                  <c:v>0.00768506002798</c:v>
                </c:pt>
                <c:pt idx="1741">
                  <c:v>0.00767218183062</c:v>
                </c:pt>
                <c:pt idx="1742">
                  <c:v>0.00765931856902</c:v>
                </c:pt>
                <c:pt idx="1743">
                  <c:v>0.00764646954892</c:v>
                </c:pt>
                <c:pt idx="1744">
                  <c:v>0.00763363406879</c:v>
                </c:pt>
                <c:pt idx="1745">
                  <c:v>0.00762081142051</c:v>
                </c:pt>
                <c:pt idx="1746">
                  <c:v>0.00760800088995</c:v>
                </c:pt>
                <c:pt idx="1747">
                  <c:v>0.00759520175771</c:v>
                </c:pt>
                <c:pt idx="1748">
                  <c:v>0.00758241329975</c:v>
                </c:pt>
                <c:pt idx="1749">
                  <c:v>0.00756963478805</c:v>
                </c:pt>
                <c:pt idx="1750">
                  <c:v>0.0075568654913</c:v>
                </c:pt>
                <c:pt idx="1751">
                  <c:v>0.00754410467556</c:v>
                </c:pt>
                <c:pt idx="1752">
                  <c:v>0.00753135160496</c:v>
                </c:pt>
                <c:pt idx="1753">
                  <c:v>0.00751860554237</c:v>
                </c:pt>
                <c:pt idx="1754">
                  <c:v>0.00750586575011</c:v>
                </c:pt>
                <c:pt idx="1755">
                  <c:v>0.00749313149062</c:v>
                </c:pt>
                <c:pt idx="1756">
                  <c:v>0.00748040202714</c:v>
                </c:pt>
                <c:pt idx="1757">
                  <c:v>0.0074676766245</c:v>
                </c:pt>
                <c:pt idx="1758">
                  <c:v>0.00745495454971</c:v>
                </c:pt>
                <c:pt idx="1759">
                  <c:v>0.00744223507277</c:v>
                </c:pt>
                <c:pt idx="1760">
                  <c:v>0.00742951746734</c:v>
                </c:pt>
                <c:pt idx="1761">
                  <c:v>0.00741680101145</c:v>
                </c:pt>
                <c:pt idx="1762">
                  <c:v>0.00740408498826</c:v>
                </c:pt>
                <c:pt idx="1763">
                  <c:v>0.00739136868677</c:v>
                </c:pt>
                <c:pt idx="1764">
                  <c:v>0.00737865140252</c:v>
                </c:pt>
                <c:pt idx="1765">
                  <c:v>0.00736593243838</c:v>
                </c:pt>
                <c:pt idx="1766">
                  <c:v>0.00735321110524</c:v>
                </c:pt>
                <c:pt idx="1767">
                  <c:v>0.00734048672275</c:v>
                </c:pt>
                <c:pt idx="1768">
                  <c:v>0.00732775862009</c:v>
                </c:pt>
                <c:pt idx="1769">
                  <c:v>0.00731502613666</c:v>
                </c:pt>
                <c:pt idx="1770">
                  <c:v>0.00730228862285</c:v>
                </c:pt>
                <c:pt idx="1771">
                  <c:v>0.00728954544077</c:v>
                </c:pt>
                <c:pt idx="1772">
                  <c:v>0.00727679596498</c:v>
                </c:pt>
                <c:pt idx="1773">
                  <c:v>0.00726403958321</c:v>
                </c:pt>
                <c:pt idx="1774">
                  <c:v>0.00725127569711</c:v>
                </c:pt>
                <c:pt idx="1775">
                  <c:v>0.00723850372297</c:v>
                </c:pt>
                <c:pt idx="1776">
                  <c:v>0.00722572309243</c:v>
                </c:pt>
                <c:pt idx="1777">
                  <c:v>0.00721293325321</c:v>
                </c:pt>
                <c:pt idx="1778">
                  <c:v>0.00720013366979</c:v>
                </c:pt>
                <c:pt idx="1779">
                  <c:v>0.00718732382416</c:v>
                </c:pt>
                <c:pt idx="1780">
                  <c:v>0.00717450321643</c:v>
                </c:pt>
                <c:pt idx="1781">
                  <c:v>0.00716167136561</c:v>
                </c:pt>
                <c:pt idx="1782">
                  <c:v>0.00714882781019</c:v>
                </c:pt>
                <c:pt idx="1783">
                  <c:v>0.00713597210888</c:v>
                </c:pt>
                <c:pt idx="1784">
                  <c:v>0.00712310384119</c:v>
                </c:pt>
                <c:pt idx="1785">
                  <c:v>0.00711022260809</c:v>
                </c:pt>
                <c:pt idx="1786">
                  <c:v>0.00709732803263</c:v>
                </c:pt>
                <c:pt idx="1787">
                  <c:v>0.00708441976055</c:v>
                </c:pt>
                <c:pt idx="1788">
                  <c:v>0.00707149746082</c:v>
                </c:pt>
                <c:pt idx="1789">
                  <c:v>0.00705856082628</c:v>
                </c:pt>
                <c:pt idx="1790">
                  <c:v>0.00704560957411</c:v>
                </c:pt>
                <c:pt idx="1791">
                  <c:v>0.00703264344641</c:v>
                </c:pt>
                <c:pt idx="1792">
                  <c:v>0.00701966221067</c:v>
                </c:pt>
                <c:pt idx="1793">
                  <c:v>0.00700666566028</c:v>
                </c:pt>
                <c:pt idx="1794">
                  <c:v>0.00699365361498</c:v>
                </c:pt>
                <c:pt idx="1795">
                  <c:v>0.00698062592129</c:v>
                </c:pt>
                <c:pt idx="1796">
                  <c:v>0.00696758245292</c:v>
                </c:pt>
                <c:pt idx="1797">
                  <c:v>0.00695452311117</c:v>
                </c:pt>
                <c:pt idx="1798">
                  <c:v>0.00694144782525</c:v>
                </c:pt>
                <c:pt idx="1799">
                  <c:v>0.00692835655265</c:v>
                </c:pt>
                <c:pt idx="1800">
                  <c:v>0.00691524927944</c:v>
                </c:pt>
                <c:pt idx="1801">
                  <c:v>0.0069021260205</c:v>
                </c:pt>
                <c:pt idx="1802">
                  <c:v>0.00688898681979</c:v>
                </c:pt>
                <c:pt idx="1803">
                  <c:v>0.00687583175059</c:v>
                </c:pt>
                <c:pt idx="1804">
                  <c:v>0.00686266091563</c:v>
                </c:pt>
                <c:pt idx="1805">
                  <c:v>0.00684947444726</c:v>
                </c:pt>
                <c:pt idx="1806">
                  <c:v>0.00683627250758</c:v>
                </c:pt>
                <c:pt idx="1807">
                  <c:v>0.00682305528852</c:v>
                </c:pt>
                <c:pt idx="1808">
                  <c:v>0.00680982301189</c:v>
                </c:pt>
                <c:pt idx="1809">
                  <c:v>0.00679657592939</c:v>
                </c:pt>
                <c:pt idx="1810">
                  <c:v>0.00678331432265</c:v>
                </c:pt>
                <c:pt idx="1811">
                  <c:v>0.0067700385031</c:v>
                </c:pt>
                <c:pt idx="1812">
                  <c:v>0.006756748812</c:v>
                </c:pt>
                <c:pt idx="1813">
                  <c:v>0.00674344562025</c:v>
                </c:pt>
                <c:pt idx="1814">
                  <c:v>0.00673012932828</c:v>
                </c:pt>
                <c:pt idx="1815">
                  <c:v>0.0067168003659</c:v>
                </c:pt>
                <c:pt idx="1816">
                  <c:v>0.00670345919206</c:v>
                </c:pt>
                <c:pt idx="1817">
                  <c:v>0.00669010629464</c:v>
                </c:pt>
                <c:pt idx="1818">
                  <c:v>0.00667674219019</c:v>
                </c:pt>
                <c:pt idx="1819">
                  <c:v>0.00666336742361</c:v>
                </c:pt>
                <c:pt idx="1820">
                  <c:v>0.00664998256786</c:v>
                </c:pt>
                <c:pt idx="1821">
                  <c:v>0.0066365882236</c:v>
                </c:pt>
                <c:pt idx="1822">
                  <c:v>0.00662318501876</c:v>
                </c:pt>
                <c:pt idx="1823">
                  <c:v>0.00660977360823</c:v>
                </c:pt>
                <c:pt idx="1824">
                  <c:v>0.00659635467334</c:v>
                </c:pt>
                <c:pt idx="1825">
                  <c:v>0.00658292892142</c:v>
                </c:pt>
                <c:pt idx="1826">
                  <c:v>0.00656949708536</c:v>
                </c:pt>
                <c:pt idx="1827">
                  <c:v>0.00655605992304</c:v>
                </c:pt>
                <c:pt idx="1828">
                  <c:v>0.00654261821684</c:v>
                </c:pt>
                <c:pt idx="1829">
                  <c:v>0.00652917277308</c:v>
                </c:pt>
                <c:pt idx="1830">
                  <c:v>0.00651572442141</c:v>
                </c:pt>
                <c:pt idx="1831">
                  <c:v>0.00650227401427</c:v>
                </c:pt>
                <c:pt idx="1832">
                  <c:v>0.00648882242623</c:v>
                </c:pt>
                <c:pt idx="1833">
                  <c:v>0.00647537055339</c:v>
                </c:pt>
                <c:pt idx="1834">
                  <c:v>0.0064619193127</c:v>
                </c:pt>
                <c:pt idx="1835">
                  <c:v>0.00644846964131</c:v>
                </c:pt>
                <c:pt idx="1836">
                  <c:v>0.0064350224959</c:v>
                </c:pt>
                <c:pt idx="1837">
                  <c:v>0.00642157885194</c:v>
                </c:pt>
                <c:pt idx="1838">
                  <c:v>0.00640813970304</c:v>
                </c:pt>
                <c:pt idx="1839">
                  <c:v>0.00639470606015</c:v>
                </c:pt>
                <c:pt idx="1840">
                  <c:v>0.0063812789509</c:v>
                </c:pt>
                <c:pt idx="1841">
                  <c:v>0.00636785941879</c:v>
                </c:pt>
                <c:pt idx="1842">
                  <c:v>0.00635444852246</c:v>
                </c:pt>
                <c:pt idx="1843">
                  <c:v>0.00634104733491</c:v>
                </c:pt>
                <c:pt idx="1844">
                  <c:v>0.00632765694273</c:v>
                </c:pt>
                <c:pt idx="1845">
                  <c:v>0.00631427844529</c:v>
                </c:pt>
                <c:pt idx="1846">
                  <c:v>0.00630091295395</c:v>
                </c:pt>
                <c:pt idx="1847">
                  <c:v>0.00628756159126</c:v>
                </c:pt>
                <c:pt idx="1848">
                  <c:v>0.00627422549013</c:v>
                </c:pt>
                <c:pt idx="1849">
                  <c:v>0.00626090579301</c:v>
                </c:pt>
                <c:pt idx="1850">
                  <c:v>0.00624760365105</c:v>
                </c:pt>
                <c:pt idx="1851">
                  <c:v>0.00623432022328</c:v>
                </c:pt>
                <c:pt idx="1852">
                  <c:v>0.00622105667575</c:v>
                </c:pt>
                <c:pt idx="1853">
                  <c:v>0.00620781418066</c:v>
                </c:pt>
                <c:pt idx="1854">
                  <c:v>0.00619459391553</c:v>
                </c:pt>
                <c:pt idx="1855">
                  <c:v>0.00618139706233</c:v>
                </c:pt>
                <c:pt idx="1856">
                  <c:v>0.00616822480658</c:v>
                </c:pt>
                <c:pt idx="1857">
                  <c:v>0.0061550783365</c:v>
                </c:pt>
                <c:pt idx="1858">
                  <c:v>0.0061419588421</c:v>
                </c:pt>
                <c:pt idx="1859">
                  <c:v>0.00612886751434</c:v>
                </c:pt>
                <c:pt idx="1860">
                  <c:v>0.00611580554416</c:v>
                </c:pt>
                <c:pt idx="1861">
                  <c:v>0.00610277412168</c:v>
                </c:pt>
                <c:pt idx="1862">
                  <c:v>0.00608977443521</c:v>
                </c:pt>
                <c:pt idx="1863">
                  <c:v>0.00607680767038</c:v>
                </c:pt>
                <c:pt idx="1864">
                  <c:v>0.00606387500927</c:v>
                </c:pt>
                <c:pt idx="1865">
                  <c:v>0.00605097762945</c:v>
                </c:pt>
                <c:pt idx="1866">
                  <c:v>0.00603811670309</c:v>
                </c:pt>
                <c:pt idx="1867">
                  <c:v>0.00602529339606</c:v>
                </c:pt>
                <c:pt idx="1868">
                  <c:v>0.00601250886703</c:v>
                </c:pt>
                <c:pt idx="1869">
                  <c:v>0.00599976426653</c:v>
                </c:pt>
                <c:pt idx="1870">
                  <c:v>0.00598706073608</c:v>
                </c:pt>
                <c:pt idx="1871">
                  <c:v>0.00597439940731</c:v>
                </c:pt>
                <c:pt idx="1872">
                  <c:v>0.00596178140101</c:v>
                </c:pt>
                <c:pt idx="1873">
                  <c:v>0.0059492078263</c:v>
                </c:pt>
                <c:pt idx="1874">
                  <c:v>0.00593667977975</c:v>
                </c:pt>
                <c:pt idx="1875">
                  <c:v>0.00592419834447</c:v>
                </c:pt>
                <c:pt idx="1876">
                  <c:v>0.00591176458932</c:v>
                </c:pt>
                <c:pt idx="1877">
                  <c:v>0.00589937956803</c:v>
                </c:pt>
                <c:pt idx="1878">
                  <c:v>0.00588704431838</c:v>
                </c:pt>
                <c:pt idx="1879">
                  <c:v>0.00587475986142</c:v>
                </c:pt>
                <c:pt idx="1880">
                  <c:v>0.00586252720063</c:v>
                </c:pt>
                <c:pt idx="1881">
                  <c:v>0.00585034732121</c:v>
                </c:pt>
                <c:pt idx="1882">
                  <c:v>0.00583822118927</c:v>
                </c:pt>
                <c:pt idx="1883">
                  <c:v>0.00582614975116</c:v>
                </c:pt>
                <c:pt idx="1884">
                  <c:v>0.00581413393273</c:v>
                </c:pt>
                <c:pt idx="1885">
                  <c:v>0.0058021746387</c:v>
                </c:pt>
                <c:pt idx="1886">
                  <c:v>0.00579027275194</c:v>
                </c:pt>
                <c:pt idx="1887">
                  <c:v>0.00577842913294</c:v>
                </c:pt>
                <c:pt idx="1888">
                  <c:v>0.00576664461915</c:v>
                </c:pt>
                <c:pt idx="1889">
                  <c:v>0.00575492002449</c:v>
                </c:pt>
                <c:pt idx="1890">
                  <c:v>0.00574325613874</c:v>
                </c:pt>
                <c:pt idx="1891">
                  <c:v>0.00573165372717</c:v>
                </c:pt>
                <c:pt idx="1892">
                  <c:v>0.00572011352996</c:v>
                </c:pt>
                <c:pt idx="1893">
                  <c:v>0.00570863626188</c:v>
                </c:pt>
                <c:pt idx="1894">
                  <c:v>0.00569722261184</c:v>
                </c:pt>
                <c:pt idx="1895">
                  <c:v>0.0056858732426</c:v>
                </c:pt>
                <c:pt idx="1896">
                  <c:v>0.0056745887904</c:v>
                </c:pt>
                <c:pt idx="1897">
                  <c:v>0.00566336986473</c:v>
                </c:pt>
                <c:pt idx="1898">
                  <c:v>0.00565221704807</c:v>
                </c:pt>
                <c:pt idx="1899">
                  <c:v>0.00564113089572</c:v>
                </c:pt>
                <c:pt idx="1900">
                  <c:v>0.00563011193559</c:v>
                </c:pt>
                <c:pt idx="1901">
                  <c:v>0.00561916066811</c:v>
                </c:pt>
                <c:pt idx="1902">
                  <c:v>0.00560827756612</c:v>
                </c:pt>
                <c:pt idx="1903">
                  <c:v>0.0055974630748</c:v>
                </c:pt>
                <c:pt idx="1904">
                  <c:v>0.00558671761169</c:v>
                </c:pt>
                <c:pt idx="1905">
                  <c:v>0.00557604156664</c:v>
                </c:pt>
                <c:pt idx="1906">
                  <c:v>0.00556543530186</c:v>
                </c:pt>
                <c:pt idx="1907">
                  <c:v>0.00555489915204</c:v>
                </c:pt>
                <c:pt idx="1908">
                  <c:v>0.00554443342436</c:v>
                </c:pt>
                <c:pt idx="1909">
                  <c:v>0.0055340383987</c:v>
                </c:pt>
                <c:pt idx="1910">
                  <c:v>0.00552371432771</c:v>
                </c:pt>
                <c:pt idx="1911">
                  <c:v>0.00551346143704</c:v>
                </c:pt>
                <c:pt idx="1912">
                  <c:v>0.00550327992547</c:v>
                </c:pt>
                <c:pt idx="1913">
                  <c:v>0.00549316996519</c:v>
                </c:pt>
                <c:pt idx="1914">
                  <c:v>0.00548313170198</c:v>
                </c:pt>
                <c:pt idx="1915">
                  <c:v>0.00547316525546</c:v>
                </c:pt>
                <c:pt idx="1916">
                  <c:v>0.00546327071935</c:v>
                </c:pt>
                <c:pt idx="1917">
                  <c:v>0.00545344816174</c:v>
                </c:pt>
                <c:pt idx="1918">
                  <c:v>0.00544369762536</c:v>
                </c:pt>
                <c:pt idx="1919">
                  <c:v>0.00543401912785</c:v>
                </c:pt>
                <c:pt idx="1920">
                  <c:v>0.00542441266207</c:v>
                </c:pt>
                <c:pt idx="1921">
                  <c:v>0.00541487819635</c:v>
                </c:pt>
                <c:pt idx="1922">
                  <c:v>0.00540541567481</c:v>
                </c:pt>
                <c:pt idx="1923">
                  <c:v>0.00539602501762</c:v>
                </c:pt>
                <c:pt idx="1924">
                  <c:v>0.00538670612131</c:v>
                </c:pt>
                <c:pt idx="1925">
                  <c:v>0.005377458859</c:v>
                </c:pt>
                <c:pt idx="1926">
                  <c:v>0.00536828308068</c:v>
                </c:pt>
                <c:pt idx="1927">
                  <c:v>0.00535917861348</c:v>
                </c:pt>
                <c:pt idx="1928">
                  <c:v>0.00535014526189</c:v>
                </c:pt>
                <c:pt idx="1929">
                  <c:v>0.00534118280802</c:v>
                </c:pt>
                <c:pt idx="1930">
                  <c:v>0.00533229101177</c:v>
                </c:pt>
                <c:pt idx="1931">
                  <c:v>0.00532346961103</c:v>
                </c:pt>
                <c:pt idx="1932">
                  <c:v>0.00531471832191</c:v>
                </c:pt>
                <c:pt idx="1933">
                  <c:v>0.00530603683885</c:v>
                </c:pt>
                <c:pt idx="1934">
                  <c:v>0.00529742483475</c:v>
                </c:pt>
                <c:pt idx="1935">
                  <c:v>0.00528888196114</c:v>
                </c:pt>
                <c:pt idx="1936">
                  <c:v>0.00528040784824</c:v>
                </c:pt>
                <c:pt idx="1937">
                  <c:v>0.00527200210503</c:v>
                </c:pt>
                <c:pt idx="1938">
                  <c:v>0.00526366431934</c:v>
                </c:pt>
                <c:pt idx="1939">
                  <c:v>0.00525539405783</c:v>
                </c:pt>
                <c:pt idx="1940">
                  <c:v>0.00524719086604</c:v>
                </c:pt>
                <c:pt idx="1941">
                  <c:v>0.00523905426836</c:v>
                </c:pt>
                <c:pt idx="1942">
                  <c:v>0.00523098376799</c:v>
                </c:pt>
                <c:pt idx="1943">
                  <c:v>0.00522297884689</c:v>
                </c:pt>
                <c:pt idx="1944">
                  <c:v>0.00521503896569</c:v>
                </c:pt>
                <c:pt idx="1945">
                  <c:v>0.00520716356361</c:v>
                </c:pt>
                <c:pt idx="1946">
                  <c:v>0.00519935205833</c:v>
                </c:pt>
                <c:pt idx="1947">
                  <c:v>0.00519160384586</c:v>
                </c:pt>
                <c:pt idx="1948">
                  <c:v>0.00518391830036</c:v>
                </c:pt>
                <c:pt idx="1949">
                  <c:v>0.00517629477404</c:v>
                </c:pt>
                <c:pt idx="1950">
                  <c:v>0.00516873259691</c:v>
                </c:pt>
                <c:pt idx="1951">
                  <c:v>0.00516123107662</c:v>
                </c:pt>
                <c:pt idx="1952">
                  <c:v>0.00515378949826</c:v>
                </c:pt>
                <c:pt idx="1953">
                  <c:v>0.00514640712414</c:v>
                </c:pt>
                <c:pt idx="1954">
                  <c:v>0.00513908319358</c:v>
                </c:pt>
                <c:pt idx="1955">
                  <c:v>0.00513181692269</c:v>
                </c:pt>
                <c:pt idx="1956">
                  <c:v>0.00512460750413</c:v>
                </c:pt>
                <c:pt idx="1957">
                  <c:v>0.00511745410692</c:v>
                </c:pt>
                <c:pt idx="1958">
                  <c:v>0.0051103558762</c:v>
                </c:pt>
                <c:pt idx="1959">
                  <c:v>0.00510331193302</c:v>
                </c:pt>
                <c:pt idx="1960">
                  <c:v>0.00509632137416</c:v>
                </c:pt>
                <c:pt idx="1961">
                  <c:v>0.0050893832719</c:v>
                </c:pt>
                <c:pt idx="1962">
                  <c:v>0.00508249667386</c:v>
                </c:pt>
                <c:pt idx="1963">
                  <c:v>0.00507566060283</c:v>
                </c:pt>
                <c:pt idx="1964">
                  <c:v>0.00506887405664</c:v>
                </c:pt>
                <c:pt idx="1965">
                  <c:v>0.00506213600802</c:v>
                </c:pt>
                <c:pt idx="1966">
                  <c:v>0.00505544540453</c:v>
                </c:pt>
                <c:pt idx="1967">
                  <c:v>0.00504880116843</c:v>
                </c:pt>
                <c:pt idx="1968">
                  <c:v>0.00504220219671</c:v>
                </c:pt>
                <c:pt idx="1969">
                  <c:v>0.00503564736102</c:v>
                </c:pt>
                <c:pt idx="1970">
                  <c:v>0.00502913550774</c:v>
                </c:pt>
                <c:pt idx="1971">
                  <c:v>0.00502266545802</c:v>
                </c:pt>
                <c:pt idx="1972">
                  <c:v>0.00501623600788</c:v>
                </c:pt>
                <c:pt idx="1973">
                  <c:v>0.00500984592837</c:v>
                </c:pt>
                <c:pt idx="1974">
                  <c:v>0.00500349396576</c:v>
                </c:pt>
                <c:pt idx="1975">
                  <c:v>0.00499717884175</c:v>
                </c:pt>
                <c:pt idx="1976">
                  <c:v>0.00499089925381</c:v>
                </c:pt>
                <c:pt idx="1977">
                  <c:v>0.00498465387545</c:v>
                </c:pt>
                <c:pt idx="1978">
                  <c:v>0.00497844135667</c:v>
                </c:pt>
                <c:pt idx="1979">
                  <c:v>0.00497226032436</c:v>
                </c:pt>
                <c:pt idx="1980">
                  <c:v>0.00496610938283</c:v>
                </c:pt>
                <c:pt idx="1981">
                  <c:v>0.00495998711435</c:v>
                </c:pt>
                <c:pt idx="1982">
                  <c:v>0.00495389207977</c:v>
                </c:pt>
                <c:pt idx="1983">
                  <c:v>0.00494782281919</c:v>
                </c:pt>
                <c:pt idx="1984">
                  <c:v>0.0049417778527</c:v>
                </c:pt>
                <c:pt idx="1985">
                  <c:v>0.00493575568117</c:v>
                </c:pt>
                <c:pt idx="1986">
                  <c:v>0.0049297547871</c:v>
                </c:pt>
                <c:pt idx="1987">
                  <c:v>0.00492377363554</c:v>
                </c:pt>
                <c:pt idx="1988">
                  <c:v>0.00491781067506</c:v>
                </c:pt>
                <c:pt idx="1989">
                  <c:v>0.00491186433876</c:v>
                </c:pt>
                <c:pt idx="1990">
                  <c:v>0.0049059330454</c:v>
                </c:pt>
                <c:pt idx="1991">
                  <c:v>0.00490001520052</c:v>
                </c:pt>
                <c:pt idx="1992">
                  <c:v>0.00489410919762</c:v>
                </c:pt>
                <c:pt idx="1993">
                  <c:v>0.00488821341946</c:v>
                </c:pt>
                <c:pt idx="1994">
                  <c:v>0.00488232623933</c:v>
                </c:pt>
                <c:pt idx="1995">
                  <c:v>0.00487644602242</c:v>
                </c:pt>
                <c:pt idx="1996">
                  <c:v>0.00487057112722</c:v>
                </c:pt>
                <c:pt idx="1997">
                  <c:v>0.00486469990694</c:v>
                </c:pt>
                <c:pt idx="1998">
                  <c:v>0.00485883071104</c:v>
                </c:pt>
                <c:pt idx="1999">
                  <c:v>0.00485296188671</c:v>
                </c:pt>
                <c:pt idx="2000">
                  <c:v>0.00484709178043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0.75"/>
          <c:min val="0"/>
        </c:scaling>
        <c:delete val="0"/>
        <c:axPos val="l"/>
        <c:majorGridlines>
          <c:spPr>
            <a:ln xmlns:a="http://schemas.openxmlformats.org/drawingml/2006/main" w="4763">
              <a:solidFill>
                <a:srgbClr val="EEEEEE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2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majorUnit val="1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12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U/t = 8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222222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scatterChart>
        <c:scatterStyle val="lineMarker"/>
        <c:varyColors val="0"/>
        <c:ser>
          <c:idx val="0"/>
          <c:order val="0"/>
          <c:tx>
            <c:v>charge</c:v>
          </c:tx>
          <c:spPr>
            <a:ln xmlns:a="http://schemas.openxmlformats.org/drawingml/2006/main" w="15240">
              <a:solidFill>
                <a:srgbClr val="C43C64"/>
              </a:solidFill>
              <a:prstDash val="solid"/>
            </a:ln>
          </c:spPr>
          <c:marker>
            <c:symbol val="none"/>
            <c:size val="5"/>
            <c:spPr>
              <a:solidFill xmlns:a="http://schemas.openxmlformats.org/drawingml/2006/main">
                <a:srgbClr val="C43C64"/>
              </a:solidFill>
            </c:spPr>
          </c:marker>
          <c:xVal>
            <c:numRef>
              <c:f>'Chart Data'!$A$2:$A$2002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Data'!$B$2:$B$2002</c:f>
              <c:numCache>
                <c:formatCode>0.0</c:formatCode>
                <c:ptCount val="2001"/>
                <c:pt idx="0">
                  <c:v>0.00676338900515</c:v>
                </c:pt>
                <c:pt idx="1">
                  <c:v>0.00678530786598</c:v>
                </c:pt>
                <c:pt idx="2">
                  <c:v>0.00680733782236</c:v>
                </c:pt>
                <c:pt idx="3">
                  <c:v>0.00682947964883</c:v>
                </c:pt>
                <c:pt idx="4">
                  <c:v>0.00685173412682</c:v>
                </c:pt>
                <c:pt idx="5">
                  <c:v>0.00687410204474</c:v>
                </c:pt>
                <c:pt idx="6">
                  <c:v>0.00689658419801</c:v>
                </c:pt>
                <c:pt idx="7">
                  <c:v>0.00691918138921</c:v>
                </c:pt>
                <c:pt idx="8">
                  <c:v>0.00694189442808</c:v>
                </c:pt>
                <c:pt idx="9">
                  <c:v>0.00696472413165</c:v>
                </c:pt>
                <c:pt idx="10">
                  <c:v>0.00698767132429</c:v>
                </c:pt>
                <c:pt idx="11">
                  <c:v>0.00701073683781</c:v>
                </c:pt>
                <c:pt idx="12">
                  <c:v>0.00703392151154</c:v>
                </c:pt>
                <c:pt idx="13">
                  <c:v>0.00705722619239</c:v>
                </c:pt>
                <c:pt idx="14">
                  <c:v>0.00708065173497</c:v>
                </c:pt>
                <c:pt idx="15">
                  <c:v>0.00710419900162</c:v>
                </c:pt>
                <c:pt idx="16">
                  <c:v>0.00712786886256</c:v>
                </c:pt>
                <c:pt idx="17">
                  <c:v>0.00715166219594</c:v>
                </c:pt>
                <c:pt idx="18">
                  <c:v>0.00717557988792</c:v>
                </c:pt>
                <c:pt idx="19">
                  <c:v>0.00719962283278</c:v>
                </c:pt>
                <c:pt idx="20">
                  <c:v>0.007223791933</c:v>
                </c:pt>
                <c:pt idx="21">
                  <c:v>0.00724808809935</c:v>
                </c:pt>
                <c:pt idx="22">
                  <c:v>0.007272512251</c:v>
                </c:pt>
                <c:pt idx="23">
                  <c:v>0.00729706531558</c:v>
                </c:pt>
                <c:pt idx="24">
                  <c:v>0.0073217482293</c:v>
                </c:pt>
                <c:pt idx="25">
                  <c:v>0.00734656193704</c:v>
                </c:pt>
                <c:pt idx="26">
                  <c:v>0.00737150739245</c:v>
                </c:pt>
                <c:pt idx="27">
                  <c:v>0.00739658555803</c:v>
                </c:pt>
                <c:pt idx="28">
                  <c:v>0.00742179740527</c:v>
                </c:pt>
                <c:pt idx="29">
                  <c:v>0.0074471439147</c:v>
                </c:pt>
                <c:pt idx="30">
                  <c:v>0.00747262607604</c:v>
                </c:pt>
                <c:pt idx="31">
                  <c:v>0.00749824488826</c:v>
                </c:pt>
                <c:pt idx="32">
                  <c:v>0.00752400135971</c:v>
                </c:pt>
                <c:pt idx="33">
                  <c:v>0.00754989650825</c:v>
                </c:pt>
                <c:pt idx="34">
                  <c:v>0.00757593136129</c:v>
                </c:pt>
                <c:pt idx="35">
                  <c:v>0.00760210695598</c:v>
                </c:pt>
                <c:pt idx="36">
                  <c:v>0.00762842433926</c:v>
                </c:pt>
                <c:pt idx="37">
                  <c:v>0.00765488456798</c:v>
                </c:pt>
                <c:pt idx="38">
                  <c:v>0.00768148870905</c:v>
                </c:pt>
                <c:pt idx="39">
                  <c:v>0.00770823783953</c:v>
                </c:pt>
                <c:pt idx="40">
                  <c:v>0.00773513304674</c:v>
                </c:pt>
                <c:pt idx="41">
                  <c:v>0.00776217542839</c:v>
                </c:pt>
                <c:pt idx="42">
                  <c:v>0.0077893660927</c:v>
                </c:pt>
                <c:pt idx="43">
                  <c:v>0.0078167061585</c:v>
                </c:pt>
                <c:pt idx="44">
                  <c:v>0.00784419675541</c:v>
                </c:pt>
                <c:pt idx="45">
                  <c:v>0.00787183902389</c:v>
                </c:pt>
                <c:pt idx="46">
                  <c:v>0.00789963411541</c:v>
                </c:pt>
                <c:pt idx="47">
                  <c:v>0.0079275831926</c:v>
                </c:pt>
                <c:pt idx="48">
                  <c:v>0.0079556874293</c:v>
                </c:pt>
                <c:pt idx="49">
                  <c:v>0.00798394801079</c:v>
                </c:pt>
                <c:pt idx="50">
                  <c:v>0.00801236613385</c:v>
                </c:pt>
                <c:pt idx="51">
                  <c:v>0.00804094300692</c:v>
                </c:pt>
                <c:pt idx="52">
                  <c:v>0.00806967985026</c:v>
                </c:pt>
                <c:pt idx="53">
                  <c:v>0.00809857789604</c:v>
                </c:pt>
                <c:pt idx="54">
                  <c:v>0.00812763838852</c:v>
                </c:pt>
                <c:pt idx="55">
                  <c:v>0.00815686258419</c:v>
                </c:pt>
                <c:pt idx="56">
                  <c:v>0.00818625175189</c:v>
                </c:pt>
                <c:pt idx="57">
                  <c:v>0.00821580717298</c:v>
                </c:pt>
                <c:pt idx="58">
                  <c:v>0.00824553014148</c:v>
                </c:pt>
                <c:pt idx="59">
                  <c:v>0.00827542196421</c:v>
                </c:pt>
                <c:pt idx="60">
                  <c:v>0.00830548396097</c:v>
                </c:pt>
                <c:pt idx="61">
                  <c:v>0.00833571746469</c:v>
                </c:pt>
                <c:pt idx="62">
                  <c:v>0.00836612382153</c:v>
                </c:pt>
                <c:pt idx="63">
                  <c:v>0.00839670439114</c:v>
                </c:pt>
                <c:pt idx="64">
                  <c:v>0.00842746054673</c:v>
                </c:pt>
                <c:pt idx="65">
                  <c:v>0.00845839367529</c:v>
                </c:pt>
                <c:pt idx="66">
                  <c:v>0.00848950517772</c:v>
                </c:pt>
                <c:pt idx="67">
                  <c:v>0.00852079646903</c:v>
                </c:pt>
                <c:pt idx="68">
                  <c:v>0.00855226897848</c:v>
                </c:pt>
                <c:pt idx="69">
                  <c:v>0.00858392414979</c:v>
                </c:pt>
                <c:pt idx="70">
                  <c:v>0.00861576344128</c:v>
                </c:pt>
                <c:pt idx="71">
                  <c:v>0.00864778832606</c:v>
                </c:pt>
                <c:pt idx="72">
                  <c:v>0.00868000029221</c:v>
                </c:pt>
                <c:pt idx="73">
                  <c:v>0.00871240084297</c:v>
                </c:pt>
                <c:pt idx="74">
                  <c:v>0.00874499149692</c:v>
                </c:pt>
                <c:pt idx="75">
                  <c:v>0.00877777378818</c:v>
                </c:pt>
                <c:pt idx="76">
                  <c:v>0.00881074926656</c:v>
                </c:pt>
                <c:pt idx="77">
                  <c:v>0.00884391949781</c:v>
                </c:pt>
                <c:pt idx="78">
                  <c:v>0.00887728606377</c:v>
                </c:pt>
                <c:pt idx="79">
                  <c:v>0.00891085056259</c:v>
                </c:pt>
                <c:pt idx="80">
                  <c:v>0.00894461460896</c:v>
                </c:pt>
                <c:pt idx="81">
                  <c:v>0.00897857983423</c:v>
                </c:pt>
                <c:pt idx="82">
                  <c:v>0.00901274788671</c:v>
                </c:pt>
                <c:pt idx="83">
                  <c:v>0.00904712043183</c:v>
                </c:pt>
                <c:pt idx="84">
                  <c:v>0.00908169915236</c:v>
                </c:pt>
                <c:pt idx="85">
                  <c:v>0.00911648574865</c:v>
                </c:pt>
                <c:pt idx="86">
                  <c:v>0.00915148193882</c:v>
                </c:pt>
                <c:pt idx="87">
                  <c:v>0.00918668945897</c:v>
                </c:pt>
                <c:pt idx="88">
                  <c:v>0.00922211006348</c:v>
                </c:pt>
                <c:pt idx="89">
                  <c:v>0.00925774552514</c:v>
                </c:pt>
                <c:pt idx="90">
                  <c:v>0.00929359763547</c:v>
                </c:pt>
                <c:pt idx="91">
                  <c:v>0.0093296682049</c:v>
                </c:pt>
                <c:pt idx="92">
                  <c:v>0.00936595906301</c:v>
                </c:pt>
                <c:pt idx="93">
                  <c:v>0.00940247205883</c:v>
                </c:pt>
                <c:pt idx="94">
                  <c:v>0.00943920906101</c:v>
                </c:pt>
                <c:pt idx="95">
                  <c:v>0.00947617195813</c:v>
                </c:pt>
                <c:pt idx="96">
                  <c:v>0.0095133626589</c:v>
                </c:pt>
                <c:pt idx="97">
                  <c:v>0.00955078309248</c:v>
                </c:pt>
                <c:pt idx="98">
                  <c:v>0.00958843520869</c:v>
                </c:pt>
                <c:pt idx="99">
                  <c:v>0.00962632097828</c:v>
                </c:pt>
                <c:pt idx="100">
                  <c:v>0.00966444239323</c:v>
                </c:pt>
                <c:pt idx="101">
                  <c:v>0.00970280146699</c:v>
                </c:pt>
                <c:pt idx="102">
                  <c:v>0.00974140023477</c:v>
                </c:pt>
                <c:pt idx="103">
                  <c:v>0.00978024075383</c:v>
                </c:pt>
                <c:pt idx="104">
                  <c:v>0.00981932510374</c:v>
                </c:pt>
                <c:pt idx="105">
                  <c:v>0.00985865538669</c:v>
                </c:pt>
                <c:pt idx="106">
                  <c:v>0.00989823372777</c:v>
                </c:pt>
                <c:pt idx="107">
                  <c:v>0.00993806227528</c:v>
                </c:pt>
                <c:pt idx="108">
                  <c:v>0.00997814320101</c:v>
                </c:pt>
                <c:pt idx="109">
                  <c:v>0.0100184787006</c:v>
                </c:pt>
                <c:pt idx="110">
                  <c:v>0.0100590709937</c:v>
                </c:pt>
                <c:pt idx="111">
                  <c:v>0.0100999223246</c:v>
                </c:pt>
                <c:pt idx="112">
                  <c:v>0.0101410349621</c:v>
                </c:pt>
                <c:pt idx="113">
                  <c:v>0.0101824112002</c:v>
                </c:pt>
                <c:pt idx="114">
                  <c:v>0.0102240533585</c:v>
                </c:pt>
                <c:pt idx="115">
                  <c:v>0.0102659637819</c:v>
                </c:pt>
                <c:pt idx="116">
                  <c:v>0.0103081448418</c:v>
                </c:pt>
                <c:pt idx="117">
                  <c:v>0.0103505989358</c:v>
                </c:pt>
                <c:pt idx="118">
                  <c:v>0.0103933284884</c:v>
                </c:pt>
                <c:pt idx="119">
                  <c:v>0.0104363359511</c:v>
                </c:pt>
                <c:pt idx="120">
                  <c:v>0.010479623803</c:v>
                </c:pt>
                <c:pt idx="121">
                  <c:v>0.0105231945511</c:v>
                </c:pt>
                <c:pt idx="122">
                  <c:v>0.0105670507304</c:v>
                </c:pt>
                <c:pt idx="123">
                  <c:v>0.0106111949047</c:v>
                </c:pt>
                <c:pt idx="124">
                  <c:v>0.0106556296668</c:v>
                </c:pt>
                <c:pt idx="125">
                  <c:v>0.0107003576387</c:v>
                </c:pt>
                <c:pt idx="126">
                  <c:v>0.0107453814724</c:v>
                </c:pt>
                <c:pt idx="127">
                  <c:v>0.0107907038499</c:v>
                </c:pt>
                <c:pt idx="128">
                  <c:v>0.0108363274837</c:v>
                </c:pt>
                <c:pt idx="129">
                  <c:v>0.0108822551176</c:v>
                </c:pt>
                <c:pt idx="130">
                  <c:v>0.0109284895264</c:v>
                </c:pt>
                <c:pt idx="131">
                  <c:v>0.010975033517</c:v>
                </c:pt>
                <c:pt idx="132">
                  <c:v>0.0110218899284</c:v>
                </c:pt>
                <c:pt idx="133">
                  <c:v>0.0110690616325</c:v>
                </c:pt>
                <c:pt idx="134">
                  <c:v>0.0111165515341</c:v>
                </c:pt>
                <c:pt idx="135">
                  <c:v>0.0111643625716</c:v>
                </c:pt>
                <c:pt idx="136">
                  <c:v>0.0112124977177</c:v>
                </c:pt>
                <c:pt idx="137">
                  <c:v>0.0112609599793</c:v>
                </c:pt>
                <c:pt idx="138">
                  <c:v>0.0113097523984</c:v>
                </c:pt>
                <c:pt idx="139">
                  <c:v>0.0113588780524</c:v>
                </c:pt>
                <c:pt idx="140">
                  <c:v>0.0114083400548</c:v>
                </c:pt>
                <c:pt idx="141">
                  <c:v>0.0114581415554</c:v>
                </c:pt>
                <c:pt idx="142">
                  <c:v>0.0115082857409</c:v>
                </c:pt>
                <c:pt idx="143">
                  <c:v>0.0115587758354</c:v>
                </c:pt>
                <c:pt idx="144">
                  <c:v>0.0116096151012</c:v>
                </c:pt>
                <c:pt idx="145">
                  <c:v>0.0116608068388</c:v>
                </c:pt>
                <c:pt idx="146">
                  <c:v>0.0117123543878</c:v>
                </c:pt>
                <c:pt idx="147">
                  <c:v>0.0117642611275</c:v>
                </c:pt>
                <c:pt idx="148">
                  <c:v>0.0118165304769</c:v>
                </c:pt>
                <c:pt idx="149">
                  <c:v>0.0118691658961</c:v>
                </c:pt>
                <c:pt idx="150">
                  <c:v>0.0119221708861</c:v>
                </c:pt>
                <c:pt idx="151">
                  <c:v>0.0119755489898</c:v>
                </c:pt>
                <c:pt idx="152">
                  <c:v>0.0120293037925</c:v>
                </c:pt>
                <c:pt idx="153">
                  <c:v>0.0120834389223</c:v>
                </c:pt>
                <c:pt idx="154">
                  <c:v>0.012137958051</c:v>
                </c:pt>
                <c:pt idx="155">
                  <c:v>0.0121928648945</c:v>
                </c:pt>
                <c:pt idx="156">
                  <c:v>0.0122481632136</c:v>
                </c:pt>
                <c:pt idx="157">
                  <c:v>0.0123038568142</c:v>
                </c:pt>
                <c:pt idx="158">
                  <c:v>0.0123599495485</c:v>
                </c:pt>
                <c:pt idx="159">
                  <c:v>0.0124164453154</c:v>
                </c:pt>
                <c:pt idx="160">
                  <c:v>0.0124733480608</c:v>
                </c:pt>
                <c:pt idx="161">
                  <c:v>0.0125306617791</c:v>
                </c:pt>
                <c:pt idx="162">
                  <c:v>0.012588390513</c:v>
                </c:pt>
                <c:pt idx="163">
                  <c:v>0.0126465383547</c:v>
                </c:pt>
                <c:pt idx="164">
                  <c:v>0.0127051094465</c:v>
                </c:pt>
                <c:pt idx="165">
                  <c:v>0.0127641079813</c:v>
                </c:pt>
                <c:pt idx="166">
                  <c:v>0.0128235382036</c:v>
                </c:pt>
                <c:pt idx="167">
                  <c:v>0.0128834044102</c:v>
                </c:pt>
                <c:pt idx="168">
                  <c:v>0.0129437109507</c:v>
                </c:pt>
                <c:pt idx="169">
                  <c:v>0.0130044622284</c:v>
                </c:pt>
                <c:pt idx="170">
                  <c:v>0.0130656627011</c:v>
                </c:pt>
                <c:pt idx="171">
                  <c:v>0.0131273168818</c:v>
                </c:pt>
                <c:pt idx="172">
                  <c:v>0.0131894293396</c:v>
                </c:pt>
                <c:pt idx="173">
                  <c:v>0.0132520047004</c:v>
                </c:pt>
                <c:pt idx="174">
                  <c:v>0.0133150476474</c:v>
                </c:pt>
                <c:pt idx="175">
                  <c:v>0.0133785629227</c:v>
                </c:pt>
                <c:pt idx="176">
                  <c:v>0.0134425553274</c:v>
                </c:pt>
                <c:pt idx="177">
                  <c:v>0.0135070297228</c:v>
                </c:pt>
                <c:pt idx="178">
                  <c:v>0.013571991031</c:v>
                </c:pt>
                <c:pt idx="179">
                  <c:v>0.0136374442362</c:v>
                </c:pt>
                <c:pt idx="180">
                  <c:v>0.013703394385</c:v>
                </c:pt>
                <c:pt idx="181">
                  <c:v>0.0137698465879</c:v>
                </c:pt>
                <c:pt idx="182">
                  <c:v>0.0138368060198</c:v>
                </c:pt>
                <c:pt idx="183">
                  <c:v>0.0139042779209</c:v>
                </c:pt>
                <c:pt idx="184">
                  <c:v>0.013972267598</c:v>
                </c:pt>
                <c:pt idx="185">
                  <c:v>0.0140407804251</c:v>
                </c:pt>
                <c:pt idx="186">
                  <c:v>0.0141098218445</c:v>
                </c:pt>
                <c:pt idx="187">
                  <c:v>0.0141793973677</c:v>
                </c:pt>
                <c:pt idx="188">
                  <c:v>0.0142495125766</c:v>
                </c:pt>
                <c:pt idx="189">
                  <c:v>0.0143201731241</c:v>
                </c:pt>
                <c:pt idx="190">
                  <c:v>0.0143913847355</c:v>
                </c:pt>
                <c:pt idx="191">
                  <c:v>0.0144631532095</c:v>
                </c:pt>
                <c:pt idx="192">
                  <c:v>0.014535484419</c:v>
                </c:pt>
                <c:pt idx="193">
                  <c:v>0.0146083843123</c:v>
                </c:pt>
                <c:pt idx="194">
                  <c:v>0.0146818589143</c:v>
                </c:pt>
                <c:pt idx="195">
                  <c:v>0.0147559143274</c:v>
                </c:pt>
                <c:pt idx="196">
                  <c:v>0.0148305567327</c:v>
                </c:pt>
                <c:pt idx="197">
                  <c:v>0.014905792391</c:v>
                </c:pt>
                <c:pt idx="198">
                  <c:v>0.0149816276443</c:v>
                </c:pt>
                <c:pt idx="199">
                  <c:v>0.0150580689163</c:v>
                </c:pt>
                <c:pt idx="200">
                  <c:v>0.0151351227144</c:v>
                </c:pt>
                <c:pt idx="201">
                  <c:v>0.0152127956301</c:v>
                </c:pt>
                <c:pt idx="202">
                  <c:v>0.0152910943407</c:v>
                </c:pt>
                <c:pt idx="203">
                  <c:v>0.0153700256104</c:v>
                </c:pt>
                <c:pt idx="204">
                  <c:v>0.0154495962914</c:v>
                </c:pt>
                <c:pt idx="205">
                  <c:v>0.0155298133252</c:v>
                </c:pt>
                <c:pt idx="206">
                  <c:v>0.0156106837442</c:v>
                </c:pt>
                <c:pt idx="207">
                  <c:v>0.0156922146723</c:v>
                </c:pt>
                <c:pt idx="208">
                  <c:v>0.0157744133268</c:v>
                </c:pt>
                <c:pt idx="209">
                  <c:v>0.0158572870196</c:v>
                </c:pt>
                <c:pt idx="210">
                  <c:v>0.0159408431582</c:v>
                </c:pt>
                <c:pt idx="211">
                  <c:v>0.0160250892474</c:v>
                </c:pt>
                <c:pt idx="212">
                  <c:v>0.0161100328905</c:v>
                </c:pt>
                <c:pt idx="213">
                  <c:v>0.0161956817908</c:v>
                </c:pt>
                <c:pt idx="214">
                  <c:v>0.0162820437529</c:v>
                </c:pt>
                <c:pt idx="215">
                  <c:v>0.016369126684</c:v>
                </c:pt>
                <c:pt idx="216">
                  <c:v>0.0164569385957</c:v>
                </c:pt>
                <c:pt idx="217">
                  <c:v>0.0165454876049</c:v>
                </c:pt>
                <c:pt idx="218">
                  <c:v>0.0166347819359</c:v>
                </c:pt>
                <c:pt idx="219">
                  <c:v>0.0167248299212</c:v>
                </c:pt>
                <c:pt idx="220">
                  <c:v>0.0168156400037</c:v>
                </c:pt>
                <c:pt idx="221">
                  <c:v>0.0169072207376</c:v>
                </c:pt>
                <c:pt idx="222">
                  <c:v>0.0169995807903</c:v>
                </c:pt>
                <c:pt idx="223">
                  <c:v>0.0170927289437</c:v>
                </c:pt>
                <c:pt idx="224">
                  <c:v>0.017186674096</c:v>
                </c:pt>
                <c:pt idx="225">
                  <c:v>0.0172814252631</c:v>
                </c:pt>
                <c:pt idx="226">
                  <c:v>0.0173769915802</c:v>
                </c:pt>
                <c:pt idx="227">
                  <c:v>0.0174733823035</c:v>
                </c:pt>
                <c:pt idx="228">
                  <c:v>0.0175706068118</c:v>
                </c:pt>
                <c:pt idx="229">
                  <c:v>0.0176686746079</c:v>
                </c:pt>
                <c:pt idx="230">
                  <c:v>0.0177675953207</c:v>
                </c:pt>
                <c:pt idx="231">
                  <c:v>0.0178673787064</c:v>
                </c:pt>
                <c:pt idx="232">
                  <c:v>0.0179680346503</c:v>
                </c:pt>
                <c:pt idx="233">
                  <c:v>0.0180695731688</c:v>
                </c:pt>
                <c:pt idx="234">
                  <c:v>0.0181720044107</c:v>
                </c:pt>
                <c:pt idx="235">
                  <c:v>0.018275338659</c:v>
                </c:pt>
                <c:pt idx="236">
                  <c:v>0.0183795863328</c:v>
                </c:pt>
                <c:pt idx="237">
                  <c:v>0.0184847579888</c:v>
                </c:pt>
                <c:pt idx="238">
                  <c:v>0.0185908643231</c:v>
                </c:pt>
                <c:pt idx="239">
                  <c:v>0.0186979161731</c:v>
                </c:pt>
                <c:pt idx="240">
                  <c:v>0.018805924519</c:v>
                </c:pt>
                <c:pt idx="241">
                  <c:v>0.0189149004859</c:v>
                </c:pt>
                <c:pt idx="242">
                  <c:v>0.0190248553452</c:v>
                </c:pt>
                <c:pt idx="243">
                  <c:v>0.0191358005165</c:v>
                </c:pt>
                <c:pt idx="244">
                  <c:v>0.0192477475696</c:v>
                </c:pt>
                <c:pt idx="245">
                  <c:v>0.0193607082259</c:v>
                </c:pt>
                <c:pt idx="246">
                  <c:v>0.0194746943605</c:v>
                </c:pt>
                <c:pt idx="247">
                  <c:v>0.0195897180038</c:v>
                </c:pt>
                <c:pt idx="248">
                  <c:v>0.0197057913434</c:v>
                </c:pt>
                <c:pt idx="249">
                  <c:v>0.0198229267258</c:v>
                </c:pt>
                <c:pt idx="250">
                  <c:v>0.0199411366582</c:v>
                </c:pt>
                <c:pt idx="251">
                  <c:v>0.0200604338102</c:v>
                </c:pt>
                <c:pt idx="252">
                  <c:v>0.0201808310156</c:v>
                </c:pt>
                <c:pt idx="253">
                  <c:v>0.0203023412744</c:v>
                </c:pt>
                <c:pt idx="254">
                  <c:v>0.0204249777542</c:v>
                </c:pt>
                <c:pt idx="255">
                  <c:v>0.0205487537919</c:v>
                </c:pt>
                <c:pt idx="256">
                  <c:v>0.0206736828959</c:v>
                </c:pt>
                <c:pt idx="257">
                  <c:v>0.0207997787471</c:v>
                </c:pt>
                <c:pt idx="258">
                  <c:v>0.0209270552013</c:v>
                </c:pt>
                <c:pt idx="259">
                  <c:v>0.0210555262903</c:v>
                </c:pt>
                <c:pt idx="260">
                  <c:v>0.0211852062238</c:v>
                </c:pt>
                <c:pt idx="261">
                  <c:v>0.021316109391</c:v>
                </c:pt>
                <c:pt idx="262">
                  <c:v>0.0214482503621</c:v>
                </c:pt>
                <c:pt idx="263">
                  <c:v>0.0215816438897</c:v>
                </c:pt>
                <c:pt idx="264">
                  <c:v>0.0217163049107</c:v>
                </c:pt>
                <c:pt idx="265">
                  <c:v>0.0218522485474</c:v>
                </c:pt>
                <c:pt idx="266">
                  <c:v>0.0219894901092</c:v>
                </c:pt>
                <c:pt idx="267">
                  <c:v>0.0221280450935</c:v>
                </c:pt>
                <c:pt idx="268">
                  <c:v>0.0222679291878</c:v>
                </c:pt>
                <c:pt idx="269">
                  <c:v>0.0224091582701</c:v>
                </c:pt>
                <c:pt idx="270">
                  <c:v>0.0225517484109</c:v>
                </c:pt>
                <c:pt idx="271">
                  <c:v>0.0226957158735</c:v>
                </c:pt>
                <c:pt idx="272">
                  <c:v>0.022841077116</c:v>
                </c:pt>
                <c:pt idx="273">
                  <c:v>0.0229878487916</c:v>
                </c:pt>
                <c:pt idx="274">
                  <c:v>0.0231360477497</c:v>
                </c:pt>
                <c:pt idx="275">
                  <c:v>0.023285691037</c:v>
                </c:pt>
                <c:pt idx="276">
                  <c:v>0.0234367958977</c:v>
                </c:pt>
                <c:pt idx="277">
                  <c:v>0.0235893797747</c:v>
                </c:pt>
                <c:pt idx="278">
                  <c:v>0.02374346031</c:v>
                </c:pt>
                <c:pt idx="279">
                  <c:v>0.0238990553448</c:v>
                </c:pt>
                <c:pt idx="280">
                  <c:v>0.0240561829202</c:v>
                </c:pt>
                <c:pt idx="281">
                  <c:v>0.0242148612772</c:v>
                </c:pt>
                <c:pt idx="282">
                  <c:v>0.0243751088568</c:v>
                </c:pt>
                <c:pt idx="283">
                  <c:v>0.0245369443</c:v>
                </c:pt>
                <c:pt idx="284">
                  <c:v>0.0247003864474</c:v>
                </c:pt>
                <c:pt idx="285">
                  <c:v>0.0248654543392</c:v>
                </c:pt>
                <c:pt idx="286">
                  <c:v>0.0250321672139</c:v>
                </c:pt>
                <c:pt idx="287">
                  <c:v>0.0252005445085</c:v>
                </c:pt>
                <c:pt idx="288">
                  <c:v>0.0253706058569</c:v>
                </c:pt>
                <c:pt idx="289">
                  <c:v>0.0255423710891</c:v>
                </c:pt>
                <c:pt idx="290">
                  <c:v>0.0257158602301</c:v>
                </c:pt>
                <c:pt idx="291">
                  <c:v>0.0258910934977</c:v>
                </c:pt>
                <c:pt idx="292">
                  <c:v>0.0260680913015</c:v>
                </c:pt>
                <c:pt idx="293">
                  <c:v>0.0262468742406</c:v>
                </c:pt>
                <c:pt idx="294">
                  <c:v>0.0264274631014</c:v>
                </c:pt>
                <c:pt idx="295">
                  <c:v>0.026609878855</c:v>
                </c:pt>
                <c:pt idx="296">
                  <c:v>0.0267941426547</c:v>
                </c:pt>
                <c:pt idx="297">
                  <c:v>0.0269802758327</c:v>
                </c:pt>
                <c:pt idx="298">
                  <c:v>0.0271682998968</c:v>
                </c:pt>
                <c:pt idx="299">
                  <c:v>0.027358236527</c:v>
                </c:pt>
                <c:pt idx="300">
                  <c:v>0.0275501075711</c:v>
                </c:pt>
                <c:pt idx="301">
                  <c:v>0.0277439350407</c:v>
                </c:pt>
                <c:pt idx="302">
                  <c:v>0.0279397411062</c:v>
                </c:pt>
                <c:pt idx="303">
                  <c:v>0.028137548092</c:v>
                </c:pt>
                <c:pt idx="304">
                  <c:v>0.0283373784707</c:v>
                </c:pt>
                <c:pt idx="305">
                  <c:v>0.0285392548578</c:v>
                </c:pt>
                <c:pt idx="306">
                  <c:v>0.0287432000046</c:v>
                </c:pt>
                <c:pt idx="307">
                  <c:v>0.0289492367922</c:v>
                </c:pt>
                <c:pt idx="308">
                  <c:v>0.0291573882236</c:v>
                </c:pt>
                <c:pt idx="309">
                  <c:v>0.0293676774167</c:v>
                </c:pt>
                <c:pt idx="310">
                  <c:v>0.0295801275955</c:v>
                </c:pt>
                <c:pt idx="311">
                  <c:v>0.0297947620816</c:v>
                </c:pt>
                <c:pt idx="312">
                  <c:v>0.0300116042851</c:v>
                </c:pt>
                <c:pt idx="313">
                  <c:v>0.0302306776944</c:v>
                </c:pt>
                <c:pt idx="314">
                  <c:v>0.0304520058663</c:v>
                </c:pt>
                <c:pt idx="315">
                  <c:v>0.0306756124143</c:v>
                </c:pt>
                <c:pt idx="316">
                  <c:v>0.0309015209978</c:v>
                </c:pt>
                <c:pt idx="317">
                  <c:v>0.0311297553089</c:v>
                </c:pt>
                <c:pt idx="318">
                  <c:v>0.0313603390602</c:v>
                </c:pt>
                <c:pt idx="319">
                  <c:v>0.0315932959709</c:v>
                </c:pt>
                <c:pt idx="320">
                  <c:v>0.0318286497521</c:v>
                </c:pt>
                <c:pt idx="321">
                  <c:v>0.0320664240922</c:v>
                </c:pt>
                <c:pt idx="322">
                  <c:v>0.032306642641</c:v>
                </c:pt>
                <c:pt idx="323">
                  <c:v>0.0325493289926</c:v>
                </c:pt>
                <c:pt idx="324">
                  <c:v>0.0327945066684</c:v>
                </c:pt>
                <c:pt idx="325">
                  <c:v>0.0330421990989</c:v>
                </c:pt>
                <c:pt idx="326">
                  <c:v>0.0332924296043</c:v>
                </c:pt>
                <c:pt idx="327">
                  <c:v>0.0335452213747</c:v>
                </c:pt>
                <c:pt idx="328">
                  <c:v>0.0338005974492</c:v>
                </c:pt>
                <c:pt idx="329">
                  <c:v>0.0340585806941</c:v>
                </c:pt>
                <c:pt idx="330">
                  <c:v>0.0343191937803</c:v>
                </c:pt>
                <c:pt idx="331">
                  <c:v>0.0345824591599</c:v>
                </c:pt>
                <c:pt idx="332">
                  <c:v>0.0348483990411</c:v>
                </c:pt>
                <c:pt idx="333">
                  <c:v>0.0351170353629</c:v>
                </c:pt>
                <c:pt idx="334">
                  <c:v>0.0353883897686</c:v>
                </c:pt>
                <c:pt idx="335">
                  <c:v>0.0356624835783</c:v>
                </c:pt>
                <c:pt idx="336">
                  <c:v>0.0359393377599</c:v>
                </c:pt>
                <c:pt idx="337">
                  <c:v>0.0362189729</c:v>
                </c:pt>
                <c:pt idx="338">
                  <c:v>0.036501409173</c:v>
                </c:pt>
                <c:pt idx="339">
                  <c:v>0.0367866663092</c:v>
                </c:pt>
                <c:pt idx="340">
                  <c:v>0.0370747635625</c:v>
                </c:pt>
                <c:pt idx="341">
                  <c:v>0.0373657196763</c:v>
                </c:pt>
                <c:pt idx="342">
                  <c:v>0.0376595528487</c:v>
                </c:pt>
                <c:pt idx="343">
                  <c:v>0.0379562806966</c:v>
                </c:pt>
                <c:pt idx="344">
                  <c:v>0.0382559202188</c:v>
                </c:pt>
                <c:pt idx="345">
                  <c:v>0.0385584877581</c:v>
                </c:pt>
                <c:pt idx="346">
                  <c:v>0.0388639989622</c:v>
                </c:pt>
                <c:pt idx="347">
                  <c:v>0.039172468744</c:v>
                </c:pt>
                <c:pt idx="348">
                  <c:v>0.0394839112401</c:v>
                </c:pt>
                <c:pt idx="349">
                  <c:v>0.0397983397697</c:v>
                </c:pt>
                <c:pt idx="350">
                  <c:v>0.0401157667911</c:v>
                </c:pt>
                <c:pt idx="351">
                  <c:v>0.0404362038587</c:v>
                </c:pt>
                <c:pt idx="352">
                  <c:v>0.0407596615778</c:v>
                </c:pt>
                <c:pt idx="353">
                  <c:v>0.0410861495598</c:v>
                </c:pt>
                <c:pt idx="354">
                  <c:v>0.0414156763762</c:v>
                </c:pt>
                <c:pt idx="355">
                  <c:v>0.0417482495118</c:v>
                </c:pt>
                <c:pt idx="356">
                  <c:v>0.042083875317</c:v>
                </c:pt>
                <c:pt idx="357">
                  <c:v>0.042422558961</c:v>
                </c:pt>
                <c:pt idx="358">
                  <c:v>0.0427643043824</c:v>
                </c:pt>
                <c:pt idx="359">
                  <c:v>0.0431091142413</c:v>
                </c:pt>
                <c:pt idx="360">
                  <c:v>0.0434569898702</c:v>
                </c:pt>
                <c:pt idx="361">
                  <c:v>0.0438079312247</c:v>
                </c:pt>
                <c:pt idx="362">
                  <c:v>0.0441619368344</c:v>
                </c:pt>
                <c:pt idx="363">
                  <c:v>0.0445190037543</c:v>
                </c:pt>
                <c:pt idx="364">
                  <c:v>0.0448791275149</c:v>
                </c:pt>
                <c:pt idx="365">
                  <c:v>0.0452423020743</c:v>
                </c:pt>
                <c:pt idx="366">
                  <c:v>0.0456085197699</c:v>
                </c:pt>
                <c:pt idx="367">
                  <c:v>0.0459777712702</c:v>
                </c:pt>
                <c:pt idx="368">
                  <c:v>0.0463500455286</c:v>
                </c:pt>
                <c:pt idx="369">
                  <c:v>0.046725329737</c:v>
                </c:pt>
                <c:pt idx="370">
                  <c:v>0.0471036092806</c:v>
                </c:pt>
                <c:pt idx="371">
                  <c:v>0.0474848676946</c:v>
                </c:pt>
                <c:pt idx="372">
                  <c:v>0.0478690866216</c:v>
                </c:pt>
                <c:pt idx="373">
                  <c:v>0.0482562457709</c:v>
                </c:pt>
                <c:pt idx="374">
                  <c:v>0.0486463228792</c:v>
                </c:pt>
                <c:pt idx="375">
                  <c:v>0.049039293674</c:v>
                </c:pt>
                <c:pt idx="376">
                  <c:v>0.0494351318382</c:v>
                </c:pt>
                <c:pt idx="377">
                  <c:v>0.049833808978</c:v>
                </c:pt>
                <c:pt idx="378">
                  <c:v>0.0502352945924</c:v>
                </c:pt>
                <c:pt idx="379">
                  <c:v>0.0506395560463</c:v>
                </c:pt>
                <c:pt idx="380">
                  <c:v>0.0510465585463</c:v>
                </c:pt>
                <c:pt idx="381">
                  <c:v>0.0514562651191</c:v>
                </c:pt>
                <c:pt idx="382">
                  <c:v>0.0518686365939</c:v>
                </c:pt>
                <c:pt idx="383">
                  <c:v>0.0522836315882</c:v>
                </c:pt>
                <c:pt idx="384">
                  <c:v>0.0527012064973</c:v>
                </c:pt>
                <c:pt idx="385">
                  <c:v>0.0531213154877</c:v>
                </c:pt>
                <c:pt idx="386">
                  <c:v>0.0535439104944</c:v>
                </c:pt>
                <c:pt idx="387">
                  <c:v>0.0539689412228</c:v>
                </c:pt>
                <c:pt idx="388">
                  <c:v>0.054396355155</c:v>
                </c:pt>
                <c:pt idx="389">
                  <c:v>0.0548260975603</c:v>
                </c:pt>
                <c:pt idx="390">
                  <c:v>0.0552581115111</c:v>
                </c:pt>
                <c:pt idx="391">
                  <c:v>0.0556923379026</c:v>
                </c:pt>
                <c:pt idx="392">
                  <c:v>0.0561287154788</c:v>
                </c:pt>
                <c:pt idx="393">
                  <c:v>0.056567180862</c:v>
                </c:pt>
                <c:pt idx="394">
                  <c:v>0.0570076685888</c:v>
                </c:pt>
                <c:pt idx="395">
                  <c:v>0.0574501111501</c:v>
                </c:pt>
                <c:pt idx="396">
                  <c:v>0.0578944390373</c:v>
                </c:pt>
                <c:pt idx="397">
                  <c:v>0.0583405807926</c:v>
                </c:pt>
                <c:pt idx="398">
                  <c:v>0.0587884630654</c:v>
                </c:pt>
                <c:pt idx="399">
                  <c:v>0.0592380106734</c:v>
                </c:pt>
                <c:pt idx="400">
                  <c:v>0.0596891466685</c:v>
                </c:pt>
                <c:pt idx="401">
                  <c:v>0.0601417924084</c:v>
                </c:pt>
                <c:pt idx="402">
                  <c:v>0.0605958676325</c:v>
                </c:pt>
                <c:pt idx="403">
                  <c:v>0.0610512905423</c:v>
                </c:pt>
                <c:pt idx="404">
                  <c:v>0.0615079778872</c:v>
                </c:pt>
                <c:pt idx="405">
                  <c:v>0.0619658450537</c:v>
                </c:pt>
                <c:pt idx="406">
                  <c:v>0.0624248061598</c:v>
                </c:pt>
                <c:pt idx="407">
                  <c:v>0.062884774152</c:v>
                </c:pt>
                <c:pt idx="408">
                  <c:v>0.0633456609071</c:v>
                </c:pt>
                <c:pt idx="409">
                  <c:v>0.0638073773369</c:v>
                </c:pt>
                <c:pt idx="410">
                  <c:v>0.0642698334959</c:v>
                </c:pt>
                <c:pt idx="411">
                  <c:v>0.064732938692</c:v>
                </c:pt>
                <c:pt idx="412">
                  <c:v>0.0651966015991</c:v>
                </c:pt>
                <c:pt idx="413">
                  <c:v>0.0656607303724</c:v>
                </c:pt>
                <c:pt idx="414">
                  <c:v>0.066125232765</c:v>
                </c:pt>
                <c:pt idx="415">
                  <c:v>0.0665900162457</c:v>
                </c:pt>
                <c:pt idx="416">
                  <c:v>0.0670549881182</c:v>
                </c:pt>
                <c:pt idx="417">
                  <c:v>0.0675200556401</c:v>
                </c:pt>
                <c:pt idx="418">
                  <c:v>0.0679851261428</c:v>
                </c:pt>
                <c:pt idx="419">
                  <c:v>0.0684501071505</c:v>
                </c:pt>
                <c:pt idx="420">
                  <c:v>0.068914906499</c:v>
                </c:pt>
                <c:pt idx="421">
                  <c:v>0.0693794324528</c:v>
                </c:pt>
                <c:pt idx="422">
                  <c:v>0.069843593822</c:v>
                </c:pt>
                <c:pt idx="423">
                  <c:v>0.0703073000756</c:v>
                </c:pt>
                <c:pt idx="424">
                  <c:v>0.0707704614542</c:v>
                </c:pt>
                <c:pt idx="425">
                  <c:v>0.0712329890795</c:v>
                </c:pt>
                <c:pt idx="426">
                  <c:v>0.0716947950607</c:v>
                </c:pt>
                <c:pt idx="427">
                  <c:v>0.0721557925982</c:v>
                </c:pt>
                <c:pt idx="428">
                  <c:v>0.0726158960836</c:v>
                </c:pt>
                <c:pt idx="429">
                  <c:v>0.0730750211959</c:v>
                </c:pt>
                <c:pt idx="430">
                  <c:v>0.0735330849936</c:v>
                </c:pt>
                <c:pt idx="431">
                  <c:v>0.073990006003</c:v>
                </c:pt>
                <c:pt idx="432">
                  <c:v>0.0744457043016</c:v>
                </c:pt>
                <c:pt idx="433">
                  <c:v>0.0749001015966</c:v>
                </c:pt>
                <c:pt idx="434">
                  <c:v>0.0753531213</c:v>
                </c:pt>
                <c:pt idx="435">
                  <c:v>0.0758046885968</c:v>
                </c:pt>
                <c:pt idx="436">
                  <c:v>0.0762547305099</c:v>
                </c:pt>
                <c:pt idx="437">
                  <c:v>0.0767031759586</c:v>
                </c:pt>
                <c:pt idx="438">
                  <c:v>0.0771499558132</c:v>
                </c:pt>
                <c:pt idx="439">
                  <c:v>0.0775950029433</c:v>
                </c:pt>
                <c:pt idx="440">
                  <c:v>0.0780382522616</c:v>
                </c:pt>
                <c:pt idx="441">
                  <c:v>0.0784796407623</c:v>
                </c:pt>
                <c:pt idx="442">
                  <c:v>0.0789191075542</c:v>
                </c:pt>
                <c:pt idx="443">
                  <c:v>0.0793565938893</c:v>
                </c:pt>
                <c:pt idx="444">
                  <c:v>0.0797920431855</c:v>
                </c:pt>
                <c:pt idx="445">
                  <c:v>0.0802254010454</c:v>
                </c:pt>
                <c:pt idx="446">
                  <c:v>0.0806566152696</c:v>
                </c:pt>
                <c:pt idx="447">
                  <c:v>0.0810856358655</c:v>
                </c:pt>
                <c:pt idx="448">
                  <c:v>0.0815124150519</c:v>
                </c:pt>
                <c:pt idx="449">
                  <c:v>0.0819369072586</c:v>
                </c:pt>
                <c:pt idx="450">
                  <c:v>0.0823590691225</c:v>
                </c:pt>
                <c:pt idx="451">
                  <c:v>0.0827788594793</c:v>
                </c:pt>
                <c:pt idx="452">
                  <c:v>0.083196239351</c:v>
                </c:pt>
                <c:pt idx="453">
                  <c:v>0.0836111719305</c:v>
                </c:pt>
                <c:pt idx="454">
                  <c:v>0.0840236225622</c:v>
                </c:pt>
                <c:pt idx="455">
                  <c:v>0.0844335587193</c:v>
                </c:pt>
                <c:pt idx="456">
                  <c:v>0.0848409499784</c:v>
                </c:pt>
                <c:pt idx="457">
                  <c:v>0.0852457679906</c:v>
                </c:pt>
                <c:pt idx="458">
                  <c:v>0.0856479864506</c:v>
                </c:pt>
                <c:pt idx="459">
                  <c:v>0.0860475810627</c:v>
                </c:pt>
                <c:pt idx="460">
                  <c:v>0.0864445295051</c:v>
                </c:pt>
                <c:pt idx="461">
                  <c:v>0.0868388113916</c:v>
                </c:pt>
                <c:pt idx="462">
                  <c:v>0.0872304082315</c:v>
                </c:pt>
                <c:pt idx="463">
                  <c:v>0.0876193033882</c:v>
                </c:pt>
                <c:pt idx="464">
                  <c:v>0.088005482036</c:v>
                </c:pt>
                <c:pt idx="465">
                  <c:v>0.0883889311152</c:v>
                </c:pt>
                <c:pt idx="466">
                  <c:v>0.0887696392867</c:v>
                </c:pt>
                <c:pt idx="467">
                  <c:v>0.0891475968852</c:v>
                </c:pt>
                <c:pt idx="468">
                  <c:v>0.0895227958719</c:v>
                </c:pt>
                <c:pt idx="469">
                  <c:v>0.0898952297859</c:v>
                </c:pt>
                <c:pt idx="470">
                  <c:v>0.090264893696</c:v>
                </c:pt>
                <c:pt idx="471">
                  <c:v>0.0906317841513</c:v>
                </c:pt>
                <c:pt idx="472">
                  <c:v>0.090995899132</c:v>
                </c:pt>
                <c:pt idx="473">
                  <c:v>0.0913572379999</c:v>
                </c:pt>
                <c:pt idx="474">
                  <c:v>0.0917158014495</c:v>
                </c:pt>
                <c:pt idx="475">
                  <c:v>0.092071591458</c:v>
                </c:pt>
                <c:pt idx="476">
                  <c:v>0.0924246112368</c:v>
                </c:pt>
                <c:pt idx="477">
                  <c:v>0.0927748651825</c:v>
                </c:pt>
                <c:pt idx="478">
                  <c:v>0.0931223588291</c:v>
                </c:pt>
                <c:pt idx="479">
                  <c:v>0.0934670987995</c:v>
                </c:pt>
                <c:pt idx="480">
                  <c:v>0.0938090927591</c:v>
                </c:pt>
                <c:pt idx="481">
                  <c:v>0.0941483493687</c:v>
                </c:pt>
                <c:pt idx="482">
                  <c:v>0.0944848782389</c:v>
                </c:pt>
                <c:pt idx="483">
                  <c:v>0.0948186898853</c:v>
                </c:pt>
                <c:pt idx="484">
                  <c:v>0.0951497956837</c:v>
                </c:pt>
                <c:pt idx="485">
                  <c:v>0.0954782078274</c:v>
                </c:pt>
                <c:pt idx="486">
                  <c:v>0.0958039392845</c:v>
                </c:pt>
                <c:pt idx="487">
                  <c:v>0.0961270037563</c:v>
                </c:pt>
                <c:pt idx="488">
                  <c:v>0.096447415637</c:v>
                </c:pt>
                <c:pt idx="489">
                  <c:v>0.0967651899742</c:v>
                </c:pt>
                <c:pt idx="490">
                  <c:v>0.0970803424302</c:v>
                </c:pt>
                <c:pt idx="491">
                  <c:v>0.0973928892449</c:v>
                </c:pt>
                <c:pt idx="492">
                  <c:v>0.0977028471993</c:v>
                </c:pt>
                <c:pt idx="493">
                  <c:v>0.0980102335799</c:v>
                </c:pt>
                <c:pt idx="494">
                  <c:v>0.0983150661451</c:v>
                </c:pt>
                <c:pt idx="495">
                  <c:v>0.0986173630915</c:v>
                </c:pt>
                <c:pt idx="496">
                  <c:v>0.0989171430219</c:v>
                </c:pt>
                <c:pt idx="497">
                  <c:v>0.0992144249145</c:v>
                </c:pt>
                <c:pt idx="498">
                  <c:v>0.0995092280928</c:v>
                </c:pt>
                <c:pt idx="499">
                  <c:v>0.0998015721969</c:v>
                </c:pt>
                <c:pt idx="500">
                  <c:v>0.100091477155</c:v>
                </c:pt>
                <c:pt idx="501">
                  <c:v>0.100378963159</c:v>
                </c:pt>
                <c:pt idx="502">
                  <c:v>0.100664050634</c:v>
                </c:pt>
                <c:pt idx="503">
                  <c:v>0.100946760218</c:v>
                </c:pt>
                <c:pt idx="504">
                  <c:v>0.101227112737</c:v>
                </c:pt>
                <c:pt idx="505">
                  <c:v>0.101505129181</c:v>
                </c:pt>
                <c:pt idx="506">
                  <c:v>0.101780830684</c:v>
                </c:pt>
                <c:pt idx="507">
                  <c:v>0.1020542385</c:v>
                </c:pt>
                <c:pt idx="508">
                  <c:v>0.102325373987</c:v>
                </c:pt>
                <c:pt idx="509">
                  <c:v>0.102594258585</c:v>
                </c:pt>
                <c:pt idx="510">
                  <c:v>0.1028609138</c:v>
                </c:pt>
                <c:pt idx="511">
                  <c:v>0.103125361183</c:v>
                </c:pt>
                <c:pt idx="512">
                  <c:v>0.103387622318</c:v>
                </c:pt>
                <c:pt idx="513">
                  <c:v>0.103647718802</c:v>
                </c:pt>
                <c:pt idx="514">
                  <c:v>0.103905672234</c:v>
                </c:pt>
                <c:pt idx="515">
                  <c:v>0.104161504196</c:v>
                </c:pt>
                <c:pt idx="516">
                  <c:v>0.104415236246</c:v>
                </c:pt>
                <c:pt idx="517">
                  <c:v>0.104666889897</c:v>
                </c:pt>
                <c:pt idx="518">
                  <c:v>0.104916486611</c:v>
                </c:pt>
                <c:pt idx="519">
                  <c:v>0.105164047787</c:v>
                </c:pt>
                <c:pt idx="520">
                  <c:v>0.105409594747</c:v>
                </c:pt>
                <c:pt idx="521">
                  <c:v>0.105653148727</c:v>
                </c:pt>
                <c:pt idx="522">
                  <c:v>0.105894730869</c:v>
                </c:pt>
                <c:pt idx="523">
                  <c:v>0.106134362209</c:v>
                </c:pt>
                <c:pt idx="524">
                  <c:v>0.106372063672</c:v>
                </c:pt>
                <c:pt idx="525">
                  <c:v>0.10660785606</c:v>
                </c:pt>
                <c:pt idx="526">
                  <c:v>0.106841760048</c:v>
                </c:pt>
                <c:pt idx="527">
                  <c:v>0.107073796175</c:v>
                </c:pt>
                <c:pt idx="528">
                  <c:v>0.107303984836</c:v>
                </c:pt>
                <c:pt idx="529">
                  <c:v>0.107532346279</c:v>
                </c:pt>
                <c:pt idx="530">
                  <c:v>0.107758900598</c:v>
                </c:pt>
                <c:pt idx="531">
                  <c:v>0.107983667727</c:v>
                </c:pt>
                <c:pt idx="532">
                  <c:v>0.108206667436</c:v>
                </c:pt>
                <c:pt idx="533">
                  <c:v>0.108427919325</c:v>
                </c:pt>
                <c:pt idx="534">
                  <c:v>0.108647442821</c:v>
                </c:pt>
                <c:pt idx="535">
                  <c:v>0.108865257175</c:v>
                </c:pt>
                <c:pt idx="536">
                  <c:v>0.109081381455</c:v>
                </c:pt>
                <c:pt idx="537">
                  <c:v>0.109295834549</c:v>
                </c:pt>
                <c:pt idx="538">
                  <c:v>0.109508635155</c:v>
                </c:pt>
                <c:pt idx="539">
                  <c:v>0.109719801781</c:v>
                </c:pt>
                <c:pt idx="540">
                  <c:v>0.109929352747</c:v>
                </c:pt>
                <c:pt idx="541">
                  <c:v>0.110137306174</c:v>
                </c:pt>
                <c:pt idx="542">
                  <c:v>0.11034367999</c:v>
                </c:pt>
                <c:pt idx="543">
                  <c:v>0.110548491926</c:v>
                </c:pt>
                <c:pt idx="544">
                  <c:v>0.110751759511</c:v>
                </c:pt>
                <c:pt idx="545">
                  <c:v>0.110953500077</c:v>
                </c:pt>
                <c:pt idx="546">
                  <c:v>0.111153730751</c:v>
                </c:pt>
                <c:pt idx="547">
                  <c:v>0.111352468459</c:v>
                </c:pt>
                <c:pt idx="548">
                  <c:v>0.111549729925</c:v>
                </c:pt>
                <c:pt idx="549">
                  <c:v>0.111745531668</c:v>
                </c:pt>
                <c:pt idx="550">
                  <c:v>0.111939890004</c:v>
                </c:pt>
                <c:pt idx="551">
                  <c:v>0.112132821042</c:v>
                </c:pt>
                <c:pt idx="552">
                  <c:v>0.112324340689</c:v>
                </c:pt>
                <c:pt idx="553">
                  <c:v>0.112514464646</c:v>
                </c:pt>
                <c:pt idx="554">
                  <c:v>0.112703208411</c:v>
                </c:pt>
                <c:pt idx="555">
                  <c:v>0.112890587275</c:v>
                </c:pt>
                <c:pt idx="556">
                  <c:v>0.113076616329</c:v>
                </c:pt>
                <c:pt idx="557">
                  <c:v>0.113261310458</c:v>
                </c:pt>
                <c:pt idx="558">
                  <c:v>0.113444684343</c:v>
                </c:pt>
                <c:pt idx="559">
                  <c:v>0.113626752466</c:v>
                </c:pt>
                <c:pt idx="560">
                  <c:v>0.113807529105</c:v>
                </c:pt>
                <c:pt idx="561">
                  <c:v>0.113987028337</c:v>
                </c:pt>
                <c:pt idx="562">
                  <c:v>0.11416526404</c:v>
                </c:pt>
                <c:pt idx="563">
                  <c:v>0.114342249893</c:v>
                </c:pt>
                <c:pt idx="564">
                  <c:v>0.114517999377</c:v>
                </c:pt>
                <c:pt idx="565">
                  <c:v>0.114692525775</c:v>
                </c:pt>
                <c:pt idx="566">
                  <c:v>0.114865842175</c:v>
                </c:pt>
                <c:pt idx="567">
                  <c:v>0.115037961469</c:v>
                </c:pt>
                <c:pt idx="568">
                  <c:v>0.115208896356</c:v>
                </c:pt>
                <c:pt idx="569">
                  <c:v>0.115378659343</c:v>
                </c:pt>
                <c:pt idx="570">
                  <c:v>0.115547262745</c:v>
                </c:pt>
                <c:pt idx="571">
                  <c:v>0.115714718687</c:v>
                </c:pt>
                <c:pt idx="572">
                  <c:v>0.115881039105</c:v>
                </c:pt>
                <c:pt idx="573">
                  <c:v>0.116046235749</c:v>
                </c:pt>
                <c:pt idx="574">
                  <c:v>0.116210320181</c:v>
                </c:pt>
                <c:pt idx="575">
                  <c:v>0.116373303778</c:v>
                </c:pt>
                <c:pt idx="576">
                  <c:v>0.116535197737</c:v>
                </c:pt>
                <c:pt idx="577">
                  <c:v>0.11669601307</c:v>
                </c:pt>
                <c:pt idx="578">
                  <c:v>0.116855760609</c:v>
                </c:pt>
                <c:pt idx="579">
                  <c:v>0.117014451007</c:v>
                </c:pt>
                <c:pt idx="580">
                  <c:v>0.117172094739</c:v>
                </c:pt>
                <c:pt idx="581">
                  <c:v>0.117328702104</c:v>
                </c:pt>
                <c:pt idx="582">
                  <c:v>0.117484283227</c:v>
                </c:pt>
                <c:pt idx="583">
                  <c:v>0.117638848057</c:v>
                </c:pt>
                <c:pt idx="584">
                  <c:v>0.117792406374</c:v>
                </c:pt>
                <c:pt idx="585">
                  <c:v>0.117944967786</c:v>
                </c:pt>
                <c:pt idx="586">
                  <c:v>0.118096541732</c:v>
                </c:pt>
                <c:pt idx="587">
                  <c:v>0.118247137483</c:v>
                </c:pt>
                <c:pt idx="588">
                  <c:v>0.118396764143</c:v>
                </c:pt>
                <c:pt idx="589">
                  <c:v>0.118545430654</c:v>
                </c:pt>
                <c:pt idx="590">
                  <c:v>0.118693145792</c:v>
                </c:pt>
                <c:pt idx="591">
                  <c:v>0.118839918173</c:v>
                </c:pt>
                <c:pt idx="592">
                  <c:v>0.11898575625</c:v>
                </c:pt>
                <c:pt idx="593">
                  <c:v>0.119130668319</c:v>
                </c:pt>
                <c:pt idx="594">
                  <c:v>0.119274662518</c:v>
                </c:pt>
                <c:pt idx="595">
                  <c:v>0.119417746827</c:v>
                </c:pt>
                <c:pt idx="596">
                  <c:v>0.119559929073</c:v>
                </c:pt>
                <c:pt idx="597">
                  <c:v>0.119701216928</c:v>
                </c:pt>
                <c:pt idx="598">
                  <c:v>0.119841617912</c:v>
                </c:pt>
                <c:pt idx="599">
                  <c:v>0.119981139394</c:v>
                </c:pt>
                <c:pt idx="600">
                  <c:v>0.120119788595</c:v>
                </c:pt>
                <c:pt idx="601">
                  <c:v>0.120257572583</c:v>
                </c:pt>
                <c:pt idx="602">
                  <c:v>0.120394498284</c:v>
                </c:pt>
                <c:pt idx="603">
                  <c:v>0.120530572474</c:v>
                </c:pt>
                <c:pt idx="604">
                  <c:v>0.120665801787</c:v>
                </c:pt>
                <c:pt idx="605">
                  <c:v>0.120800192712</c:v>
                </c:pt>
                <c:pt idx="606">
                  <c:v>0.120933751597</c:v>
                </c:pt>
                <c:pt idx="607">
                  <c:v>0.121066484647</c:v>
                </c:pt>
                <c:pt idx="608">
                  <c:v>0.121198397929</c:v>
                </c:pt>
                <c:pt idx="609">
                  <c:v>0.121329497369</c:v>
                </c:pt>
                <c:pt idx="610">
                  <c:v>0.121459788757</c:v>
                </c:pt>
                <c:pt idx="611">
                  <c:v>0.121589277746</c:v>
                </c:pt>
                <c:pt idx="612">
                  <c:v>0.121717969854</c:v>
                </c:pt>
                <c:pt idx="613">
                  <c:v>0.121845870462</c:v>
                </c:pt>
                <c:pt idx="614">
                  <c:v>0.121972984821</c:v>
                </c:pt>
                <c:pt idx="615">
                  <c:v>0.122099318047</c:v>
                </c:pt>
                <c:pt idx="616">
                  <c:v>0.122224875126</c:v>
                </c:pt>
                <c:pt idx="617">
                  <c:v>0.122349660912</c:v>
                </c:pt>
                <c:pt idx="618">
                  <c:v>0.122473680131</c:v>
                </c:pt>
                <c:pt idx="619">
                  <c:v>0.12259693738</c:v>
                </c:pt>
                <c:pt idx="620">
                  <c:v>0.122719437127</c:v>
                </c:pt>
                <c:pt idx="621">
                  <c:v>0.122841183714</c:v>
                </c:pt>
                <c:pt idx="622">
                  <c:v>0.122962181358</c:v>
                </c:pt>
                <c:pt idx="623">
                  <c:v>0.123082434149</c:v>
                </c:pt>
                <c:pt idx="624">
                  <c:v>0.123201946053</c:v>
                </c:pt>
                <c:pt idx="625">
                  <c:v>0.123320720912</c:v>
                </c:pt>
                <c:pt idx="626">
                  <c:v>0.123438762447</c:v>
                </c:pt>
                <c:pt idx="627">
                  <c:v>0.123556074255</c:v>
                </c:pt>
                <c:pt idx="628">
                  <c:v>0.123672659811</c:v>
                </c:pt>
                <c:pt idx="629">
                  <c:v>0.12378852247</c:v>
                </c:pt>
                <c:pt idx="630">
                  <c:v>0.123903665467</c:v>
                </c:pt>
                <c:pt idx="631">
                  <c:v>0.124018091917</c:v>
                </c:pt>
                <c:pt idx="632">
                  <c:v>0.124131804815</c:v>
                </c:pt>
                <c:pt idx="633">
                  <c:v>0.12424480704</c:v>
                </c:pt>
                <c:pt idx="634">
                  <c:v>0.12435710135</c:v>
                </c:pt>
                <c:pt idx="635">
                  <c:v>0.124468690387</c:v>
                </c:pt>
                <c:pt idx="636">
                  <c:v>0.124579576677</c:v>
                </c:pt>
                <c:pt idx="637">
                  <c:v>0.124689762628</c:v>
                </c:pt>
                <c:pt idx="638">
                  <c:v>0.124799250533</c:v>
                </c:pt>
                <c:pt idx="639">
                  <c:v>0.124908042568</c:v>
                </c:pt>
                <c:pt idx="640">
                  <c:v>0.125016140795</c:v>
                </c:pt>
                <c:pt idx="641">
                  <c:v>0.125123547161</c:v>
                </c:pt>
                <c:pt idx="642">
                  <c:v>0.125230263499</c:v>
                </c:pt>
                <c:pt idx="643">
                  <c:v>0.125336291526</c:v>
                </c:pt>
                <c:pt idx="644">
                  <c:v>0.125441632846</c:v>
                </c:pt>
                <c:pt idx="645">
                  <c:v>0.125546288951</c:v>
                </c:pt>
                <c:pt idx="646">
                  <c:v>0.125650261216</c:v>
                </c:pt>
                <c:pt idx="647">
                  <c:v>0.125753550906</c:v>
                </c:pt>
                <c:pt idx="648">
                  <c:v>0.125856159172</c:v>
                </c:pt>
                <c:pt idx="649">
                  <c:v>0.125958087051</c:v>
                </c:pt>
                <c:pt idx="650">
                  <c:v>0.126059335468</c:v>
                </c:pt>
                <c:pt idx="651">
                  <c:v>0.126159905237</c:v>
                </c:pt>
                <c:pt idx="652">
                  <c:v>0.126259797057</c:v>
                </c:pt>
                <c:pt idx="653">
                  <c:v>0.126359011515</c:v>
                </c:pt>
                <c:pt idx="654">
                  <c:v>0.126457549088</c:v>
                </c:pt>
                <c:pt idx="655">
                  <c:v>0.126555410136</c:v>
                </c:pt>
                <c:pt idx="656">
                  <c:v>0.126652594911</c:v>
                </c:pt>
                <c:pt idx="657">
                  <c:v>0.126749103549</c:v>
                </c:pt>
                <c:pt idx="658">
                  <c:v>0.126844936077</c:v>
                </c:pt>
                <c:pt idx="659">
                  <c:v>0.126940092406</c:v>
                </c:pt>
                <c:pt idx="660">
                  <c:v>0.127034572335</c:v>
                </c:pt>
                <c:pt idx="661">
                  <c:v>0.127128375553</c:v>
                </c:pt>
                <c:pt idx="662">
                  <c:v>0.127221501632</c:v>
                </c:pt>
                <c:pt idx="663">
                  <c:v>0.127313950032</c:v>
                </c:pt>
                <c:pt idx="664">
                  <c:v>0.127405720101</c:v>
                </c:pt>
                <c:pt idx="665">
                  <c:v>0.127496811072</c:v>
                </c:pt>
                <c:pt idx="666">
                  <c:v>0.127587222064</c:v>
                </c:pt>
                <c:pt idx="667">
                  <c:v>0.127676952082</c:v>
                </c:pt>
                <c:pt idx="668">
                  <c:v>0.127766000017</c:v>
                </c:pt>
                <c:pt idx="669">
                  <c:v>0.127854364644</c:v>
                </c:pt>
                <c:pt idx="670">
                  <c:v>0.127942044623</c:v>
                </c:pt>
                <c:pt idx="671">
                  <c:v>0.128029038499</c:v>
                </c:pt>
                <c:pt idx="672">
                  <c:v>0.1281153447</c:v>
                </c:pt>
                <c:pt idx="673">
                  <c:v>0.12820096154</c:v>
                </c:pt>
                <c:pt idx="674">
                  <c:v>0.128285887212</c:v>
                </c:pt>
                <c:pt idx="675">
                  <c:v>0.128370119796</c:v>
                </c:pt>
                <c:pt idx="676">
                  <c:v>0.12845365725</c:v>
                </c:pt>
                <c:pt idx="677">
                  <c:v>0.128536497416</c:v>
                </c:pt>
                <c:pt idx="678">
                  <c:v>0.128618638016</c:v>
                </c:pt>
                <c:pt idx="679">
                  <c:v>0.128700076653</c:v>
                </c:pt>
                <c:pt idx="680">
                  <c:v>0.128780810809</c:v>
                </c:pt>
                <c:pt idx="681">
                  <c:v>0.128860837847</c:v>
                </c:pt>
                <c:pt idx="682">
                  <c:v>0.128940155006</c:v>
                </c:pt>
                <c:pt idx="683">
                  <c:v>0.129018759403</c:v>
                </c:pt>
                <c:pt idx="684">
                  <c:v>0.129096648035</c:v>
                </c:pt>
                <c:pt idx="685">
                  <c:v>0.129173817771</c:v>
                </c:pt>
                <c:pt idx="686">
                  <c:v>0.12925026536</c:v>
                </c:pt>
                <c:pt idx="687">
                  <c:v>0.129325987421</c:v>
                </c:pt>
                <c:pt idx="688">
                  <c:v>0.129400980452</c:v>
                </c:pt>
                <c:pt idx="689">
                  <c:v>0.129475240821</c:v>
                </c:pt>
                <c:pt idx="690">
                  <c:v>0.129548764768</c:v>
                </c:pt>
                <c:pt idx="691">
                  <c:v>0.129621548406</c:v>
                </c:pt>
                <c:pt idx="692">
                  <c:v>0.129693587717</c:v>
                </c:pt>
                <c:pt idx="693">
                  <c:v>0.129764878555</c:v>
                </c:pt>
                <c:pt idx="694">
                  <c:v>0.12983541664</c:v>
                </c:pt>
                <c:pt idx="695">
                  <c:v>0.129905197559</c:v>
                </c:pt>
                <c:pt idx="696">
                  <c:v>0.129974216769</c:v>
                </c:pt>
                <c:pt idx="697">
                  <c:v>0.130042469589</c:v>
                </c:pt>
                <c:pt idx="698">
                  <c:v>0.130109951203</c:v>
                </c:pt>
                <c:pt idx="699">
                  <c:v>0.130176656661</c:v>
                </c:pt>
                <c:pt idx="700">
                  <c:v>0.130242580871</c:v>
                </c:pt>
                <c:pt idx="701">
                  <c:v>0.130307718604</c:v>
                </c:pt>
                <c:pt idx="702">
                  <c:v>0.130372064493</c:v>
                </c:pt>
                <c:pt idx="703">
                  <c:v>0.130435613024</c:v>
                </c:pt>
                <c:pt idx="704">
                  <c:v>0.130498358546</c:v>
                </c:pt>
                <c:pt idx="705">
                  <c:v>0.13056029526</c:v>
                </c:pt>
                <c:pt idx="706">
                  <c:v>0.130621417224</c:v>
                </c:pt>
                <c:pt idx="707">
                  <c:v>0.130681718348</c:v>
                </c:pt>
                <c:pt idx="708">
                  <c:v>0.130741192394</c:v>
                </c:pt>
                <c:pt idx="709">
                  <c:v>0.130799832976</c:v>
                </c:pt>
                <c:pt idx="710">
                  <c:v>0.130857633555</c:v>
                </c:pt>
                <c:pt idx="711">
                  <c:v>0.130914587441</c:v>
                </c:pt>
                <c:pt idx="712">
                  <c:v>0.130970687791</c:v>
                </c:pt>
                <c:pt idx="713">
                  <c:v>0.131025927605</c:v>
                </c:pt>
                <c:pt idx="714">
                  <c:v>0.131080299726</c:v>
                </c:pt>
                <c:pt idx="715">
                  <c:v>0.131133796841</c:v>
                </c:pt>
                <c:pt idx="716">
                  <c:v>0.131186411473</c:v>
                </c:pt>
                <c:pt idx="717">
                  <c:v>0.131238135988</c:v>
                </c:pt>
                <c:pt idx="718">
                  <c:v>0.131288962584</c:v>
                </c:pt>
                <c:pt idx="719">
                  <c:v>0.131338883297</c:v>
                </c:pt>
                <c:pt idx="720">
                  <c:v>0.131387889994</c:v>
                </c:pt>
                <c:pt idx="721">
                  <c:v>0.131435974377</c:v>
                </c:pt>
                <c:pt idx="722">
                  <c:v>0.131483127972</c:v>
                </c:pt>
                <c:pt idx="723">
                  <c:v>0.131529342139</c:v>
                </c:pt>
                <c:pt idx="724">
                  <c:v>0.131574608058</c:v>
                </c:pt>
                <c:pt idx="725">
                  <c:v>0.131618916738</c:v>
                </c:pt>
                <c:pt idx="726">
                  <c:v>0.131662259007</c:v>
                </c:pt>
                <c:pt idx="727">
                  <c:v>0.131704625514</c:v>
                </c:pt>
                <c:pt idx="728">
                  <c:v>0.131746006726</c:v>
                </c:pt>
                <c:pt idx="729">
                  <c:v>0.131786392927</c:v>
                </c:pt>
                <c:pt idx="730">
                  <c:v>0.131825774213</c:v>
                </c:pt>
                <c:pt idx="731">
                  <c:v>0.131864140494</c:v>
                </c:pt>
                <c:pt idx="732">
                  <c:v>0.131901481489</c:v>
                </c:pt>
                <c:pt idx="733">
                  <c:v>0.131937786724</c:v>
                </c:pt>
                <c:pt idx="734">
                  <c:v>0.131973045533</c:v>
                </c:pt>
                <c:pt idx="735">
                  <c:v>0.132007247049</c:v>
                </c:pt>
                <c:pt idx="736">
                  <c:v>0.132040380211</c:v>
                </c:pt>
                <c:pt idx="737">
                  <c:v>0.132072433754</c:v>
                </c:pt>
                <c:pt idx="738">
                  <c:v>0.132103396208</c:v>
                </c:pt>
                <c:pt idx="739">
                  <c:v>0.132133255901</c:v>
                </c:pt>
                <c:pt idx="740">
                  <c:v>0.132162000951</c:v>
                </c:pt>
                <c:pt idx="741">
                  <c:v>0.132189619264</c:v>
                </c:pt>
                <c:pt idx="742">
                  <c:v>0.132216098534</c:v>
                </c:pt>
                <c:pt idx="743">
                  <c:v>0.132241426242</c:v>
                </c:pt>
                <c:pt idx="744">
                  <c:v>0.132265589646</c:v>
                </c:pt>
                <c:pt idx="745">
                  <c:v>0.132288575788</c:v>
                </c:pt>
                <c:pt idx="746">
                  <c:v>0.132310371485</c:v>
                </c:pt>
                <c:pt idx="747">
                  <c:v>0.132330963329</c:v>
                </c:pt>
                <c:pt idx="748">
                  <c:v>0.132350337683</c:v>
                </c:pt>
                <c:pt idx="749">
                  <c:v>0.132368480681</c:v>
                </c:pt>
                <c:pt idx="750">
                  <c:v>0.132385378223</c:v>
                </c:pt>
                <c:pt idx="751">
                  <c:v>0.132401015971</c:v>
                </c:pt>
                <c:pt idx="752">
                  <c:v>0.132415379352</c:v>
                </c:pt>
                <c:pt idx="753">
                  <c:v>0.132428453548</c:v>
                </c:pt>
                <c:pt idx="754">
                  <c:v>0.132440223499</c:v>
                </c:pt>
                <c:pt idx="755">
                  <c:v>0.132450673899</c:v>
                </c:pt>
                <c:pt idx="756">
                  <c:v>0.13245978919</c:v>
                </c:pt>
                <c:pt idx="757">
                  <c:v>0.132467553564</c:v>
                </c:pt>
                <c:pt idx="758">
                  <c:v>0.132473950955</c:v>
                </c:pt>
                <c:pt idx="759">
                  <c:v>0.132478965043</c:v>
                </c:pt>
                <c:pt idx="760">
                  <c:v>0.132482579245</c:v>
                </c:pt>
                <c:pt idx="761">
                  <c:v>0.132484776715</c:v>
                </c:pt>
                <c:pt idx="762">
                  <c:v>0.13248554034</c:v>
                </c:pt>
                <c:pt idx="763">
                  <c:v>0.13248485274</c:v>
                </c:pt>
                <c:pt idx="764">
                  <c:v>0.13248269626</c:v>
                </c:pt>
                <c:pt idx="765">
                  <c:v>0.132479052973</c:v>
                </c:pt>
                <c:pt idx="766">
                  <c:v>0.132473904675</c:v>
                </c:pt>
                <c:pt idx="767">
                  <c:v>0.132467232878</c:v>
                </c:pt>
                <c:pt idx="768">
                  <c:v>0.132459018814</c:v>
                </c:pt>
                <c:pt idx="769">
                  <c:v>0.13244924343</c:v>
                </c:pt>
                <c:pt idx="770">
                  <c:v>0.13243788738</c:v>
                </c:pt>
                <c:pt idx="771">
                  <c:v>0.132424931032</c:v>
                </c:pt>
                <c:pt idx="772">
                  <c:v>0.132410354455</c:v>
                </c:pt>
                <c:pt idx="773">
                  <c:v>0.132394137425</c:v>
                </c:pt>
                <c:pt idx="774">
                  <c:v>0.132376259416</c:v>
                </c:pt>
                <c:pt idx="775">
                  <c:v>0.132356699602</c:v>
                </c:pt>
                <c:pt idx="776">
                  <c:v>0.132335436849</c:v>
                </c:pt>
                <c:pt idx="777">
                  <c:v>0.13231244972</c:v>
                </c:pt>
                <c:pt idx="778">
                  <c:v>0.132287716465</c:v>
                </c:pt>
                <c:pt idx="779">
                  <c:v>0.132261215022</c:v>
                </c:pt>
                <c:pt idx="780">
                  <c:v>0.132232923017</c:v>
                </c:pt>
                <c:pt idx="781">
                  <c:v>0.132202817755</c:v>
                </c:pt>
                <c:pt idx="782">
                  <c:v>0.132170876225</c:v>
                </c:pt>
                <c:pt idx="783">
                  <c:v>0.132137075094</c:v>
                </c:pt>
                <c:pt idx="784">
                  <c:v>0.132101390704</c:v>
                </c:pt>
                <c:pt idx="785">
                  <c:v>0.132063799073</c:v>
                </c:pt>
                <c:pt idx="786">
                  <c:v>0.132024275889</c:v>
                </c:pt>
                <c:pt idx="787">
                  <c:v>0.131982796515</c:v>
                </c:pt>
                <c:pt idx="788">
                  <c:v>0.131939335979</c:v>
                </c:pt>
                <c:pt idx="789">
                  <c:v>0.131893868978</c:v>
                </c:pt>
                <c:pt idx="790">
                  <c:v>0.131846369875</c:v>
                </c:pt>
                <c:pt idx="791">
                  <c:v>0.131796812697</c:v>
                </c:pt>
                <c:pt idx="792">
                  <c:v>0.131745171135</c:v>
                </c:pt>
                <c:pt idx="793">
                  <c:v>0.131691418543</c:v>
                </c:pt>
                <c:pt idx="794">
                  <c:v>0.131635527934</c:v>
                </c:pt>
                <c:pt idx="795">
                  <c:v>0.131577471986</c:v>
                </c:pt>
                <c:pt idx="796">
                  <c:v>0.131517223033</c:v>
                </c:pt>
                <c:pt idx="797">
                  <c:v>0.131454753071</c:v>
                </c:pt>
                <c:pt idx="798">
                  <c:v>0.131390033758</c:v>
                </c:pt>
                <c:pt idx="799">
                  <c:v>0.131323036409</c:v>
                </c:pt>
                <c:pt idx="800">
                  <c:v>0.131253732002</c:v>
                </c:pt>
                <c:pt idx="801">
                  <c:v>0.131182091174</c:v>
                </c:pt>
                <c:pt idx="802">
                  <c:v>0.131108084225</c:v>
                </c:pt>
                <c:pt idx="803">
                  <c:v>0.13103168112</c:v>
                </c:pt>
                <c:pt idx="804">
                  <c:v>0.130952851487</c:v>
                </c:pt>
                <c:pt idx="805">
                  <c:v>0.130871564621</c:v>
                </c:pt>
                <c:pt idx="806">
                  <c:v>0.130787789485</c:v>
                </c:pt>
                <c:pt idx="807">
                  <c:v>0.130701494716</c:v>
                </c:pt>
                <c:pt idx="808">
                  <c:v>0.130612648621</c:v>
                </c:pt>
                <c:pt idx="809">
                  <c:v>0.130521219188</c:v>
                </c:pt>
                <c:pt idx="810">
                  <c:v>0.130427174084</c:v>
                </c:pt>
                <c:pt idx="811">
                  <c:v>0.130330480661</c:v>
                </c:pt>
                <c:pt idx="812">
                  <c:v>0.130231105962</c:v>
                </c:pt>
                <c:pt idx="813">
                  <c:v>0.130129016724</c:v>
                </c:pt>
                <c:pt idx="814">
                  <c:v>0.130024179381</c:v>
                </c:pt>
                <c:pt idx="815">
                  <c:v>0.129916560078</c:v>
                </c:pt>
                <c:pt idx="816">
                  <c:v>0.129806124669</c:v>
                </c:pt>
                <c:pt idx="817">
                  <c:v>0.129692838728</c:v>
                </c:pt>
                <c:pt idx="818">
                  <c:v>0.129576667557</c:v>
                </c:pt>
                <c:pt idx="819">
                  <c:v>0.129457576193</c:v>
                </c:pt>
                <c:pt idx="820">
                  <c:v>0.129335529416</c:v>
                </c:pt>
                <c:pt idx="821">
                  <c:v>0.129210491762</c:v>
                </c:pt>
                <c:pt idx="822">
                  <c:v>0.12908242753</c:v>
                </c:pt>
                <c:pt idx="823">
                  <c:v>0.128951300794</c:v>
                </c:pt>
                <c:pt idx="824">
                  <c:v>0.128817075415</c:v>
                </c:pt>
                <c:pt idx="825">
                  <c:v>0.128679715052</c:v>
                </c:pt>
                <c:pt idx="826">
                  <c:v>0.128539183177</c:v>
                </c:pt>
                <c:pt idx="827">
                  <c:v>0.12839544309</c:v>
                </c:pt>
                <c:pt idx="828">
                  <c:v>0.128248457932</c:v>
                </c:pt>
                <c:pt idx="829">
                  <c:v>0.1280981907</c:v>
                </c:pt>
                <c:pt idx="830">
                  <c:v>0.127944604265</c:v>
                </c:pt>
                <c:pt idx="831">
                  <c:v>0.127787661394</c:v>
                </c:pt>
                <c:pt idx="832">
                  <c:v>0.12762732476</c:v>
                </c:pt>
                <c:pt idx="833">
                  <c:v>0.127463556969</c:v>
                </c:pt>
                <c:pt idx="834">
                  <c:v>0.127296320578</c:v>
                </c:pt>
                <c:pt idx="835">
                  <c:v>0.127125578118</c:v>
                </c:pt>
                <c:pt idx="836">
                  <c:v>0.126951292117</c:v>
                </c:pt>
                <c:pt idx="837">
                  <c:v>0.12677342512</c:v>
                </c:pt>
                <c:pt idx="838">
                  <c:v>0.126591939724</c:v>
                </c:pt>
                <c:pt idx="839">
                  <c:v>0.126406798595</c:v>
                </c:pt>
                <c:pt idx="840">
                  <c:v>0.1262179645</c:v>
                </c:pt>
                <c:pt idx="841">
                  <c:v>0.126025400339</c:v>
                </c:pt>
                <c:pt idx="842">
                  <c:v>0.12582906917</c:v>
                </c:pt>
                <c:pt idx="843">
                  <c:v>0.125628934243</c:v>
                </c:pt>
                <c:pt idx="844">
                  <c:v>0.125424959038</c:v>
                </c:pt>
                <c:pt idx="845">
                  <c:v>0.125217107291</c:v>
                </c:pt>
                <c:pt idx="846">
                  <c:v>0.125005343037</c:v>
                </c:pt>
                <c:pt idx="847">
                  <c:v>0.124789630646</c:v>
                </c:pt>
                <c:pt idx="848">
                  <c:v>0.12456993486</c:v>
                </c:pt>
                <c:pt idx="849">
                  <c:v>0.124346220837</c:v>
                </c:pt>
                <c:pt idx="850">
                  <c:v>0.124118454191</c:v>
                </c:pt>
                <c:pt idx="851">
                  <c:v>0.123886601034</c:v>
                </c:pt>
                <c:pt idx="852">
                  <c:v>0.123650628027</c:v>
                </c:pt>
                <c:pt idx="853">
                  <c:v>0.123410502419</c:v>
                </c:pt>
                <c:pt idx="854">
                  <c:v>0.123166192105</c:v>
                </c:pt>
                <c:pt idx="855">
                  <c:v>0.122917665666</c:v>
                </c:pt>
                <c:pt idx="856">
                  <c:v>0.122664892428</c:v>
                </c:pt>
                <c:pt idx="857">
                  <c:v>0.122407842512</c:v>
                </c:pt>
                <c:pt idx="858">
                  <c:v>0.12214648689</c:v>
                </c:pt>
                <c:pt idx="859">
                  <c:v>0.12188079744</c:v>
                </c:pt>
                <c:pt idx="860">
                  <c:v>0.121610747005</c:v>
                </c:pt>
                <c:pt idx="861">
                  <c:v>0.121336309453</c:v>
                </c:pt>
                <c:pt idx="862">
                  <c:v>0.121057459736</c:v>
                </c:pt>
                <c:pt idx="863">
                  <c:v>0.120774173955</c:v>
                </c:pt>
                <c:pt idx="864">
                  <c:v>0.120486429421</c:v>
                </c:pt>
                <c:pt idx="865">
                  <c:v>0.120194204723</c:v>
                </c:pt>
                <c:pt idx="866">
                  <c:v>0.119897479791</c:v>
                </c:pt>
                <c:pt idx="867">
                  <c:v>0.11959623597</c:v>
                </c:pt>
                <c:pt idx="868">
                  <c:v>0.119290456081</c:v>
                </c:pt>
                <c:pt idx="869">
                  <c:v>0.118980124496</c:v>
                </c:pt>
                <c:pt idx="870">
                  <c:v>0.118665227211</c:v>
                </c:pt>
                <c:pt idx="871">
                  <c:v>0.118345751912</c:v>
                </c:pt>
                <c:pt idx="872">
                  <c:v>0.118021688052</c:v>
                </c:pt>
                <c:pt idx="873">
                  <c:v>0.117693026923</c:v>
                </c:pt>
                <c:pt idx="874">
                  <c:v>0.117359761734</c:v>
                </c:pt>
                <c:pt idx="875">
                  <c:v>0.117021887678</c:v>
                </c:pt>
                <c:pt idx="876">
                  <c:v>0.116679402014</c:v>
                </c:pt>
                <c:pt idx="877">
                  <c:v>0.116332304139</c:v>
                </c:pt>
                <c:pt idx="878">
                  <c:v>0.115980595663</c:v>
                </c:pt>
                <c:pt idx="879">
                  <c:v>0.115624280482</c:v>
                </c:pt>
                <c:pt idx="880">
                  <c:v>0.11526336486</c:v>
                </c:pt>
                <c:pt idx="881">
                  <c:v>0.114897857491</c:v>
                </c:pt>
                <c:pt idx="882">
                  <c:v>0.114527769584</c:v>
                </c:pt>
                <c:pt idx="883">
                  <c:v>0.114153114928</c:v>
                </c:pt>
                <c:pt idx="884">
                  <c:v>0.113773909963</c:v>
                </c:pt>
                <c:pt idx="885">
                  <c:v>0.113390173854</c:v>
                </c:pt>
                <c:pt idx="886">
                  <c:v>0.113001928556</c:v>
                </c:pt>
                <c:pt idx="887">
                  <c:v>0.112609198878</c:v>
                </c:pt>
                <c:pt idx="888">
                  <c:v>0.112212012551</c:v>
                </c:pt>
                <c:pt idx="889">
                  <c:v>0.111810400287</c:v>
                </c:pt>
                <c:pt idx="890">
                  <c:v>0.111404395839</c:v>
                </c:pt>
                <c:pt idx="891">
                  <c:v>0.110994036055</c:v>
                </c:pt>
                <c:pt idx="892">
                  <c:v>0.110579360931</c:v>
                </c:pt>
                <c:pt idx="893">
                  <c:v>0.110160413662</c:v>
                </c:pt>
                <c:pt idx="894">
                  <c:v>0.109737240684</c:v>
                </c:pt>
                <c:pt idx="895">
                  <c:v>0.10930989172</c:v>
                </c:pt>
                <c:pt idx="896">
                  <c:v>0.108878419811</c:v>
                </c:pt>
                <c:pt idx="897">
                  <c:v>0.108442881354</c:v>
                </c:pt>
                <c:pt idx="898">
                  <c:v>0.108003336125</c:v>
                </c:pt>
                <c:pt idx="899">
                  <c:v>0.107559847306</c:v>
                </c:pt>
                <c:pt idx="900">
                  <c:v>0.107112481497</c:v>
                </c:pt>
                <c:pt idx="901">
                  <c:v>0.106661308731</c:v>
                </c:pt>
                <c:pt idx="902">
                  <c:v>0.10620640248</c:v>
                </c:pt>
                <c:pt idx="903">
                  <c:v>0.10574783965</c:v>
                </c:pt>
                <c:pt idx="904">
                  <c:v>0.105285700582</c:v>
                </c:pt>
                <c:pt idx="905">
                  <c:v>0.10482006903</c:v>
                </c:pt>
                <c:pt idx="906">
                  <c:v>0.10435103215</c:v>
                </c:pt>
                <c:pt idx="907">
                  <c:v>0.103878680467</c:v>
                </c:pt>
                <c:pt idx="908">
                  <c:v>0.103403107844</c:v>
                </c:pt>
                <c:pt idx="909">
                  <c:v>0.102924411441</c:v>
                </c:pt>
                <c:pt idx="910">
                  <c:v>0.102442691672</c:v>
                </c:pt>
                <c:pt idx="911">
                  <c:v>0.101958052141</c:v>
                </c:pt>
                <c:pt idx="912">
                  <c:v>0.101470599591</c:v>
                </c:pt>
                <c:pt idx="913">
                  <c:v>0.100980443825</c:v>
                </c:pt>
                <c:pt idx="914">
                  <c:v>0.10048769764</c:v>
                </c:pt>
                <c:pt idx="915">
                  <c:v>0.0999924767325</c:v>
                </c:pt>
                <c:pt idx="916">
                  <c:v>0.0994948996188</c:v>
                </c:pt>
                <c:pt idx="917">
                  <c:v>0.0989950875307</c:v>
                </c:pt>
                <c:pt idx="918">
                  <c:v>0.0984931643146</c:v>
                </c:pt>
                <c:pt idx="919">
                  <c:v>0.0979892563198</c:v>
                </c:pt>
                <c:pt idx="920">
                  <c:v>0.0974834922819</c:v>
                </c:pt>
                <c:pt idx="921">
                  <c:v>0.0969760031995</c:v>
                </c:pt>
                <c:pt idx="922">
                  <c:v>0.096466922205</c:v>
                </c:pt>
                <c:pt idx="923">
                  <c:v>0.0959563844297</c:v>
                </c:pt>
                <c:pt idx="924">
                  <c:v>0.095444526864</c:v>
                </c:pt>
                <c:pt idx="925">
                  <c:v>0.094931488212</c:v>
                </c:pt>
                <c:pt idx="926">
                  <c:v>0.0944174087422</c:v>
                </c:pt>
                <c:pt idx="927">
                  <c:v>0.0939024301331</c:v>
                </c:pt>
                <c:pt idx="928">
                  <c:v>0.0933866953158</c:v>
                </c:pt>
                <c:pt idx="929">
                  <c:v>0.0928703483127</c:v>
                </c:pt>
                <c:pt idx="930">
                  <c:v>0.0923535340738</c:v>
                </c:pt>
                <c:pt idx="931">
                  <c:v>0.0918363983094</c:v>
                </c:pt>
                <c:pt idx="932">
                  <c:v>0.0913190873222</c:v>
                </c:pt>
                <c:pt idx="933">
                  <c:v>0.0908017478367</c:v>
                </c:pt>
                <c:pt idx="934">
                  <c:v>0.0902845268282</c:v>
                </c:pt>
                <c:pt idx="935">
                  <c:v>0.089767571351</c:v>
                </c:pt>
                <c:pt idx="936">
                  <c:v>0.0892510283663</c:v>
                </c:pt>
                <c:pt idx="937">
                  <c:v>0.0887350445709</c:v>
                </c:pt>
                <c:pt idx="938">
                  <c:v>0.0882197662265</c:v>
                </c:pt>
                <c:pt idx="939">
                  <c:v>0.0877053389903</c:v>
                </c:pt>
                <c:pt idx="940">
                  <c:v>0.0871919077477</c:v>
                </c:pt>
                <c:pt idx="941">
                  <c:v>0.0866796164469</c:v>
                </c:pt>
                <c:pt idx="942">
                  <c:v>0.0861686079365</c:v>
                </c:pt>
                <c:pt idx="943">
                  <c:v>0.0856590238059</c:v>
                </c:pt>
                <c:pt idx="944">
                  <c:v>0.0851510042294</c:v>
                </c:pt>
                <c:pt idx="945">
                  <c:v>0.0846446878143</c:v>
                </c:pt>
                <c:pt idx="946">
                  <c:v>0.0841402114528</c:v>
                </c:pt>
                <c:pt idx="947">
                  <c:v>0.083637710179</c:v>
                </c:pt>
                <c:pt idx="948">
                  <c:v>0.0831373170302</c:v>
                </c:pt>
                <c:pt idx="949">
                  <c:v>0.082639162914</c:v>
                </c:pt>
                <c:pt idx="950">
                  <c:v>0.0821433764799</c:v>
                </c:pt>
                <c:pt idx="951">
                  <c:v>0.0816500839975</c:v>
                </c:pt>
                <c:pt idx="952">
                  <c:v>0.0811594092398</c:v>
                </c:pt>
                <c:pt idx="953">
                  <c:v>0.0806714733722</c:v>
                </c:pt>
                <c:pt idx="954">
                  <c:v>0.0801863948488</c:v>
                </c:pt>
                <c:pt idx="955">
                  <c:v>0.0797042893132</c:v>
                </c:pt>
                <c:pt idx="956">
                  <c:v>0.079225269507</c:v>
                </c:pt>
                <c:pt idx="957">
                  <c:v>0.0787494451834</c:v>
                </c:pt>
                <c:pt idx="958">
                  <c:v>0.0782769230279</c:v>
                </c:pt>
                <c:pt idx="959">
                  <c:v>0.077807806585</c:v>
                </c:pt>
                <c:pt idx="960">
                  <c:v>0.0773421961906</c:v>
                </c:pt>
                <c:pt idx="961">
                  <c:v>0.0768801889116</c:v>
                </c:pt>
                <c:pt idx="962">
                  <c:v>0.0764218784901</c:v>
                </c:pt>
                <c:pt idx="963">
                  <c:v>0.0759673552953</c:v>
                </c:pt>
                <c:pt idx="964">
                  <c:v>0.0755167062792</c:v>
                </c:pt>
                <c:pt idx="965">
                  <c:v>0.0750700149396</c:v>
                </c:pt>
                <c:pt idx="966">
                  <c:v>0.0746273612876</c:v>
                </c:pt>
                <c:pt idx="967">
                  <c:v>0.0741888218208</c:v>
                </c:pt>
                <c:pt idx="968">
                  <c:v>0.0737544695008</c:v>
                </c:pt>
                <c:pt idx="969">
                  <c:v>0.0733243737369</c:v>
                </c:pt>
                <c:pt idx="970">
                  <c:v>0.0728986003728</c:v>
                </c:pt>
                <c:pt idx="971">
                  <c:v>0.072477211679</c:v>
                </c:pt>
                <c:pt idx="972">
                  <c:v>0.0720602663484</c:v>
                </c:pt>
                <c:pt idx="973">
                  <c:v>0.0716478194961</c:v>
                </c:pt>
                <c:pt idx="974">
                  <c:v>0.0712399226627</c:v>
                </c:pt>
                <c:pt idx="975">
                  <c:v>0.0708366238214</c:v>
                </c:pt>
                <c:pt idx="976">
                  <c:v>0.0704379673872</c:v>
                </c:pt>
                <c:pt idx="977">
                  <c:v>0.0700439942302</c:v>
                </c:pt>
                <c:pt idx="978">
                  <c:v>0.0696547416901</c:v>
                </c:pt>
                <c:pt idx="979">
                  <c:v>0.0692702435941</c:v>
                </c:pt>
                <c:pt idx="980">
                  <c:v>0.0688905302763</c:v>
                </c:pt>
                <c:pt idx="981">
                  <c:v>0.0685156285992</c:v>
                </c:pt>
                <c:pt idx="982">
                  <c:v>0.0681455619767</c:v>
                </c:pt>
                <c:pt idx="983">
                  <c:v>0.0677803503983</c:v>
                </c:pt>
                <c:pt idx="984">
                  <c:v>0.0674200104546</c:v>
                </c:pt>
                <c:pt idx="985">
                  <c:v>0.0670645553642</c:v>
                </c:pt>
                <c:pt idx="986">
                  <c:v>0.0667139950004</c:v>
                </c:pt>
                <c:pt idx="987">
                  <c:v>0.0663683359193</c:v>
                </c:pt>
                <c:pt idx="988">
                  <c:v>0.0660275813883</c:v>
                </c:pt>
                <c:pt idx="989">
                  <c:v>0.0656917314139</c:v>
                </c:pt>
                <c:pt idx="990">
                  <c:v>0.0653607827713</c:v>
                </c:pt>
                <c:pt idx="991">
                  <c:v>0.0650347290324</c:v>
                </c:pt>
                <c:pt idx="992">
                  <c:v>0.0647135605946</c:v>
                </c:pt>
                <c:pt idx="993">
                  <c:v>0.0643972647091</c:v>
                </c:pt>
                <c:pt idx="994">
                  <c:v>0.0640858255092</c:v>
                </c:pt>
                <c:pt idx="995">
                  <c:v>0.0637792240381</c:v>
                </c:pt>
                <c:pt idx="996">
                  <c:v>0.0634774382761</c:v>
                </c:pt>
                <c:pt idx="997">
                  <c:v>0.0631804431678</c:v>
                </c:pt>
                <c:pt idx="998">
                  <c:v>0.0628882106486</c:v>
                </c:pt>
                <c:pt idx="999">
                  <c:v>0.0626007096711</c:v>
                </c:pt>
                <c:pt idx="1000">
                  <c:v>0.0623179062308</c:v>
                </c:pt>
                <c:pt idx="1001">
                  <c:v>0.0620397633915</c:v>
                </c:pt>
                <c:pt idx="1002">
                  <c:v>0.0617662413107</c:v>
                </c:pt>
                <c:pt idx="1003">
                  <c:v>0.0614972972644</c:v>
                </c:pt>
                <c:pt idx="1004">
                  <c:v>0.061232885672</c:v>
                </c:pt>
                <c:pt idx="1005">
                  <c:v>0.0609729581208</c:v>
                </c:pt>
                <c:pt idx="1006">
                  <c:v>0.0607174633911</c:v>
                </c:pt>
                <c:pt idx="1007">
                  <c:v>0.0604663474814</c:v>
                </c:pt>
                <c:pt idx="1008">
                  <c:v>0.0602195536329</c:v>
                </c:pt>
                <c:pt idx="1009">
                  <c:v>0.0599770223564</c:v>
                </c:pt>
                <c:pt idx="1010">
                  <c:v>0.0597386914578</c:v>
                </c:pt>
                <c:pt idx="1011">
                  <c:v>0.0595044960661</c:v>
                </c:pt>
                <c:pt idx="1012">
                  <c:v>0.0592743686612</c:v>
                </c:pt>
                <c:pt idx="1013">
                  <c:v>0.0590482391036</c:v>
                </c:pt>
                <c:pt idx="1014">
                  <c:v>0.0588260346652</c:v>
                </c:pt>
                <c:pt idx="1015">
                  <c:v>0.0586076800616</c:v>
                </c:pt>
                <c:pt idx="1016">
                  <c:v>0.0583930974869</c:v>
                </c:pt>
                <c:pt idx="1017">
                  <c:v>0.0581822066495</c:v>
                </c:pt>
                <c:pt idx="1018">
                  <c:v>0.057974924811</c:v>
                </c:pt>
                <c:pt idx="1019">
                  <c:v>0.0577711668273</c:v>
                </c:pt>
                <c:pt idx="1020">
                  <c:v>0.0575708451924</c:v>
                </c:pt>
                <c:pt idx="1021">
                  <c:v>0.0573738700853</c:v>
                </c:pt>
                <c:pt idx="1022">
                  <c:v>0.0571801494199</c:v>
                </c:pt>
                <c:pt idx="1023">
                  <c:v>0.0569895888982</c:v>
                </c:pt>
                <c:pt idx="1024">
                  <c:v>0.0568020920679</c:v>
                </c:pt>
                <c:pt idx="1025">
                  <c:v>0.0566175603826</c:v>
                </c:pt>
                <c:pt idx="1026">
                  <c:v>0.056435893267</c:v>
                </c:pt>
                <c:pt idx="1027">
                  <c:v>0.0562569881862</c:v>
                </c:pt>
                <c:pt idx="1028">
                  <c:v>0.0560807407186</c:v>
                </c:pt>
                <c:pt idx="1029">
                  <c:v>0.0559070446347</c:v>
                </c:pt>
                <c:pt idx="1030">
                  <c:v>0.0557357919795</c:v>
                </c:pt>
                <c:pt idx="1031">
                  <c:v>0.0555668731603</c:v>
                </c:pt>
                <c:pt idx="1032">
                  <c:v>0.0554001770393</c:v>
                </c:pt>
                <c:pt idx="1033">
                  <c:v>0.0552355910311</c:v>
                </c:pt>
                <c:pt idx="1034">
                  <c:v>0.0550730012059</c:v>
                </c:pt>
                <c:pt idx="1035">
                  <c:v>0.0549122923972</c:v>
                </c:pt>
                <c:pt idx="1036">
                  <c:v>0.054753348315</c:v>
                </c:pt>
                <c:pt idx="1037">
                  <c:v>0.0545960516644</c:v>
                </c:pt>
                <c:pt idx="1038">
                  <c:v>0.0544402842687</c:v>
                </c:pt>
                <c:pt idx="1039">
                  <c:v>0.0542859271984</c:v>
                </c:pt>
                <c:pt idx="1040">
                  <c:v>0.0541328609045</c:v>
                </c:pt>
                <c:pt idx="1041">
                  <c:v>0.0539809653571</c:v>
                </c:pt>
                <c:pt idx="1042">
                  <c:v>0.0538301201885</c:v>
                </c:pt>
                <c:pt idx="1043">
                  <c:v>0.0536802048407</c:v>
                </c:pt>
                <c:pt idx="1044">
                  <c:v>0.0535310987177</c:v>
                </c:pt>
                <c:pt idx="1045">
                  <c:v>0.0533826813411</c:v>
                </c:pt>
                <c:pt idx="1046">
                  <c:v>0.05323483251</c:v>
                </c:pt>
                <c:pt idx="1047">
                  <c:v>0.0530874324643</c:v>
                </c:pt>
                <c:pt idx="1048">
                  <c:v>0.0529403620504</c:v>
                </c:pt>
                <c:pt idx="1049">
                  <c:v>0.0527935028907</c:v>
                </c:pt>
                <c:pt idx="1050">
                  <c:v>0.0526467375544</c:v>
                </c:pt>
                <c:pt idx="1051">
                  <c:v>0.0524999497307</c:v>
                </c:pt>
                <c:pt idx="1052">
                  <c:v>0.0523530244032</c:v>
                </c:pt>
                <c:pt idx="1053">
                  <c:v>0.0522058480251</c:v>
                </c:pt>
                <c:pt idx="1054">
                  <c:v>0.0520583086951</c:v>
                </c:pt>
                <c:pt idx="1055">
                  <c:v>0.0519102963327</c:v>
                </c:pt>
                <c:pt idx="1056">
                  <c:v>0.0517617028531</c:v>
                </c:pt>
                <c:pt idx="1057">
                  <c:v>0.051612422341</c:v>
                </c:pt>
                <c:pt idx="1058">
                  <c:v>0.051462351222</c:v>
                </c:pt>
                <c:pt idx="1059">
                  <c:v>0.0513113884324</c:v>
                </c:pt>
                <c:pt idx="1060">
                  <c:v>0.0511594355851</c:v>
                </c:pt>
                <c:pt idx="1061">
                  <c:v>0.0510063971328</c:v>
                </c:pt>
                <c:pt idx="1062">
                  <c:v>0.0508521805262</c:v>
                </c:pt>
                <c:pt idx="1063">
                  <c:v>0.0506966963679</c:v>
                </c:pt>
                <c:pt idx="1064">
                  <c:v>0.0505398585613</c:v>
                </c:pt>
                <c:pt idx="1065">
                  <c:v>0.0503815844527</c:v>
                </c:pt>
                <c:pt idx="1066">
                  <c:v>0.0502217949677</c:v>
                </c:pt>
                <c:pt idx="1067">
                  <c:v>0.0500604147402</c:v>
                </c:pt>
                <c:pt idx="1068">
                  <c:v>0.0498973722342</c:v>
                </c:pt>
                <c:pt idx="1069">
                  <c:v>0.0497325998574</c:v>
                </c:pt>
                <c:pt idx="1070">
                  <c:v>0.0495660340666</c:v>
                </c:pt>
                <c:pt idx="1071">
                  <c:v>0.0493976154636</c:v>
                </c:pt>
                <c:pt idx="1072">
                  <c:v>0.049227288883</c:v>
                </c:pt>
                <c:pt idx="1073">
                  <c:v>0.0490550034688</c:v>
                </c:pt>
                <c:pt idx="1074">
                  <c:v>0.0488807127428</c:v>
                </c:pt>
                <c:pt idx="1075">
                  <c:v>0.0487043746613</c:v>
                </c:pt>
                <c:pt idx="1076">
                  <c:v>0.0485259516618</c:v>
                </c:pt>
                <c:pt idx="1077">
                  <c:v>0.0483454106997</c:v>
                </c:pt>
                <c:pt idx="1078">
                  <c:v>0.048162723273</c:v>
                </c:pt>
                <c:pt idx="1079">
                  <c:v>0.047977865437</c:v>
                </c:pt>
                <c:pt idx="1080">
                  <c:v>0.0477908178078</c:v>
                </c:pt>
                <c:pt idx="1081">
                  <c:v>0.0476015655541</c:v>
                </c:pt>
                <c:pt idx="1082">
                  <c:v>0.0474100983792</c:v>
                </c:pt>
                <c:pt idx="1083">
                  <c:v>0.0472164104914</c:v>
                </c:pt>
                <c:pt idx="1084">
                  <c:v>0.0470205005634</c:v>
                </c:pt>
                <c:pt idx="1085">
                  <c:v>0.0468223716819</c:v>
                </c:pt>
                <c:pt idx="1086">
                  <c:v>0.0466220312863</c:v>
                </c:pt>
                <c:pt idx="1087">
                  <c:v>0.0464194910973</c:v>
                </c:pt>
                <c:pt idx="1088">
                  <c:v>0.0462147670361</c:v>
                </c:pt>
                <c:pt idx="1089">
                  <c:v>0.0460078791333</c:v>
                </c:pt>
                <c:pt idx="1090">
                  <c:v>0.0457988514303</c:v>
                </c:pt>
                <c:pt idx="1091">
                  <c:v>0.0455877118702</c:v>
                </c:pt>
                <c:pt idx="1092">
                  <c:v>0.0453744921818</c:v>
                </c:pt>
                <c:pt idx="1093">
                  <c:v>0.0451592277553</c:v>
                </c:pt>
                <c:pt idx="1094">
                  <c:v>0.0449419575114</c:v>
                </c:pt>
                <c:pt idx="1095">
                  <c:v>0.0447227237628</c:v>
                </c:pt>
                <c:pt idx="1096">
                  <c:v>0.0445015720706</c:v>
                </c:pt>
                <c:pt idx="1097">
                  <c:v>0.0442785510943</c:v>
                </c:pt>
                <c:pt idx="1098">
                  <c:v>0.0440537124377</c:v>
                </c:pt>
                <c:pt idx="1099">
                  <c:v>0.0438271104898</c:v>
                </c:pt>
                <c:pt idx="1100">
                  <c:v>0.0435988022621</c:v>
                </c:pt>
                <c:pt idx="1101">
                  <c:v>0.0433688472231</c:v>
                </c:pt>
                <c:pt idx="1102">
                  <c:v>0.0431373071303</c:v>
                </c:pt>
                <c:pt idx="1103">
                  <c:v>0.0429042458593</c:v>
                </c:pt>
                <c:pt idx="1104">
                  <c:v>0.0426697292335</c:v>
                </c:pt>
                <c:pt idx="1105">
                  <c:v>0.0424338248512</c:v>
                </c:pt>
                <c:pt idx="1106">
                  <c:v>0.0421966019136</c:v>
                </c:pt>
                <c:pt idx="1107">
                  <c:v>0.0419581310535</c:v>
                </c:pt>
                <c:pt idx="1108">
                  <c:v>0.0417184841639</c:v>
                </c:pt>
                <c:pt idx="1109">
                  <c:v>0.0414777342297</c:v>
                </c:pt>
                <c:pt idx="1110">
                  <c:v>0.0412359551597</c:v>
                </c:pt>
                <c:pt idx="1111">
                  <c:v>0.0409932216229</c:v>
                </c:pt>
                <c:pt idx="1112">
                  <c:v>0.0407496088864</c:v>
                </c:pt>
                <c:pt idx="1113">
                  <c:v>0.0405051926576</c:v>
                </c:pt>
                <c:pt idx="1114">
                  <c:v>0.0402600489299</c:v>
                </c:pt>
                <c:pt idx="1115">
                  <c:v>0.0400142538326</c:v>
                </c:pt>
                <c:pt idx="1116">
                  <c:v>0.0397678834857</c:v>
                </c:pt>
                <c:pt idx="1117">
                  <c:v>0.0395210138589</c:v>
                </c:pt>
                <c:pt idx="1118">
                  <c:v>0.0392737206366</c:v>
                </c:pt>
                <c:pt idx="1119">
                  <c:v>0.0390260790875</c:v>
                </c:pt>
                <c:pt idx="1120">
                  <c:v>0.0387781639404</c:v>
                </c:pt>
                <c:pt idx="1121">
                  <c:v>0.0385300492655</c:v>
                </c:pt>
                <c:pt idx="1122">
                  <c:v>0.0382818083617</c:v>
                </c:pt>
                <c:pt idx="1123">
                  <c:v>0.0380335136498</c:v>
                </c:pt>
                <c:pt idx="1124">
                  <c:v>0.0377852365725</c:v>
                </c:pt>
                <c:pt idx="1125">
                  <c:v>0.0375370474993</c:v>
                </c:pt>
                <c:pt idx="1126">
                  <c:v>0.0372890156393</c:v>
                </c:pt>
                <c:pt idx="1127">
                  <c:v>0.0370412089589</c:v>
                </c:pt>
                <c:pt idx="1128">
                  <c:v>0.0367936941063</c:v>
                </c:pt>
                <c:pt idx="1129">
                  <c:v>0.0365465363421</c:v>
                </c:pt>
                <c:pt idx="1130">
                  <c:v>0.0362997994759</c:v>
                </c:pt>
                <c:pt idx="1131">
                  <c:v>0.0360535458094</c:v>
                </c:pt>
                <c:pt idx="1132">
                  <c:v>0.0358078360845</c:v>
                </c:pt>
                <c:pt idx="1133">
                  <c:v>0.0355627294378</c:v>
                </c:pt>
                <c:pt idx="1134">
                  <c:v>0.0353182833611</c:v>
                </c:pt>
                <c:pt idx="1135">
                  <c:v>0.0350745536662</c:v>
                </c:pt>
                <c:pt idx="1136">
                  <c:v>0.0348315944562</c:v>
                </c:pt>
                <c:pt idx="1137">
                  <c:v>0.0345894581014</c:v>
                </c:pt>
                <c:pt idx="1138">
                  <c:v>0.0343481952198</c:v>
                </c:pt>
                <c:pt idx="1139">
                  <c:v>0.0341078546632</c:v>
                </c:pt>
                <c:pt idx="1140">
                  <c:v>0.0338684835072</c:v>
                </c:pt>
                <c:pt idx="1141">
                  <c:v>0.0336301270452</c:v>
                </c:pt>
                <c:pt idx="1142">
                  <c:v>0.0333928287877</c:v>
                </c:pt>
                <c:pt idx="1143">
                  <c:v>0.0331566304642</c:v>
                </c:pt>
                <c:pt idx="1144">
                  <c:v>0.0329215720295</c:v>
                </c:pt>
                <c:pt idx="1145">
                  <c:v>0.0326876916731</c:v>
                </c:pt>
                <c:pt idx="1146">
                  <c:v>0.0324550258323</c:v>
                </c:pt>
                <c:pt idx="1147">
                  <c:v>0.0322236092076</c:v>
                </c:pt>
                <c:pt idx="1148">
                  <c:v>0.0319934747813</c:v>
                </c:pt>
                <c:pt idx="1149">
                  <c:v>0.0317646538391</c:v>
                </c:pt>
                <c:pt idx="1150">
                  <c:v>0.0315371759929</c:v>
                </c:pt>
                <c:pt idx="1151">
                  <c:v>0.0313110692071</c:v>
                </c:pt>
                <c:pt idx="1152">
                  <c:v>0.0310863598262</c:v>
                </c:pt>
                <c:pt idx="1153">
                  <c:v>0.0308630726038</c:v>
                </c:pt>
                <c:pt idx="1154">
                  <c:v>0.0306412307343</c:v>
                </c:pt>
                <c:pt idx="1155">
                  <c:v>0.0304208558849</c:v>
                </c:pt>
                <c:pt idx="1156">
                  <c:v>0.0302019682294</c:v>
                </c:pt>
                <c:pt idx="1157">
                  <c:v>0.0299845864835</c:v>
                </c:pt>
                <c:pt idx="1158">
                  <c:v>0.02976872794</c:v>
                </c:pt>
                <c:pt idx="1159">
                  <c:v>0.0295544085055</c:v>
                </c:pt>
                <c:pt idx="1160">
                  <c:v>0.0293416427379</c:v>
                </c:pt>
                <c:pt idx="1161">
                  <c:v>0.0291304438836</c:v>
                </c:pt>
                <c:pt idx="1162">
                  <c:v>0.0289208239161</c:v>
                </c:pt>
                <c:pt idx="1163">
                  <c:v>0.0287127935741</c:v>
                </c:pt>
                <c:pt idx="1164">
                  <c:v>0.0285063624</c:v>
                </c:pt>
                <c:pt idx="1165">
                  <c:v>0.0283015387786</c:v>
                </c:pt>
                <c:pt idx="1166">
                  <c:v>0.0280983299757</c:v>
                </c:pt>
                <c:pt idx="1167">
                  <c:v>0.0278967421763</c:v>
                </c:pt>
                <c:pt idx="1168">
                  <c:v>0.0276967805227</c:v>
                </c:pt>
                <c:pt idx="1169">
                  <c:v>0.0274984491531</c:v>
                </c:pt>
                <c:pt idx="1170">
                  <c:v>0.0273017512381</c:v>
                </c:pt>
                <c:pt idx="1171">
                  <c:v>0.0271066890186</c:v>
                </c:pt>
                <c:pt idx="1172">
                  <c:v>0.0269132638424</c:v>
                </c:pt>
                <c:pt idx="1173">
                  <c:v>0.0267214761999</c:v>
                </c:pt>
                <c:pt idx="1174">
                  <c:v>0.0265313257597</c:v>
                </c:pt>
                <c:pt idx="1175">
                  <c:v>0.0263428114039</c:v>
                </c:pt>
                <c:pt idx="1176">
                  <c:v>0.0261559312622</c:v>
                </c:pt>
                <c:pt idx="1177">
                  <c:v>0.025970682745</c:v>
                </c:pt>
                <c:pt idx="1178">
                  <c:v>0.0257870625769</c:v>
                </c:pt>
                <c:pt idx="1179">
                  <c:v>0.0256050668285</c:v>
                </c:pt>
                <c:pt idx="1180">
                  <c:v>0.0254246909476</c:v>
                </c:pt>
                <c:pt idx="1181">
                  <c:v>0.0252459297901</c:v>
                </c:pt>
                <c:pt idx="1182">
                  <c:v>0.0250687776495</c:v>
                </c:pt>
                <c:pt idx="1183">
                  <c:v>0.0248932282859</c:v>
                </c:pt>
                <c:pt idx="1184">
                  <c:v>0.0247192749543</c:v>
                </c:pt>
                <c:pt idx="1185">
                  <c:v>0.024546910432</c:v>
                </c:pt>
                <c:pt idx="1186">
                  <c:v>0.0243761270448</c:v>
                </c:pt>
                <c:pt idx="1187">
                  <c:v>0.0242069166931</c:v>
                </c:pt>
                <c:pt idx="1188">
                  <c:v>0.0240392708764</c:v>
                </c:pt>
                <c:pt idx="1189">
                  <c:v>0.0238731807181</c:v>
                </c:pt>
                <c:pt idx="1190">
                  <c:v>0.0237086369879</c:v>
                </c:pt>
                <c:pt idx="1191">
                  <c:v>0.0235456301251</c:v>
                </c:pt>
                <c:pt idx="1192">
                  <c:v>0.0233841502597</c:v>
                </c:pt>
                <c:pt idx="1193">
                  <c:v>0.023224187234</c:v>
                </c:pt>
                <c:pt idx="1194">
                  <c:v>0.023065730622</c:v>
                </c:pt>
                <c:pt idx="1195">
                  <c:v>0.0229087697496</c:v>
                </c:pt>
                <c:pt idx="1196">
                  <c:v>0.0227532937128</c:v>
                </c:pt>
                <c:pt idx="1197">
                  <c:v>0.022599291396</c:v>
                </c:pt>
                <c:pt idx="1198">
                  <c:v>0.0224467514889</c:v>
                </c:pt>
                <c:pt idx="1199">
                  <c:v>0.0222956625036</c:v>
                </c:pt>
                <c:pt idx="1200">
                  <c:v>0.0221460127898</c:v>
                </c:pt>
                <c:pt idx="1201">
                  <c:v>0.0219977905507</c:v>
                </c:pt>
                <c:pt idx="1202">
                  <c:v>0.0218509838574</c:v>
                </c:pt>
                <c:pt idx="1203">
                  <c:v>0.0217055806625</c:v>
                </c:pt>
                <c:pt idx="1204">
                  <c:v>0.021561568814</c:v>
                </c:pt>
                <c:pt idx="1205">
                  <c:v>0.0214189360676</c:v>
                </c:pt>
                <c:pt idx="1206">
                  <c:v>0.0212776700994</c:v>
                </c:pt>
                <c:pt idx="1207">
                  <c:v>0.0211377585169</c:v>
                </c:pt>
                <c:pt idx="1208">
                  <c:v>0.0209991888706</c:v>
                </c:pt>
                <c:pt idx="1209">
                  <c:v>0.0208619486643</c:v>
                </c:pt>
                <c:pt idx="1210">
                  <c:v>0.0207260253652</c:v>
                </c:pt>
                <c:pt idx="1211">
                  <c:v>0.0205914064134</c:v>
                </c:pt>
                <c:pt idx="1212">
                  <c:v>0.0204580792313</c:v>
                </c:pt>
                <c:pt idx="1213">
                  <c:v>0.0203260312316</c:v>
                </c:pt>
                <c:pt idx="1214">
                  <c:v>0.0201952498262</c:v>
                </c:pt>
                <c:pt idx="1215">
                  <c:v>0.0200657224333</c:v>
                </c:pt>
                <c:pt idx="1216">
                  <c:v>0.0199374364851</c:v>
                </c:pt>
                <c:pt idx="1217">
                  <c:v>0.0198103794348</c:v>
                </c:pt>
                <c:pt idx="1218">
                  <c:v>0.0196845387627</c:v>
                </c:pt>
                <c:pt idx="1219">
                  <c:v>0.0195599019831</c:v>
                </c:pt>
                <c:pt idx="1220">
                  <c:v>0.0194364566495</c:v>
                </c:pt>
                <c:pt idx="1221">
                  <c:v>0.0193141903602</c:v>
                </c:pt>
                <c:pt idx="1222">
                  <c:v>0.0191930907638</c:v>
                </c:pt>
                <c:pt idx="1223">
                  <c:v>0.0190731455637</c:v>
                </c:pt>
                <c:pt idx="1224">
                  <c:v>0.018954342523</c:v>
                </c:pt>
                <c:pt idx="1225">
                  <c:v>0.0188366694682</c:v>
                </c:pt>
                <c:pt idx="1226">
                  <c:v>0.0187201142938</c:v>
                </c:pt>
                <c:pt idx="1227">
                  <c:v>0.0186046649657</c:v>
                </c:pt>
                <c:pt idx="1228">
                  <c:v>0.0184903095247</c:v>
                </c:pt>
                <c:pt idx="1229">
                  <c:v>0.0183770360897</c:v>
                </c:pt>
                <c:pt idx="1230">
                  <c:v>0.0182648328607</c:v>
                </c:pt>
                <c:pt idx="1231">
                  <c:v>0.0181536881217</c:v>
                </c:pt>
                <c:pt idx="1232">
                  <c:v>0.0180435902433</c:v>
                </c:pt>
                <c:pt idx="1233">
                  <c:v>0.0179345276845</c:v>
                </c:pt>
                <c:pt idx="1234">
                  <c:v>0.0178264889957</c:v>
                </c:pt>
                <c:pt idx="1235">
                  <c:v>0.0177194628201</c:v>
                </c:pt>
                <c:pt idx="1236">
                  <c:v>0.0176134378956</c:v>
                </c:pt>
                <c:pt idx="1237">
                  <c:v>0.0175084030568</c:v>
                </c:pt>
                <c:pt idx="1238">
                  <c:v>0.0174043472358</c:v>
                </c:pt>
                <c:pt idx="1239">
                  <c:v>0.0173012594642</c:v>
                </c:pt>
                <c:pt idx="1240">
                  <c:v>0.0171991288739</c:v>
                </c:pt>
                <c:pt idx="1241">
                  <c:v>0.0170979446984</c:v>
                </c:pt>
                <c:pt idx="1242">
                  <c:v>0.0169976962734</c:v>
                </c:pt>
                <c:pt idx="1243">
                  <c:v>0.0168983730379</c:v>
                </c:pt>
                <c:pt idx="1244">
                  <c:v>0.0167999645347</c:v>
                </c:pt>
                <c:pt idx="1245">
                  <c:v>0.0167024604111</c:v>
                </c:pt>
                <c:pt idx="1246">
                  <c:v>0.0166058504193</c:v>
                </c:pt>
                <c:pt idx="1247">
                  <c:v>0.0165101244167</c:v>
                </c:pt>
                <c:pt idx="1248">
                  <c:v>0.0164152723663</c:v>
                </c:pt>
                <c:pt idx="1249">
                  <c:v>0.0163212843368</c:v>
                </c:pt>
                <c:pt idx="1250">
                  <c:v>0.0162281505027</c:v>
                </c:pt>
                <c:pt idx="1251">
                  <c:v>0.0161358611445</c:v>
                </c:pt>
                <c:pt idx="1252">
                  <c:v>0.0160444066484</c:v>
                </c:pt>
                <c:pt idx="1253">
                  <c:v>0.0159537775062</c:v>
                </c:pt>
                <c:pt idx="1254">
                  <c:v>0.0158639643154</c:v>
                </c:pt>
                <c:pt idx="1255">
                  <c:v>0.0157749577785</c:v>
                </c:pt>
                <c:pt idx="1256">
                  <c:v>0.0156867487032</c:v>
                </c:pt>
                <c:pt idx="1257">
                  <c:v>0.0155993280016</c:v>
                </c:pt>
                <c:pt idx="1258">
                  <c:v>0.0155126866901</c:v>
                </c:pt>
                <c:pt idx="1259">
                  <c:v>0.0154268158887</c:v>
                </c:pt>
                <c:pt idx="1260">
                  <c:v>0.0153417068206</c:v>
                </c:pt>
                <c:pt idx="1261">
                  <c:v>0.0152573508118</c:v>
                </c:pt>
                <c:pt idx="1262">
                  <c:v>0.0151737392902</c:v>
                </c:pt>
                <c:pt idx="1263">
                  <c:v>0.0150908637854</c:v>
                </c:pt>
                <c:pt idx="1264">
                  <c:v>0.0150087159274</c:v>
                </c:pt>
                <c:pt idx="1265">
                  <c:v>0.0149272874468</c:v>
                </c:pt>
                <c:pt idx="1266">
                  <c:v>0.0148465701731</c:v>
                </c:pt>
                <c:pt idx="1267">
                  <c:v>0.0147665560349</c:v>
                </c:pt>
                <c:pt idx="1268">
                  <c:v>0.0146872370584</c:v>
                </c:pt>
                <c:pt idx="1269">
                  <c:v>0.0146086053669</c:v>
                </c:pt>
                <c:pt idx="1270">
                  <c:v>0.0145306531803</c:v>
                </c:pt>
                <c:pt idx="1271">
                  <c:v>0.0144533728137</c:v>
                </c:pt>
                <c:pt idx="1272">
                  <c:v>0.0143767566767</c:v>
                </c:pt>
                <c:pt idx="1273">
                  <c:v>0.014300797273</c:v>
                </c:pt>
                <c:pt idx="1274">
                  <c:v>0.014225487199</c:v>
                </c:pt>
                <c:pt idx="1275">
                  <c:v>0.0141508191432</c:v>
                </c:pt>
                <c:pt idx="1276">
                  <c:v>0.0140767858849</c:v>
                </c:pt>
                <c:pt idx="1277">
                  <c:v>0.0140033802941</c:v>
                </c:pt>
                <c:pt idx="1278">
                  <c:v>0.0139305953296</c:v>
                </c:pt>
                <c:pt idx="1279">
                  <c:v>0.0138584240388</c:v>
                </c:pt>
                <c:pt idx="1280">
                  <c:v>0.0137868595567</c:v>
                </c:pt>
                <c:pt idx="1281">
                  <c:v>0.0137158951043</c:v>
                </c:pt>
                <c:pt idx="1282">
                  <c:v>0.0136455239886</c:v>
                </c:pt>
                <c:pt idx="1283">
                  <c:v>0.0135757396011</c:v>
                </c:pt>
                <c:pt idx="1284">
                  <c:v>0.0135065354169</c:v>
                </c:pt>
                <c:pt idx="1285">
                  <c:v>0.0134379049938</c:v>
                </c:pt>
                <c:pt idx="1286">
                  <c:v>0.0133698419715</c:v>
                </c:pt>
                <c:pt idx="1287">
                  <c:v>0.0133023400704</c:v>
                </c:pt>
                <c:pt idx="1288">
                  <c:v>0.013235393091</c:v>
                </c:pt>
                <c:pt idx="1289">
                  <c:v>0.0131689949125</c:v>
                </c:pt>
                <c:pt idx="1290">
                  <c:v>0.0131031394922</c:v>
                </c:pt>
                <c:pt idx="1291">
                  <c:v>0.0130378208646</c:v>
                </c:pt>
                <c:pt idx="1292">
                  <c:v>0.01297303314</c:v>
                </c:pt>
                <c:pt idx="1293">
                  <c:v>0.0129087705042</c:v>
                </c:pt>
                <c:pt idx="1294">
                  <c:v>0.0128450272171</c:v>
                </c:pt>
                <c:pt idx="1295">
                  <c:v>0.012781797612</c:v>
                </c:pt>
                <c:pt idx="1296">
                  <c:v>0.0127190760946</c:v>
                </c:pt>
                <c:pt idx="1297">
                  <c:v>0.0126568571421</c:v>
                </c:pt>
                <c:pt idx="1298">
                  <c:v>0.0125951353022</c:v>
                </c:pt>
                <c:pt idx="1299">
                  <c:v>0.0125339051925</c:v>
                </c:pt>
                <c:pt idx="1300">
                  <c:v>0.0124731614992</c:v>
                </c:pt>
                <c:pt idx="1301">
                  <c:v>0.0124128989764</c:v>
                </c:pt>
                <c:pt idx="1302">
                  <c:v>0.0123531124453</c:v>
                </c:pt>
                <c:pt idx="1303">
                  <c:v>0.0122937967933</c:v>
                </c:pt>
                <c:pt idx="1304">
                  <c:v>0.0122349469729</c:v>
                </c:pt>
                <c:pt idx="1305">
                  <c:v>0.0121765580011</c:v>
                </c:pt>
                <c:pt idx="1306">
                  <c:v>0.0121186249585</c:v>
                </c:pt>
                <c:pt idx="1307">
                  <c:v>0.0120611429881</c:v>
                </c:pt>
                <c:pt idx="1308">
                  <c:v>0.0120041072952</c:v>
                </c:pt>
                <c:pt idx="1309">
                  <c:v>0.0119475131458</c:v>
                </c:pt>
                <c:pt idx="1310">
                  <c:v>0.0118913558663</c:v>
                </c:pt>
                <c:pt idx="1311">
                  <c:v>0.0118356308424</c:v>
                </c:pt>
                <c:pt idx="1312">
                  <c:v>0.0117803335183</c:v>
                </c:pt>
                <c:pt idx="1313">
                  <c:v>0.0117254593962</c:v>
                </c:pt>
                <c:pt idx="1314">
                  <c:v>0.011671004035</c:v>
                </c:pt>
                <c:pt idx="1315">
                  <c:v>0.0116169630501</c:v>
                </c:pt>
                <c:pt idx="1316">
                  <c:v>0.0115633321123</c:v>
                </c:pt>
                <c:pt idx="1317">
                  <c:v>0.0115101069468</c:v>
                </c:pt>
                <c:pt idx="1318">
                  <c:v>0.011457283333</c:v>
                </c:pt>
                <c:pt idx="1319">
                  <c:v>0.0114048571034</c:v>
                </c:pt>
                <c:pt idx="1320">
                  <c:v>0.011352824143</c:v>
                </c:pt>
                <c:pt idx="1321">
                  <c:v>0.0113011803883</c:v>
                </c:pt>
                <c:pt idx="1322">
                  <c:v>0.0112499218269</c:v>
                </c:pt>
                <c:pt idx="1323">
                  <c:v>0.0111990444968</c:v>
                </c:pt>
                <c:pt idx="1324">
                  <c:v>0.0111485444855</c:v>
                </c:pt>
                <c:pt idx="1325">
                  <c:v>0.0110984179292</c:v>
                </c:pt>
                <c:pt idx="1326">
                  <c:v>0.0110486610126</c:v>
                </c:pt>
                <c:pt idx="1327">
                  <c:v>0.0109992699677</c:v>
                </c:pt>
                <c:pt idx="1328">
                  <c:v>0.0109502410735</c:v>
                </c:pt>
                <c:pt idx="1329">
                  <c:v>0.0109015706551</c:v>
                </c:pt>
                <c:pt idx="1330">
                  <c:v>0.0108532550831</c:v>
                </c:pt>
                <c:pt idx="1331">
                  <c:v>0.0108052907732</c:v>
                </c:pt>
                <c:pt idx="1332">
                  <c:v>0.0107576741853</c:v>
                </c:pt>
                <c:pt idx="1333">
                  <c:v>0.0107104018228</c:v>
                </c:pt>
                <c:pt idx="1334">
                  <c:v>0.0106634702325</c:v>
                </c:pt>
                <c:pt idx="1335">
                  <c:v>0.0106168760033</c:v>
                </c:pt>
                <c:pt idx="1336">
                  <c:v>0.0105706157661</c:v>
                </c:pt>
                <c:pt idx="1337">
                  <c:v>0.010524686193</c:v>
                </c:pt>
                <c:pt idx="1338">
                  <c:v>0.010479083997</c:v>
                </c:pt>
                <c:pt idx="1339">
                  <c:v>0.0104338059309</c:v>
                </c:pt>
                <c:pt idx="1340">
                  <c:v>0.0103888487872</c:v>
                </c:pt>
                <c:pt idx="1341">
                  <c:v>0.0103442093975</c:v>
                </c:pt>
                <c:pt idx="1342">
                  <c:v>0.0102998846318</c:v>
                </c:pt>
                <c:pt idx="1343">
                  <c:v>0.0102558713978</c:v>
                </c:pt>
                <c:pt idx="1344">
                  <c:v>0.010212166641</c:v>
                </c:pt>
                <c:pt idx="1345">
                  <c:v>0.0101687673434</c:v>
                </c:pt>
                <c:pt idx="1346">
                  <c:v>0.0101256705237</c:v>
                </c:pt>
                <c:pt idx="1347">
                  <c:v>0.0100828732362</c:v>
                </c:pt>
                <c:pt idx="1348">
                  <c:v>0.0100403725707</c:v>
                </c:pt>
                <c:pt idx="1349">
                  <c:v>0.00999816565188</c:v>
                </c:pt>
                <c:pt idx="1350">
                  <c:v>0.00995624963879</c:v>
                </c:pt>
                <c:pt idx="1351">
                  <c:v>0.00991462172446</c:v>
                </c:pt>
                <c:pt idx="1352">
                  <c:v>0.00987327913537</c:v>
                </c:pt>
                <c:pt idx="1353">
                  <c:v>0.00983221913101</c:v>
                </c:pt>
                <c:pt idx="1354">
                  <c:v>0.00979143900346</c:v>
                </c:pt>
                <c:pt idx="1355">
                  <c:v>0.00975093607693</c:v>
                </c:pt>
                <c:pt idx="1356">
                  <c:v>0.0097107077073</c:v>
                </c:pt>
                <c:pt idx="1357">
                  <c:v>0.00967075128175</c:v>
                </c:pt>
                <c:pt idx="1358">
                  <c:v>0.00963106421831</c:v>
                </c:pt>
                <c:pt idx="1359">
                  <c:v>0.00959164396541</c:v>
                </c:pt>
                <c:pt idx="1360">
                  <c:v>0.00955248800155</c:v>
                </c:pt>
                <c:pt idx="1361">
                  <c:v>0.00951359383485</c:v>
                </c:pt>
                <c:pt idx="1362">
                  <c:v>0.00947495900266</c:v>
                </c:pt>
                <c:pt idx="1363">
                  <c:v>0.00943658107121</c:v>
                </c:pt>
                <c:pt idx="1364">
                  <c:v>0.00939845763517</c:v>
                </c:pt>
                <c:pt idx="1365">
                  <c:v>0.00936058631733</c:v>
                </c:pt>
                <c:pt idx="1366">
                  <c:v>0.0093229647682</c:v>
                </c:pt>
                <c:pt idx="1367">
                  <c:v>0.00928559066566</c:v>
                </c:pt>
                <c:pt idx="1368">
                  <c:v>0.0092484617146</c:v>
                </c:pt>
                <c:pt idx="1369">
                  <c:v>0.00921157564657</c:v>
                </c:pt>
                <c:pt idx="1370">
                  <c:v>0.00917493021943</c:v>
                </c:pt>
                <c:pt idx="1371">
                  <c:v>0.00913852321701</c:v>
                </c:pt>
                <c:pt idx="1372">
                  <c:v>0.00910235244879</c:v>
                </c:pt>
                <c:pt idx="1373">
                  <c:v>0.00906641574952</c:v>
                </c:pt>
                <c:pt idx="1374">
                  <c:v>0.00903071097896</c:v>
                </c:pt>
                <c:pt idx="1375">
                  <c:v>0.00899523602152</c:v>
                </c:pt>
                <c:pt idx="1376">
                  <c:v>0.00895998878594</c:v>
                </c:pt>
                <c:pt idx="1377">
                  <c:v>0.00892496720498</c:v>
                </c:pt>
                <c:pt idx="1378">
                  <c:v>0.00889016923515</c:v>
                </c:pt>
                <c:pt idx="1379">
                  <c:v>0.00885559285634</c:v>
                </c:pt>
                <c:pt idx="1380">
                  <c:v>0.00882123607157</c:v>
                </c:pt>
                <c:pt idx="1381">
                  <c:v>0.00878709690667</c:v>
                </c:pt>
                <c:pt idx="1382">
                  <c:v>0.00875317341</c:v>
                </c:pt>
                <c:pt idx="1383">
                  <c:v>0.00871946365217</c:v>
                </c:pt>
                <c:pt idx="1384">
                  <c:v>0.00868596572571</c:v>
                </c:pt>
                <c:pt idx="1385">
                  <c:v>0.00865267774485</c:v>
                </c:pt>
                <c:pt idx="1386">
                  <c:v>0.0086195978452</c:v>
                </c:pt>
                <c:pt idx="1387">
                  <c:v>0.0085867241835</c:v>
                </c:pt>
                <c:pt idx="1388">
                  <c:v>0.00855405493732</c:v>
                </c:pt>
                <c:pt idx="1389">
                  <c:v>0.00852158830482</c:v>
                </c:pt>
                <c:pt idx="1390">
                  <c:v>0.00848932250449</c:v>
                </c:pt>
                <c:pt idx="1391">
                  <c:v>0.00845725577486</c:v>
                </c:pt>
                <c:pt idx="1392">
                  <c:v>0.00842538637425</c:v>
                </c:pt>
                <c:pt idx="1393">
                  <c:v>0.00839371258054</c:v>
                </c:pt>
                <c:pt idx="1394">
                  <c:v>0.0083622326909</c:v>
                </c:pt>
                <c:pt idx="1395">
                  <c:v>0.00833094502153</c:v>
                </c:pt>
                <c:pt idx="1396">
                  <c:v>0.00829984790743</c:v>
                </c:pt>
                <c:pt idx="1397">
                  <c:v>0.00826893970217</c:v>
                </c:pt>
                <c:pt idx="1398">
                  <c:v>0.0082382187776</c:v>
                </c:pt>
                <c:pt idx="1399">
                  <c:v>0.00820768352367</c:v>
                </c:pt>
                <c:pt idx="1400">
                  <c:v>0.00817733234818</c:v>
                </c:pt>
                <c:pt idx="1401">
                  <c:v>0.00814716367652</c:v>
                </c:pt>
                <c:pt idx="1402">
                  <c:v>0.00811717595147</c:v>
                </c:pt>
                <c:pt idx="1403">
                  <c:v>0.00808736763297</c:v>
                </c:pt>
                <c:pt idx="1404">
                  <c:v>0.00805773719789</c:v>
                </c:pt>
                <c:pt idx="1405">
                  <c:v>0.00802828313982</c:v>
                </c:pt>
                <c:pt idx="1406">
                  <c:v>0.00799900396883</c:v>
                </c:pt>
                <c:pt idx="1407">
                  <c:v>0.00796989821128</c:v>
                </c:pt>
                <c:pt idx="1408">
                  <c:v>0.00794096440961</c:v>
                </c:pt>
                <c:pt idx="1409">
                  <c:v>0.0079122011221</c:v>
                </c:pt>
                <c:pt idx="1410">
                  <c:v>0.0078836069227</c:v>
                </c:pt>
                <c:pt idx="1411">
                  <c:v>0.0078551804008</c:v>
                </c:pt>
                <c:pt idx="1412">
                  <c:v>0.00782692016104</c:v>
                </c:pt>
                <c:pt idx="1413">
                  <c:v>0.00779882482311</c:v>
                </c:pt>
                <c:pt idx="1414">
                  <c:v>0.00777089302154</c:v>
                </c:pt>
                <c:pt idx="1415">
                  <c:v>0.00774312340556</c:v>
                </c:pt>
                <c:pt idx="1416">
                  <c:v>0.00771551463881</c:v>
                </c:pt>
                <c:pt idx="1417">
                  <c:v>0.00768806539927</c:v>
                </c:pt>
                <c:pt idx="1418">
                  <c:v>0.00766077437897</c:v>
                </c:pt>
                <c:pt idx="1419">
                  <c:v>0.00763364028389</c:v>
                </c:pt>
                <c:pt idx="1420">
                  <c:v>0.00760666183371</c:v>
                </c:pt>
                <c:pt idx="1421">
                  <c:v>0.00757983776168</c:v>
                </c:pt>
                <c:pt idx="1422">
                  <c:v>0.00755316681445</c:v>
                </c:pt>
                <c:pt idx="1423">
                  <c:v>0.00752664775183</c:v>
                </c:pt>
                <c:pt idx="1424">
                  <c:v>0.00750027934671</c:v>
                </c:pt>
                <c:pt idx="1425">
                  <c:v>0.00747406038483</c:v>
                </c:pt>
                <c:pt idx="1426">
                  <c:v>0.00744798966463</c:v>
                </c:pt>
                <c:pt idx="1427">
                  <c:v>0.0074220659971</c:v>
                </c:pt>
                <c:pt idx="1428">
                  <c:v>0.00739628820561</c:v>
                </c:pt>
                <c:pt idx="1429">
                  <c:v>0.00737065512575</c:v>
                </c:pt>
                <c:pt idx="1430">
                  <c:v>0.00734516560516</c:v>
                </c:pt>
                <c:pt idx="1431">
                  <c:v>0.00731981850342</c:v>
                </c:pt>
                <c:pt idx="1432">
                  <c:v>0.00729461269186</c:v>
                </c:pt>
                <c:pt idx="1433">
                  <c:v>0.00726954705341</c:v>
                </c:pt>
                <c:pt idx="1434">
                  <c:v>0.00724462048249</c:v>
                </c:pt>
                <c:pt idx="1435">
                  <c:v>0.00721983188482</c:v>
                </c:pt>
                <c:pt idx="1436">
                  <c:v>0.00719518017731</c:v>
                </c:pt>
                <c:pt idx="1437">
                  <c:v>0.00717066428792</c:v>
                </c:pt>
                <c:pt idx="1438">
                  <c:v>0.00714628315547</c:v>
                </c:pt>
                <c:pt idx="1439">
                  <c:v>0.0071220357296</c:v>
                </c:pt>
                <c:pt idx="1440">
                  <c:v>0.00709792097054</c:v>
                </c:pt>
                <c:pt idx="1441">
                  <c:v>0.00707393784903</c:v>
                </c:pt>
                <c:pt idx="1442">
                  <c:v>0.00705008534618</c:v>
                </c:pt>
                <c:pt idx="1443">
                  <c:v>0.00702636245334</c:v>
                </c:pt>
                <c:pt idx="1444">
                  <c:v>0.00700276817199</c:v>
                </c:pt>
                <c:pt idx="1445">
                  <c:v>0.00697930151357</c:v>
                </c:pt>
                <c:pt idx="1446">
                  <c:v>0.0069559614994</c:v>
                </c:pt>
                <c:pt idx="1447">
                  <c:v>0.00693274716056</c:v>
                </c:pt>
                <c:pt idx="1448">
                  <c:v>0.00690965753775</c:v>
                </c:pt>
                <c:pt idx="1449">
                  <c:v>0.00688669168117</c:v>
                </c:pt>
                <c:pt idx="1450">
                  <c:v>0.00686384865043</c:v>
                </c:pt>
                <c:pt idx="1451">
                  <c:v>0.00684112751441</c:v>
                </c:pt>
                <c:pt idx="1452">
                  <c:v>0.00681852735116</c:v>
                </c:pt>
                <c:pt idx="1453">
                  <c:v>0.0067960472478</c:v>
                </c:pt>
                <c:pt idx="1454">
                  <c:v>0.00677368630039</c:v>
                </c:pt>
                <c:pt idx="1455">
                  <c:v>0.00675144361383</c:v>
                </c:pt>
                <c:pt idx="1456">
                  <c:v>0.00672931830176</c:v>
                </c:pt>
                <c:pt idx="1457">
                  <c:v>0.00670730948645</c:v>
                </c:pt>
                <c:pt idx="1458">
                  <c:v>0.0066854162987</c:v>
                </c:pt>
                <c:pt idx="1459">
                  <c:v>0.00666363787773</c:v>
                </c:pt>
                <c:pt idx="1460">
                  <c:v>0.0066419733711</c:v>
                </c:pt>
                <c:pt idx="1461">
                  <c:v>0.00662042193458</c:v>
                </c:pt>
                <c:pt idx="1462">
                  <c:v>0.00659898273207</c:v>
                </c:pt>
                <c:pt idx="1463">
                  <c:v>0.00657765493553</c:v>
                </c:pt>
                <c:pt idx="1464">
                  <c:v>0.00655643772481</c:v>
                </c:pt>
                <c:pt idx="1465">
                  <c:v>0.00653533028766</c:v>
                </c:pt>
                <c:pt idx="1466">
                  <c:v>0.00651433181954</c:v>
                </c:pt>
                <c:pt idx="1467">
                  <c:v>0.00649344152359</c:v>
                </c:pt>
                <c:pt idx="1468">
                  <c:v>0.00647265861052</c:v>
                </c:pt>
                <c:pt idx="1469">
                  <c:v>0.00645198229851</c:v>
                </c:pt>
                <c:pt idx="1470">
                  <c:v>0.00643141181314</c:v>
                </c:pt>
                <c:pt idx="1471">
                  <c:v>0.00641094638732</c:v>
                </c:pt>
                <c:pt idx="1472">
                  <c:v>0.00639058526114</c:v>
                </c:pt>
                <c:pt idx="1473">
                  <c:v>0.00637032768185</c:v>
                </c:pt>
                <c:pt idx="1474">
                  <c:v>0.00635017290378</c:v>
                </c:pt>
                <c:pt idx="1475">
                  <c:v>0.00633012018818</c:v>
                </c:pt>
                <c:pt idx="1476">
                  <c:v>0.00631016880323</c:v>
                </c:pt>
                <c:pt idx="1477">
                  <c:v>0.00629031802392</c:v>
                </c:pt>
                <c:pt idx="1478">
                  <c:v>0.00627056713195</c:v>
                </c:pt>
                <c:pt idx="1479">
                  <c:v>0.00625091541569</c:v>
                </c:pt>
                <c:pt idx="1480">
                  <c:v>0.00623136217008</c:v>
                </c:pt>
                <c:pt idx="1481">
                  <c:v>0.00621190669659</c:v>
                </c:pt>
                <c:pt idx="1482">
                  <c:v>0.00619254830307</c:v>
                </c:pt>
                <c:pt idx="1483">
                  <c:v>0.00617328630376</c:v>
                </c:pt>
                <c:pt idx="1484">
                  <c:v>0.00615412001916</c:v>
                </c:pt>
                <c:pt idx="1485">
                  <c:v>0.00613504877598</c:v>
                </c:pt>
                <c:pt idx="1486">
                  <c:v>0.00611607190709</c:v>
                </c:pt>
                <c:pt idx="1487">
                  <c:v>0.00609718875139</c:v>
                </c:pt>
                <c:pt idx="1488">
                  <c:v>0.00607839865379</c:v>
                </c:pt>
                <c:pt idx="1489">
                  <c:v>0.00605970096515</c:v>
                </c:pt>
                <c:pt idx="1490">
                  <c:v>0.00604109504216</c:v>
                </c:pt>
                <c:pt idx="1491">
                  <c:v>0.00602258024732</c:v>
                </c:pt>
                <c:pt idx="1492">
                  <c:v>0.00600415594885</c:v>
                </c:pt>
                <c:pt idx="1493">
                  <c:v>0.00598582152065</c:v>
                </c:pt>
                <c:pt idx="1494">
                  <c:v>0.0059675763422</c:v>
                </c:pt>
                <c:pt idx="1495">
                  <c:v>0.00594941979852</c:v>
                </c:pt>
                <c:pt idx="1496">
                  <c:v>0.00593135128011</c:v>
                </c:pt>
                <c:pt idx="1497">
                  <c:v>0.00591337018289</c:v>
                </c:pt>
                <c:pt idx="1498">
                  <c:v>0.0058954759081</c:v>
                </c:pt>
                <c:pt idx="1499">
                  <c:v>0.0058776678623</c:v>
                </c:pt>
                <c:pt idx="1500">
                  <c:v>0.00585994545728</c:v>
                </c:pt>
                <c:pt idx="1501">
                  <c:v>0.00584230810998</c:v>
                </c:pt>
                <c:pt idx="1502">
                  <c:v>0.00582475524247</c:v>
                </c:pt>
                <c:pt idx="1503">
                  <c:v>0.00580728628189</c:v>
                </c:pt>
                <c:pt idx="1504">
                  <c:v>0.00578990066036</c:v>
                </c:pt>
                <c:pt idx="1505">
                  <c:v>0.00577259781496</c:v>
                </c:pt>
                <c:pt idx="1506">
                  <c:v>0.00575537718765</c:v>
                </c:pt>
                <c:pt idx="1507">
                  <c:v>0.00573823822524</c:v>
                </c:pt>
                <c:pt idx="1508">
                  <c:v>0.00572118037932</c:v>
                </c:pt>
                <c:pt idx="1509">
                  <c:v>0.00570420310621</c:v>
                </c:pt>
                <c:pt idx="1510">
                  <c:v>0.0056873058669</c:v>
                </c:pt>
                <c:pt idx="1511">
                  <c:v>0.00567048812703</c:v>
                </c:pt>
                <c:pt idx="1512">
                  <c:v>0.00565374935679</c:v>
                </c:pt>
                <c:pt idx="1513">
                  <c:v>0.00563708903092</c:v>
                </c:pt>
                <c:pt idx="1514">
                  <c:v>0.00562050662862</c:v>
                </c:pt>
                <c:pt idx="1515">
                  <c:v>0.00560400163353</c:v>
                </c:pt>
                <c:pt idx="1516">
                  <c:v>0.00558757353366</c:v>
                </c:pt>
                <c:pt idx="1517">
                  <c:v>0.00557122182138</c:v>
                </c:pt>
                <c:pt idx="1518">
                  <c:v>0.00555494599331</c:v>
                </c:pt>
                <c:pt idx="1519">
                  <c:v>0.00553874555032</c:v>
                </c:pt>
                <c:pt idx="1520">
                  <c:v>0.0055226199975</c:v>
                </c:pt>
                <c:pt idx="1521">
                  <c:v>0.00550656884406</c:v>
                </c:pt>
                <c:pt idx="1522">
                  <c:v>0.00549059160332</c:v>
                </c:pt>
                <c:pt idx="1523">
                  <c:v>0.00547468779267</c:v>
                </c:pt>
                <c:pt idx="1524">
                  <c:v>0.00545885693352</c:v>
                </c:pt>
                <c:pt idx="1525">
                  <c:v>0.00544309855122</c:v>
                </c:pt>
                <c:pt idx="1526">
                  <c:v>0.0054274121751</c:v>
                </c:pt>
                <c:pt idx="1527">
                  <c:v>0.00541179733834</c:v>
                </c:pt>
                <c:pt idx="1528">
                  <c:v>0.00539625357801</c:v>
                </c:pt>
                <c:pt idx="1529">
                  <c:v>0.00538078043494</c:v>
                </c:pt>
                <c:pt idx="1530">
                  <c:v>0.00536537745376</c:v>
                </c:pt>
                <c:pt idx="1531">
                  <c:v>0.00535004418281</c:v>
                </c:pt>
                <c:pt idx="1532">
                  <c:v>0.00533478017415</c:v>
                </c:pt>
                <c:pt idx="1533">
                  <c:v>0.00531958498344</c:v>
                </c:pt>
                <c:pt idx="1534">
                  <c:v>0.00530445817</c:v>
                </c:pt>
                <c:pt idx="1535">
                  <c:v>0.00528939929669</c:v>
                </c:pt>
                <c:pt idx="1536">
                  <c:v>0.00527440792993</c:v>
                </c:pt>
                <c:pt idx="1537">
                  <c:v>0.00525948363962</c:v>
                </c:pt>
                <c:pt idx="1538">
                  <c:v>0.00524462599913</c:v>
                </c:pt>
                <c:pt idx="1539">
                  <c:v>0.00522983458526</c:v>
                </c:pt>
                <c:pt idx="1540">
                  <c:v>0.0052151089782</c:v>
                </c:pt>
                <c:pt idx="1541">
                  <c:v>0.0052004487615</c:v>
                </c:pt>
                <c:pt idx="1542">
                  <c:v>0.00518585352202</c:v>
                </c:pt>
                <c:pt idx="1543">
                  <c:v>0.00517132284993</c:v>
                </c:pt>
                <c:pt idx="1544">
                  <c:v>0.00515685633862</c:v>
                </c:pt>
                <c:pt idx="1545">
                  <c:v>0.00514245358473</c:v>
                </c:pt>
                <c:pt idx="1546">
                  <c:v>0.00512811418808</c:v>
                </c:pt>
                <c:pt idx="1547">
                  <c:v>0.00511383775163</c:v>
                </c:pt>
                <c:pt idx="1548">
                  <c:v>0.00509962388148</c:v>
                </c:pt>
                <c:pt idx="1549">
                  <c:v>0.00508547218681</c:v>
                </c:pt>
                <c:pt idx="1550">
                  <c:v>0.00507138227986</c:v>
                </c:pt>
                <c:pt idx="1551">
                  <c:v>0.00505735377591</c:v>
                </c:pt>
                <c:pt idx="1552">
                  <c:v>0.00504338629322</c:v>
                </c:pt>
                <c:pt idx="1553">
                  <c:v>0.00502947945303</c:v>
                </c:pt>
                <c:pt idx="1554">
                  <c:v>0.00501563287951</c:v>
                </c:pt>
                <c:pt idx="1555">
                  <c:v>0.00500184619973</c:v>
                </c:pt>
                <c:pt idx="1556">
                  <c:v>0.00498811904366</c:v>
                </c:pt>
                <c:pt idx="1557">
                  <c:v>0.00497445104409</c:v>
                </c:pt>
                <c:pt idx="1558">
                  <c:v>0.00496084183666</c:v>
                </c:pt>
                <c:pt idx="1559">
                  <c:v>0.00494729105978</c:v>
                </c:pt>
                <c:pt idx="1560">
                  <c:v>0.00493379835464</c:v>
                </c:pt>
                <c:pt idx="1561">
                  <c:v>0.00492036336516</c:v>
                </c:pt>
                <c:pt idx="1562">
                  <c:v>0.00490698573796</c:v>
                </c:pt>
                <c:pt idx="1563">
                  <c:v>0.00489366512236</c:v>
                </c:pt>
                <c:pt idx="1564">
                  <c:v>0.00488040117032</c:v>
                </c:pt>
                <c:pt idx="1565">
                  <c:v>0.00486719353645</c:v>
                </c:pt>
                <c:pt idx="1566">
                  <c:v>0.00485404187795</c:v>
                </c:pt>
                <c:pt idx="1567">
                  <c:v>0.00484094585459</c:v>
                </c:pt>
                <c:pt idx="1568">
                  <c:v>0.00482790512871</c:v>
                </c:pt>
                <c:pt idx="1569">
                  <c:v>0.00481491936517</c:v>
                </c:pt>
                <c:pt idx="1570">
                  <c:v>0.00480198823133</c:v>
                </c:pt>
                <c:pt idx="1571">
                  <c:v>0.00478911139705</c:v>
                </c:pt>
                <c:pt idx="1572">
                  <c:v>0.00477628853461</c:v>
                </c:pt>
                <c:pt idx="1573">
                  <c:v>0.00476351931874</c:v>
                </c:pt>
                <c:pt idx="1574">
                  <c:v>0.00475080342659</c:v>
                </c:pt>
                <c:pt idx="1575">
                  <c:v>0.00473814053766</c:v>
                </c:pt>
                <c:pt idx="1576">
                  <c:v>0.00472553033385</c:v>
                </c:pt>
                <c:pt idx="1577">
                  <c:v>0.00471297249937</c:v>
                </c:pt>
                <c:pt idx="1578">
                  <c:v>0.00470046672075</c:v>
                </c:pt>
                <c:pt idx="1579">
                  <c:v>0.00468801268683</c:v>
                </c:pt>
                <c:pt idx="1580">
                  <c:v>0.00467561008871</c:v>
                </c:pt>
                <c:pt idx="1581">
                  <c:v>0.00466325861974</c:v>
                </c:pt>
                <c:pt idx="1582">
                  <c:v>0.0046509579755</c:v>
                </c:pt>
                <c:pt idx="1583">
                  <c:v>0.00463870785379</c:v>
                </c:pt>
                <c:pt idx="1584">
                  <c:v>0.00462650795457</c:v>
                </c:pt>
                <c:pt idx="1585">
                  <c:v>0.00461435797999</c:v>
                </c:pt>
                <c:pt idx="1586">
                  <c:v>0.00460225763436</c:v>
                </c:pt>
                <c:pt idx="1587">
                  <c:v>0.00459020662407</c:v>
                </c:pt>
                <c:pt idx="1588">
                  <c:v>0.00457820465767</c:v>
                </c:pt>
                <c:pt idx="1589">
                  <c:v>0.00456625144576</c:v>
                </c:pt>
                <c:pt idx="1590">
                  <c:v>0.00455434670103</c:v>
                </c:pt>
                <c:pt idx="1591">
                  <c:v>0.00454249013822</c:v>
                </c:pt>
                <c:pt idx="1592">
                  <c:v>0.00453068147408</c:v>
                </c:pt>
                <c:pt idx="1593">
                  <c:v>0.0045189204274</c:v>
                </c:pt>
                <c:pt idx="1594">
                  <c:v>0.00450720671896</c:v>
                </c:pt>
                <c:pt idx="1595">
                  <c:v>0.00449554007151</c:v>
                </c:pt>
                <c:pt idx="1596">
                  <c:v>0.00448392020976</c:v>
                </c:pt>
                <c:pt idx="1597">
                  <c:v>0.00447234686037</c:v>
                </c:pt>
                <c:pt idx="1598">
                  <c:v>0.00446081975192</c:v>
                </c:pt>
                <c:pt idx="1599">
                  <c:v>0.00444933861492</c:v>
                </c:pt>
                <c:pt idx="1600">
                  <c:v>0.00443790318175</c:v>
                </c:pt>
                <c:pt idx="1601">
                  <c:v>0.00442651318667</c:v>
                </c:pt>
                <c:pt idx="1602">
                  <c:v>0.00441516836583</c:v>
                </c:pt>
                <c:pt idx="1603">
                  <c:v>0.00440386845718</c:v>
                </c:pt>
                <c:pt idx="1604">
                  <c:v>0.00439261320055</c:v>
                </c:pt>
                <c:pt idx="1605">
                  <c:v>0.00438140233756</c:v>
                </c:pt>
                <c:pt idx="1606">
                  <c:v>0.00437023561163</c:v>
                </c:pt>
                <c:pt idx="1607">
                  <c:v>0.00435911276799</c:v>
                </c:pt>
                <c:pt idx="1608">
                  <c:v>0.00434803355362</c:v>
                </c:pt>
                <c:pt idx="1609">
                  <c:v>0.00433699771728</c:v>
                </c:pt>
                <c:pt idx="1610">
                  <c:v>0.00432600500948</c:v>
                </c:pt>
                <c:pt idx="1611">
                  <c:v>0.00431505518243</c:v>
                </c:pt>
                <c:pt idx="1612">
                  <c:v>0.00430414799012</c:v>
                </c:pt>
                <c:pt idx="1613">
                  <c:v>0.00429328318819</c:v>
                </c:pt>
                <c:pt idx="1614">
                  <c:v>0.00428246053403</c:v>
                </c:pt>
                <c:pt idx="1615">
                  <c:v>0.00427167978667</c:v>
                </c:pt>
                <c:pt idx="1616">
                  <c:v>0.00426094070686</c:v>
                </c:pt>
                <c:pt idx="1617">
                  <c:v>0.00425024305698</c:v>
                </c:pt>
                <c:pt idx="1618">
                  <c:v>0.00423958660109</c:v>
                </c:pt>
                <c:pt idx="1619">
                  <c:v>0.00422897110487</c:v>
                </c:pt>
                <c:pt idx="1620">
                  <c:v>0.00421839633564</c:v>
                </c:pt>
                <c:pt idx="1621">
                  <c:v>0.00420786206235</c:v>
                </c:pt>
                <c:pt idx="1622">
                  <c:v>0.00419736805558</c:v>
                </c:pt>
                <c:pt idx="1623">
                  <c:v>0.00418691408748</c:v>
                </c:pt>
                <c:pt idx="1624">
                  <c:v>0.00417649993182</c:v>
                </c:pt>
                <c:pt idx="1625">
                  <c:v>0.00416612536396</c:v>
                </c:pt>
                <c:pt idx="1626">
                  <c:v>0.00415579016085</c:v>
                </c:pt>
                <c:pt idx="1627">
                  <c:v>0.00414549410098</c:v>
                </c:pt>
                <c:pt idx="1628">
                  <c:v>0.00413523696445</c:v>
                </c:pt>
                <c:pt idx="1629">
                  <c:v>0.00412501853289</c:v>
                </c:pt>
                <c:pt idx="1630">
                  <c:v>0.00411483858951</c:v>
                </c:pt>
                <c:pt idx="1631">
                  <c:v>0.00410469691905</c:v>
                </c:pt>
                <c:pt idx="1632">
                  <c:v>0.0040945933078</c:v>
                </c:pt>
                <c:pt idx="1633">
                  <c:v>0.00408452754358</c:v>
                </c:pt>
                <c:pt idx="1634">
                  <c:v>0.00407449941577</c:v>
                </c:pt>
                <c:pt idx="1635">
                  <c:v>0.00406450871526</c:v>
                </c:pt>
                <c:pt idx="1636">
                  <c:v>0.00405455523447</c:v>
                </c:pt>
                <c:pt idx="1637">
                  <c:v>0.00404463876734</c:v>
                </c:pt>
                <c:pt idx="1638">
                  <c:v>0.00403475910933</c:v>
                </c:pt>
                <c:pt idx="1639">
                  <c:v>0.00402491605742</c:v>
                </c:pt>
                <c:pt idx="1640">
                  <c:v>0.00401510941012</c:v>
                </c:pt>
                <c:pt idx="1641">
                  <c:v>0.00400533896742</c:v>
                </c:pt>
                <c:pt idx="1642">
                  <c:v>0.00399560453086</c:v>
                </c:pt>
                <c:pt idx="1643">
                  <c:v>0.00398590590345</c:v>
                </c:pt>
                <c:pt idx="1644">
                  <c:v>0.00397624288975</c:v>
                </c:pt>
                <c:pt idx="1645">
                  <c:v>0.0039666152958</c:v>
                </c:pt>
                <c:pt idx="1646">
                  <c:v>0.00395702292916</c:v>
                </c:pt>
                <c:pt idx="1647">
                  <c:v>0.0039474655989</c:v>
                </c:pt>
                <c:pt idx="1648">
                  <c:v>0.00393794311561</c:v>
                </c:pt>
                <c:pt idx="1649">
                  <c:v>0.00392845529138</c:v>
                </c:pt>
                <c:pt idx="1650">
                  <c:v>0.00391900193981</c:v>
                </c:pt>
                <c:pt idx="1651">
                  <c:v>0.00390958287602</c:v>
                </c:pt>
                <c:pt idx="1652">
                  <c:v>0.00390019791665</c:v>
                </c:pt>
                <c:pt idx="1653">
                  <c:v>0.00389084687986</c:v>
                </c:pt>
                <c:pt idx="1654">
                  <c:v>0.00388152958531</c:v>
                </c:pt>
                <c:pt idx="1655">
                  <c:v>0.00387224585422</c:v>
                </c:pt>
                <c:pt idx="1656">
                  <c:v>0.00386299550931</c:v>
                </c:pt>
                <c:pt idx="1657">
                  <c:v>0.00385377837482</c:v>
                </c:pt>
                <c:pt idx="1658">
                  <c:v>0.00384459427656</c:v>
                </c:pt>
                <c:pt idx="1659">
                  <c:v>0.00383544304183</c:v>
                </c:pt>
                <c:pt idx="1660">
                  <c:v>0.00382632449951</c:v>
                </c:pt>
                <c:pt idx="1661">
                  <c:v>0.00381723848</c:v>
                </c:pt>
                <c:pt idx="1662">
                  <c:v>0.00380818481524</c:v>
                </c:pt>
                <c:pt idx="1663">
                  <c:v>0.00379916333874</c:v>
                </c:pt>
                <c:pt idx="1664">
                  <c:v>0.00379017388554</c:v>
                </c:pt>
                <c:pt idx="1665">
                  <c:v>0.00378121629225</c:v>
                </c:pt>
                <c:pt idx="1666">
                  <c:v>0.00377229039703</c:v>
                </c:pt>
                <c:pt idx="1667">
                  <c:v>0.00376339603961</c:v>
                </c:pt>
                <c:pt idx="1668">
                  <c:v>0.00375453306127</c:v>
                </c:pt>
                <c:pt idx="1669">
                  <c:v>0.00374570130487</c:v>
                </c:pt>
                <c:pt idx="1670">
                  <c:v>0.00373690061483</c:v>
                </c:pt>
                <c:pt idx="1671">
                  <c:v>0.00372813083714</c:v>
                </c:pt>
                <c:pt idx="1672">
                  <c:v>0.00371939181936</c:v>
                </c:pt>
                <c:pt idx="1673">
                  <c:v>0.00371068341063</c:v>
                </c:pt>
                <c:pt idx="1674">
                  <c:v>0.00370200546166</c:v>
                </c:pt>
                <c:pt idx="1675">
                  <c:v>0.00369335782472</c:v>
                </c:pt>
                <c:pt idx="1676">
                  <c:v>0.00368474035365</c:v>
                </c:pt>
                <c:pt idx="1677">
                  <c:v>0.00367615290389</c:v>
                </c:pt>
                <c:pt idx="1678">
                  <c:v>0.00366759533241</c:v>
                </c:pt>
                <c:pt idx="1679">
                  <c:v>0.00365906749775</c:v>
                </c:pt>
                <c:pt idx="1680">
                  <c:v>0.00365056926003</c:v>
                </c:pt>
                <c:pt idx="1681">
                  <c:v>0.00364210048091</c:v>
                </c:pt>
                <c:pt idx="1682">
                  <c:v>0.0036336610236</c:v>
                </c:pt>
                <c:pt idx="1683">
                  <c:v>0.00362525075286</c:v>
                </c:pt>
                <c:pt idx="1684">
                  <c:v>0.00361686953496</c:v>
                </c:pt>
                <c:pt idx="1685">
                  <c:v>0.00360851723773</c:v>
                </c:pt>
                <c:pt idx="1686">
                  <c:v>0.00360019373049</c:v>
                </c:pt>
                <c:pt idx="1687">
                  <c:v>0.00359189888409</c:v>
                </c:pt>
                <c:pt idx="1688">
                  <c:v>0.00358363257085</c:v>
                </c:pt>
                <c:pt idx="1689">
                  <c:v>0.00357539466457</c:v>
                </c:pt>
                <c:pt idx="1690">
                  <c:v>0.00356718504052</c:v>
                </c:pt>
                <c:pt idx="1691">
                  <c:v>0.00355900357544</c:v>
                </c:pt>
                <c:pt idx="1692">
                  <c:v>0.00355085014747</c:v>
                </c:pt>
                <c:pt idx="1693">
                  <c:v>0.00354272463617</c:v>
                </c:pt>
                <c:pt idx="1694">
                  <c:v>0.00353462692252</c:v>
                </c:pt>
                <c:pt idx="1695">
                  <c:v>0.00352655688883</c:v>
                </c:pt>
                <c:pt idx="1696">
                  <c:v>0.00351851441881</c:v>
                </c:pt>
                <c:pt idx="1697">
                  <c:v>0.00351049939745</c:v>
                </c:pt>
                <c:pt idx="1698">
                  <c:v>0.00350251171107</c:v>
                </c:pt>
                <c:pt idx="1699">
                  <c:v>0.00349455124727</c:v>
                </c:pt>
                <c:pt idx="1700">
                  <c:v>0.00348661789488</c:v>
                </c:pt>
                <c:pt idx="1701">
                  <c:v>0.00347871154397</c:v>
                </c:pt>
                <c:pt idx="1702">
                  <c:v>0.00347083208579</c:v>
                </c:pt>
                <c:pt idx="1703">
                  <c:v>0.00346297941277</c:v>
                </c:pt>
                <c:pt idx="1704">
                  <c:v>0.00345515341845</c:v>
                </c:pt>
                <c:pt idx="1705">
                  <c:v>0.00344735399747</c:v>
                </c:pt>
                <c:pt idx="1706">
                  <c:v>0.00343958104556</c:v>
                </c:pt>
                <c:pt idx="1707">
                  <c:v>0.00343183445944</c:v>
                </c:pt>
                <c:pt idx="1708">
                  <c:v>0.00342411413687</c:v>
                </c:pt>
                <c:pt idx="1709">
                  <c:v>0.00341641997654</c:v>
                </c:pt>
                <c:pt idx="1710">
                  <c:v>0.00340875187808</c:v>
                </c:pt>
                <c:pt idx="1711">
                  <c:v>0.003401109742</c:v>
                </c:pt>
                <c:pt idx="1712">
                  <c:v>0.00339349346967</c:v>
                </c:pt>
                <c:pt idx="1713">
                  <c:v>0.00338590296327</c:v>
                </c:pt>
                <c:pt idx="1714">
                  <c:v>0.00337833812576</c:v>
                </c:pt>
                <c:pt idx="1715">
                  <c:v>0.00337079886083</c:v>
                </c:pt>
                <c:pt idx="1716">
                  <c:v>0.00336328507289</c:v>
                </c:pt>
                <c:pt idx="1717">
                  <c:v>0.00335579666701</c:v>
                </c:pt>
                <c:pt idx="1718">
                  <c:v>0.00334833354887</c:v>
                </c:pt>
                <c:pt idx="1719">
                  <c:v>0.00334089562475</c:v>
                </c:pt>
                <c:pt idx="1720">
                  <c:v>0.00333348280151</c:v>
                </c:pt>
                <c:pt idx="1721">
                  <c:v>0.00332609498649</c:v>
                </c:pt>
                <c:pt idx="1722">
                  <c:v>0.00331873208753</c:v>
                </c:pt>
                <c:pt idx="1723">
                  <c:v>0.00331139401293</c:v>
                </c:pt>
                <c:pt idx="1724">
                  <c:v>0.00330408067138</c:v>
                </c:pt>
                <c:pt idx="1725">
                  <c:v>0.00329679197196</c:v>
                </c:pt>
                <c:pt idx="1726">
                  <c:v>0.00328952782411</c:v>
                </c:pt>
                <c:pt idx="1727">
                  <c:v>0.00328228813757</c:v>
                </c:pt>
                <c:pt idx="1728">
                  <c:v>0.00327507282237</c:v>
                </c:pt>
                <c:pt idx="1729">
                  <c:v>0.00326788178881</c:v>
                </c:pt>
                <c:pt idx="1730">
                  <c:v>0.0032607149474</c:v>
                </c:pt>
                <c:pt idx="1731">
                  <c:v>0.00325357220888</c:v>
                </c:pt>
                <c:pt idx="1732">
                  <c:v>0.00324645348413</c:v>
                </c:pt>
                <c:pt idx="1733">
                  <c:v>0.00323935868421</c:v>
                </c:pt>
                <c:pt idx="1734">
                  <c:v>0.0032322877203</c:v>
                </c:pt>
                <c:pt idx="1735">
                  <c:v>0.00322524050369</c:v>
                </c:pt>
                <c:pt idx="1736">
                  <c:v>0.00321821694575</c:v>
                </c:pt>
                <c:pt idx="1737">
                  <c:v>0.00321121695794</c:v>
                </c:pt>
                <c:pt idx="1738">
                  <c:v>0.00320424045175</c:v>
                </c:pt>
                <c:pt idx="1739">
                  <c:v>0.00319728733872</c:v>
                </c:pt>
                <c:pt idx="1740">
                  <c:v>0.0031903575304</c:v>
                </c:pt>
                <c:pt idx="1741">
                  <c:v>0.00318345093835</c:v>
                </c:pt>
                <c:pt idx="1742">
                  <c:v>0.00317656747413</c:v>
                </c:pt>
                <c:pt idx="1743">
                  <c:v>0.00316970704929</c:v>
                </c:pt>
                <c:pt idx="1744">
                  <c:v>0.00316286957535</c:v>
                </c:pt>
                <c:pt idx="1745">
                  <c:v>0.0031560549638</c:v>
                </c:pt>
                <c:pt idx="1746">
                  <c:v>0.0031492631261</c:v>
                </c:pt>
                <c:pt idx="1747">
                  <c:v>0.00314249397365</c:v>
                </c:pt>
                <c:pt idx="1748">
                  <c:v>0.00313574741783</c:v>
                </c:pt>
                <c:pt idx="1749">
                  <c:v>0.00312902336995</c:v>
                </c:pt>
                <c:pt idx="1750">
                  <c:v>0.00312232174128</c:v>
                </c:pt>
                <c:pt idx="1751">
                  <c:v>0.00311564244302</c:v>
                </c:pt>
                <c:pt idx="1752">
                  <c:v>0.00310898538636</c:v>
                </c:pt>
                <c:pt idx="1753">
                  <c:v>0.00310235048239</c:v>
                </c:pt>
                <c:pt idx="1754">
                  <c:v>0.0030957376422</c:v>
                </c:pt>
                <c:pt idx="1755">
                  <c:v>0.00308914677681</c:v>
                </c:pt>
                <c:pt idx="1756">
                  <c:v>0.00308257779719</c:v>
                </c:pt>
                <c:pt idx="1757">
                  <c:v>0.00307603061432</c:v>
                </c:pt>
                <c:pt idx="1758">
                  <c:v>0.00306950513911</c:v>
                </c:pt>
                <c:pt idx="1759">
                  <c:v>0.00306300128246</c:v>
                </c:pt>
                <c:pt idx="1760">
                  <c:v>0.00305651895527</c:v>
                </c:pt>
                <c:pt idx="1761">
                  <c:v>0.00305005806841</c:v>
                </c:pt>
                <c:pt idx="1762">
                  <c:v>0.00304361853277</c:v>
                </c:pt>
                <c:pt idx="1763">
                  <c:v>0.00303720025924</c:v>
                </c:pt>
                <c:pt idx="1764">
                  <c:v>0.00303080315874</c:v>
                </c:pt>
                <c:pt idx="1765">
                  <c:v>0.0030244271422</c:v>
                </c:pt>
                <c:pt idx="1766">
                  <c:v>0.0030180721206</c:v>
                </c:pt>
                <c:pt idx="1767">
                  <c:v>0.00301173800497</c:v>
                </c:pt>
                <c:pt idx="1768">
                  <c:v>0.00300542470641</c:v>
                </c:pt>
                <c:pt idx="1769">
                  <c:v>0.00299913213605</c:v>
                </c:pt>
                <c:pt idx="1770">
                  <c:v>0.00299286020515</c:v>
                </c:pt>
                <c:pt idx="1771">
                  <c:v>0.00298660882503</c:v>
                </c:pt>
                <c:pt idx="1772">
                  <c:v>0.00298037790713</c:v>
                </c:pt>
                <c:pt idx="1773">
                  <c:v>0.00297416736298</c:v>
                </c:pt>
                <c:pt idx="1774">
                  <c:v>0.00296797710427</c:v>
                </c:pt>
                <c:pt idx="1775">
                  <c:v>0.0029618070428</c:v>
                </c:pt>
                <c:pt idx="1776">
                  <c:v>0.00295565709053</c:v>
                </c:pt>
                <c:pt idx="1777">
                  <c:v>0.00294952715957</c:v>
                </c:pt>
                <c:pt idx="1778">
                  <c:v>0.00294341716222</c:v>
                </c:pt>
                <c:pt idx="1779">
                  <c:v>0.00293732701094</c:v>
                </c:pt>
                <c:pt idx="1780">
                  <c:v>0.00293125661839</c:v>
                </c:pt>
                <c:pt idx="1781">
                  <c:v>0.00292520589744</c:v>
                </c:pt>
                <c:pt idx="1782">
                  <c:v>0.00291917476117</c:v>
                </c:pt>
                <c:pt idx="1783">
                  <c:v>0.00291316312289</c:v>
                </c:pt>
                <c:pt idx="1784">
                  <c:v>0.00290717089614</c:v>
                </c:pt>
                <c:pt idx="1785">
                  <c:v>0.00290119799471</c:v>
                </c:pt>
                <c:pt idx="1786">
                  <c:v>0.00289524433266</c:v>
                </c:pt>
                <c:pt idx="1787">
                  <c:v>0.00288930982429</c:v>
                </c:pt>
                <c:pt idx="1788">
                  <c:v>0.0028833943842</c:v>
                </c:pt>
                <c:pt idx="1789">
                  <c:v>0.00287749792727</c:v>
                </c:pt>
                <c:pt idx="1790">
                  <c:v>0.00287162036868</c:v>
                </c:pt>
                <c:pt idx="1791">
                  <c:v>0.00286576162391</c:v>
                </c:pt>
                <c:pt idx="1792">
                  <c:v>0.00285992160876</c:v>
                </c:pt>
                <c:pt idx="1793">
                  <c:v>0.00285410023937</c:v>
                </c:pt>
                <c:pt idx="1794">
                  <c:v>0.00284829743218</c:v>
                </c:pt>
                <c:pt idx="1795">
                  <c:v>0.002842513104</c:v>
                </c:pt>
                <c:pt idx="1796">
                  <c:v>0.00283674717199</c:v>
                </c:pt>
                <c:pt idx="1797">
                  <c:v>0.00283099955366</c:v>
                </c:pt>
                <c:pt idx="1798">
                  <c:v>0.00282527016688</c:v>
                </c:pt>
                <c:pt idx="1799">
                  <c:v>0.00281955892992</c:v>
                </c:pt>
                <c:pt idx="1800">
                  <c:v>0.00281386576141</c:v>
                </c:pt>
                <c:pt idx="1801">
                  <c:v>0.00280819058039</c:v>
                </c:pt>
                <c:pt idx="1802">
                  <c:v>0.00280253330629</c:v>
                </c:pt>
                <c:pt idx="1803">
                  <c:v>0.00279689385895</c:v>
                </c:pt>
                <c:pt idx="1804">
                  <c:v>0.0027912721586</c:v>
                </c:pt>
                <c:pt idx="1805">
                  <c:v>0.00278566812594</c:v>
                </c:pt>
                <c:pt idx="1806">
                  <c:v>0.00278008168205</c:v>
                </c:pt>
                <c:pt idx="1807">
                  <c:v>0.00277451274846</c:v>
                </c:pt>
                <c:pt idx="1808">
                  <c:v>0.00276896124715</c:v>
                </c:pt>
                <c:pt idx="1809">
                  <c:v>0.00276342710054</c:v>
                </c:pt>
                <c:pt idx="1810">
                  <c:v>0.0027579102315</c:v>
                </c:pt>
                <c:pt idx="1811">
                  <c:v>0.00275241056336</c:v>
                </c:pt>
                <c:pt idx="1812">
                  <c:v>0.00274692801991</c:v>
                </c:pt>
                <c:pt idx="1813">
                  <c:v>0.00274146252543</c:v>
                </c:pt>
                <c:pt idx="1814">
                  <c:v>0.00273601400466</c:v>
                </c:pt>
                <c:pt idx="1815">
                  <c:v>0.00273058238283</c:v>
                </c:pt>
                <c:pt idx="1816">
                  <c:v>0.00272516758565</c:v>
                </c:pt>
                <c:pt idx="1817">
                  <c:v>0.00271976953932</c:v>
                </c:pt>
                <c:pt idx="1818">
                  <c:v>0.00271438817056</c:v>
                </c:pt>
                <c:pt idx="1819">
                  <c:v>0.00270902340658</c:v>
                </c:pt>
                <c:pt idx="1820">
                  <c:v>0.00270367517509</c:v>
                </c:pt>
                <c:pt idx="1821">
                  <c:v>0.00269834340433</c:v>
                </c:pt>
                <c:pt idx="1822">
                  <c:v>0.00269302802304</c:v>
                </c:pt>
                <c:pt idx="1823">
                  <c:v>0.00268772896049</c:v>
                </c:pt>
                <c:pt idx="1824">
                  <c:v>0.00268244614649</c:v>
                </c:pt>
                <c:pt idx="1825">
                  <c:v>0.00267717951136</c:v>
                </c:pt>
                <c:pt idx="1826">
                  <c:v>0.00267192898596</c:v>
                </c:pt>
                <c:pt idx="1827">
                  <c:v>0.0026666945017</c:v>
                </c:pt>
                <c:pt idx="1828">
                  <c:v>0.00266147599052</c:v>
                </c:pt>
                <c:pt idx="1829">
                  <c:v>0.00265627338491</c:v>
                </c:pt>
                <c:pt idx="1830">
                  <c:v>0.00265108661791</c:v>
                </c:pt>
                <c:pt idx="1831">
                  <c:v>0.00264591562312</c:v>
                </c:pt>
                <c:pt idx="1832">
                  <c:v>0.00264076033467</c:v>
                </c:pt>
                <c:pt idx="1833">
                  <c:v>0.00263562068728</c:v>
                </c:pt>
                <c:pt idx="1834">
                  <c:v>0.0026304966162</c:v>
                </c:pt>
                <c:pt idx="1835">
                  <c:v>0.00262538805727</c:v>
                </c:pt>
                <c:pt idx="1836">
                  <c:v>0.00262029494688</c:v>
                </c:pt>
                <c:pt idx="1837">
                  <c:v>0.00261521722198</c:v>
                </c:pt>
                <c:pt idx="1838">
                  <c:v>0.00261015482011</c:v>
                </c:pt>
                <c:pt idx="1839">
                  <c:v>0.00260510767935</c:v>
                </c:pt>
                <c:pt idx="1840">
                  <c:v>0.00260007573837</c:v>
                </c:pt>
                <c:pt idx="1841">
                  <c:v>0.00259505893641</c:v>
                </c:pt>
                <c:pt idx="1842">
                  <c:v>0.00259005721326</c:v>
                </c:pt>
                <c:pt idx="1843">
                  <c:v>0.00258507050931</c:v>
                </c:pt>
                <c:pt idx="1844">
                  <c:v>0.0025800987655</c:v>
                </c:pt>
                <c:pt idx="1845">
                  <c:v>0.00257514192333</c:v>
                </c:pt>
                <c:pt idx="1846">
                  <c:v>0.00257019992489</c:v>
                </c:pt>
                <c:pt idx="1847">
                  <c:v>0.00256527271283</c:v>
                </c:pt>
                <c:pt idx="1848">
                  <c:v>0.00256036023035</c:v>
                </c:pt>
                <c:pt idx="1849">
                  <c:v>0.00255546242122</c:v>
                </c:pt>
                <c:pt idx="1850">
                  <c:v>0.00255057922977</c:v>
                </c:pt>
                <c:pt idx="1851">
                  <c:v>0.00254571060089</c:v>
                </c:pt>
                <c:pt idx="1852">
                  <c:v>0.00254085648</c:v>
                </c:pt>
                <c:pt idx="1853">
                  <c:v>0.0025360168131</c:v>
                </c:pt>
                <c:pt idx="1854">
                  <c:v>0.0025311915467</c:v>
                </c:pt>
                <c:pt idx="1855">
                  <c:v>0.00252638062786</c:v>
                </c:pt>
                <c:pt idx="1856">
                  <c:v>0.00252158400418</c:v>
                </c:pt>
                <c:pt idx="1857">
                  <c:v>0.00251680162378</c:v>
                </c:pt>
                <c:pt idx="1858">
                  <c:v>0.00251203343528</c:v>
                </c:pt>
                <c:pt idx="1859">
                  <c:v>0.00250727938785</c:v>
                </c:pt>
                <c:pt idx="1860">
                  <c:v>0.00250253943113</c:v>
                </c:pt>
                <c:pt idx="1861">
                  <c:v>0.00249781351527</c:v>
                </c:pt>
                <c:pt idx="1862">
                  <c:v>0.00249310159092</c:v>
                </c:pt>
                <c:pt idx="1863">
                  <c:v>0.0024884036092</c:v>
                </c:pt>
                <c:pt idx="1864">
                  <c:v>0.0024837195217</c:v>
                </c:pt>
                <c:pt idx="1865">
                  <c:v>0.00247904928047</c:v>
                </c:pt>
                <c:pt idx="1866">
                  <c:v>0.00247439283801</c:v>
                </c:pt>
                <c:pt idx="1867">
                  <c:v>0.00246975014727</c:v>
                </c:pt>
                <c:pt idx="1868">
                  <c:v>0.00246512116164</c:v>
                </c:pt>
                <c:pt idx="1869">
                  <c:v>0.00246050583491</c:v>
                </c:pt>
                <c:pt idx="1870">
                  <c:v>0.00245590412128</c:v>
                </c:pt>
                <c:pt idx="1871">
                  <c:v>0.00245131597537</c:v>
                </c:pt>
                <c:pt idx="1872">
                  <c:v>0.00244674135216</c:v>
                </c:pt>
                <c:pt idx="1873">
                  <c:v>0.00244218020703</c:v>
                </c:pt>
                <c:pt idx="1874">
                  <c:v>0.00243763249569</c:v>
                </c:pt>
                <c:pt idx="1875">
                  <c:v>0.00243309817422</c:v>
                </c:pt>
                <c:pt idx="1876">
                  <c:v>0.00242857719905</c:v>
                </c:pt>
                <c:pt idx="1877">
                  <c:v>0.0024240695269</c:v>
                </c:pt>
                <c:pt idx="1878">
                  <c:v>0.00241957511484</c:v>
                </c:pt>
                <c:pt idx="1879">
                  <c:v>0.00241509392021</c:v>
                </c:pt>
                <c:pt idx="1880">
                  <c:v>0.00241062590065</c:v>
                </c:pt>
                <c:pt idx="1881">
                  <c:v>0.00240617101407</c:v>
                </c:pt>
                <c:pt idx="1882">
                  <c:v>0.00240172921864</c:v>
                </c:pt>
                <c:pt idx="1883">
                  <c:v>0.00239730047278</c:v>
                </c:pt>
                <c:pt idx="1884">
                  <c:v>0.00239288473516</c:v>
                </c:pt>
                <c:pt idx="1885">
                  <c:v>0.00238848196464</c:v>
                </c:pt>
                <c:pt idx="1886">
                  <c:v>0.00238409212033</c:v>
                </c:pt>
                <c:pt idx="1887">
                  <c:v>0.0023797151615</c:v>
                </c:pt>
                <c:pt idx="1888">
                  <c:v>0.00237535104764</c:v>
                </c:pt>
                <c:pt idx="1889">
                  <c:v>0.00237099973839</c:v>
                </c:pt>
                <c:pt idx="1890">
                  <c:v>0.00236666119357</c:v>
                </c:pt>
                <c:pt idx="1891">
                  <c:v>0.00236233537315</c:v>
                </c:pt>
                <c:pt idx="1892">
                  <c:v>0.00235802223722</c:v>
                </c:pt>
                <c:pt idx="1893">
                  <c:v>0.00235372174603</c:v>
                </c:pt>
                <c:pt idx="1894">
                  <c:v>0.00234943385993</c:v>
                </c:pt>
                <c:pt idx="1895">
                  <c:v>0.00234515853938</c:v>
                </c:pt>
                <c:pt idx="1896">
                  <c:v>0.00234089574494</c:v>
                </c:pt>
                <c:pt idx="1897">
                  <c:v>0.00233664543727</c:v>
                </c:pt>
                <c:pt idx="1898">
                  <c:v>0.00233240757709</c:v>
                </c:pt>
                <c:pt idx="1899">
                  <c:v>0.00232818212521</c:v>
                </c:pt>
                <c:pt idx="1900">
                  <c:v>0.00232396904248</c:v>
                </c:pt>
                <c:pt idx="1901">
                  <c:v>0.00231976828981</c:v>
                </c:pt>
                <c:pt idx="1902">
                  <c:v>0.00231557982818</c:v>
                </c:pt>
                <c:pt idx="1903">
                  <c:v>0.00231140361857</c:v>
                </c:pt>
                <c:pt idx="1904">
                  <c:v>0.00230723962201</c:v>
                </c:pt>
                <c:pt idx="1905">
                  <c:v>0.00230308779954</c:v>
                </c:pt>
                <c:pt idx="1906">
                  <c:v>0.00229894811223</c:v>
                </c:pt>
                <c:pt idx="1907">
                  <c:v>0.00229482052114</c:v>
                </c:pt>
                <c:pt idx="1908">
                  <c:v>0.00229070498735</c:v>
                </c:pt>
                <c:pt idx="1909">
                  <c:v>0.00228660147191</c:v>
                </c:pt>
                <c:pt idx="1910">
                  <c:v>0.00228250993589</c:v>
                </c:pt>
                <c:pt idx="1911">
                  <c:v>0.00227843034032</c:v>
                </c:pt>
                <c:pt idx="1912">
                  <c:v>0.0022743626462</c:v>
                </c:pt>
                <c:pt idx="1913">
                  <c:v>0.00227030681453</c:v>
                </c:pt>
                <c:pt idx="1914">
                  <c:v>0.00226626280626</c:v>
                </c:pt>
                <c:pt idx="1915">
                  <c:v>0.0022622305823</c:v>
                </c:pt>
                <c:pt idx="1916">
                  <c:v>0.00225821010351</c:v>
                </c:pt>
                <c:pt idx="1917">
                  <c:v>0.00225420133071</c:v>
                </c:pt>
                <c:pt idx="1918">
                  <c:v>0.00225020422467</c:v>
                </c:pt>
                <c:pt idx="1919">
                  <c:v>0.00224621874609</c:v>
                </c:pt>
                <c:pt idx="1920">
                  <c:v>0.00224224485562</c:v>
                </c:pt>
                <c:pt idx="1921">
                  <c:v>0.00223828251382</c:v>
                </c:pt>
                <c:pt idx="1922">
                  <c:v>0.0022343316812</c:v>
                </c:pt>
                <c:pt idx="1923">
                  <c:v>0.00223039231817</c:v>
                </c:pt>
                <c:pt idx="1924">
                  <c:v>0.00222646438508</c:v>
                </c:pt>
                <c:pt idx="1925">
                  <c:v>0.00222254784219</c:v>
                </c:pt>
                <c:pt idx="1926">
                  <c:v>0.00221864264964</c:v>
                </c:pt>
                <c:pt idx="1927">
                  <c:v>0.00221474876752</c:v>
                </c:pt>
                <c:pt idx="1928">
                  <c:v>0.00221086615579</c:v>
                </c:pt>
                <c:pt idx="1929">
                  <c:v>0.00220699477431</c:v>
                </c:pt>
                <c:pt idx="1930">
                  <c:v>0.00220313458282</c:v>
                </c:pt>
                <c:pt idx="1931">
                  <c:v>0.00219928554098</c:v>
                </c:pt>
                <c:pt idx="1932">
                  <c:v>0.0021954476083</c:v>
                </c:pt>
                <c:pt idx="1933">
                  <c:v>0.00219162074418</c:v>
                </c:pt>
                <c:pt idx="1934">
                  <c:v>0.00218780490789</c:v>
                </c:pt>
                <c:pt idx="1935">
                  <c:v>0.00218400005856</c:v>
                </c:pt>
                <c:pt idx="1936">
                  <c:v>0.00218020615521</c:v>
                </c:pt>
                <c:pt idx="1937">
                  <c:v>0.0021764231567</c:v>
                </c:pt>
                <c:pt idx="1938">
                  <c:v>0.00217265102173</c:v>
                </c:pt>
                <c:pt idx="1939">
                  <c:v>0.00216888970889</c:v>
                </c:pt>
                <c:pt idx="1940">
                  <c:v>0.00216513917658</c:v>
                </c:pt>
                <c:pt idx="1941">
                  <c:v>0.00216139938307</c:v>
                </c:pt>
                <c:pt idx="1942">
                  <c:v>0.00215767028644</c:v>
                </c:pt>
                <c:pt idx="1943">
                  <c:v>0.00215395184464</c:v>
                </c:pt>
                <c:pt idx="1944">
                  <c:v>0.00215024401542</c:v>
                </c:pt>
                <c:pt idx="1945">
                  <c:v>0.00214654675638</c:v>
                </c:pt>
                <c:pt idx="1946">
                  <c:v>0.00214286002494</c:v>
                </c:pt>
                <c:pt idx="1947">
                  <c:v>0.00213918377832</c:v>
                </c:pt>
                <c:pt idx="1948">
                  <c:v>0.00213551797359</c:v>
                </c:pt>
                <c:pt idx="1949">
                  <c:v>0.00213186256763</c:v>
                </c:pt>
                <c:pt idx="1950">
                  <c:v>0.00212821751711</c:v>
                </c:pt>
                <c:pt idx="1951">
                  <c:v>0.00212458277856</c:v>
                </c:pt>
                <c:pt idx="1952">
                  <c:v>0.00212095830827</c:v>
                </c:pt>
                <c:pt idx="1953">
                  <c:v>0.00211734406239</c:v>
                </c:pt>
                <c:pt idx="1954">
                  <c:v>0.00211373999685</c:v>
                </c:pt>
                <c:pt idx="1955">
                  <c:v>0.0021101460674</c:v>
                </c:pt>
                <c:pt idx="1956">
                  <c:v>0.00210656222961</c:v>
                </c:pt>
                <c:pt idx="1957">
                  <c:v>0.00210298843885</c:v>
                </c:pt>
                <c:pt idx="1958">
                  <c:v>0.00209942465033</c:v>
                </c:pt>
                <c:pt idx="1959">
                  <c:v>0.00209587081906</c:v>
                </c:pt>
                <c:pt idx="1960">
                  <c:v>0.00209232689987</c:v>
                </c:pt>
                <c:pt idx="1961">
                  <c:v>0.00208879284744</c:v>
                </c:pt>
                <c:pt idx="1962">
                  <c:v>0.00208526861626</c:v>
                </c:pt>
                <c:pt idx="1963">
                  <c:v>0.00208175416066</c:v>
                </c:pt>
                <c:pt idx="1964">
                  <c:v>0.00207824943483</c:v>
                </c:pt>
                <c:pt idx="1965">
                  <c:v>0.0020747543928</c:v>
                </c:pt>
                <c:pt idx="1966">
                  <c:v>0.00207126898845</c:v>
                </c:pt>
                <c:pt idx="1967">
                  <c:v>0.00206779317554</c:v>
                </c:pt>
                <c:pt idx="1968">
                  <c:v>0.00206432690772</c:v>
                </c:pt>
                <c:pt idx="1969">
                  <c:v>0.0020608701385</c:v>
                </c:pt>
                <c:pt idx="1970">
                  <c:v>0.00205742282132</c:v>
                </c:pt>
                <c:pt idx="1971">
                  <c:v>0.00205398490952</c:v>
                </c:pt>
                <c:pt idx="1972">
                  <c:v>0.00205055635637</c:v>
                </c:pt>
                <c:pt idx="1973">
                  <c:v>0.00204713711506</c:v>
                </c:pt>
                <c:pt idx="1974">
                  <c:v>0.00204372713878</c:v>
                </c:pt>
                <c:pt idx="1975">
                  <c:v>0.00204032638065</c:v>
                </c:pt>
                <c:pt idx="1976">
                  <c:v>0.0020369347938</c:v>
                </c:pt>
                <c:pt idx="1977">
                  <c:v>0.00203355233138</c:v>
                </c:pt>
                <c:pt idx="1978">
                  <c:v>0.00203017894653</c:v>
                </c:pt>
                <c:pt idx="1979">
                  <c:v>0.00202681459247</c:v>
                </c:pt>
                <c:pt idx="1980">
                  <c:v>0.00202345922246</c:v>
                </c:pt>
                <c:pt idx="1981">
                  <c:v>0.00202011278986</c:v>
                </c:pt>
                <c:pt idx="1982">
                  <c:v>0.00201677524814</c:v>
                </c:pt>
                <c:pt idx="1983">
                  <c:v>0.0020134465509</c:v>
                </c:pt>
                <c:pt idx="1984">
                  <c:v>0.00201012665188</c:v>
                </c:pt>
                <c:pt idx="1985">
                  <c:v>0.002006815505</c:v>
                </c:pt>
                <c:pt idx="1986">
                  <c:v>0.00200351306441</c:v>
                </c:pt>
                <c:pt idx="1987">
                  <c:v>0.00200021928444</c:v>
                </c:pt>
                <c:pt idx="1988">
                  <c:v>0.00199693411969</c:v>
                </c:pt>
                <c:pt idx="1989">
                  <c:v>0.00199365752505</c:v>
                </c:pt>
                <c:pt idx="1990">
                  <c:v>0.00199038945568</c:v>
                </c:pt>
                <c:pt idx="1991">
                  <c:v>0.00198712986709</c:v>
                </c:pt>
                <c:pt idx="1992">
                  <c:v>0.00198387871513</c:v>
                </c:pt>
                <c:pt idx="1993">
                  <c:v>0.00198063595602</c:v>
                </c:pt>
                <c:pt idx="1994">
                  <c:v>0.00197740154641</c:v>
                </c:pt>
                <c:pt idx="1995">
                  <c:v>0.00197417544333</c:v>
                </c:pt>
                <c:pt idx="1996">
                  <c:v>0.00197095760432</c:v>
                </c:pt>
                <c:pt idx="1997">
                  <c:v>0.00196774798735</c:v>
                </c:pt>
                <c:pt idx="1998">
                  <c:v>0.00196454655092</c:v>
                </c:pt>
                <c:pt idx="1999">
                  <c:v>0.00196135325405</c:v>
                </c:pt>
                <c:pt idx="2000">
                  <c:v>0.00195816805632</c:v>
                </c:pt>
              </c:numCache>
            </c:numRef>
          </c:yVal>
        </c:ser>
        <c:ser>
          <c:idx val="1"/>
          <c:order val="1"/>
          <c:tx>
            <c:v>spin</c:v>
          </c:tx>
          <c:spPr>
            <a:ln xmlns:a="http://schemas.openxmlformats.org/drawingml/2006/main" w="15240">
              <a:solidFill>
                <a:srgbClr val="234F91"/>
              </a:solidFill>
              <a:prstDash val="dash"/>
            </a:ln>
          </c:spPr>
          <c:marker>
            <c:symbol val="none"/>
            <c:size val="5"/>
            <c:spPr>
              <a:solidFill xmlns:a="http://schemas.openxmlformats.org/drawingml/2006/main">
                <a:srgbClr val="234F91"/>
              </a:solidFill>
            </c:spPr>
          </c:marker>
          <c:xVal>
            <c:numRef>
              <c:f>'Chart Data'!$C$2:$C$2002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Data'!$D$2:$D$2002</c:f>
              <c:numCache>
                <c:formatCode>0.0</c:formatCode>
                <c:ptCount val="2001"/>
                <c:pt idx="0">
                  <c:v>0.0359464938935</c:v>
                </c:pt>
                <c:pt idx="1">
                  <c:v>0.0361041083987</c:v>
                </c:pt>
                <c:pt idx="2">
                  <c:v>0.0362627523924</c:v>
                </c:pt>
                <c:pt idx="3">
                  <c:v>0.0364224347409</c:v>
                </c:pt>
                <c:pt idx="4">
                  <c:v>0.0365831644048</c:v>
                </c:pt>
                <c:pt idx="5">
                  <c:v>0.0367449504398</c:v>
                </c:pt>
                <c:pt idx="6">
                  <c:v>0.0369078019979</c:v>
                </c:pt>
                <c:pt idx="7">
                  <c:v>0.0370717283287</c:v>
                </c:pt>
                <c:pt idx="8">
                  <c:v>0.0372367387808</c:v>
                </c:pt>
                <c:pt idx="9">
                  <c:v>0.0374028428026</c:v>
                </c:pt>
                <c:pt idx="10">
                  <c:v>0.0375700499442</c:v>
                </c:pt>
                <c:pt idx="11">
                  <c:v>0.0377383698578</c:v>
                </c:pt>
                <c:pt idx="12">
                  <c:v>0.0379078123</c:v>
                </c:pt>
                <c:pt idx="13">
                  <c:v>0.0380783871322</c:v>
                </c:pt>
                <c:pt idx="14">
                  <c:v>0.0382501043227</c:v>
                </c:pt>
                <c:pt idx="15">
                  <c:v>0.0384229739474</c:v>
                </c:pt>
                <c:pt idx="16">
                  <c:v>0.0385970061916</c:v>
                </c:pt>
                <c:pt idx="17">
                  <c:v>0.0387722113513</c:v>
                </c:pt>
                <c:pt idx="18">
                  <c:v>0.0389485998345</c:v>
                </c:pt>
                <c:pt idx="19">
                  <c:v>0.0391261821627</c:v>
                </c:pt>
                <c:pt idx="20">
                  <c:v>0.0393049689725</c:v>
                </c:pt>
                <c:pt idx="21">
                  <c:v>0.0394849710168</c:v>
                </c:pt>
                <c:pt idx="22">
                  <c:v>0.0396661991663</c:v>
                </c:pt>
                <c:pt idx="23">
                  <c:v>0.0398486644114</c:v>
                </c:pt>
                <c:pt idx="24">
                  <c:v>0.0400323778633</c:v>
                </c:pt>
                <c:pt idx="25">
                  <c:v>0.0402173507559</c:v>
                </c:pt>
                <c:pt idx="26">
                  <c:v>0.0404035944472</c:v>
                </c:pt>
                <c:pt idx="27">
                  <c:v>0.0405911204207</c:v>
                </c:pt>
                <c:pt idx="28">
                  <c:v>0.0407799402875</c:v>
                </c:pt>
                <c:pt idx="29">
                  <c:v>0.0409700657878</c:v>
                </c:pt>
                <c:pt idx="30">
                  <c:v>0.0411615087923</c:v>
                </c:pt>
                <c:pt idx="31">
                  <c:v>0.0413542813041</c:v>
                </c:pt>
                <c:pt idx="32">
                  <c:v>0.0415483954606</c:v>
                </c:pt>
                <c:pt idx="33">
                  <c:v>0.041743863535</c:v>
                </c:pt>
                <c:pt idx="34">
                  <c:v>0.0419406979381</c:v>
                </c:pt>
                <c:pt idx="35">
                  <c:v>0.0421389112204</c:v>
                </c:pt>
                <c:pt idx="36">
                  <c:v>0.0423385160734</c:v>
                </c:pt>
                <c:pt idx="37">
                  <c:v>0.042539525332</c:v>
                </c:pt>
                <c:pt idx="38">
                  <c:v>0.0427419519761</c:v>
                </c:pt>
                <c:pt idx="39">
                  <c:v>0.0429458091326</c:v>
                </c:pt>
                <c:pt idx="40">
                  <c:v>0.0431511100772</c:v>
                </c:pt>
                <c:pt idx="41">
                  <c:v>0.0433578682366</c:v>
                </c:pt>
                <c:pt idx="42">
                  <c:v>0.0435660971905</c:v>
                </c:pt>
                <c:pt idx="43">
                  <c:v>0.0437758106734</c:v>
                </c:pt>
                <c:pt idx="44">
                  <c:v>0.0439870225767</c:v>
                </c:pt>
                <c:pt idx="45">
                  <c:v>0.044199746951</c:v>
                </c:pt>
                <c:pt idx="46">
                  <c:v>0.0444139980083</c:v>
                </c:pt>
                <c:pt idx="47">
                  <c:v>0.0446297901236</c:v>
                </c:pt>
                <c:pt idx="48">
                  <c:v>0.0448471378377</c:v>
                </c:pt>
                <c:pt idx="49">
                  <c:v>0.0450660558592</c:v>
                </c:pt>
                <c:pt idx="50">
                  <c:v>0.0452865590667</c:v>
                </c:pt>
                <c:pt idx="51">
                  <c:v>0.0455086625111</c:v>
                </c:pt>
                <c:pt idx="52">
                  <c:v>0.045732381418</c:v>
                </c:pt>
                <c:pt idx="53">
                  <c:v>0.04595773119</c:v>
                </c:pt>
                <c:pt idx="54">
                  <c:v>0.0461847274091</c:v>
                </c:pt>
                <c:pt idx="55">
                  <c:v>0.0464133858392</c:v>
                </c:pt>
                <c:pt idx="56">
                  <c:v>0.0466437224286</c:v>
                </c:pt>
                <c:pt idx="57">
                  <c:v>0.0468757533122</c:v>
                </c:pt>
                <c:pt idx="58">
                  <c:v>0.0471094948144</c:v>
                </c:pt>
                <c:pt idx="59">
                  <c:v>0.0473449634517</c:v>
                </c:pt>
                <c:pt idx="60">
                  <c:v>0.0475821759349</c:v>
                </c:pt>
                <c:pt idx="61">
                  <c:v>0.0478211491722</c:v>
                </c:pt>
                <c:pt idx="62">
                  <c:v>0.0480619002718</c:v>
                </c:pt>
                <c:pt idx="63">
                  <c:v>0.0483044465444</c:v>
                </c:pt>
                <c:pt idx="64">
                  <c:v>0.0485488055065</c:v>
                </c:pt>
                <c:pt idx="65">
                  <c:v>0.0487949948825</c:v>
                </c:pt>
                <c:pt idx="66">
                  <c:v>0.0490430326084</c:v>
                </c:pt>
                <c:pt idx="67">
                  <c:v>0.0492929368339</c:v>
                </c:pt>
                <c:pt idx="68">
                  <c:v>0.0495447259261</c:v>
                </c:pt>
                <c:pt idx="69">
                  <c:v>0.049798418472</c:v>
                </c:pt>
                <c:pt idx="70">
                  <c:v>0.0500540332817</c:v>
                </c:pt>
                <c:pt idx="71">
                  <c:v>0.0503115893917</c:v>
                </c:pt>
                <c:pt idx="72">
                  <c:v>0.0505711060677</c:v>
                </c:pt>
                <c:pt idx="73">
                  <c:v>0.050832602808</c:v>
                </c:pt>
                <c:pt idx="74">
                  <c:v>0.0510960993468</c:v>
                </c:pt>
                <c:pt idx="75">
                  <c:v>0.0513616156573</c:v>
                </c:pt>
                <c:pt idx="76">
                  <c:v>0.0516291719554</c:v>
                </c:pt>
                <c:pt idx="77">
                  <c:v>0.0518987887026</c:v>
                </c:pt>
                <c:pt idx="78">
                  <c:v>0.0521704866098</c:v>
                </c:pt>
                <c:pt idx="79">
                  <c:v>0.0524442866407</c:v>
                </c:pt>
                <c:pt idx="80">
                  <c:v>0.0527202100156</c:v>
                </c:pt>
                <c:pt idx="81">
                  <c:v>0.0529982782146</c:v>
                </c:pt>
                <c:pt idx="82">
                  <c:v>0.0532785129815</c:v>
                </c:pt>
                <c:pt idx="83">
                  <c:v>0.0535609363274</c:v>
                </c:pt>
                <c:pt idx="84">
                  <c:v>0.0538455705348</c:v>
                </c:pt>
                <c:pt idx="85">
                  <c:v>0.0541324381612</c:v>
                </c:pt>
                <c:pt idx="86">
                  <c:v>0.0544215620429</c:v>
                </c:pt>
                <c:pt idx="87">
                  <c:v>0.0547129652992</c:v>
                </c:pt>
                <c:pt idx="88">
                  <c:v>0.0550066713364</c:v>
                </c:pt>
                <c:pt idx="89">
                  <c:v>0.0553027038518</c:v>
                </c:pt>
                <c:pt idx="90">
                  <c:v>0.0556010868378</c:v>
                </c:pt>
                <c:pt idx="91">
                  <c:v>0.0559018445862</c:v>
                </c:pt>
                <c:pt idx="92">
                  <c:v>0.0562050016927</c:v>
                </c:pt>
                <c:pt idx="93">
                  <c:v>0.0565105830609</c:v>
                </c:pt>
                <c:pt idx="94">
                  <c:v>0.0568186139068</c:v>
                </c:pt>
                <c:pt idx="95">
                  <c:v>0.0571291197636</c:v>
                </c:pt>
                <c:pt idx="96">
                  <c:v>0.0574421264857</c:v>
                </c:pt>
                <c:pt idx="97">
                  <c:v>0.0577576602539</c:v>
                </c:pt>
                <c:pt idx="98">
                  <c:v>0.0580757475799</c:v>
                </c:pt>
                <c:pt idx="99">
                  <c:v>0.0583964153108</c:v>
                </c:pt>
                <c:pt idx="100">
                  <c:v>0.0587196906344</c:v>
                </c:pt>
                <c:pt idx="101">
                  <c:v>0.0590456010838</c:v>
                </c:pt>
                <c:pt idx="102">
                  <c:v>0.0593741745426</c:v>
                </c:pt>
                <c:pt idx="103">
                  <c:v>0.05970543925</c:v>
                </c:pt>
                <c:pt idx="104">
                  <c:v>0.0600394238058</c:v>
                </c:pt>
                <c:pt idx="105">
                  <c:v>0.0603761571755</c:v>
                </c:pt>
                <c:pt idx="106">
                  <c:v>0.0607156686964</c:v>
                </c:pt>
                <c:pt idx="107">
                  <c:v>0.0610579880819</c:v>
                </c:pt>
                <c:pt idx="108">
                  <c:v>0.061403145428</c:v>
                </c:pt>
                <c:pt idx="109">
                  <c:v>0.0617511712181</c:v>
                </c:pt>
                <c:pt idx="110">
                  <c:v>0.0621020963294</c:v>
                </c:pt>
                <c:pt idx="111">
                  <c:v>0.0624559520379</c:v>
                </c:pt>
                <c:pt idx="112">
                  <c:v>0.0628127700249</c:v>
                </c:pt>
                <c:pt idx="113">
                  <c:v>0.0631725823826</c:v>
                </c:pt>
                <c:pt idx="114">
                  <c:v>0.0635354216201</c:v>
                </c:pt>
                <c:pt idx="115">
                  <c:v>0.0639013206698</c:v>
                </c:pt>
                <c:pt idx="116">
                  <c:v>0.0642703128933</c:v>
                </c:pt>
                <c:pt idx="117">
                  <c:v>0.064642432088</c:v>
                </c:pt>
                <c:pt idx="118">
                  <c:v>0.0650177124933</c:v>
                </c:pt>
                <c:pt idx="119">
                  <c:v>0.0653961887974</c:v>
                </c:pt>
                <c:pt idx="120">
                  <c:v>0.0657778961434</c:v>
                </c:pt>
                <c:pt idx="121">
                  <c:v>0.0661628701367</c:v>
                </c:pt>
                <c:pt idx="122">
                  <c:v>0.0665511468513</c:v>
                </c:pt>
                <c:pt idx="123">
                  <c:v>0.066942762837</c:v>
                </c:pt>
                <c:pt idx="124">
                  <c:v>0.0673377551264</c:v>
                </c:pt>
                <c:pt idx="125">
                  <c:v>0.0677361612418</c:v>
                </c:pt>
                <c:pt idx="126">
                  <c:v>0.0681380192029</c:v>
                </c:pt>
                <c:pt idx="127">
                  <c:v>0.068543367534</c:v>
                </c:pt>
                <c:pt idx="128">
                  <c:v>0.0689522452712</c:v>
                </c:pt>
                <c:pt idx="129">
                  <c:v>0.0693646919705</c:v>
                </c:pt>
                <c:pt idx="130">
                  <c:v>0.069780747715</c:v>
                </c:pt>
                <c:pt idx="131">
                  <c:v>0.0702004531232</c:v>
                </c:pt>
                <c:pt idx="132">
                  <c:v>0.0706238493567</c:v>
                </c:pt>
                <c:pt idx="133">
                  <c:v>0.0710509781283</c:v>
                </c:pt>
                <c:pt idx="134">
                  <c:v>0.0714818817104</c:v>
                </c:pt>
                <c:pt idx="135">
                  <c:v>0.0719166029429</c:v>
                </c:pt>
                <c:pt idx="136">
                  <c:v>0.0723551852422</c:v>
                </c:pt>
                <c:pt idx="137">
                  <c:v>0.0727976726093</c:v>
                </c:pt>
                <c:pt idx="138">
                  <c:v>0.073244109639</c:v>
                </c:pt>
                <c:pt idx="139">
                  <c:v>0.073694541528</c:v>
                </c:pt>
                <c:pt idx="140">
                  <c:v>0.0741490140849</c:v>
                </c:pt>
                <c:pt idx="141">
                  <c:v>0.0746075737384</c:v>
                </c:pt>
                <c:pt idx="142">
                  <c:v>0.0750702675469</c:v>
                </c:pt>
                <c:pt idx="143">
                  <c:v>0.075537143208</c:v>
                </c:pt>
                <c:pt idx="144">
                  <c:v>0.0760082490681</c:v>
                </c:pt>
                <c:pt idx="145">
                  <c:v>0.0764836341314</c:v>
                </c:pt>
                <c:pt idx="146">
                  <c:v>0.0769633480706</c:v>
                </c:pt>
                <c:pt idx="147">
                  <c:v>0.0774474412364</c:v>
                </c:pt>
                <c:pt idx="148">
                  <c:v>0.0779359646675</c:v>
                </c:pt>
                <c:pt idx="149">
                  <c:v>0.0784289701009</c:v>
                </c:pt>
                <c:pt idx="150">
                  <c:v>0.0789265099827</c:v>
                </c:pt>
                <c:pt idx="151">
                  <c:v>0.0794286374781</c:v>
                </c:pt>
                <c:pt idx="152">
                  <c:v>0.0799354064823</c:v>
                </c:pt>
                <c:pt idx="153">
                  <c:v>0.0804468716316</c:v>
                </c:pt>
                <c:pt idx="154">
                  <c:v>0.0809630883138</c:v>
                </c:pt>
                <c:pt idx="155">
                  <c:v>0.0814841126801</c:v>
                </c:pt>
                <c:pt idx="156">
                  <c:v>0.0820100016558</c:v>
                </c:pt>
                <c:pt idx="157">
                  <c:v>0.082540812952</c:v>
                </c:pt>
                <c:pt idx="158">
                  <c:v>0.0830766050775</c:v>
                </c:pt>
                <c:pt idx="159">
                  <c:v>0.08361743735</c:v>
                </c:pt>
                <c:pt idx="160">
                  <c:v>0.0841633699086</c:v>
                </c:pt>
                <c:pt idx="161">
                  <c:v>0.0847144637257</c:v>
                </c:pt>
                <c:pt idx="162">
                  <c:v>0.0852707806192</c:v>
                </c:pt>
                <c:pt idx="163">
                  <c:v>0.085832383265</c:v>
                </c:pt>
                <c:pt idx="164">
                  <c:v>0.0863993352097</c:v>
                </c:pt>
                <c:pt idx="165">
                  <c:v>0.0869717008832</c:v>
                </c:pt>
                <c:pt idx="166">
                  <c:v>0.0875495456119</c:v>
                </c:pt>
                <c:pt idx="167">
                  <c:v>0.0881329356314</c:v>
                </c:pt>
                <c:pt idx="168">
                  <c:v>0.0887219381002</c:v>
                </c:pt>
                <c:pt idx="169">
                  <c:v>0.0893166211129</c:v>
                </c:pt>
                <c:pt idx="170">
                  <c:v>0.0899170537138</c:v>
                </c:pt>
                <c:pt idx="171">
                  <c:v>0.0905233059108</c:v>
                </c:pt>
                <c:pt idx="172">
                  <c:v>0.091135448689</c:v>
                </c:pt>
                <c:pt idx="173">
                  <c:v>0.0917535540254</c:v>
                </c:pt>
                <c:pt idx="174">
                  <c:v>0.0923776949026</c:v>
                </c:pt>
                <c:pt idx="175">
                  <c:v>0.0930079453236</c:v>
                </c:pt>
                <c:pt idx="176">
                  <c:v>0.0936443803261</c:v>
                </c:pt>
                <c:pt idx="177">
                  <c:v>0.0942870759975</c:v>
                </c:pt>
                <c:pt idx="178">
                  <c:v>0.0949361094899</c:v>
                </c:pt>
                <c:pt idx="179">
                  <c:v>0.0955915590348</c:v>
                </c:pt>
                <c:pt idx="180">
                  <c:v>0.0962535039586</c:v>
                </c:pt>
                <c:pt idx="181">
                  <c:v>0.0969220246982</c:v>
                </c:pt>
                <c:pt idx="182">
                  <c:v>0.0975972028161</c:v>
                </c:pt>
                <c:pt idx="183">
                  <c:v>0.0982791210164</c:v>
                </c:pt>
                <c:pt idx="184">
                  <c:v>0.0989678631608</c:v>
                </c:pt>
                <c:pt idx="185">
                  <c:v>0.0996635142841</c:v>
                </c:pt>
                <c:pt idx="186">
                  <c:v>0.100366160611</c:v>
                </c:pt>
                <c:pt idx="187">
                  <c:v>0.101075889572</c:v>
                </c:pt>
                <c:pt idx="188">
                  <c:v>0.101792789819</c:v>
                </c:pt>
                <c:pt idx="189">
                  <c:v>0.102516951244</c:v>
                </c:pt>
                <c:pt idx="190">
                  <c:v>0.103248464995</c:v>
                </c:pt>
                <c:pt idx="191">
                  <c:v>0.10398742349</c:v>
                </c:pt>
                <c:pt idx="192">
                  <c:v>0.104733920439</c:v>
                </c:pt>
                <c:pt idx="193">
                  <c:v>0.105488050855</c:v>
                </c:pt>
                <c:pt idx="194">
                  <c:v>0.106249911078</c:v>
                </c:pt>
                <c:pt idx="195">
                  <c:v>0.107019598787</c:v>
                </c:pt>
                <c:pt idx="196">
                  <c:v>0.107797213018</c:v>
                </c:pt>
                <c:pt idx="197">
                  <c:v>0.108582854184</c:v>
                </c:pt>
                <c:pt idx="198">
                  <c:v>0.109376624091</c:v>
                </c:pt>
                <c:pt idx="199">
                  <c:v>0.110178625953</c:v>
                </c:pt>
                <c:pt idx="200">
                  <c:v>0.110988964415</c:v>
                </c:pt>
                <c:pt idx="201">
                  <c:v>0.111807745566</c:v>
                </c:pt>
                <c:pt idx="202">
                  <c:v>0.112635076958</c:v>
                </c:pt>
                <c:pt idx="203">
                  <c:v>0.113471067625</c:v>
                </c:pt>
                <c:pt idx="204">
                  <c:v>0.1143158281</c:v>
                </c:pt>
                <c:pt idx="205">
                  <c:v>0.11516947043</c:v>
                </c:pt>
                <c:pt idx="206">
                  <c:v>0.116032108199</c:v>
                </c:pt>
                <c:pt idx="207">
                  <c:v>0.116903856539</c:v>
                </c:pt>
                <c:pt idx="208">
                  <c:v>0.117784832156</c:v>
                </c:pt>
                <c:pt idx="209">
                  <c:v>0.118675153337</c:v>
                </c:pt>
                <c:pt idx="210">
                  <c:v>0.119574939978</c:v>
                </c:pt>
                <c:pt idx="211">
                  <c:v>0.120484313594</c:v>
                </c:pt>
                <c:pt idx="212">
                  <c:v>0.121403397339</c:v>
                </c:pt>
                <c:pt idx="213">
                  <c:v>0.122332316021</c:v>
                </c:pt>
                <c:pt idx="214">
                  <c:v>0.123271196122</c:v>
                </c:pt>
                <c:pt idx="215">
                  <c:v>0.124220165814</c:v>
                </c:pt>
                <c:pt idx="216">
                  <c:v>0.125179354972</c:v>
                </c:pt>
                <c:pt idx="217">
                  <c:v>0.126148895193</c:v>
                </c:pt>
                <c:pt idx="218">
                  <c:v>0.127128919813</c:v>
                </c:pt>
                <c:pt idx="219">
                  <c:v>0.128119563918</c:v>
                </c:pt>
                <c:pt idx="220">
                  <c:v>0.129120964366</c:v>
                </c:pt>
                <c:pt idx="221">
                  <c:v>0.130133259794</c:v>
                </c:pt>
                <c:pt idx="222">
                  <c:v>0.131156590639</c:v>
                </c:pt>
                <c:pt idx="223">
                  <c:v>0.132191099149</c:v>
                </c:pt>
                <c:pt idx="224">
                  <c:v>0.133236929397</c:v>
                </c:pt>
                <c:pt idx="225">
                  <c:v>0.134294227291</c:v>
                </c:pt>
                <c:pt idx="226">
                  <c:v>0.135363140593</c:v>
                </c:pt>
                <c:pt idx="227">
                  <c:v>0.136443818925</c:v>
                </c:pt>
                <c:pt idx="228">
                  <c:v>0.137536413782</c:v>
                </c:pt>
                <c:pt idx="229">
                  <c:v>0.138641078543</c:v>
                </c:pt>
                <c:pt idx="230">
                  <c:v>0.13975796848</c:v>
                </c:pt>
                <c:pt idx="231">
                  <c:v>0.140887240765</c:v>
                </c:pt>
                <c:pt idx="232">
                  <c:v>0.142029054482</c:v>
                </c:pt>
                <c:pt idx="233">
                  <c:v>0.143183570631</c:v>
                </c:pt>
                <c:pt idx="234">
                  <c:v>0.144350952133</c:v>
                </c:pt>
                <c:pt idx="235">
                  <c:v>0.145531363839</c:v>
                </c:pt>
                <c:pt idx="236">
                  <c:v>0.14672497253</c:v>
                </c:pt>
                <c:pt idx="237">
                  <c:v>0.147931946919</c:v>
                </c:pt>
                <c:pt idx="238">
                  <c:v>0.149152457657</c:v>
                </c:pt>
                <c:pt idx="239">
                  <c:v>0.150386677329</c:v>
                </c:pt>
                <c:pt idx="240">
                  <c:v>0.151634780452</c:v>
                </c:pt>
                <c:pt idx="241">
                  <c:v>0.152896943475</c:v>
                </c:pt>
                <c:pt idx="242">
                  <c:v>0.154173344772</c:v>
                </c:pt>
                <c:pt idx="243">
                  <c:v>0.155464164635</c:v>
                </c:pt>
                <c:pt idx="244">
                  <c:v>0.156769585269</c:v>
                </c:pt>
                <c:pt idx="245">
                  <c:v>0.158089790779</c:v>
                </c:pt>
                <c:pt idx="246">
                  <c:v>0.159424967158</c:v>
                </c:pt>
                <c:pt idx="247">
                  <c:v>0.160775302273</c:v>
                </c:pt>
                <c:pt idx="248">
                  <c:v>0.162140985851</c:v>
                </c:pt>
                <c:pt idx="249">
                  <c:v>0.163522209455</c:v>
                </c:pt>
                <c:pt idx="250">
                  <c:v>0.164919166468</c:v>
                </c:pt>
                <c:pt idx="251">
                  <c:v>0.166332052067</c:v>
                </c:pt>
                <c:pt idx="252">
                  <c:v>0.167761063192</c:v>
                </c:pt>
                <c:pt idx="253">
                  <c:v>0.169206398525</c:v>
                </c:pt>
                <c:pt idx="254">
                  <c:v>0.170668258449</c:v>
                </c:pt>
                <c:pt idx="255">
                  <c:v>0.172146845019</c:v>
                </c:pt>
                <c:pt idx="256">
                  <c:v>0.173642361917</c:v>
                </c:pt>
                <c:pt idx="257">
                  <c:v>0.175155014414</c:v>
                </c:pt>
                <c:pt idx="258">
                  <c:v>0.17668500932</c:v>
                </c:pt>
                <c:pt idx="259">
                  <c:v>0.178232554937</c:v>
                </c:pt>
                <c:pt idx="260">
                  <c:v>0.179797861004</c:v>
                </c:pt>
                <c:pt idx="261">
                  <c:v>0.181381138637</c:v>
                </c:pt>
                <c:pt idx="262">
                  <c:v>0.18298260027</c:v>
                </c:pt>
                <c:pt idx="263">
                  <c:v>0.184602459583</c:v>
                </c:pt>
                <c:pt idx="264">
                  <c:v>0.186240931433</c:v>
                </c:pt>
                <c:pt idx="265">
                  <c:v>0.187898231779</c:v>
                </c:pt>
                <c:pt idx="266">
                  <c:v>0.189574577594</c:v>
                </c:pt>
                <c:pt idx="267">
                  <c:v>0.191270186786</c:v>
                </c:pt>
                <c:pt idx="268">
                  <c:v>0.192985278094</c:v>
                </c:pt>
                <c:pt idx="269">
                  <c:v>0.194720071</c:v>
                </c:pt>
                <c:pt idx="270">
                  <c:v>0.196474785617</c:v>
                </c:pt>
                <c:pt idx="271">
                  <c:v>0.19824964258</c:v>
                </c:pt>
                <c:pt idx="272">
                  <c:v>0.200044862928</c:v>
                </c:pt>
                <c:pt idx="273">
                  <c:v>0.201860667978</c:v>
                </c:pt>
                <c:pt idx="274">
                  <c:v>0.203697279197</c:v>
                </c:pt>
                <c:pt idx="275">
                  <c:v>0.205554918058</c:v>
                </c:pt>
                <c:pt idx="276">
                  <c:v>0.207433805896</c:v>
                </c:pt>
                <c:pt idx="277">
                  <c:v>0.209334163754</c:v>
                </c:pt>
                <c:pt idx="278">
                  <c:v>0.211256212219</c:v>
                </c:pt>
                <c:pt idx="279">
                  <c:v>0.213200171252</c:v>
                </c:pt>
                <c:pt idx="280">
                  <c:v>0.215166260007</c:v>
                </c:pt>
                <c:pt idx="281">
                  <c:v>0.217154696644</c:v>
                </c:pt>
                <c:pt idx="282">
                  <c:v>0.219165698128</c:v>
                </c:pt>
                <c:pt idx="283">
                  <c:v>0.221199480026</c:v>
                </c:pt>
                <c:pt idx="284">
                  <c:v>0.223256256288</c:v>
                </c:pt>
                <c:pt idx="285">
                  <c:v>0.225336239016</c:v>
                </c:pt>
                <c:pt idx="286">
                  <c:v>0.227439638233</c:v>
                </c:pt>
                <c:pt idx="287">
                  <c:v>0.229566661629</c:v>
                </c:pt>
                <c:pt idx="288">
                  <c:v>0.231717514304</c:v>
                </c:pt>
                <c:pt idx="289">
                  <c:v>0.233892398499</c:v>
                </c:pt>
                <c:pt idx="290">
                  <c:v>0.236091513311</c:v>
                </c:pt>
                <c:pt idx="291">
                  <c:v>0.238315054402</c:v>
                </c:pt>
                <c:pt idx="292">
                  <c:v>0.240563213691</c:v>
                </c:pt>
                <c:pt idx="293">
                  <c:v>0.242836179038</c:v>
                </c:pt>
                <c:pt idx="294">
                  <c:v>0.245134133915</c:v>
                </c:pt>
                <c:pt idx="295">
                  <c:v>0.247457257059</c:v>
                </c:pt>
                <c:pt idx="296">
                  <c:v>0.249805722119</c:v>
                </c:pt>
                <c:pt idx="297">
                  <c:v>0.252179697288</c:v>
                </c:pt>
                <c:pt idx="298">
                  <c:v>0.254579344917</c:v>
                </c:pt>
                <c:pt idx="299">
                  <c:v>0.257004821126</c:v>
                </c:pt>
                <c:pt idx="300">
                  <c:v>0.259456275386</c:v>
                </c:pt>
                <c:pt idx="301">
                  <c:v>0.261933850105</c:v>
                </c:pt>
                <c:pt idx="302">
                  <c:v>0.264437680187</c:v>
                </c:pt>
                <c:pt idx="303">
                  <c:v>0.266967892582</c:v>
                </c:pt>
                <c:pt idx="304">
                  <c:v>0.269524605823</c:v>
                </c:pt>
                <c:pt idx="305">
                  <c:v>0.272107929548</c:v>
                </c:pt>
                <c:pt idx="306">
                  <c:v>0.27471796401</c:v>
                </c:pt>
                <c:pt idx="307">
                  <c:v>0.277354799567</c:v>
                </c:pt>
                <c:pt idx="308">
                  <c:v>0.280018516169</c:v>
                </c:pt>
                <c:pt idx="309">
                  <c:v>0.282709182823</c:v>
                </c:pt>
                <c:pt idx="310">
                  <c:v>0.285426857048</c:v>
                </c:pt>
                <c:pt idx="311">
                  <c:v>0.288171584317</c:v>
                </c:pt>
                <c:pt idx="312">
                  <c:v>0.290943397483</c:v>
                </c:pt>
                <c:pt idx="313">
                  <c:v>0.293742316204</c:v>
                </c:pt>
                <c:pt idx="314">
                  <c:v>0.296568346338</c:v>
                </c:pt>
                <c:pt idx="315">
                  <c:v>0.299421479344</c:v>
                </c:pt>
                <c:pt idx="316">
                  <c:v>0.302301691662</c:v>
                </c:pt>
                <c:pt idx="317">
                  <c:v>0.305208944084</c:v>
                </c:pt>
                <c:pt idx="318">
                  <c:v>0.308143181122</c:v>
                </c:pt>
                <c:pt idx="319">
                  <c:v>0.311104330356</c:v>
                </c:pt>
                <c:pt idx="320">
                  <c:v>0.314092301786</c:v>
                </c:pt>
                <c:pt idx="321">
                  <c:v>0.317106987165</c:v>
                </c:pt>
                <c:pt idx="322">
                  <c:v>0.320148259338</c:v>
                </c:pt>
                <c:pt idx="323">
                  <c:v>0.323215971566</c:v>
                </c:pt>
                <c:pt idx="324">
                  <c:v>0.326309956851</c:v>
                </c:pt>
                <c:pt idx="325">
                  <c:v>0.329430027254</c:v>
                </c:pt>
                <c:pt idx="326">
                  <c:v>0.332575973219</c:v>
                </c:pt>
                <c:pt idx="327">
                  <c:v>0.335747562889</c:v>
                </c:pt>
                <c:pt idx="328">
                  <c:v>0.338944541425</c:v>
                </c:pt>
                <c:pt idx="329">
                  <c:v>0.34216663033</c:v>
                </c:pt>
                <c:pt idx="330">
                  <c:v>0.345413526778</c:v>
                </c:pt>
                <c:pt idx="331">
                  <c:v>0.348684902941</c:v>
                </c:pt>
                <c:pt idx="332">
                  <c:v>0.351980405337</c:v>
                </c:pt>
                <c:pt idx="333">
                  <c:v>0.355299654172</c:v>
                </c:pt>
                <c:pt idx="334">
                  <c:v>0.358642242707</c:v>
                </c:pt>
                <c:pt idx="335">
                  <c:v>0.362007736628</c:v>
                </c:pt>
                <c:pt idx="336">
                  <c:v>0.365395673437</c:v>
                </c:pt>
                <c:pt idx="337">
                  <c:v>0.368805561859</c:v>
                </c:pt>
                <c:pt idx="338">
                  <c:v>0.372236881266</c:v>
                </c:pt>
                <c:pt idx="339">
                  <c:v>0.375689081126</c:v>
                </c:pt>
                <c:pt idx="340">
                  <c:v>0.379161580474</c:v>
                </c:pt>
                <c:pt idx="341">
                  <c:v>0.382653767405</c:v>
                </c:pt>
                <c:pt idx="342">
                  <c:v>0.386164998605</c:v>
                </c:pt>
                <c:pt idx="343">
                  <c:v>0.3896945989</c:v>
                </c:pt>
                <c:pt idx="344">
                  <c:v>0.393241860848</c:v>
                </c:pt>
                <c:pt idx="345">
                  <c:v>0.39680604436</c:v>
                </c:pt>
                <c:pt idx="346">
                  <c:v>0.400386376362</c:v>
                </c:pt>
                <c:pt idx="347">
                  <c:v>0.403982050492</c:v>
                </c:pt>
                <c:pt idx="348">
                  <c:v>0.407592226844</c:v>
                </c:pt>
                <c:pt idx="349">
                  <c:v>0.41121603175</c:v>
                </c:pt>
                <c:pt idx="350">
                  <c:v>0.414852557615</c:v>
                </c:pt>
                <c:pt idx="351">
                  <c:v>0.418500862797</c:v>
                </c:pt>
                <c:pt idx="352">
                  <c:v>0.422159971534</c:v>
                </c:pt>
                <c:pt idx="353">
                  <c:v>0.425828873928</c:v>
                </c:pt>
                <c:pt idx="354">
                  <c:v>0.429506525983</c:v>
                </c:pt>
                <c:pt idx="355">
                  <c:v>0.433191849698</c:v>
                </c:pt>
                <c:pt idx="356">
                  <c:v>0.436883733215</c:v>
                </c:pt>
                <c:pt idx="357">
                  <c:v>0.440581031031</c:v>
                </c:pt>
                <c:pt idx="358">
                  <c:v>0.44428256427</c:v>
                </c:pt>
                <c:pt idx="359">
                  <c:v>0.447987121014</c:v>
                </c:pt>
                <c:pt idx="360">
                  <c:v>0.451693456703</c:v>
                </c:pt>
                <c:pt idx="361">
                  <c:v>0.455400294592</c:v>
                </c:pt>
                <c:pt idx="362">
                  <c:v>0.45910632628</c:v>
                </c:pt>
                <c:pt idx="363">
                  <c:v>0.462810212304</c:v>
                </c:pt>
                <c:pt idx="364">
                  <c:v>0.466510582799</c:v>
                </c:pt>
                <c:pt idx="365">
                  <c:v>0.470206038224</c:v>
                </c:pt>
                <c:pt idx="366">
                  <c:v>0.473895150156</c:v>
                </c:pt>
                <c:pt idx="367">
                  <c:v>0.477576462156</c:v>
                </c:pt>
                <c:pt idx="368">
                  <c:v>0.481248490697</c:v>
                </c:pt>
                <c:pt idx="369">
                  <c:v>0.484909726162</c:v>
                </c:pt>
                <c:pt idx="370">
                  <c:v>0.488558633909</c:v>
                </c:pt>
                <c:pt idx="371">
                  <c:v>0.492193655403</c:v>
                </c:pt>
                <c:pt idx="372">
                  <c:v>0.495813209407</c:v>
                </c:pt>
                <c:pt idx="373">
                  <c:v>0.499415693252</c:v>
                </c:pt>
                <c:pt idx="374">
                  <c:v>0.50299948415</c:v>
                </c:pt>
                <c:pt idx="375">
                  <c:v>0.50656294059</c:v>
                </c:pt>
                <c:pt idx="376">
                  <c:v>0.510104403777</c:v>
                </c:pt>
                <c:pt idx="377">
                  <c:v>0.51362219914</c:v>
                </c:pt>
                <c:pt idx="378">
                  <c:v>0.517114637891</c:v>
                </c:pt>
                <c:pt idx="379">
                  <c:v>0.520580018645</c:v>
                </c:pt>
                <c:pt idx="380">
                  <c:v>0.524016629083</c:v>
                </c:pt>
                <c:pt idx="381">
                  <c:v>0.527422747673</c:v>
                </c:pt>
                <c:pt idx="382">
                  <c:v>0.530796645433</c:v>
                </c:pt>
                <c:pt idx="383">
                  <c:v>0.534136587746</c:v>
                </c:pt>
                <c:pt idx="384">
                  <c:v>0.537440836203</c:v>
                </c:pt>
                <c:pt idx="385">
                  <c:v>0.540707650501</c:v>
                </c:pt>
                <c:pt idx="386">
                  <c:v>0.543935290363</c:v>
                </c:pt>
                <c:pt idx="387">
                  <c:v>0.547122017499</c:v>
                </c:pt>
                <c:pt idx="388">
                  <c:v>0.55026609759</c:v>
                </c:pt>
                <c:pt idx="389">
                  <c:v>0.553365802302</c:v>
                </c:pt>
                <c:pt idx="390">
                  <c:v>0.556419411316</c:v>
                </c:pt>
                <c:pt idx="391">
                  <c:v>0.559425214381</c:v>
                </c:pt>
                <c:pt idx="392">
                  <c:v>0.562381513382</c:v>
                </c:pt>
                <c:pt idx="393">
                  <c:v>0.565286624409</c:v>
                </c:pt>
                <c:pt idx="394">
                  <c:v>0.568138879844</c:v>
                </c:pt>
                <c:pt idx="395">
                  <c:v>0.570936630441</c:v>
                </c:pt>
                <c:pt idx="396">
                  <c:v>0.573678247412</c:v>
                </c:pt>
                <c:pt idx="397">
                  <c:v>0.576362124499</c:v>
                </c:pt>
                <c:pt idx="398">
                  <c:v>0.578986680042</c:v>
                </c:pt>
                <c:pt idx="399">
                  <c:v>0.581550359032</c:v>
                </c:pt>
                <c:pt idx="400">
                  <c:v>0.584051635141</c:v>
                </c:pt>
                <c:pt idx="401">
                  <c:v>0.586489012739</c:v>
                </c:pt>
                <c:pt idx="402">
                  <c:v>0.588861028874</c:v>
                </c:pt>
                <c:pt idx="403">
                  <c:v>0.591166255227</c:v>
                </c:pt>
                <c:pt idx="404">
                  <c:v>0.593403300035</c:v>
                </c:pt>
                <c:pt idx="405">
                  <c:v>0.595570809971</c:v>
                </c:pt>
                <c:pt idx="406">
                  <c:v>0.597667471983</c:v>
                </c:pt>
                <c:pt idx="407">
                  <c:v>0.599692015089</c:v>
                </c:pt>
                <c:pt idx="408">
                  <c:v>0.601643212121</c:v>
                </c:pt>
                <c:pt idx="409">
                  <c:v>0.603519881417</c:v>
                </c:pt>
                <c:pt idx="410">
                  <c:v>0.605320888454</c:v>
                </c:pt>
                <c:pt idx="411">
                  <c:v>0.607045147426</c:v>
                </c:pt>
                <c:pt idx="412">
                  <c:v>0.608691622755</c:v>
                </c:pt>
                <c:pt idx="413">
                  <c:v>0.610259330537</c:v>
                </c:pt>
                <c:pt idx="414">
                  <c:v>0.611747339924</c:v>
                </c:pt>
                <c:pt idx="415">
                  <c:v>0.613154774428</c:v>
                </c:pt>
                <c:pt idx="416">
                  <c:v>0.614480813154</c:v>
                </c:pt>
                <c:pt idx="417">
                  <c:v>0.615724691962</c:v>
                </c:pt>
                <c:pt idx="418">
                  <c:v>0.616885704544</c:v>
                </c:pt>
                <c:pt idx="419">
                  <c:v>0.617963203421</c:v>
                </c:pt>
                <c:pt idx="420">
                  <c:v>0.618956600867</c:v>
                </c:pt>
                <c:pt idx="421">
                  <c:v>0.61986536974</c:v>
                </c:pt>
                <c:pt idx="422">
                  <c:v>0.62068904423</c:v>
                </c:pt>
                <c:pt idx="423">
                  <c:v>0.621427220526</c:v>
                </c:pt>
                <c:pt idx="424">
                  <c:v>0.622079557391</c:v>
                </c:pt>
                <c:pt idx="425">
                  <c:v>0.622645776649</c:v>
                </c:pt>
                <c:pt idx="426">
                  <c:v>0.623125663583</c:v>
                </c:pt>
                <c:pt idx="427">
                  <c:v>0.623519067248</c:v>
                </c:pt>
                <c:pt idx="428">
                  <c:v>0.623825900683</c:v>
                </c:pt>
                <c:pt idx="429">
                  <c:v>0.624046141047</c:v>
                </c:pt>
                <c:pt idx="430">
                  <c:v>0.624179829646</c:v>
                </c:pt>
                <c:pt idx="431">
                  <c:v>0.624227071886</c:v>
                </c:pt>
                <c:pt idx="432">
                  <c:v>0.624188037123</c:v>
                </c:pt>
                <c:pt idx="433">
                  <c:v>0.624062958425</c:v>
                </c:pt>
                <c:pt idx="434">
                  <c:v>0.623852132245</c:v>
                </c:pt>
                <c:pt idx="435">
                  <c:v>0.623555917997</c:v>
                </c:pt>
                <c:pt idx="436">
                  <c:v>0.62317473755</c:v>
                </c:pt>
                <c:pt idx="437">
                  <c:v>0.622709074624</c:v>
                </c:pt>
                <c:pt idx="438">
                  <c:v>0.622159474098</c:v>
                </c:pt>
                <c:pt idx="439">
                  <c:v>0.621526541233</c:v>
                </c:pt>
                <c:pt idx="440">
                  <c:v>0.620810940802</c:v>
                </c:pt>
                <c:pt idx="441">
                  <c:v>0.620013396134</c:v>
                </c:pt>
                <c:pt idx="442">
                  <c:v>0.619134688073</c:v>
                </c:pt>
                <c:pt idx="443">
                  <c:v>0.618175653849</c:v>
                </c:pt>
                <c:pt idx="444">
                  <c:v>0.617137185874</c:v>
                </c:pt>
                <c:pt idx="445">
                  <c:v>0.616020230439</c:v>
                </c:pt>
                <c:pt idx="446">
                  <c:v>0.614825786349</c:v>
                </c:pt>
                <c:pt idx="447">
                  <c:v>0.61355490347</c:v>
                </c:pt>
                <c:pt idx="448">
                  <c:v>0.612208681196</c:v>
                </c:pt>
                <c:pt idx="449">
                  <c:v>0.610788266853</c:v>
                </c:pt>
                <c:pt idx="450">
                  <c:v>0.60929485402</c:v>
                </c:pt>
                <c:pt idx="451">
                  <c:v>0.607729680791</c:v>
                </c:pt>
                <c:pt idx="452">
                  <c:v>0.606094027964</c:v>
                </c:pt>
                <c:pt idx="453">
                  <c:v>0.604389217168</c:v>
                </c:pt>
                <c:pt idx="454">
                  <c:v>0.60261660894</c:v>
                </c:pt>
                <c:pt idx="455">
                  <c:v>0.600777600733</c:v>
                </c:pt>
                <c:pt idx="456">
                  <c:v>0.598873624884</c:v>
                </c:pt>
                <c:pt idx="457">
                  <c:v>0.59690614653</c:v>
                </c:pt>
                <c:pt idx="458">
                  <c:v>0.594876661481</c:v>
                </c:pt>
                <c:pt idx="459">
                  <c:v>0.592786694062</c:v>
                </c:pt>
                <c:pt idx="460">
                  <c:v>0.59063779491</c:v>
                </c:pt>
                <c:pt idx="461">
                  <c:v>0.588431538758</c:v>
                </c:pt>
                <c:pt idx="462">
                  <c:v>0.586169522188</c:v>
                </c:pt>
                <c:pt idx="463">
                  <c:v>0.583853361367</c:v>
                </c:pt>
                <c:pt idx="464">
                  <c:v>0.581484689779</c:v>
                </c:pt>
                <c:pt idx="465">
                  <c:v>0.579065155944</c:v>
                </c:pt>
                <c:pt idx="466">
                  <c:v>0.576596421149</c:v>
                </c:pt>
                <c:pt idx="467">
                  <c:v>0.574080157171</c:v>
                </c:pt>
                <c:pt idx="468">
                  <c:v>0.57151804403</c:v>
                </c:pt>
                <c:pt idx="469">
                  <c:v>0.568911767744</c:v>
                </c:pt>
                <c:pt idx="470">
                  <c:v>0.566263018128</c:v>
                </c:pt>
                <c:pt idx="471">
                  <c:v>0.563573486608</c:v>
                </c:pt>
                <c:pt idx="472">
                  <c:v>0.56084486408</c:v>
                </c:pt>
                <c:pt idx="473">
                  <c:v>0.558078838812</c:v>
                </c:pt>
                <c:pt idx="474">
                  <c:v>0.555277094393</c:v>
                </c:pt>
                <c:pt idx="475">
                  <c:v>0.552441307734</c:v>
                </c:pt>
                <c:pt idx="476">
                  <c:v>0.549573147134</c:v>
                </c:pt>
                <c:pt idx="477">
                  <c:v>0.546674270401</c:v>
                </c:pt>
                <c:pt idx="478">
                  <c:v>0.543746323051</c:v>
                </c:pt>
                <c:pt idx="479">
                  <c:v>0.540790936572</c:v>
                </c:pt>
                <c:pt idx="480">
                  <c:v>0.537809726767</c:v>
                </c:pt>
                <c:pt idx="481">
                  <c:v>0.534804292181</c:v>
                </c:pt>
                <c:pt idx="482">
                  <c:v>0.531776212602</c:v>
                </c:pt>
                <c:pt idx="483">
                  <c:v>0.52872704766</c:v>
                </c:pt>
                <c:pt idx="484">
                  <c:v>0.525658335503</c:v>
                </c:pt>
                <c:pt idx="485">
                  <c:v>0.522571591566</c:v>
                </c:pt>
                <c:pt idx="486">
                  <c:v>0.519468307437</c:v>
                </c:pt>
                <c:pt idx="487">
                  <c:v>0.516349949807</c:v>
                </c:pt>
                <c:pt idx="488">
                  <c:v>0.513217959518</c:v>
                </c:pt>
                <c:pt idx="489">
                  <c:v>0.510073750698</c:v>
                </c:pt>
                <c:pt idx="490">
                  <c:v>0.506918709998</c:v>
                </c:pt>
                <c:pt idx="491">
                  <c:v>0.503754195907</c:v>
                </c:pt>
                <c:pt idx="492">
                  <c:v>0.500581538168</c:v>
                </c:pt>
                <c:pt idx="493">
                  <c:v>0.497402037278</c:v>
                </c:pt>
                <c:pt idx="494">
                  <c:v>0.494216964073</c:v>
                </c:pt>
                <c:pt idx="495">
                  <c:v>0.491027559398</c:v>
                </c:pt>
                <c:pt idx="496">
                  <c:v>0.48783503386</c:v>
                </c:pt>
                <c:pt idx="497">
                  <c:v>0.484640567652</c:v>
                </c:pt>
                <c:pt idx="498">
                  <c:v>0.481445310464</c:v>
                </c:pt>
                <c:pt idx="499">
                  <c:v>0.47825038145</c:v>
                </c:pt>
                <c:pt idx="500">
                  <c:v>0.475056869275</c:v>
                </c:pt>
                <c:pt idx="501">
                  <c:v>0.471865832215</c:v>
                </c:pt>
                <c:pt idx="502">
                  <c:v>0.468678298325</c:v>
                </c:pt>
                <c:pt idx="503">
                  <c:v>0.465495265651</c:v>
                </c:pt>
                <c:pt idx="504">
                  <c:v>0.462317702504</c:v>
                </c:pt>
                <c:pt idx="505">
                  <c:v>0.45914654777</c:v>
                </c:pt>
                <c:pt idx="506">
                  <c:v>0.455982711268</c:v>
                </c:pt>
                <c:pt idx="507">
                  <c:v>0.452827074139</c:v>
                </c:pt>
                <c:pt idx="508">
                  <c:v>0.449680489272</c:v>
                </c:pt>
                <c:pt idx="509">
                  <c:v>0.446543781754</c:v>
                </c:pt>
                <c:pt idx="510">
                  <c:v>0.443417749352</c:v>
                </c:pt>
                <c:pt idx="511">
                  <c:v>0.440303162999</c:v>
                </c:pt>
                <c:pt idx="512">
                  <c:v>0.437200767313</c:v>
                </c:pt>
                <c:pt idx="513">
                  <c:v>0.434111281119</c:v>
                </c:pt>
                <c:pt idx="514">
                  <c:v>0.431035397973</c:v>
                </c:pt>
                <c:pt idx="515">
                  <c:v>0.427973786706</c:v>
                </c:pt>
                <c:pt idx="516">
                  <c:v>0.424927091955</c:v>
                </c:pt>
                <c:pt idx="517">
                  <c:v>0.4218959347</c:v>
                </c:pt>
                <c:pt idx="518">
                  <c:v>0.418880912793</c:v>
                </c:pt>
                <c:pt idx="519">
                  <c:v>0.415882601483</c:v>
                </c:pt>
                <c:pt idx="520">
                  <c:v>0.412901553928</c:v>
                </c:pt>
                <c:pt idx="521">
                  <c:v>0.409938301696</c:v>
                </c:pt>
                <c:pt idx="522">
                  <c:v>0.406993355257</c:v>
                </c:pt>
                <c:pt idx="523">
                  <c:v>0.404067204456</c:v>
                </c:pt>
                <c:pt idx="524">
                  <c:v>0.401160318966</c:v>
                </c:pt>
                <c:pt idx="525">
                  <c:v>0.398273148734</c:v>
                </c:pt>
                <c:pt idx="526">
                  <c:v>0.395406124401</c:v>
                </c:pt>
                <c:pt idx="527">
                  <c:v>0.392559657701</c:v>
                </c:pt>
                <c:pt idx="528">
                  <c:v>0.389734141849</c:v>
                </c:pt>
                <c:pt idx="529">
                  <c:v>0.386929951904</c:v>
                </c:pt>
                <c:pt idx="530">
                  <c:v>0.38414744511</c:v>
                </c:pt>
                <c:pt idx="531">
                  <c:v>0.381386961223</c:v>
                </c:pt>
                <c:pt idx="532">
                  <c:v>0.378648822813</c:v>
                </c:pt>
                <c:pt idx="533">
                  <c:v>0.375933335553</c:v>
                </c:pt>
                <c:pt idx="534">
                  <c:v>0.373240788483</c:v>
                </c:pt>
                <c:pt idx="535">
                  <c:v>0.370571454262</c:v>
                </c:pt>
                <c:pt idx="536">
                  <c:v>0.367925589396</c:v>
                </c:pt>
                <c:pt idx="537">
                  <c:v>0.365303434459</c:v>
                </c:pt>
                <c:pt idx="538">
                  <c:v>0.362705214287</c:v>
                </c:pt>
                <c:pt idx="539">
                  <c:v>0.360131138168</c:v>
                </c:pt>
                <c:pt idx="540">
                  <c:v>0.35758140001</c:v>
                </c:pt>
                <c:pt idx="541">
                  <c:v>0.355056178505</c:v>
                </c:pt>
                <c:pt idx="542">
                  <c:v>0.352555637271</c:v>
                </c:pt>
                <c:pt idx="543">
                  <c:v>0.350079924993</c:v>
                </c:pt>
                <c:pt idx="544">
                  <c:v>0.34762917555</c:v>
                </c:pt>
                <c:pt idx="545">
                  <c:v>0.345203508131</c:v>
                </c:pt>
                <c:pt idx="546">
                  <c:v>0.342803027352</c:v>
                </c:pt>
                <c:pt idx="547">
                  <c:v>0.340427823357</c:v>
                </c:pt>
                <c:pt idx="548">
                  <c:v>0.338077971918</c:v>
                </c:pt>
                <c:pt idx="549">
                  <c:v>0.335753534534</c:v>
                </c:pt>
                <c:pt idx="550">
                  <c:v>0.333454558518</c:v>
                </c:pt>
                <c:pt idx="551">
                  <c:v>0.33118107709</c:v>
                </c:pt>
                <c:pt idx="552">
                  <c:v>0.328933109462</c:v>
                </c:pt>
                <c:pt idx="553">
                  <c:v>0.326710660927</c:v>
                </c:pt>
                <c:pt idx="554">
                  <c:v>0.32451372294</c:v>
                </c:pt>
                <c:pt idx="555">
                  <c:v>0.32234227321</c:v>
                </c:pt>
                <c:pt idx="556">
                  <c:v>0.320196275784</c:v>
                </c:pt>
                <c:pt idx="557">
                  <c:v>0.318075681141</c:v>
                </c:pt>
                <c:pt idx="558">
                  <c:v>0.315980426277</c:v>
                </c:pt>
                <c:pt idx="559">
                  <c:v>0.313910434806</c:v>
                </c:pt>
                <c:pt idx="560">
                  <c:v>0.311865617057</c:v>
                </c:pt>
                <c:pt idx="561">
                  <c:v>0.309845870175</c:v>
                </c:pt>
                <c:pt idx="562">
                  <c:v>0.307851078231</c:v>
                </c:pt>
                <c:pt idx="563">
                  <c:v>0.30588111233</c:v>
                </c:pt>
                <c:pt idx="564">
                  <c:v>0.303935830734</c:v>
                </c:pt>
                <c:pt idx="565">
                  <c:v>0.302015078982</c:v>
                </c:pt>
                <c:pt idx="566">
                  <c:v>0.300118690022</c:v>
                </c:pt>
                <c:pt idx="567">
                  <c:v>0.298246484347</c:v>
                </c:pt>
                <c:pt idx="568">
                  <c:v>0.296398270138</c:v>
                </c:pt>
                <c:pt idx="569">
                  <c:v>0.294573843416</c:v>
                </c:pt>
                <c:pt idx="570">
                  <c:v>0.2927729882</c:v>
                </c:pt>
                <c:pt idx="571">
                  <c:v>0.290995476677</c:v>
                </c:pt>
                <c:pt idx="572">
                  <c:v>0.289241069376</c:v>
                </c:pt>
                <c:pt idx="573">
                  <c:v>0.28750951535</c:v>
                </c:pt>
                <c:pt idx="574">
                  <c:v>0.285800552373</c:v>
                </c:pt>
                <c:pt idx="575">
                  <c:v>0.284113907142</c:v>
                </c:pt>
                <c:pt idx="576">
                  <c:v>0.282449295489</c:v>
                </c:pt>
                <c:pt idx="577">
                  <c:v>0.280806422606</c:v>
                </c:pt>
                <c:pt idx="578">
                  <c:v>0.279184983275</c:v>
                </c:pt>
                <c:pt idx="579">
                  <c:v>0.277584662114</c:v>
                </c:pt>
                <c:pt idx="580">
                  <c:v>0.27600513383</c:v>
                </c:pt>
                <c:pt idx="581">
                  <c:v>0.274446063487</c:v>
                </c:pt>
                <c:pt idx="582">
                  <c:v>0.272907106781</c:v>
                </c:pt>
                <c:pt idx="583">
                  <c:v>0.271387910331</c:v>
                </c:pt>
                <c:pt idx="584">
                  <c:v>0.269888111978</c:v>
                </c:pt>
                <c:pt idx="585">
                  <c:v>0.268407341096</c:v>
                </c:pt>
                <c:pt idx="586">
                  <c:v>0.266945218919</c:v>
                </c:pt>
                <c:pt idx="587">
                  <c:v>0.26550135888</c:v>
                </c:pt>
                <c:pt idx="588">
                  <c:v>0.264075366953</c:v>
                </c:pt>
                <c:pt idx="589">
                  <c:v>0.262666842023</c:v>
                </c:pt>
                <c:pt idx="590">
                  <c:v>0.261275376254</c:v>
                </c:pt>
                <c:pt idx="591">
                  <c:v>0.259900555478</c:v>
                </c:pt>
                <c:pt idx="592">
                  <c:v>0.258541959592</c:v>
                </c:pt>
                <c:pt idx="593">
                  <c:v>0.257199162972</c:v>
                </c:pt>
                <c:pt idx="594">
                  <c:v>0.255871734892</c:v>
                </c:pt>
                <c:pt idx="595">
                  <c:v>0.254559239962</c:v>
                </c:pt>
                <c:pt idx="596">
                  <c:v>0.253261238573</c:v>
                </c:pt>
                <c:pt idx="597">
                  <c:v>0.251977287354</c:v>
                </c:pt>
                <c:pt idx="598">
                  <c:v>0.250706939642</c:v>
                </c:pt>
                <c:pt idx="599">
                  <c:v>0.249449745959</c:v>
                </c:pt>
                <c:pt idx="600">
                  <c:v>0.248205254503</c:v>
                </c:pt>
                <c:pt idx="601">
                  <c:v>0.246973011647</c:v>
                </c:pt>
                <c:pt idx="602">
                  <c:v>0.245752562443</c:v>
                </c:pt>
                <c:pt idx="603">
                  <c:v>0.244543451139</c:v>
                </c:pt>
                <c:pt idx="604">
                  <c:v>0.243345221704</c:v>
                </c:pt>
                <c:pt idx="605">
                  <c:v>0.242157418353</c:v>
                </c:pt>
                <c:pt idx="606">
                  <c:v>0.240979586088</c:v>
                </c:pt>
                <c:pt idx="607">
                  <c:v>0.239811271233</c:v>
                </c:pt>
                <c:pt idx="608">
                  <c:v>0.238652021981</c:v>
                </c:pt>
                <c:pt idx="609">
                  <c:v>0.237501388943</c:v>
                </c:pt>
                <c:pt idx="610">
                  <c:v>0.236358925693</c:v>
                </c:pt>
                <c:pt idx="611">
                  <c:v>0.235224189321</c:v>
                </c:pt>
                <c:pt idx="612">
                  <c:v>0.234096740984</c:v>
                </c:pt>
                <c:pt idx="613">
                  <c:v>0.232976146452</c:v>
                </c:pt>
                <c:pt idx="614">
                  <c:v>0.231861976654</c:v>
                </c:pt>
                <c:pt idx="615">
                  <c:v>0.230753808223</c:v>
                </c:pt>
                <c:pt idx="616">
                  <c:v>0.229651224029</c:v>
                </c:pt>
                <c:pt idx="617">
                  <c:v>0.228553813712</c:v>
                </c:pt>
                <c:pt idx="618">
                  <c:v>0.227461174207</c:v>
                </c:pt>
                <c:pt idx="619">
                  <c:v>0.22637291025</c:v>
                </c:pt>
                <c:pt idx="620">
                  <c:v>0.225288634891</c:v>
                </c:pt>
                <c:pt idx="621">
                  <c:v>0.224207969979</c:v>
                </c:pt>
                <c:pt idx="622">
                  <c:v>0.223130546643</c:v>
                </c:pt>
                <c:pt idx="623">
                  <c:v>0.222056005757</c:v>
                </c:pt>
                <c:pt idx="624">
                  <c:v>0.220983998386</c:v>
                </c:pt>
                <c:pt idx="625">
                  <c:v>0.219914186223</c:v>
                </c:pt>
                <c:pt idx="626">
                  <c:v>0.218846241996</c:v>
                </c:pt>
                <c:pt idx="627">
                  <c:v>0.217779849869</c:v>
                </c:pt>
                <c:pt idx="628">
                  <c:v>0.216714705808</c:v>
                </c:pt>
                <c:pt idx="629">
                  <c:v>0.215650517942</c:v>
                </c:pt>
                <c:pt idx="630">
                  <c:v>0.214587006882</c:v>
                </c:pt>
                <c:pt idx="631">
                  <c:v>0.213523906034</c:v>
                </c:pt>
                <c:pt idx="632">
                  <c:v>0.212460961876</c:v>
                </c:pt>
                <c:pt idx="633">
                  <c:v>0.211397934211</c:v>
                </c:pt>
                <c:pt idx="634">
                  <c:v>0.210334596398</c:v>
                </c:pt>
                <c:pt idx="635">
                  <c:v>0.209270735548</c:v>
                </c:pt>
                <c:pt idx="636">
                  <c:v>0.208206152701</c:v>
                </c:pt>
                <c:pt idx="637">
                  <c:v>0.207140662964</c:v>
                </c:pt>
                <c:pt idx="638">
                  <c:v>0.20607409563</c:v>
                </c:pt>
                <c:pt idx="639">
                  <c:v>0.205006294258</c:v>
                </c:pt>
                <c:pt idx="640">
                  <c:v>0.203937116732</c:v>
                </c:pt>
                <c:pt idx="641">
                  <c:v>0.202866435279</c:v>
                </c:pt>
                <c:pt idx="642">
                  <c:v>0.201794136468</c:v>
                </c:pt>
                <c:pt idx="643">
                  <c:v>0.20072012117</c:v>
                </c:pt>
                <c:pt idx="644">
                  <c:v>0.199644304492</c:v>
                </c:pt>
                <c:pt idx="645">
                  <c:v>0.19856661568</c:v>
                </c:pt>
                <c:pt idx="646">
                  <c:v>0.197486997992</c:v>
                </c:pt>
                <c:pt idx="647">
                  <c:v>0.19640540854</c:v>
                </c:pt>
                <c:pt idx="648">
                  <c:v>0.195321818106</c:v>
                </c:pt>
                <c:pt idx="649">
                  <c:v>0.194236210927</c:v>
                </c:pt>
                <c:pt idx="650">
                  <c:v>0.193148584457</c:v>
                </c:pt>
                <c:pt idx="651">
                  <c:v>0.192058949097</c:v>
                </c:pt>
                <c:pt idx="652">
                  <c:v>0.1909673279</c:v>
                </c:pt>
                <c:pt idx="653">
                  <c:v>0.189873756255</c:v>
                </c:pt>
                <c:pt idx="654">
                  <c:v>0.188778281547</c:v>
                </c:pt>
                <c:pt idx="655">
                  <c:v>0.187680962789</c:v>
                </c:pt>
                <c:pt idx="656">
                  <c:v>0.18658187024</c:v>
                </c:pt>
                <c:pt idx="657">
                  <c:v>0.185481084998</c:v>
                </c:pt>
                <c:pt idx="658">
                  <c:v>0.18437869858</c:v>
                </c:pt>
                <c:pt idx="659">
                  <c:v>0.183274812481</c:v>
                </c:pt>
                <c:pt idx="660">
                  <c:v>0.182169537721</c:v>
                </c:pt>
                <c:pt idx="661">
                  <c:v>0.181062994372</c:v>
                </c:pt>
                <c:pt idx="662">
                  <c:v>0.179955311085</c:v>
                </c:pt>
                <c:pt idx="663">
                  <c:v>0.178846624594</c:v>
                </c:pt>
                <c:pt idx="664">
                  <c:v>0.177737079222</c:v>
                </c:pt>
                <c:pt idx="665">
                  <c:v>0.176626826371</c:v>
                </c:pt>
                <c:pt idx="666">
                  <c:v>0.175516024016</c:v>
                </c:pt>
                <c:pt idx="667">
                  <c:v>0.174404836187</c:v>
                </c:pt>
                <c:pt idx="668">
                  <c:v>0.173293432454</c:v>
                </c:pt>
                <c:pt idx="669">
                  <c:v>0.172181987412</c:v>
                </c:pt>
                <c:pt idx="670">
                  <c:v>0.171070680169</c:v>
                </c:pt>
                <c:pt idx="671">
                  <c:v>0.169959693827</c:v>
                </c:pt>
                <c:pt idx="672">
                  <c:v>0.168849214984</c:v>
                </c:pt>
                <c:pt idx="673">
                  <c:v>0.167739433227</c:v>
                </c:pt>
                <c:pt idx="674">
                  <c:v>0.16663054064</c:v>
                </c:pt>
                <c:pt idx="675">
                  <c:v>0.165522731323</c:v>
                </c:pt>
                <c:pt idx="676">
                  <c:v>0.164416200911</c:v>
                </c:pt>
                <c:pt idx="677">
                  <c:v>0.163311146118</c:v>
                </c:pt>
                <c:pt idx="678">
                  <c:v>0.162207764279</c:v>
                </c:pt>
                <c:pt idx="679">
                  <c:v>0.161106252919</c:v>
                </c:pt>
                <c:pt idx="680">
                  <c:v>0.160006809325</c:v>
                </c:pt>
                <c:pt idx="681">
                  <c:v>0.158909630137</c:v>
                </c:pt>
                <c:pt idx="682">
                  <c:v>0.157814910963</c:v>
                </c:pt>
                <c:pt idx="683">
                  <c:v>0.156722845994</c:v>
                </c:pt>
                <c:pt idx="684">
                  <c:v>0.15563362765</c:v>
                </c:pt>
                <c:pt idx="685">
                  <c:v>0.154547446241</c:v>
                </c:pt>
                <c:pt idx="686">
                  <c:v>0.153464489639</c:v>
                </c:pt>
                <c:pt idx="687">
                  <c:v>0.152384942976</c:v>
                </c:pt>
                <c:pt idx="688">
                  <c:v>0.151308988356</c:v>
                </c:pt>
                <c:pt idx="689">
                  <c:v>0.150236804587</c:v>
                </c:pt>
                <c:pt idx="690">
                  <c:v>0.149168566936</c:v>
                </c:pt>
                <c:pt idx="691">
                  <c:v>0.148104446891</c:v>
                </c:pt>
                <c:pt idx="692">
                  <c:v>0.147044611954</c:v>
                </c:pt>
                <c:pt idx="693">
                  <c:v>0.145989225446</c:v>
                </c:pt>
                <c:pt idx="694">
                  <c:v>0.14493844633</c:v>
                </c:pt>
                <c:pt idx="695">
                  <c:v>0.143892429055</c:v>
                </c:pt>
                <c:pt idx="696">
                  <c:v>0.142851323413</c:v>
                </c:pt>
                <c:pt idx="697">
                  <c:v>0.141815274415</c:v>
                </c:pt>
                <c:pt idx="698">
                  <c:v>0.140784422188</c:v>
                </c:pt>
                <c:pt idx="699">
                  <c:v>0.13975890188</c:v>
                </c:pt>
                <c:pt idx="700">
                  <c:v>0.138738843585</c:v>
                </c:pt>
                <c:pt idx="701">
                  <c:v>0.137724372286</c:v>
                </c:pt>
                <c:pt idx="702">
                  <c:v>0.136715607804</c:v>
                </c:pt>
                <c:pt idx="703">
                  <c:v>0.135712664768</c:v>
                </c:pt>
                <c:pt idx="704">
                  <c:v>0.134715652599</c:v>
                </c:pt>
                <c:pt idx="705">
                  <c:v>0.133724675497</c:v>
                </c:pt>
                <c:pt idx="706">
                  <c:v>0.132739832452</c:v>
                </c:pt>
                <c:pt idx="707">
                  <c:v>0.13176121726</c:v>
                </c:pt>
                <c:pt idx="708">
                  <c:v>0.130788918544</c:v>
                </c:pt>
                <c:pt idx="709">
                  <c:v>0.129823019801</c:v>
                </c:pt>
                <c:pt idx="710">
                  <c:v>0.128863599441</c:v>
                </c:pt>
                <c:pt idx="711">
                  <c:v>0.127910730844</c:v>
                </c:pt>
                <c:pt idx="712">
                  <c:v>0.126964482424</c:v>
                </c:pt>
                <c:pt idx="713">
                  <c:v>0.126024917698</c:v>
                </c:pt>
                <c:pt idx="714">
                  <c:v>0.125092095363</c:v>
                </c:pt>
                <c:pt idx="715">
                  <c:v>0.124166069381</c:v>
                </c:pt>
                <c:pt idx="716">
                  <c:v>0.123246889067</c:v>
                </c:pt>
                <c:pt idx="717">
                  <c:v>0.122334599181</c:v>
                </c:pt>
                <c:pt idx="718">
                  <c:v>0.121429240028</c:v>
                </c:pt>
                <c:pt idx="719">
                  <c:v>0.120530847559</c:v>
                </c:pt>
                <c:pt idx="720">
                  <c:v>0.119639453478</c:v>
                </c:pt>
                <c:pt idx="721">
                  <c:v>0.118755085349</c:v>
                </c:pt>
                <c:pt idx="722">
                  <c:v>0.11787776671</c:v>
                </c:pt>
                <c:pt idx="723">
                  <c:v>0.11700751718</c:v>
                </c:pt>
                <c:pt idx="724">
                  <c:v>0.116144352579</c:v>
                </c:pt>
                <c:pt idx="725">
                  <c:v>0.115288285044</c:v>
                </c:pt>
                <c:pt idx="726">
                  <c:v>0.114439323141</c:v>
                </c:pt>
                <c:pt idx="727">
                  <c:v>0.113597471986</c:v>
                </c:pt>
                <c:pt idx="728">
                  <c:v>0.112762733365</c:v>
                </c:pt>
                <c:pt idx="729">
                  <c:v>0.111935105844</c:v>
                </c:pt>
                <c:pt idx="730">
                  <c:v>0.111114584893</c:v>
                </c:pt>
                <c:pt idx="731">
                  <c:v>0.110301162999</c:v>
                </c:pt>
                <c:pt idx="732">
                  <c:v>0.109494829783</c:v>
                </c:pt>
                <c:pt idx="733">
                  <c:v>0.108695572114</c:v>
                </c:pt>
                <c:pt idx="734">
                  <c:v>0.10790337422</c:v>
                </c:pt>
                <c:pt idx="735">
                  <c:v>0.107118217806</c:v>
                </c:pt>
                <c:pt idx="736">
                  <c:v>0.106340082156</c:v>
                </c:pt>
                <c:pt idx="737">
                  <c:v>0.105568944248</c:v>
                </c:pt>
                <c:pt idx="738">
                  <c:v>0.104804778856</c:v>
                </c:pt>
                <c:pt idx="739">
                  <c:v>0.104047558659</c:v>
                </c:pt>
                <c:pt idx="740">
                  <c:v>0.103297254336</c:v>
                </c:pt>
                <c:pt idx="741">
                  <c:v>0.102553834676</c:v>
                </c:pt>
                <c:pt idx="742">
                  <c:v>0.101817266666</c:v>
                </c:pt>
                <c:pt idx="743">
                  <c:v>0.101087515594</c:v>
                </c:pt>
                <c:pt idx="744">
                  <c:v>0.100364545135</c:v>
                </c:pt>
                <c:pt idx="745">
                  <c:v>0.0996483174493</c:v>
                </c:pt>
                <c:pt idx="746">
                  <c:v>0.0989387932646</c:v>
                </c:pt>
                <c:pt idx="747">
                  <c:v>0.098235931964</c:v>
                </c:pt>
                <c:pt idx="748">
                  <c:v>0.0975396916685</c:v>
                </c:pt>
                <c:pt idx="749">
                  <c:v>0.0968500293179</c:v>
                </c:pt>
                <c:pt idx="750">
                  <c:v>0.0961669007484</c:v>
                </c:pt>
                <c:pt idx="751">
                  <c:v>0.0954902607683</c:v>
                </c:pt>
                <c:pt idx="752">
                  <c:v>0.0948200632309</c:v>
                </c:pt>
                <c:pt idx="753">
                  <c:v>0.0941562611047</c:v>
                </c:pt>
                <c:pt idx="754">
                  <c:v>0.0934988065421</c:v>
                </c:pt>
                <c:pt idx="755">
                  <c:v>0.0928476509441</c:v>
                </c:pt>
                <c:pt idx="756">
                  <c:v>0.092202745024</c:v>
                </c:pt>
                <c:pt idx="757">
                  <c:v>0.0915640388683</c:v>
                </c:pt>
                <c:pt idx="758">
                  <c:v>0.0909314819945</c:v>
                </c:pt>
                <c:pt idx="759">
                  <c:v>0.090305023408</c:v>
                </c:pt>
                <c:pt idx="760">
                  <c:v>0.0896846116554</c:v>
                </c:pt>
                <c:pt idx="761">
                  <c:v>0.0890701948768</c:v>
                </c:pt>
                <c:pt idx="762">
                  <c:v>0.0884617208549</c:v>
                </c:pt>
                <c:pt idx="763">
                  <c:v>0.0878591370626</c:v>
                </c:pt>
                <c:pt idx="764">
                  <c:v>0.0872623907086</c:v>
                </c:pt>
                <c:pt idx="765">
                  <c:v>0.0866714287804</c:v>
                </c:pt>
                <c:pt idx="766">
                  <c:v>0.0860861980862</c:v>
                </c:pt>
                <c:pt idx="767">
                  <c:v>0.0855066452943</c:v>
                </c:pt>
                <c:pt idx="768">
                  <c:v>0.0849327169708</c:v>
                </c:pt>
                <c:pt idx="769">
                  <c:v>0.0843643596155</c:v>
                </c:pt>
                <c:pt idx="770">
                  <c:v>0.0838015196961</c:v>
                </c:pt>
                <c:pt idx="771">
                  <c:v>0.0832441436809</c:v>
                </c:pt>
                <c:pt idx="772">
                  <c:v>0.0826921780697</c:v>
                </c:pt>
                <c:pt idx="773">
                  <c:v>0.0821455694228</c:v>
                </c:pt>
                <c:pt idx="774">
                  <c:v>0.0816042643892</c:v>
                </c:pt>
                <c:pt idx="775">
                  <c:v>0.0810682097328</c:v>
                </c:pt>
                <c:pt idx="776">
                  <c:v>0.0805373523571</c:v>
                </c:pt>
                <c:pt idx="777">
                  <c:v>0.0800116393292</c:v>
                </c:pt>
                <c:pt idx="778">
                  <c:v>0.0794910179016</c:v>
                </c:pt>
                <c:pt idx="779">
                  <c:v>0.0789754355335</c:v>
                </c:pt>
                <c:pt idx="780">
                  <c:v>0.0784648399102</c:v>
                </c:pt>
                <c:pt idx="781">
                  <c:v>0.077959178962</c:v>
                </c:pt>
                <c:pt idx="782">
                  <c:v>0.0774584008815</c:v>
                </c:pt>
                <c:pt idx="783">
                  <c:v>0.0769624541398</c:v>
                </c:pt>
                <c:pt idx="784">
                  <c:v>0.076471287502</c:v>
                </c:pt>
                <c:pt idx="785">
                  <c:v>0.0759848500415</c:v>
                </c:pt>
                <c:pt idx="786">
                  <c:v>0.0755030911533</c:v>
                </c:pt>
                <c:pt idx="787">
                  <c:v>0.0750259605662</c:v>
                </c:pt>
                <c:pt idx="788">
                  <c:v>0.0745534083548</c:v>
                </c:pt>
                <c:pt idx="789">
                  <c:v>0.0740853849497</c:v>
                </c:pt>
                <c:pt idx="790">
                  <c:v>0.0736218411479</c:v>
                </c:pt>
                <c:pt idx="791">
                  <c:v>0.0731627281214</c:v>
                </c:pt>
                <c:pt idx="792">
                  <c:v>0.0727079974262</c:v>
                </c:pt>
                <c:pt idx="793">
                  <c:v>0.0722576010093</c:v>
                </c:pt>
                <c:pt idx="794">
                  <c:v>0.0718114912163</c:v>
                </c:pt>
                <c:pt idx="795">
                  <c:v>0.0713696207973</c:v>
                </c:pt>
                <c:pt idx="796">
                  <c:v>0.0709319429131</c:v>
                </c:pt>
                <c:pt idx="797">
                  <c:v>0.0704984111402</c:v>
                </c:pt>
                <c:pt idx="798">
                  <c:v>0.0700689794751</c:v>
                </c:pt>
                <c:pt idx="799">
                  <c:v>0.0696436023392</c:v>
                </c:pt>
                <c:pt idx="800">
                  <c:v>0.0692222345816</c:v>
                </c:pt>
                <c:pt idx="801">
                  <c:v>0.0688048314827</c:v>
                </c:pt>
                <c:pt idx="802">
                  <c:v>0.0683913487566</c:v>
                </c:pt>
                <c:pt idx="803">
                  <c:v>0.0679817425538</c:v>
                </c:pt>
                <c:pt idx="804">
                  <c:v>0.0675759694626</c:v>
                </c:pt>
                <c:pt idx="805">
                  <c:v>0.0671739865107</c:v>
                </c:pt>
                <c:pt idx="806">
                  <c:v>0.0667757511666</c:v>
                </c:pt>
                <c:pt idx="807">
                  <c:v>0.0663812213399</c:v>
                </c:pt>
                <c:pt idx="808">
                  <c:v>0.0659903553822</c:v>
                </c:pt>
                <c:pt idx="809">
                  <c:v>0.0656031120867</c:v>
                </c:pt>
                <c:pt idx="810">
                  <c:v>0.0652194506888</c:v>
                </c:pt>
                <c:pt idx="811">
                  <c:v>0.0648393308651</c:v>
                </c:pt>
                <c:pt idx="812">
                  <c:v>0.0644627127329</c:v>
                </c:pt>
                <c:pt idx="813">
                  <c:v>0.0640895568493</c:v>
                </c:pt>
                <c:pt idx="814">
                  <c:v>0.0637198242102</c:v>
                </c:pt>
                <c:pt idx="815">
                  <c:v>0.0633534762488</c:v>
                </c:pt>
                <c:pt idx="816">
                  <c:v>0.0629904748341</c:v>
                </c:pt>
                <c:pt idx="817">
                  <c:v>0.0626307822694</c:v>
                </c:pt>
                <c:pt idx="818">
                  <c:v>0.06227436129</c:v>
                </c:pt>
                <c:pt idx="819">
                  <c:v>0.0619211750615</c:v>
                </c:pt>
                <c:pt idx="820">
                  <c:v>0.0615711871777</c:v>
                </c:pt>
                <c:pt idx="821">
                  <c:v>0.0612243616578</c:v>
                </c:pt>
                <c:pt idx="822">
                  <c:v>0.0608806629446</c:v>
                </c:pt>
                <c:pt idx="823">
                  <c:v>0.0605400559013</c:v>
                </c:pt>
                <c:pt idx="824">
                  <c:v>0.0602025058094</c:v>
                </c:pt>
                <c:pt idx="825">
                  <c:v>0.0598679783655</c:v>
                </c:pt>
                <c:pt idx="826">
                  <c:v>0.0595364396787</c:v>
                </c:pt>
                <c:pt idx="827">
                  <c:v>0.0592078562678</c:v>
                </c:pt>
                <c:pt idx="828">
                  <c:v>0.0588821950578</c:v>
                </c:pt>
                <c:pt idx="829">
                  <c:v>0.0585594233773</c:v>
                </c:pt>
                <c:pt idx="830">
                  <c:v>0.0582395089554</c:v>
                </c:pt>
                <c:pt idx="831">
                  <c:v>0.0579224199181</c:v>
                </c:pt>
                <c:pt idx="832">
                  <c:v>0.0576081247856</c:v>
                </c:pt>
                <c:pt idx="833">
                  <c:v>0.0572965924686</c:v>
                </c:pt>
                <c:pt idx="834">
                  <c:v>0.0569877922654</c:v>
                </c:pt>
                <c:pt idx="835">
                  <c:v>0.0566816938584</c:v>
                </c:pt>
                <c:pt idx="836">
                  <c:v>0.0563782673107</c:v>
                </c:pt>
                <c:pt idx="837">
                  <c:v>0.056077483063</c:v>
                </c:pt>
                <c:pt idx="838">
                  <c:v>0.0557793119299</c:v>
                </c:pt>
                <c:pt idx="839">
                  <c:v>0.0554837250971</c:v>
                </c:pt>
                <c:pt idx="840">
                  <c:v>0.0551906941173</c:v>
                </c:pt>
                <c:pt idx="841">
                  <c:v>0.0549001909073</c:v>
                </c:pt>
                <c:pt idx="842">
                  <c:v>0.0546121877448</c:v>
                </c:pt>
                <c:pt idx="843">
                  <c:v>0.0543266572645</c:v>
                </c:pt>
                <c:pt idx="844">
                  <c:v>0.0540435724553</c:v>
                </c:pt>
                <c:pt idx="845">
                  <c:v>0.0537629066565</c:v>
                </c:pt>
                <c:pt idx="846">
                  <c:v>0.0534846335551</c:v>
                </c:pt>
                <c:pt idx="847">
                  <c:v>0.0532087271817</c:v>
                </c:pt>
                <c:pt idx="848">
                  <c:v>0.0529351619082</c:v>
                </c:pt>
                <c:pt idx="849">
                  <c:v>0.0526639124435</c:v>
                </c:pt>
                <c:pt idx="850">
                  <c:v>0.0523949538313</c:v>
                </c:pt>
                <c:pt idx="851">
                  <c:v>0.0521282614461</c:v>
                </c:pt>
                <c:pt idx="852">
                  <c:v>0.0518638109907</c:v>
                </c:pt>
                <c:pt idx="853">
                  <c:v>0.0516015784925</c:v>
                </c:pt>
                <c:pt idx="854">
                  <c:v>0.0513415403008</c:v>
                </c:pt>
                <c:pt idx="855">
                  <c:v>0.0510836730836</c:v>
                </c:pt>
                <c:pt idx="856">
                  <c:v>0.0508279538244</c:v>
                </c:pt>
                <c:pt idx="857">
                  <c:v>0.0505743598197</c:v>
                </c:pt>
                <c:pt idx="858">
                  <c:v>0.0503228686754</c:v>
                </c:pt>
                <c:pt idx="859">
                  <c:v>0.0500734583044</c:v>
                </c:pt>
                <c:pt idx="860">
                  <c:v>0.0498261069234</c:v>
                </c:pt>
                <c:pt idx="861">
                  <c:v>0.0495807930501</c:v>
                </c:pt>
                <c:pt idx="862">
                  <c:v>0.0493374955005</c:v>
                </c:pt>
                <c:pt idx="863">
                  <c:v>0.049096193386</c:v>
                </c:pt>
                <c:pt idx="864">
                  <c:v>0.0488568661107</c:v>
                </c:pt>
                <c:pt idx="865">
                  <c:v>0.0486194933685</c:v>
                </c:pt>
                <c:pt idx="866">
                  <c:v>0.0483840551405</c:v>
                </c:pt>
                <c:pt idx="867">
                  <c:v>0.0481505316926</c:v>
                </c:pt>
                <c:pt idx="868">
                  <c:v>0.0479189035724</c:v>
                </c:pt>
                <c:pt idx="869">
                  <c:v>0.0476891516068</c:v>
                </c:pt>
                <c:pt idx="870">
                  <c:v>0.0474612568995</c:v>
                </c:pt>
                <c:pt idx="871">
                  <c:v>0.0472352008281</c:v>
                </c:pt>
                <c:pt idx="872">
                  <c:v>0.0470109650421</c:v>
                </c:pt>
                <c:pt idx="873">
                  <c:v>0.0467885314595</c:v>
                </c:pt>
                <c:pt idx="874">
                  <c:v>0.0465678822653</c:v>
                </c:pt>
                <c:pt idx="875">
                  <c:v>0.046348999908</c:v>
                </c:pt>
                <c:pt idx="876">
                  <c:v>0.0461318670977</c:v>
                </c:pt>
                <c:pt idx="877">
                  <c:v>0.0459164668035</c:v>
                </c:pt>
                <c:pt idx="878">
                  <c:v>0.0457027822507</c:v>
                </c:pt>
                <c:pt idx="879">
                  <c:v>0.0454907969185</c:v>
                </c:pt>
                <c:pt idx="880">
                  <c:v>0.0452804945376</c:v>
                </c:pt>
                <c:pt idx="881">
                  <c:v>0.0450718590873</c:v>
                </c:pt>
                <c:pt idx="882">
                  <c:v>0.0448648747931</c:v>
                </c:pt>
                <c:pt idx="883">
                  <c:v>0.0446595261242</c:v>
                </c:pt>
                <c:pt idx="884">
                  <c:v>0.044455797791</c:v>
                </c:pt>
                <c:pt idx="885">
                  <c:v>0.0442536747419</c:v>
                </c:pt>
                <c:pt idx="886">
                  <c:v>0.0440531421613</c:v>
                </c:pt>
                <c:pt idx="887">
                  <c:v>0.0438541854665</c:v>
                </c:pt>
                <c:pt idx="888">
                  <c:v>0.0436567903052</c:v>
                </c:pt>
                <c:pt idx="889">
                  <c:v>0.0434609425523</c:v>
                </c:pt>
                <c:pt idx="890">
                  <c:v>0.0432666283074</c:v>
                </c:pt>
                <c:pt idx="891">
                  <c:v>0.0430738338917</c:v>
                </c:pt>
                <c:pt idx="892">
                  <c:v>0.0428825458451</c:v>
                </c:pt>
                <c:pt idx="893">
                  <c:v>0.0426927509232</c:v>
                </c:pt>
                <c:pt idx="894">
                  <c:v>0.042504436094</c:v>
                </c:pt>
                <c:pt idx="895">
                  <c:v>0.042317588535</c:v>
                </c:pt>
                <c:pt idx="896">
                  <c:v>0.0421321956296</c:v>
                </c:pt>
                <c:pt idx="897">
                  <c:v>0.0419482449639</c:v>
                </c:pt>
                <c:pt idx="898">
                  <c:v>0.0417657243233</c:v>
                </c:pt>
                <c:pt idx="899">
                  <c:v>0.0415846216891</c:v>
                </c:pt>
                <c:pt idx="900">
                  <c:v>0.0414049252344</c:v>
                </c:pt>
                <c:pt idx="901">
                  <c:v>0.0412266233209</c:v>
                </c:pt>
                <c:pt idx="902">
                  <c:v>0.0410497044951</c:v>
                </c:pt>
                <c:pt idx="903">
                  <c:v>0.0408741574837</c:v>
                </c:pt>
                <c:pt idx="904">
                  <c:v>0.0406999711907</c:v>
                </c:pt>
                <c:pt idx="905">
                  <c:v>0.0405271346921</c:v>
                </c:pt>
                <c:pt idx="906">
                  <c:v>0.0403556372328</c:v>
                </c:pt>
                <c:pt idx="907">
                  <c:v>0.0401854682215</c:v>
                </c:pt>
                <c:pt idx="908">
                  <c:v>0.0400166172268</c:v>
                </c:pt>
                <c:pt idx="909">
                  <c:v>0.0398490739723</c:v>
                </c:pt>
                <c:pt idx="910">
                  <c:v>0.0396828283325</c:v>
                </c:pt>
                <c:pt idx="911">
                  <c:v>0.0395178703276</c:v>
                </c:pt>
                <c:pt idx="912">
                  <c:v>0.0393541901193</c:v>
                </c:pt>
                <c:pt idx="913">
                  <c:v>0.0391917780054</c:v>
                </c:pt>
                <c:pt idx="914">
                  <c:v>0.0390306244153</c:v>
                </c:pt>
                <c:pt idx="915">
                  <c:v>0.0388707199048</c:v>
                </c:pt>
                <c:pt idx="916">
                  <c:v>0.0387120551513</c:v>
                </c:pt>
                <c:pt idx="917">
                  <c:v>0.0385546209483</c:v>
                </c:pt>
                <c:pt idx="918">
                  <c:v>0.0383984082006</c:v>
                </c:pt>
                <c:pt idx="919">
                  <c:v>0.0382434079188</c:v>
                </c:pt>
                <c:pt idx="920">
                  <c:v>0.0380896112144</c:v>
                </c:pt>
                <c:pt idx="921">
                  <c:v>0.0379370092943</c:v>
                </c:pt>
                <c:pt idx="922">
                  <c:v>0.0377855934554</c:v>
                </c:pt>
                <c:pt idx="923">
                  <c:v>0.0376353550799</c:v>
                </c:pt>
                <c:pt idx="924">
                  <c:v>0.0374862856294</c:v>
                </c:pt>
                <c:pt idx="925">
                  <c:v>0.03733837664</c:v>
                </c:pt>
                <c:pt idx="926">
                  <c:v>0.0371916197169</c:v>
                </c:pt>
                <c:pt idx="927">
                  <c:v>0.0370460065295</c:v>
                </c:pt>
                <c:pt idx="928">
                  <c:v>0.0369015288061</c:v>
                </c:pt>
                <c:pt idx="929">
                  <c:v>0.0367581783286</c:v>
                </c:pt>
                <c:pt idx="930">
                  <c:v>0.0366159469282</c:v>
                </c:pt>
                <c:pt idx="931">
                  <c:v>0.0364748264798</c:v>
                </c:pt>
                <c:pt idx="932">
                  <c:v>0.0363348088977</c:v>
                </c:pt>
                <c:pt idx="933">
                  <c:v>0.0361958861309</c:v>
                </c:pt>
                <c:pt idx="934">
                  <c:v>0.0360580501582</c:v>
                </c:pt>
                <c:pt idx="935">
                  <c:v>0.0359212929843</c:v>
                </c:pt>
                <c:pt idx="936">
                  <c:v>0.0357856066354</c:v>
                </c:pt>
                <c:pt idx="937">
                  <c:v>0.0356509831549</c:v>
                </c:pt>
                <c:pt idx="938">
                  <c:v>0.0355174146001</c:v>
                </c:pt>
                <c:pt idx="939">
                  <c:v>0.0353848930377</c:v>
                </c:pt>
                <c:pt idx="940">
                  <c:v>0.035253410541</c:v>
                </c:pt>
                <c:pt idx="941">
                  <c:v>0.0351229591862</c:v>
                </c:pt>
                <c:pt idx="942">
                  <c:v>0.0349935310496</c:v>
                </c:pt>
                <c:pt idx="943">
                  <c:v>0.0348651182043</c:v>
                </c:pt>
                <c:pt idx="944">
                  <c:v>0.0347377127182</c:v>
                </c:pt>
                <c:pt idx="945">
                  <c:v>0.0346113066509</c:v>
                </c:pt>
                <c:pt idx="946">
                  <c:v>0.0344858920524</c:v>
                </c:pt>
                <c:pt idx="947">
                  <c:v>0.0343614609602</c:v>
                </c:pt>
                <c:pt idx="948">
                  <c:v>0.0342380053985</c:v>
                </c:pt>
                <c:pt idx="949">
                  <c:v>0.0341155173763</c:v>
                </c:pt>
                <c:pt idx="950">
                  <c:v>0.0339939888863</c:v>
                </c:pt>
                <c:pt idx="951">
                  <c:v>0.0338734119045</c:v>
                </c:pt>
                <c:pt idx="952">
                  <c:v>0.0337537783887</c:v>
                </c:pt>
                <c:pt idx="953">
                  <c:v>0.0336350802789</c:v>
                </c:pt>
                <c:pt idx="954">
                  <c:v>0.0335173094969</c:v>
                </c:pt>
                <c:pt idx="955">
                  <c:v>0.0334004579461</c:v>
                </c:pt>
                <c:pt idx="956">
                  <c:v>0.0332845175126</c:v>
                </c:pt>
                <c:pt idx="957">
                  <c:v>0.0331694800649</c:v>
                </c:pt>
                <c:pt idx="958">
                  <c:v>0.0330553374556</c:v>
                </c:pt>
                <c:pt idx="959">
                  <c:v>0.0329420815219</c:v>
                </c:pt>
                <c:pt idx="960">
                  <c:v>0.0328297040873</c:v>
                </c:pt>
                <c:pt idx="961">
                  <c:v>0.0327181969628</c:v>
                </c:pt>
                <c:pt idx="962">
                  <c:v>0.0326075519489</c:v>
                </c:pt>
                <c:pt idx="963">
                  <c:v>0.0324977608372</c:v>
                </c:pt>
                <c:pt idx="964">
                  <c:v>0.0323888154129</c:v>
                </c:pt>
                <c:pt idx="965">
                  <c:v>0.032280707457</c:v>
                </c:pt>
                <c:pt idx="966">
                  <c:v>0.0321734287485</c:v>
                </c:pt>
                <c:pt idx="967">
                  <c:v>0.0320669710674</c:v>
                </c:pt>
                <c:pt idx="968">
                  <c:v>0.0319613261972</c:v>
                </c:pt>
                <c:pt idx="969">
                  <c:v>0.0318564859279</c:v>
                </c:pt>
                <c:pt idx="970">
                  <c:v>0.0317524420593</c:v>
                </c:pt>
                <c:pt idx="971">
                  <c:v>0.0316491864036</c:v>
                </c:pt>
                <c:pt idx="972">
                  <c:v>0.0315467107893</c:v>
                </c:pt>
                <c:pt idx="973">
                  <c:v>0.0314450070639</c:v>
                </c:pt>
                <c:pt idx="974">
                  <c:v>0.0313440670978</c:v>
                </c:pt>
                <c:pt idx="975">
                  <c:v>0.0312438827877</c:v>
                </c:pt>
                <c:pt idx="976">
                  <c:v>0.0311444460598</c:v>
                </c:pt>
                <c:pt idx="977">
                  <c:v>0.0310457488738</c:v>
                </c:pt>
                <c:pt idx="978">
                  <c:v>0.0309477832262</c:v>
                </c:pt>
                <c:pt idx="979">
                  <c:v>0.0308505411542</c:v>
                </c:pt>
                <c:pt idx="980">
                  <c:v>0.0307540147388</c:v>
                </c:pt>
                <c:pt idx="981">
                  <c:v>0.030658196109</c:v>
                </c:pt>
                <c:pt idx="982">
                  <c:v>0.0305630774451</c:v>
                </c:pt>
                <c:pt idx="983">
                  <c:v>0.0304686509822</c:v>
                </c:pt>
                <c:pt idx="984">
                  <c:v>0.0303749090138</c:v>
                </c:pt>
                <c:pt idx="985">
                  <c:v>0.0302818438952</c:v>
                </c:pt>
                <c:pt idx="986">
                  <c:v>0.0301894480469</c:v>
                </c:pt>
                <c:pt idx="987">
                  <c:v>0.030097713958</c:v>
                </c:pt>
                <c:pt idx="988">
                  <c:v>0.0300066341893</c:v>
                </c:pt>
                <c:pt idx="989">
                  <c:v>0.0299162013764</c:v>
                </c:pt>
                <c:pt idx="990">
                  <c:v>0.0298264082329</c:v>
                </c:pt>
                <c:pt idx="991">
                  <c:v>0.029737247553</c:v>
                </c:pt>
                <c:pt idx="992">
                  <c:v>0.0296487122145</c:v>
                </c:pt>
                <c:pt idx="993">
                  <c:v>0.0295607951815</c:v>
                </c:pt>
                <c:pt idx="994">
                  <c:v>0.0294734895065</c:v>
                </c:pt>
                <c:pt idx="995">
                  <c:v>0.029386788333</c:v>
                </c:pt>
                <c:pt idx="996">
                  <c:v>0.0293006848977</c:v>
                </c:pt>
                <c:pt idx="997">
                  <c:v>0.0292151725322</c:v>
                </c:pt>
                <c:pt idx="998">
                  <c:v>0.029130244665</c:v>
                </c:pt>
                <c:pt idx="999">
                  <c:v>0.029045894823</c:v>
                </c:pt>
                <c:pt idx="1000">
                  <c:v>0.0289621166329</c:v>
                </c:pt>
                <c:pt idx="1001">
                  <c:v>0.0288789038223</c:v>
                </c:pt>
                <c:pt idx="1002">
                  <c:v>0.0287962502207</c:v>
                </c:pt>
                <c:pt idx="1003">
                  <c:v>0.0287141497601</c:v>
                </c:pt>
                <c:pt idx="1004">
                  <c:v>0.0286325964755</c:v>
                </c:pt>
                <c:pt idx="1005">
                  <c:v>0.0285515845051</c:v>
                </c:pt>
                <c:pt idx="1006">
                  <c:v>0.0284711080902</c:v>
                </c:pt>
                <c:pt idx="1007">
                  <c:v>0.0283911615751</c:v>
                </c:pt>
                <c:pt idx="1008">
                  <c:v>0.0283117394059</c:v>
                </c:pt>
                <c:pt idx="1009">
                  <c:v>0.0282328361302</c:v>
                </c:pt>
                <c:pt idx="1010">
                  <c:v>0.0281544463956</c:v>
                </c:pt>
                <c:pt idx="1011">
                  <c:v>0.0280765649485</c:v>
                </c:pt>
                <c:pt idx="1012">
                  <c:v>0.0279991866317</c:v>
                </c:pt>
                <c:pt idx="1013">
                  <c:v>0.0279223063831</c:v>
                </c:pt>
                <c:pt idx="1014">
                  <c:v>0.0278459192325</c:v>
                </c:pt>
                <c:pt idx="1015">
                  <c:v>0.0277700202996</c:v>
                </c:pt>
                <c:pt idx="1016">
                  <c:v>0.0276946047902</c:v>
                </c:pt>
                <c:pt idx="1017">
                  <c:v>0.0276196679936</c:v>
                </c:pt>
                <c:pt idx="1018">
                  <c:v>0.0275452052783</c:v>
                </c:pt>
                <c:pt idx="1019">
                  <c:v>0.0274712120881</c:v>
                </c:pt>
                <c:pt idx="1020">
                  <c:v>0.0273976839381</c:v>
                </c:pt>
                <c:pt idx="1021">
                  <c:v>0.0273246164098</c:v>
                </c:pt>
                <c:pt idx="1022">
                  <c:v>0.0272520051461</c:v>
                </c:pt>
                <c:pt idx="1023">
                  <c:v>0.027179845846</c:v>
                </c:pt>
                <c:pt idx="1024">
                  <c:v>0.0271081342595</c:v>
                </c:pt>
                <c:pt idx="1025">
                  <c:v>0.0270368661812</c:v>
                </c:pt>
                <c:pt idx="1026">
                  <c:v>0.0269660374445</c:v>
                </c:pt>
                <c:pt idx="1027">
                  <c:v>0.0268956439151</c:v>
                </c:pt>
                <c:pt idx="1028">
                  <c:v>0.0268256814848</c:v>
                </c:pt>
                <c:pt idx="1029">
                  <c:v>0.026756146064</c:v>
                </c:pt>
                <c:pt idx="1030">
                  <c:v>0.0266870335752</c:v>
                </c:pt>
                <c:pt idx="1031">
                  <c:v>0.0266183399455</c:v>
                </c:pt>
                <c:pt idx="1032">
                  <c:v>0.0265500610996</c:v>
                </c:pt>
                <c:pt idx="1033">
                  <c:v>0.0264821929515</c:v>
                </c:pt>
                <c:pt idx="1034">
                  <c:v>0.026414731398</c:v>
                </c:pt>
                <c:pt idx="1035">
                  <c:v>0.0263476723098</c:v>
                </c:pt>
                <c:pt idx="1036">
                  <c:v>0.0262810115245</c:v>
                </c:pt>
                <c:pt idx="1037">
                  <c:v>0.0262147448386</c:v>
                </c:pt>
                <c:pt idx="1038">
                  <c:v>0.0261488679995</c:v>
                </c:pt>
                <c:pt idx="1039">
                  <c:v>0.0260833766982</c:v>
                </c:pt>
                <c:pt idx="1040">
                  <c:v>0.026018266561</c:v>
                </c:pt>
                <c:pt idx="1041">
                  <c:v>0.0259535331424</c:v>
                </c:pt>
                <c:pt idx="1042">
                  <c:v>0.0258891719174</c:v>
                </c:pt>
                <c:pt idx="1043">
                  <c:v>0.0258251782743</c:v>
                </c:pt>
                <c:pt idx="1044">
                  <c:v>0.0257615475079</c:v>
                </c:pt>
                <c:pt idx="1045">
                  <c:v>0.025698274812</c:v>
                </c:pt>
                <c:pt idx="1046">
                  <c:v>0.0256353552738</c:v>
                </c:pt>
                <c:pt idx="1047">
                  <c:v>0.0255727838669</c:v>
                </c:pt>
                <c:pt idx="1048">
                  <c:v>0.0255105554461</c:v>
                </c:pt>
                <c:pt idx="1049">
                  <c:v>0.0254486647415</c:v>
                </c:pt>
                <c:pt idx="1050">
                  <c:v>0.0253871063536</c:v>
                </c:pt>
                <c:pt idx="1051">
                  <c:v>0.0253258747488</c:v>
                </c:pt>
                <c:pt idx="1052">
                  <c:v>0.0252649642553</c:v>
                </c:pt>
                <c:pt idx="1053">
                  <c:v>0.0252043690597</c:v>
                </c:pt>
                <c:pt idx="1054">
                  <c:v>0.0251440832036</c:v>
                </c:pt>
                <c:pt idx="1055">
                  <c:v>0.0250841005817</c:v>
                </c:pt>
                <c:pt idx="1056">
                  <c:v>0.0250244149395</c:v>
                </c:pt>
                <c:pt idx="1057">
                  <c:v>0.0249650198724</c:v>
                </c:pt>
                <c:pt idx="1058">
                  <c:v>0.024905908825</c:v>
                </c:pt>
                <c:pt idx="1059">
                  <c:v>0.0248470750914</c:v>
                </c:pt>
                <c:pt idx="1060">
                  <c:v>0.0247885118156</c:v>
                </c:pt>
                <c:pt idx="1061">
                  <c:v>0.0247302119934</c:v>
                </c:pt>
                <c:pt idx="1062">
                  <c:v>0.0246721684744</c:v>
                </c:pt>
                <c:pt idx="1063">
                  <c:v>0.0246143739649</c:v>
                </c:pt>
                <c:pt idx="1064">
                  <c:v>0.0245568210313</c:v>
                </c:pt>
                <c:pt idx="1065">
                  <c:v>0.0244995021049</c:v>
                </c:pt>
                <c:pt idx="1066">
                  <c:v>0.0244424094864</c:v>
                </c:pt>
                <c:pt idx="1067">
                  <c:v>0.0243855353519</c:v>
                </c:pt>
                <c:pt idx="1068">
                  <c:v>0.0243288717593</c:v>
                </c:pt>
                <c:pt idx="1069">
                  <c:v>0.0242724106557</c:v>
                </c:pt>
                <c:pt idx="1070">
                  <c:v>0.0242161438847</c:v>
                </c:pt>
                <c:pt idx="1071">
                  <c:v>0.0241600631951</c:v>
                </c:pt>
                <c:pt idx="1072">
                  <c:v>0.0241041602503</c:v>
                </c:pt>
                <c:pt idx="1073">
                  <c:v>0.0240484266378</c:v>
                </c:pt>
                <c:pt idx="1074">
                  <c:v>0.0239928538795</c:v>
                </c:pt>
                <c:pt idx="1075">
                  <c:v>0.023937433443</c:v>
                </c:pt>
                <c:pt idx="1076">
                  <c:v>0.0238821567526</c:v>
                </c:pt>
                <c:pt idx="1077">
                  <c:v>0.0238270152018</c:v>
                </c:pt>
                <c:pt idx="1078">
                  <c:v>0.0237720001656</c:v>
                </c:pt>
                <c:pt idx="1079">
                  <c:v>0.0237171030134</c:v>
                </c:pt>
                <c:pt idx="1080">
                  <c:v>0.0236623151226</c:v>
                </c:pt>
                <c:pt idx="1081">
                  <c:v>0.0236076278921</c:v>
                </c:pt>
                <c:pt idx="1082">
                  <c:v>0.0235530327567</c:v>
                </c:pt>
                <c:pt idx="1083">
                  <c:v>0.0234985212013</c:v>
                </c:pt>
                <c:pt idx="1084">
                  <c:v>0.0234440847758</c:v>
                </c:pt>
                <c:pt idx="1085">
                  <c:v>0.0233897151097</c:v>
                </c:pt>
                <c:pt idx="1086">
                  <c:v>0.0233354039274</c:v>
                </c:pt>
                <c:pt idx="1087">
                  <c:v>0.0232811430633</c:v>
                </c:pt>
                <c:pt idx="1088">
                  <c:v>0.023226924477</c:v>
                </c:pt>
                <c:pt idx="1089">
                  <c:v>0.0231727402687</c:v>
                </c:pt>
                <c:pt idx="1090">
                  <c:v>0.0231185826944</c:v>
                </c:pt>
                <c:pt idx="1091">
                  <c:v>0.0230644441811</c:v>
                </c:pt>
                <c:pt idx="1092">
                  <c:v>0.0230103173418</c:v>
                </c:pt>
                <c:pt idx="1093">
                  <c:v>0.0229561949905</c:v>
                </c:pt>
                <c:pt idx="1094">
                  <c:v>0.0229020701569</c:v>
                </c:pt>
                <c:pt idx="1095">
                  <c:v>0.0228479361007</c:v>
                </c:pt>
                <c:pt idx="1096">
                  <c:v>0.0227937863259</c:v>
                </c:pt>
                <c:pt idx="1097">
                  <c:v>0.022739614594</c:v>
                </c:pt>
                <c:pt idx="1098">
                  <c:v>0.0226854149382</c:v>
                </c:pt>
                <c:pt idx="1099">
                  <c:v>0.0226311816753</c:v>
                </c:pt>
                <c:pt idx="1100">
                  <c:v>0.0225769094187</c:v>
                </c:pt>
                <c:pt idx="1101">
                  <c:v>0.0225225930898</c:v>
                </c:pt>
                <c:pt idx="1102">
                  <c:v>0.0224682279292</c:v>
                </c:pt>
                <c:pt idx="1103">
                  <c:v>0.0224138095075</c:v>
                </c:pt>
                <c:pt idx="1104">
                  <c:v>0.0223593337347</c:v>
                </c:pt>
                <c:pt idx="1105">
                  <c:v>0.0223047968696</c:v>
                </c:pt>
                <c:pt idx="1106">
                  <c:v>0.0222501955282</c:v>
                </c:pt>
                <c:pt idx="1107">
                  <c:v>0.0221955266907</c:v>
                </c:pt>
                <c:pt idx="1108">
                  <c:v>0.022140787709</c:v>
                </c:pt>
                <c:pt idx="1109">
                  <c:v>0.0220859763119</c:v>
                </c:pt>
                <c:pt idx="1110">
                  <c:v>0.0220310906101</c:v>
                </c:pt>
                <c:pt idx="1111">
                  <c:v>0.0219761291007</c:v>
                </c:pt>
                <c:pt idx="1112">
                  <c:v>0.0219210906697</c:v>
                </c:pt>
                <c:pt idx="1113">
                  <c:v>0.0218659745946</c:v>
                </c:pt>
                <c:pt idx="1114">
                  <c:v>0.0218107805452</c:v>
                </c:pt>
                <c:pt idx="1115">
                  <c:v>0.0217555085841</c:v>
                </c:pt>
                <c:pt idx="1116">
                  <c:v>0.0217001591657</c:v>
                </c:pt>
                <c:pt idx="1117">
                  <c:v>0.0216447331345</c:v>
                </c:pt>
                <c:pt idx="1118">
                  <c:v>0.0215892317223</c:v>
                </c:pt>
                <c:pt idx="1119">
                  <c:v>0.0215336565446</c:v>
                </c:pt>
                <c:pt idx="1120">
                  <c:v>0.0214780095955</c:v>
                </c:pt>
                <c:pt idx="1121">
                  <c:v>0.0214222932426</c:v>
                </c:pt>
                <c:pt idx="1122">
                  <c:v>0.0213665102199</c:v>
                </c:pt>
                <c:pt idx="1123">
                  <c:v>0.0213106636204</c:v>
                </c:pt>
                <c:pt idx="1124">
                  <c:v>0.021254756888</c:v>
                </c:pt>
                <c:pt idx="1125">
                  <c:v>0.0211987938077</c:v>
                </c:pt>
                <c:pt idx="1126">
                  <c:v>0.0211427784959</c:v>
                </c:pt>
                <c:pt idx="1127">
                  <c:v>0.0210867153893</c:v>
                </c:pt>
                <c:pt idx="1128">
                  <c:v>0.0210306092335</c:v>
                </c:pt>
                <c:pt idx="1129">
                  <c:v>0.0209744650702</c:v>
                </c:pt>
                <c:pt idx="1130">
                  <c:v>0.0209182882248</c:v>
                </c:pt>
                <c:pt idx="1131">
                  <c:v>0.0208620842924</c:v>
                </c:pt>
                <c:pt idx="1132">
                  <c:v>0.0208058591234</c:v>
                </c:pt>
                <c:pt idx="1133">
                  <c:v>0.0207496188097</c:v>
                </c:pt>
                <c:pt idx="1134">
                  <c:v>0.0206933696685</c:v>
                </c:pt>
                <c:pt idx="1135">
                  <c:v>0.0206371182278</c:v>
                </c:pt>
                <c:pt idx="1136">
                  <c:v>0.0205808712097</c:v>
                </c:pt>
                <c:pt idx="1137">
                  <c:v>0.0205246355148</c:v>
                </c:pt>
                <c:pt idx="1138">
                  <c:v>0.0204684182061</c:v>
                </c:pt>
                <c:pt idx="1139">
                  <c:v>0.0204122264917</c:v>
                </c:pt>
                <c:pt idx="1140">
                  <c:v>0.0203560677091</c:v>
                </c:pt>
                <c:pt idx="1141">
                  <c:v>0.0202999493082</c:v>
                </c:pt>
                <c:pt idx="1142">
                  <c:v>0.0202438788347</c:v>
                </c:pt>
                <c:pt idx="1143">
                  <c:v>0.020187863914</c:v>
                </c:pt>
                <c:pt idx="1144">
                  <c:v>0.0201319122344</c:v>
                </c:pt>
                <c:pt idx="1145">
                  <c:v>0.020076031531</c:v>
                </c:pt>
                <c:pt idx="1146">
                  <c:v>0.0200202295705</c:v>
                </c:pt>
                <c:pt idx="1147">
                  <c:v>0.0199645141345</c:v>
                </c:pt>
                <c:pt idx="1148">
                  <c:v>0.0199088930052</c:v>
                </c:pt>
                <c:pt idx="1149">
                  <c:v>0.0198533739501</c:v>
                </c:pt>
                <c:pt idx="1150">
                  <c:v>0.0197979647076</c:v>
                </c:pt>
                <c:pt idx="1151">
                  <c:v>0.019742672973</c:v>
                </c:pt>
                <c:pt idx="1152">
                  <c:v>0.0196875063852</c:v>
                </c:pt>
                <c:pt idx="1153">
                  <c:v>0.0196324725139</c:v>
                </c:pt>
                <c:pt idx="1154">
                  <c:v>0.0195775788467</c:v>
                </c:pt>
                <c:pt idx="1155">
                  <c:v>0.0195228327781</c:v>
                </c:pt>
                <c:pt idx="1156">
                  <c:v>0.0194682415977</c:v>
                </c:pt>
                <c:pt idx="1157">
                  <c:v>0.0194138124799</c:v>
                </c:pt>
                <c:pt idx="1158">
                  <c:v>0.0193595524746</c:v>
                </c:pt>
                <c:pt idx="1159">
                  <c:v>0.0193054684969</c:v>
                </c:pt>
                <c:pt idx="1160">
                  <c:v>0.0192515673197</c:v>
                </c:pt>
                <c:pt idx="1161">
                  <c:v>0.019197855565</c:v>
                </c:pt>
                <c:pt idx="1162">
                  <c:v>0.0191443396975</c:v>
                </c:pt>
                <c:pt idx="1163">
                  <c:v>0.0190910260175</c:v>
                </c:pt>
                <c:pt idx="1164">
                  <c:v>0.0190379206552</c:v>
                </c:pt>
                <c:pt idx="1165">
                  <c:v>0.0189850295659</c:v>
                </c:pt>
                <c:pt idx="1166">
                  <c:v>0.0189323585253</c:v>
                </c:pt>
                <c:pt idx="1167">
                  <c:v>0.0188799131256</c:v>
                </c:pt>
                <c:pt idx="1168">
                  <c:v>0.0188276987724</c:v>
                </c:pt>
                <c:pt idx="1169">
                  <c:v>0.0187757206821</c:v>
                </c:pt>
                <c:pt idx="1170">
                  <c:v>0.0187239838802</c:v>
                </c:pt>
                <c:pt idx="1171">
                  <c:v>0.0186724931993</c:v>
                </c:pt>
                <c:pt idx="1172">
                  <c:v>0.0186212532791</c:v>
                </c:pt>
                <c:pt idx="1173">
                  <c:v>0.0185702685651</c:v>
                </c:pt>
                <c:pt idx="1174">
                  <c:v>0.01851954331</c:v>
                </c:pt>
                <c:pt idx="1175">
                  <c:v>0.0184690815733</c:v>
                </c:pt>
                <c:pt idx="1176">
                  <c:v>0.0184188872232</c:v>
                </c:pt>
                <c:pt idx="1177">
                  <c:v>0.018368963938</c:v>
                </c:pt>
                <c:pt idx="1178">
                  <c:v>0.0183193152079</c:v>
                </c:pt>
                <c:pt idx="1179">
                  <c:v>0.0182699443378</c:v>
                </c:pt>
                <c:pt idx="1180">
                  <c:v>0.0182208544494</c:v>
                </c:pt>
                <c:pt idx="1181">
                  <c:v>0.0181720484851</c:v>
                </c:pt>
                <c:pt idx="1182">
                  <c:v>0.0181235292104</c:v>
                </c:pt>
                <c:pt idx="1183">
                  <c:v>0.0180752992181</c:v>
                </c:pt>
                <c:pt idx="1184">
                  <c:v>0.0180273609319</c:v>
                </c:pt>
                <c:pt idx="1185">
                  <c:v>0.0179797166104</c:v>
                </c:pt>
                <c:pt idx="1186">
                  <c:v>0.0179323683512</c:v>
                </c:pt>
                <c:pt idx="1187">
                  <c:v>0.0178853180954</c:v>
                </c:pt>
                <c:pt idx="1188">
                  <c:v>0.0178385676316</c:v>
                </c:pt>
                <c:pt idx="1189">
                  <c:v>0.0177921186009</c:v>
                </c:pt>
                <c:pt idx="1190">
                  <c:v>0.0177459725011</c:v>
                </c:pt>
                <c:pt idx="1191">
                  <c:v>0.0177001306912</c:v>
                </c:pt>
                <c:pt idx="1192">
                  <c:v>0.0176545943964</c:v>
                </c:pt>
                <c:pt idx="1193">
                  <c:v>0.0176093647119</c:v>
                </c:pt>
                <c:pt idx="1194">
                  <c:v>0.0175644426084</c:v>
                </c:pt>
                <c:pt idx="1195">
                  <c:v>0.0175198289357</c:v>
                </c:pt>
                <c:pt idx="1196">
                  <c:v>0.0174755244271</c:v>
                </c:pt>
                <c:pt idx="1197">
                  <c:v>0.0174315297045</c:v>
                </c:pt>
                <c:pt idx="1198">
                  <c:v>0.0173878452813</c:v>
                </c:pt>
                <c:pt idx="1199">
                  <c:v>0.0173444715674</c:v>
                </c:pt>
                <c:pt idx="1200">
                  <c:v>0.0173014088724</c:v>
                </c:pt>
                <c:pt idx="1201">
                  <c:v>0.0172586574097</c:v>
                </c:pt>
                <c:pt idx="1202">
                  <c:v>0.0172162172995</c:v>
                </c:pt>
                <c:pt idx="1203">
                  <c:v>0.0171740885728</c:v>
                </c:pt>
                <c:pt idx="1204">
                  <c:v>0.0171322711738</c:v>
                </c:pt>
                <c:pt idx="1205">
                  <c:v>0.0170907649632</c:v>
                </c:pt>
                <c:pt idx="1206">
                  <c:v>0.0170495697209</c:v>
                </c:pt>
                <c:pt idx="1207">
                  <c:v>0.0170086851484</c:v>
                </c:pt>
                <c:pt idx="1208">
                  <c:v>0.0169681108709</c:v>
                </c:pt>
                <c:pt idx="1209">
                  <c:v>0.0169278464399</c:v>
                </c:pt>
                <c:pt idx="1210">
                  <c:v>0.0168878913343</c:v>
                </c:pt>
                <c:pt idx="1211">
                  <c:v>0.016848244963</c:v>
                </c:pt>
                <c:pt idx="1212">
                  <c:v>0.0168089066651</c:v>
                </c:pt>
                <c:pt idx="1213">
                  <c:v>0.0167698757125</c:v>
                </c:pt>
                <c:pt idx="1214">
                  <c:v>0.0167311513097</c:v>
                </c:pt>
                <c:pt idx="1215">
                  <c:v>0.0166927325955</c:v>
                </c:pt>
                <c:pt idx="1216">
                  <c:v>0.0166546186432</c:v>
                </c:pt>
                <c:pt idx="1217">
                  <c:v>0.0166168084613</c:v>
                </c:pt>
                <c:pt idx="1218">
                  <c:v>0.0165793009935</c:v>
                </c:pt>
                <c:pt idx="1219">
                  <c:v>0.0165420951193</c:v>
                </c:pt>
                <c:pt idx="1220">
                  <c:v>0.0165051896538</c:v>
                </c:pt>
                <c:pt idx="1221">
                  <c:v>0.0164685833475</c:v>
                </c:pt>
                <c:pt idx="1222">
                  <c:v>0.016432274886</c:v>
                </c:pt>
                <c:pt idx="1223">
                  <c:v>0.0163962628901</c:v>
                </c:pt>
                <c:pt idx="1224">
                  <c:v>0.0163605459149</c:v>
                </c:pt>
                <c:pt idx="1225">
                  <c:v>0.0163251224491</c:v>
                </c:pt>
                <c:pt idx="1226">
                  <c:v>0.0162899909153</c:v>
                </c:pt>
                <c:pt idx="1227">
                  <c:v>0.0162551496684</c:v>
                </c:pt>
                <c:pt idx="1228">
                  <c:v>0.0162205969953</c:v>
                </c:pt>
                <c:pt idx="1229">
                  <c:v>0.0161863311143</c:v>
                </c:pt>
                <c:pt idx="1230">
                  <c:v>0.0161523501741</c:v>
                </c:pt>
                <c:pt idx="1231">
                  <c:v>0.0161186522533</c:v>
                </c:pt>
                <c:pt idx="1232">
                  <c:v>0.0160852353595</c:v>
                </c:pt>
                <c:pt idx="1233">
                  <c:v>0.0160520974287</c:v>
                </c:pt>
                <c:pt idx="1234">
                  <c:v>0.0160192363246</c:v>
                </c:pt>
                <c:pt idx="1235">
                  <c:v>0.0159866498381</c:v>
                </c:pt>
                <c:pt idx="1236">
                  <c:v>0.0159543356865</c:v>
                </c:pt>
                <c:pt idx="1237">
                  <c:v>0.0159222915132</c:v>
                </c:pt>
                <c:pt idx="1238">
                  <c:v>0.0158905148872</c:v>
                </c:pt>
                <c:pt idx="1239">
                  <c:v>0.015859003303</c:v>
                </c:pt>
                <c:pt idx="1240">
                  <c:v>0.01582775418</c:v>
                </c:pt>
                <c:pt idx="1241">
                  <c:v>0.0157967648628</c:v>
                </c:pt>
                <c:pt idx="1242">
                  <c:v>0.015766032621</c:v>
                </c:pt>
                <c:pt idx="1243">
                  <c:v>0.0157355546493</c:v>
                </c:pt>
                <c:pt idx="1244">
                  <c:v>0.0157053280678</c:v>
                </c:pt>
                <c:pt idx="1245">
                  <c:v>0.0156753499226</c:v>
                </c:pt>
                <c:pt idx="1246">
                  <c:v>0.015645617186</c:v>
                </c:pt>
                <c:pt idx="1247">
                  <c:v>0.0156161267574</c:v>
                </c:pt>
                <c:pt idx="1248">
                  <c:v>0.0155868754643</c:v>
                </c:pt>
                <c:pt idx="1249">
                  <c:v>0.0155578600627</c:v>
                </c:pt>
                <c:pt idx="1250">
                  <c:v>0.015529077239</c:v>
                </c:pt>
                <c:pt idx="1251">
                  <c:v>0.0155005236109</c:v>
                </c:pt>
                <c:pt idx="1252">
                  <c:v>0.0154721957288</c:v>
                </c:pt>
                <c:pt idx="1253">
                  <c:v>0.0154440900777</c:v>
                </c:pt>
                <c:pt idx="1254">
                  <c:v>0.0154162030785</c:v>
                </c:pt>
                <c:pt idx="1255">
                  <c:v>0.0153885310908</c:v>
                </c:pt>
                <c:pt idx="1256">
                  <c:v>0.0153610704141</c:v>
                </c:pt>
                <c:pt idx="1257">
                  <c:v>0.0153338172906</c:v>
                </c:pt>
                <c:pt idx="1258">
                  <c:v>0.0153067679074</c:v>
                </c:pt>
                <c:pt idx="1259">
                  <c:v>0.0152799183992</c:v>
                </c:pt>
                <c:pt idx="1260">
                  <c:v>0.0152532648509</c:v>
                </c:pt>
                <c:pt idx="1261">
                  <c:v>0.0152268033005</c:v>
                </c:pt>
                <c:pt idx="1262">
                  <c:v>0.015200529742</c:v>
                </c:pt>
                <c:pt idx="1263">
                  <c:v>0.0151744401289</c:v>
                </c:pt>
                <c:pt idx="1264">
                  <c:v>0.0151485303769</c:v>
                </c:pt>
                <c:pt idx="1265">
                  <c:v>0.0151227963676</c:v>
                </c:pt>
                <c:pt idx="1266">
                  <c:v>0.015097233952</c:v>
                </c:pt>
                <c:pt idx="1267">
                  <c:v>0.0150718389541</c:v>
                </c:pt>
                <c:pt idx="1268">
                  <c:v>0.0150466071744</c:v>
                </c:pt>
                <c:pt idx="1269">
                  <c:v>0.0150215343941</c:v>
                </c:pt>
                <c:pt idx="1270">
                  <c:v>0.0149966163783</c:v>
                </c:pt>
                <c:pt idx="1271">
                  <c:v>0.0149718488807</c:v>
                </c:pt>
                <c:pt idx="1272">
                  <c:v>0.0149472276473</c:v>
                </c:pt>
                <c:pt idx="1273">
                  <c:v>0.0149227484202</c:v>
                </c:pt>
                <c:pt idx="1274">
                  <c:v>0.0148984069421</c:v>
                </c:pt>
                <c:pt idx="1275">
                  <c:v>0.0148741989606</c:v>
                </c:pt>
                <c:pt idx="1276">
                  <c:v>0.0148501202317</c:v>
                </c:pt>
                <c:pt idx="1277">
                  <c:v>0.0148261665247</c:v>
                </c:pt>
                <c:pt idx="1278">
                  <c:v>0.0148023336262</c:v>
                </c:pt>
                <c:pt idx="1279">
                  <c:v>0.0147786173441</c:v>
                </c:pt>
                <c:pt idx="1280">
                  <c:v>0.0147550135121</c:v>
                </c:pt>
                <c:pt idx="1281">
                  <c:v>0.0147315179936</c:v>
                </c:pt>
                <c:pt idx="1282">
                  <c:v>0.014708126686</c:v>
                </c:pt>
                <c:pt idx="1283">
                  <c:v>0.014684835525</c:v>
                </c:pt>
                <c:pt idx="1284">
                  <c:v>0.014661640488</c:v>
                </c:pt>
                <c:pt idx="1285">
                  <c:v>0.0146385375988</c:v>
                </c:pt>
                <c:pt idx="1286">
                  <c:v>0.0146155229311</c:v>
                </c:pt>
                <c:pt idx="1287">
                  <c:v>0.0145925926124</c:v>
                </c:pt>
                <c:pt idx="1288">
                  <c:v>0.0145697428278</c:v>
                </c:pt>
                <c:pt idx="1289">
                  <c:v>0.0145469698233</c:v>
                </c:pt>
                <c:pt idx="1290">
                  <c:v>0.0145242699101</c:v>
                </c:pt>
                <c:pt idx="1291">
                  <c:v>0.0145016394671</c:v>
                </c:pt>
                <c:pt idx="1292">
                  <c:v>0.0144790749447</c:v>
                </c:pt>
                <c:pt idx="1293">
                  <c:v>0.014456572868</c:v>
                </c:pt>
                <c:pt idx="1294">
                  <c:v>0.0144341298396</c:v>
                </c:pt>
                <c:pt idx="1295">
                  <c:v>0.0144117425426</c:v>
                </c:pt>
                <c:pt idx="1296">
                  <c:v>0.0143894077434</c:v>
                </c:pt>
                <c:pt idx="1297">
                  <c:v>0.0143671222942</c:v>
                </c:pt>
                <c:pt idx="1298">
                  <c:v>0.0143448831357</c:v>
                </c:pt>
                <c:pt idx="1299">
                  <c:v>0.014322687299</c:v>
                </c:pt>
                <c:pt idx="1300">
                  <c:v>0.0143005319082</c:v>
                </c:pt>
                <c:pt idx="1301">
                  <c:v>0.0142784141823</c:v>
                </c:pt>
                <c:pt idx="1302">
                  <c:v>0.0142563314368</c:v>
                </c:pt>
                <c:pt idx="1303">
                  <c:v>0.0142342810857</c:v>
                </c:pt>
                <c:pt idx="1304">
                  <c:v>0.0142122606431</c:v>
                </c:pt>
                <c:pt idx="1305">
                  <c:v>0.0141902677241</c:v>
                </c:pt>
                <c:pt idx="1306">
                  <c:v>0.0141683000468</c:v>
                </c:pt>
                <c:pt idx="1307">
                  <c:v>0.0141463554328</c:v>
                </c:pt>
                <c:pt idx="1308">
                  <c:v>0.0141244318084</c:v>
                </c:pt>
                <c:pt idx="1309">
                  <c:v>0.0141025272055</c:v>
                </c:pt>
                <c:pt idx="1310">
                  <c:v>0.014080639762</c:v>
                </c:pt>
                <c:pt idx="1311">
                  <c:v>0.0140587677227</c:v>
                </c:pt>
                <c:pt idx="1312">
                  <c:v>0.0140369094391</c:v>
                </c:pt>
                <c:pt idx="1313">
                  <c:v>0.0140150633705</c:v>
                </c:pt>
                <c:pt idx="1314">
                  <c:v>0.0139932280834</c:v>
                </c:pt>
                <c:pt idx="1315">
                  <c:v>0.0139714022517</c:v>
                </c:pt>
                <c:pt idx="1316">
                  <c:v>0.0139495846568</c:v>
                </c:pt>
                <c:pt idx="1317">
                  <c:v>0.0139277741868</c:v>
                </c:pt>
                <c:pt idx="1318">
                  <c:v>0.013905969837</c:v>
                </c:pt>
                <c:pt idx="1319">
                  <c:v>0.0138841707083</c:v>
                </c:pt>
                <c:pt idx="1320">
                  <c:v>0.0138623760074</c:v>
                </c:pt>
                <c:pt idx="1321">
                  <c:v>0.0138405850457</c:v>
                </c:pt>
                <c:pt idx="1322">
                  <c:v>0.0138187972385</c:v>
                </c:pt>
                <c:pt idx="1323">
                  <c:v>0.0137970121041</c:v>
                </c:pt>
                <c:pt idx="1324">
                  <c:v>0.0137752292624</c:v>
                </c:pt>
                <c:pt idx="1325">
                  <c:v>0.013753448434</c:v>
                </c:pt>
                <c:pt idx="1326">
                  <c:v>0.0137316694389</c:v>
                </c:pt>
                <c:pt idx="1327">
                  <c:v>0.0137098921948</c:v>
                </c:pt>
                <c:pt idx="1328">
                  <c:v>0.0136881167157</c:v>
                </c:pt>
                <c:pt idx="1329">
                  <c:v>0.0136663431102</c:v>
                </c:pt>
                <c:pt idx="1330">
                  <c:v>0.0136445715799</c:v>
                </c:pt>
                <c:pt idx="1331">
                  <c:v>0.0136228024171</c:v>
                </c:pt>
                <c:pt idx="1332">
                  <c:v>0.0136010360034</c:v>
                </c:pt>
                <c:pt idx="1333">
                  <c:v>0.013579272807</c:v>
                </c:pt>
                <c:pt idx="1334">
                  <c:v>0.013557513381</c:v>
                </c:pt>
                <c:pt idx="1335">
                  <c:v>0.0135357583607</c:v>
                </c:pt>
                <c:pt idx="1336">
                  <c:v>0.0135140084614</c:v>
                </c:pt>
                <c:pt idx="1337">
                  <c:v>0.0134922644759</c:v>
                </c:pt>
                <c:pt idx="1338">
                  <c:v>0.0134705272718</c:v>
                </c:pt>
                <c:pt idx="1339">
                  <c:v>0.0134487977886</c:v>
                </c:pt>
                <c:pt idx="1340">
                  <c:v>0.0134270770353</c:v>
                </c:pt>
                <c:pt idx="1341">
                  <c:v>0.0134053660872</c:v>
                </c:pt>
                <c:pt idx="1342">
                  <c:v>0.0133836660827</c:v>
                </c:pt>
                <c:pt idx="1343">
                  <c:v>0.0133619782209</c:v>
                </c:pt>
                <c:pt idx="1344">
                  <c:v>0.0133403037575</c:v>
                </c:pt>
                <c:pt idx="1345">
                  <c:v>0.0133186440025</c:v>
                </c:pt>
                <c:pt idx="1346">
                  <c:v>0.013297000316</c:v>
                </c:pt>
                <c:pt idx="1347">
                  <c:v>0.0132753741053</c:v>
                </c:pt>
                <c:pt idx="1348">
                  <c:v>0.0132537668213</c:v>
                </c:pt>
                <c:pt idx="1349">
                  <c:v>0.013232179955</c:v>
                </c:pt>
                <c:pt idx="1350">
                  <c:v>0.0132106150339</c:v>
                </c:pt>
                <c:pt idx="1351">
                  <c:v>0.0131890736181</c:v>
                </c:pt>
                <c:pt idx="1352">
                  <c:v>0.0131675572971</c:v>
                </c:pt>
                <c:pt idx="1353">
                  <c:v>0.0131460676857</c:v>
                </c:pt>
                <c:pt idx="1354">
                  <c:v>0.0131246064202</c:v>
                </c:pt>
                <c:pt idx="1355">
                  <c:v>0.0131031751551</c:v>
                </c:pt>
                <c:pt idx="1356">
                  <c:v>0.0130817755586</c:v>
                </c:pt>
                <c:pt idx="1357">
                  <c:v>0.0130604093092</c:v>
                </c:pt>
                <c:pt idx="1358">
                  <c:v>0.013039078092</c:v>
                </c:pt>
                <c:pt idx="1359">
                  <c:v>0.0130177835945</c:v>
                </c:pt>
                <c:pt idx="1360">
                  <c:v>0.0129965275029</c:v>
                </c:pt>
                <c:pt idx="1361">
                  <c:v>0.0129753114985</c:v>
                </c:pt>
                <c:pt idx="1362">
                  <c:v>0.0129541372537</c:v>
                </c:pt>
                <c:pt idx="1363">
                  <c:v>0.0129330064284</c:v>
                </c:pt>
                <c:pt idx="1364">
                  <c:v>0.0129119206659</c:v>
                </c:pt>
                <c:pt idx="1365">
                  <c:v>0.0128908815898</c:v>
                </c:pt>
                <c:pt idx="1366">
                  <c:v>0.0128698908</c:v>
                </c:pt>
                <c:pt idx="1367">
                  <c:v>0.012848949869</c:v>
                </c:pt>
                <c:pt idx="1368">
                  <c:v>0.0128280603388</c:v>
                </c:pt>
                <c:pt idx="1369">
                  <c:v>0.012807223717</c:v>
                </c:pt>
                <c:pt idx="1370">
                  <c:v>0.0127864414737</c:v>
                </c:pt>
                <c:pt idx="1371">
                  <c:v>0.012765715038</c:v>
                </c:pt>
                <c:pt idx="1372">
                  <c:v>0.0127450457951</c:v>
                </c:pt>
                <c:pt idx="1373">
                  <c:v>0.0127244350826</c:v>
                </c:pt>
                <c:pt idx="1374">
                  <c:v>0.0127038841879</c:v>
                </c:pt>
                <c:pt idx="1375">
                  <c:v>0.0126833943452</c:v>
                </c:pt>
                <c:pt idx="1376">
                  <c:v>0.0126629667325</c:v>
                </c:pt>
                <c:pt idx="1377">
                  <c:v>0.012642602469</c:v>
                </c:pt>
                <c:pt idx="1378">
                  <c:v>0.0126223026123</c:v>
                </c:pt>
                <c:pt idx="1379">
                  <c:v>0.0126020681563</c:v>
                </c:pt>
                <c:pt idx="1380">
                  <c:v>0.0125819000281</c:v>
                </c:pt>
                <c:pt idx="1381">
                  <c:v>0.0125617990868</c:v>
                </c:pt>
                <c:pt idx="1382">
                  <c:v>0.0125417661202</c:v>
                </c:pt>
                <c:pt idx="1383">
                  <c:v>0.0125218018437</c:v>
                </c:pt>
                <c:pt idx="1384">
                  <c:v>0.0125019068983</c:v>
                </c:pt>
                <c:pt idx="1385">
                  <c:v>0.0124820818486</c:v>
                </c:pt>
                <c:pt idx="1386">
                  <c:v>0.0124623271814</c:v>
                </c:pt>
                <c:pt idx="1387">
                  <c:v>0.0124426433046</c:v>
                </c:pt>
                <c:pt idx="1388">
                  <c:v>0.0124230305457</c:v>
                </c:pt>
                <c:pt idx="1389">
                  <c:v>0.0124034891506</c:v>
                </c:pt>
                <c:pt idx="1390">
                  <c:v>0.0123840192831</c:v>
                </c:pt>
                <c:pt idx="1391">
                  <c:v>0.0123646210239</c:v>
                </c:pt>
                <c:pt idx="1392">
                  <c:v>0.0123452943701</c:v>
                </c:pt>
                <c:pt idx="1393">
                  <c:v>0.0123260392347</c:v>
                </c:pt>
                <c:pt idx="1394">
                  <c:v>0.0123068554467</c:v>
                </c:pt>
                <c:pt idx="1395">
                  <c:v>0.0122877427506</c:v>
                </c:pt>
                <c:pt idx="1396">
                  <c:v>0.0122687008071</c:v>
                </c:pt>
                <c:pt idx="1397">
                  <c:v>0.0122497291928</c:v>
                </c:pt>
                <c:pt idx="1398">
                  <c:v>0.0122308274013</c:v>
                </c:pt>
                <c:pt idx="1399">
                  <c:v>0.0122119948431</c:v>
                </c:pt>
                <c:pt idx="1400">
                  <c:v>0.0121932308475</c:v>
                </c:pt>
                <c:pt idx="1401">
                  <c:v>0.0121745346627</c:v>
                </c:pt>
                <c:pt idx="1402">
                  <c:v>0.0121559054573</c:v>
                </c:pt>
                <c:pt idx="1403">
                  <c:v>0.0121373423221</c:v>
                </c:pt>
                <c:pt idx="1404">
                  <c:v>0.0121188442709</c:v>
                </c:pt>
                <c:pt idx="1405">
                  <c:v>0.0121004102429</c:v>
                </c:pt>
                <c:pt idx="1406">
                  <c:v>0.0120820391043</c:v>
                </c:pt>
                <c:pt idx="1407">
                  <c:v>0.0120637296503</c:v>
                </c:pt>
                <c:pt idx="1408">
                  <c:v>0.0120454806075</c:v>
                </c:pt>
                <c:pt idx="1409">
                  <c:v>0.0120272906362</c:v>
                </c:pt>
                <c:pt idx="1410">
                  <c:v>0.012009158333</c:v>
                </c:pt>
                <c:pt idx="1411">
                  <c:v>0.0119910822334</c:v>
                </c:pt>
                <c:pt idx="1412">
                  <c:v>0.0119730608148</c:v>
                </c:pt>
                <c:pt idx="1413">
                  <c:v>0.0119550924992</c:v>
                </c:pt>
                <c:pt idx="1414">
                  <c:v>0.0119371756568</c:v>
                </c:pt>
                <c:pt idx="1415">
                  <c:v>0.0119193086085</c:v>
                </c:pt>
                <c:pt idx="1416">
                  <c:v>0.0119014896301</c:v>
                </c:pt>
                <c:pt idx="1417">
                  <c:v>0.011883716955</c:v>
                </c:pt>
                <c:pt idx="1418">
                  <c:v>0.0118659887785</c:v>
                </c:pt>
                <c:pt idx="1419">
                  <c:v>0.0118483032608</c:v>
                </c:pt>
                <c:pt idx="1420">
                  <c:v>0.0118306585311</c:v>
                </c:pt>
                <c:pt idx="1421">
                  <c:v>0.0118130526917</c:v>
                </c:pt>
                <c:pt idx="1422">
                  <c:v>0.0117954838214</c:v>
                </c:pt>
                <c:pt idx="1423">
                  <c:v>0.0117779499797</c:v>
                </c:pt>
                <c:pt idx="1424">
                  <c:v>0.011760449211</c:v>
                </c:pt>
                <c:pt idx="1425">
                  <c:v>0.0117429795485</c:v>
                </c:pt>
                <c:pt idx="1426">
                  <c:v>0.0117255390184</c:v>
                </c:pt>
                <c:pt idx="1427">
                  <c:v>0.0117081256439</c:v>
                </c:pt>
                <c:pt idx="1428">
                  <c:v>0.0116907374496</c:v>
                </c:pt>
                <c:pt idx="1429">
                  <c:v>0.0116733724655</c:v>
                </c:pt>
                <c:pt idx="1430">
                  <c:v>0.0116560287312</c:v>
                </c:pt>
                <c:pt idx="1431">
                  <c:v>0.0116387043001</c:v>
                </c:pt>
                <c:pt idx="1432">
                  <c:v>0.0116213972433</c:v>
                </c:pt>
                <c:pt idx="1433">
                  <c:v>0.0116041056541</c:v>
                </c:pt>
                <c:pt idx="1434">
                  <c:v>0.0115868276516</c:v>
                </c:pt>
                <c:pt idx="1435">
                  <c:v>0.0115695613851</c:v>
                </c:pt>
                <c:pt idx="1436">
                  <c:v>0.0115523050376</c:v>
                </c:pt>
                <c:pt idx="1437">
                  <c:v>0.0115350568299</c:v>
                </c:pt>
                <c:pt idx="1438">
                  <c:v>0.0115178150242</c:v>
                </c:pt>
                <c:pt idx="1439">
                  <c:v>0.0115005779279</c:v>
                </c:pt>
                <c:pt idx="1440">
                  <c:v>0.0114833438971</c:v>
                </c:pt>
                <c:pt idx="1441">
                  <c:v>0.0114661113398</c:v>
                </c:pt>
                <c:pt idx="1442">
                  <c:v>0.0114488787194</c:v>
                </c:pt>
                <c:pt idx="1443">
                  <c:v>0.0114316445578</c:v>
                </c:pt>
                <c:pt idx="1444">
                  <c:v>0.0114144074385</c:v>
                </c:pt>
                <c:pt idx="1445">
                  <c:v>0.0113971660091</c:v>
                </c:pt>
                <c:pt idx="1446">
                  <c:v>0.0113799189842</c:v>
                </c:pt>
                <c:pt idx="1447">
                  <c:v>0.0113626651479</c:v>
                </c:pt>
                <c:pt idx="1448">
                  <c:v>0.0113454033562</c:v>
                </c:pt>
                <c:pt idx="1449">
                  <c:v>0.0113281325388</c:v>
                </c:pt>
                <c:pt idx="1450">
                  <c:v>0.0113108517013</c:v>
                </c:pt>
                <c:pt idx="1451">
                  <c:v>0.0112935599266</c:v>
                </c:pt>
                <c:pt idx="1452">
                  <c:v>0.011276256377</c:v>
                </c:pt>
                <c:pt idx="1453">
                  <c:v>0.0112589402948</c:v>
                </c:pt>
                <c:pt idx="1454">
                  <c:v>0.0112416110038</c:v>
                </c:pt>
                <c:pt idx="1455">
                  <c:v>0.01122426791</c:v>
                </c:pt>
                <c:pt idx="1456">
                  <c:v>0.0112069105022</c:v>
                </c:pt>
                <c:pt idx="1457">
                  <c:v>0.0111895383528</c:v>
                </c:pt>
                <c:pt idx="1458">
                  <c:v>0.0111721511172</c:v>
                </c:pt>
                <c:pt idx="1459">
                  <c:v>0.0111547485345</c:v>
                </c:pt>
                <c:pt idx="1460">
                  <c:v>0.0111373304269</c:v>
                </c:pt>
                <c:pt idx="1461">
                  <c:v>0.0111198966993</c:v>
                </c:pt>
                <c:pt idx="1462">
                  <c:v>0.0111024473383</c:v>
                </c:pt>
                <c:pt idx="1463">
                  <c:v>0.0110849824117</c:v>
                </c:pt>
                <c:pt idx="1464">
                  <c:v>0.0110675020674</c:v>
                </c:pt>
                <c:pt idx="1465">
                  <c:v>0.0110500065314</c:v>
                </c:pt>
                <c:pt idx="1466">
                  <c:v>0.0110324961069</c:v>
                </c:pt>
                <c:pt idx="1467">
                  <c:v>0.0110149711726</c:v>
                </c:pt>
                <c:pt idx="1468">
                  <c:v>0.0109974321801</c:v>
                </c:pt>
                <c:pt idx="1469">
                  <c:v>0.0109798796527</c:v>
                </c:pt>
                <c:pt idx="1470">
                  <c:v>0.0109623141823</c:v>
                </c:pt>
                <c:pt idx="1471">
                  <c:v>0.0109447364277</c:v>
                </c:pt>
                <c:pt idx="1472">
                  <c:v>0.0109271471116</c:v>
                </c:pt>
                <c:pt idx="1473">
                  <c:v>0.0109095470179</c:v>
                </c:pt>
                <c:pt idx="1474">
                  <c:v>0.0108919369891</c:v>
                </c:pt>
                <c:pt idx="1475">
                  <c:v>0.0108743179234</c:v>
                </c:pt>
                <c:pt idx="1476">
                  <c:v>0.0108566907711</c:v>
                </c:pt>
                <c:pt idx="1477">
                  <c:v>0.0108390565324</c:v>
                </c:pt>
                <c:pt idx="1478">
                  <c:v>0.0108214162534</c:v>
                </c:pt>
                <c:pt idx="1479">
                  <c:v>0.0108037710231</c:v>
                </c:pt>
                <c:pt idx="1480">
                  <c:v>0.0107861219703</c:v>
                </c:pt>
                <c:pt idx="1481">
                  <c:v>0.0107684702599</c:v>
                </c:pt>
                <c:pt idx="1482">
                  <c:v>0.0107508170897</c:v>
                </c:pt>
                <c:pt idx="1483">
                  <c:v>0.010733163687</c:v>
                </c:pt>
                <c:pt idx="1484">
                  <c:v>0.0107155113052</c:v>
                </c:pt>
                <c:pt idx="1485">
                  <c:v>0.0106978612204</c:v>
                </c:pt>
                <c:pt idx="1486">
                  <c:v>0.0106802147282</c:v>
                </c:pt>
                <c:pt idx="1487">
                  <c:v>0.0106625731398</c:v>
                </c:pt>
                <c:pt idx="1488">
                  <c:v>0.0106449377795</c:v>
                </c:pt>
                <c:pt idx="1489">
                  <c:v>0.0106273099809</c:v>
                </c:pt>
                <c:pt idx="1490">
                  <c:v>0.0106096910839</c:v>
                </c:pt>
                <c:pt idx="1491">
                  <c:v>0.0105920824317</c:v>
                </c:pt>
                <c:pt idx="1492">
                  <c:v>0.0105744853675</c:v>
                </c:pt>
                <c:pt idx="1493">
                  <c:v>0.0105569012318</c:v>
                </c:pt>
                <c:pt idx="1494">
                  <c:v>0.0105393313595</c:v>
                </c:pt>
                <c:pt idx="1495">
                  <c:v>0.0105217770771</c:v>
                </c:pt>
                <c:pt idx="1496">
                  <c:v>0.0105042397001</c:v>
                </c:pt>
                <c:pt idx="1497">
                  <c:v>0.0104867205302</c:v>
                </c:pt>
                <c:pt idx="1498">
                  <c:v>0.0104692208535</c:v>
                </c:pt>
                <c:pt idx="1499">
                  <c:v>0.0104517419373</c:v>
                </c:pt>
                <c:pt idx="1500">
                  <c:v>0.0104342850289</c:v>
                </c:pt>
                <c:pt idx="1501">
                  <c:v>0.0104168513526</c:v>
                </c:pt>
                <c:pt idx="1502">
                  <c:v>0.0103994421085</c:v>
                </c:pt>
                <c:pt idx="1503">
                  <c:v>0.0103820584702</c:v>
                </c:pt>
                <c:pt idx="1504">
                  <c:v>0.0103647015832</c:v>
                </c:pt>
                <c:pt idx="1505">
                  <c:v>0.0103473725635</c:v>
                </c:pt>
                <c:pt idx="1506">
                  <c:v>0.0103300724959</c:v>
                </c:pt>
                <c:pt idx="1507">
                  <c:v>0.010312802433</c:v>
                </c:pt>
                <c:pt idx="1508">
                  <c:v>0.0102955633936</c:v>
                </c:pt>
                <c:pt idx="1509">
                  <c:v>0.0102783563619</c:v>
                </c:pt>
                <c:pt idx="1510">
                  <c:v>0.0102611822863</c:v>
                </c:pt>
                <c:pt idx="1511">
                  <c:v>0.0102440420789</c:v>
                </c:pt>
                <c:pt idx="1512">
                  <c:v>0.0102269366142</c:v>
                </c:pt>
                <c:pt idx="1513">
                  <c:v>0.010209866729</c:v>
                </c:pt>
                <c:pt idx="1514">
                  <c:v>0.0101928332215</c:v>
                </c:pt>
                <c:pt idx="1515">
                  <c:v>0.0101758368513</c:v>
                </c:pt>
                <c:pt idx="1516">
                  <c:v>0.0101588783383</c:v>
                </c:pt>
                <c:pt idx="1517">
                  <c:v>0.0101419583632</c:v>
                </c:pt>
                <c:pt idx="1518">
                  <c:v>0.0101250775671</c:v>
                </c:pt>
                <c:pt idx="1519">
                  <c:v>0.0101082365512</c:v>
                </c:pt>
                <c:pt idx="1520">
                  <c:v>0.0100914358772</c:v>
                </c:pt>
                <c:pt idx="1521">
                  <c:v>0.0100746760669</c:v>
                </c:pt>
                <c:pt idx="1522">
                  <c:v>0.010057957603</c:v>
                </c:pt>
                <c:pt idx="1523">
                  <c:v>0.0100412809285</c:v>
                </c:pt>
                <c:pt idx="1524">
                  <c:v>0.010024646448</c:v>
                </c:pt>
                <c:pt idx="1525">
                  <c:v>0.0100080545271</c:v>
                </c:pt>
                <c:pt idx="1526">
                  <c:v>0.00999150549322</c:v>
                </c:pt>
                <c:pt idx="1527">
                  <c:v>0.00997499963632</c:v>
                </c:pt>
                <c:pt idx="1528">
                  <c:v>0.00995853720891</c:v>
                </c:pt>
                <c:pt idx="1529">
                  <c:v>0.00994211842689</c:v>
                </c:pt>
                <c:pt idx="1530">
                  <c:v>0.00992574347009</c:v>
                </c:pt>
                <c:pt idx="1531">
                  <c:v>0.00990941248289</c:v>
                </c:pt>
                <c:pt idx="1532">
                  <c:v>0.00989312557486</c:v>
                </c:pt>
                <c:pt idx="1533">
                  <c:v>0.00987688282152</c:v>
                </c:pt>
                <c:pt idx="1534">
                  <c:v>0.009860684265</c:v>
                </c:pt>
                <c:pt idx="1535">
                  <c:v>0.00984452991483</c:v>
                </c:pt>
                <c:pt idx="1536">
                  <c:v>0.00982841974871</c:v>
                </c:pt>
                <c:pt idx="1537">
                  <c:v>0.00981235371327</c:v>
                </c:pt>
                <c:pt idx="1538">
                  <c:v>0.00979633172491</c:v>
                </c:pt>
                <c:pt idx="1539">
                  <c:v>0.00978035367062</c:v>
                </c:pt>
                <c:pt idx="1540">
                  <c:v>0.00976441940882</c:v>
                </c:pt>
                <c:pt idx="1541">
                  <c:v>0.00974852877017</c:v>
                </c:pt>
                <c:pt idx="1542">
                  <c:v>0.00973268155849</c:v>
                </c:pt>
                <c:pt idx="1543">
                  <c:v>0.00971687755156</c:v>
                </c:pt>
                <c:pt idx="1544">
                  <c:v>0.00970111650203</c:v>
                </c:pt>
                <c:pt idx="1545">
                  <c:v>0.00968539813825</c:v>
                </c:pt>
                <c:pt idx="1546">
                  <c:v>0.0096697221652</c:v>
                </c:pt>
                <c:pt idx="1547">
                  <c:v>0.00965408826529</c:v>
                </c:pt>
                <c:pt idx="1548">
                  <c:v>0.00963849609929</c:v>
                </c:pt>
                <c:pt idx="1549">
                  <c:v>0.00962294530717</c:v>
                </c:pt>
                <c:pt idx="1550">
                  <c:v>0.00960743550894</c:v>
                </c:pt>
                <c:pt idx="1551">
                  <c:v>0.00959196630558</c:v>
                </c:pt>
                <c:pt idx="1552">
                  <c:v>0.0095765372798</c:v>
                </c:pt>
                <c:pt idx="1553">
                  <c:v>0.00956114799696</c:v>
                </c:pt>
                <c:pt idx="1554">
                  <c:v>0.00954579800587</c:v>
                </c:pt>
                <c:pt idx="1555">
                  <c:v>0.00953048683961</c:v>
                </c:pt>
                <c:pt idx="1556">
                  <c:v>0.0095152140164</c:v>
                </c:pt>
                <c:pt idx="1557">
                  <c:v>0.00949997904033</c:v>
                </c:pt>
                <c:pt idx="1558">
                  <c:v>0.00948478140222</c:v>
                </c:pt>
                <c:pt idx="1559">
                  <c:v>0.00946962058037</c:v>
                </c:pt>
                <c:pt idx="1560">
                  <c:v>0.00945449604136</c:v>
                </c:pt>
                <c:pt idx="1561">
                  <c:v>0.00943940724076</c:v>
                </c:pt>
                <c:pt idx="1562">
                  <c:v>0.00942435362392</c:v>
                </c:pt>
                <c:pt idx="1563">
                  <c:v>0.00940933462669</c:v>
                </c:pt>
                <c:pt idx="1564">
                  <c:v>0.00939434967611</c:v>
                </c:pt>
                <c:pt idx="1565">
                  <c:v>0.00937939819113</c:v>
                </c:pt>
                <c:pt idx="1566">
                  <c:v>0.00936447958331</c:v>
                </c:pt>
                <c:pt idx="1567">
                  <c:v>0.00934959325744</c:v>
                </c:pt>
                <c:pt idx="1568">
                  <c:v>0.00933473861223</c:v>
                </c:pt>
                <c:pt idx="1569">
                  <c:v>0.00931991504092</c:v>
                </c:pt>
                <c:pt idx="1570">
                  <c:v>0.00930512193191</c:v>
                </c:pt>
                <c:pt idx="1571">
                  <c:v>0.00929035866936</c:v>
                </c:pt>
                <c:pt idx="1572">
                  <c:v>0.00927562463376</c:v>
                </c:pt>
                <c:pt idx="1573">
                  <c:v>0.00926091920248</c:v>
                </c:pt>
                <c:pt idx="1574">
                  <c:v>0.00924624175032</c:v>
                </c:pt>
                <c:pt idx="1575">
                  <c:v>0.00923159165007</c:v>
                </c:pt>
                <c:pt idx="1576">
                  <c:v>0.00921696827296</c:v>
                </c:pt>
                <c:pt idx="1577">
                  <c:v>0.00920237098916</c:v>
                </c:pt>
                <c:pt idx="1578">
                  <c:v>0.00918779916826</c:v>
                </c:pt>
                <c:pt idx="1579">
                  <c:v>0.00917325217971</c:v>
                </c:pt>
                <c:pt idx="1580">
                  <c:v>0.00915872939323</c:v>
                </c:pt>
                <c:pt idx="1581">
                  <c:v>0.00914423017923</c:v>
                </c:pt>
                <c:pt idx="1582">
                  <c:v>0.00912975390919</c:v>
                </c:pt>
                <c:pt idx="1583">
                  <c:v>0.00911529995601</c:v>
                </c:pt>
                <c:pt idx="1584">
                  <c:v>0.00910086769439</c:v>
                </c:pt>
                <c:pt idx="1585">
                  <c:v>0.0090864565011</c:v>
                </c:pt>
                <c:pt idx="1586">
                  <c:v>0.00907206575533</c:v>
                </c:pt>
                <c:pt idx="1587">
                  <c:v>0.00905769483892</c:v>
                </c:pt>
                <c:pt idx="1588">
                  <c:v>0.0090433431367</c:v>
                </c:pt>
                <c:pt idx="1589">
                  <c:v>0.00902901003663</c:v>
                </c:pt>
                <c:pt idx="1590">
                  <c:v>0.00901469493009</c:v>
                </c:pt>
                <c:pt idx="1591">
                  <c:v>0.00900039721207</c:v>
                </c:pt>
                <c:pt idx="1592">
                  <c:v>0.00898611628132</c:v>
                </c:pt>
                <c:pt idx="1593">
                  <c:v>0.00897185154053</c:v>
                </c:pt>
                <c:pt idx="1594">
                  <c:v>0.00895760239648</c:v>
                </c:pt>
                <c:pt idx="1595">
                  <c:v>0.00894336826011</c:v>
                </c:pt>
                <c:pt idx="1596">
                  <c:v>0.0089291485467</c:v>
                </c:pt>
                <c:pt idx="1597">
                  <c:v>0.00891494267586</c:v>
                </c:pt>
                <c:pt idx="1598">
                  <c:v>0.00890075007168</c:v>
                </c:pt>
                <c:pt idx="1599">
                  <c:v>0.00888657016272</c:v>
                </c:pt>
                <c:pt idx="1600">
                  <c:v>0.00887240238204</c:v>
                </c:pt>
                <c:pt idx="1601">
                  <c:v>0.00885824616723</c:v>
                </c:pt>
                <c:pt idx="1602">
                  <c:v>0.00884410096043</c:v>
                </c:pt>
                <c:pt idx="1603">
                  <c:v>0.00882996620823</c:v>
                </c:pt>
                <c:pt idx="1604">
                  <c:v>0.00881584136172</c:v>
                </c:pt>
                <c:pt idx="1605">
                  <c:v>0.00880172587638</c:v>
                </c:pt>
                <c:pt idx="1606">
                  <c:v>0.00878761921206</c:v>
                </c:pt>
                <c:pt idx="1607">
                  <c:v>0.00877352083288</c:v>
                </c:pt>
                <c:pt idx="1608">
                  <c:v>0.00875943020714</c:v>
                </c:pt>
                <c:pt idx="1609">
                  <c:v>0.00874534680726</c:v>
                </c:pt>
                <c:pt idx="1610">
                  <c:v>0.00873127010961</c:v>
                </c:pt>
                <c:pt idx="1611">
                  <c:v>0.00871719959447</c:v>
                </c:pt>
                <c:pt idx="1612">
                  <c:v>0.00870313474585</c:v>
                </c:pt>
                <c:pt idx="1613">
                  <c:v>0.00868907505138</c:v>
                </c:pt>
                <c:pt idx="1614">
                  <c:v>0.0086750200022</c:v>
                </c:pt>
                <c:pt idx="1615">
                  <c:v>0.00866096909278</c:v>
                </c:pt>
                <c:pt idx="1616">
                  <c:v>0.00864692182082</c:v>
                </c:pt>
                <c:pt idx="1617">
                  <c:v>0.00863287768708</c:v>
                </c:pt>
                <c:pt idx="1618">
                  <c:v>0.00861883619526</c:v>
                </c:pt>
                <c:pt idx="1619">
                  <c:v>0.00860479685184</c:v>
                </c:pt>
                <c:pt idx="1620">
                  <c:v>0.00859075916596</c:v>
                </c:pt>
                <c:pt idx="1621">
                  <c:v>0.00857672264928</c:v>
                </c:pt>
                <c:pt idx="1622">
                  <c:v>0.00856268681583</c:v>
                </c:pt>
                <c:pt idx="1623">
                  <c:v>0.00854865118191</c:v>
                </c:pt>
                <c:pt idx="1624">
                  <c:v>0.00853461526596</c:v>
                </c:pt>
                <c:pt idx="1625">
                  <c:v>0.00852057858846</c:v>
                </c:pt>
                <c:pt idx="1626">
                  <c:v>0.00850654067182</c:v>
                </c:pt>
                <c:pt idx="1627">
                  <c:v>0.00849250104026</c:v>
                </c:pt>
                <c:pt idx="1628">
                  <c:v>0.00847845921981</c:v>
                </c:pt>
                <c:pt idx="1629">
                  <c:v>0.00846441473816</c:v>
                </c:pt>
                <c:pt idx="1630">
                  <c:v>0.00845036712464</c:v>
                </c:pt>
                <c:pt idx="1631">
                  <c:v>0.00843631591017</c:v>
                </c:pt>
                <c:pt idx="1632">
                  <c:v>0.00842226062727</c:v>
                </c:pt>
                <c:pt idx="1633">
                  <c:v>0.00840820080998</c:v>
                </c:pt>
                <c:pt idx="1634">
                  <c:v>0.00839413599392</c:v>
                </c:pt>
                <c:pt idx="1635">
                  <c:v>0.0083800657163</c:v>
                </c:pt>
                <c:pt idx="1636">
                  <c:v>0.00836598951594</c:v>
                </c:pt>
                <c:pt idx="1637">
                  <c:v>0.00835190693335</c:v>
                </c:pt>
                <c:pt idx="1638">
                  <c:v>0.00833781751079</c:v>
                </c:pt>
                <c:pt idx="1639">
                  <c:v>0.00832372079236</c:v>
                </c:pt>
                <c:pt idx="1640">
                  <c:v>0.00830961632413</c:v>
                </c:pt>
                <c:pt idx="1641">
                  <c:v>0.00829550365426</c:v>
                </c:pt>
                <c:pt idx="1642">
                  <c:v>0.00828138233315</c:v>
                </c:pt>
                <c:pt idx="1643">
                  <c:v>0.0082672519136</c:v>
                </c:pt>
                <c:pt idx="1644">
                  <c:v>0.00825311195101</c:v>
                </c:pt>
                <c:pt idx="1645">
                  <c:v>0.00823896200363</c:v>
                </c:pt>
                <c:pt idx="1646">
                  <c:v>0.00822480163268</c:v>
                </c:pt>
                <c:pt idx="1647">
                  <c:v>0.00821063040273</c:v>
                </c:pt>
                <c:pt idx="1648">
                  <c:v>0.00819644788185</c:v>
                </c:pt>
                <c:pt idx="1649">
                  <c:v>0.00818225364199</c:v>
                </c:pt>
                <c:pt idx="1650">
                  <c:v>0.00816804725922</c:v>
                </c:pt>
                <c:pt idx="1651">
                  <c:v>0.00815382831408</c:v>
                </c:pt>
                <c:pt idx="1652">
                  <c:v>0.0081395963919</c:v>
                </c:pt>
                <c:pt idx="1653">
                  <c:v>0.00812535108321</c:v>
                </c:pt>
                <c:pt idx="1654">
                  <c:v>0.00811109198405</c:v>
                </c:pt>
                <c:pt idx="1655">
                  <c:v>0.00809681869639</c:v>
                </c:pt>
                <c:pt idx="1656">
                  <c:v>0.00808253082856</c:v>
                </c:pt>
                <c:pt idx="1657">
                  <c:v>0.00806822799562</c:v>
                </c:pt>
                <c:pt idx="1658">
                  <c:v>0.00805390981984</c:v>
                </c:pt>
                <c:pt idx="1659">
                  <c:v>0.00803957593114</c:v>
                </c:pt>
                <c:pt idx="1660">
                  <c:v>0.00802522596755</c:v>
                </c:pt>
                <c:pt idx="1661">
                  <c:v>0.00801085957566</c:v>
                </c:pt>
                <c:pt idx="1662">
                  <c:v>0.00799647641116</c:v>
                </c:pt>
                <c:pt idx="1663">
                  <c:v>0.00798207613928</c:v>
                </c:pt>
                <c:pt idx="1664">
                  <c:v>0.00796765843534</c:v>
                </c:pt>
                <c:pt idx="1665">
                  <c:v>0.00795322298521</c:v>
                </c:pt>
                <c:pt idx="1666">
                  <c:v>0.00793876948589</c:v>
                </c:pt>
                <c:pt idx="1667">
                  <c:v>0.00792429764599</c:v>
                </c:pt>
                <c:pt idx="1668">
                  <c:v>0.00790980718626</c:v>
                </c:pt>
                <c:pt idx="1669">
                  <c:v>0.00789529784015</c:v>
                </c:pt>
                <c:pt idx="1670">
                  <c:v>0.00788076935432</c:v>
                </c:pt>
                <c:pt idx="1671">
                  <c:v>0.00786622148918</c:v>
                </c:pt>
                <c:pt idx="1672">
                  <c:v>0.0078516540194</c:v>
                </c:pt>
                <c:pt idx="1673">
                  <c:v>0.00783706673449</c:v>
                </c:pt>
                <c:pt idx="1674">
                  <c:v>0.00782245943926</c:v>
                </c:pt>
                <c:pt idx="1675">
                  <c:v>0.0078078319544</c:v>
                </c:pt>
                <c:pt idx="1676">
                  <c:v>0.00779318411694</c:v>
                </c:pt>
                <c:pt idx="1677">
                  <c:v>0.00777851578078</c:v>
                </c:pt>
                <c:pt idx="1678">
                  <c:v>0.0077638268172</c:v>
                </c:pt>
                <c:pt idx="1679">
                  <c:v>0.00774911711528</c:v>
                </c:pt>
                <c:pt idx="1680">
                  <c:v>0.00773438658243</c:v>
                </c:pt>
                <c:pt idx="1681">
                  <c:v>0.0077196351448</c:v>
                </c:pt>
                <c:pt idx="1682">
                  <c:v>0.00770486274774</c:v>
                </c:pt>
                <c:pt idx="1683">
                  <c:v>0.0076900693562</c:v>
                </c:pt>
                <c:pt idx="1684">
                  <c:v>0.00767525495515</c:v>
                </c:pt>
                <c:pt idx="1685">
                  <c:v>0.00766041954992</c:v>
                </c:pt>
                <c:pt idx="1686">
                  <c:v>0.00764556316657</c:v>
                </c:pt>
                <c:pt idx="1687">
                  <c:v>0.00763068585225</c:v>
                </c:pt>
                <c:pt idx="1688">
                  <c:v>0.00761578767544</c:v>
                </c:pt>
                <c:pt idx="1689">
                  <c:v>0.00760086872631</c:v>
                </c:pt>
                <c:pt idx="1690">
                  <c:v>0.00758592911689</c:v>
                </c:pt>
                <c:pt idx="1691">
                  <c:v>0.00757096898137</c:v>
                </c:pt>
                <c:pt idx="1692">
                  <c:v>0.00755598847622</c:v>
                </c:pt>
                <c:pt idx="1693">
                  <c:v>0.00754098778043</c:v>
                </c:pt>
                <c:pt idx="1694">
                  <c:v>0.00752596709558</c:v>
                </c:pt>
                <c:pt idx="1695">
                  <c:v>0.007510926646</c:v>
                </c:pt>
                <c:pt idx="1696">
                  <c:v>0.0074958666788</c:v>
                </c:pt>
                <c:pt idx="1697">
                  <c:v>0.00748078746394</c:v>
                </c:pt>
                <c:pt idx="1698">
                  <c:v>0.00746568929425</c:v>
                </c:pt>
                <c:pt idx="1699">
                  <c:v>0.00745057248539</c:v>
                </c:pt>
                <c:pt idx="1700">
                  <c:v>0.00743543737578</c:v>
                </c:pt>
                <c:pt idx="1701">
                  <c:v>0.00742028432661</c:v>
                </c:pt>
                <c:pt idx="1702">
                  <c:v>0.00740511372161</c:v>
                </c:pt>
                <c:pt idx="1703">
                  <c:v>0.00738992596703</c:v>
                </c:pt>
                <c:pt idx="1704">
                  <c:v>0.00737472149139</c:v>
                </c:pt>
                <c:pt idx="1705">
                  <c:v>0.00735950074534</c:v>
                </c:pt>
                <c:pt idx="1706">
                  <c:v>0.00734426420141</c:v>
                </c:pt>
                <c:pt idx="1707">
                  <c:v>0.0073290123538</c:v>
                </c:pt>
                <c:pt idx="1708">
                  <c:v>0.00731374571811</c:v>
                </c:pt>
                <c:pt idx="1709">
                  <c:v>0.00729846483102</c:v>
                </c:pt>
                <c:pt idx="1710">
                  <c:v>0.00728317025004</c:v>
                </c:pt>
                <c:pt idx="1711">
                  <c:v>0.00726786255315</c:v>
                </c:pt>
                <c:pt idx="1712">
                  <c:v>0.00725254233848</c:v>
                </c:pt>
                <c:pt idx="1713">
                  <c:v>0.00723721022394</c:v>
                </c:pt>
                <c:pt idx="1714">
                  <c:v>0.00722186684687</c:v>
                </c:pt>
                <c:pt idx="1715">
                  <c:v>0.00720651286365</c:v>
                </c:pt>
                <c:pt idx="1716">
                  <c:v>0.00719114894932</c:v>
                </c:pt>
                <c:pt idx="1717">
                  <c:v>0.0071757757972</c:v>
                </c:pt>
                <c:pt idx="1718">
                  <c:v>0.00716039411845</c:v>
                </c:pt>
                <c:pt idx="1719">
                  <c:v>0.0071450046417</c:v>
                </c:pt>
                <c:pt idx="1720">
                  <c:v>0.00712960811264</c:v>
                </c:pt>
                <c:pt idx="1721">
                  <c:v>0.00711420529358</c:v>
                </c:pt>
                <c:pt idx="1722">
                  <c:v>0.00709879696309</c:v>
                </c:pt>
                <c:pt idx="1723">
                  <c:v>0.00708338391553</c:v>
                </c:pt>
                <c:pt idx="1724">
                  <c:v>0.00706796696072</c:v>
                </c:pt>
                <c:pt idx="1725">
                  <c:v>0.00705254692346</c:v>
                </c:pt>
                <c:pt idx="1726">
                  <c:v>0.00703712464319</c:v>
                </c:pt>
                <c:pt idx="1727">
                  <c:v>0.00702170097357</c:v>
                </c:pt>
                <c:pt idx="1728">
                  <c:v>0.00700627678207</c:v>
                </c:pt>
                <c:pt idx="1729">
                  <c:v>0.00699085294963</c:v>
                </c:pt>
                <c:pt idx="1730">
                  <c:v>0.00697543037026</c:v>
                </c:pt>
                <c:pt idx="1731">
                  <c:v>0.00696000995066</c:v>
                </c:pt>
                <c:pt idx="1732">
                  <c:v>0.00694459260983</c:v>
                </c:pt>
                <c:pt idx="1733">
                  <c:v>0.00692917927877</c:v>
                </c:pt>
                <c:pt idx="1734">
                  <c:v>0.00691377090004</c:v>
                </c:pt>
                <c:pt idx="1735">
                  <c:v>0.00689836842745</c:v>
                </c:pt>
                <c:pt idx="1736">
                  <c:v>0.0068829728257</c:v>
                </c:pt>
                <c:pt idx="1737">
                  <c:v>0.00686758507</c:v>
                </c:pt>
                <c:pt idx="1738">
                  <c:v>0.00685220614573</c:v>
                </c:pt>
                <c:pt idx="1739">
                  <c:v>0.00683683704808</c:v>
                </c:pt>
                <c:pt idx="1740">
                  <c:v>0.00682147878166</c:v>
                </c:pt>
                <c:pt idx="1741">
                  <c:v>0.00680613236021</c:v>
                </c:pt>
                <c:pt idx="1742">
                  <c:v>0.00679079880613</c:v>
                </c:pt>
                <c:pt idx="1743">
                  <c:v>0.00677547915016</c:v>
                </c:pt>
                <c:pt idx="1744">
                  <c:v>0.00676017443098</c:v>
                </c:pt>
                <c:pt idx="1745">
                  <c:v>0.00674488569479</c:v>
                </c:pt>
                <c:pt idx="1746">
                  <c:v>0.00672961399494</c:v>
                </c:pt>
                <c:pt idx="1747">
                  <c:v>0.00671436039144</c:v>
                </c:pt>
                <c:pt idx="1748">
                  <c:v>0.00669912595058</c:v>
                </c:pt>
                <c:pt idx="1749">
                  <c:v>0.00668391174441</c:v>
                </c:pt>
                <c:pt idx="1750">
                  <c:v>0.00666871885032</c:v>
                </c:pt>
                <c:pt idx="1751">
                  <c:v>0.00665354835051</c:v>
                </c:pt>
                <c:pt idx="1752">
                  <c:v>0.00663840133146</c:v>
                </c:pt>
                <c:pt idx="1753">
                  <c:v>0.00662327888342</c:v>
                </c:pt>
                <c:pt idx="1754">
                  <c:v>0.00660818209985</c:v>
                </c:pt>
                <c:pt idx="1755">
                  <c:v>0.00659311207681</c:v>
                </c:pt>
                <c:pt idx="1756">
                  <c:v>0.00657806991237</c:v>
                </c:pt>
                <c:pt idx="1757">
                  <c:v>0.00656305670596</c:v>
                </c:pt>
                <c:pt idx="1758">
                  <c:v>0.00654807355777</c:v>
                </c:pt>
                <c:pt idx="1759">
                  <c:v>0.00653312156801</c:v>
                </c:pt>
                <c:pt idx="1760">
                  <c:v>0.00651820183626</c:v>
                </c:pt>
                <c:pt idx="1761">
                  <c:v>0.00650331546071</c:v>
                </c:pt>
                <c:pt idx="1762">
                  <c:v>0.00648846353747</c:v>
                </c:pt>
                <c:pt idx="1763">
                  <c:v>0.00647364715975</c:v>
                </c:pt>
                <c:pt idx="1764">
                  <c:v>0.00645886741715</c:v>
                </c:pt>
                <c:pt idx="1765">
                  <c:v>0.00644412539478</c:v>
                </c:pt>
                <c:pt idx="1766">
                  <c:v>0.00642942217253</c:v>
                </c:pt>
                <c:pt idx="1767">
                  <c:v>0.0064147588242</c:v>
                </c:pt>
                <c:pt idx="1768">
                  <c:v>0.00640013641666</c:v>
                </c:pt>
                <c:pt idx="1769">
                  <c:v>0.00638555600905</c:v>
                </c:pt>
                <c:pt idx="1770">
                  <c:v>0.00637101865185</c:v>
                </c:pt>
                <c:pt idx="1771">
                  <c:v>0.00635652538609</c:v>
                </c:pt>
                <c:pt idx="1772">
                  <c:v>0.00634207724246</c:v>
                </c:pt>
                <c:pt idx="1773">
                  <c:v>0.00632767524044</c:v>
                </c:pt>
                <c:pt idx="1774">
                  <c:v>0.00631332038744</c:v>
                </c:pt>
                <c:pt idx="1775">
                  <c:v>0.00629901367798</c:v>
                </c:pt>
                <c:pt idx="1776">
                  <c:v>0.00628475609279</c:v>
                </c:pt>
                <c:pt idx="1777">
                  <c:v>0.006270548598</c:v>
                </c:pt>
                <c:pt idx="1778">
                  <c:v>0.00625639214433</c:v>
                </c:pt>
                <c:pt idx="1779">
                  <c:v>0.00624228766625</c:v>
                </c:pt>
                <c:pt idx="1780">
                  <c:v>0.00622823608118</c:v>
                </c:pt>
                <c:pt idx="1781">
                  <c:v>0.00621423828876</c:v>
                </c:pt>
                <c:pt idx="1782">
                  <c:v>0.00620029517005</c:v>
                </c:pt>
                <c:pt idx="1783">
                  <c:v>0.00618640758684</c:v>
                </c:pt>
                <c:pt idx="1784">
                  <c:v>0.00617257638093</c:v>
                </c:pt>
                <c:pt idx="1785">
                  <c:v>0.00615880237346</c:v>
                </c:pt>
                <c:pt idx="1786">
                  <c:v>0.00614508636427</c:v>
                </c:pt>
                <c:pt idx="1787">
                  <c:v>0.0061314291313</c:v>
                </c:pt>
                <c:pt idx="1788">
                  <c:v>0.00611783142999</c:v>
                </c:pt>
                <c:pt idx="1789">
                  <c:v>0.00610429399274</c:v>
                </c:pt>
                <c:pt idx="1790">
                  <c:v>0.00609081752844</c:v>
                </c:pt>
                <c:pt idx="1791">
                  <c:v>0.00607740272196</c:v>
                </c:pt>
                <c:pt idx="1792">
                  <c:v>0.00606405023372</c:v>
                </c:pt>
                <c:pt idx="1793">
                  <c:v>0.00605076069931</c:v>
                </c:pt>
                <c:pt idx="1794">
                  <c:v>0.00603753472915</c:v>
                </c:pt>
                <c:pt idx="1795">
                  <c:v>0.00602437290813</c:v>
                </c:pt>
                <c:pt idx="1796">
                  <c:v>0.00601127579536</c:v>
                </c:pt>
                <c:pt idx="1797">
                  <c:v>0.00599824392393</c:v>
                </c:pt>
                <c:pt idx="1798">
                  <c:v>0.00598527780072</c:v>
                </c:pt>
                <c:pt idx="1799">
                  <c:v>0.00597237790618</c:v>
                </c:pt>
                <c:pt idx="1800">
                  <c:v>0.00595954469429</c:v>
                </c:pt>
                <c:pt idx="1801">
                  <c:v>0.00594677859241</c:v>
                </c:pt>
                <c:pt idx="1802">
                  <c:v>0.00593408000125</c:v>
                </c:pt>
                <c:pt idx="1803">
                  <c:v>0.00592144929482</c:v>
                </c:pt>
                <c:pt idx="1804">
                  <c:v>0.00590888682051</c:v>
                </c:pt>
                <c:pt idx="1805">
                  <c:v>0.00589639289907</c:v>
                </c:pt>
                <c:pt idx="1806">
                  <c:v>0.00588396782473</c:v>
                </c:pt>
                <c:pt idx="1807">
                  <c:v>0.00587161186527</c:v>
                </c:pt>
                <c:pt idx="1808">
                  <c:v>0.00585932526219</c:v>
                </c:pt>
                <c:pt idx="1809">
                  <c:v>0.00584710823084</c:v>
                </c:pt>
                <c:pt idx="1810">
                  <c:v>0.00583496096064</c:v>
                </c:pt>
                <c:pt idx="1811">
                  <c:v>0.00582288361521</c:v>
                </c:pt>
                <c:pt idx="1812">
                  <c:v>0.00581087633268</c:v>
                </c:pt>
                <c:pt idx="1813">
                  <c:v>0.00579893922589</c:v>
                </c:pt>
                <c:pt idx="1814">
                  <c:v>0.00578707238264</c:v>
                </c:pt>
                <c:pt idx="1815">
                  <c:v>0.00577527586597</c:v>
                </c:pt>
                <c:pt idx="1816">
                  <c:v>0.00576354971446</c:v>
                </c:pt>
                <c:pt idx="1817">
                  <c:v>0.0057518939425</c:v>
                </c:pt>
                <c:pt idx="1818">
                  <c:v>0.00574030854059</c:v>
                </c:pt>
                <c:pt idx="1819">
                  <c:v>0.00572879347567</c:v>
                </c:pt>
                <c:pt idx="1820">
                  <c:v>0.00571734869141</c:v>
                </c:pt>
                <c:pt idx="1821">
                  <c:v>0.00570597410853</c:v>
                </c:pt>
                <c:pt idx="1822">
                  <c:v>0.00569466962512</c:v>
                </c:pt>
                <c:pt idx="1823">
                  <c:v>0.00568343511691</c:v>
                </c:pt>
                <c:pt idx="1824">
                  <c:v>0.00567227043764</c:v>
                </c:pt>
                <c:pt idx="1825">
                  <c:v>0.00566117541931</c:v>
                </c:pt>
                <c:pt idx="1826">
                  <c:v>0.00565014987251</c:v>
                </c:pt>
                <c:pt idx="1827">
                  <c:v>0.00563919358668</c:v>
                </c:pt>
                <c:pt idx="1828">
                  <c:v>0.00562830633039</c:v>
                </c:pt>
                <c:pt idx="1829">
                  <c:v>0.00561748785165</c:v>
                </c:pt>
                <c:pt idx="1830">
                  <c:v>0.0056067378781</c:v>
                </c:pt>
                <c:pt idx="1831">
                  <c:v>0.00559605611729</c:v>
                </c:pt>
                <c:pt idx="1832">
                  <c:v>0.00558544225689</c:v>
                </c:pt>
                <c:pt idx="1833">
                  <c:v>0.00557489596494</c:v>
                </c:pt>
                <c:pt idx="1834">
                  <c:v>0.00556441689</c:v>
                </c:pt>
                <c:pt idx="1835">
                  <c:v>0.00555400466133</c:v>
                </c:pt>
                <c:pt idx="1836">
                  <c:v>0.00554365888911</c:v>
                </c:pt>
                <c:pt idx="1837">
                  <c:v>0.00553337916451</c:v>
                </c:pt>
                <c:pt idx="1838">
                  <c:v>0.00552316505988</c:v>
                </c:pt>
                <c:pt idx="1839">
                  <c:v>0.00551301612883</c:v>
                </c:pt>
                <c:pt idx="1840">
                  <c:v>0.0055029319063</c:v>
                </c:pt>
                <c:pt idx="1841">
                  <c:v>0.00549291190868</c:v>
                </c:pt>
                <c:pt idx="1842">
                  <c:v>0.00548295563385</c:v>
                </c:pt>
                <c:pt idx="1843">
                  <c:v>0.00547306256117</c:v>
                </c:pt>
                <c:pt idx="1844">
                  <c:v>0.00546323215158</c:v>
                </c:pt>
                <c:pt idx="1845">
                  <c:v>0.00545346384752</c:v>
                </c:pt>
                <c:pt idx="1846">
                  <c:v>0.00544375707297</c:v>
                </c:pt>
                <c:pt idx="1847">
                  <c:v>0.00543411123337</c:v>
                </c:pt>
                <c:pt idx="1848">
                  <c:v>0.00542452571563</c:v>
                </c:pt>
                <c:pt idx="1849">
                  <c:v>0.005414999888</c:v>
                </c:pt>
                <c:pt idx="1850">
                  <c:v>0.00540553310004</c:v>
                </c:pt>
                <c:pt idx="1851">
                  <c:v>0.00539612468248</c:v>
                </c:pt>
                <c:pt idx="1852">
                  <c:v>0.00538677394717</c:v>
                </c:pt>
                <c:pt idx="1853">
                  <c:v>0.00537748018691</c:v>
                </c:pt>
                <c:pt idx="1854">
                  <c:v>0.00536824267536</c:v>
                </c:pt>
                <c:pt idx="1855">
                  <c:v>0.00535906066687</c:v>
                </c:pt>
                <c:pt idx="1856">
                  <c:v>0.00534993339636</c:v>
                </c:pt>
                <c:pt idx="1857">
                  <c:v>0.00534086007916</c:v>
                </c:pt>
                <c:pt idx="1858">
                  <c:v>0.00533183991083</c:v>
                </c:pt>
                <c:pt idx="1859">
                  <c:v>0.00532287206705</c:v>
                </c:pt>
                <c:pt idx="1860">
                  <c:v>0.00531395570342</c:v>
                </c:pt>
                <c:pt idx="1861">
                  <c:v>0.0053050899553</c:v>
                </c:pt>
                <c:pt idx="1862">
                  <c:v>0.00529627393767</c:v>
                </c:pt>
                <c:pt idx="1863">
                  <c:v>0.00528750674496</c:v>
                </c:pt>
                <c:pt idx="1864">
                  <c:v>0.00527878745092</c:v>
                </c:pt>
                <c:pt idx="1865">
                  <c:v>0.00527011510848</c:v>
                </c:pt>
                <c:pt idx="1866">
                  <c:v>0.0052614887496</c:v>
                </c:pt>
                <c:pt idx="1867">
                  <c:v>0.00525290738519</c:v>
                </c:pt>
                <c:pt idx="1868">
                  <c:v>0.00524437000499</c:v>
                </c:pt>
                <c:pt idx="1869">
                  <c:v>0.0052358755775</c:v>
                </c:pt>
                <c:pt idx="1870">
                  <c:v>0.00522742304996</c:v>
                </c:pt>
                <c:pt idx="1871">
                  <c:v>0.00521901134825</c:v>
                </c:pt>
                <c:pt idx="1872">
                  <c:v>0.00521063937696</c:v>
                </c:pt>
                <c:pt idx="1873">
                  <c:v>0.00520230601936</c:v>
                </c:pt>
                <c:pt idx="1874">
                  <c:v>0.00519401013753</c:v>
                </c:pt>
                <c:pt idx="1875">
                  <c:v>0.00518575057237</c:v>
                </c:pt>
                <c:pt idx="1876">
                  <c:v>0.00517752614384</c:v>
                </c:pt>
                <c:pt idx="1877">
                  <c:v>0.00516933565103</c:v>
                </c:pt>
                <c:pt idx="1878">
                  <c:v>0.00516117787249</c:v>
                </c:pt>
                <c:pt idx="1879">
                  <c:v>0.00515305156645</c:v>
                </c:pt>
                <c:pt idx="1880">
                  <c:v>0.00514495547112</c:v>
                </c:pt>
                <c:pt idx="1881">
                  <c:v>0.00513688830514</c:v>
                </c:pt>
                <c:pt idx="1882">
                  <c:v>0.00512884876795</c:v>
                </c:pt>
                <c:pt idx="1883">
                  <c:v>0.00512083554033</c:v>
                </c:pt>
                <c:pt idx="1884">
                  <c:v>0.00511284728493</c:v>
                </c:pt>
                <c:pt idx="1885">
                  <c:v>0.00510488264688</c:v>
                </c:pt>
                <c:pt idx="1886">
                  <c:v>0.00509694025449</c:v>
                </c:pt>
                <c:pt idx="1887">
                  <c:v>0.00508901872002</c:v>
                </c:pt>
                <c:pt idx="1888">
                  <c:v>0.00508111664045</c:v>
                </c:pt>
                <c:pt idx="1889">
                  <c:v>0.0050732325984</c:v>
                </c:pt>
                <c:pt idx="1890">
                  <c:v>0.0050653651631</c:v>
                </c:pt>
                <c:pt idx="1891">
                  <c:v>0.00505751289139</c:v>
                </c:pt>
                <c:pt idx="1892">
                  <c:v>0.00504967432883</c:v>
                </c:pt>
                <c:pt idx="1893">
                  <c:v>0.00504184801091</c:v>
                </c:pt>
                <c:pt idx="1894">
                  <c:v>0.00503403246424</c:v>
                </c:pt>
                <c:pt idx="1895">
                  <c:v>0.00502622620791</c:v>
                </c:pt>
                <c:pt idx="1896">
                  <c:v>0.00501842775486</c:v>
                </c:pt>
                <c:pt idx="1897">
                  <c:v>0.00501063561333</c:v>
                </c:pt>
                <c:pt idx="1898">
                  <c:v>0.00500284828839</c:v>
                </c:pt>
                <c:pt idx="1899">
                  <c:v>0.00499506428352</c:v>
                </c:pt>
                <c:pt idx="1900">
                  <c:v>0.00498728210227</c:v>
                </c:pt>
                <c:pt idx="1901">
                  <c:v>0.00497950024996</c:v>
                </c:pt>
                <c:pt idx="1902">
                  <c:v>0.00497171723543</c:v>
                </c:pt>
                <c:pt idx="1903">
                  <c:v>0.00496393157288</c:v>
                </c:pt>
                <c:pt idx="1904">
                  <c:v>0.00495614178372</c:v>
                </c:pt>
                <c:pt idx="1905">
                  <c:v>0.00494834639846</c:v>
                </c:pt>
                <c:pt idx="1906">
                  <c:v>0.00494054395872</c:v>
                </c:pt>
                <c:pt idx="1907">
                  <c:v>0.00493273301913</c:v>
                </c:pt>
                <c:pt idx="1908">
                  <c:v>0.00492491214942</c:v>
                </c:pt>
                <c:pt idx="1909">
                  <c:v>0.00491707993639</c:v>
                </c:pt>
                <c:pt idx="1910">
                  <c:v>0.00490923498603</c:v>
                </c:pt>
                <c:pt idx="1911">
                  <c:v>0.00490137592555</c:v>
                </c:pt>
                <c:pt idx="1912">
                  <c:v>0.00489350140546</c:v>
                </c:pt>
                <c:pt idx="1913">
                  <c:v>0.00488561010167</c:v>
                </c:pt>
                <c:pt idx="1914">
                  <c:v>0.00487770071754</c:v>
                </c:pt>
                <c:pt idx="1915">
                  <c:v>0.00486977198599</c:v>
                </c:pt>
                <c:pt idx="1916">
                  <c:v>0.00486182267148</c:v>
                </c:pt>
                <c:pt idx="1917">
                  <c:v>0.00485385157211</c:v>
                </c:pt>
                <c:pt idx="1918">
                  <c:v>0.00484585752156</c:v>
                </c:pt>
                <c:pt idx="1919">
                  <c:v>0.00483783939107</c:v>
                </c:pt>
                <c:pt idx="1920">
                  <c:v>0.0048297960914</c:v>
                </c:pt>
                <c:pt idx="1921">
                  <c:v>0.00482172657464</c:v>
                </c:pt>
                <c:pt idx="1922">
                  <c:v>0.0048136298361</c:v>
                </c:pt>
                <c:pt idx="1923">
                  <c:v>0.004805504916</c:v>
                </c:pt>
                <c:pt idx="1924">
                  <c:v>0.00479735090127</c:v>
                </c:pt>
                <c:pt idx="1925">
                  <c:v>0.00478916692711</c:v>
                </c:pt>
                <c:pt idx="1926">
                  <c:v>0.00478095217857</c:v>
                </c:pt>
                <c:pt idx="1927">
                  <c:v>0.00477270589205</c:v>
                </c:pt>
                <c:pt idx="1928">
                  <c:v>0.00476442735671</c:v>
                </c:pt>
                <c:pt idx="1929">
                  <c:v>0.00475611591577</c:v>
                </c:pt>
                <c:pt idx="1930">
                  <c:v>0.00474777096773</c:v>
                </c:pt>
                <c:pt idx="1931">
                  <c:v>0.00473939196755</c:v>
                </c:pt>
                <c:pt idx="1932">
                  <c:v>0.00473097842761</c:v>
                </c:pt>
                <c:pt idx="1933">
                  <c:v>0.00472252991876</c:v>
                </c:pt>
                <c:pt idx="1934">
                  <c:v>0.00471404607103</c:v>
                </c:pt>
                <c:pt idx="1935">
                  <c:v>0.00470552657448</c:v>
                </c:pt>
                <c:pt idx="1936">
                  <c:v>0.00469697117973</c:v>
                </c:pt>
                <c:pt idx="1937">
                  <c:v>0.00468837969854</c:v>
                </c:pt>
                <c:pt idx="1938">
                  <c:v>0.0046797520042</c:v>
                </c:pt>
                <c:pt idx="1939">
                  <c:v>0.00467108803179</c:v>
                </c:pt>
                <c:pt idx="1940">
                  <c:v>0.00466238777843</c:v>
                </c:pt>
                <c:pt idx="1941">
                  <c:v>0.00465365130327</c:v>
                </c:pt>
                <c:pt idx="1942">
                  <c:v>0.00464487872753</c:v>
                </c:pt>
                <c:pt idx="1943">
                  <c:v>0.00463607023428</c:v>
                </c:pt>
                <c:pt idx="1944">
                  <c:v>0.00462722606818</c:v>
                </c:pt>
                <c:pt idx="1945">
                  <c:v>0.00461834653512</c:v>
                </c:pt>
                <c:pt idx="1946">
                  <c:v>0.00460943200172</c:v>
                </c:pt>
                <c:pt idx="1947">
                  <c:v>0.00460048289469</c:v>
                </c:pt>
                <c:pt idx="1948">
                  <c:v>0.00459149970016</c:v>
                </c:pt>
                <c:pt idx="1949">
                  <c:v>0.0045824829628</c:v>
                </c:pt>
                <c:pt idx="1950">
                  <c:v>0.00457343328495</c:v>
                </c:pt>
                <c:pt idx="1951">
                  <c:v>0.00456435132552</c:v>
                </c:pt>
                <c:pt idx="1952">
                  <c:v>0.00455523779891</c:v>
                </c:pt>
                <c:pt idx="1953">
                  <c:v>0.0045460934737</c:v>
                </c:pt>
                <c:pt idx="1954">
                  <c:v>0.00453691917139</c:v>
                </c:pt>
                <c:pt idx="1955">
                  <c:v>0.00452771576491</c:v>
                </c:pt>
                <c:pt idx="1956">
                  <c:v>0.0045184841771</c:v>
                </c:pt>
                <c:pt idx="1957">
                  <c:v>0.00450922537914</c:v>
                </c:pt>
                <c:pt idx="1958">
                  <c:v>0.00449994038883</c:v>
                </c:pt>
                <c:pt idx="1959">
                  <c:v>0.00449063026881</c:v>
                </c:pt>
                <c:pt idx="1960">
                  <c:v>0.00448129612472</c:v>
                </c:pt>
                <c:pt idx="1961">
                  <c:v>0.00447193910329</c:v>
                </c:pt>
                <c:pt idx="1962">
                  <c:v>0.00446256039033</c:v>
                </c:pt>
                <c:pt idx="1963">
                  <c:v>0.00445316120871</c:v>
                </c:pt>
                <c:pt idx="1964">
                  <c:v>0.00444374281624</c:v>
                </c:pt>
                <c:pt idx="1965">
                  <c:v>0.00443430650353</c:v>
                </c:pt>
                <c:pt idx="1966">
                  <c:v>0.00442485359179</c:v>
                </c:pt>
                <c:pt idx="1967">
                  <c:v>0.00441538543057</c:v>
                </c:pt>
                <c:pt idx="1968">
                  <c:v>0.00440590339552</c:v>
                </c:pt>
                <c:pt idx="1969">
                  <c:v>0.00439640888608</c:v>
                </c:pt>
                <c:pt idx="1970">
                  <c:v>0.00438690332316</c:v>
                </c:pt>
                <c:pt idx="1971">
                  <c:v>0.00437738814679</c:v>
                </c:pt>
                <c:pt idx="1972">
                  <c:v>0.0043678648138</c:v>
                </c:pt>
                <c:pt idx="1973">
                  <c:v>0.00435833479545</c:v>
                </c:pt>
                <c:pt idx="1974">
                  <c:v>0.0043487995751</c:v>
                </c:pt>
                <c:pt idx="1975">
                  <c:v>0.00433926064587</c:v>
                </c:pt>
                <c:pt idx="1976">
                  <c:v>0.00432971950831</c:v>
                </c:pt>
                <c:pt idx="1977">
                  <c:v>0.00432017766811</c:v>
                </c:pt>
                <c:pt idx="1978">
                  <c:v>0.00431063663382</c:v>
                </c:pt>
                <c:pt idx="1979">
                  <c:v>0.00430109791461</c:v>
                </c:pt>
                <c:pt idx="1980">
                  <c:v>0.00429156301809</c:v>
                </c:pt>
                <c:pt idx="1981">
                  <c:v>0.00428203344811</c:v>
                </c:pt>
                <c:pt idx="1982">
                  <c:v>0.00427251070269</c:v>
                </c:pt>
                <c:pt idx="1983">
                  <c:v>0.00426299627194</c:v>
                </c:pt>
                <c:pt idx="1984">
                  <c:v>0.00425349163609</c:v>
                </c:pt>
                <c:pt idx="1985">
                  <c:v>0.00424399826352</c:v>
                </c:pt>
                <c:pt idx="1986">
                  <c:v>0.00423451760891</c:v>
                </c:pt>
                <c:pt idx="1987">
                  <c:v>0.00422505111148</c:v>
                </c:pt>
                <c:pt idx="1988">
                  <c:v>0.0042156001932</c:v>
                </c:pt>
                <c:pt idx="1989">
                  <c:v>0.00420616625719</c:v>
                </c:pt>
                <c:pt idx="1990">
                  <c:v>0.00419675068617</c:v>
                </c:pt>
                <c:pt idx="1991">
                  <c:v>0.00418735484092</c:v>
                </c:pt>
                <c:pt idx="1992">
                  <c:v>0.00417798005895</c:v>
                </c:pt>
                <c:pt idx="1993">
                  <c:v>0.00416862765313</c:v>
                </c:pt>
                <c:pt idx="1994">
                  <c:v>0.00415929891051</c:v>
                </c:pt>
                <c:pt idx="1995">
                  <c:v>0.00414999509116</c:v>
                </c:pt>
                <c:pt idx="1996">
                  <c:v>0.00414071742713</c:v>
                </c:pt>
                <c:pt idx="1997">
                  <c:v>0.00413146712148</c:v>
                </c:pt>
                <c:pt idx="1998">
                  <c:v>0.00412224534744</c:v>
                </c:pt>
                <c:pt idx="1999">
                  <c:v>0.00411305324761</c:v>
                </c:pt>
                <c:pt idx="2000">
                  <c:v>0.00410389193324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0.75"/>
          <c:min val="0"/>
        </c:scaling>
        <c:delete val="0"/>
        <c:axPos val="l"/>
        <c:majorGridlines>
          <c:spPr>
            <a:ln xmlns:a="http://schemas.openxmlformats.org/drawingml/2006/main" w="4763">
              <a:solidFill>
                <a:srgbClr val="EEEEEE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2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majorUnit val="1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13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U/t = 9   n̄ = 0.902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222222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scatterChart>
        <c:scatterStyle val="lineMarker"/>
        <c:varyColors val="0"/>
        <c:ser>
          <c:idx val="0"/>
          <c:order val="0"/>
          <c:tx>
            <c:v>charge</c:v>
          </c:tx>
          <c:spPr>
            <a:ln xmlns:a="http://schemas.openxmlformats.org/drawingml/2006/main" w="15240">
              <a:solidFill>
                <a:srgbClr val="C43C64"/>
              </a:solidFill>
              <a:prstDash val="solid"/>
            </a:ln>
          </c:spPr>
          <c:marker>
            <c:symbol val="none"/>
            <c:size val="5"/>
            <c:spPr>
              <a:solidFill xmlns:a="http://schemas.openxmlformats.org/drawingml/2006/main">
                <a:srgbClr val="C43C64"/>
              </a:solidFill>
            </c:spPr>
          </c:marker>
          <c:xVal>
            <c:numRef>
              <c:f>'Chart Data'!$A$2:$A$2002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Data'!$B$2:$B$2002</c:f>
              <c:numCache>
                <c:formatCode>0.0</c:formatCode>
                <c:ptCount val="2001"/>
                <c:pt idx="0">
                  <c:v>0.0082591442527</c:v>
                </c:pt>
                <c:pt idx="1">
                  <c:v>0.0082886886289</c:v>
                </c:pt>
                <c:pt idx="2">
                  <c:v>0.00831839857809</c:v>
                </c:pt>
                <c:pt idx="3">
                  <c:v>0.00834827537613</c:v>
                </c:pt>
                <c:pt idx="4">
                  <c:v>0.00837832031136</c:v>
                </c:pt>
                <c:pt idx="5">
                  <c:v>0.0084085346848</c:v>
                </c:pt>
                <c:pt idx="6">
                  <c:v>0.00843891981027</c:v>
                </c:pt>
                <c:pt idx="7">
                  <c:v>0.00846947701454</c:v>
                </c:pt>
                <c:pt idx="8">
                  <c:v>0.00850020763749</c:v>
                </c:pt>
                <c:pt idx="9">
                  <c:v>0.0085311130323</c:v>
                </c:pt>
                <c:pt idx="10">
                  <c:v>0.00856219456552</c:v>
                </c:pt>
                <c:pt idx="11">
                  <c:v>0.00859345361735</c:v>
                </c:pt>
                <c:pt idx="12">
                  <c:v>0.00862489158168</c:v>
                </c:pt>
                <c:pt idx="13">
                  <c:v>0.00865650986636</c:v>
                </c:pt>
                <c:pt idx="14">
                  <c:v>0.00868830989331</c:v>
                </c:pt>
                <c:pt idx="15">
                  <c:v>0.00872029309867</c:v>
                </c:pt>
                <c:pt idx="16">
                  <c:v>0.00875246093306</c:v>
                </c:pt>
                <c:pt idx="17">
                  <c:v>0.00878481486164</c:v>
                </c:pt>
                <c:pt idx="18">
                  <c:v>0.00881735636439</c:v>
                </c:pt>
                <c:pt idx="19">
                  <c:v>0.00885008693621</c:v>
                </c:pt>
                <c:pt idx="20">
                  <c:v>0.00888300808716</c:v>
                </c:pt>
                <c:pt idx="21">
                  <c:v>0.0089161213426</c:v>
                </c:pt>
                <c:pt idx="22">
                  <c:v>0.00894942824341</c:v>
                </c:pt>
                <c:pt idx="23">
                  <c:v>0.00898293034615</c:v>
                </c:pt>
                <c:pt idx="24">
                  <c:v>0.00901662922329</c:v>
                </c:pt>
                <c:pt idx="25">
                  <c:v>0.00905052646335</c:v>
                </c:pt>
                <c:pt idx="26">
                  <c:v>0.00908462367117</c:v>
                </c:pt>
                <c:pt idx="27">
                  <c:v>0.00911892246804</c:v>
                </c:pt>
                <c:pt idx="28">
                  <c:v>0.00915342449195</c:v>
                </c:pt>
                <c:pt idx="29">
                  <c:v>0.00918813139776</c:v>
                </c:pt>
                <c:pt idx="30">
                  <c:v>0.00922304485745</c:v>
                </c:pt>
                <c:pt idx="31">
                  <c:v>0.00925816656029</c:v>
                </c:pt>
                <c:pt idx="32">
                  <c:v>0.0092934982131</c:v>
                </c:pt>
                <c:pt idx="33">
                  <c:v>0.00932904154042</c:v>
                </c:pt>
                <c:pt idx="34">
                  <c:v>0.00936479828477</c:v>
                </c:pt>
                <c:pt idx="35">
                  <c:v>0.00940077020685</c:v>
                </c:pt>
                <c:pt idx="36">
                  <c:v>0.00943695908578</c:v>
                </c:pt>
                <c:pt idx="37">
                  <c:v>0.00947336671932</c:v>
                </c:pt>
                <c:pt idx="38">
                  <c:v>0.00950999492413</c:v>
                </c:pt>
                <c:pt idx="39">
                  <c:v>0.00954684553596</c:v>
                </c:pt>
                <c:pt idx="40">
                  <c:v>0.00958392040994</c:v>
                </c:pt>
                <c:pt idx="41">
                  <c:v>0.0096212214208</c:v>
                </c:pt>
                <c:pt idx="42">
                  <c:v>0.00965875046311</c:v>
                </c:pt>
                <c:pt idx="43">
                  <c:v>0.00969650945157</c:v>
                </c:pt>
                <c:pt idx="44">
                  <c:v>0.0097345003212</c:v>
                </c:pt>
                <c:pt idx="45">
                  <c:v>0.00977272502767</c:v>
                </c:pt>
                <c:pt idx="46">
                  <c:v>0.00981118554751</c:v>
                </c:pt>
                <c:pt idx="47">
                  <c:v>0.00984988387839</c:v>
                </c:pt>
                <c:pt idx="48">
                  <c:v>0.00988882203943</c:v>
                </c:pt>
                <c:pt idx="49">
                  <c:v>0.00992800207139</c:v>
                </c:pt>
                <c:pt idx="50">
                  <c:v>0.00996742603704</c:v>
                </c:pt>
                <c:pt idx="51">
                  <c:v>0.0100070960214</c:v>
                </c:pt>
                <c:pt idx="52">
                  <c:v>0.0100470141319</c:v>
                </c:pt>
                <c:pt idx="53">
                  <c:v>0.0100871824991</c:v>
                </c:pt>
                <c:pt idx="54">
                  <c:v>0.0101276032763</c:v>
                </c:pt>
                <c:pt idx="55">
                  <c:v>0.0101682786406</c:v>
                </c:pt>
                <c:pt idx="56">
                  <c:v>0.0102092107924</c:v>
                </c:pt>
                <c:pt idx="57">
                  <c:v>0.0102504019565</c:v>
                </c:pt>
                <c:pt idx="58">
                  <c:v>0.0102918543819</c:v>
                </c:pt>
                <c:pt idx="59">
                  <c:v>0.0103335703422</c:v>
                </c:pt>
                <c:pt idx="60">
                  <c:v>0.0103755521362</c:v>
                </c:pt>
                <c:pt idx="61">
                  <c:v>0.0104178020877</c:v>
                </c:pt>
                <c:pt idx="62">
                  <c:v>0.0104603225463</c:v>
                </c:pt>
                <c:pt idx="63">
                  <c:v>0.0105031158877</c:v>
                </c:pt>
                <c:pt idx="64">
                  <c:v>0.0105461845138</c:v>
                </c:pt>
                <c:pt idx="65">
                  <c:v>0.010589530853</c:v>
                </c:pt>
                <c:pt idx="66">
                  <c:v>0.0106331573609</c:v>
                </c:pt>
                <c:pt idx="67">
                  <c:v>0.0106770665206</c:v>
                </c:pt>
                <c:pt idx="68">
                  <c:v>0.0107212608426</c:v>
                </c:pt>
                <c:pt idx="69">
                  <c:v>0.0107657428658</c:v>
                </c:pt>
                <c:pt idx="70">
                  <c:v>0.0108105151574</c:v>
                </c:pt>
                <c:pt idx="71">
                  <c:v>0.0108555803135</c:v>
                </c:pt>
                <c:pt idx="72">
                  <c:v>0.0109009409594</c:v>
                </c:pt>
                <c:pt idx="73">
                  <c:v>0.0109465997502</c:v>
                </c:pt>
                <c:pt idx="74">
                  <c:v>0.0109925593708</c:v>
                </c:pt>
                <c:pt idx="75">
                  <c:v>0.0110388225365</c:v>
                </c:pt>
                <c:pt idx="76">
                  <c:v>0.0110853919937</c:v>
                </c:pt>
                <c:pt idx="77">
                  <c:v>0.0111322705199</c:v>
                </c:pt>
                <c:pt idx="78">
                  <c:v>0.011179460924</c:v>
                </c:pt>
                <c:pt idx="79">
                  <c:v>0.0112269660475</c:v>
                </c:pt>
                <c:pt idx="80">
                  <c:v>0.011274788764</c:v>
                </c:pt>
                <c:pt idx="81">
                  <c:v>0.0113229319803</c:v>
                </c:pt>
                <c:pt idx="82">
                  <c:v>0.0113713986365</c:v>
                </c:pt>
                <c:pt idx="83">
                  <c:v>0.0114201917065</c:v>
                </c:pt>
                <c:pt idx="84">
                  <c:v>0.0114693141986</c:v>
                </c:pt>
                <c:pt idx="85">
                  <c:v>0.011518769156</c:v>
                </c:pt>
                <c:pt idx="86">
                  <c:v>0.0115685596568</c:v>
                </c:pt>
                <c:pt idx="87">
                  <c:v>0.0116186888153</c:v>
                </c:pt>
                <c:pt idx="88">
                  <c:v>0.0116691597817</c:v>
                </c:pt>
                <c:pt idx="89">
                  <c:v>0.011719975743</c:v>
                </c:pt>
                <c:pt idx="90">
                  <c:v>0.0117711399235</c:v>
                </c:pt>
                <c:pt idx="91">
                  <c:v>0.011822655585</c:v>
                </c:pt>
                <c:pt idx="92">
                  <c:v>0.0118745260278</c:v>
                </c:pt>
                <c:pt idx="93">
                  <c:v>0.0119267545908</c:v>
                </c:pt>
                <c:pt idx="94">
                  <c:v>0.0119793446523</c:v>
                </c:pt>
                <c:pt idx="95">
                  <c:v>0.0120322996306</c:v>
                </c:pt>
                <c:pt idx="96">
                  <c:v>0.012085622984</c:v>
                </c:pt>
                <c:pt idx="97">
                  <c:v>0.012139318212</c:v>
                </c:pt>
                <c:pt idx="98">
                  <c:v>0.0121933888557</c:v>
                </c:pt>
                <c:pt idx="99">
                  <c:v>0.012247838498</c:v>
                </c:pt>
                <c:pt idx="100">
                  <c:v>0.0123026707649</c:v>
                </c:pt>
                <c:pt idx="101">
                  <c:v>0.0123578893253</c:v>
                </c:pt>
                <c:pt idx="102">
                  <c:v>0.0124134978921</c:v>
                </c:pt>
                <c:pt idx="103">
                  <c:v>0.0124695002228</c:v>
                </c:pt>
                <c:pt idx="104">
                  <c:v>0.0125259001197</c:v>
                </c:pt>
                <c:pt idx="105">
                  <c:v>0.0125827014311</c:v>
                </c:pt>
                <c:pt idx="106">
                  <c:v>0.0126399080516</c:v>
                </c:pt>
                <c:pt idx="107">
                  <c:v>0.0126975239228</c:v>
                </c:pt>
                <c:pt idx="108">
                  <c:v>0.012755553034</c:v>
                </c:pt>
                <c:pt idx="109">
                  <c:v>0.0128139994227</c:v>
                </c:pt>
                <c:pt idx="110">
                  <c:v>0.0128728671757</c:v>
                </c:pt>
                <c:pt idx="111">
                  <c:v>0.0129321604291</c:v>
                </c:pt>
                <c:pt idx="112">
                  <c:v>0.0129918833699</c:v>
                </c:pt>
                <c:pt idx="113">
                  <c:v>0.0130520402358</c:v>
                </c:pt>
                <c:pt idx="114">
                  <c:v>0.0131126353165</c:v>
                </c:pt>
                <c:pt idx="115">
                  <c:v>0.0131736729544</c:v>
                </c:pt>
                <c:pt idx="116">
                  <c:v>0.0132351575448</c:v>
                </c:pt>
                <c:pt idx="117">
                  <c:v>0.0132970935375</c:v>
                </c:pt>
                <c:pt idx="118">
                  <c:v>0.0133594854368</c:v>
                </c:pt>
                <c:pt idx="119">
                  <c:v>0.0134223378029</c:v>
                </c:pt>
                <c:pt idx="120">
                  <c:v>0.0134856552521</c:v>
                </c:pt>
                <c:pt idx="121">
                  <c:v>0.013549442458</c:v>
                </c:pt>
                <c:pt idx="122">
                  <c:v>0.0136137041521</c:v>
                </c:pt>
                <c:pt idx="123">
                  <c:v>0.0136784451249</c:v>
                </c:pt>
                <c:pt idx="124">
                  <c:v>0.0137436702264</c:v>
                </c:pt>
                <c:pt idx="125">
                  <c:v>0.0138093843672</c:v>
                </c:pt>
                <c:pt idx="126">
                  <c:v>0.013875592519</c:v>
                </c:pt>
                <c:pt idx="127">
                  <c:v>0.013942299716</c:v>
                </c:pt>
                <c:pt idx="128">
                  <c:v>0.0140095110555</c:v>
                </c:pt>
                <c:pt idx="129">
                  <c:v>0.0140772316985</c:v>
                </c:pt>
                <c:pt idx="130">
                  <c:v>0.0141454668713</c:v>
                </c:pt>
                <c:pt idx="131">
                  <c:v>0.0142142218658</c:v>
                </c:pt>
                <c:pt idx="132">
                  <c:v>0.0142835020408</c:v>
                </c:pt>
                <c:pt idx="133">
                  <c:v>0.0143533128227</c:v>
                </c:pt>
                <c:pt idx="134">
                  <c:v>0.0144236597066</c:v>
                </c:pt>
                <c:pt idx="135">
                  <c:v>0.0144945482576</c:v>
                </c:pt>
                <c:pt idx="136">
                  <c:v>0.0145659841109</c:v>
                </c:pt>
                <c:pt idx="137">
                  <c:v>0.0146379729739</c:v>
                </c:pt>
                <c:pt idx="138">
                  <c:v>0.0147105206263</c:v>
                </c:pt>
                <c:pt idx="139">
                  <c:v>0.0147836329217</c:v>
                </c:pt>
                <c:pt idx="140">
                  <c:v>0.0148573157886</c:v>
                </c:pt>
                <c:pt idx="141">
                  <c:v>0.0149315752312</c:v>
                </c:pt>
                <c:pt idx="142">
                  <c:v>0.0150064173305</c:v>
                </c:pt>
                <c:pt idx="143">
                  <c:v>0.0150818482457</c:v>
                </c:pt>
                <c:pt idx="144">
                  <c:v>0.0151578742151</c:v>
                </c:pt>
                <c:pt idx="145">
                  <c:v>0.0152345015573</c:v>
                </c:pt>
                <c:pt idx="146">
                  <c:v>0.0153117366721</c:v>
                </c:pt>
                <c:pt idx="147">
                  <c:v>0.0153895860422</c:v>
                </c:pt>
                <c:pt idx="148">
                  <c:v>0.0154680562336</c:v>
                </c:pt>
                <c:pt idx="149">
                  <c:v>0.0155471538975</c:v>
                </c:pt>
                <c:pt idx="150">
                  <c:v>0.0156268857712</c:v>
                </c:pt>
                <c:pt idx="151">
                  <c:v>0.0157072586792</c:v>
                </c:pt>
                <c:pt idx="152">
                  <c:v>0.0157882795347</c:v>
                </c:pt>
                <c:pt idx="153">
                  <c:v>0.0158699553407</c:v>
                </c:pt>
                <c:pt idx="154">
                  <c:v>0.0159522931912</c:v>
                </c:pt>
                <c:pt idx="155">
                  <c:v>0.0160353002727</c:v>
                </c:pt>
                <c:pt idx="156">
                  <c:v>0.0161189838655</c:v>
                </c:pt>
                <c:pt idx="157">
                  <c:v>0.0162033513445</c:v>
                </c:pt>
                <c:pt idx="158">
                  <c:v>0.0162884101813</c:v>
                </c:pt>
                <c:pt idx="159">
                  <c:v>0.0163741679451</c:v>
                </c:pt>
                <c:pt idx="160">
                  <c:v>0.016460632304</c:v>
                </c:pt>
                <c:pt idx="161">
                  <c:v>0.0165478110268</c:v>
                </c:pt>
                <c:pt idx="162">
                  <c:v>0.016635711984</c:v>
                </c:pt>
                <c:pt idx="163">
                  <c:v>0.0167243431492</c:v>
                </c:pt>
                <c:pt idx="164">
                  <c:v>0.016813712601</c:v>
                </c:pt>
                <c:pt idx="165">
                  <c:v>0.016903828524</c:v>
                </c:pt>
                <c:pt idx="166">
                  <c:v>0.0169946992102</c:v>
                </c:pt>
                <c:pt idx="167">
                  <c:v>0.0170863330611</c:v>
                </c:pt>
                <c:pt idx="168">
                  <c:v>0.0171787385885</c:v>
                </c:pt>
                <c:pt idx="169">
                  <c:v>0.0172719244165</c:v>
                </c:pt>
                <c:pt idx="170">
                  <c:v>0.0173658992825</c:v>
                </c:pt>
                <c:pt idx="171">
                  <c:v>0.0174606720394</c:v>
                </c:pt>
                <c:pt idx="172">
                  <c:v>0.0175562516569</c:v>
                </c:pt>
                <c:pt idx="173">
                  <c:v>0.0176526472226</c:v>
                </c:pt>
                <c:pt idx="174">
                  <c:v>0.0177498679446</c:v>
                </c:pt>
                <c:pt idx="175">
                  <c:v>0.017847923152</c:v>
                </c:pt>
                <c:pt idx="176">
                  <c:v>0.0179468222974</c:v>
                </c:pt>
                <c:pt idx="177">
                  <c:v>0.0180465749581</c:v>
                </c:pt>
                <c:pt idx="178">
                  <c:v>0.0181471908376</c:v>
                </c:pt>
                <c:pt idx="179">
                  <c:v>0.0182486797679</c:v>
                </c:pt>
                <c:pt idx="180">
                  <c:v>0.0183510517106</c:v>
                </c:pt>
                <c:pt idx="181">
                  <c:v>0.0184543167586</c:v>
                </c:pt>
                <c:pt idx="182">
                  <c:v>0.0185584851382</c:v>
                </c:pt>
                <c:pt idx="183">
                  <c:v>0.0186635672105</c:v>
                </c:pt>
                <c:pt idx="184">
                  <c:v>0.0187695734734</c:v>
                </c:pt>
                <c:pt idx="185">
                  <c:v>0.0188765145627</c:v>
                </c:pt>
                <c:pt idx="186">
                  <c:v>0.0189844012548</c:v>
                </c:pt>
                <c:pt idx="187">
                  <c:v>0.0190932444677</c:v>
                </c:pt>
                <c:pt idx="188">
                  <c:v>0.0192030552629</c:v>
                </c:pt>
                <c:pt idx="189">
                  <c:v>0.0193138448475</c:v>
                </c:pt>
                <c:pt idx="190">
                  <c:v>0.0194256245756</c:v>
                </c:pt>
                <c:pt idx="191">
                  <c:v>0.0195384059505</c:v>
                </c:pt>
                <c:pt idx="192">
                  <c:v>0.0196522006258</c:v>
                </c:pt>
                <c:pt idx="193">
                  <c:v>0.0197670204079</c:v>
                </c:pt>
                <c:pt idx="194">
                  <c:v>0.0198828772575</c:v>
                </c:pt>
                <c:pt idx="195">
                  <c:v>0.0199997832913</c:v>
                </c:pt>
                <c:pt idx="196">
                  <c:v>0.020117750784</c:v>
                </c:pt>
                <c:pt idx="197">
                  <c:v>0.0202367921698</c:v>
                </c:pt>
                <c:pt idx="198">
                  <c:v>0.0203569200445</c:v>
                </c:pt>
                <c:pt idx="199">
                  <c:v>0.0204781471672</c:v>
                </c:pt>
                <c:pt idx="200">
                  <c:v>0.0206004864618</c:v>
                </c:pt>
                <c:pt idx="201">
                  <c:v>0.0207239510193</c:v>
                </c:pt>
                <c:pt idx="202">
                  <c:v>0.0208485540989</c:v>
                </c:pt>
                <c:pt idx="203">
                  <c:v>0.0209743091304</c:v>
                </c:pt>
                <c:pt idx="204">
                  <c:v>0.0211012297153</c:v>
                </c:pt>
                <c:pt idx="205">
                  <c:v>0.0212293296292</c:v>
                </c:pt>
                <c:pt idx="206">
                  <c:v>0.0213586228229</c:v>
                </c:pt>
                <c:pt idx="207">
                  <c:v>0.0214891234243</c:v>
                </c:pt>
                <c:pt idx="208">
                  <c:v>0.0216208457401</c:v>
                </c:pt>
                <c:pt idx="209">
                  <c:v>0.0217538042574</c:v>
                </c:pt>
                <c:pt idx="210">
                  <c:v>0.0218880136451</c:v>
                </c:pt>
                <c:pt idx="211">
                  <c:v>0.022023488756</c:v>
                </c:pt>
                <c:pt idx="212">
                  <c:v>0.0221602446275</c:v>
                </c:pt>
                <c:pt idx="213">
                  <c:v>0.0222982964838</c:v>
                </c:pt>
                <c:pt idx="214">
                  <c:v>0.022437659737</c:v>
                </c:pt>
                <c:pt idx="215">
                  <c:v>0.0225783499887</c:v>
                </c:pt>
                <c:pt idx="216">
                  <c:v>0.0227203830311</c:v>
                </c:pt>
                <c:pt idx="217">
                  <c:v>0.0228637748484</c:v>
                </c:pt>
                <c:pt idx="218">
                  <c:v>0.023008541618</c:v>
                </c:pt>
                <c:pt idx="219">
                  <c:v>0.0231546997119</c:v>
                </c:pt>
                <c:pt idx="220">
                  <c:v>0.0233022656976</c:v>
                </c:pt>
                <c:pt idx="221">
                  <c:v>0.0234512563389</c:v>
                </c:pt>
                <c:pt idx="222">
                  <c:v>0.0236016885974</c:v>
                </c:pt>
                <c:pt idx="223">
                  <c:v>0.0237535796329</c:v>
                </c:pt>
                <c:pt idx="224">
                  <c:v>0.0239069468044</c:v>
                </c:pt>
                <c:pt idx="225">
                  <c:v>0.0240618076707</c:v>
                </c:pt>
                <c:pt idx="226">
                  <c:v>0.0242181799911</c:v>
                </c:pt>
                <c:pt idx="227">
                  <c:v>0.0243760817256</c:v>
                </c:pt>
                <c:pt idx="228">
                  <c:v>0.0245355310358</c:v>
                </c:pt>
                <c:pt idx="229">
                  <c:v>0.0246965462845</c:v>
                </c:pt>
                <c:pt idx="230">
                  <c:v>0.0248591460361</c:v>
                </c:pt>
                <c:pt idx="231">
                  <c:v>0.0250233490569</c:v>
                </c:pt>
                <c:pt idx="232">
                  <c:v>0.0251891743142</c:v>
                </c:pt>
                <c:pt idx="233">
                  <c:v>0.0253566409768</c:v>
                </c:pt>
                <c:pt idx="234">
                  <c:v>0.0255257684139</c:v>
                </c:pt>
                <c:pt idx="235">
                  <c:v>0.0256965761946</c:v>
                </c:pt>
                <c:pt idx="236">
                  <c:v>0.0258690840874</c:v>
                </c:pt>
                <c:pt idx="237">
                  <c:v>0.0260433120587</c:v>
                </c:pt>
                <c:pt idx="238">
                  <c:v>0.0262192802719</c:v>
                </c:pt>
                <c:pt idx="239">
                  <c:v>0.026397009086</c:v>
                </c:pt>
                <c:pt idx="240">
                  <c:v>0.0265765190536</c:v>
                </c:pt>
                <c:pt idx="241">
                  <c:v>0.0267578309194</c:v>
                </c:pt>
                <c:pt idx="242">
                  <c:v>0.0269409656179</c:v>
                </c:pt>
                <c:pt idx="243">
                  <c:v>0.0271259442713</c:v>
                </c:pt>
                <c:pt idx="244">
                  <c:v>0.0273127881864</c:v>
                </c:pt>
                <c:pt idx="245">
                  <c:v>0.0275015188519</c:v>
                </c:pt>
                <c:pt idx="246">
                  <c:v>0.0276921579353</c:v>
                </c:pt>
                <c:pt idx="247">
                  <c:v>0.0278847272793</c:v>
                </c:pt>
                <c:pt idx="248">
                  <c:v>0.0280792488979</c:v>
                </c:pt>
                <c:pt idx="249">
                  <c:v>0.0282757449723</c:v>
                </c:pt>
                <c:pt idx="250">
                  <c:v>0.0284742378463</c:v>
                </c:pt>
                <c:pt idx="251">
                  <c:v>0.0286747500217</c:v>
                </c:pt>
                <c:pt idx="252">
                  <c:v>0.0288773041523</c:v>
                </c:pt>
                <c:pt idx="253">
                  <c:v>0.0290819230392</c:v>
                </c:pt>
                <c:pt idx="254">
                  <c:v>0.029288629624</c:v>
                </c:pt>
                <c:pt idx="255">
                  <c:v>0.0294974469825</c:v>
                </c:pt>
                <c:pt idx="256">
                  <c:v>0.0297083983179</c:v>
                </c:pt>
                <c:pt idx="257">
                  <c:v>0.0299215069531</c:v>
                </c:pt>
                <c:pt idx="258">
                  <c:v>0.030136796323</c:v>
                </c:pt>
                <c:pt idx="259">
                  <c:v>0.0303542899659</c:v>
                </c:pt>
                <c:pt idx="260">
                  <c:v>0.0305740115147</c:v>
                </c:pt>
                <c:pt idx="261">
                  <c:v>0.0307959846875</c:v>
                </c:pt>
                <c:pt idx="262">
                  <c:v>0.0310202332772</c:v>
                </c:pt>
                <c:pt idx="263">
                  <c:v>0.0312467811412</c:v>
                </c:pt>
                <c:pt idx="264">
                  <c:v>0.0314756521903</c:v>
                </c:pt>
                <c:pt idx="265">
                  <c:v>0.0317068703763</c:v>
                </c:pt>
                <c:pt idx="266">
                  <c:v>0.0319404596801</c:v>
                </c:pt>
                <c:pt idx="267">
                  <c:v>0.0321764440983</c:v>
                </c:pt>
                <c:pt idx="268">
                  <c:v>0.0324148476293</c:v>
                </c:pt>
                <c:pt idx="269">
                  <c:v>0.0326556942588</c:v>
                </c:pt>
                <c:pt idx="270">
                  <c:v>0.0328990079449</c:v>
                </c:pt>
                <c:pt idx="271">
                  <c:v>0.0331448126015</c:v>
                </c:pt>
                <c:pt idx="272">
                  <c:v>0.0333931320821</c:v>
                </c:pt>
                <c:pt idx="273">
                  <c:v>0.0336439901619</c:v>
                </c:pt>
                <c:pt idx="274">
                  <c:v>0.0338974105195</c:v>
                </c:pt>
                <c:pt idx="275">
                  <c:v>0.0341534167181</c:v>
                </c:pt>
                <c:pt idx="276">
                  <c:v>0.034412032185</c:v>
                </c:pt>
                <c:pt idx="277">
                  <c:v>0.0346732801911</c:v>
                </c:pt>
                <c:pt idx="278">
                  <c:v>0.034937183829</c:v>
                </c:pt>
                <c:pt idx="279">
                  <c:v>0.0352037659903</c:v>
                </c:pt>
                <c:pt idx="280">
                  <c:v>0.0354730493425</c:v>
                </c:pt>
                <c:pt idx="281">
                  <c:v>0.035745056304</c:v>
                </c:pt>
                <c:pt idx="282">
                  <c:v>0.0360198090192</c:v>
                </c:pt>
                <c:pt idx="283">
                  <c:v>0.036297329332</c:v>
                </c:pt>
                <c:pt idx="284">
                  <c:v>0.0365776387584</c:v>
                </c:pt>
                <c:pt idx="285">
                  <c:v>0.0368607584585</c:v>
                </c:pt>
                <c:pt idx="286">
                  <c:v>0.0371467092073</c:v>
                </c:pt>
                <c:pt idx="287">
                  <c:v>0.0374355113645</c:v>
                </c:pt>
                <c:pt idx="288">
                  <c:v>0.0377271848433</c:v>
                </c:pt>
                <c:pt idx="289">
                  <c:v>0.0380217490784</c:v>
                </c:pt>
                <c:pt idx="290">
                  <c:v>0.0383192229932</c:v>
                </c:pt>
                <c:pt idx="291">
                  <c:v>0.0386196249652</c:v>
                </c:pt>
                <c:pt idx="292">
                  <c:v>0.0389229727918</c:v>
                </c:pt>
                <c:pt idx="293">
                  <c:v>0.0392292836537</c:v>
                </c:pt>
                <c:pt idx="294">
                  <c:v>0.0395385740786</c:v>
                </c:pt>
                <c:pt idx="295">
                  <c:v>0.0398508599034</c:v>
                </c:pt>
                <c:pt idx="296">
                  <c:v>0.0401661562355</c:v>
                </c:pt>
                <c:pt idx="297">
                  <c:v>0.0404844774134</c:v>
                </c:pt>
                <c:pt idx="298">
                  <c:v>0.0408058369667</c:v>
                </c:pt>
                <c:pt idx="299">
                  <c:v>0.041130247575</c:v>
                </c:pt>
                <c:pt idx="300">
                  <c:v>0.0414577210261</c:v>
                </c:pt>
                <c:pt idx="301">
                  <c:v>0.0417882681735</c:v>
                </c:pt>
                <c:pt idx="302">
                  <c:v>0.0421218988939</c:v>
                </c:pt>
                <c:pt idx="303">
                  <c:v>0.0424586220429</c:v>
                </c:pt>
                <c:pt idx="304">
                  <c:v>0.0427984454114</c:v>
                </c:pt>
                <c:pt idx="305">
                  <c:v>0.0431413756809</c:v>
                </c:pt>
                <c:pt idx="306">
                  <c:v>0.0434874183784</c:v>
                </c:pt>
                <c:pt idx="307">
                  <c:v>0.0438365778315</c:v>
                </c:pt>
                <c:pt idx="308">
                  <c:v>0.044188857123</c:v>
                </c:pt>
                <c:pt idx="309">
                  <c:v>0.0445442580452</c:v>
                </c:pt>
                <c:pt idx="310">
                  <c:v>0.0449027810545</c:v>
                </c:pt>
                <c:pt idx="311">
                  <c:v>0.0452644252261</c:v>
                </c:pt>
                <c:pt idx="312">
                  <c:v>0.0456291882086</c:v>
                </c:pt>
                <c:pt idx="313">
                  <c:v>0.0459970661794</c:v>
                </c:pt>
                <c:pt idx="314">
                  <c:v>0.0463680538004</c:v>
                </c:pt>
                <c:pt idx="315">
                  <c:v>0.0467421441737</c:v>
                </c:pt>
                <c:pt idx="316">
                  <c:v>0.0471193287989</c:v>
                </c:pt>
                <c:pt idx="317">
                  <c:v>0.0474995975308</c:v>
                </c:pt>
                <c:pt idx="318">
                  <c:v>0.0478829385381</c:v>
                </c:pt>
                <c:pt idx="319">
                  <c:v>0.0482693382634</c:v>
                </c:pt>
                <c:pt idx="320">
                  <c:v>0.0486587813843</c:v>
                </c:pt>
                <c:pt idx="321">
                  <c:v>0.049051250776</c:v>
                </c:pt>
                <c:pt idx="322">
                  <c:v>0.049446727476</c:v>
                </c:pt>
                <c:pt idx="323">
                  <c:v>0.0498451906494</c:v>
                </c:pt>
                <c:pt idx="324">
                  <c:v>0.0502466175579</c:v>
                </c:pt>
                <c:pt idx="325">
                  <c:v>0.050650983529</c:v>
                </c:pt>
                <c:pt idx="326">
                  <c:v>0.051058261929</c:v>
                </c:pt>
                <c:pt idx="327">
                  <c:v>0.0514684241376</c:v>
                </c:pt>
                <c:pt idx="328">
                  <c:v>0.0518814395251</c:v>
                </c:pt>
                <c:pt idx="329">
                  <c:v>0.0522972754331</c:v>
                </c:pt>
                <c:pt idx="330">
                  <c:v>0.0527158971574</c:v>
                </c:pt>
                <c:pt idx="331">
                  <c:v>0.0531372679338</c:v>
                </c:pt>
                <c:pt idx="332">
                  <c:v>0.0535613489282</c:v>
                </c:pt>
                <c:pt idx="333">
                  <c:v>0.0539880992288</c:v>
                </c:pt>
                <c:pt idx="334">
                  <c:v>0.0544174758427</c:v>
                </c:pt>
                <c:pt idx="335">
                  <c:v>0.0548494336957</c:v>
                </c:pt>
                <c:pt idx="336">
                  <c:v>0.0552839256359</c:v>
                </c:pt>
                <c:pt idx="337">
                  <c:v>0.0557209024411</c:v>
                </c:pt>
                <c:pt idx="338">
                  <c:v>0.0561603128307</c:v>
                </c:pt>
                <c:pt idx="339">
                  <c:v>0.0566021034804</c:v>
                </c:pt>
                <c:pt idx="340">
                  <c:v>0.0570462190427</c:v>
                </c:pt>
                <c:pt idx="341">
                  <c:v>0.0574926021696</c:v>
                </c:pt>
                <c:pt idx="342">
                  <c:v>0.0579411935413</c:v>
                </c:pt>
                <c:pt idx="343">
                  <c:v>0.0583919318979</c:v>
                </c:pt>
                <c:pt idx="344">
                  <c:v>0.058844754076</c:v>
                </c:pt>
                <c:pt idx="345">
                  <c:v>0.0592995950489</c:v>
                </c:pt>
                <c:pt idx="346">
                  <c:v>0.0597563879717</c:v>
                </c:pt>
                <c:pt idx="347">
                  <c:v>0.0602150642298</c:v>
                </c:pt>
                <c:pt idx="348">
                  <c:v>0.0606755534924</c:v>
                </c:pt>
                <c:pt idx="349">
                  <c:v>0.0611377837687</c:v>
                </c:pt>
                <c:pt idx="350">
                  <c:v>0.0616016814694</c:v>
                </c:pt>
                <c:pt idx="351">
                  <c:v>0.062067171471</c:v>
                </c:pt>
                <c:pt idx="352">
                  <c:v>0.0625341771841</c:v>
                </c:pt>
                <c:pt idx="353">
                  <c:v>0.0630026206252</c:v>
                </c:pt>
                <c:pt idx="354">
                  <c:v>0.0634724224917</c:v>
                </c:pt>
                <c:pt idx="355">
                  <c:v>0.0639435022404</c:v>
                </c:pt>
                <c:pt idx="356">
                  <c:v>0.0644157781683</c:v>
                </c:pt>
                <c:pt idx="357">
                  <c:v>0.064889167497</c:v>
                </c:pt>
                <c:pt idx="358">
                  <c:v>0.0653635864584</c:v>
                </c:pt>
                <c:pt idx="359">
                  <c:v>0.0658389503845</c:v>
                </c:pt>
                <c:pt idx="360">
                  <c:v>0.0663151737972</c:v>
                </c:pt>
                <c:pt idx="361">
                  <c:v>0.0667921705012</c:v>
                </c:pt>
                <c:pt idx="362">
                  <c:v>0.0672698536785</c:v>
                </c:pt>
                <c:pt idx="363">
                  <c:v>0.0677481359829</c:v>
                </c:pt>
                <c:pt idx="364">
                  <c:v>0.0682269296372</c:v>
                </c:pt>
                <c:pt idx="365">
                  <c:v>0.0687061465298</c:v>
                </c:pt>
                <c:pt idx="366">
                  <c:v>0.0691856983126</c:v>
                </c:pt>
                <c:pt idx="367">
                  <c:v>0.0696654964982</c:v>
                </c:pt>
                <c:pt idx="368">
                  <c:v>0.0701454525582</c:v>
                </c:pt>
                <c:pt idx="369">
                  <c:v>0.0706254780204</c:v>
                </c:pt>
                <c:pt idx="370">
                  <c:v>0.071105484565</c:v>
                </c:pt>
                <c:pt idx="371">
                  <c:v>0.0715853841213</c:v>
                </c:pt>
                <c:pt idx="372">
                  <c:v>0.0720650889622</c:v>
                </c:pt>
                <c:pt idx="373">
                  <c:v>0.0725445117973</c:v>
                </c:pt>
                <c:pt idx="374">
                  <c:v>0.0730235658654</c:v>
                </c:pt>
                <c:pt idx="375">
                  <c:v>0.0735021650247</c:v>
                </c:pt>
                <c:pt idx="376">
                  <c:v>0.0739802238403</c:v>
                </c:pt>
                <c:pt idx="377">
                  <c:v>0.0744576576712</c:v>
                </c:pt>
                <c:pt idx="378">
                  <c:v>0.0749343827533</c:v>
                </c:pt>
                <c:pt idx="379">
                  <c:v>0.0754103162811</c:v>
                </c:pt>
                <c:pt idx="380">
                  <c:v>0.0758853764856</c:v>
                </c:pt>
                <c:pt idx="381">
                  <c:v>0.0763594827109</c:v>
                </c:pt>
                <c:pt idx="382">
                  <c:v>0.0768325554862</c:v>
                </c:pt>
                <c:pt idx="383">
                  <c:v>0.0773045165962</c:v>
                </c:pt>
                <c:pt idx="384">
                  <c:v>0.0777752891472</c:v>
                </c:pt>
                <c:pt idx="385">
                  <c:v>0.0782447976307</c:v>
                </c:pt>
                <c:pt idx="386">
                  <c:v>0.0787129679837</c:v>
                </c:pt>
                <c:pt idx="387">
                  <c:v>0.0791797276447</c:v>
                </c:pt>
                <c:pt idx="388">
                  <c:v>0.0796450056076</c:v>
                </c:pt>
                <c:pt idx="389">
                  <c:v>0.0801087324712</c:v>
                </c:pt>
                <c:pt idx="390">
                  <c:v>0.0805708404852</c:v>
                </c:pt>
                <c:pt idx="391">
                  <c:v>0.0810312635935</c:v>
                </c:pt>
                <c:pt idx="392">
                  <c:v>0.0814899374727</c:v>
                </c:pt>
                <c:pt idx="393">
                  <c:v>0.0819467995684</c:v>
                </c:pt>
                <c:pt idx="394">
                  <c:v>0.0824017891269</c:v>
                </c:pt>
                <c:pt idx="395">
                  <c:v>0.0828548472239</c:v>
                </c:pt>
                <c:pt idx="396">
                  <c:v>0.0833059167899</c:v>
                </c:pt>
                <c:pt idx="397">
                  <c:v>0.0837549426316</c:v>
                </c:pt>
                <c:pt idx="398">
                  <c:v>0.0842018714505</c:v>
                </c:pt>
                <c:pt idx="399">
                  <c:v>0.0846466518577</c:v>
                </c:pt>
                <c:pt idx="400">
                  <c:v>0.0850892343855</c:v>
                </c:pt>
                <c:pt idx="401">
                  <c:v>0.0855295714964</c:v>
                </c:pt>
                <c:pt idx="402">
                  <c:v>0.085967617588</c:v>
                </c:pt>
                <c:pt idx="403">
                  <c:v>0.0864033289952</c:v>
                </c:pt>
                <c:pt idx="404">
                  <c:v>0.0868366639899</c:v>
                </c:pt>
                <c:pt idx="405">
                  <c:v>0.0872675827774</c:v>
                </c:pt>
                <c:pt idx="406">
                  <c:v>0.0876960474897</c:v>
                </c:pt>
                <c:pt idx="407">
                  <c:v>0.0881220221767</c:v>
                </c:pt>
                <c:pt idx="408">
                  <c:v>0.0885454727945</c:v>
                </c:pt>
                <c:pt idx="409">
                  <c:v>0.088966367191</c:v>
                </c:pt>
                <c:pt idx="410">
                  <c:v>0.08938467509</c:v>
                </c:pt>
                <c:pt idx="411">
                  <c:v>0.0898003680718</c:v>
                </c:pt>
                <c:pt idx="412">
                  <c:v>0.0902134195523</c:v>
                </c:pt>
                <c:pt idx="413">
                  <c:v>0.0906238047603</c:v>
                </c:pt>
                <c:pt idx="414">
                  <c:v>0.0910315007126</c:v>
                </c:pt>
                <c:pt idx="415">
                  <c:v>0.0914364861868</c:v>
                </c:pt>
                <c:pt idx="416">
                  <c:v>0.0918387416932</c:v>
                </c:pt>
                <c:pt idx="417">
                  <c:v>0.0922382494449</c:v>
                </c:pt>
                <c:pt idx="418">
                  <c:v>0.0926349933261</c:v>
                </c:pt>
                <c:pt idx="419">
                  <c:v>0.0930289588593</c:v>
                </c:pt>
                <c:pt idx="420">
                  <c:v>0.0934201331714</c:v>
                </c:pt>
                <c:pt idx="421">
                  <c:v>0.0938085049585</c:v>
                </c:pt>
                <c:pt idx="422">
                  <c:v>0.0941940644495</c:v>
                </c:pt>
                <c:pt idx="423">
                  <c:v>0.0945768033695</c:v>
                </c:pt>
                <c:pt idx="424">
                  <c:v>0.0949567149016</c:v>
                </c:pt>
                <c:pt idx="425">
                  <c:v>0.0953337936482</c:v>
                </c:pt>
                <c:pt idx="426">
                  <c:v>0.0957080355925</c:v>
                </c:pt>
                <c:pt idx="427">
                  <c:v>0.0960794380583</c:v>
                </c:pt>
                <c:pt idx="428">
                  <c:v>0.0964479996704</c:v>
                </c:pt>
                <c:pt idx="429">
                  <c:v>0.0968137203142</c:v>
                </c:pt>
                <c:pt idx="430">
                  <c:v>0.0971766010952</c:v>
                </c:pt>
                <c:pt idx="431">
                  <c:v>0.0975366442984</c:v>
                </c:pt>
                <c:pt idx="432">
                  <c:v>0.0978938533479</c:v>
                </c:pt>
                <c:pt idx="433">
                  <c:v>0.0982482327661</c:v>
                </c:pt>
                <c:pt idx="434">
                  <c:v>0.0985997881334</c:v>
                </c:pt>
                <c:pt idx="435">
                  <c:v>0.0989485260479</c:v>
                </c:pt>
                <c:pt idx="436">
                  <c:v>0.0992944540853</c:v>
                </c:pt>
                <c:pt idx="437">
                  <c:v>0.0996375807596</c:v>
                </c:pt>
                <c:pt idx="438">
                  <c:v>0.0999779154836</c:v>
                </c:pt>
                <c:pt idx="439">
                  <c:v>0.10031546853</c:v>
                </c:pt>
                <c:pt idx="440">
                  <c:v>0.100650250993</c:v>
                </c:pt>
                <c:pt idx="441">
                  <c:v>0.100982274752</c:v>
                </c:pt>
                <c:pt idx="442">
                  <c:v>0.101311552431</c:v>
                </c:pt>
                <c:pt idx="443">
                  <c:v>0.101638097366</c:v>
                </c:pt>
                <c:pt idx="444">
                  <c:v>0.101961923566</c:v>
                </c:pt>
                <c:pt idx="445">
                  <c:v>0.10228304568</c:v>
                </c:pt>
                <c:pt idx="446">
                  <c:v>0.102601478961</c:v>
                </c:pt>
                <c:pt idx="447">
                  <c:v>0.102917239232</c:v>
                </c:pt>
                <c:pt idx="448">
                  <c:v>0.103230342857</c:v>
                </c:pt>
                <c:pt idx="449">
                  <c:v>0.103540806703</c:v>
                </c:pt>
                <c:pt idx="450">
                  <c:v>0.103848648112</c:v>
                </c:pt>
                <c:pt idx="451">
                  <c:v>0.104153884869</c:v>
                </c:pt>
                <c:pt idx="452">
                  <c:v>0.104456535175</c:v>
                </c:pt>
                <c:pt idx="453">
                  <c:v>0.104756617616</c:v>
                </c:pt>
                <c:pt idx="454">
                  <c:v>0.105054151134</c:v>
                </c:pt>
                <c:pt idx="455">
                  <c:v>0.105349155002</c:v>
                </c:pt>
                <c:pt idx="456">
                  <c:v>0.105641648797</c:v>
                </c:pt>
                <c:pt idx="457">
                  <c:v>0.105931652373</c:v>
                </c:pt>
                <c:pt idx="458">
                  <c:v>0.10621918584</c:v>
                </c:pt>
                <c:pt idx="459">
                  <c:v>0.106504269537</c:v>
                </c:pt>
                <c:pt idx="460">
                  <c:v>0.106786924008</c:v>
                </c:pt>
                <c:pt idx="461">
                  <c:v>0.107067169986</c:v>
                </c:pt>
                <c:pt idx="462">
                  <c:v>0.107345028363</c:v>
                </c:pt>
                <c:pt idx="463">
                  <c:v>0.107620520177</c:v>
                </c:pt>
                <c:pt idx="464">
                  <c:v>0.107893666588</c:v>
                </c:pt>
                <c:pt idx="465">
                  <c:v>0.108164488863</c:v>
                </c:pt>
                <c:pt idx="466">
                  <c:v>0.108433008351</c:v>
                </c:pt>
                <c:pt idx="467">
                  <c:v>0.108699246475</c:v>
                </c:pt>
                <c:pt idx="468">
                  <c:v>0.108963224704</c:v>
                </c:pt>
                <c:pt idx="469">
                  <c:v>0.10922496455</c:v>
                </c:pt>
                <c:pt idx="470">
                  <c:v>0.109484487542</c:v>
                </c:pt>
                <c:pt idx="471">
                  <c:v>0.109741815215</c:v>
                </c:pt>
                <c:pt idx="472">
                  <c:v>0.109996969101</c:v>
                </c:pt>
                <c:pt idx="473">
                  <c:v>0.110249970706</c:v>
                </c:pt>
                <c:pt idx="474">
                  <c:v>0.110500841508</c:v>
                </c:pt>
                <c:pt idx="475">
                  <c:v>0.110749602936</c:v>
                </c:pt>
                <c:pt idx="476">
                  <c:v>0.110996276365</c:v>
                </c:pt>
                <c:pt idx="477">
                  <c:v>0.111240883103</c:v>
                </c:pt>
                <c:pt idx="478">
                  <c:v>0.111483444379</c:v>
                </c:pt>
                <c:pt idx="479">
                  <c:v>0.111723981336</c:v>
                </c:pt>
                <c:pt idx="480">
                  <c:v>0.111962515021</c:v>
                </c:pt>
                <c:pt idx="481">
                  <c:v>0.112199066376</c:v>
                </c:pt>
                <c:pt idx="482">
                  <c:v>0.112433656232</c:v>
                </c:pt>
                <c:pt idx="483">
                  <c:v>0.112666305295</c:v>
                </c:pt>
                <c:pt idx="484">
                  <c:v>0.112897034149</c:v>
                </c:pt>
                <c:pt idx="485">
                  <c:v>0.11312586324</c:v>
                </c:pt>
                <c:pt idx="486">
                  <c:v>0.113352812874</c:v>
                </c:pt>
                <c:pt idx="487">
                  <c:v>0.11357790321</c:v>
                </c:pt>
                <c:pt idx="488">
                  <c:v>0.113801154256</c:v>
                </c:pt>
                <c:pt idx="489">
                  <c:v>0.114022585862</c:v>
                </c:pt>
                <c:pt idx="490">
                  <c:v>0.114242217716</c:v>
                </c:pt>
                <c:pt idx="491">
                  <c:v>0.11446006934</c:v>
                </c:pt>
                <c:pt idx="492">
                  <c:v>0.114676160083</c:v>
                </c:pt>
                <c:pt idx="493">
                  <c:v>0.114890509122</c:v>
                </c:pt>
                <c:pt idx="494">
                  <c:v>0.115103135456</c:v>
                </c:pt>
                <c:pt idx="495">
                  <c:v>0.115314057902</c:v>
                </c:pt>
                <c:pt idx="496">
                  <c:v>0.115523295093</c:v>
                </c:pt>
                <c:pt idx="497">
                  <c:v>0.115730865476</c:v>
                </c:pt>
                <c:pt idx="498">
                  <c:v>0.115936787308</c:v>
                </c:pt>
                <c:pt idx="499">
                  <c:v>0.116141078656</c:v>
                </c:pt>
                <c:pt idx="500">
                  <c:v>0.116343757393</c:v>
                </c:pt>
                <c:pt idx="501">
                  <c:v>0.116544841198</c:v>
                </c:pt>
                <c:pt idx="502">
                  <c:v>0.116744347552</c:v>
                </c:pt>
                <c:pt idx="503">
                  <c:v>0.11694229374</c:v>
                </c:pt>
                <c:pt idx="504">
                  <c:v>0.117138696848</c:v>
                </c:pt>
                <c:pt idx="505">
                  <c:v>0.117333573762</c:v>
                </c:pt>
                <c:pt idx="506">
                  <c:v>0.117526941168</c:v>
                </c:pt>
                <c:pt idx="507">
                  <c:v>0.11771881555</c:v>
                </c:pt>
                <c:pt idx="508">
                  <c:v>0.117909213193</c:v>
                </c:pt>
                <c:pt idx="509">
                  <c:v>0.118098150176</c:v>
                </c:pt>
                <c:pt idx="510">
                  <c:v>0.118285642381</c:v>
                </c:pt>
                <c:pt idx="511">
                  <c:v>0.118471705484</c:v>
                </c:pt>
                <c:pt idx="512">
                  <c:v>0.118656354961</c:v>
                </c:pt>
                <c:pt idx="513">
                  <c:v>0.118839606087</c:v>
                </c:pt>
                <c:pt idx="514">
                  <c:v>0.119021473933</c:v>
                </c:pt>
                <c:pt idx="515">
                  <c:v>0.119201973372</c:v>
                </c:pt>
                <c:pt idx="516">
                  <c:v>0.119381119073</c:v>
                </c:pt>
                <c:pt idx="517">
                  <c:v>0.119558925508</c:v>
                </c:pt>
                <c:pt idx="518">
                  <c:v>0.119735406949</c:v>
                </c:pt>
                <c:pt idx="519">
                  <c:v>0.119910577468</c:v>
                </c:pt>
                <c:pt idx="520">
                  <c:v>0.12008445094</c:v>
                </c:pt>
                <c:pt idx="521">
                  <c:v>0.120257041044</c:v>
                </c:pt>
                <c:pt idx="522">
                  <c:v>0.120428361261</c:v>
                </c:pt>
                <c:pt idx="523">
                  <c:v>0.120598424879</c:v>
                </c:pt>
                <c:pt idx="524">
                  <c:v>0.120767244991</c:v>
                </c:pt>
                <c:pt idx="525">
                  <c:v>0.120934834497</c:v>
                </c:pt>
                <c:pt idx="526">
                  <c:v>0.121101206105</c:v>
                </c:pt>
                <c:pt idx="527">
                  <c:v>0.121266372334</c:v>
                </c:pt>
                <c:pt idx="528">
                  <c:v>0.121430345511</c:v>
                </c:pt>
                <c:pt idx="529">
                  <c:v>0.121593137777</c:v>
                </c:pt>
                <c:pt idx="530">
                  <c:v>0.121754761086</c:v>
                </c:pt>
                <c:pt idx="531">
                  <c:v>0.121915227206</c:v>
                </c:pt>
                <c:pt idx="532">
                  <c:v>0.12207454772</c:v>
                </c:pt>
                <c:pt idx="533">
                  <c:v>0.122232734029</c:v>
                </c:pt>
                <c:pt idx="534">
                  <c:v>0.122389797353</c:v>
                </c:pt>
                <c:pt idx="535">
                  <c:v>0.122545748731</c:v>
                </c:pt>
                <c:pt idx="536">
                  <c:v>0.122700599023</c:v>
                </c:pt>
                <c:pt idx="537">
                  <c:v>0.122854358913</c:v>
                </c:pt>
                <c:pt idx="538">
                  <c:v>0.123007038907</c:v>
                </c:pt>
                <c:pt idx="539">
                  <c:v>0.123158649339</c:v>
                </c:pt>
                <c:pt idx="540">
                  <c:v>0.123309200368</c:v>
                </c:pt>
                <c:pt idx="541">
                  <c:v>0.123458701983</c:v>
                </c:pt>
                <c:pt idx="542">
                  <c:v>0.123607164</c:v>
                </c:pt>
                <c:pt idx="543">
                  <c:v>0.12375459607</c:v>
                </c:pt>
                <c:pt idx="544">
                  <c:v>0.123901007674</c:v>
                </c:pt>
                <c:pt idx="545">
                  <c:v>0.124046408127</c:v>
                </c:pt>
                <c:pt idx="546">
                  <c:v>0.124190806582</c:v>
                </c:pt>
                <c:pt idx="547">
                  <c:v>0.124334212026</c:v>
                </c:pt>
                <c:pt idx="548">
                  <c:v>0.124476633287</c:v>
                </c:pt>
                <c:pt idx="549">
                  <c:v>0.12461807903</c:v>
                </c:pt>
                <c:pt idx="550">
                  <c:v>0.124758557763</c:v>
                </c:pt>
                <c:pt idx="551">
                  <c:v>0.124898077836</c:v>
                </c:pt>
                <c:pt idx="552">
                  <c:v>0.125036647444</c:v>
                </c:pt>
                <c:pt idx="553">
                  <c:v>0.125174274625</c:v>
                </c:pt>
                <c:pt idx="554">
                  <c:v>0.125310967266</c:v>
                </c:pt>
                <c:pt idx="555">
                  <c:v>0.1254467331</c:v>
                </c:pt>
                <c:pt idx="556">
                  <c:v>0.125581579711</c:v>
                </c:pt>
                <c:pt idx="557">
                  <c:v>0.125715514532</c:v>
                </c:pt>
                <c:pt idx="558">
                  <c:v>0.12584854485</c:v>
                </c:pt>
                <c:pt idx="559">
                  <c:v>0.125980677802</c:v>
                </c:pt>
                <c:pt idx="560">
                  <c:v>0.126111920383</c:v>
                </c:pt>
                <c:pt idx="561">
                  <c:v>0.126242279441</c:v>
                </c:pt>
                <c:pt idx="562">
                  <c:v>0.126371761683</c:v>
                </c:pt>
                <c:pt idx="563">
                  <c:v>0.126500373671</c:v>
                </c:pt>
                <c:pt idx="564">
                  <c:v>0.126628121829</c:v>
                </c:pt>
                <c:pt idx="565">
                  <c:v>0.126755012442</c:v>
                </c:pt>
                <c:pt idx="566">
                  <c:v>0.126881051653</c:v>
                </c:pt>
                <c:pt idx="567">
                  <c:v>0.12700624547</c:v>
                </c:pt>
                <c:pt idx="568">
                  <c:v>0.127130599766</c:v>
                </c:pt>
                <c:pt idx="569">
                  <c:v>0.127254120276</c:v>
                </c:pt>
                <c:pt idx="570">
                  <c:v>0.127376812603</c:v>
                </c:pt>
                <c:pt idx="571">
                  <c:v>0.127498682217</c:v>
                </c:pt>
                <c:pt idx="572">
                  <c:v>0.127619734454</c:v>
                </c:pt>
                <c:pt idx="573">
                  <c:v>0.127739974521</c:v>
                </c:pt>
                <c:pt idx="574">
                  <c:v>0.127859407494</c:v>
                </c:pt>
                <c:pt idx="575">
                  <c:v>0.12797803832</c:v>
                </c:pt>
                <c:pt idx="576">
                  <c:v>0.128095871818</c:v>
                </c:pt>
                <c:pt idx="577">
                  <c:v>0.12821291268</c:v>
                </c:pt>
                <c:pt idx="578">
                  <c:v>0.12832916547</c:v>
                </c:pt>
                <c:pt idx="579">
                  <c:v>0.12844463463</c:v>
                </c:pt>
                <c:pt idx="580">
                  <c:v>0.128559324473</c:v>
                </c:pt>
                <c:pt idx="581">
                  <c:v>0.128673239192</c:v>
                </c:pt>
                <c:pt idx="582">
                  <c:v>0.128786382853</c:v>
                </c:pt>
                <c:pt idx="583">
                  <c:v>0.128898759404</c:v>
                </c:pt>
                <c:pt idx="584">
                  <c:v>0.129010372668</c:v>
                </c:pt>
                <c:pt idx="585">
                  <c:v>0.129121226349</c:v>
                </c:pt>
                <c:pt idx="586">
                  <c:v>0.12923132403</c:v>
                </c:pt>
                <c:pt idx="587">
                  <c:v>0.129340669174</c:v>
                </c:pt>
                <c:pt idx="588">
                  <c:v>0.129449265128</c:v>
                </c:pt>
                <c:pt idx="589">
                  <c:v>0.129557115117</c:v>
                </c:pt>
                <c:pt idx="590">
                  <c:v>0.129664222251</c:v>
                </c:pt>
                <c:pt idx="591">
                  <c:v>0.129770589522</c:v>
                </c:pt>
                <c:pt idx="592">
                  <c:v>0.129876219805</c:v>
                </c:pt>
                <c:pt idx="593">
                  <c:v>0.129981115861</c:v>
                </c:pt>
                <c:pt idx="594">
                  <c:v>0.130085280334</c:v>
                </c:pt>
                <c:pt idx="595">
                  <c:v>0.130188715753</c:v>
                </c:pt>
                <c:pt idx="596">
                  <c:v>0.130291424534</c:v>
                </c:pt>
                <c:pt idx="597">
                  <c:v>0.130393408977</c:v>
                </c:pt>
                <c:pt idx="598">
                  <c:v>0.130494671269</c:v>
                </c:pt>
                <c:pt idx="599">
                  <c:v>0.130595213485</c:v>
                </c:pt>
                <c:pt idx="600">
                  <c:v>0.130695037585</c:v>
                </c:pt>
                <c:pt idx="601">
                  <c:v>0.130794145419</c:v>
                </c:pt>
                <c:pt idx="602">
                  <c:v>0.130892538724</c:v>
                </c:pt>
                <c:pt idx="603">
                  <c:v>0.130990219123</c:v>
                </c:pt>
                <c:pt idx="604">
                  <c:v>0.13108718813</c:v>
                </c:pt>
                <c:pt idx="605">
                  <c:v>0.131183447147</c:v>
                </c:pt>
                <c:pt idx="606">
                  <c:v>0.131278997464</c:v>
                </c:pt>
                <c:pt idx="607">
                  <c:v>0.131373840261</c:v>
                </c:pt>
                <c:pt idx="608">
                  <c:v>0.131467976607</c:v>
                </c:pt>
                <c:pt idx="609">
                  <c:v>0.131561407461</c:v>
                </c:pt>
                <c:pt idx="610">
                  <c:v>0.13165413367</c:v>
                </c:pt>
                <c:pt idx="611">
                  <c:v>0.131746155972</c:v>
                </c:pt>
                <c:pt idx="612">
                  <c:v>0.131837474994</c:v>
                </c:pt>
                <c:pt idx="613">
                  <c:v>0.131928091255</c:v>
                </c:pt>
                <c:pt idx="614">
                  <c:v>0.132018005161</c:v>
                </c:pt>
                <c:pt idx="615">
                  <c:v>0.132107217009</c:v>
                </c:pt>
                <c:pt idx="616">
                  <c:v>0.132195726988</c:v>
                </c:pt>
                <c:pt idx="617">
                  <c:v>0.132283535172</c:v>
                </c:pt>
                <c:pt idx="618">
                  <c:v>0.132370641531</c:v>
                </c:pt>
                <c:pt idx="619">
                  <c:v>0.13245704592</c:v>
                </c:pt>
                <c:pt idx="620">
                  <c:v>0.132542748086</c:v>
                </c:pt>
                <c:pt idx="621">
                  <c:v>0.132627747665</c:v>
                </c:pt>
                <c:pt idx="622">
                  <c:v>0.132712044183</c:v>
                </c:pt>
                <c:pt idx="623">
                  <c:v>0.132795637055</c:v>
                </c:pt>
                <c:pt idx="624">
                  <c:v>0.132878525585</c:v>
                </c:pt>
                <c:pt idx="625">
                  <c:v>0.132960708967</c:v>
                </c:pt>
                <c:pt idx="626">
                  <c:v>0.133042186282</c:v>
                </c:pt>
                <c:pt idx="627">
                  <c:v>0.1331229565</c:v>
                </c:pt>
                <c:pt idx="628">
                  <c:v>0.133203018482</c:v>
                </c:pt>
                <c:pt idx="629">
                  <c:v>0.133282370972</c:v>
                </c:pt>
                <c:pt idx="630">
                  <c:v>0.133361012606</c:v>
                </c:pt>
                <c:pt idx="631">
                  <c:v>0.133438941905</c:v>
                </c:pt>
                <c:pt idx="632">
                  <c:v>0.133516157279</c:v>
                </c:pt>
                <c:pt idx="633">
                  <c:v>0.133592657021</c:v>
                </c:pt>
                <c:pt idx="634">
                  <c:v>0.133668439315</c:v>
                </c:pt>
                <c:pt idx="635">
                  <c:v>0.133743502226</c:v>
                </c:pt>
                <c:pt idx="636">
                  <c:v>0.133817843707</c:v>
                </c:pt>
                <c:pt idx="637">
                  <c:v>0.133891461596</c:v>
                </c:pt>
                <c:pt idx="638">
                  <c:v>0.133964353614</c:v>
                </c:pt>
                <c:pt idx="639">
                  <c:v>0.134036517367</c:v>
                </c:pt>
                <c:pt idx="640">
                  <c:v>0.134107950344</c:v>
                </c:pt>
                <c:pt idx="641">
                  <c:v>0.134178649915</c:v>
                </c:pt>
                <c:pt idx="642">
                  <c:v>0.134248613334</c:v>
                </c:pt>
                <c:pt idx="643">
                  <c:v>0.134317837737</c:v>
                </c:pt>
                <c:pt idx="644">
                  <c:v>0.134386320138</c:v>
                </c:pt>
                <c:pt idx="645">
                  <c:v>0.134454057434</c:v>
                </c:pt>
                <c:pt idx="646">
                  <c:v>0.134521046401</c:v>
                </c:pt>
                <c:pt idx="647">
                  <c:v>0.134587283691</c:v>
                </c:pt>
                <c:pt idx="648">
                  <c:v>0.134652765837</c:v>
                </c:pt>
                <c:pt idx="649">
                  <c:v>0.134717489249</c:v>
                </c:pt>
                <c:pt idx="650">
                  <c:v>0.134781450213</c:v>
                </c:pt>
                <c:pt idx="651">
                  <c:v>0.134844644888</c:v>
                </c:pt>
                <c:pt idx="652">
                  <c:v>0.134907069312</c:v>
                </c:pt>
                <c:pt idx="653">
                  <c:v>0.134968719395</c:v>
                </c:pt>
                <c:pt idx="654">
                  <c:v>0.135029590918</c:v>
                </c:pt>
                <c:pt idx="655">
                  <c:v>0.135089679538</c:v>
                </c:pt>
                <c:pt idx="656">
                  <c:v>0.135148980779</c:v>
                </c:pt>
                <c:pt idx="657">
                  <c:v>0.135207490039</c:v>
                </c:pt>
                <c:pt idx="658">
                  <c:v>0.135265202582</c:v>
                </c:pt>
                <c:pt idx="659">
                  <c:v>0.135322113541</c:v>
                </c:pt>
                <c:pt idx="660">
                  <c:v>0.135378217917</c:v>
                </c:pt>
                <c:pt idx="661">
                  <c:v>0.135433510575</c:v>
                </c:pt>
                <c:pt idx="662">
                  <c:v>0.135487986247</c:v>
                </c:pt>
                <c:pt idx="663">
                  <c:v>0.135541639526</c:v>
                </c:pt>
                <c:pt idx="664">
                  <c:v>0.13559446487</c:v>
                </c:pt>
                <c:pt idx="665">
                  <c:v>0.135646456597</c:v>
                </c:pt>
                <c:pt idx="666">
                  <c:v>0.135697608884</c:v>
                </c:pt>
                <c:pt idx="667">
                  <c:v>0.135747915769</c:v>
                </c:pt>
                <c:pt idx="668">
                  <c:v>0.135797371145</c:v>
                </c:pt>
                <c:pt idx="669">
                  <c:v>0.135845968763</c:v>
                </c:pt>
                <c:pt idx="670">
                  <c:v>0.135893702229</c:v>
                </c:pt>
                <c:pt idx="671">
                  <c:v>0.135940565</c:v>
                </c:pt>
                <c:pt idx="672">
                  <c:v>0.135986550387</c:v>
                </c:pt>
                <c:pt idx="673">
                  <c:v>0.136031651551</c:v>
                </c:pt>
                <c:pt idx="674">
                  <c:v>0.136075861501</c:v>
                </c:pt>
                <c:pt idx="675">
                  <c:v>0.136119173096</c:v>
                </c:pt>
                <c:pt idx="676">
                  <c:v>0.13616157904</c:v>
                </c:pt>
                <c:pt idx="677">
                  <c:v>0.136203071879</c:v>
                </c:pt>
                <c:pt idx="678">
                  <c:v>0.136243644005</c:v>
                </c:pt>
                <c:pt idx="679">
                  <c:v>0.13628328765</c:v>
                </c:pt>
                <c:pt idx="680">
                  <c:v>0.136321994886</c:v>
                </c:pt>
                <c:pt idx="681">
                  <c:v>0.136359757623</c:v>
                </c:pt>
                <c:pt idx="682">
                  <c:v>0.136396567606</c:v>
                </c:pt>
                <c:pt idx="683">
                  <c:v>0.136432416416</c:v>
                </c:pt>
                <c:pt idx="684">
                  <c:v>0.136467295466</c:v>
                </c:pt>
                <c:pt idx="685">
                  <c:v>0.136501195999</c:v>
                </c:pt>
                <c:pt idx="686">
                  <c:v>0.136534109088</c:v>
                </c:pt>
                <c:pt idx="687">
                  <c:v>0.136566025634</c:v>
                </c:pt>
                <c:pt idx="688">
                  <c:v>0.136596936362</c:v>
                </c:pt>
                <c:pt idx="689">
                  <c:v>0.136626831821</c:v>
                </c:pt>
                <c:pt idx="690">
                  <c:v>0.13665570238</c:v>
                </c:pt>
                <c:pt idx="691">
                  <c:v>0.136683538228</c:v>
                </c:pt>
                <c:pt idx="692">
                  <c:v>0.136710329373</c:v>
                </c:pt>
                <c:pt idx="693">
                  <c:v>0.136736065637</c:v>
                </c:pt>
                <c:pt idx="694">
                  <c:v>0.136760736655</c:v>
                </c:pt>
                <c:pt idx="695">
                  <c:v>0.136784331873</c:v>
                </c:pt>
                <c:pt idx="696">
                  <c:v>0.136806840547</c:v>
                </c:pt>
                <c:pt idx="697">
                  <c:v>0.136828251739</c:v>
                </c:pt>
                <c:pt idx="698">
                  <c:v>0.136848554315</c:v>
                </c:pt>
                <c:pt idx="699">
                  <c:v>0.136867736944</c:v>
                </c:pt>
                <c:pt idx="700">
                  <c:v>0.136885788096</c:v>
                </c:pt>
                <c:pt idx="701">
                  <c:v>0.136902696037</c:v>
                </c:pt>
                <c:pt idx="702">
                  <c:v>0.13691844883</c:v>
                </c:pt>
                <c:pt idx="703">
                  <c:v>0.13693303433</c:v>
                </c:pt>
                <c:pt idx="704">
                  <c:v>0.136946440183</c:v>
                </c:pt>
                <c:pt idx="705">
                  <c:v>0.136958653825</c:v>
                </c:pt>
                <c:pt idx="706">
                  <c:v>0.136969662474</c:v>
                </c:pt>
                <c:pt idx="707">
                  <c:v>0.136979453135</c:v>
                </c:pt>
                <c:pt idx="708">
                  <c:v>0.136988012593</c:v>
                </c:pt>
                <c:pt idx="709">
                  <c:v>0.136995327411</c:v>
                </c:pt>
                <c:pt idx="710">
                  <c:v>0.137001383928</c:v>
                </c:pt>
                <c:pt idx="711">
                  <c:v>0.137006168255</c:v>
                </c:pt>
                <c:pt idx="712">
                  <c:v>0.137009666276</c:v>
                </c:pt>
                <c:pt idx="713">
                  <c:v>0.137011863643</c:v>
                </c:pt>
                <c:pt idx="714">
                  <c:v>0.137012745771</c:v>
                </c:pt>
                <c:pt idx="715">
                  <c:v>0.13701229784</c:v>
                </c:pt>
                <c:pt idx="716">
                  <c:v>0.137010504789</c:v>
                </c:pt>
                <c:pt idx="717">
                  <c:v>0.137007351316</c:v>
                </c:pt>
                <c:pt idx="718">
                  <c:v>0.137002821872</c:v>
                </c:pt>
                <c:pt idx="719">
                  <c:v>0.136996900661</c:v>
                </c:pt>
                <c:pt idx="720">
                  <c:v>0.136989571635</c:v>
                </c:pt>
                <c:pt idx="721">
                  <c:v>0.136980818494</c:v>
                </c:pt>
                <c:pt idx="722">
                  <c:v>0.136970624682</c:v>
                </c:pt>
                <c:pt idx="723">
                  <c:v>0.136958973382</c:v>
                </c:pt>
                <c:pt idx="724">
                  <c:v>0.136945847516</c:v>
                </c:pt>
                <c:pt idx="725">
                  <c:v>0.136931229742</c:v>
                </c:pt>
                <c:pt idx="726">
                  <c:v>0.136915102451</c:v>
                </c:pt>
                <c:pt idx="727">
                  <c:v>0.136897447761</c:v>
                </c:pt>
                <c:pt idx="728">
                  <c:v>0.136878247521</c:v>
                </c:pt>
                <c:pt idx="729">
                  <c:v>0.136857483301</c:v>
                </c:pt>
                <c:pt idx="730">
                  <c:v>0.136835136393</c:v>
                </c:pt>
                <c:pt idx="731">
                  <c:v>0.136811187808</c:v>
                </c:pt>
                <c:pt idx="732">
                  <c:v>0.136785618273</c:v>
                </c:pt>
                <c:pt idx="733">
                  <c:v>0.136758408228</c:v>
                </c:pt>
                <c:pt idx="734">
                  <c:v>0.136729537823</c:v>
                </c:pt>
                <c:pt idx="735">
                  <c:v>0.136698986915</c:v>
                </c:pt>
                <c:pt idx="736">
                  <c:v>0.136666735067</c:v>
                </c:pt>
                <c:pt idx="737">
                  <c:v>0.136632761543</c:v>
                </c:pt>
                <c:pt idx="738">
                  <c:v>0.136597045308</c:v>
                </c:pt>
                <c:pt idx="739">
                  <c:v>0.136559565022</c:v>
                </c:pt>
                <c:pt idx="740">
                  <c:v>0.13652029904</c:v>
                </c:pt>
                <c:pt idx="741">
                  <c:v>0.136479225411</c:v>
                </c:pt>
                <c:pt idx="742">
                  <c:v>0.13643632187</c:v>
                </c:pt>
                <c:pt idx="743">
                  <c:v>0.136391565841</c:v>
                </c:pt>
                <c:pt idx="744">
                  <c:v>0.136344934431</c:v>
                </c:pt>
                <c:pt idx="745">
                  <c:v>0.136296404432</c:v>
                </c:pt>
                <c:pt idx="746">
                  <c:v>0.136245952313</c:v>
                </c:pt>
                <c:pt idx="747">
                  <c:v>0.136193554222</c:v>
                </c:pt>
                <c:pt idx="748">
                  <c:v>0.136139185984</c:v>
                </c:pt>
                <c:pt idx="749">
                  <c:v>0.136082823096</c:v>
                </c:pt>
                <c:pt idx="750">
                  <c:v>0.136024440729</c:v>
                </c:pt>
                <c:pt idx="751">
                  <c:v>0.135964013722</c:v>
                </c:pt>
                <c:pt idx="752">
                  <c:v>0.135901516584</c:v>
                </c:pt>
                <c:pt idx="753">
                  <c:v>0.135836923491</c:v>
                </c:pt>
                <c:pt idx="754">
                  <c:v>0.135770208284</c:v>
                </c:pt>
                <c:pt idx="755">
                  <c:v>0.135701344469</c:v>
                </c:pt>
                <c:pt idx="756">
                  <c:v>0.135630305214</c:v>
                </c:pt>
                <c:pt idx="757">
                  <c:v>0.135557063352</c:v>
                </c:pt>
                <c:pt idx="758">
                  <c:v>0.135481591374</c:v>
                </c:pt>
                <c:pt idx="759">
                  <c:v>0.135403861435</c:v>
                </c:pt>
                <c:pt idx="760">
                  <c:v>0.135323845348</c:v>
                </c:pt>
                <c:pt idx="761">
                  <c:v>0.135241514589</c:v>
                </c:pt>
                <c:pt idx="762">
                  <c:v>0.13515684029</c:v>
                </c:pt>
                <c:pt idx="763">
                  <c:v>0.135069793249</c:v>
                </c:pt>
                <c:pt idx="764">
                  <c:v>0.13498034392</c:v>
                </c:pt>
                <c:pt idx="765">
                  <c:v>0.134888462421</c:v>
                </c:pt>
                <c:pt idx="766">
                  <c:v>0.134794118533</c:v>
                </c:pt>
                <c:pt idx="767">
                  <c:v>0.134697281699</c:v>
                </c:pt>
                <c:pt idx="768">
                  <c:v>0.134597921029</c:v>
                </c:pt>
                <c:pt idx="769">
                  <c:v>0.134496005299</c:v>
                </c:pt>
                <c:pt idx="770">
                  <c:v>0.134391502955</c:v>
                </c:pt>
                <c:pt idx="771">
                  <c:v>0.134284382116</c:v>
                </c:pt>
                <c:pt idx="772">
                  <c:v>0.134174610573</c:v>
                </c:pt>
                <c:pt idx="773">
                  <c:v>0.134062155798</c:v>
                </c:pt>
                <c:pt idx="774">
                  <c:v>0.133946984944</c:v>
                </c:pt>
                <c:pt idx="775">
                  <c:v>0.133829064847</c:v>
                </c:pt>
                <c:pt idx="776">
                  <c:v>0.133708362037</c:v>
                </c:pt>
                <c:pt idx="777">
                  <c:v>0.133584842738</c:v>
                </c:pt>
                <c:pt idx="778">
                  <c:v>0.133458472874</c:v>
                </c:pt>
                <c:pt idx="779">
                  <c:v>0.133329218075</c:v>
                </c:pt>
                <c:pt idx="780">
                  <c:v>0.133197043685</c:v>
                </c:pt>
                <c:pt idx="781">
                  <c:v>0.133061914769</c:v>
                </c:pt>
                <c:pt idx="782">
                  <c:v>0.132923796117</c:v>
                </c:pt>
                <c:pt idx="783">
                  <c:v>0.132782652257</c:v>
                </c:pt>
                <c:pt idx="784">
                  <c:v>0.132638447459</c:v>
                </c:pt>
                <c:pt idx="785">
                  <c:v>0.13249114575</c:v>
                </c:pt>
                <c:pt idx="786">
                  <c:v>0.132340710917</c:v>
                </c:pt>
                <c:pt idx="787">
                  <c:v>0.132187106525</c:v>
                </c:pt>
                <c:pt idx="788">
                  <c:v>0.132030295922</c:v>
                </c:pt>
                <c:pt idx="789">
                  <c:v>0.131870242255</c:v>
                </c:pt>
                <c:pt idx="790">
                  <c:v>0.131706908484</c:v>
                </c:pt>
                <c:pt idx="791">
                  <c:v>0.13154025739</c:v>
                </c:pt>
                <c:pt idx="792">
                  <c:v>0.131370251597</c:v>
                </c:pt>
                <c:pt idx="793">
                  <c:v>0.13119685358</c:v>
                </c:pt>
                <c:pt idx="794">
                  <c:v>0.131020025689</c:v>
                </c:pt>
                <c:pt idx="795">
                  <c:v>0.130839730158</c:v>
                </c:pt>
                <c:pt idx="796">
                  <c:v>0.130655929129</c:v>
                </c:pt>
                <c:pt idx="797">
                  <c:v>0.13046858467</c:v>
                </c:pt>
                <c:pt idx="798">
                  <c:v>0.130277658793</c:v>
                </c:pt>
                <c:pt idx="799">
                  <c:v>0.130083113477</c:v>
                </c:pt>
                <c:pt idx="800">
                  <c:v>0.129884910688</c:v>
                </c:pt>
                <c:pt idx="801">
                  <c:v>0.129683012405</c:v>
                </c:pt>
                <c:pt idx="802">
                  <c:v>0.129477380642</c:v>
                </c:pt>
                <c:pt idx="803">
                  <c:v>0.129267977476</c:v>
                </c:pt>
                <c:pt idx="804">
                  <c:v>0.129054765068</c:v>
                </c:pt>
                <c:pt idx="805">
                  <c:v>0.128837705698</c:v>
                </c:pt>
                <c:pt idx="806">
                  <c:v>0.128616761788</c:v>
                </c:pt>
                <c:pt idx="807">
                  <c:v>0.128391895936</c:v>
                </c:pt>
                <c:pt idx="808">
                  <c:v>0.128163070945</c:v>
                </c:pt>
                <c:pt idx="809">
                  <c:v>0.127930249857</c:v>
                </c:pt>
                <c:pt idx="810">
                  <c:v>0.127693395986</c:v>
                </c:pt>
                <c:pt idx="811">
                  <c:v>0.127452472953</c:v>
                </c:pt>
                <c:pt idx="812">
                  <c:v>0.127207444724</c:v>
                </c:pt>
                <c:pt idx="813">
                  <c:v>0.126958275647</c:v>
                </c:pt>
                <c:pt idx="814">
                  <c:v>0.126704930491</c:v>
                </c:pt>
                <c:pt idx="815">
                  <c:v>0.126447374487</c:v>
                </c:pt>
                <c:pt idx="816">
                  <c:v>0.12618557337</c:v>
                </c:pt>
                <c:pt idx="817">
                  <c:v>0.12591949342</c:v>
                </c:pt>
                <c:pt idx="818">
                  <c:v>0.125649101512</c:v>
                </c:pt>
                <c:pt idx="819">
                  <c:v>0.125374365154</c:v>
                </c:pt>
                <c:pt idx="820">
                  <c:v>0.125095252544</c:v>
                </c:pt>
                <c:pt idx="821">
                  <c:v>0.12481173261</c:v>
                </c:pt>
                <c:pt idx="822">
                  <c:v>0.124523775065</c:v>
                </c:pt>
                <c:pt idx="823">
                  <c:v>0.124231350455</c:v>
                </c:pt>
                <c:pt idx="824">
                  <c:v>0.123934430217</c:v>
                </c:pt>
                <c:pt idx="825">
                  <c:v>0.123632986726</c:v>
                </c:pt>
                <c:pt idx="826">
                  <c:v>0.123326993354</c:v>
                </c:pt>
                <c:pt idx="827">
                  <c:v>0.123016424526</c:v>
                </c:pt>
                <c:pt idx="828">
                  <c:v>0.122701255778</c:v>
                </c:pt>
                <c:pt idx="829">
                  <c:v>0.122381463811</c:v>
                </c:pt>
                <c:pt idx="830">
                  <c:v>0.122057026558</c:v>
                </c:pt>
                <c:pt idx="831">
                  <c:v>0.121727923236</c:v>
                </c:pt>
                <c:pt idx="832">
                  <c:v>0.121394134414</c:v>
                </c:pt>
                <c:pt idx="833">
                  <c:v>0.121055642072</c:v>
                </c:pt>
                <c:pt idx="834">
                  <c:v>0.120712429666</c:v>
                </c:pt>
                <c:pt idx="835">
                  <c:v>0.120364482188</c:v>
                </c:pt>
                <c:pt idx="836">
                  <c:v>0.120011786234</c:v>
                </c:pt>
                <c:pt idx="837">
                  <c:v>0.119654330066</c:v>
                </c:pt>
                <c:pt idx="838">
                  <c:v>0.119292103678</c:v>
                </c:pt>
                <c:pt idx="839">
                  <c:v>0.118925098863</c:v>
                </c:pt>
                <c:pt idx="840">
                  <c:v>0.118553309273</c:v>
                </c:pt>
                <c:pt idx="841">
                  <c:v>0.118176730491</c:v>
                </c:pt>
                <c:pt idx="842">
                  <c:v>0.117795360092</c:v>
                </c:pt>
                <c:pt idx="843">
                  <c:v>0.117409197709</c:v>
                </c:pt>
                <c:pt idx="844">
                  <c:v>0.117018245096</c:v>
                </c:pt>
                <c:pt idx="845">
                  <c:v>0.116622506196</c:v>
                </c:pt>
                <c:pt idx="846">
                  <c:v>0.1162219872</c:v>
                </c:pt>
                <c:pt idx="847">
                  <c:v>0.115816696611</c:v>
                </c:pt>
                <c:pt idx="848">
                  <c:v>0.115406645304</c:v>
                </c:pt>
                <c:pt idx="849">
                  <c:v>0.114991846589</c:v>
                </c:pt>
                <c:pt idx="850">
                  <c:v>0.114572316266</c:v>
                </c:pt>
                <c:pt idx="851">
                  <c:v>0.114148072684</c:v>
                </c:pt>
                <c:pt idx="852">
                  <c:v>0.113719136794</c:v>
                </c:pt>
                <c:pt idx="853">
                  <c:v>0.113285532204</c:v>
                </c:pt>
                <c:pt idx="854">
                  <c:v>0.11284728523</c:v>
                </c:pt>
                <c:pt idx="855">
                  <c:v>0.112404424943</c:v>
                </c:pt>
                <c:pt idx="856">
                  <c:v>0.111956983216</c:v>
                </c:pt>
                <c:pt idx="857">
                  <c:v>0.111504994765</c:v>
                </c:pt>
                <c:pt idx="858">
                  <c:v>0.111048497193</c:v>
                </c:pt>
                <c:pt idx="859">
                  <c:v>0.110587531023</c:v>
                </c:pt>
                <c:pt idx="860">
                  <c:v>0.110122139734</c:v>
                </c:pt>
                <c:pt idx="861">
                  <c:v>0.10965236979</c:v>
                </c:pt>
                <c:pt idx="862">
                  <c:v>0.109178270664</c:v>
                </c:pt>
                <c:pt idx="863">
                  <c:v>0.108699894867</c:v>
                </c:pt>
                <c:pt idx="864">
                  <c:v>0.108217297956</c:v>
                </c:pt>
                <c:pt idx="865">
                  <c:v>0.107730538557</c:v>
                </c:pt>
                <c:pt idx="866">
                  <c:v>0.107239678371</c:v>
                </c:pt>
                <c:pt idx="867">
                  <c:v>0.106744782174</c:v>
                </c:pt>
                <c:pt idx="868">
                  <c:v>0.106245917825</c:v>
                </c:pt>
                <c:pt idx="869">
                  <c:v>0.105743156256</c:v>
                </c:pt>
                <c:pt idx="870">
                  <c:v>0.105236571462</c:v>
                </c:pt>
                <c:pt idx="871">
                  <c:v>0.104726240487</c:v>
                </c:pt>
                <c:pt idx="872">
                  <c:v>0.104212243403</c:v>
                </c:pt>
                <c:pt idx="873">
                  <c:v>0.103694663284</c:v>
                </c:pt>
                <c:pt idx="874">
                  <c:v>0.103173586175</c:v>
                </c:pt>
                <c:pt idx="875">
                  <c:v>0.102649101053</c:v>
                </c:pt>
                <c:pt idx="876">
                  <c:v>0.102121299787</c:v>
                </c:pt>
                <c:pt idx="877">
                  <c:v>0.101590277089</c:v>
                </c:pt>
                <c:pt idx="878">
                  <c:v>0.101056130462</c:v>
                </c:pt>
                <c:pt idx="879">
                  <c:v>0.100518960134</c:v>
                </c:pt>
                <c:pt idx="880">
                  <c:v>0.0999788690022</c:v>
                </c:pt>
                <c:pt idx="881">
                  <c:v>0.0994359625562</c:v>
                </c:pt>
                <c:pt idx="882">
                  <c:v>0.098890348804</c:v>
                </c:pt>
                <c:pt idx="883">
                  <c:v>0.0983421381904</c:v>
                </c:pt>
                <c:pt idx="884">
                  <c:v>0.09779144351</c:v>
                </c:pt>
                <c:pt idx="885">
                  <c:v>0.0972383798151</c:v>
                </c:pt>
                <c:pt idx="886">
                  <c:v>0.0966830643189</c:v>
                </c:pt>
                <c:pt idx="887">
                  <c:v>0.096125616293</c:v>
                </c:pt>
                <c:pt idx="888">
                  <c:v>0.0955661569611</c:v>
                </c:pt>
                <c:pt idx="889">
                  <c:v>0.0950048093869</c:v>
                </c:pt>
                <c:pt idx="890">
                  <c:v>0.0944416983589</c:v>
                </c:pt>
                <c:pt idx="891">
                  <c:v>0.0938769502701</c:v>
                </c:pt>
                <c:pt idx="892">
                  <c:v>0.0933106929944</c:v>
                </c:pt>
                <c:pt idx="893">
                  <c:v>0.0927430557591</c:v>
                </c:pt>
                <c:pt idx="894">
                  <c:v>0.0921741690141</c:v>
                </c:pt>
                <c:pt idx="895">
                  <c:v>0.0916041642981</c:v>
                </c:pt>
                <c:pt idx="896">
                  <c:v>0.0910331741019</c:v>
                </c:pt>
                <c:pt idx="897">
                  <c:v>0.0904613317293</c:v>
                </c:pt>
                <c:pt idx="898">
                  <c:v>0.0898887711562</c:v>
                </c:pt>
                <c:pt idx="899">
                  <c:v>0.0893156268873</c:v>
                </c:pt>
                <c:pt idx="900">
                  <c:v>0.0887420338123</c:v>
                </c:pt>
                <c:pt idx="901">
                  <c:v>0.0881681270602</c:v>
                </c:pt>
                <c:pt idx="902">
                  <c:v>0.0875940418531</c:v>
                </c:pt>
                <c:pt idx="903">
                  <c:v>0.0870199133603</c:v>
                </c:pt>
                <c:pt idx="904">
                  <c:v>0.0864458765514</c:v>
                </c:pt>
                <c:pt idx="905">
                  <c:v>0.0858720660511</c:v>
                </c:pt>
                <c:pt idx="906">
                  <c:v>0.0852986159934</c:v>
                </c:pt>
                <c:pt idx="907">
                  <c:v>0.0847256598782</c:v>
                </c:pt>
                <c:pt idx="908">
                  <c:v>0.0841533304286</c:v>
                </c:pt>
                <c:pt idx="909">
                  <c:v>0.0835817594504</c:v>
                </c:pt>
                <c:pt idx="910">
                  <c:v>0.083011077694</c:v>
                </c:pt>
                <c:pt idx="911">
                  <c:v>0.0824414147185</c:v>
                </c:pt>
                <c:pt idx="912">
                  <c:v>0.081872898759</c:v>
                </c:pt>
                <c:pt idx="913">
                  <c:v>0.0813056565971</c:v>
                </c:pt>
                <c:pt idx="914">
                  <c:v>0.0807398134346</c:v>
                </c:pt>
                <c:pt idx="915">
                  <c:v>0.0801754927714</c:v>
                </c:pt>
                <c:pt idx="916">
                  <c:v>0.0796128162874</c:v>
                </c:pt>
                <c:pt idx="917">
                  <c:v>0.0790519037285</c:v>
                </c:pt>
                <c:pt idx="918">
                  <c:v>0.0784928727974</c:v>
                </c:pt>
                <c:pt idx="919">
                  <c:v>0.0779358390491</c:v>
                </c:pt>
                <c:pt idx="920">
                  <c:v>0.0773809157913</c:v>
                </c:pt>
                <c:pt idx="921">
                  <c:v>0.0768282139898</c:v>
                </c:pt>
                <c:pt idx="922">
                  <c:v>0.0762778421797</c:v>
                </c:pt>
                <c:pt idx="923">
                  <c:v>0.0757299063813</c:v>
                </c:pt>
                <c:pt idx="924">
                  <c:v>0.0751845100219</c:v>
                </c:pt>
                <c:pt idx="925">
                  <c:v>0.074641753863</c:v>
                </c:pt>
                <c:pt idx="926">
                  <c:v>0.0741017359336</c:v>
                </c:pt>
                <c:pt idx="927">
                  <c:v>0.0735645514681</c:v>
                </c:pt>
                <c:pt idx="928">
                  <c:v>0.0730302928509</c:v>
                </c:pt>
                <c:pt idx="929">
                  <c:v>0.0724990495665</c:v>
                </c:pt>
                <c:pt idx="930">
                  <c:v>0.0719709081542</c:v>
                </c:pt>
                <c:pt idx="931">
                  <c:v>0.07144595217</c:v>
                </c:pt>
                <c:pt idx="932">
                  <c:v>0.0709242621525</c:v>
                </c:pt>
                <c:pt idx="933">
                  <c:v>0.070405915595</c:v>
                </c:pt>
                <c:pt idx="934">
                  <c:v>0.0698909869227</c:v>
                </c:pt>
                <c:pt idx="935">
                  <c:v>0.0693795474752</c:v>
                </c:pt>
                <c:pt idx="936">
                  <c:v>0.0688716654934</c:v>
                </c:pt>
                <c:pt idx="937">
                  <c:v>0.0683674061122</c:v>
                </c:pt>
                <c:pt idx="938">
                  <c:v>0.0678668313571</c:v>
                </c:pt>
                <c:pt idx="939">
                  <c:v>0.0673700001457</c:v>
                </c:pt>
                <c:pt idx="940">
                  <c:v>0.0668769682933</c:v>
                </c:pt>
                <c:pt idx="941">
                  <c:v>0.0663877885232</c:v>
                </c:pt>
                <c:pt idx="942">
                  <c:v>0.0659025104799</c:v>
                </c:pt>
                <c:pt idx="943">
                  <c:v>0.065421180747</c:v>
                </c:pt>
                <c:pt idx="944">
                  <c:v>0.0649438428678</c:v>
                </c:pt>
                <c:pt idx="945">
                  <c:v>0.0644705373701</c:v>
                </c:pt>
                <c:pt idx="946">
                  <c:v>0.0640013017929</c:v>
                </c:pt>
                <c:pt idx="947">
                  <c:v>0.0635361707171</c:v>
                </c:pt>
                <c:pt idx="948">
                  <c:v>0.0630751757976</c:v>
                </c:pt>
                <c:pt idx="949">
                  <c:v>0.0626183457992</c:v>
                </c:pt>
                <c:pt idx="950">
                  <c:v>0.0621657066332</c:v>
                </c:pt>
                <c:pt idx="951">
                  <c:v>0.0617172813972</c:v>
                </c:pt>
                <c:pt idx="952">
                  <c:v>0.0612730904159</c:v>
                </c:pt>
                <c:pt idx="953">
                  <c:v>0.0608331512835</c:v>
                </c:pt>
                <c:pt idx="954">
                  <c:v>0.0603974789081</c:v>
                </c:pt>
                <c:pt idx="955">
                  <c:v>0.0599660855562</c:v>
                </c:pt>
                <c:pt idx="956">
                  <c:v>0.0595389808991</c:v>
                </c:pt>
                <c:pt idx="957">
                  <c:v>0.0591161720598</c:v>
                </c:pt>
                <c:pt idx="958">
                  <c:v>0.0586976636601</c:v>
                </c:pt>
                <c:pt idx="959">
                  <c:v>0.058283457869</c:v>
                </c:pt>
                <c:pt idx="960">
                  <c:v>0.0578735544507</c:v>
                </c:pt>
                <c:pt idx="961">
                  <c:v>0.0574679508131</c:v>
                </c:pt>
                <c:pt idx="962">
                  <c:v>0.0570666420564</c:v>
                </c:pt>
                <c:pt idx="963">
                  <c:v>0.0566696210215</c:v>
                </c:pt>
                <c:pt idx="964">
                  <c:v>0.0562768783383</c:v>
                </c:pt>
                <c:pt idx="965">
                  <c:v>0.0558884024737</c:v>
                </c:pt>
                <c:pt idx="966">
                  <c:v>0.0555041797796</c:v>
                </c:pt>
                <c:pt idx="967">
                  <c:v>0.0551241945398</c:v>
                </c:pt>
                <c:pt idx="968">
                  <c:v>0.0547484290167</c:v>
                </c:pt>
                <c:pt idx="969">
                  <c:v>0.0543768634982</c:v>
                </c:pt>
                <c:pt idx="970">
                  <c:v>0.0540094763427</c:v>
                </c:pt>
                <c:pt idx="971">
                  <c:v>0.0536462440246</c:v>
                </c:pt>
                <c:pt idx="972">
                  <c:v>0.0532871411785</c:v>
                </c:pt>
                <c:pt idx="973">
                  <c:v>0.0529321406435</c:v>
                </c:pt>
                <c:pt idx="974">
                  <c:v>0.0525812135055</c:v>
                </c:pt>
                <c:pt idx="975">
                  <c:v>0.0522343291408</c:v>
                </c:pt>
                <c:pt idx="976">
                  <c:v>0.0518914552574</c:v>
                </c:pt>
                <c:pt idx="977">
                  <c:v>0.0515525579365</c:v>
                </c:pt>
                <c:pt idx="978">
                  <c:v>0.0512176016736</c:v>
                </c:pt>
                <c:pt idx="979">
                  <c:v>0.0508865494187</c:v>
                </c:pt>
                <c:pt idx="980">
                  <c:v>0.0505593626164</c:v>
                </c:pt>
                <c:pt idx="981">
                  <c:v>0.0502360012452</c:v>
                </c:pt>
                <c:pt idx="982">
                  <c:v>0.0499164238572</c:v>
                </c:pt>
                <c:pt idx="983">
                  <c:v>0.049600587617</c:v>
                </c:pt>
                <c:pt idx="984">
                  <c:v>0.0492884483403</c:v>
                </c:pt>
                <c:pt idx="985">
                  <c:v>0.0489799605337</c:v>
                </c:pt>
                <c:pt idx="986">
                  <c:v>0.0486750774327</c:v>
                </c:pt>
                <c:pt idx="987">
                  <c:v>0.0483737510416</c:v>
                </c:pt>
                <c:pt idx="988">
                  <c:v>0.0480759321721</c:v>
                </c:pt>
                <c:pt idx="989">
                  <c:v>0.0477815704839</c:v>
                </c:pt>
                <c:pt idx="990">
                  <c:v>0.0474906145244</c:v>
                </c:pt>
                <c:pt idx="991">
                  <c:v>0.0472030117694</c:v>
                </c:pt>
                <c:pt idx="992">
                  <c:v>0.0469187086649</c:v>
                </c:pt>
                <c:pt idx="993">
                  <c:v>0.0466376506693</c:v>
                </c:pt>
                <c:pt idx="994">
                  <c:v>0.0463597822964</c:v>
                </c:pt>
                <c:pt idx="995">
                  <c:v>0.0460850471597</c:v>
                </c:pt>
                <c:pt idx="996">
                  <c:v>0.045813388018</c:v>
                </c:pt>
                <c:pt idx="997">
                  <c:v>0.0455447468212</c:v>
                </c:pt>
                <c:pt idx="998">
                  <c:v>0.0452790647591</c:v>
                </c:pt>
                <c:pt idx="999">
                  <c:v>0.0450162823098</c:v>
                </c:pt>
                <c:pt idx="1000">
                  <c:v>0.0447563392909</c:v>
                </c:pt>
                <c:pt idx="1001">
                  <c:v>0.0444991749115</c:v>
                </c:pt>
                <c:pt idx="1002">
                  <c:v>0.0442447278261</c:v>
                </c:pt>
                <c:pt idx="1003">
                  <c:v>0.0439929361902</c:v>
                </c:pt>
                <c:pt idx="1004">
                  <c:v>0.0437437377176</c:v>
                </c:pt>
                <c:pt idx="1005">
                  <c:v>0.0434970697392</c:v>
                </c:pt>
                <c:pt idx="1006">
                  <c:v>0.0432528692638</c:v>
                </c:pt>
                <c:pt idx="1007">
                  <c:v>0.0430110730402</c:v>
                </c:pt>
                <c:pt idx="1008">
                  <c:v>0.0427716176221</c:v>
                </c:pt>
                <c:pt idx="1009">
                  <c:v>0.0425344394335</c:v>
                </c:pt>
                <c:pt idx="1010">
                  <c:v>0.0422994748361</c:v>
                </c:pt>
                <c:pt idx="1011">
                  <c:v>0.0420666601991</c:v>
                </c:pt>
                <c:pt idx="1012">
                  <c:v>0.0418359319693</c:v>
                </c:pt>
                <c:pt idx="1013">
                  <c:v>0.0416072267433</c:v>
                </c:pt>
                <c:pt idx="1014">
                  <c:v>0.0413804813414</c:v>
                </c:pt>
                <c:pt idx="1015">
                  <c:v>0.0411556328814</c:v>
                </c:pt>
                <c:pt idx="1016">
                  <c:v>0.0409326188551</c:v>
                </c:pt>
                <c:pt idx="1017">
                  <c:v>0.0407113772042</c:v>
                </c:pt>
                <c:pt idx="1018">
                  <c:v>0.0404918463977</c:v>
                </c:pt>
                <c:pt idx="1019">
                  <c:v>0.0402739655096</c:v>
                </c:pt>
                <c:pt idx="1020">
                  <c:v>0.0400576742971</c:v>
                </c:pt>
                <c:pt idx="1021">
                  <c:v>0.0398429132779</c:v>
                </c:pt>
                <c:pt idx="1022">
                  <c:v>0.0396296238089</c:v>
                </c:pt>
                <c:pt idx="1023">
                  <c:v>0.0394177481628</c:v>
                </c:pt>
                <c:pt idx="1024">
                  <c:v>0.0392072296053</c:v>
                </c:pt>
                <c:pt idx="1025">
                  <c:v>0.0389980124705</c:v>
                </c:pt>
                <c:pt idx="1026">
                  <c:v>0.038790042235</c:v>
                </c:pt>
                <c:pt idx="1027">
                  <c:v>0.0385832655914</c:v>
                </c:pt>
                <c:pt idx="1028">
                  <c:v>0.0383776305187</c:v>
                </c:pt>
                <c:pt idx="1029">
                  <c:v>0.0381730863512</c:v>
                </c:pt>
                <c:pt idx="1030">
                  <c:v>0.0379695838453</c:v>
                </c:pt>
                <c:pt idx="1031">
                  <c:v>0.0377670752427</c:v>
                </c:pt>
                <c:pt idx="1032">
                  <c:v>0.0375655143315</c:v>
                </c:pt>
                <c:pt idx="1033">
                  <c:v>0.0373648565032</c:v>
                </c:pt>
                <c:pt idx="1034">
                  <c:v>0.0371650588069</c:v>
                </c:pt>
                <c:pt idx="1035">
                  <c:v>0.0369660799993</c:v>
                </c:pt>
                <c:pt idx="1036">
                  <c:v>0.0367678805906</c:v>
                </c:pt>
                <c:pt idx="1037">
                  <c:v>0.0365704228866</c:v>
                </c:pt>
                <c:pt idx="1038">
                  <c:v>0.0363736710255</c:v>
                </c:pt>
                <c:pt idx="1039">
                  <c:v>0.0361775910114</c:v>
                </c:pt>
                <c:pt idx="1040">
                  <c:v>0.0359821507413</c:v>
                </c:pt>
                <c:pt idx="1041">
                  <c:v>0.0357873200287</c:v>
                </c:pt>
                <c:pt idx="1042">
                  <c:v>0.0355930706215</c:v>
                </c:pt>
                <c:pt idx="1043">
                  <c:v>0.035399376214</c:v>
                </c:pt>
                <c:pt idx="1044">
                  <c:v>0.0352062124556</c:v>
                </c:pt>
                <c:pt idx="1045">
                  <c:v>0.0350135569522</c:v>
                </c:pt>
                <c:pt idx="1046">
                  <c:v>0.0348213892636</c:v>
                </c:pt>
                <c:pt idx="1047">
                  <c:v>0.0346296908956</c:v>
                </c:pt>
                <c:pt idx="1048">
                  <c:v>0.0344384452863</c:v>
                </c:pt>
                <c:pt idx="1049">
                  <c:v>0.0342476377879</c:v>
                </c:pt>
                <c:pt idx="1050">
                  <c:v>0.0340572556435</c:v>
                </c:pt>
                <c:pt idx="1051">
                  <c:v>0.0338672879587</c:v>
                </c:pt>
                <c:pt idx="1052">
                  <c:v>0.0336777256685</c:v>
                </c:pt>
                <c:pt idx="1053">
                  <c:v>0.0334885615002</c:v>
                </c:pt>
                <c:pt idx="1054">
                  <c:v>0.0332997899317</c:v>
                </c:pt>
                <c:pt idx="1055">
                  <c:v>0.0331114071452</c:v>
                </c:pt>
                <c:pt idx="1056">
                  <c:v>0.0329234109781</c:v>
                </c:pt>
                <c:pt idx="1057">
                  <c:v>0.0327358008694</c:v>
                </c:pt>
                <c:pt idx="1058">
                  <c:v>0.032548577803</c:v>
                </c:pt>
                <c:pt idx="1059">
                  <c:v>0.0323617442486</c:v>
                </c:pt>
                <c:pt idx="1060">
                  <c:v>0.0321753040986</c:v>
                </c:pt>
                <c:pt idx="1061">
                  <c:v>0.0319892626041</c:v>
                </c:pt>
                <c:pt idx="1062">
                  <c:v>0.0318036263074</c:v>
                </c:pt>
                <c:pt idx="1063">
                  <c:v>0.0316184029735</c:v>
                </c:pt>
                <c:pt idx="1064">
                  <c:v>0.0314336015199</c:v>
                </c:pt>
                <c:pt idx="1065">
                  <c:v>0.0312492319451</c:v>
                </c:pt>
                <c:pt idx="1066">
                  <c:v>0.0310653052564</c:v>
                </c:pt>
                <c:pt idx="1067">
                  <c:v>0.0308818333971</c:v>
                </c:pt>
                <c:pt idx="1068">
                  <c:v>0.0306988291732</c:v>
                </c:pt>
                <c:pt idx="1069">
                  <c:v>0.0305163061804</c:v>
                </c:pt>
                <c:pt idx="1070">
                  <c:v>0.0303342787314</c:v>
                </c:pt>
                <c:pt idx="1071">
                  <c:v>0.0301527617834</c:v>
                </c:pt>
                <c:pt idx="1072">
                  <c:v>0.0299717708669</c:v>
                </c:pt>
                <c:pt idx="1073">
                  <c:v>0.0297913220152</c:v>
                </c:pt>
                <c:pt idx="1074">
                  <c:v>0.0296114316955</c:v>
                </c:pt>
                <c:pt idx="1075">
                  <c:v>0.029432116741</c:v>
                </c:pt>
                <c:pt idx="1076">
                  <c:v>0.0292533942853</c:v>
                </c:pt>
                <c:pt idx="1077">
                  <c:v>0.0290752816982</c:v>
                </c:pt>
                <c:pt idx="1078">
                  <c:v>0.028897796524</c:v>
                </c:pt>
                <c:pt idx="1079">
                  <c:v>0.0287209564211</c:v>
                </c:pt>
                <c:pt idx="1080">
                  <c:v>0.0285447791051</c:v>
                </c:pt>
                <c:pt idx="1081">
                  <c:v>0.0283692822929</c:v>
                </c:pt>
                <c:pt idx="1082">
                  <c:v>0.028194483651</c:v>
                </c:pt>
                <c:pt idx="1083">
                  <c:v>0.0280204007444</c:v>
                </c:pt>
                <c:pt idx="1084">
                  <c:v>0.0278470509901</c:v>
                </c:pt>
                <c:pt idx="1085">
                  <c:v>0.0276744516114</c:v>
                </c:pt>
                <c:pt idx="1086">
                  <c:v>0.0275026195965</c:v>
                </c:pt>
                <c:pt idx="1087">
                  <c:v>0.0273315716586</c:v>
                </c:pt>
                <c:pt idx="1088">
                  <c:v>0.0271613241996</c:v>
                </c:pt>
                <c:pt idx="1089">
                  <c:v>0.0269918932757</c:v>
                </c:pt>
                <c:pt idx="1090">
                  <c:v>0.0268232945667</c:v>
                </c:pt>
                <c:pt idx="1091">
                  <c:v>0.0266555433464</c:v>
                </c:pt>
                <c:pt idx="1092">
                  <c:v>0.0264886544574</c:v>
                </c:pt>
                <c:pt idx="1093">
                  <c:v>0.0263226422869</c:v>
                </c:pt>
                <c:pt idx="1094">
                  <c:v>0.0261575207462</c:v>
                </c:pt>
                <c:pt idx="1095">
                  <c:v>0.0259933032513</c:v>
                </c:pt>
                <c:pt idx="1096">
                  <c:v>0.0258300027074</c:v>
                </c:pt>
                <c:pt idx="1097">
                  <c:v>0.0256676314942</c:v>
                </c:pt>
                <c:pt idx="1098">
                  <c:v>0.0255062014543</c:v>
                </c:pt>
                <c:pt idx="1099">
                  <c:v>0.0253457238831</c:v>
                </c:pt>
                <c:pt idx="1100">
                  <c:v>0.0251862095215</c:v>
                </c:pt>
                <c:pt idx="1101">
                  <c:v>0.0250276685493</c:v>
                </c:pt>
                <c:pt idx="1102">
                  <c:v>0.0248701105816</c:v>
                </c:pt>
                <c:pt idx="1103">
                  <c:v>0.0247135446661</c:v>
                </c:pt>
                <c:pt idx="1104">
                  <c:v>0.0245579792822</c:v>
                </c:pt>
                <c:pt idx="1105">
                  <c:v>0.0244034223422</c:v>
                </c:pt>
                <c:pt idx="1106">
                  <c:v>0.0242498811925</c:v>
                </c:pt>
                <c:pt idx="1107">
                  <c:v>0.0240973626179</c:v>
                </c:pt>
                <c:pt idx="1108">
                  <c:v>0.0239458728457</c:v>
                </c:pt>
                <c:pt idx="1109">
                  <c:v>0.0237954175517</c:v>
                </c:pt>
                <c:pt idx="1110">
                  <c:v>0.0236460018669</c:v>
                </c:pt>
                <c:pt idx="1111">
                  <c:v>0.0234976303853</c:v>
                </c:pt>
                <c:pt idx="1112">
                  <c:v>0.0233503071726</c:v>
                </c:pt>
                <c:pt idx="1113">
                  <c:v>0.0232040357753</c:v>
                </c:pt>
                <c:pt idx="1114">
                  <c:v>0.0230588192314</c:v>
                </c:pt>
                <c:pt idx="1115">
                  <c:v>0.0229146600805</c:v>
                </c:pt>
                <c:pt idx="1116">
                  <c:v>0.0227715603756</c:v>
                </c:pt>
                <c:pt idx="1117">
                  <c:v>0.0226295216945</c:v>
                </c:pt>
                <c:pt idx="1118">
                  <c:v>0.0224885451523</c:v>
                </c:pt>
                <c:pt idx="1119">
                  <c:v>0.022348631414</c:v>
                </c:pt>
                <c:pt idx="1120">
                  <c:v>0.022209780707</c:v>
                </c:pt>
                <c:pt idx="1121">
                  <c:v>0.0220719928346</c:v>
                </c:pt>
                <c:pt idx="1122">
                  <c:v>0.0219352671891</c:v>
                </c:pt>
                <c:pt idx="1123">
                  <c:v>0.0217996027653</c:v>
                </c:pt>
                <c:pt idx="1124">
                  <c:v>0.021664998174</c:v>
                </c:pt>
                <c:pt idx="1125">
                  <c:v>0.0215314516557</c:v>
                </c:pt>
                <c:pt idx="1126">
                  <c:v>0.0213989610939</c:v>
                </c:pt>
                <c:pt idx="1127">
                  <c:v>0.021267524029</c:v>
                </c:pt>
                <c:pt idx="1128">
                  <c:v>0.0211371376717</c:v>
                </c:pt>
                <c:pt idx="1129">
                  <c:v>0.0210077989163</c:v>
                </c:pt>
                <c:pt idx="1130">
                  <c:v>0.0208795043542</c:v>
                </c:pt>
                <c:pt idx="1131">
                  <c:v>0.020752250287</c:v>
                </c:pt>
                <c:pt idx="1132">
                  <c:v>0.0206260327392</c:v>
                </c:pt>
                <c:pt idx="1133">
                  <c:v>0.0205008474715</c:v>
                </c:pt>
                <c:pt idx="1134">
                  <c:v>0.020376689993</c:v>
                </c:pt>
                <c:pt idx="1135">
                  <c:v>0.0202535555738</c:v>
                </c:pt>
                <c:pt idx="1136">
                  <c:v>0.0201314392569</c:v>
                </c:pt>
                <c:pt idx="1137">
                  <c:v>0.0200103358703</c:v>
                </c:pt>
                <c:pt idx="1138">
                  <c:v>0.0198902400384</c:v>
                </c:pt>
                <c:pt idx="1139">
                  <c:v>0.0197711461936</c:v>
                </c:pt>
                <c:pt idx="1140">
                  <c:v>0.019653048587</c:v>
                </c:pt>
                <c:pt idx="1141">
                  <c:v>0.0195359412995</c:v>
                </c:pt>
                <c:pt idx="1142">
                  <c:v>0.0194198182522</c:v>
                </c:pt>
                <c:pt idx="1143">
                  <c:v>0.0193046732164</c:v>
                </c:pt>
                <c:pt idx="1144">
                  <c:v>0.0191904998236</c:v>
                </c:pt>
                <c:pt idx="1145">
                  <c:v>0.0190772915751</c:v>
                </c:pt>
                <c:pt idx="1146">
                  <c:v>0.0189650418514</c:v>
                </c:pt>
                <c:pt idx="1147">
                  <c:v>0.0188537439209</c:v>
                </c:pt>
                <c:pt idx="1148">
                  <c:v>0.0187433909486</c:v>
                </c:pt>
                <c:pt idx="1149">
                  <c:v>0.0186339760049</c:v>
                </c:pt>
                <c:pt idx="1150">
                  <c:v>0.0185254920731</c:v>
                </c:pt>
                <c:pt idx="1151">
                  <c:v>0.0184179320577</c:v>
                </c:pt>
                <c:pt idx="1152">
                  <c:v>0.0183112887915</c:v>
                </c:pt>
                <c:pt idx="1153">
                  <c:v>0.018205555043</c:v>
                </c:pt>
                <c:pt idx="1154">
                  <c:v>0.0181007235235</c:v>
                </c:pt>
                <c:pt idx="1155">
                  <c:v>0.0179967868933</c:v>
                </c:pt>
                <c:pt idx="1156">
                  <c:v>0.0178937377686</c:v>
                </c:pt>
                <c:pt idx="1157">
                  <c:v>0.0177915687274</c:v>
                </c:pt>
                <c:pt idx="1158">
                  <c:v>0.0176902723152</c:v>
                </c:pt>
                <c:pt idx="1159">
                  <c:v>0.0175898410509</c:v>
                </c:pt>
                <c:pt idx="1160">
                  <c:v>0.017490267432</c:v>
                </c:pt>
                <c:pt idx="1161">
                  <c:v>0.0173915439399</c:v>
                </c:pt>
                <c:pt idx="1162">
                  <c:v>0.0172936630444</c:v>
                </c:pt>
                <c:pt idx="1163">
                  <c:v>0.0171966172089</c:v>
                </c:pt>
                <c:pt idx="1164">
                  <c:v>0.0171003988944</c:v>
                </c:pt>
                <c:pt idx="1165">
                  <c:v>0.0170050005638</c:v>
                </c:pt>
                <c:pt idx="1166">
                  <c:v>0.0169104146862</c:v>
                </c:pt>
                <c:pt idx="1167">
                  <c:v>0.0168166337405</c:v>
                </c:pt>
                <c:pt idx="1168">
                  <c:v>0.0167236502189</c:v>
                </c:pt>
                <c:pt idx="1169">
                  <c:v>0.0166314566306</c:v>
                </c:pt>
                <c:pt idx="1170">
                  <c:v>0.0165400455047</c:v>
                </c:pt>
                <c:pt idx="1171">
                  <c:v>0.0164494093938</c:v>
                </c:pt>
                <c:pt idx="1172">
                  <c:v>0.0163595408762</c:v>
                </c:pt>
                <c:pt idx="1173">
                  <c:v>0.0162704325593</c:v>
                </c:pt>
                <c:pt idx="1174">
                  <c:v>0.0161820770818</c:v>
                </c:pt>
                <c:pt idx="1175">
                  <c:v>0.0160944671162</c:v>
                </c:pt>
                <c:pt idx="1176">
                  <c:v>0.016007595371</c:v>
                </c:pt>
                <c:pt idx="1177">
                  <c:v>0.0159214545931</c:v>
                </c:pt>
                <c:pt idx="1178">
                  <c:v>0.0158360375694</c:v>
                </c:pt>
                <c:pt idx="1179">
                  <c:v>0.0157513371291</c:v>
                </c:pt>
                <c:pt idx="1180">
                  <c:v>0.015667346145</c:v>
                </c:pt>
                <c:pt idx="1181">
                  <c:v>0.0155840575355</c:v>
                </c:pt>
                <c:pt idx="1182">
                  <c:v>0.015501464266</c:v>
                </c:pt>
                <c:pt idx="1183">
                  <c:v>0.0154195593501</c:v>
                </c:pt>
                <c:pt idx="1184">
                  <c:v>0.0153383358512</c:v>
                </c:pt>
                <c:pt idx="1185">
                  <c:v>0.0152577868834</c:v>
                </c:pt>
                <c:pt idx="1186">
                  <c:v>0.0151779056129</c:v>
                </c:pt>
                <c:pt idx="1187">
                  <c:v>0.0150986852586</c:v>
                </c:pt>
                <c:pt idx="1188">
                  <c:v>0.0150201190935</c:v>
                </c:pt>
                <c:pt idx="1189">
                  <c:v>0.0149422004451</c:v>
                </c:pt>
                <c:pt idx="1190">
                  <c:v>0.0148649226965</c:v>
                </c:pt>
                <c:pt idx="1191">
                  <c:v>0.0147882792868</c:v>
                </c:pt>
                <c:pt idx="1192">
                  <c:v>0.0147122637119</c:v>
                </c:pt>
                <c:pt idx="1193">
                  <c:v>0.0146368695247</c:v>
                </c:pt>
                <c:pt idx="1194">
                  <c:v>0.0145620903362</c:v>
                </c:pt>
                <c:pt idx="1195">
                  <c:v>0.0144879198151</c:v>
                </c:pt>
                <c:pt idx="1196">
                  <c:v>0.0144143516889</c:v>
                </c:pt>
                <c:pt idx="1197">
                  <c:v>0.0143413797437</c:v>
                </c:pt>
                <c:pt idx="1198">
                  <c:v>0.0142689978246</c:v>
                </c:pt>
                <c:pt idx="1199">
                  <c:v>0.0141971998358</c:v>
                </c:pt>
                <c:pt idx="1200">
                  <c:v>0.014125979741</c:v>
                </c:pt>
                <c:pt idx="1201">
                  <c:v>0.0140553315631</c:v>
                </c:pt>
                <c:pt idx="1202">
                  <c:v>0.0139852493844</c:v>
                </c:pt>
                <c:pt idx="1203">
                  <c:v>0.013915727347</c:v>
                </c:pt>
                <c:pt idx="1204">
                  <c:v>0.013846759652</c:v>
                </c:pt>
                <c:pt idx="1205">
                  <c:v>0.0137783405601</c:v>
                </c:pt>
                <c:pt idx="1206">
                  <c:v>0.0137104643913</c:v>
                </c:pt>
                <c:pt idx="1207">
                  <c:v>0.0136431255244</c:v>
                </c:pt>
                <c:pt idx="1208">
                  <c:v>0.0135763183976</c:v>
                </c:pt>
                <c:pt idx="1209">
                  <c:v>0.0135100375075</c:v>
                </c:pt>
                <c:pt idx="1210">
                  <c:v>0.0134442774096</c:v>
                </c:pt>
                <c:pt idx="1211">
                  <c:v>0.0133790327173</c:v>
                </c:pt>
                <c:pt idx="1212">
                  <c:v>0.0133142981024</c:v>
                </c:pt>
                <c:pt idx="1213">
                  <c:v>0.0132500682942</c:v>
                </c:pt>
                <c:pt idx="1214">
                  <c:v>0.0131863380798</c:v>
                </c:pt>
                <c:pt idx="1215">
                  <c:v>0.0131231023031</c:v>
                </c:pt>
                <c:pt idx="1216">
                  <c:v>0.013060355865</c:v>
                </c:pt>
                <c:pt idx="1217">
                  <c:v>0.0129980937227</c:v>
                </c:pt>
                <c:pt idx="1218">
                  <c:v>0.0129363108894</c:v>
                </c:pt>
                <c:pt idx="1219">
                  <c:v>0.0128750024343</c:v>
                </c:pt>
                <c:pt idx="1220">
                  <c:v>0.0128141634816</c:v>
                </c:pt>
                <c:pt idx="1221">
                  <c:v>0.0127537892103</c:v>
                </c:pt>
                <c:pt idx="1222">
                  <c:v>0.0126938748542</c:v>
                </c:pt>
                <c:pt idx="1223">
                  <c:v>0.0126344157007</c:v>
                </c:pt>
                <c:pt idx="1224">
                  <c:v>0.0125754070912</c:v>
                </c:pt>
                <c:pt idx="1225">
                  <c:v>0.0125168444198</c:v>
                </c:pt>
                <c:pt idx="1226">
                  <c:v>0.0124587231336</c:v>
                </c:pt>
                <c:pt idx="1227">
                  <c:v>0.0124010387318</c:v>
                </c:pt>
                <c:pt idx="1228">
                  <c:v>0.0123437867653</c:v>
                </c:pt>
                <c:pt idx="1229">
                  <c:v>0.0122869628365</c:v>
                </c:pt>
                <c:pt idx="1230">
                  <c:v>0.0122305625982</c:v>
                </c:pt>
                <c:pt idx="1231">
                  <c:v>0.012174581754</c:v>
                </c:pt>
                <c:pt idx="1232">
                  <c:v>0.012119016057</c:v>
                </c:pt>
                <c:pt idx="1233">
                  <c:v>0.0120638613097</c:v>
                </c:pt>
                <c:pt idx="1234">
                  <c:v>0.0120091133637</c:v>
                </c:pt>
                <c:pt idx="1235">
                  <c:v>0.0119547681188</c:v>
                </c:pt>
                <c:pt idx="1236">
                  <c:v>0.0119008215226</c:v>
                </c:pt>
                <c:pt idx="1237">
                  <c:v>0.0118472695704</c:v>
                </c:pt>
                <c:pt idx="1238">
                  <c:v>0.011794108304</c:v>
                </c:pt>
                <c:pt idx="1239">
                  <c:v>0.011741333812</c:v>
                </c:pt>
                <c:pt idx="1240">
                  <c:v>0.0116889422288</c:v>
                </c:pt>
                <c:pt idx="1241">
                  <c:v>0.0116369297341</c:v>
                </c:pt>
                <c:pt idx="1242">
                  <c:v>0.0115852925526</c:v>
                </c:pt>
                <c:pt idx="1243">
                  <c:v>0.0115340269536</c:v>
                </c:pt>
                <c:pt idx="1244">
                  <c:v>0.0114831292502</c:v>
                </c:pt>
                <c:pt idx="1245">
                  <c:v>0.0114325957989</c:v>
                </c:pt>
                <c:pt idx="1246">
                  <c:v>0.0113824229995</c:v>
                </c:pt>
                <c:pt idx="1247">
                  <c:v>0.011332607294</c:v>
                </c:pt>
                <c:pt idx="1248">
                  <c:v>0.0112831451665</c:v>
                </c:pt>
                <c:pt idx="1249">
                  <c:v>0.0112340331427</c:v>
                </c:pt>
                <c:pt idx="1250">
                  <c:v>0.0111852677893</c:v>
                </c:pt>
                <c:pt idx="1251">
                  <c:v>0.0111368457135</c:v>
                </c:pt>
                <c:pt idx="1252">
                  <c:v>0.0110887635628</c:v>
                </c:pt>
                <c:pt idx="1253">
                  <c:v>0.0110410180242</c:v>
                </c:pt>
                <c:pt idx="1254">
                  <c:v>0.0109936058239</c:v>
                </c:pt>
                <c:pt idx="1255">
                  <c:v>0.0109465237267</c:v>
                </c:pt>
                <c:pt idx="1256">
                  <c:v>0.0108997685359</c:v>
                </c:pt>
                <c:pt idx="1257">
                  <c:v>0.0108533370924</c:v>
                </c:pt>
                <c:pt idx="1258">
                  <c:v>0.0108072262743</c:v>
                </c:pt>
                <c:pt idx="1259">
                  <c:v>0.0107614329968</c:v>
                </c:pt>
                <c:pt idx="1260">
                  <c:v>0.0107159542115</c:v>
                </c:pt>
                <c:pt idx="1261">
                  <c:v>0.0106707869057</c:v>
                </c:pt>
                <c:pt idx="1262">
                  <c:v>0.0106259281026</c:v>
                </c:pt>
                <c:pt idx="1263">
                  <c:v>0.0105813748604</c:v>
                </c:pt>
                <c:pt idx="1264">
                  <c:v>0.0105371242716</c:v>
                </c:pt>
                <c:pt idx="1265">
                  <c:v>0.0104931734635</c:v>
                </c:pt>
                <c:pt idx="1266">
                  <c:v>0.0104495195967</c:v>
                </c:pt>
                <c:pt idx="1267">
                  <c:v>0.0104061598655</c:v>
                </c:pt>
                <c:pt idx="1268">
                  <c:v>0.010363091497</c:v>
                </c:pt>
                <c:pt idx="1269">
                  <c:v>0.0103203117508</c:v>
                </c:pt>
                <c:pt idx="1270">
                  <c:v>0.0102778179187</c:v>
                </c:pt>
                <c:pt idx="1271">
                  <c:v>0.0102356073242</c:v>
                </c:pt>
                <c:pt idx="1272">
                  <c:v>0.0101936773221</c:v>
                </c:pt>
                <c:pt idx="1273">
                  <c:v>0.0101520252982</c:v>
                </c:pt>
                <c:pt idx="1274">
                  <c:v>0.0101106486686</c:v>
                </c:pt>
                <c:pt idx="1275">
                  <c:v>0.0100695448796</c:v>
                </c:pt>
                <c:pt idx="1276">
                  <c:v>0.0100287114074</c:v>
                </c:pt>
                <c:pt idx="1277">
                  <c:v>0.00998814575734</c:v>
                </c:pt>
                <c:pt idx="1278">
                  <c:v>0.00994784546381</c:v>
                </c:pt>
                <c:pt idx="1279">
                  <c:v>0.00990780808978</c:v>
                </c:pt>
                <c:pt idx="1280">
                  <c:v>0.00986803122643</c:v>
                </c:pt>
                <c:pt idx="1281">
                  <c:v>0.00982851249281</c:v>
                </c:pt>
                <c:pt idx="1282">
                  <c:v>0.00978924953545</c:v>
                </c:pt>
                <c:pt idx="1283">
                  <c:v>0.00975024002799</c:v>
                </c:pt>
                <c:pt idx="1284">
                  <c:v>0.00971148167087</c:v>
                </c:pt>
                <c:pt idx="1285">
                  <c:v>0.00967297219095</c:v>
                </c:pt>
                <c:pt idx="1286">
                  <c:v>0.00963470934117</c:v>
                </c:pt>
                <c:pt idx="1287">
                  <c:v>0.0095966909002</c:v>
                </c:pt>
                <c:pt idx="1288">
                  <c:v>0.00955891467211</c:v>
                </c:pt>
                <c:pt idx="1289">
                  <c:v>0.00952137848604</c:v>
                </c:pt>
                <c:pt idx="1290">
                  <c:v>0.00948408019586</c:v>
                </c:pt>
                <c:pt idx="1291">
                  <c:v>0.00944701767988</c:v>
                </c:pt>
                <c:pt idx="1292">
                  <c:v>0.00941018884047</c:v>
                </c:pt>
                <c:pt idx="1293">
                  <c:v>0.00937359160378</c:v>
                </c:pt>
                <c:pt idx="1294">
                  <c:v>0.00933722391944</c:v>
                </c:pt>
                <c:pt idx="1295">
                  <c:v>0.00930108376023</c:v>
                </c:pt>
                <c:pt idx="1296">
                  <c:v>0.00926516912177</c:v>
                </c:pt>
                <c:pt idx="1297">
                  <c:v>0.00922947802225</c:v>
                </c:pt>
                <c:pt idx="1298">
                  <c:v>0.00919400850208</c:v>
                </c:pt>
                <c:pt idx="1299">
                  <c:v>0.00915875862368</c:v>
                </c:pt>
                <c:pt idx="1300">
                  <c:v>0.00912372647112</c:v>
                </c:pt>
                <c:pt idx="1301">
                  <c:v>0.00908891014986</c:v>
                </c:pt>
                <c:pt idx="1302">
                  <c:v>0.00905430778647</c:v>
                </c:pt>
                <c:pt idx="1303">
                  <c:v>0.00901991752836</c:v>
                </c:pt>
                <c:pt idx="1304">
                  <c:v>0.00898573754351</c:v>
                </c:pt>
                <c:pt idx="1305">
                  <c:v>0.00895176602018</c:v>
                </c:pt>
                <c:pt idx="1306">
                  <c:v>0.00891800116668</c:v>
                </c:pt>
                <c:pt idx="1307">
                  <c:v>0.00888444121105</c:v>
                </c:pt>
                <c:pt idx="1308">
                  <c:v>0.00885108440088</c:v>
                </c:pt>
                <c:pt idx="1309">
                  <c:v>0.00881792900299</c:v>
                </c:pt>
                <c:pt idx="1310">
                  <c:v>0.00878497330321</c:v>
                </c:pt>
                <c:pt idx="1311">
                  <c:v>0.00875221560615</c:v>
                </c:pt>
                <c:pt idx="1312">
                  <c:v>0.00871965423491</c:v>
                </c:pt>
                <c:pt idx="1313">
                  <c:v>0.00868728753087</c:v>
                </c:pt>
                <c:pt idx="1314">
                  <c:v>0.00865511385346</c:v>
                </c:pt>
                <c:pt idx="1315">
                  <c:v>0.00862313157991</c:v>
                </c:pt>
                <c:pt idx="1316">
                  <c:v>0.00859133910501</c:v>
                </c:pt>
                <c:pt idx="1317">
                  <c:v>0.00855973484092</c:v>
                </c:pt>
                <c:pt idx="1318">
                  <c:v>0.00852831721692</c:v>
                </c:pt>
                <c:pt idx="1319">
                  <c:v>0.00849708467919</c:v>
                </c:pt>
                <c:pt idx="1320">
                  <c:v>0.0084660356906</c:v>
                </c:pt>
                <c:pt idx="1321">
                  <c:v>0.00843516873049</c:v>
                </c:pt>
                <c:pt idx="1322">
                  <c:v>0.00840448229447</c:v>
                </c:pt>
                <c:pt idx="1323">
                  <c:v>0.00837397489418</c:v>
                </c:pt>
                <c:pt idx="1324">
                  <c:v>0.00834364505715</c:v>
                </c:pt>
                <c:pt idx="1325">
                  <c:v>0.00831349132652</c:v>
                </c:pt>
                <c:pt idx="1326">
                  <c:v>0.00828351226088</c:v>
                </c:pt>
                <c:pt idx="1327">
                  <c:v>0.00825370643409</c:v>
                </c:pt>
                <c:pt idx="1328">
                  <c:v>0.00822407243504</c:v>
                </c:pt>
                <c:pt idx="1329">
                  <c:v>0.0081946088675</c:v>
                </c:pt>
                <c:pt idx="1330">
                  <c:v>0.00816531434992</c:v>
                </c:pt>
                <c:pt idx="1331">
                  <c:v>0.00813618751522</c:v>
                </c:pt>
                <c:pt idx="1332">
                  <c:v>0.00810722701063</c:v>
                </c:pt>
                <c:pt idx="1333">
                  <c:v>0.00807843149752</c:v>
                </c:pt>
                <c:pt idx="1334">
                  <c:v>0.0080497996512</c:v>
                </c:pt>
                <c:pt idx="1335">
                  <c:v>0.00802133016074</c:v>
                </c:pt>
                <c:pt idx="1336">
                  <c:v>0.00799302172882</c:v>
                </c:pt>
                <c:pt idx="1337">
                  <c:v>0.00796487307154</c:v>
                </c:pt>
                <c:pt idx="1338">
                  <c:v>0.00793688291825</c:v>
                </c:pt>
                <c:pt idx="1339">
                  <c:v>0.00790905001141</c:v>
                </c:pt>
                <c:pt idx="1340">
                  <c:v>0.0078813731064</c:v>
                </c:pt>
                <c:pt idx="1341">
                  <c:v>0.00785385097136</c:v>
                </c:pt>
                <c:pt idx="1342">
                  <c:v>0.00782648238703</c:v>
                </c:pt>
                <c:pt idx="1343">
                  <c:v>0.00779926614663</c:v>
                </c:pt>
                <c:pt idx="1344">
                  <c:v>0.00777220105563</c:v>
                </c:pt>
                <c:pt idx="1345">
                  <c:v>0.00774528593169</c:v>
                </c:pt>
                <c:pt idx="1346">
                  <c:v>0.00771851960442</c:v>
                </c:pt>
                <c:pt idx="1347">
                  <c:v>0.0076919009153</c:v>
                </c:pt>
                <c:pt idx="1348">
                  <c:v>0.00766542871748</c:v>
                </c:pt>
                <c:pt idx="1349">
                  <c:v>0.0076391018757</c:v>
                </c:pt>
                <c:pt idx="1350">
                  <c:v>0.00761291926606</c:v>
                </c:pt>
                <c:pt idx="1351">
                  <c:v>0.00758687977596</c:v>
                </c:pt>
                <c:pt idx="1352">
                  <c:v>0.00756098230394</c:v>
                </c:pt>
                <c:pt idx="1353">
                  <c:v>0.0075352257595</c:v>
                </c:pt>
                <c:pt idx="1354">
                  <c:v>0.00750960906302</c:v>
                </c:pt>
                <c:pt idx="1355">
                  <c:v>0.0074841311456</c:v>
                </c:pt>
                <c:pt idx="1356">
                  <c:v>0.00745879094895</c:v>
                </c:pt>
                <c:pt idx="1357">
                  <c:v>0.00743358742521</c:v>
                </c:pt>
                <c:pt idx="1358">
                  <c:v>0.0074085195369</c:v>
                </c:pt>
                <c:pt idx="1359">
                  <c:v>0.00738358625672</c:v>
                </c:pt>
                <c:pt idx="1360">
                  <c:v>0.00735878656749</c:v>
                </c:pt>
                <c:pt idx="1361">
                  <c:v>0.00733411946196</c:v>
                </c:pt>
                <c:pt idx="1362">
                  <c:v>0.00730958394276</c:v>
                </c:pt>
                <c:pt idx="1363">
                  <c:v>0.00728517902223</c:v>
                </c:pt>
                <c:pt idx="1364">
                  <c:v>0.00726090372233</c:v>
                </c:pt>
                <c:pt idx="1365">
                  <c:v>0.0072367570745</c:v>
                </c:pt>
                <c:pt idx="1366">
                  <c:v>0.00721273811959</c:v>
                </c:pt>
                <c:pt idx="1367">
                  <c:v>0.00718884590768</c:v>
                </c:pt>
                <c:pt idx="1368">
                  <c:v>0.00716507949805</c:v>
                </c:pt>
                <c:pt idx="1369">
                  <c:v>0.007141437959</c:v>
                </c:pt>
                <c:pt idx="1370">
                  <c:v>0.00711792036779</c:v>
                </c:pt>
                <c:pt idx="1371">
                  <c:v>0.00709452581049</c:v>
                </c:pt>
                <c:pt idx="1372">
                  <c:v>0.00707125338193</c:v>
                </c:pt>
                <c:pt idx="1373">
                  <c:v>0.00704810218556</c:v>
                </c:pt>
                <c:pt idx="1374">
                  <c:v>0.00702507133334</c:v>
                </c:pt>
                <c:pt idx="1375">
                  <c:v>0.00700215994567</c:v>
                </c:pt>
                <c:pt idx="1376">
                  <c:v>0.00697936715128</c:v>
                </c:pt>
                <c:pt idx="1377">
                  <c:v>0.00695669208711</c:v>
                </c:pt>
                <c:pt idx="1378">
                  <c:v>0.00693413389826</c:v>
                </c:pt>
                <c:pt idx="1379">
                  <c:v>0.00691169173783</c:v>
                </c:pt>
                <c:pt idx="1380">
                  <c:v>0.0068893647669</c:v>
                </c:pt>
                <c:pt idx="1381">
                  <c:v>0.00686715215438</c:v>
                </c:pt>
                <c:pt idx="1382">
                  <c:v>0.00684505307694</c:v>
                </c:pt>
                <c:pt idx="1383">
                  <c:v>0.00682306671894</c:v>
                </c:pt>
                <c:pt idx="1384">
                  <c:v>0.00680119227229</c:v>
                </c:pt>
                <c:pt idx="1385">
                  <c:v>0.00677942893642</c:v>
                </c:pt>
                <c:pt idx="1386">
                  <c:v>0.00675777591816</c:v>
                </c:pt>
                <c:pt idx="1387">
                  <c:v>0.00673623243164</c:v>
                </c:pt>
                <c:pt idx="1388">
                  <c:v>0.00671479769828</c:v>
                </c:pt>
                <c:pt idx="1389">
                  <c:v>0.00669347094659</c:v>
                </c:pt>
                <c:pt idx="1390">
                  <c:v>0.00667225141221</c:v>
                </c:pt>
                <c:pt idx="1391">
                  <c:v>0.00665113833774</c:v>
                </c:pt>
                <c:pt idx="1392">
                  <c:v>0.0066301309727</c:v>
                </c:pt>
                <c:pt idx="1393">
                  <c:v>0.00660922857346</c:v>
                </c:pt>
                <c:pt idx="1394">
                  <c:v>0.00658843040312</c:v>
                </c:pt>
                <c:pt idx="1395">
                  <c:v>0.00656773573149</c:v>
                </c:pt>
                <c:pt idx="1396">
                  <c:v>0.00654714383496</c:v>
                </c:pt>
                <c:pt idx="1397">
                  <c:v>0.00652665399648</c:v>
                </c:pt>
                <c:pt idx="1398">
                  <c:v>0.00650626550542</c:v>
                </c:pt>
                <c:pt idx="1399">
                  <c:v>0.00648597765756</c:v>
                </c:pt>
                <c:pt idx="1400">
                  <c:v>0.00646578975501</c:v>
                </c:pt>
                <c:pt idx="1401">
                  <c:v>0.00644570110608</c:v>
                </c:pt>
                <c:pt idx="1402">
                  <c:v>0.00642571102529</c:v>
                </c:pt>
                <c:pt idx="1403">
                  <c:v>0.00640581883325</c:v>
                </c:pt>
                <c:pt idx="1404">
                  <c:v>0.00638602385661</c:v>
                </c:pt>
                <c:pt idx="1405">
                  <c:v>0.00636632542798</c:v>
                </c:pt>
                <c:pt idx="1406">
                  <c:v>0.0063467228859</c:v>
                </c:pt>
                <c:pt idx="1407">
                  <c:v>0.00632721557473</c:v>
                </c:pt>
                <c:pt idx="1408">
                  <c:v>0.0063078028446</c:v>
                </c:pt>
                <c:pt idx="1409">
                  <c:v>0.00628848405136</c:v>
                </c:pt>
                <c:pt idx="1410">
                  <c:v>0.00626925855652</c:v>
                </c:pt>
                <c:pt idx="1411">
                  <c:v>0.00625012572715</c:v>
                </c:pt>
                <c:pt idx="1412">
                  <c:v>0.00623108493587</c:v>
                </c:pt>
                <c:pt idx="1413">
                  <c:v>0.00621213556076</c:v>
                </c:pt>
                <c:pt idx="1414">
                  <c:v>0.00619327698529</c:v>
                </c:pt>
                <c:pt idx="1415">
                  <c:v>0.00617450859829</c:v>
                </c:pt>
                <c:pt idx="1416">
                  <c:v>0.00615582979389</c:v>
                </c:pt>
                <c:pt idx="1417">
                  <c:v>0.00613723997143</c:v>
                </c:pt>
                <c:pt idx="1418">
                  <c:v>0.00611873853544</c:v>
                </c:pt>
                <c:pt idx="1419">
                  <c:v>0.00610032489556</c:v>
                </c:pt>
                <c:pt idx="1420">
                  <c:v>0.0060819984665</c:v>
                </c:pt>
                <c:pt idx="1421">
                  <c:v>0.00606375866798</c:v>
                </c:pt>
                <c:pt idx="1422">
                  <c:v>0.00604560492468</c:v>
                </c:pt>
                <c:pt idx="1423">
                  <c:v>0.00602753666618</c:v>
                </c:pt>
                <c:pt idx="1424">
                  <c:v>0.00600955332689</c:v>
                </c:pt>
                <c:pt idx="1425">
                  <c:v>0.00599165434605</c:v>
                </c:pt>
                <c:pt idx="1426">
                  <c:v>0.00597383916764</c:v>
                </c:pt>
                <c:pt idx="1427">
                  <c:v>0.00595610724033</c:v>
                </c:pt>
                <c:pt idx="1428">
                  <c:v>0.00593845801743</c:v>
                </c:pt>
                <c:pt idx="1429">
                  <c:v>0.00592089095687</c:v>
                </c:pt>
                <c:pt idx="1430">
                  <c:v>0.00590340552111</c:v>
                </c:pt>
                <c:pt idx="1431">
                  <c:v>0.00588600117712</c:v>
                </c:pt>
                <c:pt idx="1432">
                  <c:v>0.00586867739632</c:v>
                </c:pt>
                <c:pt idx="1433">
                  <c:v>0.00585143365455</c:v>
                </c:pt>
                <c:pt idx="1434">
                  <c:v>0.00583426943198</c:v>
                </c:pt>
                <c:pt idx="1435">
                  <c:v>0.00581718421313</c:v>
                </c:pt>
                <c:pt idx="1436">
                  <c:v>0.00580017748678</c:v>
                </c:pt>
                <c:pt idx="1437">
                  <c:v>0.00578324874591</c:v>
                </c:pt>
                <c:pt idx="1438">
                  <c:v>0.00576639748772</c:v>
                </c:pt>
                <c:pt idx="1439">
                  <c:v>0.00574962321352</c:v>
                </c:pt>
                <c:pt idx="1440">
                  <c:v>0.00573292542872</c:v>
                </c:pt>
                <c:pt idx="1441">
                  <c:v>0.00571630364278</c:v>
                </c:pt>
                <c:pt idx="1442">
                  <c:v>0.00569975736919</c:v>
                </c:pt>
                <c:pt idx="1443">
                  <c:v>0.00568328612537</c:v>
                </c:pt>
                <c:pt idx="1444">
                  <c:v>0.00566688943271</c:v>
                </c:pt>
                <c:pt idx="1445">
                  <c:v>0.00565056681645</c:v>
                </c:pt>
                <c:pt idx="1446">
                  <c:v>0.0056343178057</c:v>
                </c:pt>
                <c:pt idx="1447">
                  <c:v>0.00561814193337</c:v>
                </c:pt>
                <c:pt idx="1448">
                  <c:v>0.00560203873613</c:v>
                </c:pt>
                <c:pt idx="1449">
                  <c:v>0.00558600775439</c:v>
                </c:pt>
                <c:pt idx="1450">
                  <c:v>0.00557004853224</c:v>
                </c:pt>
                <c:pt idx="1451">
                  <c:v>0.00555416061743</c:v>
                </c:pt>
                <c:pt idx="1452">
                  <c:v>0.00553834356134</c:v>
                </c:pt>
                <c:pt idx="1453">
                  <c:v>0.00552259691889</c:v>
                </c:pt>
                <c:pt idx="1454">
                  <c:v>0.00550692024858</c:v>
                </c:pt>
                <c:pt idx="1455">
                  <c:v>0.0054913131124</c:v>
                </c:pt>
                <c:pt idx="1456">
                  <c:v>0.00547577507582</c:v>
                </c:pt>
                <c:pt idx="1457">
                  <c:v>0.00546030570773</c:v>
                </c:pt>
                <c:pt idx="1458">
                  <c:v>0.00544490458042</c:v>
                </c:pt>
                <c:pt idx="1459">
                  <c:v>0.00542957126957</c:v>
                </c:pt>
                <c:pt idx="1460">
                  <c:v>0.00541430535418</c:v>
                </c:pt>
                <c:pt idx="1461">
                  <c:v>0.00539910641653</c:v>
                </c:pt>
                <c:pt idx="1462">
                  <c:v>0.0053839740422</c:v>
                </c:pt>
                <c:pt idx="1463">
                  <c:v>0.00536890781996</c:v>
                </c:pt>
                <c:pt idx="1464">
                  <c:v>0.00535390734183</c:v>
                </c:pt>
                <c:pt idx="1465">
                  <c:v>0.00533897220296</c:v>
                </c:pt>
                <c:pt idx="1466">
                  <c:v>0.00532410200165</c:v>
                </c:pt>
                <c:pt idx="1467">
                  <c:v>0.0053092963393</c:v>
                </c:pt>
                <c:pt idx="1468">
                  <c:v>0.0052945548204</c:v>
                </c:pt>
                <c:pt idx="1469">
                  <c:v>0.00527987705246</c:v>
                </c:pt>
                <c:pt idx="1470">
                  <c:v>0.00526526264601</c:v>
                </c:pt>
                <c:pt idx="1471">
                  <c:v>0.00525071121458</c:v>
                </c:pt>
                <c:pt idx="1472">
                  <c:v>0.00523622237464</c:v>
                </c:pt>
                <c:pt idx="1473">
                  <c:v>0.00522179574558</c:v>
                </c:pt>
                <c:pt idx="1474">
                  <c:v>0.00520743094969</c:v>
                </c:pt>
                <c:pt idx="1475">
                  <c:v>0.00519312761213</c:v>
                </c:pt>
                <c:pt idx="1476">
                  <c:v>0.0051788853609</c:v>
                </c:pt>
                <c:pt idx="1477">
                  <c:v>0.00516470382681</c:v>
                </c:pt>
                <c:pt idx="1478">
                  <c:v>0.00515058264344</c:v>
                </c:pt>
                <c:pt idx="1479">
                  <c:v>0.00513652144714</c:v>
                </c:pt>
                <c:pt idx="1480">
                  <c:v>0.00512251987699</c:v>
                </c:pt>
                <c:pt idx="1481">
                  <c:v>0.00510857757476</c:v>
                </c:pt>
                <c:pt idx="1482">
                  <c:v>0.00509469418492</c:v>
                </c:pt>
                <c:pt idx="1483">
                  <c:v>0.00508086935455</c:v>
                </c:pt>
                <c:pt idx="1484">
                  <c:v>0.00506710273339</c:v>
                </c:pt>
                <c:pt idx="1485">
                  <c:v>0.00505339397377</c:v>
                </c:pt>
                <c:pt idx="1486">
                  <c:v>0.00503974273058</c:v>
                </c:pt>
                <c:pt idx="1487">
                  <c:v>0.00502614866127</c:v>
                </c:pt>
                <c:pt idx="1488">
                  <c:v>0.00501261142582</c:v>
                </c:pt>
                <c:pt idx="1489">
                  <c:v>0.00499913068669</c:v>
                </c:pt>
                <c:pt idx="1490">
                  <c:v>0.00498570610884</c:v>
                </c:pt>
                <c:pt idx="1491">
                  <c:v>0.00497233735967</c:v>
                </c:pt>
                <c:pt idx="1492">
                  <c:v>0.004959024109</c:v>
                </c:pt>
                <c:pt idx="1493">
                  <c:v>0.00494576602907</c:v>
                </c:pt>
                <c:pt idx="1494">
                  <c:v>0.0049325627945</c:v>
                </c:pt>
                <c:pt idx="1495">
                  <c:v>0.00491941408226</c:v>
                </c:pt>
                <c:pt idx="1496">
                  <c:v>0.00490631957168</c:v>
                </c:pt>
                <c:pt idx="1497">
                  <c:v>0.00489327894438</c:v>
                </c:pt>
                <c:pt idx="1498">
                  <c:v>0.00488029188429</c:v>
                </c:pt>
                <c:pt idx="1499">
                  <c:v>0.0048673580776</c:v>
                </c:pt>
                <c:pt idx="1500">
                  <c:v>0.00485447721278</c:v>
                </c:pt>
                <c:pt idx="1501">
                  <c:v>0.00484164898049</c:v>
                </c:pt>
                <c:pt idx="1502">
                  <c:v>0.00482887307364</c:v>
                </c:pt>
                <c:pt idx="1503">
                  <c:v>0.00481614918729</c:v>
                </c:pt>
                <c:pt idx="1504">
                  <c:v>0.0048034770187</c:v>
                </c:pt>
                <c:pt idx="1505">
                  <c:v>0.00479085626727</c:v>
                </c:pt>
                <c:pt idx="1506">
                  <c:v>0.00477828663452</c:v>
                </c:pt>
                <c:pt idx="1507">
                  <c:v>0.0047657678241</c:v>
                </c:pt>
                <c:pt idx="1508">
                  <c:v>0.00475329954173</c:v>
                </c:pt>
                <c:pt idx="1509">
                  <c:v>0.00474088149521</c:v>
                </c:pt>
                <c:pt idx="1510">
                  <c:v>0.00472851339441</c:v>
                </c:pt>
                <c:pt idx="1511">
                  <c:v>0.00471619495122</c:v>
                </c:pt>
                <c:pt idx="1512">
                  <c:v>0.00470392587953</c:v>
                </c:pt>
                <c:pt idx="1513">
                  <c:v>0.00469170589527</c:v>
                </c:pt>
                <c:pt idx="1514">
                  <c:v>0.00467953471633</c:v>
                </c:pt>
                <c:pt idx="1515">
                  <c:v>0.00466741206255</c:v>
                </c:pt>
                <c:pt idx="1516">
                  <c:v>0.00465533765575</c:v>
                </c:pt>
                <c:pt idx="1517">
                  <c:v>0.00464331121966</c:v>
                </c:pt>
                <c:pt idx="1518">
                  <c:v>0.00463133247993</c:v>
                </c:pt>
                <c:pt idx="1519">
                  <c:v>0.00461940116411</c:v>
                </c:pt>
                <c:pt idx="1520">
                  <c:v>0.00460751700163</c:v>
                </c:pt>
                <c:pt idx="1521">
                  <c:v>0.00459567972379</c:v>
                </c:pt>
                <c:pt idx="1522">
                  <c:v>0.00458388906374</c:v>
                </c:pt>
                <c:pt idx="1523">
                  <c:v>0.00457214475647</c:v>
                </c:pt>
                <c:pt idx="1524">
                  <c:v>0.00456044653878</c:v>
                </c:pt>
                <c:pt idx="1525">
                  <c:v>0.0045487941493</c:v>
                </c:pt>
                <c:pt idx="1526">
                  <c:v>0.00453718732843</c:v>
                </c:pt>
                <c:pt idx="1527">
                  <c:v>0.00452562581835</c:v>
                </c:pt>
                <c:pt idx="1528">
                  <c:v>0.00451410936303</c:v>
                </c:pt>
                <c:pt idx="1529">
                  <c:v>0.00450263770816</c:v>
                </c:pt>
                <c:pt idx="1530">
                  <c:v>0.00449121060119</c:v>
                </c:pt>
                <c:pt idx="1531">
                  <c:v>0.0044798277913</c:v>
                </c:pt>
                <c:pt idx="1532">
                  <c:v>0.00446848902935</c:v>
                </c:pt>
                <c:pt idx="1533">
                  <c:v>0.00445719406794</c:v>
                </c:pt>
                <c:pt idx="1534">
                  <c:v>0.00444594266134</c:v>
                </c:pt>
                <c:pt idx="1535">
                  <c:v>0.0044347345655</c:v>
                </c:pt>
                <c:pt idx="1536">
                  <c:v>0.00442356953804</c:v>
                </c:pt>
                <c:pt idx="1537">
                  <c:v>0.00441244733823</c:v>
                </c:pt>
                <c:pt idx="1538">
                  <c:v>0.00440136772699</c:v>
                </c:pt>
                <c:pt idx="1539">
                  <c:v>0.00439033046686</c:v>
                </c:pt>
                <c:pt idx="1540">
                  <c:v>0.00437933532203</c:v>
                </c:pt>
                <c:pt idx="1541">
                  <c:v>0.00436838205829</c:v>
                </c:pt>
                <c:pt idx="1542">
                  <c:v>0.00435747044302</c:v>
                </c:pt>
                <c:pt idx="1543">
                  <c:v>0.00434660024522</c:v>
                </c:pt>
                <c:pt idx="1544">
                  <c:v>0.00433577123548</c:v>
                </c:pt>
                <c:pt idx="1545">
                  <c:v>0.00432498318593</c:v>
                </c:pt>
                <c:pt idx="1546">
                  <c:v>0.00431423587032</c:v>
                </c:pt>
                <c:pt idx="1547">
                  <c:v>0.00430352906394</c:v>
                </c:pt>
                <c:pt idx="1548">
                  <c:v>0.00429286254362</c:v>
                </c:pt>
                <c:pt idx="1549">
                  <c:v>0.00428223608778</c:v>
                </c:pt>
                <c:pt idx="1550">
                  <c:v>0.00427164947633</c:v>
                </c:pt>
                <c:pt idx="1551">
                  <c:v>0.00426110249076</c:v>
                </c:pt>
                <c:pt idx="1552">
                  <c:v>0.00425059491408</c:v>
                </c:pt>
                <c:pt idx="1553">
                  <c:v>0.00424012653079</c:v>
                </c:pt>
                <c:pt idx="1554">
                  <c:v>0.00422969712696</c:v>
                </c:pt>
                <c:pt idx="1555">
                  <c:v>0.00421930649015</c:v>
                </c:pt>
                <c:pt idx="1556">
                  <c:v>0.00420895440941</c:v>
                </c:pt>
                <c:pt idx="1557">
                  <c:v>0.00419864067532</c:v>
                </c:pt>
                <c:pt idx="1558">
                  <c:v>0.00418836507997</c:v>
                </c:pt>
                <c:pt idx="1559">
                  <c:v>0.00417812741692</c:v>
                </c:pt>
                <c:pt idx="1560">
                  <c:v>0.00416792748124</c:v>
                </c:pt>
                <c:pt idx="1561">
                  <c:v>0.00415776506949</c:v>
                </c:pt>
                <c:pt idx="1562">
                  <c:v>0.00414763997972</c:v>
                </c:pt>
                <c:pt idx="1563">
                  <c:v>0.00413755201147</c:v>
                </c:pt>
                <c:pt idx="1564">
                  <c:v>0.00412750096576</c:v>
                </c:pt>
                <c:pt idx="1565">
                  <c:v>0.00411748664509</c:v>
                </c:pt>
                <c:pt idx="1566">
                  <c:v>0.00410750885345</c:v>
                </c:pt>
                <c:pt idx="1567">
                  <c:v>0.00409756739632</c:v>
                </c:pt>
                <c:pt idx="1568">
                  <c:v>0.00408766208065</c:v>
                </c:pt>
                <c:pt idx="1569">
                  <c:v>0.00407779271486</c:v>
                </c:pt>
                <c:pt idx="1570">
                  <c:v>0.00406795910887</c:v>
                </c:pt>
                <c:pt idx="1571">
                  <c:v>0.00405816107409</c:v>
                </c:pt>
                <c:pt idx="1572">
                  <c:v>0.00404839842338</c:v>
                </c:pt>
                <c:pt idx="1573">
                  <c:v>0.00403867097112</c:v>
                </c:pt>
                <c:pt idx="1574">
                  <c:v>0.00402897853313</c:v>
                </c:pt>
                <c:pt idx="1575">
                  <c:v>0.00401932092676</c:v>
                </c:pt>
                <c:pt idx="1576">
                  <c:v>0.00400969797082</c:v>
                </c:pt>
                <c:pt idx="1577">
                  <c:v>0.0040001094856</c:v>
                </c:pt>
                <c:pt idx="1578">
                  <c:v>0.00399055529291</c:v>
                </c:pt>
                <c:pt idx="1579">
                  <c:v>0.00398103521602</c:v>
                </c:pt>
                <c:pt idx="1580">
                  <c:v>0.00397154907972</c:v>
                </c:pt>
                <c:pt idx="1581">
                  <c:v>0.00396209671027</c:v>
                </c:pt>
                <c:pt idx="1582">
                  <c:v>0.00395267793544</c:v>
                </c:pt>
                <c:pt idx="1583">
                  <c:v>0.0039432925845</c:v>
                </c:pt>
                <c:pt idx="1584">
                  <c:v>0.00393394048821</c:v>
                </c:pt>
                <c:pt idx="1585">
                  <c:v>0.00392462147883</c:v>
                </c:pt>
                <c:pt idx="1586">
                  <c:v>0.00391533539015</c:v>
                </c:pt>
                <c:pt idx="1587">
                  <c:v>0.00390608205743</c:v>
                </c:pt>
                <c:pt idx="1588">
                  <c:v>0.00389686131745</c:v>
                </c:pt>
                <c:pt idx="1589">
                  <c:v>0.00388767300851</c:v>
                </c:pt>
                <c:pt idx="1590">
                  <c:v>0.0038785169704</c:v>
                </c:pt>
                <c:pt idx="1591">
                  <c:v>0.00386939304443</c:v>
                </c:pt>
                <c:pt idx="1592">
                  <c:v>0.0038603010734</c:v>
                </c:pt>
                <c:pt idx="1593">
                  <c:v>0.00385124090164</c:v>
                </c:pt>
                <c:pt idx="1594">
                  <c:v>0.00384221237498</c:v>
                </c:pt>
                <c:pt idx="1595">
                  <c:v>0.00383321534075</c:v>
                </c:pt>
                <c:pt idx="1596">
                  <c:v>0.00382424964778</c:v>
                </c:pt>
                <c:pt idx="1597">
                  <c:v>0.00381531514642</c:v>
                </c:pt>
                <c:pt idx="1598">
                  <c:v>0.00380641168851</c:v>
                </c:pt>
                <c:pt idx="1599">
                  <c:v>0.00379753912736</c:v>
                </c:pt>
                <c:pt idx="1600">
                  <c:v>0.00378869731782</c:v>
                </c:pt>
                <c:pt idx="1601">
                  <c:v>0.00377988611617</c:v>
                </c:pt>
                <c:pt idx="1602">
                  <c:v>0.00377110538022</c:v>
                </c:pt>
                <c:pt idx="1603">
                  <c:v>0.00376235496921</c:v>
                </c:pt>
                <c:pt idx="1604">
                  <c:v>0.00375363474388</c:v>
                </c:pt>
                <c:pt idx="1605">
                  <c:v>0.00374494456639</c:v>
                </c:pt>
                <c:pt idx="1606">
                  <c:v>0.00373628430038</c:v>
                </c:pt>
                <c:pt idx="1607">
                  <c:v>0.00372765381089</c:v>
                </c:pt>
                <c:pt idx="1608">
                  <c:v>0.00371905296443</c:v>
                </c:pt>
                <c:pt idx="1609">
                  <c:v>0.00371048162888</c:v>
                </c:pt>
                <c:pt idx="1610">
                  <c:v>0.00370193967353</c:v>
                </c:pt>
                <c:pt idx="1611">
                  <c:v>0.00369342696906</c:v>
                </c:pt>
                <c:pt idx="1612">
                  <c:v>0.00368494338751</c:v>
                </c:pt>
                <c:pt idx="1613">
                  <c:v>0.00367648880227</c:v>
                </c:pt>
                <c:pt idx="1614">
                  <c:v>0.00366806308807</c:v>
                </c:pt>
                <c:pt idx="1615">
                  <c:v>0.00365966612094</c:v>
                </c:pt>
                <c:pt idx="1616">
                  <c:v>0.00365129777822</c:v>
                </c:pt>
                <c:pt idx="1617">
                  <c:v>0.00364295793849</c:v>
                </c:pt>
                <c:pt idx="1618">
                  <c:v>0.00363464648162</c:v>
                </c:pt>
                <c:pt idx="1619">
                  <c:v>0.00362636328867</c:v>
                </c:pt>
                <c:pt idx="1620">
                  <c:v>0.00361810824192</c:v>
                </c:pt>
                <c:pt idx="1621">
                  <c:v>0.00360988122481</c:v>
                </c:pt>
                <c:pt idx="1622">
                  <c:v>0.00360168212196</c:v>
                </c:pt>
                <c:pt idx="1623">
                  <c:v>0.00359351081906</c:v>
                </c:pt>
                <c:pt idx="1624">
                  <c:v>0.00358536720295</c:v>
                </c:pt>
                <c:pt idx="1625">
                  <c:v>0.0035772511615</c:v>
                </c:pt>
                <c:pt idx="1626">
                  <c:v>0.00356916258362</c:v>
                </c:pt>
                <c:pt idx="1627">
                  <c:v>0.00356110135922</c:v>
                </c:pt>
                <c:pt idx="1628">
                  <c:v>0.0035530673792</c:v>
                </c:pt>
                <c:pt idx="1629">
                  <c:v>0.00354506053539</c:v>
                </c:pt>
                <c:pt idx="1630">
                  <c:v>0.00353708072052</c:v>
                </c:pt>
                <c:pt idx="1631">
                  <c:v>0.00352912782822</c:v>
                </c:pt>
                <c:pt idx="1632">
                  <c:v>0.00352120175294</c:v>
                </c:pt>
                <c:pt idx="1633">
                  <c:v>0.00351330238997</c:v>
                </c:pt>
                <c:pt idx="1634">
                  <c:v>0.00350542963534</c:v>
                </c:pt>
                <c:pt idx="1635">
                  <c:v>0.00349758338585</c:v>
                </c:pt>
                <c:pt idx="1636">
                  <c:v>0.00348976353901</c:v>
                </c:pt>
                <c:pt idx="1637">
                  <c:v>0.00348196999301</c:v>
                </c:pt>
                <c:pt idx="1638">
                  <c:v>0.00347420264666</c:v>
                </c:pt>
                <c:pt idx="1639">
                  <c:v>0.00346646139942</c:v>
                </c:pt>
                <c:pt idx="1640">
                  <c:v>0.0034587461513</c:v>
                </c:pt>
                <c:pt idx="1641">
                  <c:v>0.00345105680287</c:v>
                </c:pt>
                <c:pt idx="1642">
                  <c:v>0.00344339325522</c:v>
                </c:pt>
                <c:pt idx="1643">
                  <c:v>0.00343575540992</c:v>
                </c:pt>
                <c:pt idx="1644">
                  <c:v>0.003428143169</c:v>
                </c:pt>
                <c:pt idx="1645">
                  <c:v>0.00342055643491</c:v>
                </c:pt>
                <c:pt idx="1646">
                  <c:v>0.00341299511049</c:v>
                </c:pt>
                <c:pt idx="1647">
                  <c:v>0.00340545909897</c:v>
                </c:pt>
                <c:pt idx="1648">
                  <c:v>0.00339794830392</c:v>
                </c:pt>
                <c:pt idx="1649">
                  <c:v>0.00339046262922</c:v>
                </c:pt>
                <c:pt idx="1650">
                  <c:v>0.00338300197903</c:v>
                </c:pt>
                <c:pt idx="1651">
                  <c:v>0.0033755662578</c:v>
                </c:pt>
                <c:pt idx="1652">
                  <c:v>0.00336815537022</c:v>
                </c:pt>
                <c:pt idx="1653">
                  <c:v>0.0033607692212</c:v>
                </c:pt>
                <c:pt idx="1654">
                  <c:v>0.00335340771586</c:v>
                </c:pt>
                <c:pt idx="1655">
                  <c:v>0.00334607075952</c:v>
                </c:pt>
                <c:pt idx="1656">
                  <c:v>0.00333875825762</c:v>
                </c:pt>
                <c:pt idx="1657">
                  <c:v>0.00333147011582</c:v>
                </c:pt>
                <c:pt idx="1658">
                  <c:v>0.00332420623985</c:v>
                </c:pt>
                <c:pt idx="1659">
                  <c:v>0.00331696653561</c:v>
                </c:pt>
                <c:pt idx="1660">
                  <c:v>0.00330975090909</c:v>
                </c:pt>
                <c:pt idx="1661">
                  <c:v>0.00330255926638</c:v>
                </c:pt>
                <c:pt idx="1662">
                  <c:v>0.00329539151366</c:v>
                </c:pt>
                <c:pt idx="1663">
                  <c:v>0.00328824755719</c:v>
                </c:pt>
                <c:pt idx="1664">
                  <c:v>0.0032811273033</c:v>
                </c:pt>
                <c:pt idx="1665">
                  <c:v>0.00327403065837</c:v>
                </c:pt>
                <c:pt idx="1666">
                  <c:v>0.00326695752887</c:v>
                </c:pt>
                <c:pt idx="1667">
                  <c:v>0.00325990782131</c:v>
                </c:pt>
                <c:pt idx="1668">
                  <c:v>0.00325288144223</c:v>
                </c:pt>
                <c:pt idx="1669">
                  <c:v>0.00324587829826</c:v>
                </c:pt>
                <c:pt idx="1670">
                  <c:v>0.00323889829605</c:v>
                </c:pt>
                <c:pt idx="1671">
                  <c:v>0.00323194134231</c:v>
                </c:pt>
                <c:pt idx="1672">
                  <c:v>0.00322500734378</c:v>
                </c:pt>
                <c:pt idx="1673">
                  <c:v>0.00321809620728</c:v>
                </c:pt>
                <c:pt idx="1674">
                  <c:v>0.00321120783967</c:v>
                </c:pt>
                <c:pt idx="1675">
                  <c:v>0.00320434214786</c:v>
                </c:pt>
                <c:pt idx="1676">
                  <c:v>0.00319749903883</c:v>
                </c:pt>
                <c:pt idx="1677">
                  <c:v>0.00319067841961</c:v>
                </c:pt>
                <c:pt idx="1678">
                  <c:v>0.00318388019733</c:v>
                </c:pt>
                <c:pt idx="1679">
                  <c:v>0.00317710427918</c:v>
                </c:pt>
                <c:pt idx="1680">
                  <c:v>0.00317035057241</c:v>
                </c:pt>
                <c:pt idx="1681">
                  <c:v>0.00316361898442</c:v>
                </c:pt>
                <c:pt idx="1682">
                  <c:v>0.00315690942265</c:v>
                </c:pt>
                <c:pt idx="1683">
                  <c:v>0.00315022179468</c:v>
                </c:pt>
                <c:pt idx="1684">
                  <c:v>0.0031435560082</c:v>
                </c:pt>
                <c:pt idx="1685">
                  <c:v>0.00313691197103</c:v>
                </c:pt>
                <c:pt idx="1686">
                  <c:v>0.00313028959111</c:v>
                </c:pt>
                <c:pt idx="1687">
                  <c:v>0.00312368877653</c:v>
                </c:pt>
                <c:pt idx="1688">
                  <c:v>0.00311710943556</c:v>
                </c:pt>
                <c:pt idx="1689">
                  <c:v>0.00311055147659</c:v>
                </c:pt>
                <c:pt idx="1690">
                  <c:v>0.00310401480822</c:v>
                </c:pt>
                <c:pt idx="1691">
                  <c:v>0.00309749933922</c:v>
                </c:pt>
                <c:pt idx="1692">
                  <c:v>0.00309100497857</c:v>
                </c:pt>
                <c:pt idx="1693">
                  <c:v>0.00308453163544</c:v>
                </c:pt>
                <c:pt idx="1694">
                  <c:v>0.00307807921922</c:v>
                </c:pt>
                <c:pt idx="1695">
                  <c:v>0.00307164763956</c:v>
                </c:pt>
                <c:pt idx="1696">
                  <c:v>0.0030652368063</c:v>
                </c:pt>
                <c:pt idx="1697">
                  <c:v>0.00305884662958</c:v>
                </c:pt>
                <c:pt idx="1698">
                  <c:v>0.00305247701977</c:v>
                </c:pt>
                <c:pt idx="1699">
                  <c:v>0.00304612788753</c:v>
                </c:pt>
                <c:pt idx="1700">
                  <c:v>0.0030397991438</c:v>
                </c:pt>
                <c:pt idx="1701">
                  <c:v>0.00303349069981</c:v>
                </c:pt>
                <c:pt idx="1702">
                  <c:v>0.00302720246711</c:v>
                </c:pt>
                <c:pt idx="1703">
                  <c:v>0.00302093435755</c:v>
                </c:pt>
                <c:pt idx="1704">
                  <c:v>0.00301468628333</c:v>
                </c:pt>
                <c:pt idx="1705">
                  <c:v>0.00300845815696</c:v>
                </c:pt>
                <c:pt idx="1706">
                  <c:v>0.00300224989132</c:v>
                </c:pt>
                <c:pt idx="1707">
                  <c:v>0.00299606139964</c:v>
                </c:pt>
                <c:pt idx="1708">
                  <c:v>0.00298989259552</c:v>
                </c:pt>
                <c:pt idx="1709">
                  <c:v>0.00298374339293</c:v>
                </c:pt>
                <c:pt idx="1710">
                  <c:v>0.00297761370626</c:v>
                </c:pt>
                <c:pt idx="1711">
                  <c:v>0.00297150345024</c:v>
                </c:pt>
                <c:pt idx="1712">
                  <c:v>0.00296541254007</c:v>
                </c:pt>
                <c:pt idx="1713">
                  <c:v>0.00295934089132</c:v>
                </c:pt>
                <c:pt idx="1714">
                  <c:v>0.00295328842001</c:v>
                </c:pt>
                <c:pt idx="1715">
                  <c:v>0.00294725504258</c:v>
                </c:pt>
                <c:pt idx="1716">
                  <c:v>0.0029412406759</c:v>
                </c:pt>
                <c:pt idx="1717">
                  <c:v>0.00293524523733</c:v>
                </c:pt>
                <c:pt idx="1718">
                  <c:v>0.00292926864464</c:v>
                </c:pt>
                <c:pt idx="1719">
                  <c:v>0.00292331081609</c:v>
                </c:pt>
                <c:pt idx="1720">
                  <c:v>0.00291737167042</c:v>
                </c:pt>
                <c:pt idx="1721">
                  <c:v>0.00291145112683</c:v>
                </c:pt>
                <c:pt idx="1722">
                  <c:v>0.00290554910501</c:v>
                </c:pt>
                <c:pt idx="1723">
                  <c:v>0.00289966552516</c:v>
                </c:pt>
                <c:pt idx="1724">
                  <c:v>0.00289380030794</c:v>
                </c:pt>
                <c:pt idx="1725">
                  <c:v>0.00288795337457</c:v>
                </c:pt>
                <c:pt idx="1726">
                  <c:v>0.00288212464672</c:v>
                </c:pt>
                <c:pt idx="1727">
                  <c:v>0.00287631404663</c:v>
                </c:pt>
                <c:pt idx="1728">
                  <c:v>0.00287052149701</c:v>
                </c:pt>
                <c:pt idx="1729">
                  <c:v>0.00286474692114</c:v>
                </c:pt>
                <c:pt idx="1730">
                  <c:v>0.00285899024281</c:v>
                </c:pt>
                <c:pt idx="1731">
                  <c:v>0.00285325138633</c:v>
                </c:pt>
                <c:pt idx="1732">
                  <c:v>0.00284753027657</c:v>
                </c:pt>
                <c:pt idx="1733">
                  <c:v>0.00284182683892</c:v>
                </c:pt>
                <c:pt idx="1734">
                  <c:v>0.00283614099933</c:v>
                </c:pt>
                <c:pt idx="1735">
                  <c:v>0.00283047268429</c:v>
                </c:pt>
                <c:pt idx="1736">
                  <c:v>0.00282482182083</c:v>
                </c:pt>
                <c:pt idx="1737">
                  <c:v>0.00281918833654</c:v>
                </c:pt>
                <c:pt idx="1738">
                  <c:v>0.00281357215956</c:v>
                </c:pt>
                <c:pt idx="1739">
                  <c:v>0.00280797321857</c:v>
                </c:pt>
                <c:pt idx="1740">
                  <c:v>0.00280239144282</c:v>
                </c:pt>
                <c:pt idx="1741">
                  <c:v>0.0027968267621</c:v>
                </c:pt>
                <c:pt idx="1742">
                  <c:v>0.00279127910675</c:v>
                </c:pt>
                <c:pt idx="1743">
                  <c:v>0.00278574840767</c:v>
                </c:pt>
                <c:pt idx="1744">
                  <c:v>0.00278023459632</c:v>
                </c:pt>
                <c:pt idx="1745">
                  <c:v>0.00277473760469</c:v>
                </c:pt>
                <c:pt idx="1746">
                  <c:v>0.00276925736532</c:v>
                </c:pt>
                <c:pt idx="1747">
                  <c:v>0.00276379381132</c:v>
                </c:pt>
                <c:pt idx="1748">
                  <c:v>0.0027583468763</c:v>
                </c:pt>
                <c:pt idx="1749">
                  <c:v>0.00275291649446</c:v>
                </c:pt>
                <c:pt idx="1750">
                  <c:v>0.00274750260049</c:v>
                </c:pt>
                <c:pt idx="1751">
                  <c:v>0.00274210512964</c:v>
                </c:pt>
                <c:pt idx="1752">
                  <c:v>0.00273672401769</c:v>
                </c:pt>
                <c:pt idx="1753">
                  <c:v>0.00273135920092</c:v>
                </c:pt>
                <c:pt idx="1754">
                  <c:v>0.00272601061615</c:v>
                </c:pt>
                <c:pt idx="1755">
                  <c:v>0.0027206782007</c:v>
                </c:pt>
                <c:pt idx="1756">
                  <c:v>0.00271536189242</c:v>
                </c:pt>
                <c:pt idx="1757">
                  <c:v>0.00271006162962</c:v>
                </c:pt>
                <c:pt idx="1758">
                  <c:v>0.00270477735115</c:v>
                </c:pt>
                <c:pt idx="1759">
                  <c:v>0.00269950899632</c:v>
                </c:pt>
                <c:pt idx="1760">
                  <c:v>0.00269425650492</c:v>
                </c:pt>
                <c:pt idx="1761">
                  <c:v>0.00268901981723</c:v>
                </c:pt>
                <c:pt idx="1762">
                  <c:v>0.00268379887398</c:v>
                </c:pt>
                <c:pt idx="1763">
                  <c:v>0.00267859361637</c:v>
                </c:pt>
                <c:pt idx="1764">
                  <c:v>0.00267340398605</c:v>
                </c:pt>
                <c:pt idx="1765">
                  <c:v>0.00266822992509</c:v>
                </c:pt>
                <c:pt idx="1766">
                  <c:v>0.00266307137601</c:v>
                </c:pt>
                <c:pt idx="1767">
                  <c:v>0.00265792828176</c:v>
                </c:pt>
                <c:pt idx="1768">
                  <c:v>0.00265280058569</c:v>
                </c:pt>
                <c:pt idx="1769">
                  <c:v>0.00264768823156</c:v>
                </c:pt>
                <c:pt idx="1770">
                  <c:v>0.00264259116353</c:v>
                </c:pt>
                <c:pt idx="1771">
                  <c:v>0.00263750932613</c:v>
                </c:pt>
                <c:pt idx="1772">
                  <c:v>0.00263244266429</c:v>
                </c:pt>
                <c:pt idx="1773">
                  <c:v>0.0026273911233</c:v>
                </c:pt>
                <c:pt idx="1774">
                  <c:v>0.0026223546488</c:v>
                </c:pt>
                <c:pt idx="1775">
                  <c:v>0.00261733318677</c:v>
                </c:pt>
                <c:pt idx="1776">
                  <c:v>0.00261232668357</c:v>
                </c:pt>
                <c:pt idx="1777">
                  <c:v>0.00260733508584</c:v>
                </c:pt>
                <c:pt idx="1778">
                  <c:v>0.00260235834056</c:v>
                </c:pt>
                <c:pt idx="1779">
                  <c:v>0.00259739639503</c:v>
                </c:pt>
                <c:pt idx="1780">
                  <c:v>0.00259244919683</c:v>
                </c:pt>
                <c:pt idx="1781">
                  <c:v>0.00258751669386</c:v>
                </c:pt>
                <c:pt idx="1782">
                  <c:v>0.00258259883426</c:v>
                </c:pt>
                <c:pt idx="1783">
                  <c:v>0.00257769556648</c:v>
                </c:pt>
                <c:pt idx="1784">
                  <c:v>0.00257280683922</c:v>
                </c:pt>
                <c:pt idx="1785">
                  <c:v>0.00256793260144</c:v>
                </c:pt>
                <c:pt idx="1786">
                  <c:v>0.00256307280234</c:v>
                </c:pt>
                <c:pt idx="1787">
                  <c:v>0.00255822739137</c:v>
                </c:pt>
                <c:pt idx="1788">
                  <c:v>0.00255339631819</c:v>
                </c:pt>
                <c:pt idx="1789">
                  <c:v>0.00254857953271</c:v>
                </c:pt>
                <c:pt idx="1790">
                  <c:v>0.00254377698503</c:v>
                </c:pt>
                <c:pt idx="1791">
                  <c:v>0.00253898862549</c:v>
                </c:pt>
                <c:pt idx="1792">
                  <c:v>0.00253421440459</c:v>
                </c:pt>
                <c:pt idx="1793">
                  <c:v>0.00252945427306</c:v>
                </c:pt>
                <c:pt idx="1794">
                  <c:v>0.0025247081818</c:v>
                </c:pt>
                <c:pt idx="1795">
                  <c:v>0.00251997608189</c:v>
                </c:pt>
                <c:pt idx="1796">
                  <c:v>0.0025152579246</c:v>
                </c:pt>
                <c:pt idx="1797">
                  <c:v>0.00251055366135</c:v>
                </c:pt>
                <c:pt idx="1798">
                  <c:v>0.00250586324374</c:v>
                </c:pt>
                <c:pt idx="1799">
                  <c:v>0.00250118662352</c:v>
                </c:pt>
                <c:pt idx="1800">
                  <c:v>0.00249652375261</c:v>
                </c:pt>
                <c:pt idx="1801">
                  <c:v>0.00249187458305</c:v>
                </c:pt>
                <c:pt idx="1802">
                  <c:v>0.00248723906706</c:v>
                </c:pt>
                <c:pt idx="1803">
                  <c:v>0.00248261715697</c:v>
                </c:pt>
                <c:pt idx="1804">
                  <c:v>0.00247800880527</c:v>
                </c:pt>
                <c:pt idx="1805">
                  <c:v>0.00247341396456</c:v>
                </c:pt>
                <c:pt idx="1806">
                  <c:v>0.0024688325876</c:v>
                </c:pt>
                <c:pt idx="1807">
                  <c:v>0.00246426462726</c:v>
                </c:pt>
                <c:pt idx="1808">
                  <c:v>0.00245971003653</c:v>
                </c:pt>
                <c:pt idx="1809">
                  <c:v>0.00245516876853</c:v>
                </c:pt>
                <c:pt idx="1810">
                  <c:v>0.00245064077649</c:v>
                </c:pt>
                <c:pt idx="1811">
                  <c:v>0.00244612601377</c:v>
                </c:pt>
                <c:pt idx="1812">
                  <c:v>0.00244162443383</c:v>
                </c:pt>
                <c:pt idx="1813">
                  <c:v>0.00243713599024</c:v>
                </c:pt>
                <c:pt idx="1814">
                  <c:v>0.0024326606367</c:v>
                </c:pt>
                <c:pt idx="1815">
                  <c:v>0.00242819832701</c:v>
                </c:pt>
                <c:pt idx="1816">
                  <c:v>0.00242374901505</c:v>
                </c:pt>
                <c:pt idx="1817">
                  <c:v>0.00241931265484</c:v>
                </c:pt>
                <c:pt idx="1818">
                  <c:v>0.00241488920049</c:v>
                </c:pt>
                <c:pt idx="1819">
                  <c:v>0.0024104786062</c:v>
                </c:pt>
                <c:pt idx="1820">
                  <c:v>0.0024060808263</c:v>
                </c:pt>
                <c:pt idx="1821">
                  <c:v>0.00240169581519</c:v>
                </c:pt>
                <c:pt idx="1822">
                  <c:v>0.00239732352739</c:v>
                </c:pt>
                <c:pt idx="1823">
                  <c:v>0.00239296391749</c:v>
                </c:pt>
                <c:pt idx="1824">
                  <c:v>0.0023886169402</c:v>
                </c:pt>
                <c:pt idx="1825">
                  <c:v>0.00238428255032</c:v>
                </c:pt>
                <c:pt idx="1826">
                  <c:v>0.00237996070274</c:v>
                </c:pt>
                <c:pt idx="1827">
                  <c:v>0.00237565135244</c:v>
                </c:pt>
                <c:pt idx="1828">
                  <c:v>0.0023713544545</c:v>
                </c:pt>
                <c:pt idx="1829">
                  <c:v>0.00236706996407</c:v>
                </c:pt>
                <c:pt idx="1830">
                  <c:v>0.00236279783642</c:v>
                </c:pt>
                <c:pt idx="1831">
                  <c:v>0.00235853802689</c:v>
                </c:pt>
                <c:pt idx="1832">
                  <c:v>0.0023542904909</c:v>
                </c:pt>
                <c:pt idx="1833">
                  <c:v>0.00235005518396</c:v>
                </c:pt>
                <c:pt idx="1834">
                  <c:v>0.00234583206169</c:v>
                </c:pt>
                <c:pt idx="1835">
                  <c:v>0.00234162107975</c:v>
                </c:pt>
                <c:pt idx="1836">
                  <c:v>0.00233742219391</c:v>
                </c:pt>
                <c:pt idx="1837">
                  <c:v>0.00233323536002</c:v>
                </c:pt>
                <c:pt idx="1838">
                  <c:v>0.00232906053401</c:v>
                </c:pt>
                <c:pt idx="1839">
                  <c:v>0.00232489767186</c:v>
                </c:pt>
                <c:pt idx="1840">
                  <c:v>0.00232074672967</c:v>
                </c:pt>
                <c:pt idx="1841">
                  <c:v>0.00231660766359</c:v>
                </c:pt>
                <c:pt idx="1842">
                  <c:v>0.00231248042984</c:v>
                </c:pt>
                <c:pt idx="1843">
                  <c:v>0.00230836498472</c:v>
                </c:pt>
                <c:pt idx="1844">
                  <c:v>0.00230426128461</c:v>
                </c:pt>
                <c:pt idx="1845">
                  <c:v>0.00230016928594</c:v>
                </c:pt>
                <c:pt idx="1846">
                  <c:v>0.00229608894523</c:v>
                </c:pt>
                <c:pt idx="1847">
                  <c:v>0.00229202021905</c:v>
                </c:pt>
                <c:pt idx="1848">
                  <c:v>0.00228796306404</c:v>
                </c:pt>
                <c:pt idx="1849">
                  <c:v>0.0022839174369</c:v>
                </c:pt>
                <c:pt idx="1850">
                  <c:v>0.0022798832944</c:v>
                </c:pt>
                <c:pt idx="1851">
                  <c:v>0.00227586059338</c:v>
                </c:pt>
                <c:pt idx="1852">
                  <c:v>0.00227184929071</c:v>
                </c:pt>
                <c:pt idx="1853">
                  <c:v>0.00226784934334</c:v>
                </c:pt>
                <c:pt idx="1854">
                  <c:v>0.00226386070829</c:v>
                </c:pt>
                <c:pt idx="1855">
                  <c:v>0.0022598833426</c:v>
                </c:pt>
                <c:pt idx="1856">
                  <c:v>0.0022559172034</c:v>
                </c:pt>
                <c:pt idx="1857">
                  <c:v>0.00225196224785</c:v>
                </c:pt>
                <c:pt idx="1858">
                  <c:v>0.00224801843319</c:v>
                </c:pt>
                <c:pt idx="1859">
                  <c:v>0.00224408571669</c:v>
                </c:pt>
                <c:pt idx="1860">
                  <c:v>0.0022401640557</c:v>
                </c:pt>
                <c:pt idx="1861">
                  <c:v>0.00223625340759</c:v>
                </c:pt>
                <c:pt idx="1862">
                  <c:v>0.00223235372981</c:v>
                </c:pt>
                <c:pt idx="1863">
                  <c:v>0.00222846497985</c:v>
                </c:pt>
                <c:pt idx="1864">
                  <c:v>0.00222458711528</c:v>
                </c:pt>
                <c:pt idx="1865">
                  <c:v>0.00222072009369</c:v>
                </c:pt>
                <c:pt idx="1866">
                  <c:v>0.00221686387275</c:v>
                </c:pt>
                <c:pt idx="1867">
                  <c:v>0.00221301841018</c:v>
                </c:pt>
                <c:pt idx="1868">
                  <c:v>0.00220918366377</c:v>
                </c:pt>
                <c:pt idx="1869">
                  <c:v>0.00220535959136</c:v>
                </c:pt>
                <c:pt idx="1870">
                  <c:v>0.00220154615086</c:v>
                </c:pt>
                <c:pt idx="1871">
                  <c:v>0.00219774330026</c:v>
                </c:pt>
                <c:pt idx="1872">
                  <c:v>0.0021939509976</c:v>
                </c:pt>
                <c:pt idx="1873">
                  <c:v>0.002190169201</c:v>
                </c:pt>
                <c:pt idx="1874">
                  <c:v>0.00218639786867</c:v>
                </c:pt>
                <c:pt idx="1875">
                  <c:v>0.00218263695891</c:v>
                </c:pt>
                <c:pt idx="1876">
                  <c:v>0.00217888643007</c:v>
                </c:pt>
                <c:pt idx="1877">
                  <c:v>0.00217514624063</c:v>
                </c:pt>
                <c:pt idx="1878">
                  <c:v>0.00217141634915</c:v>
                </c:pt>
                <c:pt idx="1879">
                  <c:v>0.00216769671432</c:v>
                </c:pt>
                <c:pt idx="1880">
                  <c:v>0.0021639872949</c:v>
                </c:pt>
                <c:pt idx="1881">
                  <c:v>0.00216028804981</c:v>
                </c:pt>
                <c:pt idx="1882">
                  <c:v>0.00215659893808</c:v>
                </c:pt>
                <c:pt idx="1883">
                  <c:v>0.00215291991887</c:v>
                </c:pt>
                <c:pt idx="1884">
                  <c:v>0.00214925095149</c:v>
                </c:pt>
                <c:pt idx="1885">
                  <c:v>0.0021455919954</c:v>
                </c:pt>
                <c:pt idx="1886">
                  <c:v>0.00214194301023</c:v>
                </c:pt>
                <c:pt idx="1887">
                  <c:v>0.00213830395576</c:v>
                </c:pt>
                <c:pt idx="1888">
                  <c:v>0.00213467479198</c:v>
                </c:pt>
                <c:pt idx="1889">
                  <c:v>0.00213105547905</c:v>
                </c:pt>
                <c:pt idx="1890">
                  <c:v>0.00212744597734</c:v>
                </c:pt>
                <c:pt idx="1891">
                  <c:v>0.00212384624744</c:v>
                </c:pt>
                <c:pt idx="1892">
                  <c:v>0.00212025625016</c:v>
                </c:pt>
                <c:pt idx="1893">
                  <c:v>0.00211667594656</c:v>
                </c:pt>
                <c:pt idx="1894">
                  <c:v>0.00211310529792</c:v>
                </c:pt>
                <c:pt idx="1895">
                  <c:v>0.00210954426581</c:v>
                </c:pt>
                <c:pt idx="1896">
                  <c:v>0.00210599281207</c:v>
                </c:pt>
                <c:pt idx="1897">
                  <c:v>0.00210245089883</c:v>
                </c:pt>
                <c:pt idx="1898">
                  <c:v>0.00209891848849</c:v>
                </c:pt>
                <c:pt idx="1899">
                  <c:v>0.0020953955438</c:v>
                </c:pt>
                <c:pt idx="1900">
                  <c:v>0.00209188202783</c:v>
                </c:pt>
                <c:pt idx="1901">
                  <c:v>0.00208837790395</c:v>
                </c:pt>
                <c:pt idx="1902">
                  <c:v>0.00208488313593</c:v>
                </c:pt>
                <c:pt idx="1903">
                  <c:v>0.00208139768786</c:v>
                </c:pt>
                <c:pt idx="1904">
                  <c:v>0.00207792152423</c:v>
                </c:pt>
                <c:pt idx="1905">
                  <c:v>0.00207445460991</c:v>
                </c:pt>
                <c:pt idx="1906">
                  <c:v>0.00207099691015</c:v>
                </c:pt>
                <c:pt idx="1907">
                  <c:v>0.00206754839063</c:v>
                </c:pt>
                <c:pt idx="1908">
                  <c:v>0.00206410901743</c:v>
                </c:pt>
                <c:pt idx="1909">
                  <c:v>0.00206067875707</c:v>
                </c:pt>
                <c:pt idx="1910">
                  <c:v>0.00205725757648</c:v>
                </c:pt>
                <c:pt idx="1911">
                  <c:v>0.00205384544307</c:v>
                </c:pt>
                <c:pt idx="1912">
                  <c:v>0.00205044232468</c:v>
                </c:pt>
                <c:pt idx="1913">
                  <c:v>0.00204704818961</c:v>
                </c:pt>
                <c:pt idx="1914">
                  <c:v>0.00204366300663</c:v>
                </c:pt>
                <c:pt idx="1915">
                  <c:v>0.00204028674498</c:v>
                </c:pt>
                <c:pt idx="1916">
                  <c:v>0.00203691937438</c:v>
                </c:pt>
                <c:pt idx="1917">
                  <c:v>0.00203356086501</c:v>
                </c:pt>
                <c:pt idx="1918">
                  <c:v>0.00203021118756</c:v>
                </c:pt>
                <c:pt idx="1919">
                  <c:v>0.00202687031317</c:v>
                </c:pt>
                <c:pt idx="1920">
                  <c:v>0.0020235382135</c:v>
                </c:pt>
                <c:pt idx="1921">
                  <c:v>0.00202021486067</c:v>
                </c:pt>
                <c:pt idx="1922">
                  <c:v>0.0020169002273</c:v>
                </c:pt>
                <c:pt idx="1923">
                  <c:v>0.00201359428646</c:v>
                </c:pt>
                <c:pt idx="1924">
                  <c:v>0.00201029701173</c:v>
                </c:pt>
                <c:pt idx="1925">
                  <c:v>0.00200700837716</c:v>
                </c:pt>
                <c:pt idx="1926">
                  <c:v>0.00200372835725</c:v>
                </c:pt>
                <c:pt idx="1927">
                  <c:v>0.00200045692698</c:v>
                </c:pt>
                <c:pt idx="1928">
                  <c:v>0.00199719406178</c:v>
                </c:pt>
                <c:pt idx="1929">
                  <c:v>0.00199393973752</c:v>
                </c:pt>
                <c:pt idx="1930">
                  <c:v>0.00199069393053</c:v>
                </c:pt>
                <c:pt idx="1931">
                  <c:v>0.00198745661754</c:v>
                </c:pt>
                <c:pt idx="1932">
                  <c:v>0.00198422777574</c:v>
                </c:pt>
                <c:pt idx="1933">
                  <c:v>0.00198100738268</c:v>
                </c:pt>
                <c:pt idx="1934">
                  <c:v>0.00197779541635</c:v>
                </c:pt>
                <c:pt idx="1935">
                  <c:v>0.00197459185509</c:v>
                </c:pt>
                <c:pt idx="1936">
                  <c:v>0.00197139667765</c:v>
                </c:pt>
                <c:pt idx="1937">
                  <c:v>0.00196820986309</c:v>
                </c:pt>
                <c:pt idx="1938">
                  <c:v>0.00196503139085</c:v>
                </c:pt>
                <c:pt idx="1939">
                  <c:v>0.00196186124068</c:v>
                </c:pt>
                <c:pt idx="1940">
                  <c:v>0.00195869939265</c:v>
                </c:pt>
                <c:pt idx="1941">
                  <c:v>0.00195554582713</c:v>
                </c:pt>
                <c:pt idx="1942">
                  <c:v>0.00195240052477</c:v>
                </c:pt>
                <c:pt idx="1943">
                  <c:v>0.00194926346648</c:v>
                </c:pt>
                <c:pt idx="1944">
                  <c:v>0.00194613463343</c:v>
                </c:pt>
                <c:pt idx="1945">
                  <c:v>0.00194301400701</c:v>
                </c:pt>
                <c:pt idx="1946">
                  <c:v>0.00193990156885</c:v>
                </c:pt>
                <c:pt idx="1947">
                  <c:v>0.00193679730076</c:v>
                </c:pt>
                <c:pt idx="1948">
                  <c:v>0.00193370118473</c:v>
                </c:pt>
                <c:pt idx="1949">
                  <c:v>0.00193061320295</c:v>
                </c:pt>
                <c:pt idx="1950">
                  <c:v>0.00192753333771</c:v>
                </c:pt>
                <c:pt idx="1951">
                  <c:v>0.00192446157149</c:v>
                </c:pt>
                <c:pt idx="1952">
                  <c:v>0.00192139788684</c:v>
                </c:pt>
                <c:pt idx="1953">
                  <c:v>0.00191834226645</c:v>
                </c:pt>
                <c:pt idx="1954">
                  <c:v>0.00191529469308</c:v>
                </c:pt>
                <c:pt idx="1955">
                  <c:v>0.00191225514955</c:v>
                </c:pt>
                <c:pt idx="1956">
                  <c:v>0.00190922361875</c:v>
                </c:pt>
                <c:pt idx="1957">
                  <c:v>0.00190620008361</c:v>
                </c:pt>
                <c:pt idx="1958">
                  <c:v>0.00190318452707</c:v>
                </c:pt>
                <c:pt idx="1959">
                  <c:v>0.00190017693212</c:v>
                </c:pt>
                <c:pt idx="1960">
                  <c:v>0.00189717728169</c:v>
                </c:pt>
                <c:pt idx="1961">
                  <c:v>0.00189418555875</c:v>
                </c:pt>
                <c:pt idx="1962">
                  <c:v>0.00189120174619</c:v>
                </c:pt>
                <c:pt idx="1963">
                  <c:v>0.00188822582689</c:v>
                </c:pt>
                <c:pt idx="1964">
                  <c:v>0.00188525778367</c:v>
                </c:pt>
                <c:pt idx="1965">
                  <c:v>0.00188229759925</c:v>
                </c:pt>
                <c:pt idx="1966">
                  <c:v>0.00187934525631</c:v>
                </c:pt>
                <c:pt idx="1967">
                  <c:v>0.00187640073741</c:v>
                </c:pt>
                <c:pt idx="1968">
                  <c:v>0.00187346402502</c:v>
                </c:pt>
                <c:pt idx="1969">
                  <c:v>0.00187053510149</c:v>
                </c:pt>
                <c:pt idx="1970">
                  <c:v>0.00186761394903</c:v>
                </c:pt>
                <c:pt idx="1971">
                  <c:v>0.00186470054973</c:v>
                </c:pt>
                <c:pt idx="1972">
                  <c:v>0.00186179488553</c:v>
                </c:pt>
                <c:pt idx="1973">
                  <c:v>0.0018588969382</c:v>
                </c:pt>
                <c:pt idx="1974">
                  <c:v>0.00185600668937</c:v>
                </c:pt>
                <c:pt idx="1975">
                  <c:v>0.00185312412047</c:v>
                </c:pt>
                <c:pt idx="1976">
                  <c:v>0.00185024921275</c:v>
                </c:pt>
                <c:pt idx="1977">
                  <c:v>0.00184738194727</c:v>
                </c:pt>
                <c:pt idx="1978">
                  <c:v>0.00184452230489</c:v>
                </c:pt>
                <c:pt idx="1979">
                  <c:v>0.00184167026626</c:v>
                </c:pt>
                <c:pt idx="1980">
                  <c:v>0.00183882581181</c:v>
                </c:pt>
                <c:pt idx="1981">
                  <c:v>0.00183598892174</c:v>
                </c:pt>
                <c:pt idx="1982">
                  <c:v>0.00183315957602</c:v>
                </c:pt>
                <c:pt idx="1983">
                  <c:v>0.00183033775439</c:v>
                </c:pt>
                <c:pt idx="1984">
                  <c:v>0.00182752343634</c:v>
                </c:pt>
                <c:pt idx="1985">
                  <c:v>0.00182471660109</c:v>
                </c:pt>
                <c:pt idx="1986">
                  <c:v>0.00182191722762</c:v>
                </c:pt>
                <c:pt idx="1987">
                  <c:v>0.00181912529464</c:v>
                </c:pt>
                <c:pt idx="1988">
                  <c:v>0.00181634078059</c:v>
                </c:pt>
                <c:pt idx="1989">
                  <c:v>0.00181356366362</c:v>
                </c:pt>
                <c:pt idx="1990">
                  <c:v>0.00181079392163</c:v>
                </c:pt>
                <c:pt idx="1991">
                  <c:v>0.0018080315322</c:v>
                </c:pt>
                <c:pt idx="1992">
                  <c:v>0.00180527647264</c:v>
                </c:pt>
                <c:pt idx="1993">
                  <c:v>0.00180252871995</c:v>
                </c:pt>
                <c:pt idx="1994">
                  <c:v>0.00179978825085</c:v>
                </c:pt>
                <c:pt idx="1995">
                  <c:v>0.00179705504174</c:v>
                </c:pt>
                <c:pt idx="1996">
                  <c:v>0.00179432906872</c:v>
                </c:pt>
                <c:pt idx="1997">
                  <c:v>0.00179161030759</c:v>
                </c:pt>
                <c:pt idx="1998">
                  <c:v>0.00178889873382</c:v>
                </c:pt>
                <c:pt idx="1999">
                  <c:v>0.00178619432259</c:v>
                </c:pt>
                <c:pt idx="2000">
                  <c:v>0.00178349704875</c:v>
                </c:pt>
              </c:numCache>
            </c:numRef>
          </c:yVal>
        </c:ser>
        <c:ser>
          <c:idx val="1"/>
          <c:order val="1"/>
          <c:tx>
            <c:v>spin</c:v>
          </c:tx>
          <c:spPr>
            <a:ln xmlns:a="http://schemas.openxmlformats.org/drawingml/2006/main" w="15240">
              <a:solidFill>
                <a:srgbClr val="234F91"/>
              </a:solidFill>
              <a:prstDash val="dash"/>
            </a:ln>
          </c:spPr>
          <c:marker>
            <c:symbol val="none"/>
            <c:size val="5"/>
            <c:spPr>
              <a:solidFill xmlns:a="http://schemas.openxmlformats.org/drawingml/2006/main">
                <a:srgbClr val="234F91"/>
              </a:solidFill>
            </c:spPr>
          </c:marker>
          <c:xVal>
            <c:numRef>
              <c:f>'Chart Data'!$C$2:$C$2002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Data'!$D$2:$D$2002</c:f>
              <c:numCache>
                <c:formatCode>0.0</c:formatCode>
                <c:ptCount val="2001"/>
                <c:pt idx="0">
                  <c:v>0.0441672126579</c:v>
                </c:pt>
                <c:pt idx="1">
                  <c:v>0.044380395219</c:v>
                </c:pt>
                <c:pt idx="2">
                  <c:v>0.0445951038191</c:v>
                </c:pt>
                <c:pt idx="3">
                  <c:v>0.044811352785</c:v>
                </c:pt>
                <c:pt idx="4">
                  <c:v>0.0450291566082</c:v>
                </c:pt>
                <c:pt idx="5">
                  <c:v>0.0452485299467</c:v>
                </c:pt>
                <c:pt idx="6">
                  <c:v>0.0454694876278</c:v>
                </c:pt>
                <c:pt idx="7">
                  <c:v>0.0456920446496</c:v>
                </c:pt>
                <c:pt idx="8">
                  <c:v>0.0459162161841</c:v>
                </c:pt>
                <c:pt idx="9">
                  <c:v>0.0461420175789</c:v>
                </c:pt>
                <c:pt idx="10">
                  <c:v>0.04636946436</c:v>
                </c:pt>
                <c:pt idx="11">
                  <c:v>0.0465985722339</c:v>
                </c:pt>
                <c:pt idx="12">
                  <c:v>0.0468293570903</c:v>
                </c:pt>
                <c:pt idx="13">
                  <c:v>0.0470618350045</c:v>
                </c:pt>
                <c:pt idx="14">
                  <c:v>0.0472960222397</c:v>
                </c:pt>
                <c:pt idx="15">
                  <c:v>0.0475319352501</c:v>
                </c:pt>
                <c:pt idx="16">
                  <c:v>0.0477695906828</c:v>
                </c:pt>
                <c:pt idx="17">
                  <c:v>0.048009005381</c:v>
                </c:pt>
                <c:pt idx="18">
                  <c:v>0.0482501963864</c:v>
                </c:pt>
                <c:pt idx="19">
                  <c:v>0.0484931809421</c:v>
                </c:pt>
                <c:pt idx="20">
                  <c:v>0.048737976495</c:v>
                </c:pt>
                <c:pt idx="21">
                  <c:v>0.0489846006991</c:v>
                </c:pt>
                <c:pt idx="22">
                  <c:v>0.0492330714181</c:v>
                </c:pt>
                <c:pt idx="23">
                  <c:v>0.049483406728</c:v>
                </c:pt>
                <c:pt idx="24">
                  <c:v>0.0497356249207</c:v>
                </c:pt>
                <c:pt idx="25">
                  <c:v>0.0499897445064</c:v>
                </c:pt>
                <c:pt idx="26">
                  <c:v>0.0502457842167</c:v>
                </c:pt>
                <c:pt idx="27">
                  <c:v>0.0505037630082</c:v>
                </c:pt>
                <c:pt idx="28">
                  <c:v>0.0507637000649</c:v>
                </c:pt>
                <c:pt idx="29">
                  <c:v>0.0510256148017</c:v>
                </c:pt>
                <c:pt idx="30">
                  <c:v>0.0512895268676</c:v>
                </c:pt>
                <c:pt idx="31">
                  <c:v>0.0515554561491</c:v>
                </c:pt>
                <c:pt idx="32">
                  <c:v>0.0518234227734</c:v>
                </c:pt>
                <c:pt idx="33">
                  <c:v>0.0520934471114</c:v>
                </c:pt>
                <c:pt idx="34">
                  <c:v>0.0523655497819</c:v>
                </c:pt>
                <c:pt idx="35">
                  <c:v>0.0526397516544</c:v>
                </c:pt>
                <c:pt idx="36">
                  <c:v>0.0529160738528</c:v>
                </c:pt>
                <c:pt idx="37">
                  <c:v>0.0531945377593</c:v>
                </c:pt>
                <c:pt idx="38">
                  <c:v>0.0534751650176</c:v>
                </c:pt>
                <c:pt idx="39">
                  <c:v>0.0537579775367</c:v>
                </c:pt>
                <c:pt idx="40">
                  <c:v>0.0540429974949</c:v>
                </c:pt>
                <c:pt idx="41">
                  <c:v>0.0543302473433</c:v>
                </c:pt>
                <c:pt idx="42">
                  <c:v>0.0546197498099</c:v>
                </c:pt>
                <c:pt idx="43">
                  <c:v>0.0549115279033</c:v>
                </c:pt>
                <c:pt idx="44">
                  <c:v>0.055205604917</c:v>
                </c:pt>
                <c:pt idx="45">
                  <c:v>0.055502004433</c:v>
                </c:pt>
                <c:pt idx="46">
                  <c:v>0.0558007503264</c:v>
                </c:pt>
                <c:pt idx="47">
                  <c:v>0.0561018667693</c:v>
                </c:pt>
                <c:pt idx="48">
                  <c:v>0.0564053782351</c:v>
                </c:pt>
                <c:pt idx="49">
                  <c:v>0.0567113095027</c:v>
                </c:pt>
                <c:pt idx="50">
                  <c:v>0.0570196856612</c:v>
                </c:pt>
                <c:pt idx="51">
                  <c:v>0.057330532114</c:v>
                </c:pt>
                <c:pt idx="52">
                  <c:v>0.0576438745835</c:v>
                </c:pt>
                <c:pt idx="53">
                  <c:v>0.0579597391155</c:v>
                </c:pt>
                <c:pt idx="54">
                  <c:v>0.0582781520843</c:v>
                </c:pt>
                <c:pt idx="55">
                  <c:v>0.0585991401968</c:v>
                </c:pt>
                <c:pt idx="56">
                  <c:v>0.0589227304979</c:v>
                </c:pt>
                <c:pt idx="57">
                  <c:v>0.059248950375</c:v>
                </c:pt>
                <c:pt idx="58">
                  <c:v>0.059577827563</c:v>
                </c:pt>
                <c:pt idx="59">
                  <c:v>0.0599093901495</c:v>
                </c:pt>
                <c:pt idx="60">
                  <c:v>0.0602436665799</c:v>
                </c:pt>
                <c:pt idx="61">
                  <c:v>0.0605806856624</c:v>
                </c:pt>
                <c:pt idx="62">
                  <c:v>0.0609204765734</c:v>
                </c:pt>
                <c:pt idx="63">
                  <c:v>0.0612630688629</c:v>
                </c:pt>
                <c:pt idx="64">
                  <c:v>0.0616084924598</c:v>
                </c:pt>
                <c:pt idx="65">
                  <c:v>0.0619567776778</c:v>
                </c:pt>
                <c:pt idx="66">
                  <c:v>0.0623079552204</c:v>
                </c:pt>
                <c:pt idx="67">
                  <c:v>0.0626620561871</c:v>
                </c:pt>
                <c:pt idx="68">
                  <c:v>0.0630191120792</c:v>
                </c:pt>
                <c:pt idx="69">
                  <c:v>0.0633791548051</c:v>
                </c:pt>
                <c:pt idx="70">
                  <c:v>0.0637422166871</c:v>
                </c:pt>
                <c:pt idx="71">
                  <c:v>0.0641083304669</c:v>
                </c:pt>
                <c:pt idx="72">
                  <c:v>0.0644775293118</c:v>
                </c:pt>
                <c:pt idx="73">
                  <c:v>0.0648498468215</c:v>
                </c:pt>
                <c:pt idx="74">
                  <c:v>0.0652253170335</c:v>
                </c:pt>
                <c:pt idx="75">
                  <c:v>0.0656039744306</c:v>
                </c:pt>
                <c:pt idx="76">
                  <c:v>0.0659858539466</c:v>
                </c:pt>
                <c:pt idx="77">
                  <c:v>0.0663709909736</c:v>
                </c:pt>
                <c:pt idx="78">
                  <c:v>0.0667594213682</c:v>
                </c:pt>
                <c:pt idx="79">
                  <c:v>0.067151181459</c:v>
                </c:pt>
                <c:pt idx="80">
                  <c:v>0.0675463080529</c:v>
                </c:pt>
                <c:pt idx="81">
                  <c:v>0.0679448384429</c:v>
                </c:pt>
                <c:pt idx="82">
                  <c:v>0.0683468104145</c:v>
                </c:pt>
                <c:pt idx="83">
                  <c:v>0.0687522622537</c:v>
                </c:pt>
                <c:pt idx="84">
                  <c:v>0.0691612327541</c:v>
                </c:pt>
                <c:pt idx="85">
                  <c:v>0.0695737612245</c:v>
                </c:pt>
                <c:pt idx="86">
                  <c:v>0.0699898874964</c:v>
                </c:pt>
                <c:pt idx="87">
                  <c:v>0.0704096519322</c:v>
                </c:pt>
                <c:pt idx="88">
                  <c:v>0.0708330954325</c:v>
                </c:pt>
                <c:pt idx="89">
                  <c:v>0.0712602594445</c:v>
                </c:pt>
                <c:pt idx="90">
                  <c:v>0.0716911859701</c:v>
                </c:pt>
                <c:pt idx="91">
                  <c:v>0.0721259175741</c:v>
                </c:pt>
                <c:pt idx="92">
                  <c:v>0.0725644973925</c:v>
                </c:pt>
                <c:pt idx="93">
                  <c:v>0.0730069691412</c:v>
                </c:pt>
                <c:pt idx="94">
                  <c:v>0.0734533771245</c:v>
                </c:pt>
                <c:pt idx="95">
                  <c:v>0.0739037662439</c:v>
                </c:pt>
                <c:pt idx="96">
                  <c:v>0.0743581820071</c:v>
                </c:pt>
                <c:pt idx="97">
                  <c:v>0.074816670537</c:v>
                </c:pt>
                <c:pt idx="98">
                  <c:v>0.0752792785806</c:v>
                </c:pt>
                <c:pt idx="99">
                  <c:v>0.0757460535188</c:v>
                </c:pt>
                <c:pt idx="100">
                  <c:v>0.0762170433757</c:v>
                </c:pt>
                <c:pt idx="101">
                  <c:v>0.0766922968278</c:v>
                </c:pt>
                <c:pt idx="102">
                  <c:v>0.0771718632143</c:v>
                </c:pt>
                <c:pt idx="103">
                  <c:v>0.0776557925468</c:v>
                </c:pt>
                <c:pt idx="104">
                  <c:v>0.0781441355191</c:v>
                </c:pt>
                <c:pt idx="105">
                  <c:v>0.0786369435177</c:v>
                </c:pt>
                <c:pt idx="106">
                  <c:v>0.0791342686318</c:v>
                </c:pt>
                <c:pt idx="107">
                  <c:v>0.0796361636641</c:v>
                </c:pt>
                <c:pt idx="108">
                  <c:v>0.0801426821415</c:v>
                </c:pt>
                <c:pt idx="109">
                  <c:v>0.0806538783252</c:v>
                </c:pt>
                <c:pt idx="110">
                  <c:v>0.0811698072226</c:v>
                </c:pt>
                <c:pt idx="111">
                  <c:v>0.0816905245977</c:v>
                </c:pt>
                <c:pt idx="112">
                  <c:v>0.0822160869826</c:v>
                </c:pt>
                <c:pt idx="113">
                  <c:v>0.0827465516889</c:v>
                </c:pt>
                <c:pt idx="114">
                  <c:v>0.0832819768194</c:v>
                </c:pt>
                <c:pt idx="115">
                  <c:v>0.0838224212796</c:v>
                </c:pt>
                <c:pt idx="116">
                  <c:v>0.0843679447897</c:v>
                </c:pt>
                <c:pt idx="117">
                  <c:v>0.0849186078969</c:v>
                </c:pt>
                <c:pt idx="118">
                  <c:v>0.0854744719872</c:v>
                </c:pt>
                <c:pt idx="119">
                  <c:v>0.0860355992983</c:v>
                </c:pt>
                <c:pt idx="120">
                  <c:v>0.0866020529315</c:v>
                </c:pt>
                <c:pt idx="121">
                  <c:v>0.0871738968653</c:v>
                </c:pt>
                <c:pt idx="122">
                  <c:v>0.0877511959676</c:v>
                </c:pt>
                <c:pt idx="123">
                  <c:v>0.0883340160092</c:v>
                </c:pt>
                <c:pt idx="124">
                  <c:v>0.0889224236765</c:v>
                </c:pt>
                <c:pt idx="125">
                  <c:v>0.0895164865859</c:v>
                </c:pt>
                <c:pt idx="126">
                  <c:v>0.0901162732964</c:v>
                </c:pt>
                <c:pt idx="127">
                  <c:v>0.0907218533238</c:v>
                </c:pt>
                <c:pt idx="128">
                  <c:v>0.0913332971549</c:v>
                </c:pt>
                <c:pt idx="129">
                  <c:v>0.0919506762609</c:v>
                </c:pt>
                <c:pt idx="130">
                  <c:v>0.0925740631125</c:v>
                </c:pt>
                <c:pt idx="131">
                  <c:v>0.0932035311938</c:v>
                </c:pt>
                <c:pt idx="132">
                  <c:v>0.093839155017</c:v>
                </c:pt>
                <c:pt idx="133">
                  <c:v>0.0944810101377</c:v>
                </c:pt>
                <c:pt idx="134">
                  <c:v>0.0951291731689</c:v>
                </c:pt>
                <c:pt idx="135">
                  <c:v>0.0957837217973</c:v>
                </c:pt>
                <c:pt idx="136">
                  <c:v>0.0964447347976</c:v>
                </c:pt>
                <c:pt idx="137">
                  <c:v>0.0971122920487</c:v>
                </c:pt>
                <c:pt idx="138">
                  <c:v>0.097786474549</c:v>
                </c:pt>
                <c:pt idx="139">
                  <c:v>0.098467364432</c:v>
                </c:pt>
                <c:pt idx="140">
                  <c:v>0.099155044983</c:v>
                </c:pt>
                <c:pt idx="141">
                  <c:v>0.0998496006545</c:v>
                </c:pt>
                <c:pt idx="142">
                  <c:v>0.100551117083</c:v>
                </c:pt>
                <c:pt idx="143">
                  <c:v>0.101259681104</c:v>
                </c:pt>
                <c:pt idx="144">
                  <c:v>0.101975380772</c:v>
                </c:pt>
                <c:pt idx="145">
                  <c:v>0.102698305374</c:v>
                </c:pt>
                <c:pt idx="146">
                  <c:v>0.103428545447</c:v>
                </c:pt>
                <c:pt idx="147">
                  <c:v>0.104166192795</c:v>
                </c:pt>
                <c:pt idx="148">
                  <c:v>0.104911340508</c:v>
                </c:pt>
                <c:pt idx="149">
                  <c:v>0.105664082977</c:v>
                </c:pt>
                <c:pt idx="150">
                  <c:v>0.106424515914</c:v>
                </c:pt>
                <c:pt idx="151">
                  <c:v>0.107192736364</c:v>
                </c:pt>
                <c:pt idx="152">
                  <c:v>0.107968842732</c:v>
                </c:pt>
                <c:pt idx="153">
                  <c:v>0.10875293479</c:v>
                </c:pt>
                <c:pt idx="154">
                  <c:v>0.109545113703</c:v>
                </c:pt>
                <c:pt idx="155">
                  <c:v>0.110345482044</c:v>
                </c:pt>
                <c:pt idx="156">
                  <c:v>0.111154143812</c:v>
                </c:pt>
                <c:pt idx="157">
                  <c:v>0.111971204448</c:v>
                </c:pt>
                <c:pt idx="158">
                  <c:v>0.112796770858</c:v>
                </c:pt>
                <c:pt idx="159">
                  <c:v>0.113630951428</c:v>
                </c:pt>
                <c:pt idx="160">
                  <c:v>0.114473856041</c:v>
                </c:pt>
                <c:pt idx="161">
                  <c:v>0.1153255961</c:v>
                </c:pt>
                <c:pt idx="162">
                  <c:v>0.116186284541</c:v>
                </c:pt>
                <c:pt idx="163">
                  <c:v>0.117056035854</c:v>
                </c:pt>
                <c:pt idx="164">
                  <c:v>0.117934966102</c:v>
                </c:pt>
                <c:pt idx="165">
                  <c:v>0.118823192936</c:v>
                </c:pt>
                <c:pt idx="166">
                  <c:v>0.119720835619</c:v>
                </c:pt>
                <c:pt idx="167">
                  <c:v>0.120628015037</c:v>
                </c:pt>
                <c:pt idx="168">
                  <c:v>0.121544853721</c:v>
                </c:pt>
                <c:pt idx="169">
                  <c:v>0.122471475868</c:v>
                </c:pt>
                <c:pt idx="170">
                  <c:v>0.123408007351</c:v>
                </c:pt>
                <c:pt idx="171">
                  <c:v>0.124354575743</c:v>
                </c:pt>
                <c:pt idx="172">
                  <c:v>0.125311310334</c:v>
                </c:pt>
                <c:pt idx="173">
                  <c:v>0.126278342145</c:v>
                </c:pt>
                <c:pt idx="174">
                  <c:v>0.127255803947</c:v>
                </c:pt>
                <c:pt idx="175">
                  <c:v>0.128243830279</c:v>
                </c:pt>
                <c:pt idx="176">
                  <c:v>0.129242557464</c:v>
                </c:pt>
                <c:pt idx="177">
                  <c:v>0.130252123625</c:v>
                </c:pt>
                <c:pt idx="178">
                  <c:v>0.1312726687</c:v>
                </c:pt>
                <c:pt idx="179">
                  <c:v>0.132304334458</c:v>
                </c:pt>
                <c:pt idx="180">
                  <c:v>0.133347264518</c:v>
                </c:pt>
                <c:pt idx="181">
                  <c:v>0.134401604356</c:v>
                </c:pt>
                <c:pt idx="182">
                  <c:v>0.135467501329</c:v>
                </c:pt>
                <c:pt idx="183">
                  <c:v>0.136545104679</c:v>
                </c:pt>
                <c:pt idx="184">
                  <c:v>0.137634565554</c:v>
                </c:pt>
                <c:pt idx="185">
                  <c:v>0.138736037017</c:v>
                </c:pt>
                <c:pt idx="186">
                  <c:v>0.139849674058</c:v>
                </c:pt>
                <c:pt idx="187">
                  <c:v>0.140975633606</c:v>
                </c:pt>
                <c:pt idx="188">
                  <c:v>0.142114074539</c:v>
                </c:pt>
                <c:pt idx="189">
                  <c:v>0.143265157694</c:v>
                </c:pt>
                <c:pt idx="190">
                  <c:v>0.144429045878</c:v>
                </c:pt>
                <c:pt idx="191">
                  <c:v>0.145605903871</c:v>
                </c:pt>
                <c:pt idx="192">
                  <c:v>0.146795898436</c:v>
                </c:pt>
                <c:pt idx="193">
                  <c:v>0.147999198326</c:v>
                </c:pt>
                <c:pt idx="194">
                  <c:v>0.149215974286</c:v>
                </c:pt>
                <c:pt idx="195">
                  <c:v>0.150446399059</c:v>
                </c:pt>
                <c:pt idx="196">
                  <c:v>0.151690647386</c:v>
                </c:pt>
                <c:pt idx="197">
                  <c:v>0.152948896007</c:v>
                </c:pt>
                <c:pt idx="198">
                  <c:v>0.154221323665</c:v>
                </c:pt>
                <c:pt idx="199">
                  <c:v>0.155508111095</c:v>
                </c:pt>
                <c:pt idx="200">
                  <c:v>0.156809441031</c:v>
                </c:pt>
                <c:pt idx="201">
                  <c:v>0.158125498191</c:v>
                </c:pt>
                <c:pt idx="202">
                  <c:v>0.159456469278</c:v>
                </c:pt>
                <c:pt idx="203">
                  <c:v>0.160802542964</c:v>
                </c:pt>
                <c:pt idx="204">
                  <c:v>0.162163909883</c:v>
                </c:pt>
                <c:pt idx="205">
                  <c:v>0.163540762616</c:v>
                </c:pt>
                <c:pt idx="206">
                  <c:v>0.164933295679</c:v>
                </c:pt>
                <c:pt idx="207">
                  <c:v>0.166341705498</c:v>
                </c:pt>
                <c:pt idx="208">
                  <c:v>0.167766190398</c:v>
                </c:pt>
                <c:pt idx="209">
                  <c:v>0.169206950571</c:v>
                </c:pt>
                <c:pt idx="210">
                  <c:v>0.170664188058</c:v>
                </c:pt>
                <c:pt idx="211">
                  <c:v>0.172138106715</c:v>
                </c:pt>
                <c:pt idx="212">
                  <c:v>0.173628912184</c:v>
                </c:pt>
                <c:pt idx="213">
                  <c:v>0.175136811858</c:v>
                </c:pt>
                <c:pt idx="214">
                  <c:v>0.176662014843</c:v>
                </c:pt>
                <c:pt idx="215">
                  <c:v>0.178204731915</c:v>
                </c:pt>
                <c:pt idx="216">
                  <c:v>0.179765175478</c:v>
                </c:pt>
                <c:pt idx="217">
                  <c:v>0.18134355951</c:v>
                </c:pt>
                <c:pt idx="218">
                  <c:v>0.182940099516</c:v>
                </c:pt>
                <c:pt idx="219">
                  <c:v>0.184555012464</c:v>
                </c:pt>
                <c:pt idx="220">
                  <c:v>0.186188516729</c:v>
                </c:pt>
                <c:pt idx="221">
                  <c:v>0.187840832025</c:v>
                </c:pt>
                <c:pt idx="222">
                  <c:v>0.189512179332</c:v>
                </c:pt>
                <c:pt idx="223">
                  <c:v>0.19120278082</c:v>
                </c:pt>
                <c:pt idx="224">
                  <c:v>0.192912859773</c:v>
                </c:pt>
                <c:pt idx="225">
                  <c:v>0.194642640496</c:v>
                </c:pt>
                <c:pt idx="226">
                  <c:v>0.196392348225</c:v>
                </c:pt>
                <c:pt idx="227">
                  <c:v>0.198162209028</c:v>
                </c:pt>
                <c:pt idx="228">
                  <c:v>0.199952449705</c:v>
                </c:pt>
                <c:pt idx="229">
                  <c:v>0.201763297668</c:v>
                </c:pt>
                <c:pt idx="230">
                  <c:v>0.203594980834</c:v>
                </c:pt>
                <c:pt idx="231">
                  <c:v>0.205447727493</c:v>
                </c:pt>
                <c:pt idx="232">
                  <c:v>0.207321766181</c:v>
                </c:pt>
                <c:pt idx="233">
                  <c:v>0.209217325538</c:v>
                </c:pt>
                <c:pt idx="234">
                  <c:v>0.211134634164</c:v>
                </c:pt>
                <c:pt idx="235">
                  <c:v>0.213073920463</c:v>
                </c:pt>
                <c:pt idx="236">
                  <c:v>0.215035412481</c:v>
                </c:pt>
                <c:pt idx="237">
                  <c:v>0.217019337733</c:v>
                </c:pt>
                <c:pt idx="238">
                  <c:v>0.219025923025</c:v>
                </c:pt>
                <c:pt idx="239">
                  <c:v>0.221055394265</c:v>
                </c:pt>
                <c:pt idx="240">
                  <c:v>0.223107976261</c:v>
                </c:pt>
                <c:pt idx="241">
                  <c:v>0.225183892515</c:v>
                </c:pt>
                <c:pt idx="242">
                  <c:v>0.227283365006</c:v>
                </c:pt>
                <c:pt idx="243">
                  <c:v>0.229406613958</c:v>
                </c:pt>
                <c:pt idx="244">
                  <c:v>0.231553857603</c:v>
                </c:pt>
                <c:pt idx="245">
                  <c:v>0.233725311932</c:v>
                </c:pt>
                <c:pt idx="246">
                  <c:v>0.235921190428</c:v>
                </c:pt>
                <c:pt idx="247">
                  <c:v>0.238141703801</c:v>
                </c:pt>
                <c:pt idx="248">
                  <c:v>0.240387059697</c:v>
                </c:pt>
                <c:pt idx="249">
                  <c:v>0.242657462403</c:v>
                </c:pt>
                <c:pt idx="250">
                  <c:v>0.244953112542</c:v>
                </c:pt>
                <c:pt idx="251">
                  <c:v>0.247274206745</c:v>
                </c:pt>
                <c:pt idx="252">
                  <c:v>0.249620937321</c:v>
                </c:pt>
                <c:pt idx="253">
                  <c:v>0.251993491909</c:v>
                </c:pt>
                <c:pt idx="254">
                  <c:v>0.254392053114</c:v>
                </c:pt>
                <c:pt idx="255">
                  <c:v>0.256816798138</c:v>
                </c:pt>
                <c:pt idx="256">
                  <c:v>0.259267898386</c:v>
                </c:pt>
                <c:pt idx="257">
                  <c:v>0.261745519068</c:v>
                </c:pt>
                <c:pt idx="258">
                  <c:v>0.264249818781</c:v>
                </c:pt>
                <c:pt idx="259">
                  <c:v>0.266780949081</c:v>
                </c:pt>
                <c:pt idx="260">
                  <c:v>0.269339054034</c:v>
                </c:pt>
                <c:pt idx="261">
                  <c:v>0.271924269759</c:v>
                </c:pt>
                <c:pt idx="262">
                  <c:v>0.274536723956</c:v>
                </c:pt>
                <c:pt idx="263">
                  <c:v>0.277176535415</c:v>
                </c:pt>
                <c:pt idx="264">
                  <c:v>0.279843813512</c:v>
                </c:pt>
                <c:pt idx="265">
                  <c:v>0.282538657697</c:v>
                </c:pt>
                <c:pt idx="266">
                  <c:v>0.285261156957</c:v>
                </c:pt>
                <c:pt idx="267">
                  <c:v>0.28801138927</c:v>
                </c:pt>
                <c:pt idx="268">
                  <c:v>0.29078942105</c:v>
                </c:pt>
                <c:pt idx="269">
                  <c:v>0.293595306565</c:v>
                </c:pt>
                <c:pt idx="270">
                  <c:v>0.296429087355</c:v>
                </c:pt>
                <c:pt idx="271">
                  <c:v>0.299290791629</c:v>
                </c:pt>
                <c:pt idx="272">
                  <c:v>0.302180433648</c:v>
                </c:pt>
                <c:pt idx="273">
                  <c:v>0.305098013103</c:v>
                </c:pt>
                <c:pt idx="274">
                  <c:v>0.308043514471</c:v>
                </c:pt>
                <c:pt idx="275">
                  <c:v>0.311016906369</c:v>
                </c:pt>
                <c:pt idx="276">
                  <c:v>0.314018140888</c:v>
                </c:pt>
                <c:pt idx="277">
                  <c:v>0.317047152925</c:v>
                </c:pt>
                <c:pt idx="278">
                  <c:v>0.320103859501</c:v>
                </c:pt>
                <c:pt idx="279">
                  <c:v>0.323188159068</c:v>
                </c:pt>
                <c:pt idx="280">
                  <c:v>0.326299930817</c:v>
                </c:pt>
                <c:pt idx="281">
                  <c:v>0.329439033969</c:v>
                </c:pt>
                <c:pt idx="282">
                  <c:v>0.332605307068</c:v>
                </c:pt>
                <c:pt idx="283">
                  <c:v>0.335798567264</c:v>
                </c:pt>
                <c:pt idx="284">
                  <c:v>0.339018609598</c:v>
                </c:pt>
                <c:pt idx="285">
                  <c:v>0.34226520628</c:v>
                </c:pt>
                <c:pt idx="286">
                  <c:v>0.345538105968</c:v>
                </c:pt>
                <c:pt idx="287">
                  <c:v>0.348837033052</c:v>
                </c:pt>
                <c:pt idx="288">
                  <c:v>0.352161686933</c:v>
                </c:pt>
                <c:pt idx="289">
                  <c:v>0.355511741312</c:v>
                </c:pt>
                <c:pt idx="290">
                  <c:v>0.358886843483</c:v>
                </c:pt>
                <c:pt idx="291">
                  <c:v>0.362286613629</c:v>
                </c:pt>
                <c:pt idx="292">
                  <c:v>0.36571064414</c:v>
                </c:pt>
                <c:pt idx="293">
                  <c:v>0.369158498924</c:v>
                </c:pt>
                <c:pt idx="294">
                  <c:v>0.372629712748</c:v>
                </c:pt>
                <c:pt idx="295">
                  <c:v>0.376123790588</c:v>
                </c:pt>
                <c:pt idx="296">
                  <c:v>0.379640206992</c:v>
                </c:pt>
                <c:pt idx="297">
                  <c:v>0.383178405469</c:v>
                </c:pt>
                <c:pt idx="298">
                  <c:v>0.386737797902</c:v>
                </c:pt>
                <c:pt idx="299">
                  <c:v>0.390317763975</c:v>
                </c:pt>
                <c:pt idx="300">
                  <c:v>0.393917650639</c:v>
                </c:pt>
                <c:pt idx="301">
                  <c:v>0.397536771598</c:v>
                </c:pt>
                <c:pt idx="302">
                  <c:v>0.401174406829</c:v>
                </c:pt>
                <c:pt idx="303">
                  <c:v>0.40482980214</c:v>
                </c:pt>
                <c:pt idx="304">
                  <c:v>0.408502168758</c:v>
                </c:pt>
                <c:pt idx="305">
                  <c:v>0.412190682959</c:v>
                </c:pt>
                <c:pt idx="306">
                  <c:v>0.415894485738</c:v>
                </c:pt>
                <c:pt idx="307">
                  <c:v>0.419612682525</c:v>
                </c:pt>
                <c:pt idx="308">
                  <c:v>0.423344342942</c:v>
                </c:pt>
                <c:pt idx="309">
                  <c:v>0.427088500612</c:v>
                </c:pt>
                <c:pt idx="310">
                  <c:v>0.430844153019</c:v>
                </c:pt>
                <c:pt idx="311">
                  <c:v>0.434610261415</c:v>
                </c:pt>
                <c:pt idx="312">
                  <c:v>0.438385750791</c:v>
                </c:pt>
                <c:pt idx="313">
                  <c:v>0.442169509895</c:v>
                </c:pt>
                <c:pt idx="314">
                  <c:v>0.445960391316</c:v>
                </c:pt>
                <c:pt idx="315">
                  <c:v>0.449757211628</c:v>
                </c:pt>
                <c:pt idx="316">
                  <c:v>0.453558751589</c:v>
                </c:pt>
                <c:pt idx="317">
                  <c:v>0.457363756417</c:v>
                </c:pt>
                <c:pt idx="318">
                  <c:v>0.461170936121</c:v>
                </c:pt>
                <c:pt idx="319">
                  <c:v>0.464978965904</c:v>
                </c:pt>
                <c:pt idx="320">
                  <c:v>0.468786486633</c:v>
                </c:pt>
                <c:pt idx="321">
                  <c:v>0.472592105383</c:v>
                </c:pt>
                <c:pt idx="322">
                  <c:v>0.47639439604</c:v>
                </c:pt>
                <c:pt idx="323">
                  <c:v>0.480191899992</c:v>
                </c:pt>
                <c:pt idx="324">
                  <c:v>0.483983126877</c:v>
                </c:pt>
                <c:pt idx="325">
                  <c:v>0.487766555414</c:v>
                </c:pt>
                <c:pt idx="326">
                  <c:v>0.491540634298</c:v>
                </c:pt>
                <c:pt idx="327">
                  <c:v>0.495303783179</c:v>
                </c:pt>
                <c:pt idx="328">
                  <c:v>0.499054393699</c:v>
                </c:pt>
                <c:pt idx="329">
                  <c:v>0.502790830621</c:v>
                </c:pt>
                <c:pt idx="330">
                  <c:v>0.506511433007</c:v>
                </c:pt>
                <c:pt idx="331">
                  <c:v>0.510214515489</c:v>
                </c:pt>
                <c:pt idx="332">
                  <c:v>0.5138983696</c:v>
                </c:pt>
                <c:pt idx="333">
                  <c:v>0.517561265171</c:v>
                </c:pt>
                <c:pt idx="334">
                  <c:v>0.521201451809</c:v>
                </c:pt>
                <c:pt idx="335">
                  <c:v>0.524817160429</c:v>
                </c:pt>
                <c:pt idx="336">
                  <c:v>0.528406604862</c:v>
                </c:pt>
                <c:pt idx="337">
                  <c:v>0.531967983519</c:v>
                </c:pt>
                <c:pt idx="338">
                  <c:v>0.535499481119</c:v>
                </c:pt>
                <c:pt idx="339">
                  <c:v>0.538999270483</c:v>
                </c:pt>
                <c:pt idx="340">
                  <c:v>0.542465514375</c:v>
                </c:pt>
                <c:pt idx="341">
                  <c:v>0.545896367403</c:v>
                </c:pt>
                <c:pt idx="342">
                  <c:v>0.549289977972</c:v>
                </c:pt>
                <c:pt idx="343">
                  <c:v>0.552644490289</c:v>
                </c:pt>
                <c:pt idx="344">
                  <c:v>0.555958046406</c:v>
                </c:pt>
                <c:pt idx="345">
                  <c:v>0.559228788314</c:v>
                </c:pt>
                <c:pt idx="346">
                  <c:v>0.562454860075</c:v>
                </c:pt>
                <c:pt idx="347">
                  <c:v>0.565634409983</c:v>
                </c:pt>
                <c:pt idx="348">
                  <c:v>0.568765592769</c:v>
                </c:pt>
                <c:pt idx="349">
                  <c:v>0.571846571827</c:v>
                </c:pt>
                <c:pt idx="350">
                  <c:v>0.574875521466</c:v>
                </c:pt>
                <c:pt idx="351">
                  <c:v>0.577850629181</c:v>
                </c:pt>
                <c:pt idx="352">
                  <c:v>0.580770097946</c:v>
                </c:pt>
                <c:pt idx="353">
                  <c:v>0.583632148514</c:v>
                </c:pt>
                <c:pt idx="354">
                  <c:v>0.586435021727</c:v>
                </c:pt>
                <c:pt idx="355">
                  <c:v>0.589176980825</c:v>
                </c:pt>
                <c:pt idx="356">
                  <c:v>0.591856313763</c:v>
                </c:pt>
                <c:pt idx="357">
                  <c:v>0.594471335513</c:v>
                </c:pt>
                <c:pt idx="358">
                  <c:v>0.597020390356</c:v>
                </c:pt>
                <c:pt idx="359">
                  <c:v>0.599501854165</c:v>
                </c:pt>
                <c:pt idx="360">
                  <c:v>0.601914136662</c:v>
                </c:pt>
                <c:pt idx="361">
                  <c:v>0.604255683654</c:v>
                </c:pt>
                <c:pt idx="362">
                  <c:v>0.606524979233</c:v>
                </c:pt>
                <c:pt idx="363">
                  <c:v>0.608720547946</c:v>
                </c:pt>
                <c:pt idx="364">
                  <c:v>0.610840956931</c:v>
                </c:pt>
                <c:pt idx="365">
                  <c:v>0.612884817996</c:v>
                </c:pt>
                <c:pt idx="366">
                  <c:v>0.614850789657</c:v>
                </c:pt>
                <c:pt idx="367">
                  <c:v>0.616737579129</c:v>
                </c:pt>
                <c:pt idx="368">
                  <c:v>0.618543944244</c:v>
                </c:pt>
                <c:pt idx="369">
                  <c:v>0.620268695321</c:v>
                </c:pt>
                <c:pt idx="370">
                  <c:v>0.621910696962</c:v>
                </c:pt>
                <c:pt idx="371">
                  <c:v>0.62346886978</c:v>
                </c:pt>
                <c:pt idx="372">
                  <c:v>0.624942192053</c:v>
                </c:pt>
                <c:pt idx="373">
                  <c:v>0.6263297013</c:v>
                </c:pt>
                <c:pt idx="374">
                  <c:v>0.627630495773</c:v>
                </c:pt>
                <c:pt idx="375">
                  <c:v>0.628843735867</c:v>
                </c:pt>
                <c:pt idx="376">
                  <c:v>0.629968645442</c:v>
                </c:pt>
                <c:pt idx="377">
                  <c:v>0.631004513048</c:v>
                </c:pt>
                <c:pt idx="378">
                  <c:v>0.631950693064</c:v>
                </c:pt>
                <c:pt idx="379">
                  <c:v>0.632806606735</c:v>
                </c:pt>
                <c:pt idx="380">
                  <c:v>0.633571743113</c:v>
                </c:pt>
                <c:pt idx="381">
                  <c:v>0.634245659893</c:v>
                </c:pt>
                <c:pt idx="382">
                  <c:v>0.634827984151</c:v>
                </c:pt>
                <c:pt idx="383">
                  <c:v>0.635318412976</c:v>
                </c:pt>
                <c:pt idx="384">
                  <c:v>0.635716713995</c:v>
                </c:pt>
                <c:pt idx="385">
                  <c:v>0.636022725791</c:v>
                </c:pt>
                <c:pt idx="386">
                  <c:v>0.636236358213</c:v>
                </c:pt>
                <c:pt idx="387">
                  <c:v>0.636357592582</c:v>
                </c:pt>
                <c:pt idx="388">
                  <c:v>0.63638648178</c:v>
                </c:pt>
                <c:pt idx="389">
                  <c:v>0.636323150239</c:v>
                </c:pt>
                <c:pt idx="390">
                  <c:v>0.636167793811</c:v>
                </c:pt>
                <c:pt idx="391">
                  <c:v>0.635920679537</c:v>
                </c:pt>
                <c:pt idx="392">
                  <c:v>0.635582145306</c:v>
                </c:pt>
                <c:pt idx="393">
                  <c:v>0.6351525994</c:v>
                </c:pt>
                <c:pt idx="394">
                  <c:v>0.634632519941</c:v>
                </c:pt>
                <c:pt idx="395">
                  <c:v>0.634022454227</c:v>
                </c:pt>
                <c:pt idx="396">
                  <c:v>0.633323017962</c:v>
                </c:pt>
                <c:pt idx="397">
                  <c:v>0.632534894385</c:v>
                </c:pt>
                <c:pt idx="398">
                  <c:v>0.6316588333</c:v>
                </c:pt>
                <c:pt idx="399">
                  <c:v>0.630695649997</c:v>
                </c:pt>
                <c:pt idx="400">
                  <c:v>0.629646224086</c:v>
                </c:pt>
                <c:pt idx="401">
                  <c:v>0.628511498229</c:v>
                </c:pt>
                <c:pt idx="402">
                  <c:v>0.627292476775</c:v>
                </c:pt>
                <c:pt idx="403">
                  <c:v>0.625990224317</c:v>
                </c:pt>
                <c:pt idx="404">
                  <c:v>0.624605864141</c:v>
                </c:pt>
                <c:pt idx="405">
                  <c:v>0.623140576612</c:v>
                </c:pt>
                <c:pt idx="406">
                  <c:v>0.621595597458</c:v>
                </c:pt>
                <c:pt idx="407">
                  <c:v>0.619972215987</c:v>
                </c:pt>
                <c:pt idx="408">
                  <c:v>0.618271773224</c:v>
                </c:pt>
                <c:pt idx="409">
                  <c:v>0.616495659973</c:v>
                </c:pt>
                <c:pt idx="410">
                  <c:v>0.614645314821</c:v>
                </c:pt>
                <c:pt idx="411">
                  <c:v>0.61272222206</c:v>
                </c:pt>
                <c:pt idx="412">
                  <c:v>0.61072790957</c:v>
                </c:pt>
                <c:pt idx="413">
                  <c:v>0.608663946626</c:v>
                </c:pt>
                <c:pt idx="414">
                  <c:v>0.606531941668</c:v>
                </c:pt>
                <c:pt idx="415">
                  <c:v>0.604333540017</c:v>
                </c:pt>
                <c:pt idx="416">
                  <c:v>0.602070421551</c:v>
                </c:pt>
                <c:pt idx="417">
                  <c:v>0.599744298341</c:v>
                </c:pt>
                <c:pt idx="418">
                  <c:v>0.597356912261</c:v>
                </c:pt>
                <c:pt idx="419">
                  <c:v>0.594910032566</c:v>
                </c:pt>
                <c:pt idx="420">
                  <c:v>0.592405453449</c:v>
                </c:pt>
                <c:pt idx="421">
                  <c:v>0.589844991585</c:v>
                </c:pt>
                <c:pt idx="422">
                  <c:v>0.587230483661</c:v>
                </c:pt>
                <c:pt idx="423">
                  <c:v>0.584563783904</c:v>
                </c:pt>
                <c:pt idx="424">
                  <c:v>0.581846761605</c:v>
                </c:pt>
                <c:pt idx="425">
                  <c:v>0.579081298656</c:v>
                </c:pt>
                <c:pt idx="426">
                  <c:v>0.576269287095</c:v>
                </c:pt>
                <c:pt idx="427">
                  <c:v>0.573412626664</c:v>
                </c:pt>
                <c:pt idx="428">
                  <c:v>0.570513222401</c:v>
                </c:pt>
                <c:pt idx="429">
                  <c:v>0.56757298225</c:v>
                </c:pt>
                <c:pt idx="430">
                  <c:v>0.56459381471</c:v>
                </c:pt>
                <c:pt idx="431">
                  <c:v>0.561577626526</c:v>
                </c:pt>
                <c:pt idx="432">
                  <c:v>0.558526320414</c:v>
                </c:pt>
                <c:pt idx="433">
                  <c:v>0.555441792846</c:v>
                </c:pt>
                <c:pt idx="434">
                  <c:v>0.552325931886</c:v>
                </c:pt>
                <c:pt idx="435">
                  <c:v>0.549180615077</c:v>
                </c:pt>
                <c:pt idx="436">
                  <c:v>0.546007707403</c:v>
                </c:pt>
                <c:pt idx="437">
                  <c:v>0.542809059308</c:v>
                </c:pt>
                <c:pt idx="438">
                  <c:v>0.539586504787</c:v>
                </c:pt>
                <c:pt idx="439">
                  <c:v>0.536341859555</c:v>
                </c:pt>
                <c:pt idx="440">
                  <c:v>0.533076919288</c:v>
                </c:pt>
                <c:pt idx="441">
                  <c:v>0.529793457945</c:v>
                </c:pt>
                <c:pt idx="442">
                  <c:v>0.526493226172</c:v>
                </c:pt>
                <c:pt idx="443">
                  <c:v>0.52317794979</c:v>
                </c:pt>
                <c:pt idx="444">
                  <c:v>0.519849328367</c:v>
                </c:pt>
                <c:pt idx="445">
                  <c:v>0.516509033881</c:v>
                </c:pt>
                <c:pt idx="446">
                  <c:v>0.513158709462</c:v>
                </c:pt>
                <c:pt idx="447">
                  <c:v>0.509799968233</c:v>
                </c:pt>
                <c:pt idx="448">
                  <c:v>0.506434392231</c:v>
                </c:pt>
                <c:pt idx="449">
                  <c:v>0.503063531422</c:v>
                </c:pt>
                <c:pt idx="450">
                  <c:v>0.499688902799</c:v>
                </c:pt>
                <c:pt idx="451">
                  <c:v>0.496311989571</c:v>
                </c:pt>
                <c:pt idx="452">
                  <c:v>0.492934240436</c:v>
                </c:pt>
                <c:pt idx="453">
                  <c:v>0.48955706894</c:v>
                </c:pt>
                <c:pt idx="454">
                  <c:v>0.486181852916</c:v>
                </c:pt>
                <c:pt idx="455">
                  <c:v>0.482809934007</c:v>
                </c:pt>
                <c:pt idx="456">
                  <c:v>0.479442617264</c:v>
                </c:pt>
                <c:pt idx="457">
                  <c:v>0.476081170824</c:v>
                </c:pt>
                <c:pt idx="458">
                  <c:v>0.472726825661</c:v>
                </c:pt>
                <c:pt idx="459">
                  <c:v>0.469380775403</c:v>
                </c:pt>
                <c:pt idx="460">
                  <c:v>0.46604417622</c:v>
                </c:pt>
                <c:pt idx="461">
                  <c:v>0.462718146781</c:v>
                </c:pt>
                <c:pt idx="462">
                  <c:v>0.459403768261</c:v>
                </c:pt>
                <c:pt idx="463">
                  <c:v>0.456102084419</c:v>
                </c:pt>
                <c:pt idx="464">
                  <c:v>0.452814101719</c:v>
                </c:pt>
                <c:pt idx="465">
                  <c:v>0.44954078951</c:v>
                </c:pt>
                <c:pt idx="466">
                  <c:v>0.44628308025</c:v>
                </c:pt>
                <c:pt idx="467">
                  <c:v>0.443041869773</c:v>
                </c:pt>
                <c:pt idx="468">
                  <c:v>0.439818017603</c:v>
                </c:pt>
                <c:pt idx="469">
                  <c:v>0.436612347297</c:v>
                </c:pt>
                <c:pt idx="470">
                  <c:v>0.433425646826</c:v>
                </c:pt>
                <c:pt idx="471">
                  <c:v>0.430258668988</c:v>
                </c:pt>
                <c:pt idx="472">
                  <c:v>0.427112131849</c:v>
                </c:pt>
                <c:pt idx="473">
                  <c:v>0.423986719201</c:v>
                </c:pt>
                <c:pt idx="474">
                  <c:v>0.420883081051</c:v>
                </c:pt>
                <c:pt idx="475">
                  <c:v>0.417801834121</c:v>
                </c:pt>
                <c:pt idx="476">
                  <c:v>0.414743562372</c:v>
                </c:pt>
                <c:pt idx="477">
                  <c:v>0.41170881753</c:v>
                </c:pt>
                <c:pt idx="478">
                  <c:v>0.408698119634</c:v>
                </c:pt>
                <c:pt idx="479">
                  <c:v>0.405711957585</c:v>
                </c:pt>
                <c:pt idx="480">
                  <c:v>0.402750789706</c:v>
                </c:pt>
                <c:pt idx="481">
                  <c:v>0.399815044299</c:v>
                </c:pt>
                <c:pt idx="482">
                  <c:v>0.396905120215</c:v>
                </c:pt>
                <c:pt idx="483">
                  <c:v>0.394021387418</c:v>
                </c:pt>
                <c:pt idx="484">
                  <c:v>0.391164187548</c:v>
                </c:pt>
                <c:pt idx="485">
                  <c:v>0.388333834482</c:v>
                </c:pt>
                <c:pt idx="486">
                  <c:v>0.385530614898</c:v>
                </c:pt>
                <c:pt idx="487">
                  <c:v>0.382754788825</c:v>
                </c:pt>
                <c:pt idx="488">
                  <c:v>0.380006590193</c:v>
                </c:pt>
                <c:pt idx="489">
                  <c:v>0.377286227379</c:v>
                </c:pt>
                <c:pt idx="490">
                  <c:v>0.374593883739</c:v>
                </c:pt>
                <c:pt idx="491">
                  <c:v>0.371929718136</c:v>
                </c:pt>
                <c:pt idx="492">
                  <c:v>0.369293865466</c:v>
                </c:pt>
                <c:pt idx="493">
                  <c:v>0.366686437163</c:v>
                </c:pt>
                <c:pt idx="494">
                  <c:v>0.364107521711</c:v>
                </c:pt>
                <c:pt idx="495">
                  <c:v>0.361557185131</c:v>
                </c:pt>
                <c:pt idx="496">
                  <c:v>0.359035471474</c:v>
                </c:pt>
                <c:pt idx="497">
                  <c:v>0.356542403295</c:v>
                </c:pt>
                <c:pt idx="498">
                  <c:v>0.354077982124</c:v>
                </c:pt>
                <c:pt idx="499">
                  <c:v>0.351642188931</c:v>
                </c:pt>
                <c:pt idx="500">
                  <c:v>0.349234984571</c:v>
                </c:pt>
                <c:pt idx="501">
                  <c:v>0.34685631024</c:v>
                </c:pt>
                <c:pt idx="502">
                  <c:v>0.344506087907</c:v>
                </c:pt>
                <c:pt idx="503">
                  <c:v>0.342184220746</c:v>
                </c:pt>
                <c:pt idx="504">
                  <c:v>0.339890593568</c:v>
                </c:pt>
                <c:pt idx="505">
                  <c:v>0.337625073233</c:v>
                </c:pt>
                <c:pt idx="506">
                  <c:v>0.335387509071</c:v>
                </c:pt>
                <c:pt idx="507">
                  <c:v>0.333177733289</c:v>
                </c:pt>
                <c:pt idx="508">
                  <c:v>0.33099556138</c:v>
                </c:pt>
                <c:pt idx="509">
                  <c:v>0.328840792523</c:v>
                </c:pt>
                <c:pt idx="510">
                  <c:v>0.326713209987</c:v>
                </c:pt>
                <c:pt idx="511">
                  <c:v>0.324612581528</c:v>
                </c:pt>
                <c:pt idx="512">
                  <c:v>0.322538659787</c:v>
                </c:pt>
                <c:pt idx="513">
                  <c:v>0.320491182685</c:v>
                </c:pt>
                <c:pt idx="514">
                  <c:v>0.318469873823</c:v>
                </c:pt>
                <c:pt idx="515">
                  <c:v>0.31647444288</c:v>
                </c:pt>
                <c:pt idx="516">
                  <c:v>0.314504586006</c:v>
                </c:pt>
                <c:pt idx="517">
                  <c:v>0.312559986232</c:v>
                </c:pt>
                <c:pt idx="518">
                  <c:v>0.310640313869</c:v>
                </c:pt>
                <c:pt idx="519">
                  <c:v>0.308745226916</c:v>
                </c:pt>
                <c:pt idx="520">
                  <c:v>0.306874371472</c:v>
                </c:pt>
                <c:pt idx="521">
                  <c:v>0.305027382154</c:v>
                </c:pt>
                <c:pt idx="522">
                  <c:v>0.303203882514</c:v>
                </c:pt>
                <c:pt idx="523">
                  <c:v>0.301403485469</c:v>
                </c:pt>
                <c:pt idx="524">
                  <c:v>0.299625793734</c:v>
                </c:pt>
                <c:pt idx="525">
                  <c:v>0.297870400258</c:v>
                </c:pt>
                <c:pt idx="526">
                  <c:v>0.296136888673</c:v>
                </c:pt>
                <c:pt idx="527">
                  <c:v>0.294424833748</c:v>
                </c:pt>
                <c:pt idx="528">
                  <c:v>0.292733801846</c:v>
                </c:pt>
                <c:pt idx="529">
                  <c:v>0.291063351399</c:v>
                </c:pt>
                <c:pt idx="530">
                  <c:v>0.289413033377</c:v>
                </c:pt>
                <c:pt idx="531">
                  <c:v>0.28778239178</c:v>
                </c:pt>
                <c:pt idx="532">
                  <c:v>0.286170964124</c:v>
                </c:pt>
                <c:pt idx="533">
                  <c:v>0.284578281949</c:v>
                </c:pt>
                <c:pt idx="534">
                  <c:v>0.283003871323</c:v>
                </c:pt>
                <c:pt idx="535">
                  <c:v>0.281447253359</c:v>
                </c:pt>
                <c:pt idx="536">
                  <c:v>0.279907944744</c:v>
                </c:pt>
                <c:pt idx="537">
                  <c:v>0.27838545827</c:v>
                </c:pt>
                <c:pt idx="538">
                  <c:v>0.276879303369</c:v>
                </c:pt>
                <c:pt idx="539">
                  <c:v>0.275388986667</c:v>
                </c:pt>
                <c:pt idx="540">
                  <c:v>0.273914012533</c:v>
                </c:pt>
                <c:pt idx="541">
                  <c:v>0.272453883639</c:v>
                </c:pt>
                <c:pt idx="542">
                  <c:v>0.271008101526</c:v>
                </c:pt>
                <c:pt idx="543">
                  <c:v>0.269576167171</c:v>
                </c:pt>
                <c:pt idx="544">
                  <c:v>0.268157581563</c:v>
                </c:pt>
                <c:pt idx="545">
                  <c:v>0.266751846278</c:v>
                </c:pt>
                <c:pt idx="546">
                  <c:v>0.265358464062</c:v>
                </c:pt>
                <c:pt idx="547">
                  <c:v>0.263976939409</c:v>
                </c:pt>
                <c:pt idx="548">
                  <c:v>0.262606779144</c:v>
                </c:pt>
                <c:pt idx="549">
                  <c:v>0.261247493009</c:v>
                </c:pt>
                <c:pt idx="550">
                  <c:v>0.259898594238</c:v>
                </c:pt>
                <c:pt idx="551">
                  <c:v>0.258559600144</c:v>
                </c:pt>
                <c:pt idx="552">
                  <c:v>0.257230032689</c:v>
                </c:pt>
                <c:pt idx="553">
                  <c:v>0.255909419058</c:v>
                </c:pt>
                <c:pt idx="554">
                  <c:v>0.254597292226</c:v>
                </c:pt>
                <c:pt idx="555">
                  <c:v>0.253293191519</c:v>
                </c:pt>
                <c:pt idx="556">
                  <c:v>0.251996663165</c:v>
                </c:pt>
                <c:pt idx="557">
                  <c:v>0.250707260839</c:v>
                </c:pt>
                <c:pt idx="558">
                  <c:v>0.249424546195</c:v>
                </c:pt>
                <c:pt idx="559">
                  <c:v>0.248148089392</c:v>
                </c:pt>
                <c:pt idx="560">
                  <c:v>0.246877469598</c:v>
                </c:pt>
                <c:pt idx="561">
                  <c:v>0.245612275494</c:v>
                </c:pt>
                <c:pt idx="562">
                  <c:v>0.244352105747</c:v>
                </c:pt>
                <c:pt idx="563">
                  <c:v>0.243096569485</c:v>
                </c:pt>
                <c:pt idx="564">
                  <c:v>0.241845286735</c:v>
                </c:pt>
                <c:pt idx="565">
                  <c:v>0.240597888862</c:v>
                </c:pt>
                <c:pt idx="566">
                  <c:v>0.239354018973</c:v>
                </c:pt>
                <c:pt idx="567">
                  <c:v>0.238113332309</c:v>
                </c:pt>
                <c:pt idx="568">
                  <c:v>0.236875496613</c:v>
                </c:pt>
                <c:pt idx="569">
                  <c:v>0.235640192476</c:v>
                </c:pt>
                <c:pt idx="570">
                  <c:v>0.234407113656</c:v>
                </c:pt>
                <c:pt idx="571">
                  <c:v>0.23317596738</c:v>
                </c:pt>
                <c:pt idx="572">
                  <c:v>0.231946474609</c:v>
                </c:pt>
                <c:pt idx="573">
                  <c:v>0.23071837029</c:v>
                </c:pt>
                <c:pt idx="574">
                  <c:v>0.229491403568</c:v>
                </c:pt>
                <c:pt idx="575">
                  <c:v>0.228265337982</c:v>
                </c:pt>
                <c:pt idx="576">
                  <c:v>0.227039951625</c:v>
                </c:pt>
                <c:pt idx="577">
                  <c:v>0.225815037276</c:v>
                </c:pt>
                <c:pt idx="578">
                  <c:v>0.224590402507</c:v>
                </c:pt>
                <c:pt idx="579">
                  <c:v>0.223365869756</c:v>
                </c:pt>
                <c:pt idx="580">
                  <c:v>0.222141276373</c:v>
                </c:pt>
                <c:pt idx="581">
                  <c:v>0.220916474633</c:v>
                </c:pt>
                <c:pt idx="582">
                  <c:v>0.219691331721</c:v>
                </c:pt>
                <c:pt idx="583">
                  <c:v>0.218465729687</c:v>
                </c:pt>
                <c:pt idx="584">
                  <c:v>0.217239565371</c:v>
                </c:pt>
                <c:pt idx="585">
                  <c:v>0.216012750295</c:v>
                </c:pt>
                <c:pt idx="586">
                  <c:v>0.21478521053</c:v>
                </c:pt>
                <c:pt idx="587">
                  <c:v>0.213556886533</c:v>
                </c:pt>
                <c:pt idx="588">
                  <c:v>0.212327732952</c:v>
                </c:pt>
                <c:pt idx="589">
                  <c:v>0.211097718405</c:v>
                </c:pt>
                <c:pt idx="590">
                  <c:v>0.209866825235</c:v>
                </c:pt>
                <c:pt idx="591">
                  <c:v>0.208635049234</c:v>
                </c:pt>
                <c:pt idx="592">
                  <c:v>0.207402399344</c:v>
                </c:pt>
                <c:pt idx="593">
                  <c:v>0.206168897332</c:v>
                </c:pt>
                <c:pt idx="594">
                  <c:v>0.204934577442</c:v>
                </c:pt>
                <c:pt idx="595">
                  <c:v>0.203699486027</c:v>
                </c:pt>
                <c:pt idx="596">
                  <c:v>0.202463681156</c:v>
                </c:pt>
                <c:pt idx="597">
                  <c:v>0.201227232204</c:v>
                </c:pt>
                <c:pt idx="598">
                  <c:v>0.199990219424</c:v>
                </c:pt>
                <c:pt idx="599">
                  <c:v>0.1987527335</c:v>
                </c:pt>
                <c:pt idx="600">
                  <c:v>0.197514875089</c:v>
                </c:pt>
                <c:pt idx="601">
                  <c:v>0.196276754342</c:v>
                </c:pt>
                <c:pt idx="602">
                  <c:v>0.195038490419</c:v>
                </c:pt>
                <c:pt idx="603">
                  <c:v>0.193800210993</c:v>
                </c:pt>
                <c:pt idx="604">
                  <c:v>0.192562051742</c:v>
                </c:pt>
                <c:pt idx="605">
                  <c:v>0.191324155836</c:v>
                </c:pt>
                <c:pt idx="606">
                  <c:v>0.190086673418</c:v>
                </c:pt>
                <c:pt idx="607">
                  <c:v>0.188849761081</c:v>
                </c:pt>
                <c:pt idx="608">
                  <c:v>0.187613581343</c:v>
                </c:pt>
                <c:pt idx="609">
                  <c:v>0.18637830212</c:v>
                </c:pt>
                <c:pt idx="610">
                  <c:v>0.185144096203</c:v>
                </c:pt>
                <c:pt idx="611">
                  <c:v>0.183911140734</c:v>
                </c:pt>
                <c:pt idx="612">
                  <c:v>0.182679616691</c:v>
                </c:pt>
                <c:pt idx="613">
                  <c:v>0.18144970837</c:v>
                </c:pt>
                <c:pt idx="614">
                  <c:v>0.180221602884</c:v>
                </c:pt>
                <c:pt idx="615">
                  <c:v>0.178995489665</c:v>
                </c:pt>
                <c:pt idx="616">
                  <c:v>0.177771559974</c:v>
                </c:pt>
                <c:pt idx="617">
                  <c:v>0.176550006427</c:v>
                </c:pt>
                <c:pt idx="618">
                  <c:v>0.17533102253</c:v>
                </c:pt>
                <c:pt idx="619">
                  <c:v>0.174114802225</c:v>
                </c:pt>
                <c:pt idx="620">
                  <c:v>0.172901539455</c:v>
                </c:pt>
                <c:pt idx="621">
                  <c:v>0.171691427738</c:v>
                </c:pt>
                <c:pt idx="622">
                  <c:v>0.170484659764</c:v>
                </c:pt>
                <c:pt idx="623">
                  <c:v>0.169281427002</c:v>
                </c:pt>
                <c:pt idx="624">
                  <c:v>0.168081919325</c:v>
                </c:pt>
                <c:pt idx="625">
                  <c:v>0.166886324657</c:v>
                </c:pt>
                <c:pt idx="626">
                  <c:v>0.165694828633</c:v>
                </c:pt>
                <c:pt idx="627">
                  <c:v>0.164507614278</c:v>
                </c:pt>
                <c:pt idx="628">
                  <c:v>0.163324861709</c:v>
                </c:pt>
                <c:pt idx="629">
                  <c:v>0.16214674785</c:v>
                </c:pt>
                <c:pt idx="630">
                  <c:v>0.160973446169</c:v>
                </c:pt>
                <c:pt idx="631">
                  <c:v>0.159805126432</c:v>
                </c:pt>
                <c:pt idx="632">
                  <c:v>0.158641954481</c:v>
                </c:pt>
                <c:pt idx="633">
                  <c:v>0.157484092021</c:v>
                </c:pt>
                <c:pt idx="634">
                  <c:v>0.156331696436</c:v>
                </c:pt>
                <c:pt idx="635">
                  <c:v>0.155184920615</c:v>
                </c:pt>
                <c:pt idx="636">
                  <c:v>0.154043912802</c:v>
                </c:pt>
                <c:pt idx="637">
                  <c:v>0.152908816458</c:v>
                </c:pt>
                <c:pt idx="638">
                  <c:v>0.151779770145</c:v>
                </c:pt>
                <c:pt idx="639">
                  <c:v>0.150656907424</c:v>
                </c:pt>
                <c:pt idx="640">
                  <c:v>0.149540356768</c:v>
                </c:pt>
                <c:pt idx="641">
                  <c:v>0.148430241495</c:v>
                </c:pt>
                <c:pt idx="642">
                  <c:v>0.147326679709</c:v>
                </c:pt>
                <c:pt idx="643">
                  <c:v>0.146229784266</c:v>
                </c:pt>
                <c:pt idx="644">
                  <c:v>0.145139662738</c:v>
                </c:pt>
                <c:pt idx="645">
                  <c:v>0.144056417411</c:v>
                </c:pt>
                <c:pt idx="646">
                  <c:v>0.142980145272</c:v>
                </c:pt>
                <c:pt idx="647">
                  <c:v>0.14191093803</c:v>
                </c:pt>
                <c:pt idx="648">
                  <c:v>0.14084888213</c:v>
                </c:pt>
                <c:pt idx="649">
                  <c:v>0.139794058792</c:v>
                </c:pt>
                <c:pt idx="650">
                  <c:v>0.138746544047</c:v>
                </c:pt>
                <c:pt idx="651">
                  <c:v>0.137706408796</c:v>
                </c:pt>
                <c:pt idx="652">
                  <c:v>0.136673718861</c:v>
                </c:pt>
                <c:pt idx="653">
                  <c:v>0.135648535061</c:v>
                </c:pt>
                <c:pt idx="654">
                  <c:v>0.134630913284</c:v>
                </c:pt>
                <c:pt idx="655">
                  <c:v>0.133620904565</c:v>
                </c:pt>
                <c:pt idx="656">
                  <c:v>0.132618555181</c:v>
                </c:pt>
                <c:pt idx="657">
                  <c:v>0.131623906739</c:v>
                </c:pt>
                <c:pt idx="658">
                  <c:v>0.130636996275</c:v>
                </c:pt>
                <c:pt idx="659">
                  <c:v>0.12965785636</c:v>
                </c:pt>
                <c:pt idx="660">
                  <c:v>0.1286865152</c:v>
                </c:pt>
                <c:pt idx="661">
                  <c:v>0.127722996751</c:v>
                </c:pt>
                <c:pt idx="662">
                  <c:v>0.126767320829</c:v>
                </c:pt>
                <c:pt idx="663">
                  <c:v>0.125819503225</c:v>
                </c:pt>
                <c:pt idx="664">
                  <c:v>0.124879555821</c:v>
                </c:pt>
                <c:pt idx="665">
                  <c:v>0.12394748671</c:v>
                </c:pt>
                <c:pt idx="666">
                  <c:v>0.123023300315</c:v>
                </c:pt>
                <c:pt idx="667">
                  <c:v>0.122106997507</c:v>
                </c:pt>
                <c:pt idx="668">
                  <c:v>0.121198575726</c:v>
                </c:pt>
                <c:pt idx="669">
                  <c:v>0.120298029105</c:v>
                </c:pt>
                <c:pt idx="670">
                  <c:v>0.119405348586</c:v>
                </c:pt>
                <c:pt idx="671">
                  <c:v>0.118520522043</c:v>
                </c:pt>
                <c:pt idx="672">
                  <c:v>0.117643534397</c:v>
                </c:pt>
                <c:pt idx="673">
                  <c:v>0.11677436774</c:v>
                </c:pt>
                <c:pt idx="674">
                  <c:v>0.115913001448</c:v>
                </c:pt>
                <c:pt idx="675">
                  <c:v>0.115059412296</c:v>
                </c:pt>
                <c:pt idx="676">
                  <c:v>0.114213574577</c:v>
                </c:pt>
                <c:pt idx="677">
                  <c:v>0.113375460207</c:v>
                </c:pt>
                <c:pt idx="678">
                  <c:v>0.112545038841</c:v>
                </c:pt>
                <c:pt idx="679">
                  <c:v>0.111722277979</c:v>
                </c:pt>
                <c:pt idx="680">
                  <c:v>0.110907143073</c:v>
                </c:pt>
                <c:pt idx="681">
                  <c:v>0.11009959763</c:v>
                </c:pt>
                <c:pt idx="682">
                  <c:v>0.109299603317</c:v>
                </c:pt>
                <c:pt idx="683">
                  <c:v>0.108507120054</c:v>
                </c:pt>
                <c:pt idx="684">
                  <c:v>0.107722106117</c:v>
                </c:pt>
                <c:pt idx="685">
                  <c:v>0.106944518229</c:v>
                </c:pt>
                <c:pt idx="686">
                  <c:v>0.106174311655</c:v>
                </c:pt>
                <c:pt idx="687">
                  <c:v>0.105411440285</c:v>
                </c:pt>
                <c:pt idx="688">
                  <c:v>0.104655856729</c:v>
                </c:pt>
                <c:pt idx="689">
                  <c:v>0.103907512393</c:v>
                </c:pt>
                <c:pt idx="690">
                  <c:v>0.103166357569</c:v>
                </c:pt>
                <c:pt idx="691">
                  <c:v>0.102432341504</c:v>
                </c:pt>
                <c:pt idx="692">
                  <c:v>0.101705412484</c:v>
                </c:pt>
                <c:pt idx="693">
                  <c:v>0.100985517907</c:v>
                </c:pt>
                <c:pt idx="694">
                  <c:v>0.100272604348</c:v>
                </c:pt>
                <c:pt idx="695">
                  <c:v>0.0995666176351</c:v>
                </c:pt>
                <c:pt idx="696">
                  <c:v>0.0988675029115</c:v>
                </c:pt>
                <c:pt idx="697">
                  <c:v>0.0981752046998</c:v>
                </c:pt>
                <c:pt idx="698">
                  <c:v>0.0974896669637</c:v>
                </c:pt>
                <c:pt idx="699">
                  <c:v>0.0968108331663</c:v>
                </c:pt>
                <c:pt idx="700">
                  <c:v>0.096138646327</c:v>
                </c:pt>
                <c:pt idx="701">
                  <c:v>0.0954730490757</c:v>
                </c:pt>
                <c:pt idx="702">
                  <c:v>0.0948139837042</c:v>
                </c:pt>
                <c:pt idx="703">
                  <c:v>0.0941613922166</c:v>
                </c:pt>
                <c:pt idx="704">
                  <c:v>0.0935152163765</c:v>
                </c:pt>
                <c:pt idx="705">
                  <c:v>0.0928753977525</c:v>
                </c:pt>
                <c:pt idx="706">
                  <c:v>0.0922418777617</c:v>
                </c:pt>
                <c:pt idx="707">
                  <c:v>0.0916145977115</c:v>
                </c:pt>
                <c:pt idx="708">
                  <c:v>0.0909934988386</c:v>
                </c:pt>
                <c:pt idx="709">
                  <c:v>0.0903785223467</c:v>
                </c:pt>
                <c:pt idx="710">
                  <c:v>0.089769609443</c:v>
                </c:pt>
                <c:pt idx="711">
                  <c:v>0.0891667013714</c:v>
                </c:pt>
                <c:pt idx="712">
                  <c:v>0.0885697394455</c:v>
                </c:pt>
                <c:pt idx="713">
                  <c:v>0.0879786650789</c:v>
                </c:pt>
                <c:pt idx="714">
                  <c:v>0.0873934198145</c:v>
                </c:pt>
                <c:pt idx="715">
                  <c:v>0.0868139453521</c:v>
                </c:pt>
                <c:pt idx="716">
                  <c:v>0.0862401835742</c:v>
                </c:pt>
                <c:pt idx="717">
                  <c:v>0.0856720765711</c:v>
                </c:pt>
                <c:pt idx="718">
                  <c:v>0.0851095666633</c:v>
                </c:pt>
                <c:pt idx="719">
                  <c:v>0.0845525964244</c:v>
                </c:pt>
                <c:pt idx="720">
                  <c:v>0.0840011087009</c:v>
                </c:pt>
                <c:pt idx="721">
                  <c:v>0.0834550466317</c:v>
                </c:pt>
                <c:pt idx="722">
                  <c:v>0.0829143536667</c:v>
                </c:pt>
                <c:pt idx="723">
                  <c:v>0.0823789735831</c:v>
                </c:pt>
                <c:pt idx="724">
                  <c:v>0.081848850502</c:v>
                </c:pt>
                <c:pt idx="725">
                  <c:v>0.0813239289027</c:v>
                </c:pt>
                <c:pt idx="726">
                  <c:v>0.0808041536366</c:v>
                </c:pt>
                <c:pt idx="727">
                  <c:v>0.0802894699403</c:v>
                </c:pt>
                <c:pt idx="728">
                  <c:v>0.0797798234474</c:v>
                </c:pt>
                <c:pt idx="729">
                  <c:v>0.0792751601995</c:v>
                </c:pt>
                <c:pt idx="730">
                  <c:v>0.078775426656</c:v>
                </c:pt>
                <c:pt idx="731">
                  <c:v>0.0782805697042</c:v>
                </c:pt>
                <c:pt idx="732">
                  <c:v>0.0777905366671</c:v>
                </c:pt>
                <c:pt idx="733">
                  <c:v>0.0773052753116</c:v>
                </c:pt>
                <c:pt idx="734">
                  <c:v>0.0768247338558</c:v>
                </c:pt>
                <c:pt idx="735">
                  <c:v>0.0763488609746</c:v>
                </c:pt>
                <c:pt idx="736">
                  <c:v>0.0758776058064</c:v>
                </c:pt>
                <c:pt idx="737">
                  <c:v>0.0754109179576</c:v>
                </c:pt>
                <c:pt idx="738">
                  <c:v>0.0749487475074</c:v>
                </c:pt>
                <c:pt idx="739">
                  <c:v>0.0744910450119</c:v>
                </c:pt>
                <c:pt idx="740">
                  <c:v>0.0740377615072</c:v>
                </c:pt>
                <c:pt idx="741">
                  <c:v>0.0735888485124</c:v>
                </c:pt>
                <c:pt idx="742">
                  <c:v>0.0731442580326</c:v>
                </c:pt>
                <c:pt idx="743">
                  <c:v>0.07270394256</c:v>
                </c:pt>
                <c:pt idx="744">
                  <c:v>0.0722678550763</c:v>
                </c:pt>
                <c:pt idx="745">
                  <c:v>0.0718359490531</c:v>
                </c:pt>
                <c:pt idx="746">
                  <c:v>0.0714081784533</c:v>
                </c:pt>
                <c:pt idx="747">
                  <c:v>0.0709844977311</c:v>
                </c:pt>
                <c:pt idx="748">
                  <c:v>0.0705648618319</c:v>
                </c:pt>
                <c:pt idx="749">
                  <c:v>0.0701492261923</c:v>
                </c:pt>
                <c:pt idx="750">
                  <c:v>0.0697375467395</c:v>
                </c:pt>
                <c:pt idx="751">
                  <c:v>0.0693297798901</c:v>
                </c:pt>
                <c:pt idx="752">
                  <c:v>0.0689258825488</c:v>
                </c:pt>
                <c:pt idx="753">
                  <c:v>0.0685258121073</c:v>
                </c:pt>
                <c:pt idx="754">
                  <c:v>0.0681295264426</c:v>
                </c:pt>
                <c:pt idx="755">
                  <c:v>0.0677369839143</c:v>
                </c:pt>
                <c:pt idx="756">
                  <c:v>0.0673481433635</c:v>
                </c:pt>
                <c:pt idx="757">
                  <c:v>0.0669629641093</c:v>
                </c:pt>
                <c:pt idx="758">
                  <c:v>0.0665814059471</c:v>
                </c:pt>
                <c:pt idx="759">
                  <c:v>0.0662034291452</c:v>
                </c:pt>
                <c:pt idx="760">
                  <c:v>0.0658289944423</c:v>
                </c:pt>
                <c:pt idx="761">
                  <c:v>0.0654580630438</c:v>
                </c:pt>
                <c:pt idx="762">
                  <c:v>0.0650905966193</c:v>
                </c:pt>
                <c:pt idx="763">
                  <c:v>0.0647265572985</c:v>
                </c:pt>
                <c:pt idx="764">
                  <c:v>0.0643659076678</c:v>
                </c:pt>
                <c:pt idx="765">
                  <c:v>0.0640086107669</c:v>
                </c:pt>
                <c:pt idx="766">
                  <c:v>0.0636546300848</c:v>
                </c:pt>
                <c:pt idx="767">
                  <c:v>0.0633039295557</c:v>
                </c:pt>
                <c:pt idx="768">
                  <c:v>0.0629564735555</c:v>
                </c:pt>
                <c:pt idx="769">
                  <c:v>0.0626122268971</c:v>
                </c:pt>
                <c:pt idx="770">
                  <c:v>0.0622711548267</c:v>
                </c:pt>
                <c:pt idx="771">
                  <c:v>0.0619332230192</c:v>
                </c:pt>
                <c:pt idx="772">
                  <c:v>0.061598397574</c:v>
                </c:pt>
                <c:pt idx="773">
                  <c:v>0.0612666450105</c:v>
                </c:pt>
                <c:pt idx="774">
                  <c:v>0.0609379322639</c:v>
                </c:pt>
                <c:pt idx="775">
                  <c:v>0.0606122266801</c:v>
                </c:pt>
                <c:pt idx="776">
                  <c:v>0.0602894960116</c:v>
                </c:pt>
                <c:pt idx="777">
                  <c:v>0.0599697084127</c:v>
                </c:pt>
                <c:pt idx="778">
                  <c:v>0.0596528324347</c:v>
                </c:pt>
                <c:pt idx="779">
                  <c:v>0.0593388370212</c:v>
                </c:pt>
                <c:pt idx="780">
                  <c:v>0.0590276915036</c:v>
                </c:pt>
                <c:pt idx="781">
                  <c:v>0.0587193655959</c:v>
                </c:pt>
                <c:pt idx="782">
                  <c:v>0.0584138293899</c:v>
                </c:pt>
                <c:pt idx="783">
                  <c:v>0.0581110533508</c:v>
                </c:pt>
                <c:pt idx="784">
                  <c:v>0.0578110083118</c:v>
                </c:pt>
                <c:pt idx="785">
                  <c:v>0.0575136654692</c:v>
                </c:pt>
                <c:pt idx="786">
                  <c:v>0.0572189963778</c:v>
                </c:pt>
                <c:pt idx="787">
                  <c:v>0.0569269729459</c:v>
                </c:pt>
                <c:pt idx="788">
                  <c:v>0.05663756743</c:v>
                </c:pt>
                <c:pt idx="789">
                  <c:v>0.0563507524301</c:v>
                </c:pt>
                <c:pt idx="790">
                  <c:v>0.0560665008848</c:v>
                </c:pt>
                <c:pt idx="791">
                  <c:v>0.0557847860659</c:v>
                </c:pt>
                <c:pt idx="792">
                  <c:v>0.0555055815741</c:v>
                </c:pt>
                <c:pt idx="793">
                  <c:v>0.0552288613331</c:v>
                </c:pt>
                <c:pt idx="794">
                  <c:v>0.0549545995855</c:v>
                </c:pt>
                <c:pt idx="795">
                  <c:v>0.0546827708872</c:v>
                </c:pt>
                <c:pt idx="796">
                  <c:v>0.0544133501025</c:v>
                </c:pt>
                <c:pt idx="797">
                  <c:v>0.0541463123995</c:v>
                </c:pt>
                <c:pt idx="798">
                  <c:v>0.0538816332446</c:v>
                </c:pt>
                <c:pt idx="799">
                  <c:v>0.0536192883977</c:v>
                </c:pt>
                <c:pt idx="800">
                  <c:v>0.0533592539076</c:v>
                </c:pt>
                <c:pt idx="801">
                  <c:v>0.0531015061065</c:v>
                </c:pt>
                <c:pt idx="802">
                  <c:v>0.0528460216053</c:v>
                </c:pt>
                <c:pt idx="803">
                  <c:v>0.0525927772888</c:v>
                </c:pt>
                <c:pt idx="804">
                  <c:v>0.0523417503106</c:v>
                </c:pt>
                <c:pt idx="805">
                  <c:v>0.0520929180885</c:v>
                </c:pt>
                <c:pt idx="806">
                  <c:v>0.0518462582992</c:v>
                </c:pt>
                <c:pt idx="807">
                  <c:v>0.0516017488739</c:v>
                </c:pt>
                <c:pt idx="808">
                  <c:v>0.0513593679934</c:v>
                </c:pt>
                <c:pt idx="809">
                  <c:v>0.0511190940831</c:v>
                </c:pt>
                <c:pt idx="810">
                  <c:v>0.0508809058086</c:v>
                </c:pt>
                <c:pt idx="811">
                  <c:v>0.0506447820706</c:v>
                </c:pt>
                <c:pt idx="812">
                  <c:v>0.0504107020007</c:v>
                </c:pt>
                <c:pt idx="813">
                  <c:v>0.0501786449564</c:v>
                </c:pt>
                <c:pt idx="814">
                  <c:v>0.0499485905168</c:v>
                </c:pt>
                <c:pt idx="815">
                  <c:v>0.0497205184778</c:v>
                </c:pt>
                <c:pt idx="816">
                  <c:v>0.049494408848</c:v>
                </c:pt>
                <c:pt idx="817">
                  <c:v>0.0492702418438</c:v>
                </c:pt>
                <c:pt idx="818">
                  <c:v>0.0490479978854</c:v>
                </c:pt>
                <c:pt idx="819">
                  <c:v>0.0488276575924</c:v>
                </c:pt>
                <c:pt idx="820">
                  <c:v>0.0486092017795</c:v>
                </c:pt>
                <c:pt idx="821">
                  <c:v>0.0483926114525</c:v>
                </c:pt>
                <c:pt idx="822">
                  <c:v>0.0481778678039</c:v>
                </c:pt>
                <c:pt idx="823">
                  <c:v>0.0479649522093</c:v>
                </c:pt>
                <c:pt idx="824">
                  <c:v>0.047753846223</c:v>
                </c:pt>
                <c:pt idx="825">
                  <c:v>0.0475445315746</c:v>
                </c:pt>
                <c:pt idx="826">
                  <c:v>0.047336990165</c:v>
                </c:pt>
                <c:pt idx="827">
                  <c:v>0.0471312040624</c:v>
                </c:pt>
                <c:pt idx="828">
                  <c:v>0.0469271554997</c:v>
                </c:pt>
                <c:pt idx="829">
                  <c:v>0.0467248268698</c:v>
                </c:pt>
                <c:pt idx="830">
                  <c:v>0.0465242007233</c:v>
                </c:pt>
                <c:pt idx="831">
                  <c:v>0.0463252597645</c:v>
                </c:pt>
                <c:pt idx="832">
                  <c:v>0.0461279868487</c:v>
                </c:pt>
                <c:pt idx="833">
                  <c:v>0.0459323649791</c:v>
                </c:pt>
                <c:pt idx="834">
                  <c:v>0.0457383773036</c:v>
                </c:pt>
                <c:pt idx="835">
                  <c:v>0.0455460071124</c:v>
                </c:pt>
                <c:pt idx="836">
                  <c:v>0.0453552378351</c:v>
                </c:pt>
                <c:pt idx="837">
                  <c:v>0.0451660530384</c:v>
                </c:pt>
                <c:pt idx="838">
                  <c:v>0.0449784364234</c:v>
                </c:pt>
                <c:pt idx="839">
                  <c:v>0.0447923718238</c:v>
                </c:pt>
                <c:pt idx="840">
                  <c:v>0.0446078432033</c:v>
                </c:pt>
                <c:pt idx="841">
                  <c:v>0.0444248346538</c:v>
                </c:pt>
                <c:pt idx="842">
                  <c:v>0.0442433303939</c:v>
                </c:pt>
                <c:pt idx="843">
                  <c:v>0.0440633147667</c:v>
                </c:pt>
                <c:pt idx="844">
                  <c:v>0.0438847722385</c:v>
                </c:pt>
                <c:pt idx="845">
                  <c:v>0.0437076873975</c:v>
                </c:pt>
                <c:pt idx="846">
                  <c:v>0.0435320449525</c:v>
                </c:pt>
                <c:pt idx="847">
                  <c:v>0.0433578297314</c:v>
                </c:pt>
                <c:pt idx="848">
                  <c:v>0.043185026681</c:v>
                </c:pt>
                <c:pt idx="849">
                  <c:v>0.0430136208654</c:v>
                </c:pt>
                <c:pt idx="850">
                  <c:v>0.0428435974659</c:v>
                </c:pt>
                <c:pt idx="851">
                  <c:v>0.04267494178</c:v>
                </c:pt>
                <c:pt idx="852">
                  <c:v>0.0425076392212</c:v>
                </c:pt>
                <c:pt idx="853">
                  <c:v>0.042341675319</c:v>
                </c:pt>
                <c:pt idx="854">
                  <c:v>0.042177035718</c:v>
                </c:pt>
                <c:pt idx="855">
                  <c:v>0.0420137061786</c:v>
                </c:pt>
                <c:pt idx="856">
                  <c:v>0.0418516725767</c:v>
                </c:pt>
                <c:pt idx="857">
                  <c:v>0.0416909209039</c:v>
                </c:pt>
                <c:pt idx="858">
                  <c:v>0.0415314372679</c:v>
                </c:pt>
                <c:pt idx="859">
                  <c:v>0.0413732078928</c:v>
                </c:pt>
                <c:pt idx="860">
                  <c:v>0.0412162191197</c:v>
                </c:pt>
                <c:pt idx="861">
                  <c:v>0.0410604574069</c:v>
                </c:pt>
                <c:pt idx="862">
                  <c:v>0.0409059093312</c:v>
                </c:pt>
                <c:pt idx="863">
                  <c:v>0.040752561588</c:v>
                </c:pt>
                <c:pt idx="864">
                  <c:v>0.040600400992</c:v>
                </c:pt>
                <c:pt idx="865">
                  <c:v>0.0404494144787</c:v>
                </c:pt>
                <c:pt idx="866">
                  <c:v>0.0402995891045</c:v>
                </c:pt>
                <c:pt idx="867">
                  <c:v>0.0401509120481</c:v>
                </c:pt>
                <c:pt idx="868">
                  <c:v>0.0400033706109</c:v>
                </c:pt>
                <c:pt idx="869">
                  <c:v>0.0398569522184</c:v>
                </c:pt>
                <c:pt idx="870">
                  <c:v>0.0397116444209</c:v>
                </c:pt>
                <c:pt idx="871">
                  <c:v>0.0395674348943</c:v>
                </c:pt>
                <c:pt idx="872">
                  <c:v>0.0394243114412</c:v>
                </c:pt>
                <c:pt idx="873">
                  <c:v>0.0392822619916</c:v>
                </c:pt>
                <c:pt idx="874">
                  <c:v>0.0391412746038</c:v>
                </c:pt>
                <c:pt idx="875">
                  <c:v>0.0390013374652</c:v>
                </c:pt>
                <c:pt idx="876">
                  <c:v>0.0388624388931</c:v>
                </c:pt>
                <c:pt idx="877">
                  <c:v>0.0387245673351</c:v>
                </c:pt>
                <c:pt idx="878">
                  <c:v>0.0385877113702</c:v>
                </c:pt>
                <c:pt idx="879">
                  <c:v>0.0384518597088</c:v>
                </c:pt>
                <c:pt idx="880">
                  <c:v>0.0383170011936</c:v>
                </c:pt>
                <c:pt idx="881">
                  <c:v>0.0381831247994</c:v>
                </c:pt>
                <c:pt idx="882">
                  <c:v>0.0380502196342</c:v>
                </c:pt>
                <c:pt idx="883">
                  <c:v>0.0379182749385</c:v>
                </c:pt>
                <c:pt idx="884">
                  <c:v>0.0377872800859</c:v>
                </c:pt>
                <c:pt idx="885">
                  <c:v>0.0376572245827</c:v>
                </c:pt>
                <c:pt idx="886">
                  <c:v>0.037528098068</c:v>
                </c:pt>
                <c:pt idx="887">
                  <c:v>0.0373998903132</c:v>
                </c:pt>
                <c:pt idx="888">
                  <c:v>0.0372725912215</c:v>
                </c:pt>
                <c:pt idx="889">
                  <c:v>0.0371461908275</c:v>
                </c:pt>
                <c:pt idx="890">
                  <c:v>0.0370206792964</c:v>
                </c:pt>
                <c:pt idx="891">
                  <c:v>0.0368960469231</c:v>
                </c:pt>
                <c:pt idx="892">
                  <c:v>0.0367722841312</c:v>
                </c:pt>
                <c:pt idx="893">
                  <c:v>0.0366493814718</c:v>
                </c:pt>
                <c:pt idx="894">
                  <c:v>0.0365273296222</c:v>
                </c:pt>
                <c:pt idx="895">
                  <c:v>0.0364061193847</c:v>
                </c:pt>
                <c:pt idx="896">
                  <c:v>0.0362857416844</c:v>
                </c:pt>
                <c:pt idx="897">
                  <c:v>0.036166187568</c:v>
                </c:pt>
                <c:pt idx="898">
                  <c:v>0.0360474482016</c:v>
                </c:pt>
                <c:pt idx="899">
                  <c:v>0.0359295148684</c:v>
                </c:pt>
                <c:pt idx="900">
                  <c:v>0.0358123789667</c:v>
                </c:pt>
                <c:pt idx="901">
                  <c:v>0.0356960320075</c:v>
                </c:pt>
                <c:pt idx="902">
                  <c:v>0.0355804656117</c:v>
                </c:pt>
                <c:pt idx="903">
                  <c:v>0.0354656715072</c:v>
                </c:pt>
                <c:pt idx="904">
                  <c:v>0.0353516415264</c:v>
                </c:pt>
                <c:pt idx="905">
                  <c:v>0.0352383676027</c:v>
                </c:pt>
                <c:pt idx="906">
                  <c:v>0.0351258417673</c:v>
                </c:pt>
                <c:pt idx="907">
                  <c:v>0.0350140561459</c:v>
                </c:pt>
                <c:pt idx="908">
                  <c:v>0.0349030029546</c:v>
                </c:pt>
                <c:pt idx="909">
                  <c:v>0.0347926744969</c:v>
                </c:pt>
                <c:pt idx="910">
                  <c:v>0.0346830631588</c:v>
                </c:pt>
                <c:pt idx="911">
                  <c:v>0.0345741614054</c:v>
                </c:pt>
                <c:pt idx="912">
                  <c:v>0.0344659617762</c:v>
                </c:pt>
                <c:pt idx="913">
                  <c:v>0.0343584568808</c:v>
                </c:pt>
                <c:pt idx="914">
                  <c:v>0.0342516393941</c:v>
                </c:pt>
                <c:pt idx="915">
                  <c:v>0.0341455020516</c:v>
                </c:pt>
                <c:pt idx="916">
                  <c:v>0.0340400376444</c:v>
                </c:pt>
                <c:pt idx="917">
                  <c:v>0.0339352390145</c:v>
                </c:pt>
                <c:pt idx="918">
                  <c:v>0.0338310990488</c:v>
                </c:pt>
                <c:pt idx="919">
                  <c:v>0.0337276106744</c:v>
                </c:pt>
                <c:pt idx="920">
                  <c:v>0.0336247668529</c:v>
                </c:pt>
                <c:pt idx="921">
                  <c:v>0.0335225605746</c:v>
                </c:pt>
                <c:pt idx="922">
                  <c:v>0.033420984853</c:v>
                </c:pt>
                <c:pt idx="923">
                  <c:v>0.033320032719</c:v>
                </c:pt>
                <c:pt idx="924">
                  <c:v>0.0332196972149</c:v>
                </c:pt>
                <c:pt idx="925">
                  <c:v>0.0331199713885</c:v>
                </c:pt>
                <c:pt idx="926">
                  <c:v>0.0330208482872</c:v>
                </c:pt>
                <c:pt idx="927">
                  <c:v>0.0329223209515</c:v>
                </c:pt>
                <c:pt idx="928">
                  <c:v>0.0328243824097</c:v>
                </c:pt>
                <c:pt idx="929">
                  <c:v>0.0327270256712</c:v>
                </c:pt>
                <c:pt idx="930">
                  <c:v>0.0326302437206</c:v>
                </c:pt>
                <c:pt idx="931">
                  <c:v>0.0325340295122</c:v>
                </c:pt>
                <c:pt idx="932">
                  <c:v>0.0324383759633</c:v>
                </c:pt>
                <c:pt idx="933">
                  <c:v>0.0323432759491</c:v>
                </c:pt>
                <c:pt idx="934">
                  <c:v>0.0322487222965</c:v>
                </c:pt>
                <c:pt idx="935">
                  <c:v>0.032154707779</c:v>
                </c:pt>
                <c:pt idx="936">
                  <c:v>0.0320612251107</c:v>
                </c:pt>
                <c:pt idx="937">
                  <c:v>0.0319682669419</c:v>
                </c:pt>
                <c:pt idx="938">
                  <c:v>0.0318758258534</c:v>
                </c:pt>
                <c:pt idx="939">
                  <c:v>0.0317838943526</c:v>
                </c:pt>
                <c:pt idx="940">
                  <c:v>0.0316924648682</c:v>
                </c:pt>
                <c:pt idx="941">
                  <c:v>0.0316015297469</c:v>
                </c:pt>
                <c:pt idx="942">
                  <c:v>0.0315110812493</c:v>
                </c:pt>
                <c:pt idx="943">
                  <c:v>0.0314211115465</c:v>
                </c:pt>
                <c:pt idx="944">
                  <c:v>0.0313316127174</c:v>
                </c:pt>
                <c:pt idx="945">
                  <c:v>0.0312425767457</c:v>
                </c:pt>
                <c:pt idx="946">
                  <c:v>0.0311539955185</c:v>
                </c:pt>
                <c:pt idx="947">
                  <c:v>0.031065860824</c:v>
                </c:pt>
                <c:pt idx="948">
                  <c:v>0.0309781643509</c:v>
                </c:pt>
                <c:pt idx="949">
                  <c:v>0.0308908976878</c:v>
                </c:pt>
                <c:pt idx="950">
                  <c:v>0.0308040523229</c:v>
                </c:pt>
                <c:pt idx="951">
                  <c:v>0.0307176196448</c:v>
                </c:pt>
                <c:pt idx="952">
                  <c:v>0.0306315909436</c:v>
                </c:pt>
                <c:pt idx="953">
                  <c:v>0.0305459574126</c:v>
                </c:pt>
                <c:pt idx="954">
                  <c:v>0.0304607101509</c:v>
                </c:pt>
                <c:pt idx="955">
                  <c:v>0.030375840166</c:v>
                </c:pt>
                <c:pt idx="956">
                  <c:v>0.0302913383777</c:v>
                </c:pt>
                <c:pt idx="957">
                  <c:v>0.0302071956226</c:v>
                </c:pt>
                <c:pt idx="958">
                  <c:v>0.0301234026584</c:v>
                </c:pt>
                <c:pt idx="959">
                  <c:v>0.0300399501699</c:v>
                </c:pt>
                <c:pt idx="960">
                  <c:v>0.0299568287754</c:v>
                </c:pt>
                <c:pt idx="961">
                  <c:v>0.0298740290331</c:v>
                </c:pt>
                <c:pt idx="962">
                  <c:v>0.0297915414487</c:v>
                </c:pt>
                <c:pt idx="963">
                  <c:v>0.0297093564837</c:v>
                </c:pt>
                <c:pt idx="964">
                  <c:v>0.0296274645639</c:v>
                </c:pt>
                <c:pt idx="965">
                  <c:v>0.0295458560891</c:v>
                </c:pt>
                <c:pt idx="966">
                  <c:v>0.0294645214423</c:v>
                </c:pt>
                <c:pt idx="967">
                  <c:v>0.0293834510007</c:v>
                </c:pt>
                <c:pt idx="968">
                  <c:v>0.0293026351465</c:v>
                </c:pt>
                <c:pt idx="969">
                  <c:v>0.0292220642784</c:v>
                </c:pt>
                <c:pt idx="970">
                  <c:v>0.0291417288232</c:v>
                </c:pt>
                <c:pt idx="971">
                  <c:v>0.0290616192488</c:v>
                </c:pt>
                <c:pt idx="972">
                  <c:v>0.0289817260764</c:v>
                </c:pt>
                <c:pt idx="973">
                  <c:v>0.028902039894</c:v>
                </c:pt>
                <c:pt idx="974">
                  <c:v>0.0288225513699</c:v>
                </c:pt>
                <c:pt idx="975">
                  <c:v>0.028743251266</c:v>
                </c:pt>
                <c:pt idx="976">
                  <c:v>0.0286641304526</c:v>
                </c:pt>
                <c:pt idx="977">
                  <c:v>0.0285851799221</c:v>
                </c:pt>
                <c:pt idx="978">
                  <c:v>0.0285063908036</c:v>
                </c:pt>
                <c:pt idx="979">
                  <c:v>0.0284277543773</c:v>
                </c:pt>
                <c:pt idx="980">
                  <c:v>0.0283492620895</c:v>
                </c:pt>
                <c:pt idx="981">
                  <c:v>0.0282709055666</c:v>
                </c:pt>
                <c:pt idx="982">
                  <c:v>0.0281926766302</c:v>
                </c:pt>
                <c:pt idx="983">
                  <c:v>0.0281145673115</c:v>
                </c:pt>
                <c:pt idx="984">
                  <c:v>0.0280365698657</c:v>
                </c:pt>
                <c:pt idx="985">
                  <c:v>0.0279586767861</c:v>
                </c:pt>
                <c:pt idx="986">
                  <c:v>0.0278808808184</c:v>
                </c:pt>
                <c:pt idx="987">
                  <c:v>0.0278031749738</c:v>
                </c:pt>
                <c:pt idx="988">
                  <c:v>0.0277255525434</c:v>
                </c:pt>
                <c:pt idx="989">
                  <c:v>0.02764800711</c:v>
                </c:pt>
                <c:pt idx="990">
                  <c:v>0.0275705325617</c:v>
                </c:pt>
                <c:pt idx="991">
                  <c:v>0.0274931231034</c:v>
                </c:pt>
                <c:pt idx="992">
                  <c:v>0.0274157732685</c:v>
                </c:pt>
                <c:pt idx="993">
                  <c:v>0.02733847793</c:v>
                </c:pt>
                <c:pt idx="994">
                  <c:v>0.0272612323107</c:v>
                </c:pt>
                <c:pt idx="995">
                  <c:v>0.027184031993</c:v>
                </c:pt>
                <c:pt idx="996">
                  <c:v>0.0271068729278</c:v>
                </c:pt>
                <c:pt idx="997">
                  <c:v>0.0270297514428</c:v>
                </c:pt>
                <c:pt idx="998">
                  <c:v>0.0269526642498</c:v>
                </c:pt>
                <c:pt idx="999">
                  <c:v>0.0268756084516</c:v>
                </c:pt>
                <c:pt idx="1000">
                  <c:v>0.0267985815472</c:v>
                </c:pt>
                <c:pt idx="1001">
                  <c:v>0.0267215814375</c:v>
                </c:pt>
                <c:pt idx="1002">
                  <c:v>0.0266446064284</c:v>
                </c:pt>
                <c:pt idx="1003">
                  <c:v>0.0265676552342</c:v>
                </c:pt>
                <c:pt idx="1004">
                  <c:v>0.0264907269799</c:v>
                </c:pt>
                <c:pt idx="1005">
                  <c:v>0.0264138212016</c:v>
                </c:pt>
                <c:pt idx="1006">
                  <c:v>0.0263369378472</c:v>
                </c:pt>
                <c:pt idx="1007">
                  <c:v>0.0262600772752</c:v>
                </c:pt>
                <c:pt idx="1008">
                  <c:v>0.0261832402528</c:v>
                </c:pt>
                <c:pt idx="1009">
                  <c:v>0.026106427953</c:v>
                </c:pt>
                <c:pt idx="1010">
                  <c:v>0.0260296419505</c:v>
                </c:pt>
                <c:pt idx="1011">
                  <c:v>0.0259528842173</c:v>
                </c:pt>
                <c:pt idx="1012">
                  <c:v>0.0258761571159</c:v>
                </c:pt>
                <c:pt idx="1013">
                  <c:v>0.0257994633936</c:v>
                </c:pt>
                <c:pt idx="1014">
                  <c:v>0.0257228061735</c:v>
                </c:pt>
                <c:pt idx="1015">
                  <c:v>0.0256461889468</c:v>
                </c:pt>
                <c:pt idx="1016">
                  <c:v>0.0255696155625</c:v>
                </c:pt>
                <c:pt idx="1017">
                  <c:v>0.0254930902172</c:v>
                </c:pt>
                <c:pt idx="1018">
                  <c:v>0.0254166174439</c:v>
                </c:pt>
                <c:pt idx="1019">
                  <c:v>0.0253402020997</c:v>
                </c:pt>
                <c:pt idx="1020">
                  <c:v>0.0252638493534</c:v>
                </c:pt>
                <c:pt idx="1021">
                  <c:v>0.0251875646717</c:v>
                </c:pt>
                <c:pt idx="1022">
                  <c:v>0.025111353805</c:v>
                </c:pt>
                <c:pt idx="1023">
                  <c:v>0.0250352227731</c:v>
                </c:pt>
                <c:pt idx="1024">
                  <c:v>0.0249591778499</c:v>
                </c:pt>
                <c:pt idx="1025">
                  <c:v>0.0248832255474</c:v>
                </c:pt>
                <c:pt idx="1026">
                  <c:v>0.0248073725998</c:v>
                </c:pt>
                <c:pt idx="1027">
                  <c:v>0.0247316259472</c:v>
                </c:pt>
                <c:pt idx="1028">
                  <c:v>0.0246559927188</c:v>
                </c:pt>
                <c:pt idx="1029">
                  <c:v>0.0245804802157</c:v>
                </c:pt>
                <c:pt idx="1030">
                  <c:v>0.0245050958941</c:v>
                </c:pt>
                <c:pt idx="1031">
                  <c:v>0.0244298473479</c:v>
                </c:pt>
                <c:pt idx="1032">
                  <c:v>0.0243547422914</c:v>
                </c:pt>
                <c:pt idx="1033">
                  <c:v>0.0242797885421</c:v>
                </c:pt>
                <c:pt idx="1034">
                  <c:v>0.0242049940035</c:v>
                </c:pt>
                <c:pt idx="1035">
                  <c:v>0.0241303666483</c:v>
                </c:pt>
                <c:pt idx="1036">
                  <c:v>0.024055914501</c:v>
                </c:pt>
                <c:pt idx="1037">
                  <c:v>0.0239816456217</c:v>
                </c:pt>
                <c:pt idx="1038">
                  <c:v>0.0239075680898</c:v>
                </c:pt>
                <c:pt idx="1039">
                  <c:v>0.0238336899877</c:v>
                </c:pt>
                <c:pt idx="1040">
                  <c:v>0.0237600193856</c:v>
                </c:pt>
                <c:pt idx="1041">
                  <c:v>0.0236865643261</c:v>
                </c:pt>
                <c:pt idx="1042">
                  <c:v>0.0236133328094</c:v>
                </c:pt>
                <c:pt idx="1043">
                  <c:v>0.0235403327796</c:v>
                </c:pt>
                <c:pt idx="1044">
                  <c:v>0.0234675721106</c:v>
                </c:pt>
                <c:pt idx="1045">
                  <c:v>0.0233950585932</c:v>
                </c:pt>
                <c:pt idx="1046">
                  <c:v>0.0233227999225</c:v>
                </c:pt>
                <c:pt idx="1047">
                  <c:v>0.0232508036865</c:v>
                </c:pt>
                <c:pt idx="1048">
                  <c:v>0.0231790773543</c:v>
                </c:pt>
                <c:pt idx="1049">
                  <c:v>0.0231076282657</c:v>
                </c:pt>
                <c:pt idx="1050">
                  <c:v>0.0230364636217</c:v>
                </c:pt>
                <c:pt idx="1051">
                  <c:v>0.0229655904747</c:v>
                </c:pt>
                <c:pt idx="1052">
                  <c:v>0.0228950157203</c:v>
                </c:pt>
                <c:pt idx="1053">
                  <c:v>0.0228247460893</c:v>
                </c:pt>
                <c:pt idx="1054">
                  <c:v>0.0227547881404</c:v>
                </c:pt>
                <c:pt idx="1055">
                  <c:v>0.0226851482538</c:v>
                </c:pt>
                <c:pt idx="1056">
                  <c:v>0.0226158326254</c:v>
                </c:pt>
                <c:pt idx="1057">
                  <c:v>0.0225468472613</c:v>
                </c:pt>
                <c:pt idx="1058">
                  <c:v>0.0224781979733</c:v>
                </c:pt>
                <c:pt idx="1059">
                  <c:v>0.0224098903751</c:v>
                </c:pt>
                <c:pt idx="1060">
                  <c:v>0.0223419298789</c:v>
                </c:pt>
                <c:pt idx="1061">
                  <c:v>0.0222743216921</c:v>
                </c:pt>
                <c:pt idx="1062">
                  <c:v>0.0222070708159</c:v>
                </c:pt>
                <c:pt idx="1063">
                  <c:v>0.0221401820431</c:v>
                </c:pt>
                <c:pt idx="1064">
                  <c:v>0.0220736599567</c:v>
                </c:pt>
                <c:pt idx="1065">
                  <c:v>0.0220075089299</c:v>
                </c:pt>
                <c:pt idx="1066">
                  <c:v>0.0219417331254</c:v>
                </c:pt>
                <c:pt idx="1067">
                  <c:v>0.0218763364956</c:v>
                </c:pt>
                <c:pt idx="1068">
                  <c:v>0.0218113227834</c:v>
                </c:pt>
                <c:pt idx="1069">
                  <c:v>0.0217466955229</c:v>
                </c:pt>
                <c:pt idx="1070">
                  <c:v>0.0216824580412</c:v>
                </c:pt>
                <c:pt idx="1071">
                  <c:v>0.0216186134596</c:v>
                </c:pt>
                <c:pt idx="1072">
                  <c:v>0.0215551646957</c:v>
                </c:pt>
                <c:pt idx="1073">
                  <c:v>0.0214921144658</c:v>
                </c:pt>
                <c:pt idx="1074">
                  <c:v>0.0214294652867</c:v>
                </c:pt>
                <c:pt idx="1075">
                  <c:v>0.0213672194793</c:v>
                </c:pt>
                <c:pt idx="1076">
                  <c:v>0.0213053791706</c:v>
                </c:pt>
                <c:pt idx="1077">
                  <c:v>0.0212439462968</c:v>
                </c:pt>
                <c:pt idx="1078">
                  <c:v>0.0211829226069</c:v>
                </c:pt>
                <c:pt idx="1079">
                  <c:v>0.0211223096652</c:v>
                </c:pt>
                <c:pt idx="1080">
                  <c:v>0.0210621088551</c:v>
                </c:pt>
                <c:pt idx="1081">
                  <c:v>0.0210023213821</c:v>
                </c:pt>
                <c:pt idx="1082">
                  <c:v>0.0209429482773</c:v>
                </c:pt>
                <c:pt idx="1083">
                  <c:v>0.0208839904007</c:v>
                </c:pt>
                <c:pt idx="1084">
                  <c:v>0.0208254484447</c:v>
                </c:pt>
                <c:pt idx="1085">
                  <c:v>0.0207673229372</c:v>
                </c:pt>
                <c:pt idx="1086">
                  <c:v>0.0207096142454</c:v>
                </c:pt>
                <c:pt idx="1087">
                  <c:v>0.0206523225785</c:v>
                </c:pt>
                <c:pt idx="1088">
                  <c:v>0.0205954479912</c:v>
                </c:pt>
                <c:pt idx="1089">
                  <c:v>0.0205389903869</c:v>
                </c:pt>
                <c:pt idx="1090">
                  <c:v>0.0204829495206</c:v>
                </c:pt>
                <c:pt idx="1091">
                  <c:v>0.0204273250019</c:v>
                </c:pt>
                <c:pt idx="1092">
                  <c:v>0.0203721162982</c:v>
                </c:pt>
                <c:pt idx="1093">
                  <c:v>0.0203173227368</c:v>
                </c:pt>
                <c:pt idx="1094">
                  <c:v>0.0202629435084</c:v>
                </c:pt>
                <c:pt idx="1095">
                  <c:v>0.0202089776691</c:v>
                </c:pt>
                <c:pt idx="1096">
                  <c:v>0.0201554241429</c:v>
                </c:pt>
                <c:pt idx="1097">
                  <c:v>0.0201022817245</c:v>
                </c:pt>
                <c:pt idx="1098">
                  <c:v>0.0200495490812</c:v>
                </c:pt>
                <c:pt idx="1099">
                  <c:v>0.0199972247551</c:v>
                </c:pt>
                <c:pt idx="1100">
                  <c:v>0.0199453071652</c:v>
                </c:pt>
                <c:pt idx="1101">
                  <c:v>0.0198937946097</c:v>
                </c:pt>
                <c:pt idx="1102">
                  <c:v>0.0198426852674</c:v>
                </c:pt>
                <c:pt idx="1103">
                  <c:v>0.0197919771998</c:v>
                </c:pt>
                <c:pt idx="1104">
                  <c:v>0.019741668353</c:v>
                </c:pt>
                <c:pt idx="1105">
                  <c:v>0.0196917565589</c:v>
                </c:pt>
                <c:pt idx="1106">
                  <c:v>0.0196422395374</c:v>
                </c:pt>
                <c:pt idx="1107">
                  <c:v>0.0195931148977</c:v>
                </c:pt>
                <c:pt idx="1108">
                  <c:v>0.01954438014</c:v>
                </c:pt>
                <c:pt idx="1109">
                  <c:v>0.0194960326568</c:v>
                </c:pt>
                <c:pt idx="1110">
                  <c:v>0.0194480697346</c:v>
                </c:pt>
                <c:pt idx="1111">
                  <c:v>0.0194004885556</c:v>
                </c:pt>
                <c:pt idx="1112">
                  <c:v>0.0193532861986</c:v>
                </c:pt>
                <c:pt idx="1113">
                  <c:v>0.0193064596414</c:v>
                </c:pt>
                <c:pt idx="1114">
                  <c:v>0.0192600057615</c:v>
                </c:pt>
                <c:pt idx="1115">
                  <c:v>0.0192139213384</c:v>
                </c:pt>
                <c:pt idx="1116">
                  <c:v>0.0191682030548</c:v>
                </c:pt>
                <c:pt idx="1117">
                  <c:v>0.0191228474984</c:v>
                </c:pt>
                <c:pt idx="1118">
                  <c:v>0.0190778511635</c:v>
                </c:pt>
                <c:pt idx="1119">
                  <c:v>0.0190332104533</c:v>
                </c:pt>
                <c:pt idx="1120">
                  <c:v>0.0189889216813</c:v>
                </c:pt>
                <c:pt idx="1121">
                  <c:v>0.0189449810733</c:v>
                </c:pt>
                <c:pt idx="1122">
                  <c:v>0.0189013847698</c:v>
                </c:pt>
                <c:pt idx="1123">
                  <c:v>0.018858128828</c:v>
                </c:pt>
                <c:pt idx="1124">
                  <c:v>0.0188152092239</c:v>
                </c:pt>
                <c:pt idx="1125">
                  <c:v>0.0187726218549</c:v>
                </c:pt>
                <c:pt idx="1126">
                  <c:v>0.0187303625424</c:v>
                </c:pt>
                <c:pt idx="1127">
                  <c:v>0.0186884270338</c:v>
                </c:pt>
                <c:pt idx="1128">
                  <c:v>0.0186468110061</c:v>
                </c:pt>
                <c:pt idx="1129">
                  <c:v>0.0186055100681</c:v>
                </c:pt>
                <c:pt idx="1130">
                  <c:v>0.0185645197634</c:v>
                </c:pt>
                <c:pt idx="1131">
                  <c:v>0.0185238355739</c:v>
                </c:pt>
                <c:pt idx="1132">
                  <c:v>0.0184834529226</c:v>
                </c:pt>
                <c:pt idx="1133">
                  <c:v>0.0184433671772</c:v>
                </c:pt>
                <c:pt idx="1134">
                  <c:v>0.0184035736533</c:v>
                </c:pt>
                <c:pt idx="1135">
                  <c:v>0.0183640676181</c:v>
                </c:pt>
                <c:pt idx="1136">
                  <c:v>0.0183248442943</c:v>
                </c:pt>
                <c:pt idx="1137">
                  <c:v>0.0182858988633</c:v>
                </c:pt>
                <c:pt idx="1138">
                  <c:v>0.0182472264696</c:v>
                </c:pt>
                <c:pt idx="1139">
                  <c:v>0.0182088222247</c:v>
                </c:pt>
                <c:pt idx="1140">
                  <c:v>0.018170681211</c:v>
                </c:pt>
                <c:pt idx="1141">
                  <c:v>0.018132798486</c:v>
                </c:pt>
                <c:pt idx="1142">
                  <c:v>0.0180951690869</c:v>
                </c:pt>
                <c:pt idx="1143">
                  <c:v>0.0180577880344</c:v>
                </c:pt>
                <c:pt idx="1144">
                  <c:v>0.0180206503373</c:v>
                </c:pt>
                <c:pt idx="1145">
                  <c:v>0.0179837509971</c:v>
                </c:pt>
                <c:pt idx="1146">
                  <c:v>0.0179470850124</c:v>
                </c:pt>
                <c:pt idx="1147">
                  <c:v>0.0179106473832</c:v>
                </c:pt>
                <c:pt idx="1148">
                  <c:v>0.0178744331157</c:v>
                </c:pt>
                <c:pt idx="1149">
                  <c:v>0.0178384372269</c:v>
                </c:pt>
                <c:pt idx="1150">
                  <c:v>0.0178026547491</c:v>
                </c:pt>
                <c:pt idx="1151">
                  <c:v>0.0177670807344</c:v>
                </c:pt>
                <c:pt idx="1152">
                  <c:v>0.0177317102595</c:v>
                </c:pt>
                <c:pt idx="1153">
                  <c:v>0.01769653843</c:v>
                </c:pt>
                <c:pt idx="1154">
                  <c:v>0.0176615603854</c:v>
                </c:pt>
                <c:pt idx="1155">
                  <c:v>0.0176267713029</c:v>
                </c:pt>
                <c:pt idx="1156">
                  <c:v>0.0175921664026</c:v>
                </c:pt>
                <c:pt idx="1157">
                  <c:v>0.0175577409512</c:v>
                </c:pt>
                <c:pt idx="1158">
                  <c:v>0.0175234902671</c:v>
                </c:pt>
                <c:pt idx="1159">
                  <c:v>0.0174894097239</c:v>
                </c:pt>
                <c:pt idx="1160">
                  <c:v>0.0174554947551</c:v>
                </c:pt>
                <c:pt idx="1161">
                  <c:v>0.017421740858</c:v>
                </c:pt>
                <c:pt idx="1162">
                  <c:v>0.0173881435977</c:v>
                </c:pt>
                <c:pt idx="1163">
                  <c:v>0.0173546986111</c:v>
                </c:pt>
                <c:pt idx="1164">
                  <c:v>0.0173214016104</c:v>
                </c:pt>
                <c:pt idx="1165">
                  <c:v>0.0172882483873</c:v>
                </c:pt>
                <c:pt idx="1166">
                  <c:v>0.0172552348158</c:v>
                </c:pt>
                <c:pt idx="1167">
                  <c:v>0.0172223568564</c:v>
                </c:pt>
                <c:pt idx="1168">
                  <c:v>0.0171896105585</c:v>
                </c:pt>
                <c:pt idx="1169">
                  <c:v>0.0171569920646</c:v>
                </c:pt>
                <c:pt idx="1170">
                  <c:v>0.0171244976122</c:v>
                </c:pt>
                <c:pt idx="1171">
                  <c:v>0.0170921235374</c:v>
                </c:pt>
                <c:pt idx="1172">
                  <c:v>0.0170598662774</c:v>
                </c:pt>
                <c:pt idx="1173">
                  <c:v>0.0170277223728</c:v>
                </c:pt>
                <c:pt idx="1174">
                  <c:v>0.0169956884703</c:v>
                </c:pt>
                <c:pt idx="1175">
                  <c:v>0.0169637613247</c:v>
                </c:pt>
                <c:pt idx="1176">
                  <c:v>0.0169319378012</c:v>
                </c:pt>
                <c:pt idx="1177">
                  <c:v>0.016900214877</c:v>
                </c:pt>
                <c:pt idx="1178">
                  <c:v>0.0168685896432</c:v>
                </c:pt>
                <c:pt idx="1179">
                  <c:v>0.0168370593066</c:v>
                </c:pt>
                <c:pt idx="1180">
                  <c:v>0.0168056211905</c:v>
                </c:pt>
                <c:pt idx="1181">
                  <c:v>0.0167742727365</c:v>
                </c:pt>
                <c:pt idx="1182">
                  <c:v>0.0167430115054</c:v>
                </c:pt>
                <c:pt idx="1183">
                  <c:v>0.0167118351779</c:v>
                </c:pt>
                <c:pt idx="1184">
                  <c:v>0.0166807415557</c:v>
                </c:pt>
                <c:pt idx="1185">
                  <c:v>0.0166497285616</c:v>
                </c:pt>
                <c:pt idx="1186">
                  <c:v>0.0166187942405</c:v>
                </c:pt>
                <c:pt idx="1187">
                  <c:v>0.0165879367588</c:v>
                </c:pt>
                <c:pt idx="1188">
                  <c:v>0.0165571544053</c:v>
                </c:pt>
                <c:pt idx="1189">
                  <c:v>0.0165264455904</c:v>
                </c:pt>
                <c:pt idx="1190">
                  <c:v>0.0164958088463</c:v>
                </c:pt>
                <c:pt idx="1191">
                  <c:v>0.0164652428261</c:v>
                </c:pt>
                <c:pt idx="1192">
                  <c:v>0.0164347463034</c:v>
                </c:pt>
                <c:pt idx="1193">
                  <c:v>0.0164043181714</c:v>
                </c:pt>
                <c:pt idx="1194">
                  <c:v>0.0163739574421</c:v>
                </c:pt>
                <c:pt idx="1195">
                  <c:v>0.0163436632448</c:v>
                </c:pt>
                <c:pt idx="1196">
                  <c:v>0.0163134348249</c:v>
                </c:pt>
                <c:pt idx="1197">
                  <c:v>0.0162832715425</c:v>
                </c:pt>
                <c:pt idx="1198">
                  <c:v>0.0162531728706</c:v>
                </c:pt>
                <c:pt idx="1199">
                  <c:v>0.016223138393</c:v>
                </c:pt>
                <c:pt idx="1200">
                  <c:v>0.0161931678027</c:v>
                </c:pt>
                <c:pt idx="1201">
                  <c:v>0.0161632608993</c:v>
                </c:pt>
                <c:pt idx="1202">
                  <c:v>0.016133417587</c:v>
                </c:pt>
                <c:pt idx="1203">
                  <c:v>0.0161036378715</c:v>
                </c:pt>
                <c:pt idx="1204">
                  <c:v>0.0160739218578</c:v>
                </c:pt>
                <c:pt idx="1205">
                  <c:v>0.0160442697468</c:v>
                </c:pt>
                <c:pt idx="1206">
                  <c:v>0.0160146818327</c:v>
                </c:pt>
                <c:pt idx="1207">
                  <c:v>0.0159851584996</c:v>
                </c:pt>
                <c:pt idx="1208">
                  <c:v>0.0159557002179</c:v>
                </c:pt>
                <c:pt idx="1209">
                  <c:v>0.0159263075411</c:v>
                </c:pt>
                <c:pt idx="1210">
                  <c:v>0.0158969811019</c:v>
                </c:pt>
                <c:pt idx="1211">
                  <c:v>0.0158677216085</c:v>
                </c:pt>
                <c:pt idx="1212">
                  <c:v>0.0158385298405</c:v>
                </c:pt>
                <c:pt idx="1213">
                  <c:v>0.0158094066449</c:v>
                </c:pt>
                <c:pt idx="1214">
                  <c:v>0.0157803529321</c:v>
                </c:pt>
                <c:pt idx="1215">
                  <c:v>0.0157513696711</c:v>
                </c:pt>
                <c:pt idx="1216">
                  <c:v>0.0157224578855</c:v>
                </c:pt>
                <c:pt idx="1217">
                  <c:v>0.0156936186485</c:v>
                </c:pt>
                <c:pt idx="1218">
                  <c:v>0.015664853079</c:v>
                </c:pt>
                <c:pt idx="1219">
                  <c:v>0.0156361623362</c:v>
                </c:pt>
                <c:pt idx="1220">
                  <c:v>0.0156075476152</c:v>
                </c:pt>
                <c:pt idx="1221">
                  <c:v>0.0155790101422</c:v>
                </c:pt>
                <c:pt idx="1222">
                  <c:v>0.0155505511694</c:v>
                </c:pt>
                <c:pt idx="1223">
                  <c:v>0.0155221719703</c:v>
                </c:pt>
                <c:pt idx="1224">
                  <c:v>0.0154938738347</c:v>
                </c:pt>
                <c:pt idx="1225">
                  <c:v>0.0154656580639</c:v>
                </c:pt>
                <c:pt idx="1226">
                  <c:v>0.0154375259656</c:v>
                </c:pt>
                <c:pt idx="1227">
                  <c:v>0.0154094788489</c:v>
                </c:pt>
                <c:pt idx="1228">
                  <c:v>0.0153815180198</c:v>
                </c:pt>
                <c:pt idx="1229">
                  <c:v>0.0153536447758</c:v>
                </c:pt>
                <c:pt idx="1230">
                  <c:v>0.0153258604017</c:v>
                </c:pt>
                <c:pt idx="1231">
                  <c:v>0.0152981661642</c:v>
                </c:pt>
                <c:pt idx="1232">
                  <c:v>0.0152705633077</c:v>
                </c:pt>
                <c:pt idx="1233">
                  <c:v>0.0152430530496</c:v>
                </c:pt>
                <c:pt idx="1234">
                  <c:v>0.0152156365756</c:v>
                </c:pt>
                <c:pt idx="1235">
                  <c:v>0.0151883150355</c:v>
                </c:pt>
                <c:pt idx="1236">
                  <c:v>0.0151610895389</c:v>
                </c:pt>
                <c:pt idx="1237">
                  <c:v>0.0151339611509</c:v>
                </c:pt>
                <c:pt idx="1238">
                  <c:v>0.0151069308882</c:v>
                </c:pt>
                <c:pt idx="1239">
                  <c:v>0.0150799997153</c:v>
                </c:pt>
                <c:pt idx="1240">
                  <c:v>0.0150531685404</c:v>
                </c:pt>
                <c:pt idx="1241">
                  <c:v>0.0150264382122</c:v>
                </c:pt>
                <c:pt idx="1242">
                  <c:v>0.0149998095166</c:v>
                </c:pt>
                <c:pt idx="1243">
                  <c:v>0.0149732831729</c:v>
                </c:pt>
                <c:pt idx="1244">
                  <c:v>0.0149468598312</c:v>
                </c:pt>
                <c:pt idx="1245">
                  <c:v>0.0149205400696</c:v>
                </c:pt>
                <c:pt idx="1246">
                  <c:v>0.0148943243912</c:v>
                </c:pt>
                <c:pt idx="1247">
                  <c:v>0.0148682132218</c:v>
                </c:pt>
                <c:pt idx="1248">
                  <c:v>0.0148422069079</c:v>
                </c:pt>
                <c:pt idx="1249">
                  <c:v>0.0148163057141</c:v>
                </c:pt>
                <c:pt idx="1250">
                  <c:v>0.0147905098217</c:v>
                </c:pt>
                <c:pt idx="1251">
                  <c:v>0.014764819327</c:v>
                </c:pt>
                <c:pt idx="1252">
                  <c:v>0.0147392342395</c:v>
                </c:pt>
                <c:pt idx="1253">
                  <c:v>0.0147137544814</c:v>
                </c:pt>
                <c:pt idx="1254">
                  <c:v>0.0146883798861</c:v>
                </c:pt>
                <c:pt idx="1255">
                  <c:v>0.0146631101976</c:v>
                </c:pt>
                <c:pt idx="1256">
                  <c:v>0.0146379450701</c:v>
                </c:pt>
                <c:pt idx="1257">
                  <c:v>0.0146128840673</c:v>
                </c:pt>
                <c:pt idx="1258">
                  <c:v>0.0145879266629</c:v>
                </c:pt>
                <c:pt idx="1259">
                  <c:v>0.0145630722404</c:v>
                </c:pt>
                <c:pt idx="1260">
                  <c:v>0.0145383200936</c:v>
                </c:pt>
                <c:pt idx="1261">
                  <c:v>0.014513669427</c:v>
                </c:pt>
                <c:pt idx="1262">
                  <c:v>0.0144891193568</c:v>
                </c:pt>
                <c:pt idx="1263">
                  <c:v>0.014464668912</c:v>
                </c:pt>
                <c:pt idx="1264">
                  <c:v>0.0144403170353</c:v>
                </c:pt>
                <c:pt idx="1265">
                  <c:v>0.014416062585</c:v>
                </c:pt>
                <c:pt idx="1266">
                  <c:v>0.0143919043363</c:v>
                </c:pt>
                <c:pt idx="1267">
                  <c:v>0.0143678409835</c:v>
                </c:pt>
                <c:pt idx="1268">
                  <c:v>0.0143438711418</c:v>
                </c:pt>
                <c:pt idx="1269">
                  <c:v>0.0143199933495</c:v>
                </c:pt>
                <c:pt idx="1270">
                  <c:v>0.014296206071</c:v>
                </c:pt>
                <c:pt idx="1271">
                  <c:v>0.0142725076987</c:v>
                </c:pt>
                <c:pt idx="1272">
                  <c:v>0.0142488965565</c:v>
                </c:pt>
                <c:pt idx="1273">
                  <c:v>0.0142253709022</c:v>
                </c:pt>
                <c:pt idx="1274">
                  <c:v>0.0142019289312</c:v>
                </c:pt>
                <c:pt idx="1275">
                  <c:v>0.0141785687795</c:v>
                </c:pt>
                <c:pt idx="1276">
                  <c:v>0.0141552885272</c:v>
                </c:pt>
                <c:pt idx="1277">
                  <c:v>0.0141320862022</c:v>
                </c:pt>
                <c:pt idx="1278">
                  <c:v>0.014108959784</c:v>
                </c:pt>
                <c:pt idx="1279">
                  <c:v>0.0140859072075</c:v>
                </c:pt>
                <c:pt idx="1280">
                  <c:v>0.0140629263669</c:v>
                </c:pt>
                <c:pt idx="1281">
                  <c:v>0.01404001512</c:v>
                </c:pt>
                <c:pt idx="1282">
                  <c:v>0.0140171712925</c:v>
                </c:pt>
                <c:pt idx="1283">
                  <c:v>0.0139943926819</c:v>
                </c:pt>
                <c:pt idx="1284">
                  <c:v>0.0139716770624</c:v>
                </c:pt>
                <c:pt idx="1285">
                  <c:v>0.0139490221888</c:v>
                </c:pt>
                <c:pt idx="1286">
                  <c:v>0.0139264258015</c:v>
                </c:pt>
                <c:pt idx="1287">
                  <c:v>0.0139038856309</c:v>
                </c:pt>
                <c:pt idx="1288">
                  <c:v>0.0138813994018</c:v>
                </c:pt>
                <c:pt idx="1289">
                  <c:v>0.0138589648383</c:v>
                </c:pt>
                <c:pt idx="1290">
                  <c:v>0.0138365796682</c:v>
                </c:pt>
                <c:pt idx="1291">
                  <c:v>0.0138142416279</c:v>
                </c:pt>
                <c:pt idx="1292">
                  <c:v>0.0137919484667</c:v>
                </c:pt>
                <c:pt idx="1293">
                  <c:v>0.0137696979518</c:v>
                </c:pt>
                <c:pt idx="1294">
                  <c:v>0.0137474878724</c:v>
                </c:pt>
                <c:pt idx="1295">
                  <c:v>0.0137253160446</c:v>
                </c:pt>
                <c:pt idx="1296">
                  <c:v>0.0137031803158</c:v>
                </c:pt>
                <c:pt idx="1297">
                  <c:v>0.0136810785687</c:v>
                </c:pt>
                <c:pt idx="1298">
                  <c:v>0.0136590087263</c:v>
                </c:pt>
                <c:pt idx="1299">
                  <c:v>0.0136369687554</c:v>
                </c:pt>
                <c:pt idx="1300">
                  <c:v>0.0136149566712</c:v>
                </c:pt>
                <c:pt idx="1301">
                  <c:v>0.0135929705408</c:v>
                </c:pt>
                <c:pt idx="1302">
                  <c:v>0.0135710084877</c:v>
                </c:pt>
                <c:pt idx="1303">
                  <c:v>0.0135490686946</c:v>
                </c:pt>
                <c:pt idx="1304">
                  <c:v>0.0135271494079</c:v>
                </c:pt>
                <c:pt idx="1305">
                  <c:v>0.0135052489402</c:v>
                </c:pt>
                <c:pt idx="1306">
                  <c:v>0.013483365674</c:v>
                </c:pt>
                <c:pt idx="1307">
                  <c:v>0.0134614980648</c:v>
                </c:pt>
                <c:pt idx="1308">
                  <c:v>0.0134396446432</c:v>
                </c:pt>
                <c:pt idx="1309">
                  <c:v>0.0134178040184</c:v>
                </c:pt>
                <c:pt idx="1310">
                  <c:v>0.0133959748799</c:v>
                </c:pt>
                <c:pt idx="1311">
                  <c:v>0.0133741559999</c:v>
                </c:pt>
                <c:pt idx="1312">
                  <c:v>0.0133523462353</c:v>
                </c:pt>
                <c:pt idx="1313">
                  <c:v>0.0133305445292</c:v>
                </c:pt>
                <c:pt idx="1314">
                  <c:v>0.0133087499125</c:v>
                </c:pt>
                <c:pt idx="1315">
                  <c:v>0.0132869615052</c:v>
                </c:pt>
                <c:pt idx="1316">
                  <c:v>0.0132651785171</c:v>
                </c:pt>
                <c:pt idx="1317">
                  <c:v>0.0132434002484</c:v>
                </c:pt>
                <c:pt idx="1318">
                  <c:v>0.0132216260909</c:v>
                </c:pt>
                <c:pt idx="1319">
                  <c:v>0.0131998555271</c:v>
                </c:pt>
                <c:pt idx="1320">
                  <c:v>0.0131780881312</c:v>
                </c:pt>
                <c:pt idx="1321">
                  <c:v>0.0131563235681</c:v>
                </c:pt>
                <c:pt idx="1322">
                  <c:v>0.0131345615932</c:v>
                </c:pt>
                <c:pt idx="1323">
                  <c:v>0.0131128020513</c:v>
                </c:pt>
                <c:pt idx="1324">
                  <c:v>0.0130910448761</c:v>
                </c:pt>
                <c:pt idx="1325">
                  <c:v>0.0130692900883</c:v>
                </c:pt>
                <c:pt idx="1326">
                  <c:v>0.0130475377945</c:v>
                </c:pt>
                <c:pt idx="1327">
                  <c:v>0.0130257881857</c:v>
                </c:pt>
                <c:pt idx="1328">
                  <c:v>0.0130040415346</c:v>
                </c:pt>
                <c:pt idx="1329">
                  <c:v>0.0129822981944</c:v>
                </c:pt>
                <c:pt idx="1330">
                  <c:v>0.0129605585958</c:v>
                </c:pt>
                <c:pt idx="1331">
                  <c:v>0.012938823245</c:v>
                </c:pt>
                <c:pt idx="1332">
                  <c:v>0.0129170927206</c:v>
                </c:pt>
                <c:pt idx="1333">
                  <c:v>0.0128953676711</c:v>
                </c:pt>
                <c:pt idx="1334">
                  <c:v>0.0128736488117</c:v>
                </c:pt>
                <c:pt idx="1335">
                  <c:v>0.0128519369216</c:v>
                </c:pt>
                <c:pt idx="1336">
                  <c:v>0.0128302328404</c:v>
                </c:pt>
                <c:pt idx="1337">
                  <c:v>0.0128085374646</c:v>
                </c:pt>
                <c:pt idx="1338">
                  <c:v>0.012786851745</c:v>
                </c:pt>
                <c:pt idx="1339">
                  <c:v>0.0127651766823</c:v>
                </c:pt>
                <c:pt idx="1340">
                  <c:v>0.0127435133241</c:v>
                </c:pt>
                <c:pt idx="1341">
                  <c:v>0.0127218627612</c:v>
                </c:pt>
                <c:pt idx="1342">
                  <c:v>0.0127002261238</c:v>
                </c:pt>
                <c:pt idx="1343">
                  <c:v>0.0126786045779</c:v>
                </c:pt>
                <c:pt idx="1344">
                  <c:v>0.0126569993219</c:v>
                </c:pt>
                <c:pt idx="1345">
                  <c:v>0.0126354115825</c:v>
                </c:pt>
                <c:pt idx="1346">
                  <c:v>0.0126138426113</c:v>
                </c:pt>
                <c:pt idx="1347">
                  <c:v>0.0125922936813</c:v>
                </c:pt>
                <c:pt idx="1348">
                  <c:v>0.0125707660829</c:v>
                </c:pt>
                <c:pt idx="1349">
                  <c:v>0.0125492611208</c:v>
                </c:pt>
                <c:pt idx="1350">
                  <c:v>0.0125277801103</c:v>
                </c:pt>
                <c:pt idx="1351">
                  <c:v>0.0125063243742</c:v>
                </c:pt>
                <c:pt idx="1352">
                  <c:v>0.0124848952389</c:v>
                </c:pt>
                <c:pt idx="1353">
                  <c:v>0.0124634940318</c:v>
                </c:pt>
                <c:pt idx="1354">
                  <c:v>0.0124421220777</c:v>
                </c:pt>
                <c:pt idx="1355">
                  <c:v>0.0124207806962</c:v>
                </c:pt>
                <c:pt idx="1356">
                  <c:v>0.0123994711985</c:v>
                </c:pt>
                <c:pt idx="1357">
                  <c:v>0.0123781948845</c:v>
                </c:pt>
                <c:pt idx="1358">
                  <c:v>0.0123569530404</c:v>
                </c:pt>
                <c:pt idx="1359">
                  <c:v>0.0123357469363</c:v>
                </c:pt>
                <c:pt idx="1360">
                  <c:v>0.012314577823</c:v>
                </c:pt>
                <c:pt idx="1361">
                  <c:v>0.0122934469308</c:v>
                </c:pt>
                <c:pt idx="1362">
                  <c:v>0.0122723554662</c:v>
                </c:pt>
                <c:pt idx="1363">
                  <c:v>0.0122513046108</c:v>
                </c:pt>
                <c:pt idx="1364">
                  <c:v>0.012230295519</c:v>
                </c:pt>
                <c:pt idx="1365">
                  <c:v>0.0122093293162</c:v>
                </c:pt>
                <c:pt idx="1366">
                  <c:v>0.0121884070973</c:v>
                </c:pt>
                <c:pt idx="1367">
                  <c:v>0.0121675299253</c:v>
                </c:pt>
                <c:pt idx="1368">
                  <c:v>0.0121466988296</c:v>
                </c:pt>
                <c:pt idx="1369">
                  <c:v>0.0121259148052</c:v>
                </c:pt>
                <c:pt idx="1370">
                  <c:v>0.0121051788114</c:v>
                </c:pt>
                <c:pt idx="1371">
                  <c:v>0.0120844917707</c:v>
                </c:pt>
                <c:pt idx="1372">
                  <c:v>0.0120638545682</c:v>
                </c:pt>
                <c:pt idx="1373">
                  <c:v>0.0120432680509</c:v>
                </c:pt>
                <c:pt idx="1374">
                  <c:v>0.0120227330268</c:v>
                </c:pt>
                <c:pt idx="1375">
                  <c:v>0.0120022502645</c:v>
                </c:pt>
                <c:pt idx="1376">
                  <c:v>0.0119818204932</c:v>
                </c:pt>
                <c:pt idx="1377">
                  <c:v>0.0119614444019</c:v>
                </c:pt>
                <c:pt idx="1378">
                  <c:v>0.0119411226393</c:v>
                </c:pt>
                <c:pt idx="1379">
                  <c:v>0.0119208558141</c:v>
                </c:pt>
                <c:pt idx="1380">
                  <c:v>0.0119006444945</c:v>
                </c:pt>
                <c:pt idx="1381">
                  <c:v>0.0118804892088</c:v>
                </c:pt>
                <c:pt idx="1382">
                  <c:v>0.011860390445</c:v>
                </c:pt>
                <c:pt idx="1383">
                  <c:v>0.0118403486517</c:v>
                </c:pt>
                <c:pt idx="1384">
                  <c:v>0.0118203642379</c:v>
                </c:pt>
                <c:pt idx="1385">
                  <c:v>0.0118004375735</c:v>
                </c:pt>
                <c:pt idx="1386">
                  <c:v>0.0117805689901</c:v>
                </c:pt>
                <c:pt idx="1387">
                  <c:v>0.0117607587811</c:v>
                </c:pt>
                <c:pt idx="1388">
                  <c:v>0.0117410072026</c:v>
                </c:pt>
                <c:pt idx="1389">
                  <c:v>0.0117213144737</c:v>
                </c:pt>
                <c:pt idx="1390">
                  <c:v>0.0117016807775</c:v>
                </c:pt>
                <c:pt idx="1391">
                  <c:v>0.0116821062616</c:v>
                </c:pt>
                <c:pt idx="1392">
                  <c:v>0.0116625910392</c:v>
                </c:pt>
                <c:pt idx="1393">
                  <c:v>0.0116431351894</c:v>
                </c:pt>
                <c:pt idx="1394">
                  <c:v>0.0116237387584</c:v>
                </c:pt>
                <c:pt idx="1395">
                  <c:v>0.0116044017602</c:v>
                </c:pt>
                <c:pt idx="1396">
                  <c:v>0.0115851241778</c:v>
                </c:pt>
                <c:pt idx="1397">
                  <c:v>0.0115659059634</c:v>
                </c:pt>
                <c:pt idx="1398">
                  <c:v>0.0115467470403</c:v>
                </c:pt>
                <c:pt idx="1399">
                  <c:v>0.0115276473031</c:v>
                </c:pt>
                <c:pt idx="1400">
                  <c:v>0.0115086066189</c:v>
                </c:pt>
                <c:pt idx="1401">
                  <c:v>0.0114896248285</c:v>
                </c:pt>
                <c:pt idx="1402">
                  <c:v>0.0114707017469</c:v>
                </c:pt>
                <c:pt idx="1403">
                  <c:v>0.011451837165</c:v>
                </c:pt>
                <c:pt idx="1404">
                  <c:v>0.0114330308498</c:v>
                </c:pt>
                <c:pt idx="1405">
                  <c:v>0.0114142825459</c:v>
                </c:pt>
                <c:pt idx="1406">
                  <c:v>0.0113955919766</c:v>
                </c:pt>
                <c:pt idx="1407">
                  <c:v>0.0113769588445</c:v>
                </c:pt>
                <c:pt idx="1408">
                  <c:v>0.0113583828326</c:v>
                </c:pt>
                <c:pt idx="1409">
                  <c:v>0.0113398636057</c:v>
                </c:pt>
                <c:pt idx="1410">
                  <c:v>0.0113214008108</c:v>
                </c:pt>
                <c:pt idx="1411">
                  <c:v>0.0113029940785</c:v>
                </c:pt>
                <c:pt idx="1412">
                  <c:v>0.0112846430238</c:v>
                </c:pt>
                <c:pt idx="1413">
                  <c:v>0.0112663472469</c:v>
                </c:pt>
                <c:pt idx="1414">
                  <c:v>0.0112481063347</c:v>
                </c:pt>
                <c:pt idx="1415">
                  <c:v>0.011229919861</c:v>
                </c:pt>
                <c:pt idx="1416">
                  <c:v>0.0112117873879</c:v>
                </c:pt>
                <c:pt idx="1417">
                  <c:v>0.0111937084665</c:v>
                </c:pt>
                <c:pt idx="1418">
                  <c:v>0.0111756826381</c:v>
                </c:pt>
                <c:pt idx="1419">
                  <c:v>0.0111577094343</c:v>
                </c:pt>
                <c:pt idx="1420">
                  <c:v>0.0111397883789</c:v>
                </c:pt>
                <c:pt idx="1421">
                  <c:v>0.0111219189879</c:v>
                </c:pt>
                <c:pt idx="1422">
                  <c:v>0.0111041007705</c:v>
                </c:pt>
                <c:pt idx="1423">
                  <c:v>0.0110863332302</c:v>
                </c:pt>
                <c:pt idx="1424">
                  <c:v>0.0110686158651</c:v>
                </c:pt>
                <c:pt idx="1425">
                  <c:v>0.011050948169</c:v>
                </c:pt>
                <c:pt idx="1426">
                  <c:v>0.0110333296317</c:v>
                </c:pt>
                <c:pt idx="1427">
                  <c:v>0.0110157597404</c:v>
                </c:pt>
                <c:pt idx="1428">
                  <c:v>0.0109982379794</c:v>
                </c:pt>
                <c:pt idx="1429">
                  <c:v>0.0109807638315</c:v>
                </c:pt>
                <c:pt idx="1430">
                  <c:v>0.0109633367785</c:v>
                </c:pt>
                <c:pt idx="1431">
                  <c:v>0.0109459563012</c:v>
                </c:pt>
                <c:pt idx="1432">
                  <c:v>0.0109286218807</c:v>
                </c:pt>
                <c:pt idx="1433">
                  <c:v>0.0109113329984</c:v>
                </c:pt>
                <c:pt idx="1434">
                  <c:v>0.010894089137</c:v>
                </c:pt>
                <c:pt idx="1435">
                  <c:v>0.0108768897803</c:v>
                </c:pt>
                <c:pt idx="1436">
                  <c:v>0.0108597344141</c:v>
                </c:pt>
                <c:pt idx="1437">
                  <c:v>0.0108426225267</c:v>
                </c:pt>
                <c:pt idx="1438">
                  <c:v>0.0108255536088</c:v>
                </c:pt>
                <c:pt idx="1439">
                  <c:v>0.0108085271544</c:v>
                </c:pt>
                <c:pt idx="1440">
                  <c:v>0.0107915426606</c:v>
                </c:pt>
                <c:pt idx="1441">
                  <c:v>0.0107745996284</c:v>
                </c:pt>
                <c:pt idx="1442">
                  <c:v>0.0107576975625</c:v>
                </c:pt>
                <c:pt idx="1443">
                  <c:v>0.0107408359718</c:v>
                </c:pt>
                <c:pt idx="1444">
                  <c:v>0.0107240143695</c:v>
                </c:pt>
                <c:pt idx="1445">
                  <c:v>0.0107072322734</c:v>
                </c:pt>
                <c:pt idx="1446">
                  <c:v>0.0106904892059</c:v>
                </c:pt>
                <c:pt idx="1447">
                  <c:v>0.010673784694</c:v>
                </c:pt>
                <c:pt idx="1448">
                  <c:v>0.0106571182697</c:v>
                </c:pt>
                <c:pt idx="1449">
                  <c:v>0.0106404894699</c:v>
                </c:pt>
                <c:pt idx="1450">
                  <c:v>0.0106238978364</c:v>
                </c:pt>
                <c:pt idx="1451">
                  <c:v>0.0106073429157</c:v>
                </c:pt>
                <c:pt idx="1452">
                  <c:v>0.0105908242594</c:v>
                </c:pt>
                <c:pt idx="1453">
                  <c:v>0.0105743414239</c:v>
                </c:pt>
                <c:pt idx="1454">
                  <c:v>0.0105578939703</c:v>
                </c:pt>
                <c:pt idx="1455">
                  <c:v>0.0105414814643</c:v>
                </c:pt>
                <c:pt idx="1456">
                  <c:v>0.0105251034761</c:v>
                </c:pt>
                <c:pt idx="1457">
                  <c:v>0.0105087595804</c:v>
                </c:pt>
                <c:pt idx="1458">
                  <c:v>0.0104924493559</c:v>
                </c:pt>
                <c:pt idx="1459">
                  <c:v>0.0104761723853</c:v>
                </c:pt>
                <c:pt idx="1460">
                  <c:v>0.0104599282551</c:v>
                </c:pt>
                <c:pt idx="1461">
                  <c:v>0.0104437165553</c:v>
                </c:pt>
                <c:pt idx="1462">
                  <c:v>0.0104275368793</c:v>
                </c:pt>
                <c:pt idx="1463">
                  <c:v>0.0104113888232</c:v>
                </c:pt>
                <c:pt idx="1464">
                  <c:v>0.0103952719861</c:v>
                </c:pt>
                <c:pt idx="1465">
                  <c:v>0.0103791859694</c:v>
                </c:pt>
                <c:pt idx="1466">
                  <c:v>0.0103631303764</c:v>
                </c:pt>
                <c:pt idx="1467">
                  <c:v>0.0103471048125</c:v>
                </c:pt>
                <c:pt idx="1468">
                  <c:v>0.0103311088842</c:v>
                </c:pt>
                <c:pt idx="1469">
                  <c:v>0.0103151421993</c:v>
                </c:pt>
                <c:pt idx="1470">
                  <c:v>0.0102992043662</c:v>
                </c:pt>
                <c:pt idx="1471">
                  <c:v>0.0102832949936</c:v>
                </c:pt>
                <c:pt idx="1472">
                  <c:v>0.0102674136904</c:v>
                </c:pt>
                <c:pt idx="1473">
                  <c:v>0.0102515600647</c:v>
                </c:pt>
                <c:pt idx="1474">
                  <c:v>0.0102357337242</c:v>
                </c:pt>
                <c:pt idx="1475">
                  <c:v>0.0102199342753</c:v>
                </c:pt>
                <c:pt idx="1476">
                  <c:v>0.0102041613228</c:v>
                </c:pt>
                <c:pt idx="1477">
                  <c:v>0.0101884144696</c:v>
                </c:pt>
                <c:pt idx="1478">
                  <c:v>0.0101726933163</c:v>
                </c:pt>
                <c:pt idx="1479">
                  <c:v>0.0101569974607</c:v>
                </c:pt>
                <c:pt idx="1480">
                  <c:v>0.0101413264977</c:v>
                </c:pt>
                <c:pt idx="1481">
                  <c:v>0.0101256800186</c:v>
                </c:pt>
                <c:pt idx="1482">
                  <c:v>0.010110057611</c:v>
                </c:pt>
                <c:pt idx="1483">
                  <c:v>0.0100944588581</c:v>
                </c:pt>
                <c:pt idx="1484">
                  <c:v>0.0100788833387</c:v>
                </c:pt>
                <c:pt idx="1485">
                  <c:v>0.0100633306266</c:v>
                </c:pt>
                <c:pt idx="1486">
                  <c:v>0.0100478002905</c:v>
                </c:pt>
                <c:pt idx="1487">
                  <c:v>0.0100322918933</c:v>
                </c:pt>
                <c:pt idx="1488">
                  <c:v>0.0100168049922</c:v>
                </c:pt>
                <c:pt idx="1489">
                  <c:v>0.0100013391381</c:v>
                </c:pt>
                <c:pt idx="1490">
                  <c:v>0.00998589387511</c:v>
                </c:pt>
                <c:pt idx="1491">
                  <c:v>0.00997046874089</c:v>
                </c:pt>
                <c:pt idx="1492">
                  <c:v>0.00995506326575</c:v>
                </c:pt>
                <c:pt idx="1493">
                  <c:v>0.00993967697271</c:v>
                </c:pt>
                <c:pt idx="1494">
                  <c:v>0.00992430937708</c:v>
                </c:pt>
                <c:pt idx="1495">
                  <c:v>0.00990895998633</c:v>
                </c:pt>
                <c:pt idx="1496">
                  <c:v>0.0098936282998</c:v>
                </c:pt>
                <c:pt idx="1497">
                  <c:v>0.00987831380849</c:v>
                </c:pt>
                <c:pt idx="1498">
                  <c:v>0.00986301599487</c:v>
                </c:pt>
                <c:pt idx="1499">
                  <c:v>0.00984773433269</c:v>
                </c:pt>
                <c:pt idx="1500">
                  <c:v>0.00983246828681</c:v>
                </c:pt>
                <c:pt idx="1501">
                  <c:v>0.00981721731304</c:v>
                </c:pt>
                <c:pt idx="1502">
                  <c:v>0.00980198085801</c:v>
                </c:pt>
                <c:pt idx="1503">
                  <c:v>0.00978675835905</c:v>
                </c:pt>
                <c:pt idx="1504">
                  <c:v>0.00977154924407</c:v>
                </c:pt>
                <c:pt idx="1505">
                  <c:v>0.0097563529315</c:v>
                </c:pt>
                <c:pt idx="1506">
                  <c:v>0.00974116883016</c:v>
                </c:pt>
                <c:pt idx="1507">
                  <c:v>0.00972599633927</c:v>
                </c:pt>
                <c:pt idx="1508">
                  <c:v>0.00971083484841</c:v>
                </c:pt>
                <c:pt idx="1509">
                  <c:v>0.00969568373744</c:v>
                </c:pt>
                <c:pt idx="1510">
                  <c:v>0.00968054237655</c:v>
                </c:pt>
                <c:pt idx="1511">
                  <c:v>0.00966541012629</c:v>
                </c:pt>
                <c:pt idx="1512">
                  <c:v>0.00965028633755</c:v>
                </c:pt>
                <c:pt idx="1513">
                  <c:v>0.00963517035167</c:v>
                </c:pt>
                <c:pt idx="1514">
                  <c:v>0.00962006150046</c:v>
                </c:pt>
                <c:pt idx="1515">
                  <c:v>0.00960495910633</c:v>
                </c:pt>
                <c:pt idx="1516">
                  <c:v>0.0095898624824</c:v>
                </c:pt>
                <c:pt idx="1517">
                  <c:v>0.00957477093257</c:v>
                </c:pt>
                <c:pt idx="1518">
                  <c:v>0.00955968375175</c:v>
                </c:pt>
                <c:pt idx="1519">
                  <c:v>0.00954460022595</c:v>
                </c:pt>
                <c:pt idx="1520">
                  <c:v>0.00952951963248</c:v>
                </c:pt>
                <c:pt idx="1521">
                  <c:v>0.00951444124019</c:v>
                </c:pt>
                <c:pt idx="1522">
                  <c:v>0.00949936430962</c:v>
                </c:pt>
                <c:pt idx="1523">
                  <c:v>0.00948428809328</c:v>
                </c:pt>
                <c:pt idx="1524">
                  <c:v>0.00946921183589</c:v>
                </c:pt>
                <c:pt idx="1525">
                  <c:v>0.00945413477465</c:v>
                </c:pt>
                <c:pt idx="1526">
                  <c:v>0.00943905613952</c:v>
                </c:pt>
                <c:pt idx="1527">
                  <c:v>0.00942397515351</c:v>
                </c:pt>
                <c:pt idx="1528">
                  <c:v>0.00940889103306</c:v>
                </c:pt>
                <c:pt idx="1529">
                  <c:v>0.00939380298827</c:v>
                </c:pt>
                <c:pt idx="1530">
                  <c:v>0.00937871022337</c:v>
                </c:pt>
                <c:pt idx="1531">
                  <c:v>0.00936361193699</c:v>
                </c:pt>
                <c:pt idx="1532">
                  <c:v>0.00934850732259</c:v>
                </c:pt>
                <c:pt idx="1533">
                  <c:v>0.00933339556887</c:v>
                </c:pt>
                <c:pt idx="1534">
                  <c:v>0.00931827586014</c:v>
                </c:pt>
                <c:pt idx="1535">
                  <c:v>0.00930314737677</c:v>
                </c:pt>
                <c:pt idx="1536">
                  <c:v>0.00928800929563</c:v>
                </c:pt>
                <c:pt idx="1537">
                  <c:v>0.00927286079053</c:v>
                </c:pt>
                <c:pt idx="1538">
                  <c:v>0.00925770103271</c:v>
                </c:pt>
                <c:pt idx="1539">
                  <c:v>0.0092425291913</c:v>
                </c:pt>
                <c:pt idx="1540">
                  <c:v>0.0092273444338</c:v>
                </c:pt>
                <c:pt idx="1541">
                  <c:v>0.00921214592662</c:v>
                </c:pt>
                <c:pt idx="1542">
                  <c:v>0.00919693283555</c:v>
                </c:pt>
                <c:pt idx="1543">
                  <c:v>0.00918170432632</c:v>
                </c:pt>
                <c:pt idx="1544">
                  <c:v>0.00916645956511</c:v>
                </c:pt>
                <c:pt idx="1545">
                  <c:v>0.0091511977191</c:v>
                </c:pt>
                <c:pt idx="1546">
                  <c:v>0.00913591795705</c:v>
                </c:pt>
                <c:pt idx="1547">
                  <c:v>0.00912061944981</c:v>
                </c:pt>
                <c:pt idx="1548">
                  <c:v>0.00910530137096</c:v>
                </c:pt>
                <c:pt idx="1549">
                  <c:v>0.00908996289734</c:v>
                </c:pt>
                <c:pt idx="1550">
                  <c:v>0.00907460320965</c:v>
                </c:pt>
                <c:pt idx="1551">
                  <c:v>0.00905922149306</c:v>
                </c:pt>
                <c:pt idx="1552">
                  <c:v>0.00904381693781</c:v>
                </c:pt>
                <c:pt idx="1553">
                  <c:v>0.00902838873982</c:v>
                </c:pt>
                <c:pt idx="1554">
                  <c:v>0.0090129361013</c:v>
                </c:pt>
                <c:pt idx="1555">
                  <c:v>0.00899745823139</c:v>
                </c:pt>
                <c:pt idx="1556">
                  <c:v>0.00898195434678</c:v>
                </c:pt>
                <c:pt idx="1557">
                  <c:v>0.00896642367236</c:v>
                </c:pt>
                <c:pt idx="1558">
                  <c:v>0.00895086544186</c:v>
                </c:pt>
                <c:pt idx="1559">
                  <c:v>0.00893527889847</c:v>
                </c:pt>
                <c:pt idx="1560">
                  <c:v>0.00891966329555</c:v>
                </c:pt>
                <c:pt idx="1561">
                  <c:v>0.00890401789725</c:v>
                </c:pt>
                <c:pt idx="1562">
                  <c:v>0.00888834197917</c:v>
                </c:pt>
                <c:pt idx="1563">
                  <c:v>0.00887263482907</c:v>
                </c:pt>
                <c:pt idx="1564">
                  <c:v>0.0088568957475</c:v>
                </c:pt>
                <c:pt idx="1565">
                  <c:v>0.0088411240485</c:v>
                </c:pt>
                <c:pt idx="1566">
                  <c:v>0.00882531906028</c:v>
                </c:pt>
                <c:pt idx="1567">
                  <c:v>0.00880948012589</c:v>
                </c:pt>
                <c:pt idx="1568">
                  <c:v>0.00879360660396</c:v>
                </c:pt>
                <c:pt idx="1569">
                  <c:v>0.00877769786931</c:v>
                </c:pt>
                <c:pt idx="1570">
                  <c:v>0.00876175331373</c:v>
                </c:pt>
                <c:pt idx="1571">
                  <c:v>0.00874577234661</c:v>
                </c:pt>
                <c:pt idx="1572">
                  <c:v>0.00872975439569</c:v>
                </c:pt>
                <c:pt idx="1573">
                  <c:v>0.00871369890774</c:v>
                </c:pt>
                <c:pt idx="1574">
                  <c:v>0.00869760534925</c:v>
                </c:pt>
                <c:pt idx="1575">
                  <c:v>0.00868147320718</c:v>
                </c:pt>
                <c:pt idx="1576">
                  <c:v>0.00866530198959</c:v>
                </c:pt>
                <c:pt idx="1577">
                  <c:v>0.00864909122644</c:v>
                </c:pt>
                <c:pt idx="1578">
                  <c:v>0.00863284047019</c:v>
                </c:pt>
                <c:pt idx="1579">
                  <c:v>0.00861654929659</c:v>
                </c:pt>
                <c:pt idx="1580">
                  <c:v>0.00860021730533</c:v>
                </c:pt>
                <c:pt idx="1581">
                  <c:v>0.00858384412074</c:v>
                </c:pt>
                <c:pt idx="1582">
                  <c:v>0.00856742939248</c:v>
                </c:pt>
                <c:pt idx="1583">
                  <c:v>0.00855097279627</c:v>
                </c:pt>
                <c:pt idx="1584">
                  <c:v>0.00853447403448</c:v>
                </c:pt>
                <c:pt idx="1585">
                  <c:v>0.00851793283691</c:v>
                </c:pt>
                <c:pt idx="1586">
                  <c:v>0.00850134896137</c:v>
                </c:pt>
                <c:pt idx="1587">
                  <c:v>0.00848472219436</c:v>
                </c:pt>
                <c:pt idx="1588">
                  <c:v>0.00846805235173</c:v>
                </c:pt>
                <c:pt idx="1589">
                  <c:v>0.00845133927928</c:v>
                </c:pt>
                <c:pt idx="1590">
                  <c:v>0.00843458285343</c:v>
                </c:pt>
                <c:pt idx="1591">
                  <c:v>0.00841778298174</c:v>
                </c:pt>
                <c:pt idx="1592">
                  <c:v>0.00840093960358</c:v>
                </c:pt>
                <c:pt idx="1593">
                  <c:v>0.00838405269063</c:v>
                </c:pt>
                <c:pt idx="1594">
                  <c:v>0.00836712224747</c:v>
                </c:pt>
                <c:pt idx="1595">
                  <c:v>0.00835014831207</c:v>
                </c:pt>
                <c:pt idx="1596">
                  <c:v>0.00833313095634</c:v>
                </c:pt>
                <c:pt idx="1597">
                  <c:v>0.00831607028654</c:v>
                </c:pt>
                <c:pt idx="1598">
                  <c:v>0.0082989664438</c:v>
                </c:pt>
                <c:pt idx="1599">
                  <c:v>0.00828181960448</c:v>
                </c:pt>
                <c:pt idx="1600">
                  <c:v>0.00826462998061</c:v>
                </c:pt>
                <c:pt idx="1601">
                  <c:v>0.00824739782021</c:v>
                </c:pt>
                <c:pt idx="1602">
                  <c:v>0.00823012340765</c:v>
                </c:pt>
                <c:pt idx="1603">
                  <c:v>0.00821280706393</c:v>
                </c:pt>
                <c:pt idx="1604">
                  <c:v>0.00819544914691</c:v>
                </c:pt>
                <c:pt idx="1605">
                  <c:v>0.00817805005157</c:v>
                </c:pt>
                <c:pt idx="1606">
                  <c:v>0.00816061021014</c:v>
                </c:pt>
                <c:pt idx="1607">
                  <c:v>0.00814313009228</c:v>
                </c:pt>
                <c:pt idx="1608">
                  <c:v>0.00812561020512</c:v>
                </c:pt>
                <c:pt idx="1609">
                  <c:v>0.00810805109338</c:v>
                </c:pt>
                <c:pt idx="1610">
                  <c:v>0.0080904533393</c:v>
                </c:pt>
                <c:pt idx="1611">
                  <c:v>0.00807281756264</c:v>
                </c:pt>
                <c:pt idx="1612">
                  <c:v>0.00805514442058</c:v>
                </c:pt>
                <c:pt idx="1613">
                  <c:v>0.0080374346076</c:v>
                </c:pt>
                <c:pt idx="1614">
                  <c:v>0.00801968885525</c:v>
                </c:pt>
                <c:pt idx="1615">
                  <c:v>0.00800190793197</c:v>
                </c:pt>
                <c:pt idx="1616">
                  <c:v>0.00798409264275</c:v>
                </c:pt>
                <c:pt idx="1617">
                  <c:v>0.00796624382886</c:v>
                </c:pt>
                <c:pt idx="1618">
                  <c:v>0.00794836236741</c:v>
                </c:pt>
                <c:pt idx="1619">
                  <c:v>0.00793044917095</c:v>
                </c:pt>
                <c:pt idx="1620">
                  <c:v>0.00791250518697</c:v>
                </c:pt>
                <c:pt idx="1621">
                  <c:v>0.00789453139737</c:v>
                </c:pt>
                <c:pt idx="1622">
                  <c:v>0.0078765288179</c:v>
                </c:pt>
                <c:pt idx="1623">
                  <c:v>0.00785849849749</c:v>
                </c:pt>
                <c:pt idx="1624">
                  <c:v>0.00784044151764</c:v>
                </c:pt>
                <c:pt idx="1625">
                  <c:v>0.00782235899161</c:v>
                </c:pt>
                <c:pt idx="1626">
                  <c:v>0.00780425206373</c:v>
                </c:pt>
                <c:pt idx="1627">
                  <c:v>0.00778612190857</c:v>
                </c:pt>
                <c:pt idx="1628">
                  <c:v>0.00776796973004</c:v>
                </c:pt>
                <c:pt idx="1629">
                  <c:v>0.00774979676056</c:v>
                </c:pt>
                <c:pt idx="1630">
                  <c:v>0.0077316042601</c:v>
                </c:pt>
                <c:pt idx="1631">
                  <c:v>0.0077133935152</c:v>
                </c:pt>
                <c:pt idx="1632">
                  <c:v>0.00769516583797</c:v>
                </c:pt>
                <c:pt idx="1633">
                  <c:v>0.00767692256505</c:v>
                </c:pt>
                <c:pt idx="1634">
                  <c:v>0.00765866505655</c:v>
                </c:pt>
                <c:pt idx="1635">
                  <c:v>0.00764039469491</c:v>
                </c:pt>
                <c:pt idx="1636">
                  <c:v>0.0076221128838</c:v>
                </c:pt>
                <c:pt idx="1637">
                  <c:v>0.00760382104698</c:v>
                </c:pt>
                <c:pt idx="1638">
                  <c:v>0.00758552062705</c:v>
                </c:pt>
                <c:pt idx="1639">
                  <c:v>0.00756721308433</c:v>
                </c:pt>
                <c:pt idx="1640">
                  <c:v>0.00754889989555</c:v>
                </c:pt>
                <c:pt idx="1641">
                  <c:v>0.0075305825527</c:v>
                </c:pt>
                <c:pt idx="1642">
                  <c:v>0.00751226256169</c:v>
                </c:pt>
                <c:pt idx="1643">
                  <c:v>0.00749394144114</c:v>
                </c:pt>
                <c:pt idx="1644">
                  <c:v>0.00747562072105</c:v>
                </c:pt>
                <c:pt idx="1645">
                  <c:v>0.00745730194154</c:v>
                </c:pt>
                <c:pt idx="1646">
                  <c:v>0.00743898665154</c:v>
                </c:pt>
                <c:pt idx="1647">
                  <c:v>0.00742067640746</c:v>
                </c:pt>
                <c:pt idx="1648">
                  <c:v>0.00740237277192</c:v>
                </c:pt>
                <c:pt idx="1649">
                  <c:v>0.00738407731239</c:v>
                </c:pt>
                <c:pt idx="1650">
                  <c:v>0.00736579159988</c:v>
                </c:pt>
                <c:pt idx="1651">
                  <c:v>0.00734751720765</c:v>
                </c:pt>
                <c:pt idx="1652">
                  <c:v>0.00732925570989</c:v>
                </c:pt>
                <c:pt idx="1653">
                  <c:v>0.00731100868035</c:v>
                </c:pt>
                <c:pt idx="1654">
                  <c:v>0.00729277769112</c:v>
                </c:pt>
                <c:pt idx="1655">
                  <c:v>0.00727456431124</c:v>
                </c:pt>
                <c:pt idx="1656">
                  <c:v>0.00725637010548</c:v>
                </c:pt>
                <c:pt idx="1657">
                  <c:v>0.00723819663298</c:v>
                </c:pt>
                <c:pt idx="1658">
                  <c:v>0.00722004544604</c:v>
                </c:pt>
                <c:pt idx="1659">
                  <c:v>0.0072019180888</c:v>
                </c:pt>
                <c:pt idx="1660">
                  <c:v>0.00718381609599</c:v>
                </c:pt>
                <c:pt idx="1661">
                  <c:v>0.00716574099173</c:v>
                </c:pt>
                <c:pt idx="1662">
                  <c:v>0.00714769428824</c:v>
                </c:pt>
                <c:pt idx="1663">
                  <c:v>0.00712967748468</c:v>
                </c:pt>
                <c:pt idx="1664">
                  <c:v>0.0071116920659</c:v>
                </c:pt>
                <c:pt idx="1665">
                  <c:v>0.00709373950132</c:v>
                </c:pt>
                <c:pt idx="1666">
                  <c:v>0.00707582124372</c:v>
                </c:pt>
                <c:pt idx="1667">
                  <c:v>0.00705793872812</c:v>
                </c:pt>
                <c:pt idx="1668">
                  <c:v>0.00704009337066</c:v>
                </c:pt>
                <c:pt idx="1669">
                  <c:v>0.00702228656749</c:v>
                </c:pt>
                <c:pt idx="1670">
                  <c:v>0.00700451969375</c:v>
                </c:pt>
                <c:pt idx="1671">
                  <c:v>0.00698679410245</c:v>
                </c:pt>
                <c:pt idx="1672">
                  <c:v>0.00696911112349</c:v>
                </c:pt>
                <c:pt idx="1673">
                  <c:v>0.00695147206267</c:v>
                </c:pt>
                <c:pt idx="1674">
                  <c:v>0.00693387820073</c:v>
                </c:pt>
                <c:pt idx="1675">
                  <c:v>0.00691633079241</c:v>
                </c:pt>
                <c:pt idx="1676">
                  <c:v>0.00689883106553</c:v>
                </c:pt>
                <c:pt idx="1677">
                  <c:v>0.00688138022018</c:v>
                </c:pt>
                <c:pt idx="1678">
                  <c:v>0.00686397942783</c:v>
                </c:pt>
                <c:pt idx="1679">
                  <c:v>0.0068466298306</c:v>
                </c:pt>
                <c:pt idx="1680">
                  <c:v>0.00682933254044</c:v>
                </c:pt>
                <c:pt idx="1681">
                  <c:v>0.00681208863847</c:v>
                </c:pt>
                <c:pt idx="1682">
                  <c:v>0.00679489917427</c:v>
                </c:pt>
                <c:pt idx="1683">
                  <c:v>0.00677776516527</c:v>
                </c:pt>
                <c:pt idx="1684">
                  <c:v>0.00676068759614</c:v>
                </c:pt>
                <c:pt idx="1685">
                  <c:v>0.00674366741827</c:v>
                </c:pt>
                <c:pt idx="1686">
                  <c:v>0.00672670554925</c:v>
                </c:pt>
                <c:pt idx="1687">
                  <c:v>0.00670980287243</c:v>
                </c:pt>
                <c:pt idx="1688">
                  <c:v>0.0066929602365</c:v>
                </c:pt>
                <c:pt idx="1689">
                  <c:v>0.00667617845517</c:v>
                </c:pt>
                <c:pt idx="1690">
                  <c:v>0.00665945830681</c:v>
                </c:pt>
                <c:pt idx="1691">
                  <c:v>0.00664280053423</c:v>
                </c:pt>
                <c:pt idx="1692">
                  <c:v>0.00662620584445</c:v>
                </c:pt>
                <c:pt idx="1693">
                  <c:v>0.00660967490858</c:v>
                </c:pt>
                <c:pt idx="1694">
                  <c:v>0.00659320836166</c:v>
                </c:pt>
                <c:pt idx="1695">
                  <c:v>0.00657680680264</c:v>
                </c:pt>
                <c:pt idx="1696">
                  <c:v>0.00656047079437</c:v>
                </c:pt>
                <c:pt idx="1697">
                  <c:v>0.00654420086361</c:v>
                </c:pt>
                <c:pt idx="1698">
                  <c:v>0.0065279975012</c:v>
                </c:pt>
                <c:pt idx="1699">
                  <c:v>0.00651186116213</c:v>
                </c:pt>
                <c:pt idx="1700">
                  <c:v>0.00649579226576</c:v>
                </c:pt>
                <c:pt idx="1701">
                  <c:v>0.00647979119609</c:v>
                </c:pt>
                <c:pt idx="1702">
                  <c:v>0.00646385830199</c:v>
                </c:pt>
                <c:pt idx="1703">
                  <c:v>0.0064479938976</c:v>
                </c:pt>
                <c:pt idx="1704">
                  <c:v>0.00643219826265</c:v>
                </c:pt>
                <c:pt idx="1705">
                  <c:v>0.00641647164293</c:v>
                </c:pt>
                <c:pt idx="1706">
                  <c:v>0.00640081425073</c:v>
                </c:pt>
                <c:pt idx="1707">
                  <c:v>0.00638522626537</c:v>
                </c:pt>
                <c:pt idx="1708">
                  <c:v>0.0063697078337</c:v>
                </c:pt>
                <c:pt idx="1709">
                  <c:v>0.00635425907073</c:v>
                </c:pt>
                <c:pt idx="1710">
                  <c:v>0.00633888006022</c:v>
                </c:pt>
                <c:pt idx="1711">
                  <c:v>0.00632357085534</c:v>
                </c:pt>
                <c:pt idx="1712">
                  <c:v>0.00630833147934</c:v>
                </c:pt>
                <c:pt idx="1713">
                  <c:v>0.00629316192626</c:v>
                </c:pt>
                <c:pt idx="1714">
                  <c:v>0.00627806216168</c:v>
                </c:pt>
                <c:pt idx="1715">
                  <c:v>0.00626303212347</c:v>
                </c:pt>
                <c:pt idx="1716">
                  <c:v>0.00624807172255</c:v>
                </c:pt>
                <c:pt idx="1717">
                  <c:v>0.00623318084373</c:v>
                </c:pt>
                <c:pt idx="1718">
                  <c:v>0.0062183593465</c:v>
                </c:pt>
                <c:pt idx="1719">
                  <c:v>0.00620360706585</c:v>
                </c:pt>
                <c:pt idx="1720">
                  <c:v>0.00618892381314</c:v>
                </c:pt>
                <c:pt idx="1721">
                  <c:v>0.00617430937695</c:v>
                </c:pt>
                <c:pt idx="1722">
                  <c:v>0.00615976352391</c:v>
                </c:pt>
                <c:pt idx="1723">
                  <c:v>0.00614528599959</c:v>
                </c:pt>
                <c:pt idx="1724">
                  <c:v>0.00613087652936</c:v>
                </c:pt>
                <c:pt idx="1725">
                  <c:v>0.00611653481925</c:v>
                </c:pt>
                <c:pt idx="1726">
                  <c:v>0.00610226055681</c:v>
                </c:pt>
                <c:pt idx="1727">
                  <c:v>0.00608805341199</c:v>
                </c:pt>
                <c:pt idx="1728">
                  <c:v>0.00607391303797</c:v>
                </c:pt>
                <c:pt idx="1729">
                  <c:v>0.006059839072</c:v>
                </c:pt>
                <c:pt idx="1730">
                  <c:v>0.00604583113625</c:v>
                </c:pt>
                <c:pt idx="1731">
                  <c:v>0.00603188883861</c:v>
                </c:pt>
                <c:pt idx="1732">
                  <c:v>0.00601801177352</c:v>
                </c:pt>
                <c:pt idx="1733">
                  <c:v>0.00600419952273</c:v>
                </c:pt>
                <c:pt idx="1734">
                  <c:v>0.00599045165609</c:v>
                </c:pt>
                <c:pt idx="1735">
                  <c:v>0.0059767677323</c:v>
                </c:pt>
                <c:pt idx="1736">
                  <c:v>0.00596314729963</c:v>
                </c:pt>
                <c:pt idx="1737">
                  <c:v>0.00594958989664</c:v>
                </c:pt>
                <c:pt idx="1738">
                  <c:v>0.00593609505288</c:v>
                </c:pt>
                <c:pt idx="1739">
                  <c:v>0.0059226622895</c:v>
                </c:pt>
                <c:pt idx="1740">
                  <c:v>0.00590929111997</c:v>
                </c:pt>
                <c:pt idx="1741">
                  <c:v>0.00589598105062</c:v>
                </c:pt>
                <c:pt idx="1742">
                  <c:v>0.00588273158127</c:v>
                </c:pt>
                <c:pt idx="1743">
                  <c:v>0.00586954220578</c:v>
                </c:pt>
                <c:pt idx="1744">
                  <c:v>0.00585641241258</c:v>
                </c:pt>
                <c:pt idx="1745">
                  <c:v>0.00584334168517</c:v>
                </c:pt>
                <c:pt idx="1746">
                  <c:v>0.00583032950265</c:v>
                </c:pt>
                <c:pt idx="1747">
                  <c:v>0.00581737534009</c:v>
                </c:pt>
                <c:pt idx="1748">
                  <c:v>0.00580447866902</c:v>
                </c:pt>
                <c:pt idx="1749">
                  <c:v>0.00579163895783</c:v>
                </c:pt>
                <c:pt idx="1750">
                  <c:v>0.00577885567209</c:v>
                </c:pt>
                <c:pt idx="1751">
                  <c:v>0.00576612827496</c:v>
                </c:pt>
                <c:pt idx="1752">
                  <c:v>0.00575345622747</c:v>
                </c:pt>
                <c:pt idx="1753">
                  <c:v>0.00574083898883</c:v>
                </c:pt>
                <c:pt idx="1754">
                  <c:v>0.0057282760167</c:v>
                </c:pt>
                <c:pt idx="1755">
                  <c:v>0.00571576676746</c:v>
                </c:pt>
                <c:pt idx="1756">
                  <c:v>0.00570331069637</c:v>
                </c:pt>
                <c:pt idx="1757">
                  <c:v>0.00569090725785</c:v>
                </c:pt>
                <c:pt idx="1758">
                  <c:v>0.0056785559056</c:v>
                </c:pt>
                <c:pt idx="1759">
                  <c:v>0.00566625609282</c:v>
                </c:pt>
                <c:pt idx="1760">
                  <c:v>0.00565400727226</c:v>
                </c:pt>
                <c:pt idx="1761">
                  <c:v>0.00564180889644</c:v>
                </c:pt>
                <c:pt idx="1762">
                  <c:v>0.00562966041767</c:v>
                </c:pt>
                <c:pt idx="1763">
                  <c:v>0.0056175612882</c:v>
                </c:pt>
                <c:pt idx="1764">
                  <c:v>0.00560551096025</c:v>
                </c:pt>
                <c:pt idx="1765">
                  <c:v>0.00559350888605</c:v>
                </c:pt>
                <c:pt idx="1766">
                  <c:v>0.00558155451794</c:v>
                </c:pt>
                <c:pt idx="1767">
                  <c:v>0.00556964730832</c:v>
                </c:pt>
                <c:pt idx="1768">
                  <c:v>0.00555778670974</c:v>
                </c:pt>
                <c:pt idx="1769">
                  <c:v>0.00554597217485</c:v>
                </c:pt>
                <c:pt idx="1770">
                  <c:v>0.00553420315641</c:v>
                </c:pt>
                <c:pt idx="1771">
                  <c:v>0.00552247910727</c:v>
                </c:pt>
                <c:pt idx="1772">
                  <c:v>0.00551079948036</c:v>
                </c:pt>
                <c:pt idx="1773">
                  <c:v>0.00549916372864</c:v>
                </c:pt>
                <c:pt idx="1774">
                  <c:v>0.00548757130508</c:v>
                </c:pt>
                <c:pt idx="1775">
                  <c:v>0.00547602166261</c:v>
                </c:pt>
                <c:pt idx="1776">
                  <c:v>0.00546451425407</c:v>
                </c:pt>
                <c:pt idx="1777">
                  <c:v>0.00545304853215</c:v>
                </c:pt>
                <c:pt idx="1778">
                  <c:v>0.00544162394939</c:v>
                </c:pt>
                <c:pt idx="1779">
                  <c:v>0.00543023995806</c:v>
                </c:pt>
                <c:pt idx="1780">
                  <c:v>0.00541889601015</c:v>
                </c:pt>
                <c:pt idx="1781">
                  <c:v>0.00540759155731</c:v>
                </c:pt>
                <c:pt idx="1782">
                  <c:v>0.00539632605079</c:v>
                </c:pt>
                <c:pt idx="1783">
                  <c:v>0.00538509894143</c:v>
                </c:pt>
                <c:pt idx="1784">
                  <c:v>0.00537390967956</c:v>
                </c:pt>
                <c:pt idx="1785">
                  <c:v>0.00536275771501</c:v>
                </c:pt>
                <c:pt idx="1786">
                  <c:v>0.00535164249708</c:v>
                </c:pt>
                <c:pt idx="1787">
                  <c:v>0.0053405634745</c:v>
                </c:pt>
                <c:pt idx="1788">
                  <c:v>0.0053295200954</c:v>
                </c:pt>
                <c:pt idx="1789">
                  <c:v>0.00531851180737</c:v>
                </c:pt>
                <c:pt idx="1790">
                  <c:v>0.0053075380574</c:v>
                </c:pt>
                <c:pt idx="1791">
                  <c:v>0.00529659829193</c:v>
                </c:pt>
                <c:pt idx="1792">
                  <c:v>0.0052856919569</c:v>
                </c:pt>
                <c:pt idx="1793">
                  <c:v>0.00527481849778</c:v>
                </c:pt>
                <c:pt idx="1794">
                  <c:v>0.00526397735963</c:v>
                </c:pt>
                <c:pt idx="1795">
                  <c:v>0.00525316798719</c:v>
                </c:pt>
                <c:pt idx="1796">
                  <c:v>0.00524238982501</c:v>
                </c:pt>
                <c:pt idx="1797">
                  <c:v>0.00523164231753</c:v>
                </c:pt>
                <c:pt idx="1798">
                  <c:v>0.00522092490924</c:v>
                </c:pt>
                <c:pt idx="1799">
                  <c:v>0.00521023704486</c:v>
                </c:pt>
                <c:pt idx="1800">
                  <c:v>0.00519957816952</c:v>
                </c:pt>
                <c:pt idx="1801">
                  <c:v>0.00518894772898</c:v>
                </c:pt>
                <c:pt idx="1802">
                  <c:v>0.00517834516988</c:v>
                </c:pt>
                <c:pt idx="1803">
                  <c:v>0.00516776993999</c:v>
                </c:pt>
                <c:pt idx="1804">
                  <c:v>0.00515722148854</c:v>
                </c:pt>
                <c:pt idx="1805">
                  <c:v>0.00514669926654</c:v>
                </c:pt>
                <c:pt idx="1806">
                  <c:v>0.00513620272714</c:v>
                </c:pt>
                <c:pt idx="1807">
                  <c:v>0.00512573132604</c:v>
                </c:pt>
                <c:pt idx="1808">
                  <c:v>0.00511528452188</c:v>
                </c:pt>
                <c:pt idx="1809">
                  <c:v>0.00510486177675</c:v>
                </c:pt>
                <c:pt idx="1810">
                  <c:v>0.00509446255667</c:v>
                </c:pt>
                <c:pt idx="1811">
                  <c:v>0.00508408633209</c:v>
                </c:pt>
                <c:pt idx="1812">
                  <c:v>0.00507373257849</c:v>
                </c:pt>
                <c:pt idx="1813">
                  <c:v>0.00506340077699</c:v>
                </c:pt>
                <c:pt idx="1814">
                  <c:v>0.00505309041493</c:v>
                </c:pt>
                <c:pt idx="1815">
                  <c:v>0.00504280098659</c:v>
                </c:pt>
                <c:pt idx="1816">
                  <c:v>0.00503253199386</c:v>
                </c:pt>
                <c:pt idx="1817">
                  <c:v>0.00502228294698</c:v>
                </c:pt>
                <c:pt idx="1818">
                  <c:v>0.00501205336532</c:v>
                </c:pt>
                <c:pt idx="1819">
                  <c:v>0.00500184277812</c:v>
                </c:pt>
                <c:pt idx="1820">
                  <c:v>0.00499165072538</c:v>
                </c:pt>
                <c:pt idx="1821">
                  <c:v>0.00498147675863</c:v>
                </c:pt>
                <c:pt idx="1822">
                  <c:v>0.00497132044185</c:v>
                </c:pt>
                <c:pt idx="1823">
                  <c:v>0.00496118135231</c:v>
                </c:pt>
                <c:pt idx="1824">
                  <c:v>0.00495105908151</c:v>
                </c:pt>
                <c:pt idx="1825">
                  <c:v>0.00494095323607</c:v>
                </c:pt>
                <c:pt idx="1826">
                  <c:v>0.00493086343865</c:v>
                </c:pt>
                <c:pt idx="1827">
                  <c:v>0.00492078932889</c:v>
                </c:pt>
                <c:pt idx="1828">
                  <c:v>0.00491073056433</c:v>
                </c:pt>
                <c:pt idx="1829">
                  <c:v>0.00490068682133</c:v>
                </c:pt>
                <c:pt idx="1830">
                  <c:v>0.00489065779601</c:v>
                </c:pt>
                <c:pt idx="1831">
                  <c:v>0.0048806432051</c:v>
                </c:pt>
                <c:pt idx="1832">
                  <c:v>0.0048706427869</c:v>
                </c:pt>
                <c:pt idx="1833">
                  <c:v>0.00486065630209</c:v>
                </c:pt>
                <c:pt idx="1834">
                  <c:v>0.00485068353457</c:v>
                </c:pt>
                <c:pt idx="1835">
                  <c:v>0.00484072429228</c:v>
                </c:pt>
                <c:pt idx="1836">
                  <c:v>0.00483077840796</c:v>
                </c:pt>
                <c:pt idx="1837">
                  <c:v>0.00482084573983</c:v>
                </c:pt>
                <c:pt idx="1838">
                  <c:v>0.00481092617232</c:v>
                </c:pt>
                <c:pt idx="1839">
                  <c:v>0.00480101961665</c:v>
                </c:pt>
                <c:pt idx="1840">
                  <c:v>0.00479112601138</c:v>
                </c:pt>
                <c:pt idx="1841">
                  <c:v>0.00478124532295</c:v>
                </c:pt>
                <c:pt idx="1842">
                  <c:v>0.00477137754604</c:v>
                </c:pt>
                <c:pt idx="1843">
                  <c:v>0.00476152270399</c:v>
                </c:pt>
                <c:pt idx="1844">
                  <c:v>0.00475168084904</c:v>
                </c:pt>
                <c:pt idx="1845">
                  <c:v>0.00474185206254</c:v>
                </c:pt>
                <c:pt idx="1846">
                  <c:v>0.0047320364551</c:v>
                </c:pt>
                <c:pt idx="1847">
                  <c:v>0.00472223416659</c:v>
                </c:pt>
                <c:pt idx="1848">
                  <c:v>0.00471244536612</c:v>
                </c:pt>
                <c:pt idx="1849">
                  <c:v>0.00470267025191</c:v>
                </c:pt>
                <c:pt idx="1850">
                  <c:v>0.00469290905103</c:v>
                </c:pt>
                <c:pt idx="1851">
                  <c:v>0.00468316201916</c:v>
                </c:pt>
                <c:pt idx="1852">
                  <c:v>0.00467342944013</c:v>
                </c:pt>
                <c:pt idx="1853">
                  <c:v>0.00466371162547</c:v>
                </c:pt>
                <c:pt idx="1854">
                  <c:v>0.00465400891386</c:v>
                </c:pt>
                <c:pt idx="1855">
                  <c:v>0.00464432167044</c:v>
                </c:pt>
                <c:pt idx="1856">
                  <c:v>0.0046346502861</c:v>
                </c:pt>
                <c:pt idx="1857">
                  <c:v>0.00462499517668</c:v>
                </c:pt>
                <c:pt idx="1858">
                  <c:v>0.00461535678205</c:v>
                </c:pt>
                <c:pt idx="1859">
                  <c:v>0.00460573556519</c:v>
                </c:pt>
                <c:pt idx="1860">
                  <c:v>0.00459613201117</c:v>
                </c:pt>
                <c:pt idx="1861">
                  <c:v>0.00458654662601</c:v>
                </c:pt>
                <c:pt idx="1862">
                  <c:v>0.00457697993561</c:v>
                </c:pt>
                <c:pt idx="1863">
                  <c:v>0.00456743248449</c:v>
                </c:pt>
                <c:pt idx="1864">
                  <c:v>0.00455790483458</c:v>
                </c:pt>
                <c:pt idx="1865">
                  <c:v>0.00454839756393</c:v>
                </c:pt>
                <c:pt idx="1866">
                  <c:v>0.00453891126539</c:v>
                </c:pt>
                <c:pt idx="1867">
                  <c:v>0.00452944654524</c:v>
                </c:pt>
                <c:pt idx="1868">
                  <c:v>0.00452000402186</c:v>
                </c:pt>
                <c:pt idx="1869">
                  <c:v>0.00451058432428</c:v>
                </c:pt>
                <c:pt idx="1870">
                  <c:v>0.00450118809083</c:v>
                </c:pt>
                <c:pt idx="1871">
                  <c:v>0.00449181596769</c:v>
                </c:pt>
                <c:pt idx="1872">
                  <c:v>0.00448246860751</c:v>
                </c:pt>
                <c:pt idx="1873">
                  <c:v>0.00447314666798</c:v>
                </c:pt>
                <c:pt idx="1874">
                  <c:v>0.00446385081048</c:v>
                </c:pt>
                <c:pt idx="1875">
                  <c:v>0.00445458169864</c:v>
                </c:pt>
                <c:pt idx="1876">
                  <c:v>0.00444533999704</c:v>
                </c:pt>
                <c:pt idx="1877">
                  <c:v>0.00443612636989</c:v>
                </c:pt>
                <c:pt idx="1878">
                  <c:v>0.00442694147968</c:v>
                </c:pt>
                <c:pt idx="1879">
                  <c:v>0.00441778598595</c:v>
                </c:pt>
                <c:pt idx="1880">
                  <c:v>0.00440866054409</c:v>
                </c:pt>
                <c:pt idx="1881">
                  <c:v>0.00439956580413</c:v>
                </c:pt>
                <c:pt idx="1882">
                  <c:v>0.00439050240962</c:v>
                </c:pt>
                <c:pt idx="1883">
                  <c:v>0.00438147099653</c:v>
                </c:pt>
                <c:pt idx="1884">
                  <c:v>0.00437247219226</c:v>
                </c:pt>
                <c:pt idx="1885">
                  <c:v>0.00436350661459</c:v>
                </c:pt>
                <c:pt idx="1886">
                  <c:v>0.00435457487083</c:v>
                </c:pt>
                <c:pt idx="1887">
                  <c:v>0.0043456775569</c:v>
                </c:pt>
                <c:pt idx="1888">
                  <c:v>0.00433681525655</c:v>
                </c:pt>
                <c:pt idx="1889">
                  <c:v>0.00432798854056</c:v>
                </c:pt>
                <c:pt idx="1890">
                  <c:v>0.00431919796611</c:v>
                </c:pt>
                <c:pt idx="1891">
                  <c:v>0.00431044407609</c:v>
                </c:pt>
                <c:pt idx="1892">
                  <c:v>0.00430172739855</c:v>
                </c:pt>
                <c:pt idx="1893">
                  <c:v>0.00429304844616</c:v>
                </c:pt>
                <c:pt idx="1894">
                  <c:v>0.00428440771576</c:v>
                </c:pt>
                <c:pt idx="1895">
                  <c:v>0.00427580568794</c:v>
                </c:pt>
                <c:pt idx="1896">
                  <c:v>0.0042672428267</c:v>
                </c:pt>
                <c:pt idx="1897">
                  <c:v>0.00425871957912</c:v>
                </c:pt>
                <c:pt idx="1898">
                  <c:v>0.00425023637515</c:v>
                </c:pt>
                <c:pt idx="1899">
                  <c:v>0.00424179362737</c:v>
                </c:pt>
                <c:pt idx="1900">
                  <c:v>0.00423339173086</c:v>
                </c:pt>
                <c:pt idx="1901">
                  <c:v>0.00422503106309</c:v>
                </c:pt>
                <c:pt idx="1902">
                  <c:v>0.00421671198384</c:v>
                </c:pt>
                <c:pt idx="1903">
                  <c:v>0.00420843483521</c:v>
                </c:pt>
                <c:pt idx="1904">
                  <c:v>0.00420019994161</c:v>
                </c:pt>
                <c:pt idx="1905">
                  <c:v>0.00419200760979</c:v>
                </c:pt>
                <c:pt idx="1906">
                  <c:v>0.00418385812899</c:v>
                </c:pt>
                <c:pt idx="1907">
                  <c:v>0.00417575177102</c:v>
                </c:pt>
                <c:pt idx="1908">
                  <c:v>0.00416768879038</c:v>
                </c:pt>
                <c:pt idx="1909">
                  <c:v>0.00415966942449</c:v>
                </c:pt>
                <c:pt idx="1910">
                  <c:v>0.00415169389387</c:v>
                </c:pt>
                <c:pt idx="1911">
                  <c:v>0.00414376240235</c:v>
                </c:pt>
                <c:pt idx="1912">
                  <c:v>0.00413587513731</c:v>
                </c:pt>
                <c:pt idx="1913">
                  <c:v>0.00412803226998</c:v>
                </c:pt>
                <c:pt idx="1914">
                  <c:v>0.00412023395565</c:v>
                </c:pt>
                <c:pt idx="1915">
                  <c:v>0.00411248033401</c:v>
                </c:pt>
                <c:pt idx="1916">
                  <c:v>0.00410477152946</c:v>
                </c:pt>
                <c:pt idx="1917">
                  <c:v>0.00409710765138</c:v>
                </c:pt>
                <c:pt idx="1918">
                  <c:v>0.00408948879446</c:v>
                </c:pt>
                <c:pt idx="1919">
                  <c:v>0.00408191503907</c:v>
                </c:pt>
                <c:pt idx="1920">
                  <c:v>0.00407438645152</c:v>
                </c:pt>
                <c:pt idx="1921">
                  <c:v>0.00406690308447</c:v>
                </c:pt>
                <c:pt idx="1922">
                  <c:v>0.00405946497719</c:v>
                </c:pt>
                <c:pt idx="1923">
                  <c:v>0.00405207215599</c:v>
                </c:pt>
                <c:pt idx="1924">
                  <c:v>0.00404472463444</c:v>
                </c:pt>
                <c:pt idx="1925">
                  <c:v>0.00403742241383</c:v>
                </c:pt>
                <c:pt idx="1926">
                  <c:v>0.0040301654834</c:v>
                </c:pt>
                <c:pt idx="1927">
                  <c:v>0.00402295382073</c:v>
                </c:pt>
                <c:pt idx="1928">
                  <c:v>0.00401578739203</c:v>
                </c:pt>
                <c:pt idx="1929">
                  <c:v>0.0040086661525</c:v>
                </c:pt>
                <c:pt idx="1930">
                  <c:v>0.00400159004661</c:v>
                </c:pt>
                <c:pt idx="1931">
                  <c:v>0.0039945590084</c:v>
                </c:pt>
                <c:pt idx="1932">
                  <c:v>0.00398757296181</c:v>
                </c:pt>
                <c:pt idx="1933">
                  <c:v>0.00398063182097</c:v>
                </c:pt>
                <c:pt idx="1934">
                  <c:v>0.00397373549048</c:v>
                </c:pt>
                <c:pt idx="1935">
                  <c:v>0.00396688386567</c:v>
                </c:pt>
                <c:pt idx="1936">
                  <c:v>0.00396007683292</c:v>
                </c:pt>
                <c:pt idx="1937">
                  <c:v>0.00395331426985</c:v>
                </c:pt>
                <c:pt idx="1938">
                  <c:v>0.00394659604567</c:v>
                </c:pt>
                <c:pt idx="1939">
                  <c:v>0.00393992202135</c:v>
                </c:pt>
                <c:pt idx="1940">
                  <c:v>0.00393329204988</c:v>
                </c:pt>
                <c:pt idx="1941">
                  <c:v>0.00392670597654</c:v>
                </c:pt>
                <c:pt idx="1942">
                  <c:v>0.00392016363908</c:v>
                </c:pt>
                <c:pt idx="1943">
                  <c:v>0.00391366486794</c:v>
                </c:pt>
                <c:pt idx="1944">
                  <c:v>0.00390720948651</c:v>
                </c:pt>
                <c:pt idx="1945">
                  <c:v>0.00390079731128</c:v>
                </c:pt>
                <c:pt idx="1946">
                  <c:v>0.00389442815206</c:v>
                </c:pt>
                <c:pt idx="1947">
                  <c:v>0.00388810181217</c:v>
                </c:pt>
                <c:pt idx="1948">
                  <c:v>0.00388181808864</c:v>
                </c:pt>
                <c:pt idx="1949">
                  <c:v>0.00387557677236</c:v>
                </c:pt>
                <c:pt idx="1950">
                  <c:v>0.0038693776483</c:v>
                </c:pt>
                <c:pt idx="1951">
                  <c:v>0.00386322049563</c:v>
                </c:pt>
                <c:pt idx="1952">
                  <c:v>0.00385710508793</c:v>
                </c:pt>
                <c:pt idx="1953">
                  <c:v>0.00385103119334</c:v>
                </c:pt>
                <c:pt idx="1954">
                  <c:v>0.00384499857471</c:v>
                </c:pt>
                <c:pt idx="1955">
                  <c:v>0.00383900698977</c:v>
                </c:pt>
                <c:pt idx="1956">
                  <c:v>0.00383305619128</c:v>
                </c:pt>
                <c:pt idx="1957">
                  <c:v>0.00382714592718</c:v>
                </c:pt>
                <c:pt idx="1958">
                  <c:v>0.00382127594076</c:v>
                </c:pt>
                <c:pt idx="1959">
                  <c:v>0.00381544597078</c:v>
                </c:pt>
                <c:pt idx="1960">
                  <c:v>0.00380965575163</c:v>
                </c:pt>
                <c:pt idx="1961">
                  <c:v>0.0038039050135</c:v>
                </c:pt>
                <c:pt idx="1962">
                  <c:v>0.00379819348248</c:v>
                </c:pt>
                <c:pt idx="1963">
                  <c:v>0.00379252088077</c:v>
                </c:pt>
                <c:pt idx="1964">
                  <c:v>0.00378688692676</c:v>
                </c:pt>
                <c:pt idx="1965">
                  <c:v>0.00378129133523</c:v>
                </c:pt>
                <c:pt idx="1966">
                  <c:v>0.00377573381747</c:v>
                </c:pt>
                <c:pt idx="1967">
                  <c:v>0.00377021408145</c:v>
                </c:pt>
                <c:pt idx="1968">
                  <c:v>0.00376473183194</c:v>
                </c:pt>
                <c:pt idx="1969">
                  <c:v>0.00375928677067</c:v>
                </c:pt>
                <c:pt idx="1970">
                  <c:v>0.00375387859653</c:v>
                </c:pt>
                <c:pt idx="1971">
                  <c:v>0.00374850700562</c:v>
                </c:pt>
                <c:pt idx="1972">
                  <c:v>0.00374317169153</c:v>
                </c:pt>
                <c:pt idx="1973">
                  <c:v>0.00373787234537</c:v>
                </c:pt>
                <c:pt idx="1974">
                  <c:v>0.00373260865601</c:v>
                </c:pt>
                <c:pt idx="1975">
                  <c:v>0.00372738031023</c:v>
                </c:pt>
                <c:pt idx="1976">
                  <c:v>0.00372218699283</c:v>
                </c:pt>
                <c:pt idx="1977">
                  <c:v>0.00371702838681</c:v>
                </c:pt>
                <c:pt idx="1978">
                  <c:v>0.00371190417355</c:v>
                </c:pt>
                <c:pt idx="1979">
                  <c:v>0.00370681403295</c:v>
                </c:pt>
                <c:pt idx="1980">
                  <c:v>0.00370175764359</c:v>
                </c:pt>
                <c:pt idx="1981">
                  <c:v>0.00369673468286</c:v>
                </c:pt>
                <c:pt idx="1982">
                  <c:v>0.00369174482717</c:v>
                </c:pt>
                <c:pt idx="1983">
                  <c:v>0.00368678775207</c:v>
                </c:pt>
                <c:pt idx="1984">
                  <c:v>0.00368186313241</c:v>
                </c:pt>
                <c:pt idx="1985">
                  <c:v>0.00367697064249</c:v>
                </c:pt>
                <c:pt idx="1986">
                  <c:v>0.00367210995623</c:v>
                </c:pt>
                <c:pt idx="1987">
                  <c:v>0.00366728074731</c:v>
                </c:pt>
                <c:pt idx="1988">
                  <c:v>0.00366248268928</c:v>
                </c:pt>
                <c:pt idx="1989">
                  <c:v>0.00365771545577</c:v>
                </c:pt>
                <c:pt idx="1990">
                  <c:v>0.00365297872059</c:v>
                </c:pt>
                <c:pt idx="1991">
                  <c:v>0.00364827215784</c:v>
                </c:pt>
                <c:pt idx="1992">
                  <c:v>0.00364359544213</c:v>
                </c:pt>
                <c:pt idx="1993">
                  <c:v>0.0036389482486</c:v>
                </c:pt>
                <c:pt idx="1994">
                  <c:v>0.00363433025314</c:v>
                </c:pt>
                <c:pt idx="1995">
                  <c:v>0.00362974113245</c:v>
                </c:pt>
                <c:pt idx="1996">
                  <c:v>0.00362518056418</c:v>
                </c:pt>
                <c:pt idx="1997">
                  <c:v>0.00362064822705</c:v>
                </c:pt>
                <c:pt idx="1998">
                  <c:v>0.00361614380091</c:v>
                </c:pt>
                <c:pt idx="1999">
                  <c:v>0.0036116669669</c:v>
                </c:pt>
                <c:pt idx="2000">
                  <c:v>0.00360721740752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0.75"/>
          <c:min val="0"/>
        </c:scaling>
        <c:delete val="0"/>
        <c:axPos val="l"/>
        <c:majorGridlines>
          <c:spPr>
            <a:ln xmlns:a="http://schemas.openxmlformats.org/drawingml/2006/main" w="4763">
              <a:solidFill>
                <a:srgbClr val="EEEEEE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2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majorUnit val="1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14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U/t = 10   n̄ = 0.898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222222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scatterChart>
        <c:scatterStyle val="lineMarker"/>
        <c:varyColors val="0"/>
        <c:ser>
          <c:idx val="0"/>
          <c:order val="0"/>
          <c:tx>
            <c:v>charge</c:v>
          </c:tx>
          <c:spPr>
            <a:ln xmlns:a="http://schemas.openxmlformats.org/drawingml/2006/main" w="15240">
              <a:solidFill>
                <a:srgbClr val="C43C64"/>
              </a:solidFill>
              <a:prstDash val="solid"/>
            </a:ln>
          </c:spPr>
          <c:marker>
            <c:symbol val="none"/>
            <c:size val="5"/>
            <c:spPr>
              <a:solidFill xmlns:a="http://schemas.openxmlformats.org/drawingml/2006/main">
                <a:srgbClr val="C43C64"/>
              </a:solidFill>
            </c:spPr>
          </c:marker>
          <c:xVal>
            <c:numRef>
              <c:f>'Chart Data'!$A$2:$A$2002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Data'!$B$2:$B$2002</c:f>
              <c:numCache>
                <c:formatCode>0.0</c:formatCode>
                <c:ptCount val="2001"/>
                <c:pt idx="0">
                  <c:v>0.00977825733781</c:v>
                </c:pt>
                <c:pt idx="1">
                  <c:v>0.00981597616615</c:v>
                </c:pt>
                <c:pt idx="2">
                  <c:v>0.00985392383652</c:v>
                </c:pt>
                <c:pt idx="3">
                  <c:v>0.00989210225892</c:v>
                </c:pt>
                <c:pt idx="4">
                  <c:v>0.00993051336358</c:v>
                </c:pt>
                <c:pt idx="5">
                  <c:v>0.0099691591012</c:v>
                </c:pt>
                <c:pt idx="6">
                  <c:v>0.0100080414432</c:v>
                </c:pt>
                <c:pt idx="7">
                  <c:v>0.0100471623821</c:v>
                </c:pt>
                <c:pt idx="8">
                  <c:v>0.0100865239314</c:v>
                </c:pt>
                <c:pt idx="9">
                  <c:v>0.0101261281265</c:v>
                </c:pt>
                <c:pt idx="10">
                  <c:v>0.0101659770244</c:v>
                </c:pt>
                <c:pt idx="11">
                  <c:v>0.0102060727041</c:v>
                </c:pt>
                <c:pt idx="12">
                  <c:v>0.0102464172673</c:v>
                </c:pt>
                <c:pt idx="13">
                  <c:v>0.010287012838</c:v>
                </c:pt>
                <c:pt idx="14">
                  <c:v>0.0103278615634</c:v>
                </c:pt>
                <c:pt idx="15">
                  <c:v>0.0103689656139</c:v>
                </c:pt>
                <c:pt idx="16">
                  <c:v>0.0104103271832</c:v>
                </c:pt>
                <c:pt idx="17">
                  <c:v>0.0104519484893</c:v>
                </c:pt>
                <c:pt idx="18">
                  <c:v>0.0104938317739</c:v>
                </c:pt>
                <c:pt idx="19">
                  <c:v>0.0105359793036</c:v>
                </c:pt>
                <c:pt idx="20">
                  <c:v>0.0105783933694</c:v>
                </c:pt>
                <c:pt idx="21">
                  <c:v>0.0106210762877</c:v>
                </c:pt>
                <c:pt idx="22">
                  <c:v>0.0106640304002</c:v>
                </c:pt>
                <c:pt idx="23">
                  <c:v>0.0107072580745</c:v>
                </c:pt>
                <c:pt idx="24">
                  <c:v>0.0107507617041</c:v>
                </c:pt>
                <c:pt idx="25">
                  <c:v>0.0107945437092</c:v>
                </c:pt>
                <c:pt idx="26">
                  <c:v>0.0108386065367</c:v>
                </c:pt>
                <c:pt idx="27">
                  <c:v>0.0108829526605</c:v>
                </c:pt>
                <c:pt idx="28">
                  <c:v>0.0109275845823</c:v>
                </c:pt>
                <c:pt idx="29">
                  <c:v>0.0109725048314</c:v>
                </c:pt>
                <c:pt idx="30">
                  <c:v>0.0110177159656</c:v>
                </c:pt>
                <c:pt idx="31">
                  <c:v>0.0110632205712</c:v>
                </c:pt>
                <c:pt idx="32">
                  <c:v>0.0111090212634</c:v>
                </c:pt>
                <c:pt idx="33">
                  <c:v>0.011155120687</c:v>
                </c:pt>
                <c:pt idx="34">
                  <c:v>0.0112015215163</c:v>
                </c:pt>
                <c:pt idx="35">
                  <c:v>0.011248226456</c:v>
                </c:pt>
                <c:pt idx="36">
                  <c:v>0.0112952382413</c:v>
                </c:pt>
                <c:pt idx="37">
                  <c:v>0.0113425596383</c:v>
                </c:pt>
                <c:pt idx="38">
                  <c:v>0.0113901934447</c:v>
                </c:pt>
                <c:pt idx="39">
                  <c:v>0.0114381424897</c:v>
                </c:pt>
                <c:pt idx="40">
                  <c:v>0.0114864096352</c:v>
                </c:pt>
                <c:pt idx="41">
                  <c:v>0.0115349977752</c:v>
                </c:pt>
                <c:pt idx="42">
                  <c:v>0.0115839098374</c:v>
                </c:pt>
                <c:pt idx="43">
                  <c:v>0.0116331487827</c:v>
                </c:pt>
                <c:pt idx="44">
                  <c:v>0.011682717606</c:v>
                </c:pt>
                <c:pt idx="45">
                  <c:v>0.0117326193369</c:v>
                </c:pt>
                <c:pt idx="46">
                  <c:v>0.0117828570398</c:v>
                </c:pt>
                <c:pt idx="47">
                  <c:v>0.0118334338146</c:v>
                </c:pt>
                <c:pt idx="48">
                  <c:v>0.0118843527969</c:v>
                </c:pt>
                <c:pt idx="49">
                  <c:v>0.0119356171591</c:v>
                </c:pt>
                <c:pt idx="50">
                  <c:v>0.01198723011</c:v>
                </c:pt>
                <c:pt idx="51">
                  <c:v>0.0120391948961</c:v>
                </c:pt>
                <c:pt idx="52">
                  <c:v>0.0120915148018</c:v>
                </c:pt>
                <c:pt idx="53">
                  <c:v>0.0121441931496</c:v>
                </c:pt>
                <c:pt idx="54">
                  <c:v>0.0121972333014</c:v>
                </c:pt>
                <c:pt idx="55">
                  <c:v>0.0122506386582</c:v>
                </c:pt>
                <c:pt idx="56">
                  <c:v>0.0123044126613</c:v>
                </c:pt>
                <c:pt idx="57">
                  <c:v>0.0123585587924</c:v>
                </c:pt>
                <c:pt idx="58">
                  <c:v>0.0124130805743</c:v>
                </c:pt>
                <c:pt idx="59">
                  <c:v>0.0124679815716</c:v>
                </c:pt>
                <c:pt idx="60">
                  <c:v>0.0125232653911</c:v>
                </c:pt>
                <c:pt idx="61">
                  <c:v>0.0125789356826</c:v>
                </c:pt>
                <c:pt idx="62">
                  <c:v>0.0126349961391</c:v>
                </c:pt>
                <c:pt idx="63">
                  <c:v>0.0126914504979</c:v>
                </c:pt>
                <c:pt idx="64">
                  <c:v>0.0127483025408</c:v>
                </c:pt>
                <c:pt idx="65">
                  <c:v>0.0128055560949</c:v>
                </c:pt>
                <c:pt idx="66">
                  <c:v>0.0128632150333</c:v>
                </c:pt>
                <c:pt idx="67">
                  <c:v>0.0129212832756</c:v>
                </c:pt>
                <c:pt idx="68">
                  <c:v>0.0129797647885</c:v>
                </c:pt>
                <c:pt idx="69">
                  <c:v>0.0130386635867</c:v>
                </c:pt>
                <c:pt idx="70">
                  <c:v>0.0130979837334</c:v>
                </c:pt>
                <c:pt idx="71">
                  <c:v>0.0131577293408</c:v>
                </c:pt>
                <c:pt idx="72">
                  <c:v>0.0132179045714</c:v>
                </c:pt>
                <c:pt idx="73">
                  <c:v>0.0132785136378</c:v>
                </c:pt>
                <c:pt idx="74">
                  <c:v>0.0133395608043</c:v>
                </c:pt>
                <c:pt idx="75">
                  <c:v>0.013401050387</c:v>
                </c:pt>
                <c:pt idx="76">
                  <c:v>0.0134629867548</c:v>
                </c:pt>
                <c:pt idx="77">
                  <c:v>0.01352537433</c:v>
                </c:pt>
                <c:pt idx="78">
                  <c:v>0.0135882175894</c:v>
                </c:pt>
                <c:pt idx="79">
                  <c:v>0.0136515210645</c:v>
                </c:pt>
                <c:pt idx="80">
                  <c:v>0.0137152893426</c:v>
                </c:pt>
                <c:pt idx="81">
                  <c:v>0.0137795270679</c:v>
                </c:pt>
                <c:pt idx="82">
                  <c:v>0.0138442389415</c:v>
                </c:pt>
                <c:pt idx="83">
                  <c:v>0.013909429723</c:v>
                </c:pt>
                <c:pt idx="84">
                  <c:v>0.0139751042308</c:v>
                </c:pt>
                <c:pt idx="85">
                  <c:v>0.0140412673432</c:v>
                </c:pt>
                <c:pt idx="86">
                  <c:v>0.0141079239992</c:v>
                </c:pt>
                <c:pt idx="87">
                  <c:v>0.0141750791991</c:v>
                </c:pt>
                <c:pt idx="88">
                  <c:v>0.014242738006</c:v>
                </c:pt>
                <c:pt idx="89">
                  <c:v>0.0143109055458</c:v>
                </c:pt>
                <c:pt idx="90">
                  <c:v>0.0143795870089</c:v>
                </c:pt>
                <c:pt idx="91">
                  <c:v>0.0144487876507</c:v>
                </c:pt>
                <c:pt idx="92">
                  <c:v>0.0145185127925</c:v>
                </c:pt>
                <c:pt idx="93">
                  <c:v>0.0145887678226</c:v>
                </c:pt>
                <c:pt idx="94">
                  <c:v>0.0146595581973</c:v>
                </c:pt>
                <c:pt idx="95">
                  <c:v>0.0147308894415</c:v>
                </c:pt>
                <c:pt idx="96">
                  <c:v>0.01480276715</c:v>
                </c:pt>
                <c:pt idx="97">
                  <c:v>0.0148751969885</c:v>
                </c:pt>
                <c:pt idx="98">
                  <c:v>0.0149481846944</c:v>
                </c:pt>
                <c:pt idx="99">
                  <c:v>0.0150217360779</c:v>
                </c:pt>
                <c:pt idx="100">
                  <c:v>0.0150958570232</c:v>
                </c:pt>
                <c:pt idx="101">
                  <c:v>0.0151705534892</c:v>
                </c:pt>
                <c:pt idx="102">
                  <c:v>0.0152458315109</c:v>
                </c:pt>
                <c:pt idx="103">
                  <c:v>0.0153216972002</c:v>
                </c:pt>
                <c:pt idx="104">
                  <c:v>0.0153981567472</c:v>
                </c:pt>
                <c:pt idx="105">
                  <c:v>0.0154752164212</c:v>
                </c:pt>
                <c:pt idx="106">
                  <c:v>0.0155528825719</c:v>
                </c:pt>
                <c:pt idx="107">
                  <c:v>0.0156311616302</c:v>
                </c:pt>
                <c:pt idx="108">
                  <c:v>0.01571006011</c:v>
                </c:pt>
                <c:pt idx="109">
                  <c:v>0.0157895846086</c:v>
                </c:pt>
                <c:pt idx="110">
                  <c:v>0.0158697418086</c:v>
                </c:pt>
                <c:pt idx="111">
                  <c:v>0.0159505384784</c:v>
                </c:pt>
                <c:pt idx="112">
                  <c:v>0.0160319814741</c:v>
                </c:pt>
                <c:pt idx="113">
                  <c:v>0.01611407774</c:v>
                </c:pt>
                <c:pt idx="114">
                  <c:v>0.0161968343105</c:v>
                </c:pt>
                <c:pt idx="115">
                  <c:v>0.0162802583111</c:v>
                </c:pt>
                <c:pt idx="116">
                  <c:v>0.0163643569593</c:v>
                </c:pt>
                <c:pt idx="117">
                  <c:v>0.0164491375666</c:v>
                </c:pt>
                <c:pt idx="118">
                  <c:v>0.0165346075393</c:v>
                </c:pt>
                <c:pt idx="119">
                  <c:v>0.0166207743798</c:v>
                </c:pt>
                <c:pt idx="120">
                  <c:v>0.0167076456882</c:v>
                </c:pt>
                <c:pt idx="121">
                  <c:v>0.0167952291637</c:v>
                </c:pt>
                <c:pt idx="122">
                  <c:v>0.0168835326053</c:v>
                </c:pt>
                <c:pt idx="123">
                  <c:v>0.0169725639142</c:v>
                </c:pt>
                <c:pt idx="124">
                  <c:v>0.0170623310944</c:v>
                </c:pt>
                <c:pt idx="125">
                  <c:v>0.0171528422542</c:v>
                </c:pt>
                <c:pt idx="126">
                  <c:v>0.0172441056082</c:v>
                </c:pt>
                <c:pt idx="127">
                  <c:v>0.0173361294781</c:v>
                </c:pt>
                <c:pt idx="128">
                  <c:v>0.0174289222942</c:v>
                </c:pt>
                <c:pt idx="129">
                  <c:v>0.0175224925975</c:v>
                </c:pt>
                <c:pt idx="130">
                  <c:v>0.0176168490403</c:v>
                </c:pt>
                <c:pt idx="131">
                  <c:v>0.0177120003884</c:v>
                </c:pt>
                <c:pt idx="132">
                  <c:v>0.0178079555223</c:v>
                </c:pt>
                <c:pt idx="133">
                  <c:v>0.0179047234387</c:v>
                </c:pt>
                <c:pt idx="134">
                  <c:v>0.0180023132523</c:v>
                </c:pt>
                <c:pt idx="135">
                  <c:v>0.0181007341968</c:v>
                </c:pt>
                <c:pt idx="136">
                  <c:v>0.0181999956271</c:v>
                </c:pt>
                <c:pt idx="137">
                  <c:v>0.0183001070207</c:v>
                </c:pt>
                <c:pt idx="138">
                  <c:v>0.0184010779789</c:v>
                </c:pt>
                <c:pt idx="139">
                  <c:v>0.0185029182289</c:v>
                </c:pt>
                <c:pt idx="140">
                  <c:v>0.0186056376252</c:v>
                </c:pt>
                <c:pt idx="141">
                  <c:v>0.0187092461512</c:v>
                </c:pt>
                <c:pt idx="142">
                  <c:v>0.0188137539207</c:v>
                </c:pt>
                <c:pt idx="143">
                  <c:v>0.01891917118</c:v>
                </c:pt>
                <c:pt idx="144">
                  <c:v>0.0190255083091</c:v>
                </c:pt>
                <c:pt idx="145">
                  <c:v>0.0191327758235</c:v>
                </c:pt>
                <c:pt idx="146">
                  <c:v>0.0192409843759</c:v>
                </c:pt>
                <c:pt idx="147">
                  <c:v>0.0193501447578</c:v>
                </c:pt>
                <c:pt idx="148">
                  <c:v>0.0194602679014</c:v>
                </c:pt>
                <c:pt idx="149">
                  <c:v>0.019571364881</c:v>
                </c:pt>
                <c:pt idx="150">
                  <c:v>0.0196834469146</c:v>
                </c:pt>
                <c:pt idx="151">
                  <c:v>0.0197965253662</c:v>
                </c:pt>
                <c:pt idx="152">
                  <c:v>0.0199106117468</c:v>
                </c:pt>
                <c:pt idx="153">
                  <c:v>0.0200257177163</c:v>
                </c:pt>
                <c:pt idx="154">
                  <c:v>0.0201418550854</c:v>
                </c:pt>
                <c:pt idx="155">
                  <c:v>0.0202590358171</c:v>
                </c:pt>
                <c:pt idx="156">
                  <c:v>0.0203772720284</c:v>
                </c:pt>
                <c:pt idx="157">
                  <c:v>0.020496575992</c:v>
                </c:pt>
                <c:pt idx="158">
                  <c:v>0.0206169601379</c:v>
                </c:pt>
                <c:pt idx="159">
                  <c:v>0.0207384370552</c:v>
                </c:pt>
                <c:pt idx="160">
                  <c:v>0.0208610194937</c:v>
                </c:pt>
                <c:pt idx="161">
                  <c:v>0.0209847203654</c:v>
                </c:pt>
                <c:pt idx="162">
                  <c:v>0.0211095527462</c:v>
                </c:pt>
                <c:pt idx="163">
                  <c:v>0.0212355298777</c:v>
                </c:pt>
                <c:pt idx="164">
                  <c:v>0.0213626651684</c:v>
                </c:pt>
                <c:pt idx="165">
                  <c:v>0.0214909721957</c:v>
                </c:pt>
                <c:pt idx="166">
                  <c:v>0.021620464707</c:v>
                </c:pt>
                <c:pt idx="167">
                  <c:v>0.0217511566217</c:v>
                </c:pt>
                <c:pt idx="168">
                  <c:v>0.0218830620321</c:v>
                </c:pt>
                <c:pt idx="169">
                  <c:v>0.0220161952055</c:v>
                </c:pt>
                <c:pt idx="170">
                  <c:v>0.022150570585</c:v>
                </c:pt>
                <c:pt idx="171">
                  <c:v>0.0222862027914</c:v>
                </c:pt>
                <c:pt idx="172">
                  <c:v>0.0224231066241</c:v>
                </c:pt>
                <c:pt idx="173">
                  <c:v>0.022561297063</c:v>
                </c:pt>
                <c:pt idx="174">
                  <c:v>0.0227007892688</c:v>
                </c:pt>
                <c:pt idx="175">
                  <c:v>0.0228415985851</c:v>
                </c:pt>
                <c:pt idx="176">
                  <c:v>0.0229837405391</c:v>
                </c:pt>
                <c:pt idx="177">
                  <c:v>0.0231272308428</c:v>
                </c:pt>
                <c:pt idx="178">
                  <c:v>0.0232720853937</c:v>
                </c:pt>
                <c:pt idx="179">
                  <c:v>0.0234183202764</c:v>
                </c:pt>
                <c:pt idx="180">
                  <c:v>0.0235659517628</c:v>
                </c:pt>
                <c:pt idx="181">
                  <c:v>0.023714996313</c:v>
                </c:pt>
                <c:pt idx="182">
                  <c:v>0.0238654705766</c:v>
                </c:pt>
                <c:pt idx="183">
                  <c:v>0.0240173913923</c:v>
                </c:pt>
                <c:pt idx="184">
                  <c:v>0.0241707757894</c:v>
                </c:pt>
                <c:pt idx="185">
                  <c:v>0.0243256409875</c:v>
                </c:pt>
                <c:pt idx="186">
                  <c:v>0.0244820043971</c:v>
                </c:pt>
                <c:pt idx="187">
                  <c:v>0.02463988362</c:v>
                </c:pt>
                <c:pt idx="188">
                  <c:v>0.0247992964487</c:v>
                </c:pt>
                <c:pt idx="189">
                  <c:v>0.0249602608671</c:v>
                </c:pt>
                <c:pt idx="190">
                  <c:v>0.0251227950496</c:v>
                </c:pt>
                <c:pt idx="191">
                  <c:v>0.0252869173615</c:v>
                </c:pt>
                <c:pt idx="192">
                  <c:v>0.0254526463578</c:v>
                </c:pt>
                <c:pt idx="193">
                  <c:v>0.0256200007828</c:v>
                </c:pt>
                <c:pt idx="194">
                  <c:v>0.0257889995696</c:v>
                </c:pt>
                <c:pt idx="195">
                  <c:v>0.0259596618384</c:v>
                </c:pt>
                <c:pt idx="196">
                  <c:v>0.0261320068961</c:v>
                </c:pt>
                <c:pt idx="197">
                  <c:v>0.0263060542341</c:v>
                </c:pt>
                <c:pt idx="198">
                  <c:v>0.0264818235276</c:v>
                </c:pt>
                <c:pt idx="199">
                  <c:v>0.0266593346329</c:v>
                </c:pt>
                <c:pt idx="200">
                  <c:v>0.026838607586</c:v>
                </c:pt>
                <c:pt idx="201">
                  <c:v>0.0270196625999</c:v>
                </c:pt>
                <c:pt idx="202">
                  <c:v>0.0272025200625</c:v>
                </c:pt>
                <c:pt idx="203">
                  <c:v>0.0273872005334</c:v>
                </c:pt>
                <c:pt idx="204">
                  <c:v>0.0275737247411</c:v>
                </c:pt>
                <c:pt idx="205">
                  <c:v>0.0277621135797</c:v>
                </c:pt>
                <c:pt idx="206">
                  <c:v>0.0279523881049</c:v>
                </c:pt>
                <c:pt idx="207">
                  <c:v>0.0281445695305</c:v>
                </c:pt>
                <c:pt idx="208">
                  <c:v>0.0283386792239</c:v>
                </c:pt>
                <c:pt idx="209">
                  <c:v>0.0285347387015</c:v>
                </c:pt>
                <c:pt idx="210">
                  <c:v>0.0287327696238</c:v>
                </c:pt>
                <c:pt idx="211">
                  <c:v>0.02893279379</c:v>
                </c:pt>
                <c:pt idx="212">
                  <c:v>0.0291348331324</c:v>
                </c:pt>
                <c:pt idx="213">
                  <c:v>0.0293389097103</c:v>
                </c:pt>
                <c:pt idx="214">
                  <c:v>0.0295450457034</c:v>
                </c:pt>
                <c:pt idx="215">
                  <c:v>0.0297532634049</c:v>
                </c:pt>
                <c:pt idx="216">
                  <c:v>0.0299635852144</c:v>
                </c:pt>
                <c:pt idx="217">
                  <c:v>0.0301760336296</c:v>
                </c:pt>
                <c:pt idx="218">
                  <c:v>0.0303906312384</c:v>
                </c:pt>
                <c:pt idx="219">
                  <c:v>0.0306074007101</c:v>
                </c:pt>
                <c:pt idx="220">
                  <c:v>0.0308263647857</c:v>
                </c:pt>
                <c:pt idx="221">
                  <c:v>0.0310475462689</c:v>
                </c:pt>
                <c:pt idx="222">
                  <c:v>0.0312709680149</c:v>
                </c:pt>
                <c:pt idx="223">
                  <c:v>0.0314966529201</c:v>
                </c:pt>
                <c:pt idx="224">
                  <c:v>0.0317246239105</c:v>
                </c:pt>
                <c:pt idx="225">
                  <c:v>0.0319549039296</c:v>
                </c:pt>
                <c:pt idx="226">
                  <c:v>0.0321875159258</c:v>
                </c:pt>
                <c:pt idx="227">
                  <c:v>0.0324224828393</c:v>
                </c:pt>
                <c:pt idx="228">
                  <c:v>0.0326598275878</c:v>
                </c:pt>
                <c:pt idx="229">
                  <c:v>0.0328995730527</c:v>
                </c:pt>
                <c:pt idx="230">
                  <c:v>0.0331417420631</c:v>
                </c:pt>
                <c:pt idx="231">
                  <c:v>0.0333863573807</c:v>
                </c:pt>
                <c:pt idx="232">
                  <c:v>0.0336334416826</c:v>
                </c:pt>
                <c:pt idx="233">
                  <c:v>0.0338830175444</c:v>
                </c:pt>
                <c:pt idx="234">
                  <c:v>0.0341351074226</c:v>
                </c:pt>
                <c:pt idx="235">
                  <c:v>0.0343897336349</c:v>
                </c:pt>
                <c:pt idx="236">
                  <c:v>0.034646918342</c:v>
                </c:pt>
                <c:pt idx="237">
                  <c:v>0.0349066835264</c:v>
                </c:pt>
                <c:pt idx="238">
                  <c:v>0.0351690509723</c:v>
                </c:pt>
                <c:pt idx="239">
                  <c:v>0.0354340422435</c:v>
                </c:pt>
                <c:pt idx="240">
                  <c:v>0.0357016786609</c:v>
                </c:pt>
                <c:pt idx="241">
                  <c:v>0.0359719812796</c:v>
                </c:pt>
                <c:pt idx="242">
                  <c:v>0.0362449708649</c:v>
                </c:pt>
                <c:pt idx="243">
                  <c:v>0.0365206678672</c:v>
                </c:pt>
                <c:pt idx="244">
                  <c:v>0.0367990923972</c:v>
                </c:pt>
                <c:pt idx="245">
                  <c:v>0.0370802641988</c:v>
                </c:pt>
                <c:pt idx="246">
                  <c:v>0.0373642026228</c:v>
                </c:pt>
                <c:pt idx="247">
                  <c:v>0.0376509265986</c:v>
                </c:pt>
                <c:pt idx="248">
                  <c:v>0.0379404546062</c:v>
                </c:pt>
                <c:pt idx="249">
                  <c:v>0.0382328046466</c:v>
                </c:pt>
                <c:pt idx="250">
                  <c:v>0.0385279942121</c:v>
                </c:pt>
                <c:pt idx="251">
                  <c:v>0.0388260402553</c:v>
                </c:pt>
                <c:pt idx="252">
                  <c:v>0.0391269591586</c:v>
                </c:pt>
                <c:pt idx="253">
                  <c:v>0.0394307667015</c:v>
                </c:pt>
                <c:pt idx="254">
                  <c:v>0.0397374780284</c:v>
                </c:pt>
                <c:pt idx="255">
                  <c:v>0.0400471076159</c:v>
                </c:pt>
                <c:pt idx="256">
                  <c:v>0.0403596692385</c:v>
                </c:pt>
                <c:pt idx="257">
                  <c:v>0.040675175935</c:v>
                </c:pt>
                <c:pt idx="258">
                  <c:v>0.0409936399738</c:v>
                </c:pt>
                <c:pt idx="259">
                  <c:v>0.0413150728179</c:v>
                </c:pt>
                <c:pt idx="260">
                  <c:v>0.0416394850897</c:v>
                </c:pt>
                <c:pt idx="261">
                  <c:v>0.0419668865355</c:v>
                </c:pt>
                <c:pt idx="262">
                  <c:v>0.0422972859896</c:v>
                </c:pt>
                <c:pt idx="263">
                  <c:v>0.0426306913381</c:v>
                </c:pt>
                <c:pt idx="264">
                  <c:v>0.0429671094836</c:v>
                </c:pt>
                <c:pt idx="265">
                  <c:v>0.0433065463082</c:v>
                </c:pt>
                <c:pt idx="266">
                  <c:v>0.0436490066383</c:v>
                </c:pt>
                <c:pt idx="267">
                  <c:v>0.0439944942084</c:v>
                </c:pt>
                <c:pt idx="268">
                  <c:v>0.0443430116252</c:v>
                </c:pt>
                <c:pt idx="269">
                  <c:v>0.0446945603331</c:v>
                </c:pt>
                <c:pt idx="270">
                  <c:v>0.0450491405786</c:v>
                </c:pt>
                <c:pt idx="271">
                  <c:v>0.0454067513761</c:v>
                </c:pt>
                <c:pt idx="272">
                  <c:v>0.0457673904745</c:v>
                </c:pt>
                <c:pt idx="273">
                  <c:v>0.0461310543239</c:v>
                </c:pt>
                <c:pt idx="274">
                  <c:v>0.046497738043</c:v>
                </c:pt>
                <c:pt idx="275">
                  <c:v>0.0468674353887</c:v>
                </c:pt>
                <c:pt idx="276">
                  <c:v>0.0472401387251</c:v>
                </c:pt>
                <c:pt idx="277">
                  <c:v>0.0476158389946</c:v>
                </c:pt>
                <c:pt idx="278">
                  <c:v>0.04799452569</c:v>
                </c:pt>
                <c:pt idx="279">
                  <c:v>0.0483761868282</c:v>
                </c:pt>
                <c:pt idx="280">
                  <c:v>0.0487608089249</c:v>
                </c:pt>
                <c:pt idx="281">
                  <c:v>0.0491483769715</c:v>
                </c:pt>
                <c:pt idx="282">
                  <c:v>0.0495388744126</c:v>
                </c:pt>
                <c:pt idx="283">
                  <c:v>0.0499322831271</c:v>
                </c:pt>
                <c:pt idx="284">
                  <c:v>0.0503285834092</c:v>
                </c:pt>
                <c:pt idx="285">
                  <c:v>0.0507277539528</c:v>
                </c:pt>
                <c:pt idx="286">
                  <c:v>0.0511297718374</c:v>
                </c:pt>
                <c:pt idx="287">
                  <c:v>0.0515346125161</c:v>
                </c:pt>
                <c:pt idx="288">
                  <c:v>0.0519422498064</c:v>
                </c:pt>
                <c:pt idx="289">
                  <c:v>0.0523526558827</c:v>
                </c:pt>
                <c:pt idx="290">
                  <c:v>0.0527658012715</c:v>
                </c:pt>
                <c:pt idx="291">
                  <c:v>0.0531816548492</c:v>
                </c:pt>
                <c:pt idx="292">
                  <c:v>0.0536001838422</c:v>
                </c:pt>
                <c:pt idx="293">
                  <c:v>0.0540213538295</c:v>
                </c:pt>
                <c:pt idx="294">
                  <c:v>0.0544451287486</c:v>
                </c:pt>
                <c:pt idx="295">
                  <c:v>0.0548714709026</c:v>
                </c:pt>
                <c:pt idx="296">
                  <c:v>0.0553003409717</c:v>
                </c:pt>
                <c:pt idx="297">
                  <c:v>0.0557316980261</c:v>
                </c:pt>
                <c:pt idx="298">
                  <c:v>0.0561654995421</c:v>
                </c:pt>
                <c:pt idx="299">
                  <c:v>0.0566017014207</c:v>
                </c:pt>
                <c:pt idx="300">
                  <c:v>0.0570402580086</c:v>
                </c:pt>
                <c:pt idx="301">
                  <c:v>0.0574811221225</c:v>
                </c:pt>
                <c:pt idx="302">
                  <c:v>0.057924245075</c:v>
                </c:pt>
                <c:pt idx="303">
                  <c:v>0.058369576704</c:v>
                </c:pt>
                <c:pt idx="304">
                  <c:v>0.0588170654032</c:v>
                </c:pt>
                <c:pt idx="305">
                  <c:v>0.0592666581564</c:v>
                </c:pt>
                <c:pt idx="306">
                  <c:v>0.059718300573</c:v>
                </c:pt>
                <c:pt idx="307">
                  <c:v>0.0601719369264</c:v>
                </c:pt>
                <c:pt idx="308">
                  <c:v>0.0606275101934</c:v>
                </c:pt>
                <c:pt idx="309">
                  <c:v>0.0610849620971</c:v>
                </c:pt>
                <c:pt idx="310">
                  <c:v>0.06154423315</c:v>
                </c:pt>
                <c:pt idx="311">
                  <c:v>0.0620052627002</c:v>
                </c:pt>
                <c:pt idx="312">
                  <c:v>0.0624679889783</c:v>
                </c:pt>
                <c:pt idx="313">
                  <c:v>0.0629323491461</c:v>
                </c:pt>
                <c:pt idx="314">
                  <c:v>0.0633982793463</c:v>
                </c:pt>
                <c:pt idx="315">
                  <c:v>0.0638657147542</c:v>
                </c:pt>
                <c:pt idx="316">
                  <c:v>0.0643345896296</c:v>
                </c:pt>
                <c:pt idx="317">
                  <c:v>0.0648048373697</c:v>
                </c:pt>
                <c:pt idx="318">
                  <c:v>0.0652763905633</c:v>
                </c:pt>
                <c:pt idx="319">
                  <c:v>0.0657491810456</c:v>
                </c:pt>
                <c:pt idx="320">
                  <c:v>0.0662231399525</c:v>
                </c:pt>
                <c:pt idx="321">
                  <c:v>0.0666981977767</c:v>
                </c:pt>
                <c:pt idx="322">
                  <c:v>0.0671742844232</c:v>
                </c:pt>
                <c:pt idx="323">
                  <c:v>0.0676513292653</c:v>
                </c:pt>
                <c:pt idx="324">
                  <c:v>0.0681292612001</c:v>
                </c:pt>
                <c:pt idx="325">
                  <c:v>0.0686080087046</c:v>
                </c:pt>
                <c:pt idx="326">
                  <c:v>0.0690874998916</c:v>
                </c:pt>
                <c:pt idx="327">
                  <c:v>0.0695676625644</c:v>
                </c:pt>
                <c:pt idx="328">
                  <c:v>0.0700484242723</c:v>
                </c:pt>
                <c:pt idx="329">
                  <c:v>0.070529712365</c:v>
                </c:pt>
                <c:pt idx="330">
                  <c:v>0.0710114540465</c:v>
                </c:pt>
                <c:pt idx="331">
                  <c:v>0.071493576429</c:v>
                </c:pt>
                <c:pt idx="332">
                  <c:v>0.0719760065851</c:v>
                </c:pt>
                <c:pt idx="333">
                  <c:v>0.0724586716004</c:v>
                </c:pt>
                <c:pt idx="334">
                  <c:v>0.0729414986247</c:v>
                </c:pt>
                <c:pt idx="335">
                  <c:v>0.0734244149228</c:v>
                </c:pt>
                <c:pt idx="336">
                  <c:v>0.0739073479238</c:v>
                </c:pt>
                <c:pt idx="337">
                  <c:v>0.0743902252706</c:v>
                </c:pt>
                <c:pt idx="338">
                  <c:v>0.0748729748679</c:v>
                </c:pt>
                <c:pt idx="339">
                  <c:v>0.0753555249292</c:v>
                </c:pt>
                <c:pt idx="340">
                  <c:v>0.0758378040232</c:v>
                </c:pt>
                <c:pt idx="341">
                  <c:v>0.0763197411193</c:v>
                </c:pt>
                <c:pt idx="342">
                  <c:v>0.076801265632</c:v>
                </c:pt>
                <c:pt idx="343">
                  <c:v>0.0772823074647</c:v>
                </c:pt>
                <c:pt idx="344">
                  <c:v>0.077762797052</c:v>
                </c:pt>
                <c:pt idx="345">
                  <c:v>0.0782426654019</c:v>
                </c:pt>
                <c:pt idx="346">
                  <c:v>0.0787218441363</c:v>
                </c:pt>
                <c:pt idx="347">
                  <c:v>0.0792002655309</c:v>
                </c:pt>
                <c:pt idx="348">
                  <c:v>0.0796778625545</c:v>
                </c:pt>
                <c:pt idx="349">
                  <c:v>0.0801545689065</c:v>
                </c:pt>
                <c:pt idx="350">
                  <c:v>0.0806303190547</c:v>
                </c:pt>
                <c:pt idx="351">
                  <c:v>0.0811050482712</c:v>
                </c:pt>
                <c:pt idx="352">
                  <c:v>0.0815786926676</c:v>
                </c:pt>
                <c:pt idx="353">
                  <c:v>0.0820511892295</c:v>
                </c:pt>
                <c:pt idx="354">
                  <c:v>0.08252247585</c:v>
                </c:pt>
                <c:pt idx="355">
                  <c:v>0.0829924913622</c:v>
                </c:pt>
                <c:pt idx="356">
                  <c:v>0.0834611755705</c:v>
                </c:pt>
                <c:pt idx="357">
                  <c:v>0.0839284692818</c:v>
                </c:pt>
                <c:pt idx="358">
                  <c:v>0.0843943143343</c:v>
                </c:pt>
                <c:pt idx="359">
                  <c:v>0.084858653627</c:v>
                </c:pt>
                <c:pt idx="360">
                  <c:v>0.0853214311467</c:v>
                </c:pt>
                <c:pt idx="361">
                  <c:v>0.0857825919949</c:v>
                </c:pt>
                <c:pt idx="362">
                  <c:v>0.0862420824134</c:v>
                </c:pt>
                <c:pt idx="363">
                  <c:v>0.0866998498087</c:v>
                </c:pt>
                <c:pt idx="364">
                  <c:v>0.0871558427756</c:v>
                </c:pt>
                <c:pt idx="365">
                  <c:v>0.0876100111193</c:v>
                </c:pt>
                <c:pt idx="366">
                  <c:v>0.0880623058764</c:v>
                </c:pt>
                <c:pt idx="367">
                  <c:v>0.0885126793356</c:v>
                </c:pt>
                <c:pt idx="368">
                  <c:v>0.0889610850554</c:v>
                </c:pt>
                <c:pt idx="369">
                  <c:v>0.0894074778828</c:v>
                </c:pt>
                <c:pt idx="370">
                  <c:v>0.0898518139685</c:v>
                </c:pt>
                <c:pt idx="371">
                  <c:v>0.0902940507827</c:v>
                </c:pt>
                <c:pt idx="372">
                  <c:v>0.0907341471282</c:v>
                </c:pt>
                <c:pt idx="373">
                  <c:v>0.0911720631532</c:v>
                </c:pt>
                <c:pt idx="374">
                  <c:v>0.0916077603617</c:v>
                </c:pt>
                <c:pt idx="375">
                  <c:v>0.0920412016235</c:v>
                </c:pt>
                <c:pt idx="376">
                  <c:v>0.092472351182</c:v>
                </c:pt>
                <c:pt idx="377">
                  <c:v>0.0929011746611</c:v>
                </c:pt>
                <c:pt idx="378">
                  <c:v>0.09332763907</c:v>
                </c:pt>
                <c:pt idx="379">
                  <c:v>0.0937517128074</c:v>
                </c:pt>
                <c:pt idx="380">
                  <c:v>0.0941733656634</c:v>
                </c:pt>
                <c:pt idx="381">
                  <c:v>0.0945925688204</c:v>
                </c:pt>
                <c:pt idx="382">
                  <c:v>0.0950092948524</c:v>
                </c:pt>
                <c:pt idx="383">
                  <c:v>0.0954235177224</c:v>
                </c:pt>
                <c:pt idx="384">
                  <c:v>0.0958352127791</c:v>
                </c:pt>
                <c:pt idx="385">
                  <c:v>0.0962443567515</c:v>
                </c:pt>
                <c:pt idx="386">
                  <c:v>0.0966509277419</c:v>
                </c:pt>
                <c:pt idx="387">
                  <c:v>0.0970549052185</c:v>
                </c:pt>
                <c:pt idx="388">
                  <c:v>0.097456270005</c:v>
                </c:pt>
                <c:pt idx="389">
                  <c:v>0.0978550042701</c:v>
                </c:pt>
                <c:pt idx="390">
                  <c:v>0.0982510915154</c:v>
                </c:pt>
                <c:pt idx="391">
                  <c:v>0.0986445165609</c:v>
                </c:pt>
                <c:pt idx="392">
                  <c:v>0.0990352655309</c:v>
                </c:pt>
                <c:pt idx="393">
                  <c:v>0.0994233258375</c:v>
                </c:pt>
                <c:pt idx="394">
                  <c:v>0.0998086861627</c:v>
                </c:pt>
                <c:pt idx="395">
                  <c:v>0.100191336441</c:v>
                </c:pt>
                <c:pt idx="396">
                  <c:v>0.100571267838</c:v>
                </c:pt>
                <c:pt idx="397">
                  <c:v>0.100948472731</c:v>
                </c:pt>
                <c:pt idx="398">
                  <c:v>0.101322944687</c:v>
                </c:pt>
                <c:pt idx="399">
                  <c:v>0.101694678441</c:v>
                </c:pt>
                <c:pt idx="400">
                  <c:v>0.102063669869</c:v>
                </c:pt>
                <c:pt idx="401">
                  <c:v>0.102429915969</c:v>
                </c:pt>
                <c:pt idx="402">
                  <c:v>0.10279341483</c:v>
                </c:pt>
                <c:pt idx="403">
                  <c:v>0.103154165611</c:v>
                </c:pt>
                <c:pt idx="404">
                  <c:v>0.103512168513</c:v>
                </c:pt>
                <c:pt idx="405">
                  <c:v>0.103867424751</c:v>
                </c:pt>
                <c:pt idx="406">
                  <c:v>0.104219936529</c:v>
                </c:pt>
                <c:pt idx="407">
                  <c:v>0.104569707008</c:v>
                </c:pt>
                <c:pt idx="408">
                  <c:v>0.104916740283</c:v>
                </c:pt>
                <c:pt idx="409">
                  <c:v>0.105261041351</c:v>
                </c:pt>
                <c:pt idx="410">
                  <c:v>0.105602616083</c:v>
                </c:pt>
                <c:pt idx="411">
                  <c:v>0.105941471196</c:v>
                </c:pt>
                <c:pt idx="412">
                  <c:v>0.106277614222</c:v>
                </c:pt>
                <c:pt idx="413">
                  <c:v>0.106611053481</c:v>
                </c:pt>
                <c:pt idx="414">
                  <c:v>0.106941798053</c:v>
                </c:pt>
                <c:pt idx="415">
                  <c:v>0.107269857743</c:v>
                </c:pt>
                <c:pt idx="416">
                  <c:v>0.10759524306</c:v>
                </c:pt>
                <c:pt idx="417">
                  <c:v>0.107917965184</c:v>
                </c:pt>
                <c:pt idx="418">
                  <c:v>0.108238035935</c:v>
                </c:pt>
                <c:pt idx="419">
                  <c:v>0.10855546775</c:v>
                </c:pt>
                <c:pt idx="420">
                  <c:v>0.108870273654</c:v>
                </c:pt>
                <c:pt idx="421">
                  <c:v>0.109182467227</c:v>
                </c:pt>
                <c:pt idx="422">
                  <c:v>0.109492062583</c:v>
                </c:pt>
                <c:pt idx="423">
                  <c:v>0.109799074341</c:v>
                </c:pt>
                <c:pt idx="424">
                  <c:v>0.110103517597</c:v>
                </c:pt>
                <c:pt idx="425">
                  <c:v>0.110405407897</c:v>
                </c:pt>
                <c:pt idx="426">
                  <c:v>0.110704761218</c:v>
                </c:pt>
                <c:pt idx="427">
                  <c:v>0.111001593933</c:v>
                </c:pt>
                <c:pt idx="428">
                  <c:v>0.111295922796</c:v>
                </c:pt>
                <c:pt idx="429">
                  <c:v>0.11158776491</c:v>
                </c:pt>
                <c:pt idx="430">
                  <c:v>0.11187713771</c:v>
                </c:pt>
                <c:pt idx="431">
                  <c:v>0.112164058935</c:v>
                </c:pt>
                <c:pt idx="432">
                  <c:v>0.112448546608</c:v>
                </c:pt>
                <c:pt idx="433">
                  <c:v>0.112730619015</c:v>
                </c:pt>
                <c:pt idx="434">
                  <c:v>0.113010294682</c:v>
                </c:pt>
                <c:pt idx="435">
                  <c:v>0.113287592356</c:v>
                </c:pt>
                <c:pt idx="436">
                  <c:v>0.113562530983</c:v>
                </c:pt>
                <c:pt idx="437">
                  <c:v>0.113835129691</c:v>
                </c:pt>
                <c:pt idx="438">
                  <c:v>0.114105407771</c:v>
                </c:pt>
                <c:pt idx="439">
                  <c:v>0.114373384657</c:v>
                </c:pt>
                <c:pt idx="440">
                  <c:v>0.114639079908</c:v>
                </c:pt>
                <c:pt idx="441">
                  <c:v>0.114902513196</c:v>
                </c:pt>
                <c:pt idx="442">
                  <c:v>0.115163704285</c:v>
                </c:pt>
                <c:pt idx="443">
                  <c:v>0.115422673015</c:v>
                </c:pt>
                <c:pt idx="444">
                  <c:v>0.115679439292</c:v>
                </c:pt>
                <c:pt idx="445">
                  <c:v>0.115934023066</c:v>
                </c:pt>
                <c:pt idx="446">
                  <c:v>0.116186444325</c:v>
                </c:pt>
                <c:pt idx="447">
                  <c:v>0.116436723074</c:v>
                </c:pt>
                <c:pt idx="448">
                  <c:v>0.11668487933</c:v>
                </c:pt>
                <c:pt idx="449">
                  <c:v>0.1169309331</c:v>
                </c:pt>
                <c:pt idx="450">
                  <c:v>0.117174904381</c:v>
                </c:pt>
                <c:pt idx="451">
                  <c:v>0.117416813137</c:v>
                </c:pt>
                <c:pt idx="452">
                  <c:v>0.117656679297</c:v>
                </c:pt>
                <c:pt idx="453">
                  <c:v>0.117894522741</c:v>
                </c:pt>
                <c:pt idx="454">
                  <c:v>0.118130363289</c:v>
                </c:pt>
                <c:pt idx="455">
                  <c:v>0.118364220697</c:v>
                </c:pt>
                <c:pt idx="456">
                  <c:v>0.118596114641</c:v>
                </c:pt>
                <c:pt idx="457">
                  <c:v>0.118826064713</c:v>
                </c:pt>
                <c:pt idx="458">
                  <c:v>0.119054090416</c:v>
                </c:pt>
                <c:pt idx="459">
                  <c:v>0.119280211147</c:v>
                </c:pt>
                <c:pt idx="460">
                  <c:v>0.119504446201</c:v>
                </c:pt>
                <c:pt idx="461">
                  <c:v>0.119726814756</c:v>
                </c:pt>
                <c:pt idx="462">
                  <c:v>0.11994733587</c:v>
                </c:pt>
                <c:pt idx="463">
                  <c:v>0.120166028475</c:v>
                </c:pt>
                <c:pt idx="464">
                  <c:v>0.120382911373</c:v>
                </c:pt>
                <c:pt idx="465">
                  <c:v>0.120598003226</c:v>
                </c:pt>
                <c:pt idx="466">
                  <c:v>0.120811322556</c:v>
                </c:pt>
                <c:pt idx="467">
                  <c:v>0.121022887736</c:v>
                </c:pt>
                <c:pt idx="468">
                  <c:v>0.121232716991</c:v>
                </c:pt>
                <c:pt idx="469">
                  <c:v>0.121440828389</c:v>
                </c:pt>
                <c:pt idx="470">
                  <c:v>0.121647239841</c:v>
                </c:pt>
                <c:pt idx="471">
                  <c:v>0.121851969093</c:v>
                </c:pt>
                <c:pt idx="472">
                  <c:v>0.12205503373</c:v>
                </c:pt>
                <c:pt idx="473">
                  <c:v>0.122256451164</c:v>
                </c:pt>
                <c:pt idx="474">
                  <c:v>0.122456238641</c:v>
                </c:pt>
                <c:pt idx="475">
                  <c:v>0.12265441323</c:v>
                </c:pt>
                <c:pt idx="476">
                  <c:v>0.122850991825</c:v>
                </c:pt>
                <c:pt idx="477">
                  <c:v>0.123045991145</c:v>
                </c:pt>
                <c:pt idx="478">
                  <c:v>0.123239427726</c:v>
                </c:pt>
                <c:pt idx="479">
                  <c:v>0.123431317926</c:v>
                </c:pt>
                <c:pt idx="480">
                  <c:v>0.123621677918</c:v>
                </c:pt>
                <c:pt idx="481">
                  <c:v>0.123810523694</c:v>
                </c:pt>
                <c:pt idx="482">
                  <c:v>0.123997871059</c:v>
                </c:pt>
                <c:pt idx="483">
                  <c:v>0.124183735632</c:v>
                </c:pt>
                <c:pt idx="484">
                  <c:v>0.124368132847</c:v>
                </c:pt>
                <c:pt idx="485">
                  <c:v>0.124551077951</c:v>
                </c:pt>
                <c:pt idx="486">
                  <c:v>0.124732586001</c:v>
                </c:pt>
                <c:pt idx="487">
                  <c:v>0.124912671868</c:v>
                </c:pt>
                <c:pt idx="488">
                  <c:v>0.125091350232</c:v>
                </c:pt>
                <c:pt idx="489">
                  <c:v>0.125268635589</c:v>
                </c:pt>
                <c:pt idx="490">
                  <c:v>0.125444542241</c:v>
                </c:pt>
                <c:pt idx="491">
                  <c:v>0.125619084306</c:v>
                </c:pt>
                <c:pt idx="492">
                  <c:v>0.12579227571</c:v>
                </c:pt>
                <c:pt idx="493">
                  <c:v>0.125964130193</c:v>
                </c:pt>
                <c:pt idx="494">
                  <c:v>0.126134661306</c:v>
                </c:pt>
                <c:pt idx="495">
                  <c:v>0.126303882414</c:v>
                </c:pt>
                <c:pt idx="496">
                  <c:v>0.126471806694</c:v>
                </c:pt>
                <c:pt idx="497">
                  <c:v>0.126638447136</c:v>
                </c:pt>
                <c:pt idx="498">
                  <c:v>0.126803816546</c:v>
                </c:pt>
                <c:pt idx="499">
                  <c:v>0.126967927543</c:v>
                </c:pt>
                <c:pt idx="500">
                  <c:v>0.127130792562</c:v>
                </c:pt>
                <c:pt idx="501">
                  <c:v>0.127292423857</c:v>
                </c:pt>
                <c:pt idx="502">
                  <c:v>0.127452833496</c:v>
                </c:pt>
                <c:pt idx="503">
                  <c:v>0.127612033366</c:v>
                </c:pt>
                <c:pt idx="504">
                  <c:v>0.127770035174</c:v>
                </c:pt>
                <c:pt idx="505">
                  <c:v>0.127926850446</c:v>
                </c:pt>
                <c:pt idx="506">
                  <c:v>0.12808249053</c:v>
                </c:pt>
                <c:pt idx="507">
                  <c:v>0.128236966596</c:v>
                </c:pt>
                <c:pt idx="508">
                  <c:v>0.128390289635</c:v>
                </c:pt>
                <c:pt idx="509">
                  <c:v>0.128542470466</c:v>
                </c:pt>
                <c:pt idx="510">
                  <c:v>0.12869351973</c:v>
                </c:pt>
                <c:pt idx="511">
                  <c:v>0.128843447895</c:v>
                </c:pt>
                <c:pt idx="512">
                  <c:v>0.128992265259</c:v>
                </c:pt>
                <c:pt idx="513">
                  <c:v>0.129139981945</c:v>
                </c:pt>
                <c:pt idx="514">
                  <c:v>0.12928660791</c:v>
                </c:pt>
                <c:pt idx="515">
                  <c:v>0.129432152938</c:v>
                </c:pt>
                <c:pt idx="516">
                  <c:v>0.129576626649</c:v>
                </c:pt>
                <c:pt idx="517">
                  <c:v>0.129720038494</c:v>
                </c:pt>
                <c:pt idx="518">
                  <c:v>0.12986239776</c:v>
                </c:pt>
                <c:pt idx="519">
                  <c:v>0.130003713569</c:v>
                </c:pt>
                <c:pt idx="520">
                  <c:v>0.13014399488</c:v>
                </c:pt>
                <c:pt idx="521">
                  <c:v>0.130283250493</c:v>
                </c:pt>
                <c:pt idx="522">
                  <c:v>0.130421489045</c:v>
                </c:pt>
                <c:pt idx="523">
                  <c:v>0.130558719013</c:v>
                </c:pt>
                <c:pt idx="524">
                  <c:v>0.130694948719</c:v>
                </c:pt>
                <c:pt idx="525">
                  <c:v>0.130830186327</c:v>
                </c:pt>
                <c:pt idx="526">
                  <c:v>0.130964439844</c:v>
                </c:pt>
                <c:pt idx="527">
                  <c:v>0.131097717124</c:v>
                </c:pt>
                <c:pt idx="528">
                  <c:v>0.131230025868</c:v>
                </c:pt>
                <c:pt idx="529">
                  <c:v>0.131361373624</c:v>
                </c:pt>
                <c:pt idx="530">
                  <c:v>0.131491767791</c:v>
                </c:pt>
                <c:pt idx="531">
                  <c:v>0.131621215617</c:v>
                </c:pt>
                <c:pt idx="532">
                  <c:v>0.131749724201</c:v>
                </c:pt>
                <c:pt idx="533">
                  <c:v>0.131877300494</c:v>
                </c:pt>
                <c:pt idx="534">
                  <c:v>0.132003951305</c:v>
                </c:pt>
                <c:pt idx="535">
                  <c:v>0.132129683292</c:v>
                </c:pt>
                <c:pt idx="536">
                  <c:v>0.132254502973</c:v>
                </c:pt>
                <c:pt idx="537">
                  <c:v>0.132378416722</c:v>
                </c:pt>
                <c:pt idx="538">
                  <c:v>0.13250143077</c:v>
                </c:pt>
                <c:pt idx="539">
                  <c:v>0.132623551208</c:v>
                </c:pt>
                <c:pt idx="540">
                  <c:v>0.132744783987</c:v>
                </c:pt>
                <c:pt idx="541">
                  <c:v>0.13286513492</c:v>
                </c:pt>
                <c:pt idx="542">
                  <c:v>0.13298460968</c:v>
                </c:pt>
                <c:pt idx="543">
                  <c:v>0.133103213805</c:v>
                </c:pt>
                <c:pt idx="544">
                  <c:v>0.133220952697</c:v>
                </c:pt>
                <c:pt idx="545">
                  <c:v>0.133337831621</c:v>
                </c:pt>
                <c:pt idx="546">
                  <c:v>0.133453855711</c:v>
                </c:pt>
                <c:pt idx="547">
                  <c:v>0.133569029965</c:v>
                </c:pt>
                <c:pt idx="548">
                  <c:v>0.133683359251</c:v>
                </c:pt>
                <c:pt idx="549">
                  <c:v>0.133796848303</c:v>
                </c:pt>
                <c:pt idx="550">
                  <c:v>0.133909501727</c:v>
                </c:pt>
                <c:pt idx="551">
                  <c:v>0.134021323996</c:v>
                </c:pt>
                <c:pt idx="552">
                  <c:v>0.134132319459</c:v>
                </c:pt>
                <c:pt idx="553">
                  <c:v>0.134242492331</c:v>
                </c:pt>
                <c:pt idx="554">
                  <c:v>0.134351846703</c:v>
                </c:pt>
                <c:pt idx="555">
                  <c:v>0.134460386539</c:v>
                </c:pt>
                <c:pt idx="556">
                  <c:v>0.134568115676</c:v>
                </c:pt>
                <c:pt idx="557">
                  <c:v>0.134675037826</c:v>
                </c:pt>
                <c:pt idx="558">
                  <c:v>0.134781156576</c:v>
                </c:pt>
                <c:pt idx="559">
                  <c:v>0.134886475389</c:v>
                </c:pt>
                <c:pt idx="560">
                  <c:v>0.134990997606</c:v>
                </c:pt>
                <c:pt idx="561">
                  <c:v>0.135094726444</c:v>
                </c:pt>
                <c:pt idx="562">
                  <c:v>0.135197664996</c:v>
                </c:pt>
                <c:pt idx="563">
                  <c:v>0.135299816236</c:v>
                </c:pt>
                <c:pt idx="564">
                  <c:v>0.135401183017</c:v>
                </c:pt>
                <c:pt idx="565">
                  <c:v>0.135501768069</c:v>
                </c:pt>
                <c:pt idx="566">
                  <c:v>0.135601574003</c:v>
                </c:pt>
                <c:pt idx="567">
                  <c:v>0.135700603312</c:v>
                </c:pt>
                <c:pt idx="568">
                  <c:v>0.135798858366</c:v>
                </c:pt>
                <c:pt idx="569">
                  <c:v>0.13589634142</c:v>
                </c:pt>
                <c:pt idx="570">
                  <c:v>0.135993054608</c:v>
                </c:pt>
                <c:pt idx="571">
                  <c:v>0.136088999948</c:v>
                </c:pt>
                <c:pt idx="572">
                  <c:v>0.13618417934</c:v>
                </c:pt>
                <c:pt idx="573">
                  <c:v>0.136278594564</c:v>
                </c:pt>
                <c:pt idx="574">
                  <c:v>0.136372247287</c:v>
                </c:pt>
                <c:pt idx="575">
                  <c:v>0.136465139056</c:v>
                </c:pt>
                <c:pt idx="576">
                  <c:v>0.136557271305</c:v>
                </c:pt>
                <c:pt idx="577">
                  <c:v>0.136648645348</c:v>
                </c:pt>
                <c:pt idx="578">
                  <c:v>0.136739262386</c:v>
                </c:pt>
                <c:pt idx="579">
                  <c:v>0.136829123504</c:v>
                </c:pt>
                <c:pt idx="580">
                  <c:v>0.136918229669</c:v>
                </c:pt>
                <c:pt idx="581">
                  <c:v>0.137006581735</c:v>
                </c:pt>
                <c:pt idx="582">
                  <c:v>0.137094180441</c:v>
                </c:pt>
                <c:pt idx="583">
                  <c:v>0.13718102641</c:v>
                </c:pt>
                <c:pt idx="584">
                  <c:v>0.137267120149</c:v>
                </c:pt>
                <c:pt idx="585">
                  <c:v>0.137352462051</c:v>
                </c:pt>
                <c:pt idx="586">
                  <c:v>0.137437052396</c:v>
                </c:pt>
                <c:pt idx="587">
                  <c:v>0.137520891346</c:v>
                </c:pt>
                <c:pt idx="588">
                  <c:v>0.13760397895</c:v>
                </c:pt>
                <c:pt idx="589">
                  <c:v>0.137686315142</c:v>
                </c:pt>
                <c:pt idx="590">
                  <c:v>0.137767899739</c:v>
                </c:pt>
                <c:pt idx="591">
                  <c:v>0.137848732447</c:v>
                </c:pt>
                <c:pt idx="592">
                  <c:v>0.137928812853</c:v>
                </c:pt>
                <c:pt idx="593">
                  <c:v>0.138008140431</c:v>
                </c:pt>
                <c:pt idx="594">
                  <c:v>0.138086714539</c:v>
                </c:pt>
                <c:pt idx="595">
                  <c:v>0.138164534419</c:v>
                </c:pt>
                <c:pt idx="596">
                  <c:v>0.138241599199</c:v>
                </c:pt>
                <c:pt idx="597">
                  <c:v>0.13831790789</c:v>
                </c:pt>
                <c:pt idx="598">
                  <c:v>0.138393459385</c:v>
                </c:pt>
                <c:pt idx="599">
                  <c:v>0.138468252464</c:v>
                </c:pt>
                <c:pt idx="600">
                  <c:v>0.138542285788</c:v>
                </c:pt>
                <c:pt idx="601">
                  <c:v>0.138615557902</c:v>
                </c:pt>
                <c:pt idx="602">
                  <c:v>0.138688067233</c:v>
                </c:pt>
                <c:pt idx="603">
                  <c:v>0.138759812091</c:v>
                </c:pt>
                <c:pt idx="604">
                  <c:v>0.138830790667</c:v>
                </c:pt>
                <c:pt idx="605">
                  <c:v>0.138901001034</c:v>
                </c:pt>
                <c:pt idx="606">
                  <c:v>0.138970441147</c:v>
                </c:pt>
                <c:pt idx="607">
                  <c:v>0.139039108841</c:v>
                </c:pt>
                <c:pt idx="608">
                  <c:v>0.139107001829</c:v>
                </c:pt>
                <c:pt idx="609">
                  <c:v>0.139174117706</c:v>
                </c:pt>
                <c:pt idx="610">
                  <c:v>0.139240453946</c:v>
                </c:pt>
                <c:pt idx="611">
                  <c:v>0.139306007901</c:v>
                </c:pt>
                <c:pt idx="612">
                  <c:v>0.1393707768</c:v>
                </c:pt>
                <c:pt idx="613">
                  <c:v>0.139434757751</c:v>
                </c:pt>
                <c:pt idx="614">
                  <c:v>0.139497947737</c:v>
                </c:pt>
                <c:pt idx="615">
                  <c:v>0.139560343618</c:v>
                </c:pt>
                <c:pt idx="616">
                  <c:v>0.139621942129</c:v>
                </c:pt>
                <c:pt idx="617">
                  <c:v>0.139682739879</c:v>
                </c:pt>
                <c:pt idx="618">
                  <c:v>0.139742733353</c:v>
                </c:pt>
                <c:pt idx="619">
                  <c:v>0.139801918906</c:v>
                </c:pt>
                <c:pt idx="620">
                  <c:v>0.139860292767</c:v>
                </c:pt>
                <c:pt idx="621">
                  <c:v>0.139917851037</c:v>
                </c:pt>
                <c:pt idx="622">
                  <c:v>0.139974589685</c:v>
                </c:pt>
                <c:pt idx="623">
                  <c:v>0.140030504553</c:v>
                </c:pt>
                <c:pt idx="624">
                  <c:v>0.140085591349</c:v>
                </c:pt>
                <c:pt idx="625">
                  <c:v>0.14013984565</c:v>
                </c:pt>
                <c:pt idx="626">
                  <c:v>0.140193262901</c:v>
                </c:pt>
                <c:pt idx="627">
                  <c:v>0.140245838411</c:v>
                </c:pt>
                <c:pt idx="628">
                  <c:v>0.140297567355</c:v>
                </c:pt>
                <c:pt idx="629">
                  <c:v>0.140348444772</c:v>
                </c:pt>
                <c:pt idx="630">
                  <c:v>0.140398465562</c:v>
                </c:pt>
                <c:pt idx="631">
                  <c:v>0.140447624489</c:v>
                </c:pt>
                <c:pt idx="632">
                  <c:v>0.140495916176</c:v>
                </c:pt>
                <c:pt idx="633">
                  <c:v>0.140543335108</c:v>
                </c:pt>
                <c:pt idx="634">
                  <c:v>0.140589875623</c:v>
                </c:pt>
                <c:pt idx="635">
                  <c:v>0.140635531923</c:v>
                </c:pt>
                <c:pt idx="636">
                  <c:v>0.140680298059</c:v>
                </c:pt>
                <c:pt idx="637">
                  <c:v>0.140724167941</c:v>
                </c:pt>
                <c:pt idx="638">
                  <c:v>0.140767135332</c:v>
                </c:pt>
                <c:pt idx="639">
                  <c:v>0.140809193844</c:v>
                </c:pt>
                <c:pt idx="640">
                  <c:v>0.140850336943</c:v>
                </c:pt>
                <c:pt idx="641">
                  <c:v>0.140890557942</c:v>
                </c:pt>
                <c:pt idx="642">
                  <c:v>0.140929850003</c:v>
                </c:pt>
                <c:pt idx="643">
                  <c:v>0.140968206134</c:v>
                </c:pt>
                <c:pt idx="644">
                  <c:v>0.141005619187</c:v>
                </c:pt>
                <c:pt idx="645">
                  <c:v>0.141042081859</c:v>
                </c:pt>
                <c:pt idx="646">
                  <c:v>0.141077586689</c:v>
                </c:pt>
                <c:pt idx="647">
                  <c:v>0.141112126055</c:v>
                </c:pt>
                <c:pt idx="648">
                  <c:v>0.141145692174</c:v>
                </c:pt>
                <c:pt idx="649">
                  <c:v>0.141178277102</c:v>
                </c:pt>
                <c:pt idx="650">
                  <c:v>0.141209872729</c:v>
                </c:pt>
                <c:pt idx="651">
                  <c:v>0.141240470779</c:v>
                </c:pt>
                <c:pt idx="652">
                  <c:v>0.141270062809</c:v>
                </c:pt>
                <c:pt idx="653">
                  <c:v>0.141298640205</c:v>
                </c:pt>
                <c:pt idx="654">
                  <c:v>0.141326194184</c:v>
                </c:pt>
                <c:pt idx="655">
                  <c:v>0.141352715789</c:v>
                </c:pt>
                <c:pt idx="656">
                  <c:v>0.141378195888</c:v>
                </c:pt>
                <c:pt idx="657">
                  <c:v>0.141402625172</c:v>
                </c:pt>
                <c:pt idx="658">
                  <c:v>0.141425994155</c:v>
                </c:pt>
                <c:pt idx="659">
                  <c:v>0.141448293168</c:v>
                </c:pt>
                <c:pt idx="660">
                  <c:v>0.141469512363</c:v>
                </c:pt>
                <c:pt idx="661">
                  <c:v>0.141489641705</c:v>
                </c:pt>
                <c:pt idx="662">
                  <c:v>0.141508670975</c:v>
                </c:pt>
                <c:pt idx="663">
                  <c:v>0.141526589764</c:v>
                </c:pt>
                <c:pt idx="664">
                  <c:v>0.141543387473</c:v>
                </c:pt>
                <c:pt idx="665">
                  <c:v>0.141559053312</c:v>
                </c:pt>
                <c:pt idx="666">
                  <c:v>0.141573576294</c:v>
                </c:pt>
                <c:pt idx="667">
                  <c:v>0.141586945239</c:v>
                </c:pt>
                <c:pt idx="668">
                  <c:v>0.141599148766</c:v>
                </c:pt>
                <c:pt idx="669">
                  <c:v>0.141610175293</c:v>
                </c:pt>
                <c:pt idx="670">
                  <c:v>0.141620013036</c:v>
                </c:pt>
                <c:pt idx="671">
                  <c:v>0.141628650005</c:v>
                </c:pt>
                <c:pt idx="672">
                  <c:v>0.141636074002</c:v>
                </c:pt>
                <c:pt idx="673">
                  <c:v>0.141642272622</c:v>
                </c:pt>
                <c:pt idx="674">
                  <c:v>0.141647233244</c:v>
                </c:pt>
                <c:pt idx="675">
                  <c:v>0.141650943034</c:v>
                </c:pt>
                <c:pt idx="676">
                  <c:v>0.141653388944</c:v>
                </c:pt>
                <c:pt idx="677">
                  <c:v>0.141654557702</c:v>
                </c:pt>
                <c:pt idx="678">
                  <c:v>0.141654435817</c:v>
                </c:pt>
                <c:pt idx="679">
                  <c:v>0.141653009576</c:v>
                </c:pt>
                <c:pt idx="680">
                  <c:v>0.141650265035</c:v>
                </c:pt>
                <c:pt idx="681">
                  <c:v>0.141646188026</c:v>
                </c:pt>
                <c:pt idx="682">
                  <c:v>0.141640764145</c:v>
                </c:pt>
                <c:pt idx="683">
                  <c:v>0.141633978759</c:v>
                </c:pt>
                <c:pt idx="684">
                  <c:v>0.141625816995</c:v>
                </c:pt>
                <c:pt idx="685">
                  <c:v>0.141616263742</c:v>
                </c:pt>
                <c:pt idx="686">
                  <c:v>0.14160530365</c:v>
                </c:pt>
                <c:pt idx="687">
                  <c:v>0.141592921122</c:v>
                </c:pt>
                <c:pt idx="688">
                  <c:v>0.141579100316</c:v>
                </c:pt>
                <c:pt idx="689">
                  <c:v>0.141563825141</c:v>
                </c:pt>
                <c:pt idx="690">
                  <c:v>0.141547079255</c:v>
                </c:pt>
                <c:pt idx="691">
                  <c:v>0.141528846062</c:v>
                </c:pt>
                <c:pt idx="692">
                  <c:v>0.141509108708</c:v>
                </c:pt>
                <c:pt idx="693">
                  <c:v>0.14148785008</c:v>
                </c:pt>
                <c:pt idx="694">
                  <c:v>0.141465052806</c:v>
                </c:pt>
                <c:pt idx="695">
                  <c:v>0.141440699247</c:v>
                </c:pt>
                <c:pt idx="696">
                  <c:v>0.141414771498</c:v>
                </c:pt>
                <c:pt idx="697">
                  <c:v>0.141387251384</c:v>
                </c:pt>
                <c:pt idx="698">
                  <c:v>0.14135812046</c:v>
                </c:pt>
                <c:pt idx="699">
                  <c:v>0.141327360005</c:v>
                </c:pt>
                <c:pt idx="700">
                  <c:v>0.141294951022</c:v>
                </c:pt>
                <c:pt idx="701">
                  <c:v>0.141260874235</c:v>
                </c:pt>
                <c:pt idx="702">
                  <c:v>0.141225110086</c:v>
                </c:pt>
                <c:pt idx="703">
                  <c:v>0.141187638733</c:v>
                </c:pt>
                <c:pt idx="704">
                  <c:v>0.141148440047</c:v>
                </c:pt>
                <c:pt idx="705">
                  <c:v>0.141107493613</c:v>
                </c:pt>
                <c:pt idx="706">
                  <c:v>0.141064778723</c:v>
                </c:pt>
                <c:pt idx="707">
                  <c:v>0.141020274375</c:v>
                </c:pt>
                <c:pt idx="708">
                  <c:v>0.140973959273</c:v>
                </c:pt>
                <c:pt idx="709">
                  <c:v>0.140925811825</c:v>
                </c:pt>
                <c:pt idx="710">
                  <c:v>0.140875810138</c:v>
                </c:pt>
                <c:pt idx="711">
                  <c:v>0.140823932018</c:v>
                </c:pt>
                <c:pt idx="712">
                  <c:v>0.140770154967</c:v>
                </c:pt>
                <c:pt idx="713">
                  <c:v>0.140714456184</c:v>
                </c:pt>
                <c:pt idx="714">
                  <c:v>0.140656812561</c:v>
                </c:pt>
                <c:pt idx="715">
                  <c:v>0.140597200679</c:v>
                </c:pt>
                <c:pt idx="716">
                  <c:v>0.140535596814</c:v>
                </c:pt>
                <c:pt idx="717">
                  <c:v>0.140471976926</c:v>
                </c:pt>
                <c:pt idx="718">
                  <c:v>0.140406316665</c:v>
                </c:pt>
                <c:pt idx="719">
                  <c:v>0.140338591368</c:v>
                </c:pt>
                <c:pt idx="720">
                  <c:v>0.140268776057</c:v>
                </c:pt>
                <c:pt idx="721">
                  <c:v>0.140196845438</c:v>
                </c:pt>
                <c:pt idx="722">
                  <c:v>0.1401227739</c:v>
                </c:pt>
                <c:pt idx="723">
                  <c:v>0.140046535518</c:v>
                </c:pt>
                <c:pt idx="724">
                  <c:v>0.139968104047</c:v>
                </c:pt>
                <c:pt idx="725">
                  <c:v>0.139887452928</c:v>
                </c:pt>
                <c:pt idx="726">
                  <c:v>0.139804555282</c:v>
                </c:pt>
                <c:pt idx="727">
                  <c:v>0.139719383913</c:v>
                </c:pt>
                <c:pt idx="728">
                  <c:v>0.139631911311</c:v>
                </c:pt>
                <c:pt idx="729">
                  <c:v>0.139542109648</c:v>
                </c:pt>
                <c:pt idx="730">
                  <c:v>0.139449950781</c:v>
                </c:pt>
                <c:pt idx="731">
                  <c:v>0.139355406253</c:v>
                </c:pt>
                <c:pt idx="732">
                  <c:v>0.139258447296</c:v>
                </c:pt>
                <c:pt idx="733">
                  <c:v>0.13915904483</c:v>
                </c:pt>
                <c:pt idx="734">
                  <c:v>0.139057169466</c:v>
                </c:pt>
                <c:pt idx="735">
                  <c:v>0.138952791509</c:v>
                </c:pt>
                <c:pt idx="736">
                  <c:v>0.13884588096</c:v>
                </c:pt>
                <c:pt idx="737">
                  <c:v>0.138736407519</c:v>
                </c:pt>
                <c:pt idx="738">
                  <c:v>0.138624340589</c:v>
                </c:pt>
                <c:pt idx="739">
                  <c:v>0.138509649278</c:v>
                </c:pt>
                <c:pt idx="740">
                  <c:v>0.138392302404</c:v>
                </c:pt>
                <c:pt idx="741">
                  <c:v>0.138272268501</c:v>
                </c:pt>
                <c:pt idx="742">
                  <c:v>0.138149515822</c:v>
                </c:pt>
                <c:pt idx="743">
                  <c:v>0.138024012344</c:v>
                </c:pt>
                <c:pt idx="744">
                  <c:v>0.137895725776</c:v>
                </c:pt>
                <c:pt idx="745">
                  <c:v>0.137764623563</c:v>
                </c:pt>
                <c:pt idx="746">
                  <c:v>0.137630672893</c:v>
                </c:pt>
                <c:pt idx="747">
                  <c:v>0.137493840708</c:v>
                </c:pt>
                <c:pt idx="748">
                  <c:v>0.137354093705</c:v>
                </c:pt>
                <c:pt idx="749">
                  <c:v>0.137211398351</c:v>
                </c:pt>
                <c:pt idx="750">
                  <c:v>0.137065720889</c:v>
                </c:pt>
                <c:pt idx="751">
                  <c:v>0.136917027347</c:v>
                </c:pt>
                <c:pt idx="752">
                  <c:v>0.136765283548</c:v>
                </c:pt>
                <c:pt idx="753">
                  <c:v>0.136610455126</c:v>
                </c:pt>
                <c:pt idx="754">
                  <c:v>0.136452507528</c:v>
                </c:pt>
                <c:pt idx="755">
                  <c:v>0.136291406036</c:v>
                </c:pt>
                <c:pt idx="756">
                  <c:v>0.136127115773</c:v>
                </c:pt>
                <c:pt idx="757">
                  <c:v>0.135959601721</c:v>
                </c:pt>
                <c:pt idx="758">
                  <c:v>0.135788828733</c:v>
                </c:pt>
                <c:pt idx="759">
                  <c:v>0.135614761547</c:v>
                </c:pt>
                <c:pt idx="760">
                  <c:v>0.135437364807</c:v>
                </c:pt>
                <c:pt idx="761">
                  <c:v>0.135256603074</c:v>
                </c:pt>
                <c:pt idx="762">
                  <c:v>0.135072440849</c:v>
                </c:pt>
                <c:pt idx="763">
                  <c:v>0.134884842586</c:v>
                </c:pt>
                <c:pt idx="764">
                  <c:v>0.134693772715</c:v>
                </c:pt>
                <c:pt idx="765">
                  <c:v>0.134499195664</c:v>
                </c:pt>
                <c:pt idx="766">
                  <c:v>0.134301075874</c:v>
                </c:pt>
                <c:pt idx="767">
                  <c:v>0.134099377828</c:v>
                </c:pt>
                <c:pt idx="768">
                  <c:v>0.13389406607</c:v>
                </c:pt>
                <c:pt idx="769">
                  <c:v>0.133685105231</c:v>
                </c:pt>
                <c:pt idx="770">
                  <c:v>0.133472460053</c:v>
                </c:pt>
                <c:pt idx="771">
                  <c:v>0.133256095415</c:v>
                </c:pt>
                <c:pt idx="772">
                  <c:v>0.133035976363</c:v>
                </c:pt>
                <c:pt idx="773">
                  <c:v>0.132812068134</c:v>
                </c:pt>
                <c:pt idx="774">
                  <c:v>0.132584336188</c:v>
                </c:pt>
                <c:pt idx="775">
                  <c:v>0.132352746239</c:v>
                </c:pt>
                <c:pt idx="776">
                  <c:v>0.132117264284</c:v>
                </c:pt>
                <c:pt idx="777">
                  <c:v>0.131877856637</c:v>
                </c:pt>
                <c:pt idx="778">
                  <c:v>0.131634489962</c:v>
                </c:pt>
                <c:pt idx="779">
                  <c:v>0.131387131309</c:v>
                </c:pt>
                <c:pt idx="780">
                  <c:v>0.131135748146</c:v>
                </c:pt>
                <c:pt idx="781">
                  <c:v>0.130880308402</c:v>
                </c:pt>
                <c:pt idx="782">
                  <c:v>0.130620780498</c:v>
                </c:pt>
                <c:pt idx="783">
                  <c:v>0.130357133391</c:v>
                </c:pt>
                <c:pt idx="784">
                  <c:v>0.130089336613</c:v>
                </c:pt>
                <c:pt idx="785">
                  <c:v>0.129817360308</c:v>
                </c:pt>
                <c:pt idx="786">
                  <c:v>0.12954117528</c:v>
                </c:pt>
                <c:pt idx="787">
                  <c:v>0.129260753032</c:v>
                </c:pt>
                <c:pt idx="788">
                  <c:v>0.128976065811</c:v>
                </c:pt>
                <c:pt idx="789">
                  <c:v>0.128687086651</c:v>
                </c:pt>
                <c:pt idx="790">
                  <c:v>0.128393789423</c:v>
                </c:pt>
                <c:pt idx="791">
                  <c:v>0.128096148877</c:v>
                </c:pt>
                <c:pt idx="792">
                  <c:v>0.127794140692</c:v>
                </c:pt>
                <c:pt idx="793">
                  <c:v>0.127487741523</c:v>
                </c:pt>
                <c:pt idx="794">
                  <c:v>0.127176929049</c:v>
                </c:pt>
                <c:pt idx="795">
                  <c:v>0.126861682026</c:v>
                </c:pt>
                <c:pt idx="796">
                  <c:v>0.126541980332</c:v>
                </c:pt>
                <c:pt idx="797">
                  <c:v>0.12621780502</c:v>
                </c:pt>
                <c:pt idx="798">
                  <c:v>0.125889138368</c:v>
                </c:pt>
                <c:pt idx="799">
                  <c:v>0.125555963933</c:v>
                </c:pt>
                <c:pt idx="800">
                  <c:v>0.125218266599</c:v>
                </c:pt>
                <c:pt idx="801">
                  <c:v>0.12487603263</c:v>
                </c:pt>
                <c:pt idx="802">
                  <c:v>0.124529249721</c:v>
                </c:pt>
                <c:pt idx="803">
                  <c:v>0.124177907053</c:v>
                </c:pt>
                <c:pt idx="804">
                  <c:v>0.12382199534</c:v>
                </c:pt>
                <c:pt idx="805">
                  <c:v>0.123461506884</c:v>
                </c:pt>
                <c:pt idx="806">
                  <c:v>0.123096435624</c:v>
                </c:pt>
                <c:pt idx="807">
                  <c:v>0.122726777189</c:v>
                </c:pt>
                <c:pt idx="808">
                  <c:v>0.122352528948</c:v>
                </c:pt>
                <c:pt idx="809">
                  <c:v>0.121973690055</c:v>
                </c:pt>
                <c:pt idx="810">
                  <c:v>0.121590261506</c:v>
                </c:pt>
                <c:pt idx="811">
                  <c:v>0.121202246181</c:v>
                </c:pt>
                <c:pt idx="812">
                  <c:v>0.120809648891</c:v>
                </c:pt>
                <c:pt idx="813">
                  <c:v>0.120412476428</c:v>
                </c:pt>
                <c:pt idx="814">
                  <c:v>0.120010737607</c:v>
                </c:pt>
                <c:pt idx="815">
                  <c:v>0.119604443309</c:v>
                </c:pt>
                <c:pt idx="816">
                  <c:v>0.119193606523</c:v>
                </c:pt>
                <c:pt idx="817">
                  <c:v>0.118778242387</c:v>
                </c:pt>
                <c:pt idx="818">
                  <c:v>0.118358368229</c:v>
                </c:pt>
                <c:pt idx="819">
                  <c:v>0.117934003597</c:v>
                </c:pt>
                <c:pt idx="820">
                  <c:v>0.1175051703</c:v>
                </c:pt>
                <c:pt idx="821">
                  <c:v>0.117071892438</c:v>
                </c:pt>
                <c:pt idx="822">
                  <c:v>0.116634196432</c:v>
                </c:pt>
                <c:pt idx="823">
                  <c:v>0.116192111055</c:v>
                </c:pt>
                <c:pt idx="824">
                  <c:v>0.115745667454</c:v>
                </c:pt>
                <c:pt idx="825">
                  <c:v>0.115294899175</c:v>
                </c:pt>
                <c:pt idx="826">
                  <c:v>0.114839842185</c:v>
                </c:pt>
                <c:pt idx="827">
                  <c:v>0.114380534889</c:v>
                </c:pt>
                <c:pt idx="828">
                  <c:v>0.113917018143</c:v>
                </c:pt>
                <c:pt idx="829">
                  <c:v>0.113449335272</c:v>
                </c:pt>
                <c:pt idx="830">
                  <c:v>0.112977532072</c:v>
                </c:pt>
                <c:pt idx="831">
                  <c:v>0.112501656825</c:v>
                </c:pt>
                <c:pt idx="832">
                  <c:v>0.112021760295</c:v>
                </c:pt>
                <c:pt idx="833">
                  <c:v>0.111537895732</c:v>
                </c:pt>
                <c:pt idx="834">
                  <c:v>0.11105011887</c:v>
                </c:pt>
                <c:pt idx="835">
                  <c:v>0.110558487921</c:v>
                </c:pt>
                <c:pt idx="836">
                  <c:v>0.110063063563</c:v>
                </c:pt>
                <c:pt idx="837">
                  <c:v>0.109563908932</c:v>
                </c:pt>
                <c:pt idx="838">
                  <c:v>0.109061089604</c:v>
                </c:pt>
                <c:pt idx="839">
                  <c:v>0.108554673576</c:v>
                </c:pt>
                <c:pt idx="840">
                  <c:v>0.108044731246</c:v>
                </c:pt>
                <c:pt idx="841">
                  <c:v>0.107531335389</c:v>
                </c:pt>
                <c:pt idx="842">
                  <c:v>0.107014561125</c:v>
                </c:pt>
                <c:pt idx="843">
                  <c:v>0.106494485888</c:v>
                </c:pt>
                <c:pt idx="844">
                  <c:v>0.105971189396</c:v>
                </c:pt>
                <c:pt idx="845">
                  <c:v>0.10544475361</c:v>
                </c:pt>
                <c:pt idx="846">
                  <c:v>0.104915262691</c:v>
                </c:pt>
                <c:pt idx="847">
                  <c:v>0.104382802961</c:v>
                </c:pt>
                <c:pt idx="848">
                  <c:v>0.103847462853</c:v>
                </c:pt>
                <c:pt idx="849">
                  <c:v>0.103309332862</c:v>
                </c:pt>
                <c:pt idx="850">
                  <c:v>0.102768505493</c:v>
                </c:pt>
                <c:pt idx="851">
                  <c:v>0.102225075204</c:v>
                </c:pt>
                <c:pt idx="852">
                  <c:v>0.10167913835</c:v>
                </c:pt>
                <c:pt idx="853">
                  <c:v>0.10113079312</c:v>
                </c:pt>
                <c:pt idx="854">
                  <c:v>0.100580139474</c:v>
                </c:pt>
                <c:pt idx="855">
                  <c:v>0.100027279077</c:v>
                </c:pt>
                <c:pt idx="856">
                  <c:v>0.0994723152311</c:v>
                </c:pt>
                <c:pt idx="857">
                  <c:v>0.0989153528028</c:v>
                </c:pt>
                <c:pt idx="858">
                  <c:v>0.0983564981506</c:v>
                </c:pt>
                <c:pt idx="859">
                  <c:v>0.097795859049</c:v>
                </c:pt>
                <c:pt idx="860">
                  <c:v>0.0972335446107</c:v>
                </c:pt>
                <c:pt idx="861">
                  <c:v>0.0966696652065</c:v>
                </c:pt>
                <c:pt idx="862">
                  <c:v>0.0961043323834</c:v>
                </c:pt>
                <c:pt idx="863">
                  <c:v>0.0955376587803</c:v>
                </c:pt>
                <c:pt idx="864">
                  <c:v>0.0949697580427</c:v>
                </c:pt>
                <c:pt idx="865">
                  <c:v>0.0944007447349</c:v>
                </c:pt>
                <c:pt idx="866">
                  <c:v>0.0938307342509</c:v>
                </c:pt>
                <c:pt idx="867">
                  <c:v>0.0932598427233</c:v>
                </c:pt>
                <c:pt idx="868">
                  <c:v>0.0926881869317</c:v>
                </c:pt>
                <c:pt idx="869">
                  <c:v>0.0921158842089</c:v>
                </c:pt>
                <c:pt idx="870">
                  <c:v>0.0915430523462</c:v>
                </c:pt>
                <c:pt idx="871">
                  <c:v>0.0909698094972</c:v>
                </c:pt>
                <c:pt idx="872">
                  <c:v>0.0903962740818</c:v>
                </c:pt>
                <c:pt idx="873">
                  <c:v>0.0898225646875</c:v>
                </c:pt>
                <c:pt idx="874">
                  <c:v>0.089248799972</c:v>
                </c:pt>
                <c:pt idx="875">
                  <c:v>0.0886750985631</c:v>
                </c:pt>
                <c:pt idx="876">
                  <c:v>0.0881015789603</c:v>
                </c:pt>
                <c:pt idx="877">
                  <c:v>0.0875283594341</c:v>
                </c:pt>
                <c:pt idx="878">
                  <c:v>0.0869555579266</c:v>
                </c:pt>
                <c:pt idx="879">
                  <c:v>0.0863832919516</c:v>
                </c:pt>
                <c:pt idx="880">
                  <c:v>0.0858116784942</c:v>
                </c:pt>
                <c:pt idx="881">
                  <c:v>0.085240833912</c:v>
                </c:pt>
                <c:pt idx="882">
                  <c:v>0.084670873836</c:v>
                </c:pt>
                <c:pt idx="883">
                  <c:v>0.084101913072</c:v>
                </c:pt>
                <c:pt idx="884">
                  <c:v>0.0835340655031</c:v>
                </c:pt>
                <c:pt idx="885">
                  <c:v>0.0829674439937</c:v>
                </c:pt>
                <c:pt idx="886">
                  <c:v>0.0824021602939</c:v>
                </c:pt>
                <c:pt idx="887">
                  <c:v>0.0818383249455</c:v>
                </c:pt>
                <c:pt idx="888">
                  <c:v>0.0812760471899</c:v>
                </c:pt>
                <c:pt idx="889">
                  <c:v>0.0807154348772</c:v>
                </c:pt>
                <c:pt idx="890">
                  <c:v>0.080156594378</c:v>
                </c:pt>
                <c:pt idx="891">
                  <c:v>0.079599630496</c:v>
                </c:pt>
                <c:pt idx="892">
                  <c:v>0.0790446463844</c:v>
                </c:pt>
                <c:pt idx="893">
                  <c:v>0.0784917434633</c:v>
                </c:pt>
                <c:pt idx="894">
                  <c:v>0.0779410213408</c:v>
                </c:pt>
                <c:pt idx="895">
                  <c:v>0.077392577736</c:v>
                </c:pt>
                <c:pt idx="896">
                  <c:v>0.0768465084053</c:v>
                </c:pt>
                <c:pt idx="897">
                  <c:v>0.076302907072</c:v>
                </c:pt>
                <c:pt idx="898">
                  <c:v>0.0757618653579</c:v>
                </c:pt>
                <c:pt idx="899">
                  <c:v>0.0752234727198</c:v>
                </c:pt>
                <c:pt idx="900">
                  <c:v>0.0746878163877</c:v>
                </c:pt>
                <c:pt idx="901">
                  <c:v>0.0741549813081</c:v>
                </c:pt>
                <c:pt idx="902">
                  <c:v>0.073625050089</c:v>
                </c:pt>
                <c:pt idx="903">
                  <c:v>0.0730981029506</c:v>
                </c:pt>
                <c:pt idx="904">
                  <c:v>0.0725742176776</c:v>
                </c:pt>
                <c:pt idx="905">
                  <c:v>0.0720534695769</c:v>
                </c:pt>
                <c:pt idx="906">
                  <c:v>0.0715359314381</c:v>
                </c:pt>
                <c:pt idx="907">
                  <c:v>0.0710216734978</c:v>
                </c:pt>
                <c:pt idx="908">
                  <c:v>0.0705107634083</c:v>
                </c:pt>
                <c:pt idx="909">
                  <c:v>0.0700032662092</c:v>
                </c:pt>
                <c:pt idx="910">
                  <c:v>0.0694992443035</c:v>
                </c:pt>
                <c:pt idx="911">
                  <c:v>0.0689987574369</c:v>
                </c:pt>
                <c:pt idx="912">
                  <c:v>0.0685018626807</c:v>
                </c:pt>
                <c:pt idx="913">
                  <c:v>0.068008614419</c:v>
                </c:pt>
                <c:pt idx="914">
                  <c:v>0.0675190643384</c:v>
                </c:pt>
                <c:pt idx="915">
                  <c:v>0.0670332614217</c:v>
                </c:pt>
                <c:pt idx="916">
                  <c:v>0.0665512519451</c:v>
                </c:pt>
                <c:pt idx="917">
                  <c:v>0.0660730794781</c:v>
                </c:pt>
                <c:pt idx="918">
                  <c:v>0.0655987848872</c:v>
                </c:pt>
                <c:pt idx="919">
                  <c:v>0.0651284063415</c:v>
                </c:pt>
                <c:pt idx="920">
                  <c:v>0.0646619793228</c:v>
                </c:pt>
                <c:pt idx="921">
                  <c:v>0.0641995366367</c:v>
                </c:pt>
                <c:pt idx="922">
                  <c:v>0.0637411084277</c:v>
                </c:pt>
                <c:pt idx="923">
                  <c:v>0.0632867221959</c:v>
                </c:pt>
                <c:pt idx="924">
                  <c:v>0.0628364028165</c:v>
                </c:pt>
                <c:pt idx="925">
                  <c:v>0.0623901725613</c:v>
                </c:pt>
                <c:pt idx="926">
                  <c:v>0.061948051122</c:v>
                </c:pt>
                <c:pt idx="927">
                  <c:v>0.0615100556363</c:v>
                </c:pt>
                <c:pt idx="928">
                  <c:v>0.0610762007143</c:v>
                </c:pt>
                <c:pt idx="929">
                  <c:v>0.060646498468</c:v>
                </c:pt>
                <c:pt idx="930">
                  <c:v>0.0602209585412</c:v>
                </c:pt>
                <c:pt idx="931">
                  <c:v>0.059799588141</c:v>
                </c:pt>
                <c:pt idx="932">
                  <c:v>0.0593823920713</c:v>
                </c:pt>
                <c:pt idx="933">
                  <c:v>0.0589693727659</c:v>
                </c:pt>
                <c:pt idx="934">
                  <c:v>0.0585605303238</c:v>
                </c:pt>
                <c:pt idx="935">
                  <c:v>0.0581558625446</c:v>
                </c:pt>
                <c:pt idx="936">
                  <c:v>0.0577553649654</c:v>
                </c:pt>
                <c:pt idx="937">
                  <c:v>0.0573590308973</c:v>
                </c:pt>
                <c:pt idx="938">
                  <c:v>0.0569668514632</c:v>
                </c:pt>
                <c:pt idx="939">
                  <c:v>0.0565788156359</c:v>
                </c:pt>
                <c:pt idx="940">
                  <c:v>0.0561949102765</c:v>
                </c:pt>
                <c:pt idx="941">
                  <c:v>0.0558151201729</c:v>
                </c:pt>
                <c:pt idx="942">
                  <c:v>0.0554394280791</c:v>
                </c:pt>
                <c:pt idx="943">
                  <c:v>0.0550678147538</c:v>
                </c:pt>
                <c:pt idx="944">
                  <c:v>0.0547002590005</c:v>
                </c:pt>
                <c:pt idx="945">
                  <c:v>0.0543367377059</c:v>
                </c:pt>
                <c:pt idx="946">
                  <c:v>0.0539772258806</c:v>
                </c:pt>
                <c:pt idx="947">
                  <c:v>0.0536216966976</c:v>
                </c:pt>
                <c:pt idx="948">
                  <c:v>0.0532701215327</c:v>
                </c:pt>
                <c:pt idx="949">
                  <c:v>0.0529224700041</c:v>
                </c:pt>
                <c:pt idx="950">
                  <c:v>0.0525787100123</c:v>
                </c:pt>
                <c:pt idx="951">
                  <c:v>0.0522388077798</c:v>
                </c:pt>
                <c:pt idx="952">
                  <c:v>0.0519027278918</c:v>
                </c:pt>
                <c:pt idx="953">
                  <c:v>0.0515704333363</c:v>
                </c:pt>
                <c:pt idx="954">
                  <c:v>0.0512418855444</c:v>
                </c:pt>
                <c:pt idx="955">
                  <c:v>0.0509170444317</c:v>
                </c:pt>
                <c:pt idx="956">
                  <c:v>0.0505958684394</c:v>
                </c:pt>
                <c:pt idx="957">
                  <c:v>0.0502783145755</c:v>
                </c:pt>
                <c:pt idx="958">
                  <c:v>0.0499643384577</c:v>
                </c:pt>
                <c:pt idx="959">
                  <c:v>0.0496538943554</c:v>
                </c:pt>
                <c:pt idx="960">
                  <c:v>0.0493469352334</c:v>
                </c:pt>
                <c:pt idx="961">
                  <c:v>0.0490434127959</c:v>
                </c:pt>
                <c:pt idx="962">
                  <c:v>0.0487432775314</c:v>
                </c:pt>
                <c:pt idx="963">
                  <c:v>0.0484464787583</c:v>
                </c:pt>
                <c:pt idx="964">
                  <c:v>0.0481529646717</c:v>
                </c:pt>
                <c:pt idx="965">
                  <c:v>0.0478626823911</c:v>
                </c:pt>
                <c:pt idx="966">
                  <c:v>0.0475755780095</c:v>
                </c:pt>
                <c:pt idx="967">
                  <c:v>0.0472915966433</c:v>
                </c:pt>
                <c:pt idx="968">
                  <c:v>0.0470106824839</c:v>
                </c:pt>
                <c:pt idx="969">
                  <c:v>0.0467327788505</c:v>
                </c:pt>
                <c:pt idx="970">
                  <c:v>0.0464578282441</c:v>
                </c:pt>
                <c:pt idx="971">
                  <c:v>0.0461857724037</c:v>
                </c:pt>
                <c:pt idx="972">
                  <c:v>0.0459165523632</c:v>
                </c:pt>
                <c:pt idx="973">
                  <c:v>0.0456501085104</c:v>
                </c:pt>
                <c:pt idx="974">
                  <c:v>0.0453863806476</c:v>
                </c:pt>
                <c:pt idx="975">
                  <c:v>0.0451253080538</c:v>
                </c:pt>
                <c:pt idx="976">
                  <c:v>0.0448668295485</c:v>
                </c:pt>
                <c:pt idx="977">
                  <c:v>0.0446108835571</c:v>
                </c:pt>
                <c:pt idx="978">
                  <c:v>0.0443574081782</c:v>
                </c:pt>
                <c:pt idx="979">
                  <c:v>0.0441063412527</c:v>
                </c:pt>
                <c:pt idx="980">
                  <c:v>0.0438576204334</c:v>
                </c:pt>
                <c:pt idx="981">
                  <c:v>0.0436111832577</c:v>
                </c:pt>
                <c:pt idx="982">
                  <c:v>0.0433669672206</c:v>
                </c:pt>
                <c:pt idx="983">
                  <c:v>0.0431249098493</c:v>
                </c:pt>
                <c:pt idx="984">
                  <c:v>0.0428849487794</c:v>
                </c:pt>
                <c:pt idx="985">
                  <c:v>0.0426470218319</c:v>
                </c:pt>
                <c:pt idx="986">
                  <c:v>0.0424110670911</c:v>
                </c:pt>
                <c:pt idx="987">
                  <c:v>0.0421770229839</c:v>
                </c:pt>
                <c:pt idx="988">
                  <c:v>0.0419448283589</c:v>
                </c:pt>
                <c:pt idx="989">
                  <c:v>0.0417144225665</c:v>
                </c:pt>
                <c:pt idx="990">
                  <c:v>0.0414857455393</c:v>
                </c:pt>
                <c:pt idx="991">
                  <c:v>0.0412587378724</c:v>
                </c:pt>
                <c:pt idx="992">
                  <c:v>0.0410333409032</c:v>
                </c:pt>
                <c:pt idx="993">
                  <c:v>0.0408094967912</c:v>
                </c:pt>
                <c:pt idx="994">
                  <c:v>0.040587148597</c:v>
                </c:pt>
                <c:pt idx="995">
                  <c:v>0.0403662403601</c:v>
                </c:pt>
                <c:pt idx="996">
                  <c:v>0.0401467171758</c:v>
                </c:pt>
                <c:pt idx="997">
                  <c:v>0.03992852527</c:v>
                </c:pt>
                <c:pt idx="998">
                  <c:v>0.0397116120731</c:v>
                </c:pt>
                <c:pt idx="999">
                  <c:v>0.0394959262906</c:v>
                </c:pt>
                <c:pt idx="1000">
                  <c:v>0.0392814179729</c:v>
                </c:pt>
                <c:pt idx="1001">
                  <c:v>0.0390680385806</c:v>
                </c:pt>
                <c:pt idx="1002">
                  <c:v>0.0388557410483</c:v>
                </c:pt>
                <c:pt idx="1003">
                  <c:v>0.0386444798447</c:v>
                </c:pt>
                <c:pt idx="1004">
                  <c:v>0.038434211029</c:v>
                </c:pt>
                <c:pt idx="1005">
                  <c:v>0.0382248923037</c:v>
                </c:pt>
                <c:pt idx="1006">
                  <c:v>0.0380164830637</c:v>
                </c:pt>
                <c:pt idx="1007">
                  <c:v>0.0378089444408</c:v>
                </c:pt>
                <c:pt idx="1008">
                  <c:v>0.0376022393443</c:v>
                </c:pt>
                <c:pt idx="1009">
                  <c:v>0.0373963324963</c:v>
                </c:pt>
                <c:pt idx="1010">
                  <c:v>0.0371911904627</c:v>
                </c:pt>
                <c:pt idx="1011">
                  <c:v>0.0369867816797</c:v>
                </c:pt>
                <c:pt idx="1012">
                  <c:v>0.0367830764742</c:v>
                </c:pt>
                <c:pt idx="1013">
                  <c:v>0.0365800470801</c:v>
                </c:pt>
                <c:pt idx="1014">
                  <c:v>0.0363776676492</c:v>
                </c:pt>
                <c:pt idx="1015">
                  <c:v>0.0361759142562</c:v>
                </c:pt>
                <c:pt idx="1016">
                  <c:v>0.0359747648994</c:v>
                </c:pt>
                <c:pt idx="1017">
                  <c:v>0.0357741994956</c:v>
                </c:pt>
                <c:pt idx="1018">
                  <c:v>0.0355741998701</c:v>
                </c:pt>
                <c:pt idx="1019">
                  <c:v>0.0353747497415</c:v>
                </c:pt>
                <c:pt idx="1020">
                  <c:v>0.0351758347013</c:v>
                </c:pt>
                <c:pt idx="1021">
                  <c:v>0.0349774421888</c:v>
                </c:pt>
                <c:pt idx="1022">
                  <c:v>0.0347795614616</c:v>
                </c:pt>
                <c:pt idx="1023">
                  <c:v>0.0345821835606</c:v>
                </c:pt>
                <c:pt idx="1024">
                  <c:v>0.0343853012716</c:v>
                </c:pt>
                <c:pt idx="1025">
                  <c:v>0.0341889090822</c:v>
                </c:pt>
                <c:pt idx="1026">
                  <c:v>0.0339930031349</c:v>
                </c:pt>
                <c:pt idx="1027">
                  <c:v>0.0337975811763</c:v>
                </c:pt>
                <c:pt idx="1028">
                  <c:v>0.0336026425034</c:v>
                </c:pt>
                <c:pt idx="1029">
                  <c:v>0.0334081879062</c:v>
                </c:pt>
                <c:pt idx="1030">
                  <c:v>0.0332142196078</c:v>
                </c:pt>
                <c:pt idx="1031">
                  <c:v>0.0330207412019</c:v>
                </c:pt>
                <c:pt idx="1032">
                  <c:v>0.0328277575878</c:v>
                </c:pt>
                <c:pt idx="1033">
                  <c:v>0.0326352749039</c:v>
                </c:pt>
                <c:pt idx="1034">
                  <c:v>0.0324433004589</c:v>
                </c:pt>
                <c:pt idx="1035">
                  <c:v>0.0322518426628</c:v>
                </c:pt>
                <c:pt idx="1036">
                  <c:v>0.0320609109555</c:v>
                </c:pt>
                <c:pt idx="1037">
                  <c:v>0.0318705157359</c:v>
                </c:pt>
                <c:pt idx="1038">
                  <c:v>0.0316806682897</c:v>
                </c:pt>
                <c:pt idx="1039">
                  <c:v>0.0314913807181</c:v>
                </c:pt>
                <c:pt idx="1040">
                  <c:v>0.0313026658651</c:v>
                </c:pt>
                <c:pt idx="1041">
                  <c:v>0.031114537247</c:v>
                </c:pt>
                <c:pt idx="1042">
                  <c:v>0.0309270089816</c:v>
                </c:pt>
                <c:pt idx="1043">
                  <c:v>0.0307400957181</c:v>
                </c:pt>
                <c:pt idx="1044">
                  <c:v>0.030553812569</c:v>
                </c:pt>
                <c:pt idx="1045">
                  <c:v>0.030368175043</c:v>
                </c:pt>
                <c:pt idx="1046">
                  <c:v>0.0301831989789</c:v>
                </c:pt>
                <c:pt idx="1047">
                  <c:v>0.0299989004826</c:v>
                </c:pt>
                <c:pt idx="1048">
                  <c:v>0.0298152958643</c:v>
                </c:pt>
                <c:pt idx="1049">
                  <c:v>0.0296324015796</c:v>
                </c:pt>
                <c:pt idx="1050">
                  <c:v>0.0294502341712</c:v>
                </c:pt>
                <c:pt idx="1051">
                  <c:v>0.0292688102139</c:v>
                </c:pt>
                <c:pt idx="1052">
                  <c:v>0.0290881462618</c:v>
                </c:pt>
                <c:pt idx="1053">
                  <c:v>0.0289082587977</c:v>
                </c:pt>
                <c:pt idx="1054">
                  <c:v>0.0287291641855</c:v>
                </c:pt>
                <c:pt idx="1055">
                  <c:v>0.0285508786248</c:v>
                </c:pt>
                <c:pt idx="1056">
                  <c:v>0.0283734181083</c:v>
                </c:pt>
                <c:pt idx="1057">
                  <c:v>0.0281967983821</c:v>
                </c:pt>
                <c:pt idx="1058">
                  <c:v>0.0280210349083</c:v>
                </c:pt>
                <c:pt idx="1059">
                  <c:v>0.0278461428303</c:v>
                </c:pt>
                <c:pt idx="1060">
                  <c:v>0.027672136941</c:v>
                </c:pt>
                <c:pt idx="1061">
                  <c:v>0.0274990316533</c:v>
                </c:pt>
                <c:pt idx="1062">
                  <c:v>0.0273268409737</c:v>
                </c:pt>
                <c:pt idx="1063">
                  <c:v>0.0271555784773</c:v>
                </c:pt>
                <c:pt idx="1064">
                  <c:v>0.026985257287</c:v>
                </c:pt>
                <c:pt idx="1065">
                  <c:v>0.026815890053</c:v>
                </c:pt>
                <c:pt idx="1066">
                  <c:v>0.0266474889368</c:v>
                </c:pt>
                <c:pt idx="1067">
                  <c:v>0.0264800655955</c:v>
                </c:pt>
                <c:pt idx="1068">
                  <c:v>0.0263136311698</c:v>
                </c:pt>
                <c:pt idx="1069">
                  <c:v>0.0261481962732</c:v>
                </c:pt>
                <c:pt idx="1070">
                  <c:v>0.0259837709832</c:v>
                </c:pt>
                <c:pt idx="1071">
                  <c:v>0.025820364835</c:v>
                </c:pt>
                <c:pt idx="1072">
                  <c:v>0.0256579868167</c:v>
                </c:pt>
                <c:pt idx="1073">
                  <c:v>0.0254966453656</c:v>
                </c:pt>
                <c:pt idx="1074">
                  <c:v>0.0253363483673</c:v>
                </c:pt>
                <c:pt idx="1075">
                  <c:v>0.0251771031556</c:v>
                </c:pt>
                <c:pt idx="1076">
                  <c:v>0.0250189165136</c:v>
                </c:pt>
                <c:pt idx="1077">
                  <c:v>0.0248617946768</c:v>
                </c:pt>
                <c:pt idx="1078">
                  <c:v>0.0247057433369</c:v>
                </c:pt>
                <c:pt idx="1079">
                  <c:v>0.0245507676474</c:v>
                </c:pt>
                <c:pt idx="1080">
                  <c:v>0.024396872229</c:v>
                </c:pt>
                <c:pt idx="1081">
                  <c:v>0.0242440611778</c:v>
                </c:pt>
                <c:pt idx="1082">
                  <c:v>0.0240923380726</c:v>
                </c:pt>
                <c:pt idx="1083">
                  <c:v>0.0239417059841</c:v>
                </c:pt>
                <c:pt idx="1084">
                  <c:v>0.0237921674845</c:v>
                </c:pt>
                <c:pt idx="1085">
                  <c:v>0.0236437246578</c:v>
                </c:pt>
                <c:pt idx="1086">
                  <c:v>0.0234963791106</c:v>
                </c:pt>
                <c:pt idx="1087">
                  <c:v>0.0233501319834</c:v>
                </c:pt>
                <c:pt idx="1088">
                  <c:v>0.0232049839625</c:v>
                </c:pt>
                <c:pt idx="1089">
                  <c:v>0.0230609352922</c:v>
                </c:pt>
                <c:pt idx="1090">
                  <c:v>0.0229179857869</c:v>
                </c:pt>
                <c:pt idx="1091">
                  <c:v>0.0227761348444</c:v>
                </c:pt>
                <c:pt idx="1092">
                  <c:v>0.0226353814587</c:v>
                </c:pt>
                <c:pt idx="1093">
                  <c:v>0.0224957242326</c:v>
                </c:pt>
                <c:pt idx="1094">
                  <c:v>0.0223571613919</c:v>
                </c:pt>
                <c:pt idx="1095">
                  <c:v>0.0222196907977</c:v>
                </c:pt>
                <c:pt idx="1096">
                  <c:v>0.0220833099604</c:v>
                </c:pt>
                <c:pt idx="1097">
                  <c:v>0.0219480160526</c:v>
                </c:pt>
                <c:pt idx="1098">
                  <c:v>0.0218138059228</c:v>
                </c:pt>
                <c:pt idx="1099">
                  <c:v>0.021680676108</c:v>
                </c:pt>
                <c:pt idx="1100">
                  <c:v>0.0215486228475</c:v>
                </c:pt>
                <c:pt idx="1101">
                  <c:v>0.0214176420952</c:v>
                </c:pt>
                <c:pt idx="1102">
                  <c:v>0.0212877295328</c:v>
                </c:pt>
                <c:pt idx="1103">
                  <c:v>0.0211588805823</c:v>
                </c:pt>
                <c:pt idx="1104">
                  <c:v>0.0210310904183</c:v>
                </c:pt>
                <c:pt idx="1105">
                  <c:v>0.0209043539806</c:v>
                </c:pt>
                <c:pt idx="1106">
                  <c:v>0.0207786659858</c:v>
                </c:pt>
                <c:pt idx="1107">
                  <c:v>0.0206540209392</c:v>
                </c:pt>
                <c:pt idx="1108">
                  <c:v>0.0205304131461</c:v>
                </c:pt>
                <c:pt idx="1109">
                  <c:v>0.0204078367234</c:v>
                </c:pt>
                <c:pt idx="1110">
                  <c:v>0.0202862856103</c:v>
                </c:pt>
                <c:pt idx="1111">
                  <c:v>0.0201657535789</c:v>
                </c:pt>
                <c:pt idx="1112">
                  <c:v>0.0200462342449</c:v>
                </c:pt>
                <c:pt idx="1113">
                  <c:v>0.0199277210773</c:v>
                </c:pt>
                <c:pt idx="1114">
                  <c:v>0.0198102074085</c:v>
                </c:pt>
                <c:pt idx="1115">
                  <c:v>0.0196936864437</c:v>
                </c:pt>
                <c:pt idx="1116">
                  <c:v>0.0195781512701</c:v>
                </c:pt>
                <c:pt idx="1117">
                  <c:v>0.0194635948659</c:v>
                </c:pt>
                <c:pt idx="1118">
                  <c:v>0.019350010109</c:v>
                </c:pt>
                <c:pt idx="1119">
                  <c:v>0.019237389785</c:v>
                </c:pt>
                <c:pt idx="1120">
                  <c:v>0.0191257265956</c:v>
                </c:pt>
                <c:pt idx="1121">
                  <c:v>0.0190150131662</c:v>
                </c:pt>
                <c:pt idx="1122">
                  <c:v>0.0189052420533</c:v>
                </c:pt>
                <c:pt idx="1123">
                  <c:v>0.0187964057519</c:v>
                </c:pt>
                <c:pt idx="1124">
                  <c:v>0.0186884967021</c:v>
                </c:pt>
                <c:pt idx="1125">
                  <c:v>0.0185815072963</c:v>
                </c:pt>
                <c:pt idx="1126">
                  <c:v>0.0184754298846</c:v>
                </c:pt>
                <c:pt idx="1127">
                  <c:v>0.0183702567821</c:v>
                </c:pt>
                <c:pt idx="1128">
                  <c:v>0.0182659802737</c:v>
                </c:pt>
                <c:pt idx="1129">
                  <c:v>0.0181625926205</c:v>
                </c:pt>
                <c:pt idx="1130">
                  <c:v>0.0180600860644</c:v>
                </c:pt>
                <c:pt idx="1131">
                  <c:v>0.017958452834</c:v>
                </c:pt>
                <c:pt idx="1132">
                  <c:v>0.0178576851488</c:v>
                </c:pt>
                <c:pt idx="1133">
                  <c:v>0.0177577752244</c:v>
                </c:pt>
                <c:pt idx="1134">
                  <c:v>0.0176587152766</c:v>
                </c:pt>
                <c:pt idx="1135">
                  <c:v>0.0175604975255</c:v>
                </c:pt>
                <c:pt idx="1136">
                  <c:v>0.0174631142001</c:v>
                </c:pt>
                <c:pt idx="1137">
                  <c:v>0.0173665575413</c:v>
                </c:pt>
                <c:pt idx="1138">
                  <c:v>0.0172708198064</c:v>
                </c:pt>
                <c:pt idx="1139">
                  <c:v>0.0171758932716</c:v>
                </c:pt>
                <c:pt idx="1140">
                  <c:v>0.0170817702361</c:v>
                </c:pt>
                <c:pt idx="1141">
                  <c:v>0.0169884430246</c:v>
                </c:pt>
                <c:pt idx="1142">
                  <c:v>0.0168959039903</c:v>
                </c:pt>
                <c:pt idx="1143">
                  <c:v>0.0168041455179</c:v>
                </c:pt>
                <c:pt idx="1144">
                  <c:v>0.0167131600258</c:v>
                </c:pt>
                <c:pt idx="1145">
                  <c:v>0.0166229399688</c:v>
                </c:pt>
                <c:pt idx="1146">
                  <c:v>0.0165334778403</c:v>
                </c:pt>
                <c:pt idx="1147">
                  <c:v>0.0164447661743</c:v>
                </c:pt>
                <c:pt idx="1148">
                  <c:v>0.0163567975475</c:v>
                </c:pt>
                <c:pt idx="1149">
                  <c:v>0.0162695645813</c:v>
                </c:pt>
                <c:pt idx="1150">
                  <c:v>0.0161830599432</c:v>
                </c:pt>
                <c:pt idx="1151">
                  <c:v>0.0160972763488</c:v>
                </c:pt>
                <c:pt idx="1152">
                  <c:v>0.016012206563</c:v>
                </c:pt>
                <c:pt idx="1153">
                  <c:v>0.0159278434017</c:v>
                </c:pt>
                <c:pt idx="1154">
                  <c:v>0.0158441797325</c:v>
                </c:pt>
                <c:pt idx="1155">
                  <c:v>0.0157612084768</c:v>
                </c:pt>
                <c:pt idx="1156">
                  <c:v>0.0156789226101</c:v>
                </c:pt>
                <c:pt idx="1157">
                  <c:v>0.0155973151631</c:v>
                </c:pt>
                <c:pt idx="1158">
                  <c:v>0.0155163792232</c:v>
                </c:pt>
                <c:pt idx="1159">
                  <c:v>0.0154361079345</c:v>
                </c:pt>
                <c:pt idx="1160">
                  <c:v>0.0153564944992</c:v>
                </c:pt>
                <c:pt idx="1161">
                  <c:v>0.0152775321779</c:v>
                </c:pt>
                <c:pt idx="1162">
                  <c:v>0.0151992142903</c:v>
                </c:pt>
                <c:pt idx="1163">
                  <c:v>0.0151215342156</c:v>
                </c:pt>
                <c:pt idx="1164">
                  <c:v>0.0150444853934</c:v>
                </c:pt>
                <c:pt idx="1165">
                  <c:v>0.0149680613234</c:v>
                </c:pt>
                <c:pt idx="1166">
                  <c:v>0.0148922555662</c:v>
                </c:pt>
                <c:pt idx="1167">
                  <c:v>0.0148170617437</c:v>
                </c:pt>
                <c:pt idx="1168">
                  <c:v>0.0147424735387</c:v>
                </c:pt>
                <c:pt idx="1169">
                  <c:v>0.0146684846957</c:v>
                </c:pt>
                <c:pt idx="1170">
                  <c:v>0.0145950890208</c:v>
                </c:pt>
                <c:pt idx="1171">
                  <c:v>0.0145222803816</c:v>
                </c:pt>
                <c:pt idx="1172">
                  <c:v>0.0144500527075</c:v>
                </c:pt>
                <c:pt idx="1173">
                  <c:v>0.0143783999895</c:v>
                </c:pt>
                <c:pt idx="1174">
                  <c:v>0.0143073162803</c:v>
                </c:pt>
                <c:pt idx="1175">
                  <c:v>0.0142367956941</c:v>
                </c:pt>
                <c:pt idx="1176">
                  <c:v>0.0141668324066</c:v>
                </c:pt>
                <c:pt idx="1177">
                  <c:v>0.0140974206545</c:v>
                </c:pt>
                <c:pt idx="1178">
                  <c:v>0.0140285547359</c:v>
                </c:pt>
                <c:pt idx="1179">
                  <c:v>0.0139602290096</c:v>
                </c:pt>
                <c:pt idx="1180">
                  <c:v>0.013892437895</c:v>
                </c:pt>
                <c:pt idx="1181">
                  <c:v>0.0138251758722</c:v>
                </c:pt>
                <c:pt idx="1182">
                  <c:v>0.0137584374808</c:v>
                </c:pt>
                <c:pt idx="1183">
                  <c:v>0.0136922173208</c:v>
                </c:pt>
                <c:pt idx="1184">
                  <c:v>0.0136265100511</c:v>
                </c:pt>
                <c:pt idx="1185">
                  <c:v>0.0135613103901</c:v>
                </c:pt>
                <c:pt idx="1186">
                  <c:v>0.0134966131148</c:v>
                </c:pt>
                <c:pt idx="1187">
                  <c:v>0.0134324130603</c:v>
                </c:pt>
                <c:pt idx="1188">
                  <c:v>0.0133687051201</c:v>
                </c:pt>
                <c:pt idx="1189">
                  <c:v>0.0133054842448</c:v>
                </c:pt>
                <c:pt idx="1190">
                  <c:v>0.0132427454424</c:v>
                </c:pt>
                <c:pt idx="1191">
                  <c:v>0.0131804837774</c:v>
                </c:pt>
                <c:pt idx="1192">
                  <c:v>0.0131186943706</c:v>
                </c:pt>
                <c:pt idx="1193">
                  <c:v>0.0130573723986</c:v>
                </c:pt>
                <c:pt idx="1194">
                  <c:v>0.0129965130931</c:v>
                </c:pt>
                <c:pt idx="1195">
                  <c:v>0.0129361117407</c:v>
                </c:pt>
                <c:pt idx="1196">
                  <c:v>0.0128761636826</c:v>
                </c:pt>
                <c:pt idx="1197">
                  <c:v>0.0128166643134</c:v>
                </c:pt>
                <c:pt idx="1198">
                  <c:v>0.0127576090812</c:v>
                </c:pt>
                <c:pt idx="1199">
                  <c:v>0.0126989934871</c:v>
                </c:pt>
                <c:pt idx="1200">
                  <c:v>0.0126408130843</c:v>
                </c:pt>
                <c:pt idx="1201">
                  <c:v>0.012583063478</c:v>
                </c:pt>
                <c:pt idx="1202">
                  <c:v>0.0125257403246</c:v>
                </c:pt>
                <c:pt idx="1203">
                  <c:v>0.0124688393313</c:v>
                </c:pt>
                <c:pt idx="1204">
                  <c:v>0.0124123562556</c:v>
                </c:pt>
                <c:pt idx="1205">
                  <c:v>0.0123562869046</c:v>
                </c:pt>
                <c:pt idx="1206">
                  <c:v>0.0123006271348</c:v>
                </c:pt>
                <c:pt idx="1207">
                  <c:v>0.0122453728513</c:v>
                </c:pt>
                <c:pt idx="1208">
                  <c:v>0.0121905200075</c:v>
                </c:pt>
                <c:pt idx="1209">
                  <c:v>0.0121360646042</c:v>
                </c:pt>
                <c:pt idx="1210">
                  <c:v>0.0120820026896</c:v>
                </c:pt>
                <c:pt idx="1211">
                  <c:v>0.0120283303583</c:v>
                </c:pt>
                <c:pt idx="1212">
                  <c:v>0.0119750437511</c:v>
                </c:pt>
                <c:pt idx="1213">
                  <c:v>0.0119221390542</c:v>
                </c:pt>
                <c:pt idx="1214">
                  <c:v>0.0118696124989</c:v>
                </c:pt>
                <c:pt idx="1215">
                  <c:v>0.0118174603611</c:v>
                </c:pt>
                <c:pt idx="1216">
                  <c:v>0.0117656789607</c:v>
                </c:pt>
                <c:pt idx="1217">
                  <c:v>0.0117142646609</c:v>
                </c:pt>
                <c:pt idx="1218">
                  <c:v>0.0116632138681</c:v>
                </c:pt>
                <c:pt idx="1219">
                  <c:v>0.0116125230309</c:v>
                </c:pt>
                <c:pt idx="1220">
                  <c:v>0.0115621886402</c:v>
                </c:pt>
                <c:pt idx="1221">
                  <c:v>0.011512207228</c:v>
                </c:pt>
                <c:pt idx="1222">
                  <c:v>0.0114625753674</c:v>
                </c:pt>
                <c:pt idx="1223">
                  <c:v>0.0114132896721</c:v>
                </c:pt>
                <c:pt idx="1224">
                  <c:v>0.0113643467955</c:v>
                </c:pt>
                <c:pt idx="1225">
                  <c:v>0.0113157434307</c:v>
                </c:pt>
                <c:pt idx="1226">
                  <c:v>0.0112674763097</c:v>
                </c:pt>
                <c:pt idx="1227">
                  <c:v>0.011219542203</c:v>
                </c:pt>
                <c:pt idx="1228">
                  <c:v>0.011171937919</c:v>
                </c:pt>
                <c:pt idx="1229">
                  <c:v>0.0111246603039</c:v>
                </c:pt>
                <c:pt idx="1230">
                  <c:v>0.0110777062409</c:v>
                </c:pt>
                <c:pt idx="1231">
                  <c:v>0.0110310726498</c:v>
                </c:pt>
                <c:pt idx="1232">
                  <c:v>0.0109847564865</c:v>
                </c:pt>
                <c:pt idx="1233">
                  <c:v>0.0109387547427</c:v>
                </c:pt>
                <c:pt idx="1234">
                  <c:v>0.0108930644454</c:v>
                </c:pt>
                <c:pt idx="1235">
                  <c:v>0.0108476826562</c:v>
                </c:pt>
                <c:pt idx="1236">
                  <c:v>0.0108026064712</c:v>
                </c:pt>
                <c:pt idx="1237">
                  <c:v>0.0107578330206</c:v>
                </c:pt>
                <c:pt idx="1238">
                  <c:v>0.0107133594677</c:v>
                </c:pt>
                <c:pt idx="1239">
                  <c:v>0.0106691830093</c:v>
                </c:pt>
                <c:pt idx="1240">
                  <c:v>0.0106253008745</c:v>
                </c:pt>
                <c:pt idx="1241">
                  <c:v>0.0105817103247</c:v>
                </c:pt>
                <c:pt idx="1242">
                  <c:v>0.0105384086532</c:v>
                </c:pt>
                <c:pt idx="1243">
                  <c:v>0.0104953931848</c:v>
                </c:pt>
                <c:pt idx="1244">
                  <c:v>0.0104526612749</c:v>
                </c:pt>
                <c:pt idx="1245">
                  <c:v>0.0104102103098</c:v>
                </c:pt>
                <c:pt idx="1246">
                  <c:v>0.010368037706</c:v>
                </c:pt>
                <c:pt idx="1247">
                  <c:v>0.0103261409098</c:v>
                </c:pt>
                <c:pt idx="1248">
                  <c:v>0.0102845173966</c:v>
                </c:pt>
                <c:pt idx="1249">
                  <c:v>0.0102431646713</c:v>
                </c:pt>
                <c:pt idx="1250">
                  <c:v>0.0102020802672</c:v>
                </c:pt>
                <c:pt idx="1251">
                  <c:v>0.0101612617458</c:v>
                </c:pt>
                <c:pt idx="1252">
                  <c:v>0.0101207066968</c:v>
                </c:pt>
                <c:pt idx="1253">
                  <c:v>0.0100804127373</c:v>
                </c:pt>
                <c:pt idx="1254">
                  <c:v>0.0100403775114</c:v>
                </c:pt>
                <c:pt idx="1255">
                  <c:v>0.0100005986905</c:v>
                </c:pt>
                <c:pt idx="1256">
                  <c:v>0.00996107397204</c:v>
                </c:pt>
                <c:pt idx="1257">
                  <c:v>0.00992180107987</c:v>
                </c:pt>
                <c:pt idx="1258">
                  <c:v>0.00988277776355</c:v>
                </c:pt>
                <c:pt idx="1259">
                  <c:v>0.00984400179814</c:v>
                </c:pt>
                <c:pt idx="1260">
                  <c:v>0.00980547098381</c:v>
                </c:pt>
                <c:pt idx="1261">
                  <c:v>0.00976718314557</c:v>
                </c:pt>
                <c:pt idx="1262">
                  <c:v>0.00972913613289</c:v>
                </c:pt>
                <c:pt idx="1263">
                  <c:v>0.00969132781942</c:v>
                </c:pt>
                <c:pt idx="1264">
                  <c:v>0.00965375610265</c:v>
                </c:pt>
                <c:pt idx="1265">
                  <c:v>0.00961641890364</c:v>
                </c:pt>
                <c:pt idx="1266">
                  <c:v>0.00957931416665</c:v>
                </c:pt>
                <c:pt idx="1267">
                  <c:v>0.0095424398589</c:v>
                </c:pt>
                <c:pt idx="1268">
                  <c:v>0.00950579397022</c:v>
                </c:pt>
                <c:pt idx="1269">
                  <c:v>0.0094693745128</c:v>
                </c:pt>
                <c:pt idx="1270">
                  <c:v>0.00943317952087</c:v>
                </c:pt>
                <c:pt idx="1271">
                  <c:v>0.00939720705042</c:v>
                </c:pt>
                <c:pt idx="1272">
                  <c:v>0.00936145517893</c:v>
                </c:pt>
                <c:pt idx="1273">
                  <c:v>0.00932592200507</c:v>
                </c:pt>
                <c:pt idx="1274">
                  <c:v>0.00929060564846</c:v>
                </c:pt>
                <c:pt idx="1275">
                  <c:v>0.00925550424934</c:v>
                </c:pt>
                <c:pt idx="1276">
                  <c:v>0.00922061596838</c:v>
                </c:pt>
                <c:pt idx="1277">
                  <c:v>0.00918593898634</c:v>
                </c:pt>
                <c:pt idx="1278">
                  <c:v>0.00915147150387</c:v>
                </c:pt>
                <c:pt idx="1279">
                  <c:v>0.00911721174122</c:v>
                </c:pt>
                <c:pt idx="1280">
                  <c:v>0.00908315793799</c:v>
                </c:pt>
                <c:pt idx="1281">
                  <c:v>0.00904930835289</c:v>
                </c:pt>
                <c:pt idx="1282">
                  <c:v>0.00901566126351</c:v>
                </c:pt>
                <c:pt idx="1283">
                  <c:v>0.00898221496603</c:v>
                </c:pt>
                <c:pt idx="1284">
                  <c:v>0.00894896777502</c:v>
                </c:pt>
                <c:pt idx="1285">
                  <c:v>0.0089159180232</c:v>
                </c:pt>
                <c:pt idx="1286">
                  <c:v>0.0088830640612</c:v>
                </c:pt>
                <c:pt idx="1287">
                  <c:v>0.00885040425733</c:v>
                </c:pt>
                <c:pt idx="1288">
                  <c:v>0.00881793699735</c:v>
                </c:pt>
                <c:pt idx="1289">
                  <c:v>0.00878566068427</c:v>
                </c:pt>
                <c:pt idx="1290">
                  <c:v>0.00875357373809</c:v>
                </c:pt>
                <c:pt idx="1291">
                  <c:v>0.00872167459563</c:v>
                </c:pt>
                <c:pt idx="1292">
                  <c:v>0.00868996171027</c:v>
                </c:pt>
                <c:pt idx="1293">
                  <c:v>0.00865843355179</c:v>
                </c:pt>
                <c:pt idx="1294">
                  <c:v>0.00862708860612</c:v>
                </c:pt>
                <c:pt idx="1295">
                  <c:v>0.00859592537514</c:v>
                </c:pt>
                <c:pt idx="1296">
                  <c:v>0.00856494237651</c:v>
                </c:pt>
                <c:pt idx="1297">
                  <c:v>0.00853413814343</c:v>
                </c:pt>
                <c:pt idx="1298">
                  <c:v>0.00850351122448</c:v>
                </c:pt>
                <c:pt idx="1299">
                  <c:v>0.0084730601834</c:v>
                </c:pt>
                <c:pt idx="1300">
                  <c:v>0.00844278359891</c:v>
                </c:pt>
                <c:pt idx="1301">
                  <c:v>0.00841268006453</c:v>
                </c:pt>
                <c:pt idx="1302">
                  <c:v>0.00838274818835</c:v>
                </c:pt>
                <c:pt idx="1303">
                  <c:v>0.00835298659294</c:v>
                </c:pt>
                <c:pt idx="1304">
                  <c:v>0.00832339391506</c:v>
                </c:pt>
                <c:pt idx="1305">
                  <c:v>0.00829396880556</c:v>
                </c:pt>
                <c:pt idx="1306">
                  <c:v>0.00826470992917</c:v>
                </c:pt>
                <c:pt idx="1307">
                  <c:v>0.00823561596435</c:v>
                </c:pt>
                <c:pt idx="1308">
                  <c:v>0.00820668560308</c:v>
                </c:pt>
                <c:pt idx="1309">
                  <c:v>0.00817791755074</c:v>
                </c:pt>
                <c:pt idx="1310">
                  <c:v>0.00814931052591</c:v>
                </c:pt>
                <c:pt idx="1311">
                  <c:v>0.00812086326022</c:v>
                </c:pt>
                <c:pt idx="1312">
                  <c:v>0.00809257449819</c:v>
                </c:pt>
                <c:pt idx="1313">
                  <c:v>0.00806444299707</c:v>
                </c:pt>
                <c:pt idx="1314">
                  <c:v>0.00803646752667</c:v>
                </c:pt>
                <c:pt idx="1315">
                  <c:v>0.00800864686923</c:v>
                </c:pt>
                <c:pt idx="1316">
                  <c:v>0.00798097981925</c:v>
                </c:pt>
                <c:pt idx="1317">
                  <c:v>0.00795346518334</c:v>
                </c:pt>
                <c:pt idx="1318">
                  <c:v>0.00792610178008</c:v>
                </c:pt>
                <c:pt idx="1319">
                  <c:v>0.00789888843987</c:v>
                </c:pt>
                <c:pt idx="1320">
                  <c:v>0.00787182400478</c:v>
                </c:pt>
                <c:pt idx="1321">
                  <c:v>0.00784490732843</c:v>
                </c:pt>
                <c:pt idx="1322">
                  <c:v>0.00781813727583</c:v>
                </c:pt>
                <c:pt idx="1323">
                  <c:v>0.00779151272322</c:v>
                </c:pt>
                <c:pt idx="1324">
                  <c:v>0.00776503255798</c:v>
                </c:pt>
                <c:pt idx="1325">
                  <c:v>0.00773869567849</c:v>
                </c:pt>
                <c:pt idx="1326">
                  <c:v>0.00771250099395</c:v>
                </c:pt>
                <c:pt idx="1327">
                  <c:v>0.00768644742431</c:v>
                </c:pt>
                <c:pt idx="1328">
                  <c:v>0.00766053390009</c:v>
                </c:pt>
                <c:pt idx="1329">
                  <c:v>0.00763475936229</c:v>
                </c:pt>
                <c:pt idx="1330">
                  <c:v>0.00760912276225</c:v>
                </c:pt>
                <c:pt idx="1331">
                  <c:v>0.00758362306152</c:v>
                </c:pt>
                <c:pt idx="1332">
                  <c:v>0.00755825923175</c:v>
                </c:pt>
                <c:pt idx="1333">
                  <c:v>0.00753303025455</c:v>
                </c:pt>
                <c:pt idx="1334">
                  <c:v>0.00750793512142</c:v>
                </c:pt>
                <c:pt idx="1335">
                  <c:v>0.00748297283356</c:v>
                </c:pt>
                <c:pt idx="1336">
                  <c:v>0.00745814240181</c:v>
                </c:pt>
                <c:pt idx="1337">
                  <c:v>0.00743344284652</c:v>
                </c:pt>
                <c:pt idx="1338">
                  <c:v>0.00740887319744</c:v>
                </c:pt>
                <c:pt idx="1339">
                  <c:v>0.00738443249361</c:v>
                </c:pt>
                <c:pt idx="1340">
                  <c:v>0.00736011978322</c:v>
                </c:pt>
                <c:pt idx="1341">
                  <c:v>0.00733593412356</c:v>
                </c:pt>
                <c:pt idx="1342">
                  <c:v>0.00731187458086</c:v>
                </c:pt>
                <c:pt idx="1343">
                  <c:v>0.00728794023023</c:v>
                </c:pt>
                <c:pt idx="1344">
                  <c:v>0.00726413015551</c:v>
                </c:pt>
                <c:pt idx="1345">
                  <c:v>0.00724044344922</c:v>
                </c:pt>
                <c:pt idx="1346">
                  <c:v>0.0072168792124</c:v>
                </c:pt>
                <c:pt idx="1347">
                  <c:v>0.00719343655457</c:v>
                </c:pt>
                <c:pt idx="1348">
                  <c:v>0.00717011459359</c:v>
                </c:pt>
                <c:pt idx="1349">
                  <c:v>0.00714691245556</c:v>
                </c:pt>
                <c:pt idx="1350">
                  <c:v>0.00712382927478</c:v>
                </c:pt>
                <c:pt idx="1351">
                  <c:v>0.0071008641936</c:v>
                </c:pt>
                <c:pt idx="1352">
                  <c:v>0.00707801636232</c:v>
                </c:pt>
                <c:pt idx="1353">
                  <c:v>0.00705528493916</c:v>
                </c:pt>
                <c:pt idx="1354">
                  <c:v>0.00703266909012</c:v>
                </c:pt>
                <c:pt idx="1355">
                  <c:v>0.0070101679889</c:v>
                </c:pt>
                <c:pt idx="1356">
                  <c:v>0.00698778081681</c:v>
                </c:pt>
                <c:pt idx="1357">
                  <c:v>0.00696550676269</c:v>
                </c:pt>
                <c:pt idx="1358">
                  <c:v>0.00694334502284</c:v>
                </c:pt>
                <c:pt idx="1359">
                  <c:v>0.00692129480088</c:v>
                </c:pt>
                <c:pt idx="1360">
                  <c:v>0.00689935530776</c:v>
                </c:pt>
                <c:pt idx="1361">
                  <c:v>0.00687752576156</c:v>
                </c:pt>
                <c:pt idx="1362">
                  <c:v>0.00685580538752</c:v>
                </c:pt>
                <c:pt idx="1363">
                  <c:v>0.00683419341788</c:v>
                </c:pt>
                <c:pt idx="1364">
                  <c:v>0.00681268909185</c:v>
                </c:pt>
                <c:pt idx="1365">
                  <c:v>0.00679129165549</c:v>
                </c:pt>
                <c:pt idx="1366">
                  <c:v>0.00677000036168</c:v>
                </c:pt>
                <c:pt idx="1367">
                  <c:v>0.00674881447001</c:v>
                </c:pt>
                <c:pt idx="1368">
                  <c:v>0.00672773324671</c:v>
                </c:pt>
                <c:pt idx="1369">
                  <c:v>0.00670675596458</c:v>
                </c:pt>
                <c:pt idx="1370">
                  <c:v>0.00668588190292</c:v>
                </c:pt>
                <c:pt idx="1371">
                  <c:v>0.00666511034746</c:v>
                </c:pt>
                <c:pt idx="1372">
                  <c:v>0.00664444059028</c:v>
                </c:pt>
                <c:pt idx="1373">
                  <c:v>0.00662387192973</c:v>
                </c:pt>
                <c:pt idx="1374">
                  <c:v>0.00660340367038</c:v>
                </c:pt>
                <c:pt idx="1375">
                  <c:v>0.00658303512296</c:v>
                </c:pt>
                <c:pt idx="1376">
                  <c:v>0.00656276560426</c:v>
                </c:pt>
                <c:pt idx="1377">
                  <c:v>0.00654259443708</c:v>
                </c:pt>
                <c:pt idx="1378">
                  <c:v>0.00652252095017</c:v>
                </c:pt>
                <c:pt idx="1379">
                  <c:v>0.00650254447815</c:v>
                </c:pt>
                <c:pt idx="1380">
                  <c:v>0.00648266436148</c:v>
                </c:pt>
                <c:pt idx="1381">
                  <c:v>0.00646287994633</c:v>
                </c:pt>
                <c:pt idx="1382">
                  <c:v>0.00644319058458</c:v>
                </c:pt>
                <c:pt idx="1383">
                  <c:v>0.00642359563374</c:v>
                </c:pt>
                <c:pt idx="1384">
                  <c:v>0.00640409445688</c:v>
                </c:pt>
                <c:pt idx="1385">
                  <c:v>0.00638468642258</c:v>
                </c:pt>
                <c:pt idx="1386">
                  <c:v>0.00636537090484</c:v>
                </c:pt>
                <c:pt idx="1387">
                  <c:v>0.00634614728307</c:v>
                </c:pt>
                <c:pt idx="1388">
                  <c:v>0.006327014942</c:v>
                </c:pt>
                <c:pt idx="1389">
                  <c:v>0.00630797327164</c:v>
                </c:pt>
                <c:pt idx="1390">
                  <c:v>0.00628902166719</c:v>
                </c:pt>
                <c:pt idx="1391">
                  <c:v>0.00627015952903</c:v>
                </c:pt>
                <c:pt idx="1392">
                  <c:v>0.00625138626263</c:v>
                </c:pt>
                <c:pt idx="1393">
                  <c:v>0.00623270127851</c:v>
                </c:pt>
                <c:pt idx="1394">
                  <c:v>0.00621410399218</c:v>
                </c:pt>
                <c:pt idx="1395">
                  <c:v>0.0061955938241</c:v>
                </c:pt>
                <c:pt idx="1396">
                  <c:v>0.0061771701996</c:v>
                </c:pt>
                <c:pt idx="1397">
                  <c:v>0.00615883254887</c:v>
                </c:pt>
                <c:pt idx="1398">
                  <c:v>0.00614058030686</c:v>
                </c:pt>
                <c:pt idx="1399">
                  <c:v>0.00612241291327</c:v>
                </c:pt>
                <c:pt idx="1400">
                  <c:v>0.00610432981248</c:v>
                </c:pt>
                <c:pt idx="1401">
                  <c:v>0.00608633045348</c:v>
                </c:pt>
                <c:pt idx="1402">
                  <c:v>0.00606841428989</c:v>
                </c:pt>
                <c:pt idx="1403">
                  <c:v>0.00605058077983</c:v>
                </c:pt>
                <c:pt idx="1404">
                  <c:v>0.00603282938592</c:v>
                </c:pt>
                <c:pt idx="1405">
                  <c:v>0.00601515957523</c:v>
                </c:pt>
                <c:pt idx="1406">
                  <c:v>0.00599757081921</c:v>
                </c:pt>
                <c:pt idx="1407">
                  <c:v>0.00598006259367</c:v>
                </c:pt>
                <c:pt idx="1408">
                  <c:v>0.00596263437872</c:v>
                </c:pt>
                <c:pt idx="1409">
                  <c:v>0.00594528565873</c:v>
                </c:pt>
                <c:pt idx="1410">
                  <c:v>0.00592801592229</c:v>
                </c:pt>
                <c:pt idx="1411">
                  <c:v>0.00591082466216</c:v>
                </c:pt>
                <c:pt idx="1412">
                  <c:v>0.0058937113752</c:v>
                </c:pt>
                <c:pt idx="1413">
                  <c:v>0.00587667556241</c:v>
                </c:pt>
                <c:pt idx="1414">
                  <c:v>0.00585971672878</c:v>
                </c:pt>
                <c:pt idx="1415">
                  <c:v>0.00584283438333</c:v>
                </c:pt>
                <c:pt idx="1416">
                  <c:v>0.00582602803902</c:v>
                </c:pt>
                <c:pt idx="1417">
                  <c:v>0.00580929721277</c:v>
                </c:pt>
                <c:pt idx="1418">
                  <c:v>0.00579264142532</c:v>
                </c:pt>
                <c:pt idx="1419">
                  <c:v>0.0057760602013</c:v>
                </c:pt>
                <c:pt idx="1420">
                  <c:v>0.00575955306912</c:v>
                </c:pt>
                <c:pt idx="1421">
                  <c:v>0.00574311956094</c:v>
                </c:pt>
                <c:pt idx="1422">
                  <c:v>0.00572675921266</c:v>
                </c:pt>
                <c:pt idx="1423">
                  <c:v>0.00571047156385</c:v>
                </c:pt>
                <c:pt idx="1424">
                  <c:v>0.00569425615776</c:v>
                </c:pt>
                <c:pt idx="1425">
                  <c:v>0.00567811254121</c:v>
                </c:pt>
                <c:pt idx="1426">
                  <c:v>0.00566204026462</c:v>
                </c:pt>
                <c:pt idx="1427">
                  <c:v>0.00564603888194</c:v>
                </c:pt>
                <c:pt idx="1428">
                  <c:v>0.00563010795062</c:v>
                </c:pt>
                <c:pt idx="1429">
                  <c:v>0.00561424703159</c:v>
                </c:pt>
                <c:pt idx="1430">
                  <c:v>0.00559845568919</c:v>
                </c:pt>
                <c:pt idx="1431">
                  <c:v>0.0055827334912</c:v>
                </c:pt>
                <c:pt idx="1432">
                  <c:v>0.00556708000871</c:v>
                </c:pt>
                <c:pt idx="1433">
                  <c:v>0.00555149481618</c:v>
                </c:pt>
                <c:pt idx="1434">
                  <c:v>0.00553597749136</c:v>
                </c:pt>
                <c:pt idx="1435">
                  <c:v>0.00552052761526</c:v>
                </c:pt>
                <c:pt idx="1436">
                  <c:v>0.00550514477213</c:v>
                </c:pt>
                <c:pt idx="1437">
                  <c:v>0.00548982854942</c:v>
                </c:pt>
                <c:pt idx="1438">
                  <c:v>0.00547457853774</c:v>
                </c:pt>
                <c:pt idx="1439">
                  <c:v>0.00545939433086</c:v>
                </c:pt>
                <c:pt idx="1440">
                  <c:v>0.00544427552563</c:v>
                </c:pt>
                <c:pt idx="1441">
                  <c:v>0.005429221722</c:v>
                </c:pt>
                <c:pt idx="1442">
                  <c:v>0.00541423252297</c:v>
                </c:pt>
                <c:pt idx="1443">
                  <c:v>0.00539930753454</c:v>
                </c:pt>
                <c:pt idx="1444">
                  <c:v>0.00538444636571</c:v>
                </c:pt>
                <c:pt idx="1445">
                  <c:v>0.00536964862845</c:v>
                </c:pt>
                <c:pt idx="1446">
                  <c:v>0.00535491393766</c:v>
                </c:pt>
                <c:pt idx="1447">
                  <c:v>0.00534024191112</c:v>
                </c:pt>
                <c:pt idx="1448">
                  <c:v>0.00532563216951</c:v>
                </c:pt>
                <c:pt idx="1449">
                  <c:v>0.00531108433637</c:v>
                </c:pt>
                <c:pt idx="1450">
                  <c:v>0.00529659803804</c:v>
                </c:pt>
                <c:pt idx="1451">
                  <c:v>0.00528217290366</c:v>
                </c:pt>
                <c:pt idx="1452">
                  <c:v>0.00526780856515</c:v>
                </c:pt>
                <c:pt idx="1453">
                  <c:v>0.00525350465718</c:v>
                </c:pt>
                <c:pt idx="1454">
                  <c:v>0.00523926081711</c:v>
                </c:pt>
                <c:pt idx="1455">
                  <c:v>0.00522507668502</c:v>
                </c:pt>
                <c:pt idx="1456">
                  <c:v>0.00521095190366</c:v>
                </c:pt>
                <c:pt idx="1457">
                  <c:v>0.00519688611842</c:v>
                </c:pt>
                <c:pt idx="1458">
                  <c:v>0.0051828789773</c:v>
                </c:pt>
                <c:pt idx="1459">
                  <c:v>0.00516893013091</c:v>
                </c:pt>
                <c:pt idx="1460">
                  <c:v>0.00515503923243</c:v>
                </c:pt>
                <c:pt idx="1461">
                  <c:v>0.0051412059376</c:v>
                </c:pt>
                <c:pt idx="1462">
                  <c:v>0.00512742990468</c:v>
                </c:pt>
                <c:pt idx="1463">
                  <c:v>0.00511371079444</c:v>
                </c:pt>
                <c:pt idx="1464">
                  <c:v>0.00510004827014</c:v>
                </c:pt>
                <c:pt idx="1465">
                  <c:v>0.00508644199749</c:v>
                </c:pt>
                <c:pt idx="1466">
                  <c:v>0.00507289164465</c:v>
                </c:pt>
                <c:pt idx="1467">
                  <c:v>0.00505939688222</c:v>
                </c:pt>
                <c:pt idx="1468">
                  <c:v>0.00504595738317</c:v>
                </c:pt>
                <c:pt idx="1469">
                  <c:v>0.00503257282288</c:v>
                </c:pt>
                <c:pt idx="1470">
                  <c:v>0.00501924287908</c:v>
                </c:pt>
                <c:pt idx="1471">
                  <c:v>0.00500596723184</c:v>
                </c:pt>
                <c:pt idx="1472">
                  <c:v>0.00499274556357</c:v>
                </c:pt>
                <c:pt idx="1473">
                  <c:v>0.00497957755896</c:v>
                </c:pt>
                <c:pt idx="1474">
                  <c:v>0.00496646290501</c:v>
                </c:pt>
                <c:pt idx="1475">
                  <c:v>0.00495340129099</c:v>
                </c:pt>
                <c:pt idx="1476">
                  <c:v>0.00494039240841</c:v>
                </c:pt>
                <c:pt idx="1477">
                  <c:v>0.00492743595102</c:v>
                </c:pt>
                <c:pt idx="1478">
                  <c:v>0.00491453161481</c:v>
                </c:pt>
                <c:pt idx="1479">
                  <c:v>0.00490167909794</c:v>
                </c:pt>
                <c:pt idx="1480">
                  <c:v>0.00488887810078</c:v>
                </c:pt>
                <c:pt idx="1481">
                  <c:v>0.00487612832586</c:v>
                </c:pt>
                <c:pt idx="1482">
                  <c:v>0.00486342947789</c:v>
                </c:pt>
                <c:pt idx="1483">
                  <c:v>0.00485078126369</c:v>
                </c:pt>
                <c:pt idx="1484">
                  <c:v>0.00483818339224</c:v>
                </c:pt>
                <c:pt idx="1485">
                  <c:v>0.00482563557461</c:v>
                </c:pt>
                <c:pt idx="1486">
                  <c:v>0.00481313752399</c:v>
                </c:pt>
                <c:pt idx="1487">
                  <c:v>0.00480068895564</c:v>
                </c:pt>
                <c:pt idx="1488">
                  <c:v>0.00478828958691</c:v>
                </c:pt>
                <c:pt idx="1489">
                  <c:v>0.0047759391372</c:v>
                </c:pt>
                <c:pt idx="1490">
                  <c:v>0.00476363732799</c:v>
                </c:pt>
                <c:pt idx="1491">
                  <c:v>0.00475138388276</c:v>
                </c:pt>
                <c:pt idx="1492">
                  <c:v>0.00473917852705</c:v>
                </c:pt>
                <c:pt idx="1493">
                  <c:v>0.0047270209884</c:v>
                </c:pt>
                <c:pt idx="1494">
                  <c:v>0.00471491099636</c:v>
                </c:pt>
                <c:pt idx="1495">
                  <c:v>0.0047028482825</c:v>
                </c:pt>
                <c:pt idx="1496">
                  <c:v>0.00469083258035</c:v>
                </c:pt>
                <c:pt idx="1497">
                  <c:v>0.00467886362542</c:v>
                </c:pt>
                <c:pt idx="1498">
                  <c:v>0.00466694115522</c:v>
                </c:pt>
                <c:pt idx="1499">
                  <c:v>0.00465506490919</c:v>
                </c:pt>
                <c:pt idx="1500">
                  <c:v>0.00464323462874</c:v>
                </c:pt>
                <c:pt idx="1501">
                  <c:v>0.00463145005721</c:v>
                </c:pt>
                <c:pt idx="1502">
                  <c:v>0.00461971093991</c:v>
                </c:pt>
                <c:pt idx="1503">
                  <c:v>0.00460801702406</c:v>
                </c:pt>
                <c:pt idx="1504">
                  <c:v>0.0045963680588</c:v>
                </c:pt>
                <c:pt idx="1505">
                  <c:v>0.00458476379519</c:v>
                </c:pt>
                <c:pt idx="1506">
                  <c:v>0.00457320398623</c:v>
                </c:pt>
                <c:pt idx="1507">
                  <c:v>0.00456168838679</c:v>
                </c:pt>
                <c:pt idx="1508">
                  <c:v>0.00455021675366</c:v>
                </c:pt>
                <c:pt idx="1509">
                  <c:v>0.00453878884553</c:v>
                </c:pt>
                <c:pt idx="1510">
                  <c:v>0.00452740442298</c:v>
                </c:pt>
                <c:pt idx="1511">
                  <c:v>0.00451606324846</c:v>
                </c:pt>
                <c:pt idx="1512">
                  <c:v>0.00450476508632</c:v>
                </c:pt>
                <c:pt idx="1513">
                  <c:v>0.00449350970278</c:v>
                </c:pt>
                <c:pt idx="1514">
                  <c:v>0.00448229686595</c:v>
                </c:pt>
                <c:pt idx="1515">
                  <c:v>0.00447112634578</c:v>
                </c:pt>
                <c:pt idx="1516">
                  <c:v>0.00445999791411</c:v>
                </c:pt>
                <c:pt idx="1517">
                  <c:v>0.00444891134464</c:v>
                </c:pt>
                <c:pt idx="1518">
                  <c:v>0.00443786641293</c:v>
                </c:pt>
                <c:pt idx="1519">
                  <c:v>0.00442686289638</c:v>
                </c:pt>
                <c:pt idx="1520">
                  <c:v>0.00441590057425</c:v>
                </c:pt>
                <c:pt idx="1521">
                  <c:v>0.00440497922767</c:v>
                </c:pt>
                <c:pt idx="1522">
                  <c:v>0.00439409863958</c:v>
                </c:pt>
                <c:pt idx="1523">
                  <c:v>0.00438325859479</c:v>
                </c:pt>
                <c:pt idx="1524">
                  <c:v>0.00437245887993</c:v>
                </c:pt>
                <c:pt idx="1525">
                  <c:v>0.00436169928347</c:v>
                </c:pt>
                <c:pt idx="1526">
                  <c:v>0.00435097959573</c:v>
                </c:pt>
                <c:pt idx="1527">
                  <c:v>0.00434029960881</c:v>
                </c:pt>
                <c:pt idx="1528">
                  <c:v>0.00432965911668</c:v>
                </c:pt>
                <c:pt idx="1529">
                  <c:v>0.0043190579151</c:v>
                </c:pt>
                <c:pt idx="1530">
                  <c:v>0.00430849580166</c:v>
                </c:pt>
                <c:pt idx="1531">
                  <c:v>0.00429797257572</c:v>
                </c:pt>
                <c:pt idx="1532">
                  <c:v>0.0042874880385</c:v>
                </c:pt>
                <c:pt idx="1533">
                  <c:v>0.00427704199295</c:v>
                </c:pt>
                <c:pt idx="1534">
                  <c:v>0.00426663424387</c:v>
                </c:pt>
                <c:pt idx="1535">
                  <c:v>0.00425626459779</c:v>
                </c:pt>
                <c:pt idx="1536">
                  <c:v>0.00424593286304</c:v>
                </c:pt>
                <c:pt idx="1537">
                  <c:v>0.00423563884971</c:v>
                </c:pt>
                <c:pt idx="1538">
                  <c:v>0.00422538236965</c:v>
                </c:pt>
                <c:pt idx="1539">
                  <c:v>0.00421516323645</c:v>
                </c:pt>
                <c:pt idx="1540">
                  <c:v>0.00420498126544</c:v>
                </c:pt>
                <c:pt idx="1541">
                  <c:v>0.00419483627367</c:v>
                </c:pt>
                <c:pt idx="1542">
                  <c:v>0.0041847280799</c:v>
                </c:pt>
                <c:pt idx="1543">
                  <c:v>0.00417465650462</c:v>
                </c:pt>
                <c:pt idx="1544">
                  <c:v>0.00416462136996</c:v>
                </c:pt>
                <c:pt idx="1545">
                  <c:v>0.00415462249975</c:v>
                </c:pt>
                <c:pt idx="1546">
                  <c:v>0.00414465971949</c:v>
                </c:pt>
                <c:pt idx="1547">
                  <c:v>0.0041347328563</c:v>
                </c:pt>
                <c:pt idx="1548">
                  <c:v>0.00412484173892</c:v>
                </c:pt>
                <c:pt idx="1549">
                  <c:v>0.00411498619773</c:v>
                </c:pt>
                <c:pt idx="1550">
                  <c:v>0.00410516606465</c:v>
                </c:pt>
                <c:pt idx="1551">
                  <c:v>0.00409538117322</c:v>
                </c:pt>
                <c:pt idx="1552">
                  <c:v>0.0040856313585</c:v>
                </c:pt>
                <c:pt idx="1553">
                  <c:v>0.00407591645706</c:v>
                </c:pt>
                <c:pt idx="1554">
                  <c:v>0.00406623630702</c:v>
                </c:pt>
                <c:pt idx="1555">
                  <c:v>0.00405659074794</c:v>
                </c:pt>
                <c:pt idx="1556">
                  <c:v>0.00404697962086</c:v>
                </c:pt>
                <c:pt idx="1557">
                  <c:v>0.00403740276823</c:v>
                </c:pt>
                <c:pt idx="1558">
                  <c:v>0.00402786003394</c:v>
                </c:pt>
                <c:pt idx="1559">
                  <c:v>0.00401835126324</c:v>
                </c:pt>
                <c:pt idx="1560">
                  <c:v>0.00400887630272</c:v>
                </c:pt>
                <c:pt idx="1561">
                  <c:v>0.00399943500032</c:v>
                </c:pt>
                <c:pt idx="1562">
                  <c:v>0.00399002720526</c:v>
                </c:pt>
                <c:pt idx="1563">
                  <c:v>0.00398065276804</c:v>
                </c:pt>
                <c:pt idx="1564">
                  <c:v>0.00397131154038</c:v>
                </c:pt>
                <c:pt idx="1565">
                  <c:v>0.00396200337523</c:v>
                </c:pt>
                <c:pt idx="1566">
                  <c:v>0.0039527281267</c:v>
                </c:pt>
                <c:pt idx="1567">
                  <c:v>0.00394348565006</c:v>
                </c:pt>
                <c:pt idx="1568">
                  <c:v>0.00393427580168</c:v>
                </c:pt>
                <c:pt idx="1569">
                  <c:v>0.00392509843902</c:v>
                </c:pt>
                <c:pt idx="1570">
                  <c:v>0.00391595342061</c:v>
                </c:pt>
                <c:pt idx="1571">
                  <c:v>0.00390684060598</c:v>
                </c:pt>
                <c:pt idx="1572">
                  <c:v>0.00389775985566</c:v>
                </c:pt>
                <c:pt idx="1573">
                  <c:v>0.00388871103114</c:v>
                </c:pt>
                <c:pt idx="1574">
                  <c:v>0.00387969399483</c:v>
                </c:pt>
                <c:pt idx="1575">
                  <c:v>0.00387070861005</c:v>
                </c:pt>
                <c:pt idx="1576">
                  <c:v>0.00386175474097</c:v>
                </c:pt>
                <c:pt idx="1577">
                  <c:v>0.0038528322526</c:v>
                </c:pt>
                <c:pt idx="1578">
                  <c:v>0.00384394101078</c:v>
                </c:pt>
                <c:pt idx="1579">
                  <c:v>0.0038350808821</c:v>
                </c:pt>
                <c:pt idx="1580">
                  <c:v>0.00382625173392</c:v>
                </c:pt>
                <c:pt idx="1581">
                  <c:v>0.00381745343429</c:v>
                </c:pt>
                <c:pt idx="1582">
                  <c:v>0.00380868585199</c:v>
                </c:pt>
                <c:pt idx="1583">
                  <c:v>0.00379994885646</c:v>
                </c:pt>
                <c:pt idx="1584">
                  <c:v>0.00379124231776</c:v>
                </c:pt>
                <c:pt idx="1585">
                  <c:v>0.0037825661066</c:v>
                </c:pt>
                <c:pt idx="1586">
                  <c:v>0.00377392009426</c:v>
                </c:pt>
                <c:pt idx="1587">
                  <c:v>0.00376530415261</c:v>
                </c:pt>
                <c:pt idx="1588">
                  <c:v>0.00375671815405</c:v>
                </c:pt>
                <c:pt idx="1589">
                  <c:v>0.00374816197154</c:v>
                </c:pt>
                <c:pt idx="1590">
                  <c:v>0.00373963547851</c:v>
                </c:pt>
                <c:pt idx="1591">
                  <c:v>0.00373113854893</c:v>
                </c:pt>
                <c:pt idx="1592">
                  <c:v>0.0037226710572</c:v>
                </c:pt>
                <c:pt idx="1593">
                  <c:v>0.00371423287822</c:v>
                </c:pt>
                <c:pt idx="1594">
                  <c:v>0.0037058238873</c:v>
                </c:pt>
                <c:pt idx="1595">
                  <c:v>0.0036974439602</c:v>
                </c:pt>
                <c:pt idx="1596">
                  <c:v>0.00368909297309</c:v>
                </c:pt>
                <c:pt idx="1597">
                  <c:v>0.00368077080256</c:v>
                </c:pt>
                <c:pt idx="1598">
                  <c:v>0.00367247732558</c:v>
                </c:pt>
                <c:pt idx="1599">
                  <c:v>0.00366421241951</c:v>
                </c:pt>
                <c:pt idx="1600">
                  <c:v>0.0036559759621</c:v>
                </c:pt>
                <c:pt idx="1601">
                  <c:v>0.00364776783146</c:v>
                </c:pt>
                <c:pt idx="1602">
                  <c:v>0.00363958790608</c:v>
                </c:pt>
                <c:pt idx="1603">
                  <c:v>0.0036314360648</c:v>
                </c:pt>
                <c:pt idx="1604">
                  <c:v>0.00362331218682</c:v>
                </c:pt>
                <c:pt idx="1605">
                  <c:v>0.00361521615171</c:v>
                </c:pt>
                <c:pt idx="1606">
                  <c:v>0.00360714783936</c:v>
                </c:pt>
                <c:pt idx="1607">
                  <c:v>0.00359910713006</c:v>
                </c:pt>
                <c:pt idx="1608">
                  <c:v>0.00359109390441</c:v>
                </c:pt>
                <c:pt idx="1609">
                  <c:v>0.00358310804339</c:v>
                </c:pt>
                <c:pt idx="1610">
                  <c:v>0.00357514942832</c:v>
                </c:pt>
                <c:pt idx="1611">
                  <c:v>0.00356721794088</c:v>
                </c:pt>
                <c:pt idx="1612">
                  <c:v>0.00355931346311</c:v>
                </c:pt>
                <c:pt idx="1613">
                  <c:v>0.00355143587743</c:v>
                </c:pt>
                <c:pt idx="1614">
                  <c:v>0.00354358506661</c:v>
                </c:pt>
                <c:pt idx="1615">
                  <c:v>0.0035357609138</c:v>
                </c:pt>
                <c:pt idx="1616">
                  <c:v>0.00352796330253</c:v>
                </c:pt>
                <c:pt idx="1617">
                  <c:v>0.00352019211671</c:v>
                </c:pt>
                <c:pt idx="1618">
                  <c:v>0.00351244724065</c:v>
                </c:pt>
                <c:pt idx="1619">
                  <c:v>0.00350472855905</c:v>
                </c:pt>
                <c:pt idx="1620">
                  <c:v>0.00349703595703</c:v>
                </c:pt>
                <c:pt idx="1621">
                  <c:v>0.0034893693201</c:v>
                </c:pt>
                <c:pt idx="1622">
                  <c:v>0.0034817285342</c:v>
                </c:pt>
                <c:pt idx="1623">
                  <c:v>0.00347411348571</c:v>
                </c:pt>
                <c:pt idx="1624">
                  <c:v>0.00346652406145</c:v>
                </c:pt>
                <c:pt idx="1625">
                  <c:v>0.00345896014865</c:v>
                </c:pt>
                <c:pt idx="1626">
                  <c:v>0.00345142163504</c:v>
                </c:pt>
                <c:pt idx="1627">
                  <c:v>0.00344390840878</c:v>
                </c:pt>
                <c:pt idx="1628">
                  <c:v>0.00343642035852</c:v>
                </c:pt>
                <c:pt idx="1629">
                  <c:v>0.00342895737337</c:v>
                </c:pt>
                <c:pt idx="1630">
                  <c:v>0.00342151934294</c:v>
                </c:pt>
                <c:pt idx="1631">
                  <c:v>0.00341410615735</c:v>
                </c:pt>
                <c:pt idx="1632">
                  <c:v>0.00340671770721</c:v>
                </c:pt>
                <c:pt idx="1633">
                  <c:v>0.00339935388363</c:v>
                </c:pt>
                <c:pt idx="1634">
                  <c:v>0.00339201457827</c:v>
                </c:pt>
                <c:pt idx="1635">
                  <c:v>0.00338469968329</c:v>
                </c:pt>
                <c:pt idx="1636">
                  <c:v>0.00337740909142</c:v>
                </c:pt>
                <c:pt idx="1637">
                  <c:v>0.00337014269591</c:v>
                </c:pt>
                <c:pt idx="1638">
                  <c:v>0.00336290039057</c:v>
                </c:pt>
                <c:pt idx="1639">
                  <c:v>0.00335568206976</c:v>
                </c:pt>
                <c:pt idx="1640">
                  <c:v>0.00334848762843</c:v>
                </c:pt>
                <c:pt idx="1641">
                  <c:v>0.00334131696206</c:v>
                </c:pt>
                <c:pt idx="1642">
                  <c:v>0.00333416996675</c:v>
                </c:pt>
                <c:pt idx="1643">
                  <c:v>0.00332704653916</c:v>
                </c:pt>
                <c:pt idx="1644">
                  <c:v>0.00331994657654</c:v>
                </c:pt>
                <c:pt idx="1645">
                  <c:v>0.00331286997674</c:v>
                </c:pt>
                <c:pt idx="1646">
                  <c:v>0.0033058166382</c:v>
                </c:pt>
                <c:pt idx="1647">
                  <c:v>0.00329878645997</c:v>
                </c:pt>
                <c:pt idx="1648">
                  <c:v>0.00329177934169</c:v>
                </c:pt>
                <c:pt idx="1649">
                  <c:v>0.00328479518362</c:v>
                </c:pt>
                <c:pt idx="1650">
                  <c:v>0.00327783388663</c:v>
                </c:pt>
                <c:pt idx="1651">
                  <c:v>0.0032708953522</c:v>
                </c:pt>
                <c:pt idx="1652">
                  <c:v>0.00326397948243</c:v>
                </c:pt>
                <c:pt idx="1653">
                  <c:v>0.00325708618002</c:v>
                </c:pt>
                <c:pt idx="1654">
                  <c:v>0.00325021534831</c:v>
                </c:pt>
                <c:pt idx="1655">
                  <c:v>0.00324336689124</c:v>
                </c:pt>
                <c:pt idx="1656">
                  <c:v>0.00323654071336</c:v>
                </c:pt>
                <c:pt idx="1657">
                  <c:v>0.00322973671986</c:v>
                </c:pt>
                <c:pt idx="1658">
                  <c:v>0.00322295481652</c:v>
                </c:pt>
                <c:pt idx="1659">
                  <c:v>0.00321619490976</c:v>
                </c:pt>
                <c:pt idx="1660">
                  <c:v>0.00320945690658</c:v>
                </c:pt>
                <c:pt idx="1661">
                  <c:v>0.00320274071461</c:v>
                </c:pt>
                <c:pt idx="1662">
                  <c:v>0.00319604624208</c:v>
                </c:pt>
                <c:pt idx="1663">
                  <c:v>0.00318937339783</c:v>
                </c:pt>
                <c:pt idx="1664">
                  <c:v>0.00318272209128</c:v>
                </c:pt>
                <c:pt idx="1665">
                  <c:v>0.00317609223246</c:v>
                </c:pt>
                <c:pt idx="1666">
                  <c:v>0.003169483732</c:v>
                </c:pt>
                <c:pt idx="1667">
                  <c:v>0.00316289650108</c:v>
                </c:pt>
                <c:pt idx="1668">
                  <c:v>0.00315633045149</c:v>
                </c:pt>
                <c:pt idx="1669">
                  <c:v>0.0031497854956</c:v>
                </c:pt>
                <c:pt idx="1670">
                  <c:v>0.00314326154631</c:v>
                </c:pt>
                <c:pt idx="1671">
                  <c:v>0.00313675851712</c:v>
                </c:pt>
                <c:pt idx="1672">
                  <c:v>0.00313027632206</c:v>
                </c:pt>
                <c:pt idx="1673">
                  <c:v>0.00312381487574</c:v>
                </c:pt>
                <c:pt idx="1674">
                  <c:v>0.00311737409328</c:v>
                </c:pt>
                <c:pt idx="1675">
                  <c:v>0.00311095389034</c:v>
                </c:pt>
                <c:pt idx="1676">
                  <c:v>0.00310455418312</c:v>
                </c:pt>
                <c:pt idx="1677">
                  <c:v>0.00309817488833</c:v>
                </c:pt>
                <c:pt idx="1678">
                  <c:v>0.0030918159232</c:v>
                </c:pt>
                <c:pt idx="1679">
                  <c:v>0.00308547720545</c:v>
                </c:pt>
                <c:pt idx="1680">
                  <c:v>0.0030791586533</c:v>
                </c:pt>
                <c:pt idx="1681">
                  <c:v>0.00307286018547</c:v>
                </c:pt>
                <c:pt idx="1682">
                  <c:v>0.00306658172114</c:v>
                </c:pt>
                <c:pt idx="1683">
                  <c:v>0.00306032317998</c:v>
                </c:pt>
                <c:pt idx="1684">
                  <c:v>0.0030540844821</c:v>
                </c:pt>
                <c:pt idx="1685">
                  <c:v>0.00304786554809</c:v>
                </c:pt>
                <c:pt idx="1686">
                  <c:v>0.00304166629896</c:v>
                </c:pt>
                <c:pt idx="1687">
                  <c:v>0.00303548665617</c:v>
                </c:pt>
                <c:pt idx="1688">
                  <c:v>0.00302932654162</c:v>
                </c:pt>
                <c:pt idx="1689">
                  <c:v>0.00302318587762</c:v>
                </c:pt>
                <c:pt idx="1690">
                  <c:v>0.00301706458688</c:v>
                </c:pt>
                <c:pt idx="1691">
                  <c:v>0.00301096259255</c:v>
                </c:pt>
                <c:pt idx="1692">
                  <c:v>0.00300487981815</c:v>
                </c:pt>
                <c:pt idx="1693">
                  <c:v>0.0029988161876</c:v>
                </c:pt>
                <c:pt idx="1694">
                  <c:v>0.00299277162521</c:v>
                </c:pt>
                <c:pt idx="1695">
                  <c:v>0.00298674605564</c:v>
                </c:pt>
                <c:pt idx="1696">
                  <c:v>0.00298073940394</c:v>
                </c:pt>
                <c:pt idx="1697">
                  <c:v>0.00297475159553</c:v>
                </c:pt>
                <c:pt idx="1698">
                  <c:v>0.00296878255616</c:v>
                </c:pt>
                <c:pt idx="1699">
                  <c:v>0.00296283221194</c:v>
                </c:pt>
                <c:pt idx="1700">
                  <c:v>0.00295690048932</c:v>
                </c:pt>
                <c:pt idx="1701">
                  <c:v>0.0029509873151</c:v>
                </c:pt>
                <c:pt idx="1702">
                  <c:v>0.00294509261639</c:v>
                </c:pt>
                <c:pt idx="1703">
                  <c:v>0.00293921632063</c:v>
                </c:pt>
                <c:pt idx="1704">
                  <c:v>0.00293335835558</c:v>
                </c:pt>
                <c:pt idx="1705">
                  <c:v>0.00292751864931</c:v>
                </c:pt>
                <c:pt idx="1706">
                  <c:v>0.00292169713021</c:v>
                </c:pt>
                <c:pt idx="1707">
                  <c:v>0.00291589372696</c:v>
                </c:pt>
                <c:pt idx="1708">
                  <c:v>0.00291010836855</c:v>
                </c:pt>
                <c:pt idx="1709">
                  <c:v>0.00290434098425</c:v>
                </c:pt>
                <c:pt idx="1710">
                  <c:v>0.00289859150363</c:v>
                </c:pt>
                <c:pt idx="1711">
                  <c:v>0.00289285985656</c:v>
                </c:pt>
                <c:pt idx="1712">
                  <c:v>0.00288714597317</c:v>
                </c:pt>
                <c:pt idx="1713">
                  <c:v>0.00288144978387</c:v>
                </c:pt>
                <c:pt idx="1714">
                  <c:v>0.00287577121937</c:v>
                </c:pt>
                <c:pt idx="1715">
                  <c:v>0.00287011021063</c:v>
                </c:pt>
                <c:pt idx="1716">
                  <c:v>0.00286446668887</c:v>
                </c:pt>
                <c:pt idx="1717">
                  <c:v>0.00285884058562</c:v>
                </c:pt>
                <c:pt idx="1718">
                  <c:v>0.00285323183263</c:v>
                </c:pt>
                <c:pt idx="1719">
                  <c:v>0.00284764036193</c:v>
                </c:pt>
                <c:pt idx="1720">
                  <c:v>0.00284206610581</c:v>
                </c:pt>
                <c:pt idx="1721">
                  <c:v>0.00283650899681</c:v>
                </c:pt>
                <c:pt idx="1722">
                  <c:v>0.00283096896772</c:v>
                </c:pt>
                <c:pt idx="1723">
                  <c:v>0.0028254459516</c:v>
                </c:pt>
                <c:pt idx="1724">
                  <c:v>0.00281993988175</c:v>
                </c:pt>
                <c:pt idx="1725">
                  <c:v>0.00281445069171</c:v>
                </c:pt>
                <c:pt idx="1726">
                  <c:v>0.00280897831528</c:v>
                </c:pt>
                <c:pt idx="1727">
                  <c:v>0.0028035226865</c:v>
                </c:pt>
                <c:pt idx="1728">
                  <c:v>0.00279808373963</c:v>
                </c:pt>
                <c:pt idx="1729">
                  <c:v>0.00279266140922</c:v>
                </c:pt>
                <c:pt idx="1730">
                  <c:v>0.00278725563001</c:v>
                </c:pt>
                <c:pt idx="1731">
                  <c:v>0.002781866337</c:v>
                </c:pt>
                <c:pt idx="1732">
                  <c:v>0.00277649346544</c:v>
                </c:pt>
                <c:pt idx="1733">
                  <c:v>0.00277113695078</c:v>
                </c:pt>
                <c:pt idx="1734">
                  <c:v>0.00276579672872</c:v>
                </c:pt>
                <c:pt idx="1735">
                  <c:v>0.0027604727352</c:v>
                </c:pt>
                <c:pt idx="1736">
                  <c:v>0.00275516490638</c:v>
                </c:pt>
                <c:pt idx="1737">
                  <c:v>0.00274987317865</c:v>
                </c:pt>
                <c:pt idx="1738">
                  <c:v>0.00274459748862</c:v>
                </c:pt>
                <c:pt idx="1739">
                  <c:v>0.00273933777313</c:v>
                </c:pt>
                <c:pt idx="1740">
                  <c:v>0.00273409396925</c:v>
                </c:pt>
                <c:pt idx="1741">
                  <c:v>0.00272886601425</c:v>
                </c:pt>
                <c:pt idx="1742">
                  <c:v>0.00272365384565</c:v>
                </c:pt>
                <c:pt idx="1743">
                  <c:v>0.00271845740115</c:v>
                </c:pt>
                <c:pt idx="1744">
                  <c:v>0.0027132766187</c:v>
                </c:pt>
                <c:pt idx="1745">
                  <c:v>0.00270811143644</c:v>
                </c:pt>
                <c:pt idx="1746">
                  <c:v>0.00270296179274</c:v>
                </c:pt>
                <c:pt idx="1747">
                  <c:v>0.00269782762617</c:v>
                </c:pt>
                <c:pt idx="1748">
                  <c:v>0.00269270887551</c:v>
                </c:pt>
                <c:pt idx="1749">
                  <c:v>0.00268760547974</c:v>
                </c:pt>
                <c:pt idx="1750">
                  <c:v>0.00268251737807</c:v>
                </c:pt>
                <c:pt idx="1751">
                  <c:v>0.00267744450987</c:v>
                </c:pt>
                <c:pt idx="1752">
                  <c:v>0.00267238681474</c:v>
                </c:pt>
                <c:pt idx="1753">
                  <c:v>0.00266734423247</c:v>
                </c:pt>
                <c:pt idx="1754">
                  <c:v>0.00266231670305</c:v>
                </c:pt>
                <c:pt idx="1755">
                  <c:v>0.00265730416666</c:v>
                </c:pt>
                <c:pt idx="1756">
                  <c:v>0.00265230656367</c:v>
                </c:pt>
                <c:pt idx="1757">
                  <c:v>0.00264732383463</c:v>
                </c:pt>
                <c:pt idx="1758">
                  <c:v>0.0026423559203</c:v>
                </c:pt>
                <c:pt idx="1759">
                  <c:v>0.00263740276161</c:v>
                </c:pt>
                <c:pt idx="1760">
                  <c:v>0.00263246429966</c:v>
                </c:pt>
                <c:pt idx="1761">
                  <c:v>0.00262754047576</c:v>
                </c:pt>
                <c:pt idx="1762">
                  <c:v>0.00262263123137</c:v>
                </c:pt>
                <c:pt idx="1763">
                  <c:v>0.00261773650815</c:v>
                </c:pt>
                <c:pt idx="1764">
                  <c:v>0.00261285624791</c:v>
                </c:pt>
                <c:pt idx="1765">
                  <c:v>0.00260799039265</c:v>
                </c:pt>
                <c:pt idx="1766">
                  <c:v>0.00260313888452</c:v>
                </c:pt>
                <c:pt idx="1767">
                  <c:v>0.00259830166587</c:v>
                </c:pt>
                <c:pt idx="1768">
                  <c:v>0.00259347867919</c:v>
                </c:pt>
                <c:pt idx="1769">
                  <c:v>0.00258866986714</c:v>
                </c:pt>
                <c:pt idx="1770">
                  <c:v>0.00258387517253</c:v>
                </c:pt>
                <c:pt idx="1771">
                  <c:v>0.00257909453836</c:v>
                </c:pt>
                <c:pt idx="1772">
                  <c:v>0.00257432790777</c:v>
                </c:pt>
                <c:pt idx="1773">
                  <c:v>0.00256957522406</c:v>
                </c:pt>
                <c:pt idx="1774">
                  <c:v>0.0025648364307</c:v>
                </c:pt>
                <c:pt idx="1775">
                  <c:v>0.00256011147128</c:v>
                </c:pt>
                <c:pt idx="1776">
                  <c:v>0.00255540028959</c:v>
                </c:pt>
                <c:pt idx="1777">
                  <c:v>0.00255070282956</c:v>
                </c:pt>
                <c:pt idx="1778">
                  <c:v>0.00254601903526</c:v>
                </c:pt>
                <c:pt idx="1779">
                  <c:v>0.00254134885093</c:v>
                </c:pt>
                <c:pt idx="1780">
                  <c:v>0.00253669222095</c:v>
                </c:pt>
                <c:pt idx="1781">
                  <c:v>0.00253204908989</c:v>
                </c:pt>
                <c:pt idx="1782">
                  <c:v>0.00252741940243</c:v>
                </c:pt>
                <c:pt idx="1783">
                  <c:v>0.00252280310344</c:v>
                </c:pt>
                <c:pt idx="1784">
                  <c:v>0.00251820013794</c:v>
                </c:pt>
                <c:pt idx="1785">
                  <c:v>0.00251361045111</c:v>
                </c:pt>
                <c:pt idx="1786">
                  <c:v>0.00250903398829</c:v>
                </c:pt>
                <c:pt idx="1787">
                  <c:v>0.00250447069498</c:v>
                </c:pt>
                <c:pt idx="1788">
                  <c:v>0.00249992051686</c:v>
                </c:pt>
                <c:pt idx="1789">
                  <c:v>0.00249538339978</c:v>
                </c:pt>
                <c:pt idx="1790">
                  <c:v>0.00249085928976</c:v>
                </c:pt>
                <c:pt idx="1791">
                  <c:v>0.00248634813299</c:v>
                </c:pt>
                <c:pt idx="1792">
                  <c:v>0.00248184987586</c:v>
                </c:pt>
                <c:pt idx="1793">
                  <c:v>0.00247736446494</c:v>
                </c:pt>
                <c:pt idx="1794">
                  <c:v>0.002472891847</c:v>
                </c:pt>
                <c:pt idx="1795">
                  <c:v>0.00246843196898</c:v>
                </c:pt>
                <c:pt idx="1796">
                  <c:v>0.00246398477807</c:v>
                </c:pt>
                <c:pt idx="1797">
                  <c:v>0.00245955022164</c:v>
                </c:pt>
                <c:pt idx="1798">
                  <c:v>0.00245512824728</c:v>
                </c:pt>
                <c:pt idx="1799">
                  <c:v>0.00245071880282</c:v>
                </c:pt>
                <c:pt idx="1800">
                  <c:v>0.00244632183631</c:v>
                </c:pt>
                <c:pt idx="1801">
                  <c:v>0.00244193729606</c:v>
                </c:pt>
                <c:pt idx="1802">
                  <c:v>0.0024375651306</c:v>
                </c:pt>
                <c:pt idx="1803">
                  <c:v>0.00243320528874</c:v>
                </c:pt>
                <c:pt idx="1804">
                  <c:v>0.00242885771956</c:v>
                </c:pt>
                <c:pt idx="1805">
                  <c:v>0.00242452237241</c:v>
                </c:pt>
                <c:pt idx="1806">
                  <c:v>0.00242019919691</c:v>
                </c:pt>
                <c:pt idx="1807">
                  <c:v>0.00241588814302</c:v>
                </c:pt>
                <c:pt idx="1808">
                  <c:v>0.00241158916097</c:v>
                </c:pt>
                <c:pt idx="1809">
                  <c:v>0.00240730220131</c:v>
                </c:pt>
                <c:pt idx="1810">
                  <c:v>0.00240302721495</c:v>
                </c:pt>
                <c:pt idx="1811">
                  <c:v>0.00239876415309</c:v>
                </c:pt>
                <c:pt idx="1812">
                  <c:v>0.00239451296733</c:v>
                </c:pt>
                <c:pt idx="1813">
                  <c:v>0.0023902736096</c:v>
                </c:pt>
                <c:pt idx="1814">
                  <c:v>0.00238604603219</c:v>
                </c:pt>
                <c:pt idx="1815">
                  <c:v>0.00238183018782</c:v>
                </c:pt>
                <c:pt idx="1816">
                  <c:v>0.00237762602955</c:v>
                </c:pt>
                <c:pt idx="1817">
                  <c:v>0.00237343351087</c:v>
                </c:pt>
                <c:pt idx="1818">
                  <c:v>0.00236925258568</c:v>
                </c:pt>
                <c:pt idx="1819">
                  <c:v>0.0023650832083</c:v>
                </c:pt>
                <c:pt idx="1820">
                  <c:v>0.00236092533348</c:v>
                </c:pt>
                <c:pt idx="1821">
                  <c:v>0.00235677891642</c:v>
                </c:pt>
                <c:pt idx="1822">
                  <c:v>0.00235264391276</c:v>
                </c:pt>
                <c:pt idx="1823">
                  <c:v>0.00234852027861</c:v>
                </c:pt>
                <c:pt idx="1824">
                  <c:v>0.00234440797054</c:v>
                </c:pt>
                <c:pt idx="1825">
                  <c:v>0.00234030694559</c:v>
                </c:pt>
                <c:pt idx="1826">
                  <c:v>0.00233621716129</c:v>
                </c:pt>
                <c:pt idx="1827">
                  <c:v>0.00233213857565</c:v>
                </c:pt>
                <c:pt idx="1828">
                  <c:v>0.00232807114718</c:v>
                </c:pt>
                <c:pt idx="1829">
                  <c:v>0.00232401483488</c:v>
                </c:pt>
                <c:pt idx="1830">
                  <c:v>0.00231996959825</c:v>
                </c:pt>
                <c:pt idx="1831">
                  <c:v>0.00231593539729</c:v>
                </c:pt>
                <c:pt idx="1832">
                  <c:v>0.00231191219253</c:v>
                </c:pt>
                <c:pt idx="1833">
                  <c:v>0.00230789994497</c:v>
                </c:pt>
                <c:pt idx="1834">
                  <c:v>0.00230389861615</c:v>
                </c:pt>
                <c:pt idx="1835">
                  <c:v>0.0022999081681</c:v>
                </c:pt>
                <c:pt idx="1836">
                  <c:v>0.00229592856337</c:v>
                </c:pt>
                <c:pt idx="1837">
                  <c:v>0.002291959765</c:v>
                </c:pt>
                <c:pt idx="1838">
                  <c:v>0.00228800173655</c:v>
                </c:pt>
                <c:pt idx="1839">
                  <c:v>0.00228405444206</c:v>
                </c:pt>
                <c:pt idx="1840">
                  <c:v>0.00228011784608</c:v>
                </c:pt>
                <c:pt idx="1841">
                  <c:v>0.00227619191365</c:v>
                </c:pt>
                <c:pt idx="1842">
                  <c:v>0.00227227661027</c:v>
                </c:pt>
                <c:pt idx="1843">
                  <c:v>0.00226837190195</c:v>
                </c:pt>
                <c:pt idx="1844">
                  <c:v>0.00226447775513</c:v>
                </c:pt>
                <c:pt idx="1845">
                  <c:v>0.00226059413675</c:v>
                </c:pt>
                <c:pt idx="1846">
                  <c:v>0.00225672101418</c:v>
                </c:pt>
                <c:pt idx="1847">
                  <c:v>0.00225285835523</c:v>
                </c:pt>
                <c:pt idx="1848">
                  <c:v>0.00224900612814</c:v>
                </c:pt>
                <c:pt idx="1849">
                  <c:v>0.00224516430158</c:v>
                </c:pt>
                <c:pt idx="1850">
                  <c:v>0.00224133284464</c:v>
                </c:pt>
                <c:pt idx="1851">
                  <c:v>0.00223751172677</c:v>
                </c:pt>
                <c:pt idx="1852">
                  <c:v>0.00223370091785</c:v>
                </c:pt>
                <c:pt idx="1853">
                  <c:v>0.00222990038809</c:v>
                </c:pt>
                <c:pt idx="1854">
                  <c:v>0.0022261101081</c:v>
                </c:pt>
                <c:pt idx="1855">
                  <c:v>0.00222233004881</c:v>
                </c:pt>
                <c:pt idx="1856">
                  <c:v>0.00221856018148</c:v>
                </c:pt>
                <c:pt idx="1857">
                  <c:v>0.00221480047772</c:v>
                </c:pt>
                <c:pt idx="1858">
                  <c:v>0.0022110509094</c:v>
                </c:pt>
                <c:pt idx="1859">
                  <c:v>0.00220731144872</c:v>
                </c:pt>
                <c:pt idx="1860">
                  <c:v>0.00220358206815</c:v>
                </c:pt>
                <c:pt idx="1861">
                  <c:v>0.0021998627404</c:v>
                </c:pt>
                <c:pt idx="1862">
                  <c:v>0.00219615343847</c:v>
                </c:pt>
                <c:pt idx="1863">
                  <c:v>0.00219245413555</c:v>
                </c:pt>
                <c:pt idx="1864">
                  <c:v>0.00218876480509</c:v>
                </c:pt>
                <c:pt idx="1865">
                  <c:v>0.00218508542073</c:v>
                </c:pt>
                <c:pt idx="1866">
                  <c:v>0.0021814159563</c:v>
                </c:pt>
                <c:pt idx="1867">
                  <c:v>0.00217775638584</c:v>
                </c:pt>
                <c:pt idx="1868">
                  <c:v>0.00217410668352</c:v>
                </c:pt>
                <c:pt idx="1869">
                  <c:v>0.00217046682369</c:v>
                </c:pt>
                <c:pt idx="1870">
                  <c:v>0.00216683678084</c:v>
                </c:pt>
                <c:pt idx="1871">
                  <c:v>0.0021632165296</c:v>
                </c:pt>
                <c:pt idx="1872">
                  <c:v>0.00215960604468</c:v>
                </c:pt>
                <c:pt idx="1873">
                  <c:v>0.00215600530096</c:v>
                </c:pt>
                <c:pt idx="1874">
                  <c:v>0.00215241427335</c:v>
                </c:pt>
                <c:pt idx="1875">
                  <c:v>0.0021488329369</c:v>
                </c:pt>
                <c:pt idx="1876">
                  <c:v>0.0021452612667</c:v>
                </c:pt>
                <c:pt idx="1877">
                  <c:v>0.00214169923792</c:v>
                </c:pt>
                <c:pt idx="1878">
                  <c:v>0.00213814682577</c:v>
                </c:pt>
                <c:pt idx="1879">
                  <c:v>0.00213460400551</c:v>
                </c:pt>
                <c:pt idx="1880">
                  <c:v>0.00213107075246</c:v>
                </c:pt>
                <c:pt idx="1881">
                  <c:v>0.00212754704191</c:v>
                </c:pt>
                <c:pt idx="1882">
                  <c:v>0.00212403284922</c:v>
                </c:pt>
                <c:pt idx="1883">
                  <c:v>0.00212052814974</c:v>
                </c:pt>
                <c:pt idx="1884">
                  <c:v>0.00211703291879</c:v>
                </c:pt>
                <c:pt idx="1885">
                  <c:v>0.00211354713174</c:v>
                </c:pt>
                <c:pt idx="1886">
                  <c:v>0.00211007076389</c:v>
                </c:pt>
                <c:pt idx="1887">
                  <c:v>0.00210660379055</c:v>
                </c:pt>
                <c:pt idx="1888">
                  <c:v>0.00210314618698</c:v>
                </c:pt>
                <c:pt idx="1889">
                  <c:v>0.00209969792841</c:v>
                </c:pt>
                <c:pt idx="1890">
                  <c:v>0.00209625899003</c:v>
                </c:pt>
                <c:pt idx="1891">
                  <c:v>0.00209282934697</c:v>
                </c:pt>
                <c:pt idx="1892">
                  <c:v>0.00208940897431</c:v>
                </c:pt>
                <c:pt idx="1893">
                  <c:v>0.00208599784706</c:v>
                </c:pt>
                <c:pt idx="1894">
                  <c:v>0.00208259594016</c:v>
                </c:pt>
                <c:pt idx="1895">
                  <c:v>0.00207920322847</c:v>
                </c:pt>
                <c:pt idx="1896">
                  <c:v>0.00207581968678</c:v>
                </c:pt>
                <c:pt idx="1897">
                  <c:v>0.00207244528979</c:v>
                </c:pt>
                <c:pt idx="1898">
                  <c:v>0.00206908001208</c:v>
                </c:pt>
                <c:pt idx="1899">
                  <c:v>0.00206572382817</c:v>
                </c:pt>
                <c:pt idx="1900">
                  <c:v>0.00206237671245</c:v>
                </c:pt>
                <c:pt idx="1901">
                  <c:v>0.00205903863921</c:v>
                </c:pt>
                <c:pt idx="1902">
                  <c:v>0.00205570958261</c:v>
                </c:pt>
                <c:pt idx="1903">
                  <c:v>0.00205238951671</c:v>
                </c:pt>
                <c:pt idx="1904">
                  <c:v>0.00204907841543</c:v>
                </c:pt>
                <c:pt idx="1905">
                  <c:v>0.00204577625256</c:v>
                </c:pt>
                <c:pt idx="1906">
                  <c:v>0.00204248300176</c:v>
                </c:pt>
                <c:pt idx="1907">
                  <c:v>0.00203919863655</c:v>
                </c:pt>
                <c:pt idx="1908">
                  <c:v>0.00203592313028</c:v>
                </c:pt>
                <c:pt idx="1909">
                  <c:v>0.00203265645617</c:v>
                </c:pt>
                <c:pt idx="1910">
                  <c:v>0.00202939858729</c:v>
                </c:pt>
                <c:pt idx="1911">
                  <c:v>0.00202614949653</c:v>
                </c:pt>
                <c:pt idx="1912">
                  <c:v>0.00202290915662</c:v>
                </c:pt>
                <c:pt idx="1913">
                  <c:v>0.00201967754012</c:v>
                </c:pt>
                <c:pt idx="1914">
                  <c:v>0.00201645461943</c:v>
                </c:pt>
                <c:pt idx="1915">
                  <c:v>0.00201324036674</c:v>
                </c:pt>
                <c:pt idx="1916">
                  <c:v>0.00201003475409</c:v>
                </c:pt>
                <c:pt idx="1917">
                  <c:v>0.00200683775329</c:v>
                </c:pt>
                <c:pt idx="1918">
                  <c:v>0.002003649336</c:v>
                </c:pt>
                <c:pt idx="1919">
                  <c:v>0.00200046947367</c:v>
                </c:pt>
                <c:pt idx="1920">
                  <c:v>0.00199729813752</c:v>
                </c:pt>
                <c:pt idx="1921">
                  <c:v>0.00199413529861</c:v>
                </c:pt>
                <c:pt idx="1922">
                  <c:v>0.00199098092778</c:v>
                </c:pt>
                <c:pt idx="1923">
                  <c:v>0.00198783499564</c:v>
                </c:pt>
                <c:pt idx="1924">
                  <c:v>0.00198469747261</c:v>
                </c:pt>
                <c:pt idx="1925">
                  <c:v>0.00198156832888</c:v>
                </c:pt>
                <c:pt idx="1926">
                  <c:v>0.00197844753442</c:v>
                </c:pt>
                <c:pt idx="1927">
                  <c:v>0.00197533505901</c:v>
                </c:pt>
                <c:pt idx="1928">
                  <c:v>0.00197223087217</c:v>
                </c:pt>
                <c:pt idx="1929">
                  <c:v>0.00196913494321</c:v>
                </c:pt>
                <c:pt idx="1930">
                  <c:v>0.00196604724121</c:v>
                </c:pt>
                <c:pt idx="1931">
                  <c:v>0.00196296773505</c:v>
                </c:pt>
                <c:pt idx="1932">
                  <c:v>0.00195989639336</c:v>
                </c:pt>
                <c:pt idx="1933">
                  <c:v>0.00195683318454</c:v>
                </c:pt>
                <c:pt idx="1934">
                  <c:v>0.00195377807677</c:v>
                </c:pt>
                <c:pt idx="1935">
                  <c:v>0.00195073103803</c:v>
                </c:pt>
                <c:pt idx="1936">
                  <c:v>0.00194769203604</c:v>
                </c:pt>
                <c:pt idx="1937">
                  <c:v>0.00194466103832</c:v>
                </c:pt>
                <c:pt idx="1938">
                  <c:v>0.00194163801216</c:v>
                </c:pt>
                <c:pt idx="1939">
                  <c:v>0.00193862292465</c:v>
                </c:pt>
                <c:pt idx="1940">
                  <c:v>0.00193561574264</c:v>
                </c:pt>
                <c:pt idx="1941">
                  <c:v>0.0019326164328</c:v>
                </c:pt>
                <c:pt idx="1942">
                  <c:v>0.00192962496157</c:v>
                </c:pt>
                <c:pt idx="1943">
                  <c:v>0.0019266412952</c:v>
                </c:pt>
                <c:pt idx="1944">
                  <c:v>0.00192366539974</c:v>
                </c:pt>
                <c:pt idx="1945">
                  <c:v>0.00192069724105</c:v>
                </c:pt>
                <c:pt idx="1946">
                  <c:v>0.0019177367848</c:v>
                </c:pt>
                <c:pt idx="1947">
                  <c:v>0.00191478399651</c:v>
                </c:pt>
                <c:pt idx="1948">
                  <c:v>0.00191183884149</c:v>
                </c:pt>
                <c:pt idx="1949">
                  <c:v>0.0019089012849</c:v>
                </c:pt>
                <c:pt idx="1950">
                  <c:v>0.00190597129176</c:v>
                </c:pt>
                <c:pt idx="1951">
                  <c:v>0.00190304882692</c:v>
                </c:pt>
                <c:pt idx="1952">
                  <c:v>0.00190013385511</c:v>
                </c:pt>
                <c:pt idx="1953">
                  <c:v>0.00189722634091</c:v>
                </c:pt>
                <c:pt idx="1954">
                  <c:v>0.00189432624881</c:v>
                </c:pt>
                <c:pt idx="1955">
                  <c:v>0.00189143354315</c:v>
                </c:pt>
                <c:pt idx="1956">
                  <c:v>0.00188854818821</c:v>
                </c:pt>
                <c:pt idx="1957">
                  <c:v>0.00188567014815</c:v>
                </c:pt>
                <c:pt idx="1958">
                  <c:v>0.00188279938707</c:v>
                </c:pt>
                <c:pt idx="1959">
                  <c:v>0.00187993586901</c:v>
                </c:pt>
                <c:pt idx="1960">
                  <c:v>0.00187707955792</c:v>
                </c:pt>
                <c:pt idx="1961">
                  <c:v>0.00187423041774</c:v>
                </c:pt>
                <c:pt idx="1962">
                  <c:v>0.00187138841237</c:v>
                </c:pt>
                <c:pt idx="1963">
                  <c:v>0.00186855350568</c:v>
                </c:pt>
                <c:pt idx="1964">
                  <c:v>0.00186572566155</c:v>
                </c:pt>
                <c:pt idx="1965">
                  <c:v>0.00186290484384</c:v>
                </c:pt>
                <c:pt idx="1966">
                  <c:v>0.00186009101646</c:v>
                </c:pt>
                <c:pt idx="1967">
                  <c:v>0.00185728414332</c:v>
                </c:pt>
                <c:pt idx="1968">
                  <c:v>0.0018544841884</c:v>
                </c:pt>
                <c:pt idx="1969">
                  <c:v>0.00185169111572</c:v>
                </c:pt>
                <c:pt idx="1970">
                  <c:v>0.00184890488937</c:v>
                </c:pt>
                <c:pt idx="1971">
                  <c:v>0.00184612547352</c:v>
                </c:pt>
                <c:pt idx="1972">
                  <c:v>0.00184335283246</c:v>
                </c:pt>
                <c:pt idx="1973">
                  <c:v>0.00184058693055</c:v>
                </c:pt>
                <c:pt idx="1974">
                  <c:v>0.0018378277323</c:v>
                </c:pt>
                <c:pt idx="1975">
                  <c:v>0.00183507520233</c:v>
                </c:pt>
                <c:pt idx="1976">
                  <c:v>0.00183232930544</c:v>
                </c:pt>
                <c:pt idx="1977">
                  <c:v>0.00182959000656</c:v>
                </c:pt>
                <c:pt idx="1978">
                  <c:v>0.0018268572708</c:v>
                </c:pt>
                <c:pt idx="1979">
                  <c:v>0.00182413106345</c:v>
                </c:pt>
                <c:pt idx="1980">
                  <c:v>0.00182141135</c:v>
                </c:pt>
                <c:pt idx="1981">
                  <c:v>0.00181869809616</c:v>
                </c:pt>
                <c:pt idx="1982">
                  <c:v>0.00181599126784</c:v>
                </c:pt>
                <c:pt idx="1983">
                  <c:v>0.00181329083119</c:v>
                </c:pt>
                <c:pt idx="1984">
                  <c:v>0.00181059675259</c:v>
                </c:pt>
                <c:pt idx="1985">
                  <c:v>0.00180790899871</c:v>
                </c:pt>
                <c:pt idx="1986">
                  <c:v>0.00180522753643</c:v>
                </c:pt>
                <c:pt idx="1987">
                  <c:v>0.00180255233295</c:v>
                </c:pt>
                <c:pt idx="1988">
                  <c:v>0.00179988335573</c:v>
                </c:pt>
                <c:pt idx="1989">
                  <c:v>0.00179722057254</c:v>
                </c:pt>
                <c:pt idx="1990">
                  <c:v>0.00179456395143</c:v>
                </c:pt>
                <c:pt idx="1991">
                  <c:v>0.00179191346078</c:v>
                </c:pt>
                <c:pt idx="1992">
                  <c:v>0.0017892690693</c:v>
                </c:pt>
                <c:pt idx="1993">
                  <c:v>0.001786630746</c:v>
                </c:pt>
                <c:pt idx="1994">
                  <c:v>0.00178399846026</c:v>
                </c:pt>
                <c:pt idx="1995">
                  <c:v>0.00178137218177</c:v>
                </c:pt>
                <c:pt idx="1996">
                  <c:v>0.00177875188058</c:v>
                </c:pt>
                <c:pt idx="1997">
                  <c:v>0.00177613752713</c:v>
                </c:pt>
                <c:pt idx="1998">
                  <c:v>0.00177352909217</c:v>
                </c:pt>
                <c:pt idx="1999">
                  <c:v>0.00177092654686</c:v>
                </c:pt>
                <c:pt idx="2000">
                  <c:v>0.00176832986271</c:v>
                </c:pt>
              </c:numCache>
            </c:numRef>
          </c:yVal>
        </c:ser>
        <c:ser>
          <c:idx val="1"/>
          <c:order val="1"/>
          <c:tx>
            <c:v>spin</c:v>
          </c:tx>
          <c:spPr>
            <a:ln xmlns:a="http://schemas.openxmlformats.org/drawingml/2006/main" w="15240">
              <a:solidFill>
                <a:srgbClr val="234F91"/>
              </a:solidFill>
              <a:prstDash val="dash"/>
            </a:ln>
          </c:spPr>
          <c:marker>
            <c:symbol val="none"/>
            <c:size val="5"/>
            <c:spPr>
              <a:solidFill xmlns:a="http://schemas.openxmlformats.org/drawingml/2006/main">
                <a:srgbClr val="234F91"/>
              </a:solidFill>
            </c:spPr>
          </c:marker>
          <c:xVal>
            <c:numRef>
              <c:f>'Chart Data'!$C$2:$C$2002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Data'!$D$2:$D$2002</c:f>
              <c:numCache>
                <c:formatCode>0.0</c:formatCode>
                <c:ptCount val="2001"/>
                <c:pt idx="0">
                  <c:v>0.0527381683124</c:v>
                </c:pt>
                <c:pt idx="1">
                  <c:v>0.0530146802042</c:v>
                </c:pt>
                <c:pt idx="2">
                  <c:v>0.053293332816</c:v>
                </c:pt>
                <c:pt idx="3">
                  <c:v>0.0535741477593</c:v>
                </c:pt>
                <c:pt idx="4">
                  <c:v>0.0538571469102</c:v>
                </c:pt>
                <c:pt idx="5">
                  <c:v>0.0541423524135</c:v>
                </c:pt>
                <c:pt idx="6">
                  <c:v>0.054429786686</c:v>
                </c:pt>
                <c:pt idx="7">
                  <c:v>0.0547194724208</c:v>
                </c:pt>
                <c:pt idx="8">
                  <c:v>0.055011432591</c:v>
                </c:pt>
                <c:pt idx="9">
                  <c:v>0.0553056904539</c:v>
                </c:pt>
                <c:pt idx="10">
                  <c:v>0.0556022695547</c:v>
                </c:pt>
                <c:pt idx="11">
                  <c:v>0.0559011937307</c:v>
                </c:pt>
                <c:pt idx="12">
                  <c:v>0.0562024871158</c:v>
                </c:pt>
                <c:pt idx="13">
                  <c:v>0.0565061741441</c:v>
                </c:pt>
                <c:pt idx="14">
                  <c:v>0.056812279555</c:v>
                </c:pt>
                <c:pt idx="15">
                  <c:v>0.0571208283967</c:v>
                </c:pt>
                <c:pt idx="16">
                  <c:v>0.0574318460314</c:v>
                </c:pt>
                <c:pt idx="17">
                  <c:v>0.0577453581393</c:v>
                </c:pt>
                <c:pt idx="18">
                  <c:v>0.0580613907233</c:v>
                </c:pt>
                <c:pt idx="19">
                  <c:v>0.0583799701138</c:v>
                </c:pt>
                <c:pt idx="20">
                  <c:v>0.0587011229733</c:v>
                </c:pt>
                <c:pt idx="21">
                  <c:v>0.059024876301</c:v>
                </c:pt>
                <c:pt idx="22">
                  <c:v>0.0593512574381</c:v>
                </c:pt>
                <c:pt idx="23">
                  <c:v>0.0596802940724</c:v>
                </c:pt>
                <c:pt idx="24">
                  <c:v>0.0600120142433</c:v>
                </c:pt>
                <c:pt idx="25">
                  <c:v>0.0603464463473</c:v>
                </c:pt>
                <c:pt idx="26">
                  <c:v>0.0606836191425</c:v>
                </c:pt>
                <c:pt idx="27">
                  <c:v>0.0610235617545</c:v>
                </c:pt>
                <c:pt idx="28">
                  <c:v>0.0613663036816</c:v>
                </c:pt>
                <c:pt idx="29">
                  <c:v>0.0617118747999</c:v>
                </c:pt>
                <c:pt idx="30">
                  <c:v>0.0620603053692</c:v>
                </c:pt>
                <c:pt idx="31">
                  <c:v>0.0624116260382</c:v>
                </c:pt>
                <c:pt idx="32">
                  <c:v>0.0627658678506</c:v>
                </c:pt>
                <c:pt idx="33">
                  <c:v>0.0631230622507</c:v>
                </c:pt>
                <c:pt idx="34">
                  <c:v>0.0634832410893</c:v>
                </c:pt>
                <c:pt idx="35">
                  <c:v>0.0638464366293</c:v>
                </c:pt>
                <c:pt idx="36">
                  <c:v>0.0642126815524</c:v>
                </c:pt>
                <c:pt idx="37">
                  <c:v>0.0645820089648</c:v>
                </c:pt>
                <c:pt idx="38">
                  <c:v>0.0649544524036</c:v>
                </c:pt>
                <c:pt idx="39">
                  <c:v>0.0653300458428</c:v>
                </c:pt>
                <c:pt idx="40">
                  <c:v>0.0657088237005</c:v>
                </c:pt>
                <c:pt idx="41">
                  <c:v>0.0660908208445</c:v>
                </c:pt>
                <c:pt idx="42">
                  <c:v>0.0664760725996</c:v>
                </c:pt>
                <c:pt idx="43">
                  <c:v>0.0668646147543</c:v>
                </c:pt>
                <c:pt idx="44">
                  <c:v>0.0672564835673</c:v>
                </c:pt>
                <c:pt idx="45">
                  <c:v>0.0676517157746</c:v>
                </c:pt>
                <c:pt idx="46">
                  <c:v>0.0680503485967</c:v>
                </c:pt>
                <c:pt idx="47">
                  <c:v>0.0684524197458</c:v>
                </c:pt>
                <c:pt idx="48">
                  <c:v>0.0688579674328</c:v>
                </c:pt>
                <c:pt idx="49">
                  <c:v>0.0692670303749</c:v>
                </c:pt>
                <c:pt idx="50">
                  <c:v>0.0696796478032</c:v>
                </c:pt>
                <c:pt idx="51">
                  <c:v>0.07009585947</c:v>
                </c:pt>
                <c:pt idx="52">
                  <c:v>0.0705157056569</c:v>
                </c:pt>
                <c:pt idx="53">
                  <c:v>0.0709392271825</c:v>
                </c:pt>
                <c:pt idx="54">
                  <c:v>0.0713664654103</c:v>
                </c:pt>
                <c:pt idx="55">
                  <c:v>0.0717974622572</c:v>
                </c:pt>
                <c:pt idx="56">
                  <c:v>0.0722322602012</c:v>
                </c:pt>
                <c:pt idx="57">
                  <c:v>0.0726709022899</c:v>
                </c:pt>
                <c:pt idx="58">
                  <c:v>0.0731134321495</c:v>
                </c:pt>
                <c:pt idx="59">
                  <c:v>0.0735598939926</c:v>
                </c:pt>
                <c:pt idx="60">
                  <c:v>0.0740103326276</c:v>
                </c:pt>
                <c:pt idx="61">
                  <c:v>0.0744647934673</c:v>
                </c:pt>
                <c:pt idx="62">
                  <c:v>0.0749233225378</c:v>
                </c:pt>
                <c:pt idx="63">
                  <c:v>0.0753859664881</c:v>
                </c:pt>
                <c:pt idx="64">
                  <c:v>0.0758527725988</c:v>
                </c:pt>
                <c:pt idx="65">
                  <c:v>0.0763237887919</c:v>
                </c:pt>
                <c:pt idx="66">
                  <c:v>0.0767990636405</c:v>
                </c:pt>
                <c:pt idx="67">
                  <c:v>0.077278646378</c:v>
                </c:pt>
                <c:pt idx="68">
                  <c:v>0.0777625869084</c:v>
                </c:pt>
                <c:pt idx="69">
                  <c:v>0.0782509358162</c:v>
                </c:pt>
                <c:pt idx="70">
                  <c:v>0.0787437443764</c:v>
                </c:pt>
                <c:pt idx="71">
                  <c:v>0.0792410645649</c:v>
                </c:pt>
                <c:pt idx="72">
                  <c:v>0.0797429490691</c:v>
                </c:pt>
                <c:pt idx="73">
                  <c:v>0.0802494512982</c:v>
                </c:pt>
                <c:pt idx="74">
                  <c:v>0.0807606253941</c:v>
                </c:pt>
                <c:pt idx="75">
                  <c:v>0.0812765262425</c:v>
                </c:pt>
                <c:pt idx="76">
                  <c:v>0.0817972094837</c:v>
                </c:pt>
                <c:pt idx="77">
                  <c:v>0.0823227315236</c:v>
                </c:pt>
                <c:pt idx="78">
                  <c:v>0.082853149546</c:v>
                </c:pt>
                <c:pt idx="79">
                  <c:v>0.083388521523</c:v>
                </c:pt>
                <c:pt idx="80">
                  <c:v>0.0839289062275</c:v>
                </c:pt>
                <c:pt idx="81">
                  <c:v>0.0844743632447</c:v>
                </c:pt>
                <c:pt idx="82">
                  <c:v>0.0850249529845</c:v>
                </c:pt>
                <c:pt idx="83">
                  <c:v>0.0855807366931</c:v>
                </c:pt>
                <c:pt idx="84">
                  <c:v>0.086141776466</c:v>
                </c:pt>
                <c:pt idx="85">
                  <c:v>0.0867081352601</c:v>
                </c:pt>
                <c:pt idx="86">
                  <c:v>0.0872798769066</c:v>
                </c:pt>
                <c:pt idx="87">
                  <c:v>0.0878570661239</c:v>
                </c:pt>
                <c:pt idx="88">
                  <c:v>0.0884397685305</c:v>
                </c:pt>
                <c:pt idx="89">
                  <c:v>0.0890280506584</c:v>
                </c:pt>
                <c:pt idx="90">
                  <c:v>0.0896219799662</c:v>
                </c:pt>
                <c:pt idx="91">
                  <c:v>0.0902216248531</c:v>
                </c:pt>
                <c:pt idx="92">
                  <c:v>0.0908270546722</c:v>
                </c:pt>
                <c:pt idx="93">
                  <c:v>0.0914383397446</c:v>
                </c:pt>
                <c:pt idx="94">
                  <c:v>0.0920555513735</c:v>
                </c:pt>
                <c:pt idx="95">
                  <c:v>0.0926787618584</c:v>
                </c:pt>
                <c:pt idx="96">
                  <c:v>0.0933080445095</c:v>
                </c:pt>
                <c:pt idx="97">
                  <c:v>0.0939434736624</c:v>
                </c:pt>
                <c:pt idx="98">
                  <c:v>0.0945851246927</c:v>
                </c:pt>
                <c:pt idx="99">
                  <c:v>0.0952330740313</c:v>
                </c:pt>
                <c:pt idx="100">
                  <c:v>0.0958873991788</c:v>
                </c:pt>
                <c:pt idx="101">
                  <c:v>0.0965481787216</c:v>
                </c:pt>
                <c:pt idx="102">
                  <c:v>0.0972154923468</c:v>
                </c:pt>
                <c:pt idx="103">
                  <c:v>0.0978894208581</c:v>
                </c:pt>
                <c:pt idx="104">
                  <c:v>0.0985700461912</c:v>
                </c:pt>
                <c:pt idx="105">
                  <c:v>0.0992574514304</c:v>
                </c:pt>
                <c:pt idx="106">
                  <c:v>0.099951720824</c:v>
                </c:pt>
                <c:pt idx="107">
                  <c:v>0.100652939801</c:v>
                </c:pt>
                <c:pt idx="108">
                  <c:v>0.101361194987</c:v>
                </c:pt>
                <c:pt idx="109">
                  <c:v>0.102076574222</c:v>
                </c:pt>
                <c:pt idx="110">
                  <c:v>0.102799166575</c:v>
                </c:pt>
                <c:pt idx="111">
                  <c:v>0.103529062363</c:v>
                </c:pt>
                <c:pt idx="112">
                  <c:v>0.104266353168</c:v>
                </c:pt>
                <c:pt idx="113">
                  <c:v>0.105011131851</c:v>
                </c:pt>
                <c:pt idx="114">
                  <c:v>0.105763492573</c:v>
                </c:pt>
                <c:pt idx="115">
                  <c:v>0.106523530811</c:v>
                </c:pt>
                <c:pt idx="116">
                  <c:v>0.107291343375</c:v>
                </c:pt>
                <c:pt idx="117">
                  <c:v>0.108067028425</c:v>
                </c:pt>
                <c:pt idx="118">
                  <c:v>0.108850685492</c:v>
                </c:pt>
                <c:pt idx="119">
                  <c:v>0.109642415493</c:v>
                </c:pt>
                <c:pt idx="120">
                  <c:v>0.110442320748</c:v>
                </c:pt>
                <c:pt idx="121">
                  <c:v>0.111250505001</c:v>
                </c:pt>
                <c:pt idx="122">
                  <c:v>0.112067073436</c:v>
                </c:pt>
                <c:pt idx="123">
                  <c:v>0.112892132697</c:v>
                </c:pt>
                <c:pt idx="124">
                  <c:v>0.113725790903</c:v>
                </c:pt>
                <c:pt idx="125">
                  <c:v>0.11456815767</c:v>
                </c:pt>
                <c:pt idx="126">
                  <c:v>0.115419344126</c:v>
                </c:pt>
                <c:pt idx="127">
                  <c:v>0.116279462932</c:v>
                </c:pt>
                <c:pt idx="128">
                  <c:v>0.1171486283</c:v>
                </c:pt>
                <c:pt idx="129">
                  <c:v>0.118026956007</c:v>
                </c:pt>
                <c:pt idx="130">
                  <c:v>0.118914563421</c:v>
                </c:pt>
                <c:pt idx="131">
                  <c:v>0.119811569511</c:v>
                </c:pt>
                <c:pt idx="132">
                  <c:v>0.120718094871</c:v>
                </c:pt>
                <c:pt idx="133">
                  <c:v>0.121634261737</c:v>
                </c:pt>
                <c:pt idx="134">
                  <c:v>0.122560194002</c:v>
                </c:pt>
                <c:pt idx="135">
                  <c:v>0.123496017238</c:v>
                </c:pt>
                <c:pt idx="136">
                  <c:v>0.124441858711</c:v>
                </c:pt>
                <c:pt idx="137">
                  <c:v>0.125397847399</c:v>
                </c:pt>
                <c:pt idx="138">
                  <c:v>0.126364114011</c:v>
                </c:pt>
                <c:pt idx="139">
                  <c:v>0.127340791</c:v>
                </c:pt>
                <c:pt idx="140">
                  <c:v>0.128328012588</c:v>
                </c:pt>
                <c:pt idx="141">
                  <c:v>0.129325914773</c:v>
                </c:pt>
                <c:pt idx="142">
                  <c:v>0.130334635352</c:v>
                </c:pt>
                <c:pt idx="143">
                  <c:v>0.131354313936</c:v>
                </c:pt>
                <c:pt idx="144">
                  <c:v>0.132385091963</c:v>
                </c:pt>
                <c:pt idx="145">
                  <c:v>0.133427112717</c:v>
                </c:pt>
                <c:pt idx="146">
                  <c:v>0.13448052134</c:v>
                </c:pt>
                <c:pt idx="147">
                  <c:v>0.135545464847</c:v>
                </c:pt>
                <c:pt idx="148">
                  <c:v>0.136622092142</c:v>
                </c:pt>
                <c:pt idx="149">
                  <c:v>0.137710554029</c:v>
                </c:pt>
                <c:pt idx="150">
                  <c:v>0.138811003226</c:v>
                </c:pt>
                <c:pt idx="151">
                  <c:v>0.139923594376</c:v>
                </c:pt>
                <c:pt idx="152">
                  <c:v>0.141048484061</c:v>
                </c:pt>
                <c:pt idx="153">
                  <c:v>0.142185830808</c:v>
                </c:pt>
                <c:pt idx="154">
                  <c:v>0.143335795105</c:v>
                </c:pt>
                <c:pt idx="155">
                  <c:v>0.144498539405</c:v>
                </c:pt>
                <c:pt idx="156">
                  <c:v>0.145674228136</c:v>
                </c:pt>
                <c:pt idx="157">
                  <c:v>0.146863027709</c:v>
                </c:pt>
                <c:pt idx="158">
                  <c:v>0.148065106524</c:v>
                </c:pt>
                <c:pt idx="159">
                  <c:v>0.149280634971</c:v>
                </c:pt>
                <c:pt idx="160">
                  <c:v>0.150509785441</c:v>
                </c:pt>
                <c:pt idx="161">
                  <c:v>0.151752732322</c:v>
                </c:pt>
                <c:pt idx="162">
                  <c:v>0.153009652005</c:v>
                </c:pt>
                <c:pt idx="163">
                  <c:v>0.154280722881</c:v>
                </c:pt>
                <c:pt idx="164">
                  <c:v>0.155566125339</c:v>
                </c:pt>
                <c:pt idx="165">
                  <c:v>0.156866041765</c:v>
                </c:pt>
                <c:pt idx="166">
                  <c:v>0.158180656535</c:v>
                </c:pt>
                <c:pt idx="167">
                  <c:v>0.159510156011</c:v>
                </c:pt>
                <c:pt idx="168">
                  <c:v>0.160854728529</c:v>
                </c:pt>
                <c:pt idx="169">
                  <c:v>0.162214564389</c:v>
                </c:pt>
                <c:pt idx="170">
                  <c:v>0.163589855845</c:v>
                </c:pt>
                <c:pt idx="171">
                  <c:v>0.164980797088</c:v>
                </c:pt>
                <c:pt idx="172">
                  <c:v>0.166387584228</c:v>
                </c:pt>
                <c:pt idx="173">
                  <c:v>0.167810415277</c:v>
                </c:pt>
                <c:pt idx="174">
                  <c:v>0.169249490123</c:v>
                </c:pt>
                <c:pt idx="175">
                  <c:v>0.170705010509</c:v>
                </c:pt>
                <c:pt idx="176">
                  <c:v>0.172177180003</c:v>
                </c:pt>
                <c:pt idx="177">
                  <c:v>0.173666203966</c:v>
                </c:pt>
                <c:pt idx="178">
                  <c:v>0.175172289522</c:v>
                </c:pt>
                <c:pt idx="179">
                  <c:v>0.176695645515</c:v>
                </c:pt>
                <c:pt idx="180">
                  <c:v>0.178236482476</c:v>
                </c:pt>
                <c:pt idx="181">
                  <c:v>0.179795012569</c:v>
                </c:pt>
                <c:pt idx="182">
                  <c:v>0.181371449552</c:v>
                </c:pt>
                <c:pt idx="183">
                  <c:v>0.18296600872</c:v>
                </c:pt>
                <c:pt idx="184">
                  <c:v>0.184578906847</c:v>
                </c:pt>
                <c:pt idx="185">
                  <c:v>0.18621036213</c:v>
                </c:pt>
                <c:pt idx="186">
                  <c:v>0.187860594124</c:v>
                </c:pt>
                <c:pt idx="187">
                  <c:v>0.189529823666</c:v>
                </c:pt>
                <c:pt idx="188">
                  <c:v>0.191218272805</c:v>
                </c:pt>
                <c:pt idx="189">
                  <c:v>0.192926164723</c:v>
                </c:pt>
                <c:pt idx="190">
                  <c:v>0.194653723645</c:v>
                </c:pt>
                <c:pt idx="191">
                  <c:v>0.196401174753</c:v>
                </c:pt>
                <c:pt idx="192">
                  <c:v>0.198168744083</c:v>
                </c:pt>
                <c:pt idx="193">
                  <c:v>0.199956658431</c:v>
                </c:pt>
                <c:pt idx="194">
                  <c:v>0.201765145233</c:v>
                </c:pt>
                <c:pt idx="195">
                  <c:v>0.203594432458</c:v>
                </c:pt>
                <c:pt idx="196">
                  <c:v>0.205444748481</c:v>
                </c:pt>
                <c:pt idx="197">
                  <c:v>0.207316321954</c:v>
                </c:pt>
                <c:pt idx="198">
                  <c:v>0.209209381669</c:v>
                </c:pt>
                <c:pt idx="199">
                  <c:v>0.211124156412</c:v>
                </c:pt>
                <c:pt idx="200">
                  <c:v>0.213060874814</c:v>
                </c:pt>
                <c:pt idx="201">
                  <c:v>0.215019765187</c:v>
                </c:pt>
                <c:pt idx="202">
                  <c:v>0.217001055353</c:v>
                </c:pt>
                <c:pt idx="203">
                  <c:v>0.21900497247</c:v>
                </c:pt>
                <c:pt idx="204">
                  <c:v>0.221031742844</c:v>
                </c:pt>
                <c:pt idx="205">
                  <c:v>0.223081591731</c:v>
                </c:pt>
                <c:pt idx="206">
                  <c:v>0.225154743129</c:v>
                </c:pt>
                <c:pt idx="207">
                  <c:v>0.227251419569</c:v>
                </c:pt>
                <c:pt idx="208">
                  <c:v>0.229371841879</c:v>
                </c:pt>
                <c:pt idx="209">
                  <c:v>0.231516228956</c:v>
                </c:pt>
                <c:pt idx="210">
                  <c:v>0.233684797514</c:v>
                </c:pt>
                <c:pt idx="211">
                  <c:v>0.235877761824</c:v>
                </c:pt>
                <c:pt idx="212">
                  <c:v>0.238095333446</c:v>
                </c:pt>
                <c:pt idx="213">
                  <c:v>0.240337720948</c:v>
                </c:pt>
                <c:pt idx="214">
                  <c:v>0.242605129611</c:v>
                </c:pt>
                <c:pt idx="215">
                  <c:v>0.244897761119</c:v>
                </c:pt>
                <c:pt idx="216">
                  <c:v>0.247215813247</c:v>
                </c:pt>
                <c:pt idx="217">
                  <c:v>0.249559479525</c:v>
                </c:pt>
                <c:pt idx="218">
                  <c:v>0.251928948896</c:v>
                </c:pt>
                <c:pt idx="219">
                  <c:v>0.254324405353</c:v>
                </c:pt>
                <c:pt idx="220">
                  <c:v>0.256746027577</c:v>
                </c:pt>
                <c:pt idx="221">
                  <c:v>0.259193988542</c:v>
                </c:pt>
                <c:pt idx="222">
                  <c:v>0.26166845512</c:v>
                </c:pt>
                <c:pt idx="223">
                  <c:v>0.264169587673</c:v>
                </c:pt>
                <c:pt idx="224">
                  <c:v>0.266697539615</c:v>
                </c:pt>
                <c:pt idx="225">
                  <c:v>0.26925245698</c:v>
                </c:pt>
                <c:pt idx="226">
                  <c:v>0.271834477961</c:v>
                </c:pt>
                <c:pt idx="227">
                  <c:v>0.274443732441</c:v>
                </c:pt>
                <c:pt idx="228">
                  <c:v>0.277080341507</c:v>
                </c:pt>
                <c:pt idx="229">
                  <c:v>0.279744416949</c:v>
                </c:pt>
                <c:pt idx="230">
                  <c:v>0.28243606075</c:v>
                </c:pt>
                <c:pt idx="231">
                  <c:v>0.285155364553</c:v>
                </c:pt>
                <c:pt idx="232">
                  <c:v>0.287902409119</c:v>
                </c:pt>
                <c:pt idx="233">
                  <c:v>0.29067726377</c:v>
                </c:pt>
                <c:pt idx="234">
                  <c:v>0.293479985818</c:v>
                </c:pt>
                <c:pt idx="235">
                  <c:v>0.296310619979</c:v>
                </c:pt>
                <c:pt idx="236">
                  <c:v>0.299169197775</c:v>
                </c:pt>
                <c:pt idx="237">
                  <c:v>0.302055736921</c:v>
                </c:pt>
                <c:pt idx="238">
                  <c:v>0.304970240702</c:v>
                </c:pt>
                <c:pt idx="239">
                  <c:v>0.307912697336</c:v>
                </c:pt>
                <c:pt idx="240">
                  <c:v>0.310883079327</c:v>
                </c:pt>
                <c:pt idx="241">
                  <c:v>0.313881342802</c:v>
                </c:pt>
                <c:pt idx="242">
                  <c:v>0.316907426843</c:v>
                </c:pt>
                <c:pt idx="243">
                  <c:v>0.31996125281</c:v>
                </c:pt>
                <c:pt idx="244">
                  <c:v>0.32304272365</c:v>
                </c:pt>
                <c:pt idx="245">
                  <c:v>0.326151723199</c:v>
                </c:pt>
                <c:pt idx="246">
                  <c:v>0.329288115484</c:v>
                </c:pt>
                <c:pt idx="247">
                  <c:v>0.33245174401</c:v>
                </c:pt>
                <c:pt idx="248">
                  <c:v>0.335642431044</c:v>
                </c:pt>
                <c:pt idx="249">
                  <c:v>0.338859976905</c:v>
                </c:pt>
                <c:pt idx="250">
                  <c:v>0.342104159235</c:v>
                </c:pt>
                <c:pt idx="251">
                  <c:v>0.345374732286</c:v>
                </c:pt>
                <c:pt idx="252">
                  <c:v>0.348671426193</c:v>
                </c:pt>
                <c:pt idx="253">
                  <c:v>0.351993946262</c:v>
                </c:pt>
                <c:pt idx="254">
                  <c:v>0.355341972249</c:v>
                </c:pt>
                <c:pt idx="255">
                  <c:v>0.358715157657</c:v>
                </c:pt>
                <c:pt idx="256">
                  <c:v>0.362113129031</c:v>
                </c:pt>
                <c:pt idx="257">
                  <c:v>0.365535485263</c:v>
                </c:pt>
                <c:pt idx="258">
                  <c:v>0.368981796915</c:v>
                </c:pt>
                <c:pt idx="259">
                  <c:v>0.372451605544</c:v>
                </c:pt>
                <c:pt idx="260">
                  <c:v>0.375944423054</c:v>
                </c:pt>
                <c:pt idx="261">
                  <c:v>0.379459731056</c:v>
                </c:pt>
                <c:pt idx="262">
                  <c:v>0.382996980247</c:v>
                </c:pt>
                <c:pt idx="263">
                  <c:v>0.386555589823</c:v>
                </c:pt>
                <c:pt idx="264">
                  <c:v>0.390134946896</c:v>
                </c:pt>
                <c:pt idx="265">
                  <c:v>0.39373440596</c:v>
                </c:pt>
                <c:pt idx="266">
                  <c:v>0.397353288361</c:v>
                </c:pt>
                <c:pt idx="267">
                  <c:v>0.400990881823</c:v>
                </c:pt>
                <c:pt idx="268">
                  <c:v>0.404646439985</c:v>
                </c:pt>
                <c:pt idx="269">
                  <c:v>0.408319181991</c:v>
                </c:pt>
                <c:pt idx="270">
                  <c:v>0.412008292108</c:v>
                </c:pt>
                <c:pt idx="271">
                  <c:v>0.415712919388</c:v>
                </c:pt>
                <c:pt idx="272">
                  <c:v>0.419432177374</c:v>
                </c:pt>
                <c:pt idx="273">
                  <c:v>0.42316514385</c:v>
                </c:pt>
                <c:pt idx="274">
                  <c:v>0.426910860638</c:v>
                </c:pt>
                <c:pt idx="275">
                  <c:v>0.430668333449</c:v>
                </c:pt>
                <c:pt idx="276">
                  <c:v>0.434436531782</c:v>
                </c:pt>
                <c:pt idx="277">
                  <c:v>0.43821438888</c:v>
                </c:pt>
                <c:pt idx="278">
                  <c:v>0.442000801743</c:v>
                </c:pt>
                <c:pt idx="279">
                  <c:v>0.445794631195</c:v>
                </c:pt>
                <c:pt idx="280">
                  <c:v>0.449594702019</c:v>
                </c:pt>
                <c:pt idx="281">
                  <c:v>0.453399803153</c:v>
                </c:pt>
                <c:pt idx="282">
                  <c:v>0.45720868794</c:v>
                </c:pt>
                <c:pt idx="283">
                  <c:v>0.46102007446</c:v>
                </c:pt>
                <c:pt idx="284">
                  <c:v>0.464832645918</c:v>
                </c:pt>
                <c:pt idx="285">
                  <c:v>0.468645051104</c:v>
                </c:pt>
                <c:pt idx="286">
                  <c:v>0.472455904921</c:v>
                </c:pt>
                <c:pt idx="287">
                  <c:v>0.476263788987</c:v>
                </c:pt>
                <c:pt idx="288">
                  <c:v>0.480067252309</c:v>
                </c:pt>
                <c:pt idx="289">
                  <c:v>0.483864812025</c:v>
                </c:pt>
                <c:pt idx="290">
                  <c:v>0.487654954221</c:v>
                </c:pt>
                <c:pt idx="291">
                  <c:v>0.491436134823</c:v>
                </c:pt>
                <c:pt idx="292">
                  <c:v>0.495206780564</c:v>
                </c:pt>
                <c:pt idx="293">
                  <c:v>0.498965290019</c:v>
                </c:pt>
                <c:pt idx="294">
                  <c:v>0.502710034716</c:v>
                </c:pt>
                <c:pt idx="295">
                  <c:v>0.506439360322</c:v>
                </c:pt>
                <c:pt idx="296">
                  <c:v>0.510151587903</c:v>
                </c:pt>
                <c:pt idx="297">
                  <c:v>0.513845015246</c:v>
                </c:pt>
                <c:pt idx="298">
                  <c:v>0.517517918264</c:v>
                </c:pt>
                <c:pt idx="299">
                  <c:v>0.521168552465</c:v>
                </c:pt>
                <c:pt idx="300">
                  <c:v>0.524795154488</c:v>
                </c:pt>
                <c:pt idx="301">
                  <c:v>0.528395943708</c:v>
                </c:pt>
                <c:pt idx="302">
                  <c:v>0.531969123908</c:v>
                </c:pt>
                <c:pt idx="303">
                  <c:v>0.535512885009</c:v>
                </c:pt>
                <c:pt idx="304">
                  <c:v>0.539025404867</c:v>
                </c:pt>
                <c:pt idx="305">
                  <c:v>0.542504851129</c:v>
                </c:pt>
                <c:pt idx="306">
                  <c:v>0.545949383135</c:v>
                </c:pt>
                <c:pt idx="307">
                  <c:v>0.54935715389</c:v>
                </c:pt>
                <c:pt idx="308">
                  <c:v>0.552726312078</c:v>
                </c:pt>
                <c:pt idx="309">
                  <c:v>0.556055004121</c:v>
                </c:pt>
                <c:pt idx="310">
                  <c:v>0.559341376291</c:v>
                </c:pt>
                <c:pt idx="311">
                  <c:v>0.562583576857</c:v>
                </c:pt>
                <c:pt idx="312">
                  <c:v>0.565779758276</c:v>
                </c:pt>
                <c:pt idx="313">
                  <c:v>0.568928079415</c:v>
                </c:pt>
                <c:pt idx="314">
                  <c:v>0.572026707799</c:v>
                </c:pt>
                <c:pt idx="315">
                  <c:v>0.575073821897</c:v>
                </c:pt>
                <c:pt idx="316">
                  <c:v>0.578067613419</c:v>
                </c:pt>
                <c:pt idx="317">
                  <c:v>0.581006289639</c:v>
                </c:pt>
                <c:pt idx="318">
                  <c:v>0.583888075726</c:v>
                </c:pt>
                <c:pt idx="319">
                  <c:v>0.58671121709</c:v>
                </c:pt>
                <c:pt idx="320">
                  <c:v>0.589473981725</c:v>
                </c:pt>
                <c:pt idx="321">
                  <c:v>0.59217466256</c:v>
                </c:pt>
                <c:pt idx="322">
                  <c:v>0.594811579801</c:v>
                </c:pt>
                <c:pt idx="323">
                  <c:v>0.597383083259</c:v>
                </c:pt>
                <c:pt idx="324">
                  <c:v>0.59988755467</c:v>
                </c:pt>
                <c:pt idx="325">
                  <c:v>0.60232340999</c:v>
                </c:pt>
                <c:pt idx="326">
                  <c:v>0.604689101667</c:v>
                </c:pt>
                <c:pt idx="327">
                  <c:v>0.606983120883</c:v>
                </c:pt>
                <c:pt idx="328">
                  <c:v>0.609203999755</c:v>
                </c:pt>
                <c:pt idx="329">
                  <c:v>0.611350313504</c:v>
                </c:pt>
                <c:pt idx="330">
                  <c:v>0.613420682569</c:v>
                </c:pt>
                <c:pt idx="331">
                  <c:v>0.615413774678</c:v>
                </c:pt>
                <c:pt idx="332">
                  <c:v>0.61732830686</c:v>
                </c:pt>
                <c:pt idx="333">
                  <c:v>0.61916304739</c:v>
                </c:pt>
                <c:pt idx="334">
                  <c:v>0.62091681768</c:v>
                </c:pt>
                <c:pt idx="335">
                  <c:v>0.622588494091</c:v>
                </c:pt>
                <c:pt idx="336">
                  <c:v>0.624177009674</c:v>
                </c:pt>
                <c:pt idx="337">
                  <c:v>0.625681355826</c:v>
                </c:pt>
                <c:pt idx="338">
                  <c:v>0.627100583873</c:v>
                </c:pt>
                <c:pt idx="339">
                  <c:v>0.628433806555</c:v>
                </c:pt>
                <c:pt idx="340">
                  <c:v>0.629680199428</c:v>
                </c:pt>
                <c:pt idx="341">
                  <c:v>0.630839002164</c:v>
                </c:pt>
                <c:pt idx="342">
                  <c:v>0.631909519758</c:v>
                </c:pt>
                <c:pt idx="343">
                  <c:v>0.632891123635</c:v>
                </c:pt>
                <c:pt idx="344">
                  <c:v>0.633783252646</c:v>
                </c:pt>
                <c:pt idx="345">
                  <c:v>0.63458541397</c:v>
                </c:pt>
                <c:pt idx="346">
                  <c:v>0.635297183895</c:v>
                </c:pt>
                <c:pt idx="347">
                  <c:v>0.635918208498</c:v>
                </c:pt>
                <c:pt idx="348">
                  <c:v>0.636448204208</c:v>
                </c:pt>
                <c:pt idx="349">
                  <c:v>0.636886958262</c:v>
                </c:pt>
                <c:pt idx="350">
                  <c:v>0.637234329042</c:v>
                </c:pt>
                <c:pt idx="351">
                  <c:v>0.637490246298</c:v>
                </c:pt>
                <c:pt idx="352">
                  <c:v>0.637654711264</c:v>
                </c:pt>
                <c:pt idx="353">
                  <c:v>0.637727796648</c:v>
                </c:pt>
                <c:pt idx="354">
                  <c:v>0.637709646517</c:v>
                </c:pt>
                <c:pt idx="355">
                  <c:v>0.637600476068</c:v>
                </c:pt>
                <c:pt idx="356">
                  <c:v>0.637400571277</c:v>
                </c:pt>
                <c:pt idx="357">
                  <c:v>0.637110288453</c:v>
                </c:pt>
                <c:pt idx="358">
                  <c:v>0.636730053663</c:v>
                </c:pt>
                <c:pt idx="359">
                  <c:v>0.636260362068</c:v>
                </c:pt>
                <c:pt idx="360">
                  <c:v>0.635701777136</c:v>
                </c:pt>
                <c:pt idx="361">
                  <c:v>0.635054929762</c:v>
                </c:pt>
                <c:pt idx="362">
                  <c:v>0.634320517281</c:v>
                </c:pt>
                <c:pt idx="363">
                  <c:v>0.633499302385</c:v>
                </c:pt>
                <c:pt idx="364">
                  <c:v>0.632592111936</c:v>
                </c:pt>
                <c:pt idx="365">
                  <c:v>0.631599835699</c:v>
                </c:pt>
                <c:pt idx="366">
                  <c:v>0.63052342497</c:v>
                </c:pt>
                <c:pt idx="367">
                  <c:v>0.629363891125</c:v>
                </c:pt>
                <c:pt idx="368">
                  <c:v>0.628122304084</c:v>
                </c:pt>
                <c:pt idx="369">
                  <c:v>0.626799790691</c:v>
                </c:pt>
                <c:pt idx="370">
                  <c:v>0.625397533023</c:v>
                </c:pt>
                <c:pt idx="371">
                  <c:v>0.623916766618</c:v>
                </c:pt>
                <c:pt idx="372">
                  <c:v>0.622358778642</c:v>
                </c:pt>
                <c:pt idx="373">
                  <c:v>0.620724905983</c:v>
                </c:pt>
                <c:pt idx="374">
                  <c:v>0.61901653329</c:v>
                </c:pt>
                <c:pt idx="375">
                  <c:v>0.617235090947</c:v>
                </c:pt>
                <c:pt idx="376">
                  <c:v>0.615382053003</c:v>
                </c:pt>
                <c:pt idx="377">
                  <c:v>0.613458935045</c:v>
                </c:pt>
                <c:pt idx="378">
                  <c:v>0.611467292028</c:v>
                </c:pt>
                <c:pt idx="379">
                  <c:v>0.609408716071</c:v>
                </c:pt>
                <c:pt idx="380">
                  <c:v>0.607284834207</c:v>
                </c:pt>
                <c:pt idx="381">
                  <c:v>0.605097306108</c:v>
                </c:pt>
                <c:pt idx="382">
                  <c:v>0.602847821782</c:v>
                </c:pt>
                <c:pt idx="383">
                  <c:v>0.600538099248</c:v>
                </c:pt>
                <c:pt idx="384">
                  <c:v>0.598169882191</c:v>
                </c:pt>
                <c:pt idx="385">
                  <c:v>0.595744937606</c:v>
                </c:pt>
                <c:pt idx="386">
                  <c:v>0.593265053434</c:v>
                </c:pt>
                <c:pt idx="387">
                  <c:v>0.590732036192</c:v>
                </c:pt>
                <c:pt idx="388">
                  <c:v>0.588147708608</c:v>
                </c:pt>
                <c:pt idx="389">
                  <c:v>0.585513907257</c:v>
                </c:pt>
                <c:pt idx="390">
                  <c:v>0.582832480212</c:v>
                </c:pt>
                <c:pt idx="391">
                  <c:v>0.580105284706</c:v>
                </c:pt>
                <c:pt idx="392">
                  <c:v>0.577334184817</c:v>
                </c:pt>
                <c:pt idx="393">
                  <c:v>0.574521049176</c:v>
                </c:pt>
                <c:pt idx="394">
                  <c:v>0.571667748705</c:v>
                </c:pt>
                <c:pt idx="395">
                  <c:v>0.568776154383</c:v>
                </c:pt>
                <c:pt idx="396">
                  <c:v>0.565848135059</c:v>
                </c:pt>
                <c:pt idx="397">
                  <c:v>0.562885555297</c:v>
                </c:pt>
                <c:pt idx="398">
                  <c:v>0.559890273273</c:v>
                </c:pt>
                <c:pt idx="399">
                  <c:v>0.556864138717</c:v>
                </c:pt>
                <c:pt idx="400">
                  <c:v>0.553808990913</c:v>
                </c:pt>
                <c:pt idx="401">
                  <c:v>0.550726656752</c:v>
                </c:pt>
                <c:pt idx="402">
                  <c:v>0.547618948845</c:v>
                </c:pt>
                <c:pt idx="403">
                  <c:v>0.5444876637</c:v>
                </c:pt>
                <c:pt idx="404">
                  <c:v>0.541334579968</c:v>
                </c:pt>
                <c:pt idx="405">
                  <c:v>0.538161456747</c:v>
                </c:pt>
                <c:pt idx="406">
                  <c:v>0.534970031973</c:v>
                </c:pt>
                <c:pt idx="407">
                  <c:v>0.531762020864</c:v>
                </c:pt>
                <c:pt idx="408">
                  <c:v>0.528539114458</c:v>
                </c:pt>
                <c:pt idx="409">
                  <c:v>0.525302978211</c:v>
                </c:pt>
                <c:pt idx="410">
                  <c:v>0.52205525068</c:v>
                </c:pt>
                <c:pt idx="411">
                  <c:v>0.518797542285</c:v>
                </c:pt>
                <c:pt idx="412">
                  <c:v>0.515531434141</c:v>
                </c:pt>
                <c:pt idx="413">
                  <c:v>0.512258476981</c:v>
                </c:pt>
                <c:pt idx="414">
                  <c:v>0.508980190146</c:v>
                </c:pt>
                <c:pt idx="415">
                  <c:v>0.50569806066</c:v>
                </c:pt>
                <c:pt idx="416">
                  <c:v>0.502413542381</c:v>
                </c:pt>
                <c:pt idx="417">
                  <c:v>0.49912805523</c:v>
                </c:pt>
                <c:pt idx="418">
                  <c:v>0.495842984494</c:v>
                </c:pt>
                <c:pt idx="419">
                  <c:v>0.492559680206</c:v>
                </c:pt>
                <c:pt idx="420">
                  <c:v>0.489279456594</c:v>
                </c:pt>
                <c:pt idx="421">
                  <c:v>0.486003591609</c:v>
                </c:pt>
                <c:pt idx="422">
                  <c:v>0.482733326511</c:v>
                </c:pt>
                <c:pt idx="423">
                  <c:v>0.479469865533</c:v>
                </c:pt>
                <c:pt idx="424">
                  <c:v>0.476214375605</c:v>
                </c:pt>
                <c:pt idx="425">
                  <c:v>0.472967986141</c:v>
                </c:pt>
                <c:pt idx="426">
                  <c:v>0.469731788885</c:v>
                </c:pt>
                <c:pt idx="427">
                  <c:v>0.466506837815</c:v>
                </c:pt>
                <c:pt idx="428">
                  <c:v>0.463294149107</c:v>
                </c:pt>
                <c:pt idx="429">
                  <c:v>0.460094701141</c:v>
                </c:pt>
                <c:pt idx="430">
                  <c:v>0.456909434564</c:v>
                </c:pt>
                <c:pt idx="431">
                  <c:v>0.453739252397</c:v>
                </c:pt>
                <c:pt idx="432">
                  <c:v>0.450585020185</c:v>
                </c:pt>
                <c:pt idx="433">
                  <c:v>0.44744756619</c:v>
                </c:pt>
                <c:pt idx="434">
                  <c:v>0.444327681617</c:v>
                </c:pt>
                <c:pt idx="435">
                  <c:v>0.441226120885</c:v>
                </c:pt>
                <c:pt idx="436">
                  <c:v>0.438143601916</c:v>
                </c:pt>
                <c:pt idx="437">
                  <c:v>0.435080806474</c:v>
                </c:pt>
                <c:pt idx="438">
                  <c:v>0.43203838051</c:v>
                </c:pt>
                <c:pt idx="439">
                  <c:v>0.42901693455</c:v>
                </c:pt>
                <c:pt idx="440">
                  <c:v>0.426017044096</c:v>
                </c:pt>
                <c:pt idx="441">
                  <c:v>0.423039250053</c:v>
                </c:pt>
                <c:pt idx="442">
                  <c:v>0.420084059171</c:v>
                </c:pt>
                <c:pt idx="443">
                  <c:v>0.417151944507</c:v>
                </c:pt>
                <c:pt idx="444">
                  <c:v>0.414243345901</c:v>
                </c:pt>
                <c:pt idx="445">
                  <c:v>0.411358670465</c:v>
                </c:pt>
                <c:pt idx="446">
                  <c:v>0.408498293088</c:v>
                </c:pt>
                <c:pt idx="447">
                  <c:v>0.405662556944</c:v>
                </c:pt>
                <c:pt idx="448">
                  <c:v>0.402851774015</c:v>
                </c:pt>
                <c:pt idx="449">
                  <c:v>0.400066225622</c:v>
                </c:pt>
                <c:pt idx="450">
                  <c:v>0.397306162964</c:v>
                </c:pt>
                <c:pt idx="451">
                  <c:v>0.394571807656</c:v>
                </c:pt>
                <c:pt idx="452">
                  <c:v>0.391863352284</c:v>
                </c:pt>
                <c:pt idx="453">
                  <c:v>0.389180960958</c:v>
                </c:pt>
                <c:pt idx="454">
                  <c:v>0.386524769865</c:v>
                </c:pt>
                <c:pt idx="455">
                  <c:v>0.383894887841</c:v>
                </c:pt>
                <c:pt idx="456">
                  <c:v>0.381291396928</c:v>
                </c:pt>
                <c:pt idx="457">
                  <c:v>0.378714352949</c:v>
                </c:pt>
                <c:pt idx="458">
                  <c:v>0.37616378608</c:v>
                </c:pt>
                <c:pt idx="459">
                  <c:v>0.373639701423</c:v>
                </c:pt>
                <c:pt idx="460">
                  <c:v>0.371142079586</c:v>
                </c:pt>
                <c:pt idx="461">
                  <c:v>0.368670877268</c:v>
                </c:pt>
                <c:pt idx="462">
                  <c:v>0.366226027838</c:v>
                </c:pt>
                <c:pt idx="463">
                  <c:v>0.363807441926</c:v>
                </c:pt>
                <c:pt idx="464">
                  <c:v>0.361415008017</c:v>
                </c:pt>
                <c:pt idx="465">
                  <c:v>0.359048593042</c:v>
                </c:pt>
                <c:pt idx="466">
                  <c:v>0.356708042978</c:v>
                </c:pt>
                <c:pt idx="467">
                  <c:v>0.354393183451</c:v>
                </c:pt>
                <c:pt idx="468">
                  <c:v>0.352103820345</c:v>
                </c:pt>
                <c:pt idx="469">
                  <c:v>0.349839740411</c:v>
                </c:pt>
                <c:pt idx="470">
                  <c:v>0.347600711883</c:v>
                </c:pt>
                <c:pt idx="471">
                  <c:v>0.345386485103</c:v>
                </c:pt>
                <c:pt idx="472">
                  <c:v>0.343196793143</c:v>
                </c:pt>
                <c:pt idx="473">
                  <c:v>0.34103135244</c:v>
                </c:pt>
                <c:pt idx="474">
                  <c:v>0.33888986343</c:v>
                </c:pt>
                <c:pt idx="475">
                  <c:v>0.336772011195</c:v>
                </c:pt>
                <c:pt idx="476">
                  <c:v>0.334677466109</c:v>
                </c:pt>
                <c:pt idx="477">
                  <c:v>0.332605884493</c:v>
                </c:pt>
                <c:pt idx="478">
                  <c:v>0.330556909276</c:v>
                </c:pt>
                <c:pt idx="479">
                  <c:v>0.32853017066</c:v>
                </c:pt>
                <c:pt idx="480">
                  <c:v>0.326525286795</c:v>
                </c:pt>
                <c:pt idx="481">
                  <c:v>0.324541864451</c:v>
                </c:pt>
                <c:pt idx="482">
                  <c:v>0.322579499708</c:v>
                </c:pt>
                <c:pt idx="483">
                  <c:v>0.320637778639</c:v>
                </c:pt>
                <c:pt idx="484">
                  <c:v>0.318716278007</c:v>
                </c:pt>
                <c:pt idx="485">
                  <c:v>0.31681456596</c:v>
                </c:pt>
                <c:pt idx="486">
                  <c:v>0.314932202737</c:v>
                </c:pt>
                <c:pt idx="487">
                  <c:v>0.313068741369</c:v>
                </c:pt>
                <c:pt idx="488">
                  <c:v>0.311223728395</c:v>
                </c:pt>
                <c:pt idx="489">
                  <c:v>0.309396704568</c:v>
                </c:pt>
                <c:pt idx="490">
                  <c:v>0.307587205575</c:v>
                </c:pt>
                <c:pt idx="491">
                  <c:v>0.305794762748</c:v>
                </c:pt>
                <c:pt idx="492">
                  <c:v>0.304018903784</c:v>
                </c:pt>
                <c:pt idx="493">
                  <c:v>0.302259153463</c:v>
                </c:pt>
                <c:pt idx="494">
                  <c:v>0.300515034361</c:v>
                </c:pt>
                <c:pt idx="495">
                  <c:v>0.298786067565</c:v>
                </c:pt>
                <c:pt idx="496">
                  <c:v>0.297071773387</c:v>
                </c:pt>
                <c:pt idx="497">
                  <c:v>0.295371672072</c:v>
                </c:pt>
                <c:pt idx="498">
                  <c:v>0.293685284501</c:v>
                </c:pt>
                <c:pt idx="499">
                  <c:v>0.292012132894</c:v>
                </c:pt>
                <c:pt idx="500">
                  <c:v>0.290351741496</c:v>
                </c:pt>
                <c:pt idx="501">
                  <c:v>0.288703637268</c:v>
                </c:pt>
                <c:pt idx="502">
                  <c:v>0.287067350561</c:v>
                </c:pt>
                <c:pt idx="503">
                  <c:v>0.285442415785</c:v>
                </c:pt>
                <c:pt idx="504">
                  <c:v>0.283828372063</c:v>
                </c:pt>
                <c:pt idx="505">
                  <c:v>0.282224763877</c:v>
                </c:pt>
                <c:pt idx="506">
                  <c:v>0.280631141699</c:v>
                </c:pt>
                <c:pt idx="507">
                  <c:v>0.279047062611</c:v>
                </c:pt>
                <c:pt idx="508">
                  <c:v>0.277472090905</c:v>
                </c:pt>
                <c:pt idx="509">
                  <c:v>0.275905798669</c:v>
                </c:pt>
                <c:pt idx="510">
                  <c:v>0.27434776636</c:v>
                </c:pt>
                <c:pt idx="511">
                  <c:v>0.272797583349</c:v>
                </c:pt>
                <c:pt idx="512">
                  <c:v>0.271254848455</c:v>
                </c:pt>
                <c:pt idx="513">
                  <c:v>0.269719170458</c:v>
                </c:pt>
                <c:pt idx="514">
                  <c:v>0.268190168581</c:v>
                </c:pt>
                <c:pt idx="515">
                  <c:v>0.266667472964</c:v>
                </c:pt>
                <c:pt idx="516">
                  <c:v>0.2651507251</c:v>
                </c:pt>
                <c:pt idx="517">
                  <c:v>0.263639578259</c:v>
                </c:pt>
                <c:pt idx="518">
                  <c:v>0.262133697878</c:v>
                </c:pt>
                <c:pt idx="519">
                  <c:v>0.260632761926</c:v>
                </c:pt>
                <c:pt idx="520">
                  <c:v>0.259136461251</c:v>
                </c:pt>
                <c:pt idx="521">
                  <c:v>0.257644499883</c:v>
                </c:pt>
                <c:pt idx="522">
                  <c:v>0.256156595325</c:v>
                </c:pt>
                <c:pt idx="523">
                  <c:v>0.254672478805</c:v>
                </c:pt>
                <c:pt idx="524">
                  <c:v>0.253191895503</c:v>
                </c:pt>
                <c:pt idx="525">
                  <c:v>0.251714604744</c:v>
                </c:pt>
                <c:pt idx="526">
                  <c:v>0.250240380167</c:v>
                </c:pt>
                <c:pt idx="527">
                  <c:v>0.248769009854</c:v>
                </c:pt>
                <c:pt idx="528">
                  <c:v>0.247300296442</c:v>
                </c:pt>
                <c:pt idx="529">
                  <c:v>0.245834057186</c:v>
                </c:pt>
                <c:pt idx="530">
                  <c:v>0.244370124008</c:v>
                </c:pt>
                <c:pt idx="531">
                  <c:v>0.242908343503</c:v>
                </c:pt>
                <c:pt idx="532">
                  <c:v>0.241448576918</c:v>
                </c:pt>
                <c:pt idx="533">
                  <c:v>0.239990700103</c:v>
                </c:pt>
                <c:pt idx="534">
                  <c:v>0.238534603427</c:v>
                </c:pt>
                <c:pt idx="535">
                  <c:v>0.237080191664</c:v>
                </c:pt>
                <c:pt idx="536">
                  <c:v>0.235627383851</c:v>
                </c:pt>
                <c:pt idx="537">
                  <c:v>0.23417611312</c:v>
                </c:pt>
                <c:pt idx="538">
                  <c:v>0.232726326492</c:v>
                </c:pt>
                <c:pt idx="539">
                  <c:v>0.231277984652</c:v>
                </c:pt>
                <c:pt idx="540">
                  <c:v>0.229831061695</c:v>
                </c:pt>
                <c:pt idx="541">
                  <c:v>0.228385544841</c:v>
                </c:pt>
                <c:pt idx="542">
                  <c:v>0.226941434133</c:v>
                </c:pt>
                <c:pt idx="543">
                  <c:v>0.225498742104</c:v>
                </c:pt>
                <c:pt idx="544">
                  <c:v>0.224057493423</c:v>
                </c:pt>
                <c:pt idx="545">
                  <c:v>0.222617724524</c:v>
                </c:pt>
                <c:pt idx="546">
                  <c:v>0.221179483208</c:v>
                </c:pt>
                <c:pt idx="547">
                  <c:v>0.219742828232</c:v>
                </c:pt>
                <c:pt idx="548">
                  <c:v>0.218307828873</c:v>
                </c:pt>
                <c:pt idx="549">
                  <c:v>0.216874564487</c:v>
                </c:pt>
                <c:pt idx="550">
                  <c:v>0.215443124041</c:v>
                </c:pt>
                <c:pt idx="551">
                  <c:v>0.214013605647</c:v>
                </c:pt>
                <c:pt idx="552">
                  <c:v>0.212586116067</c:v>
                </c:pt>
                <c:pt idx="553">
                  <c:v>0.211160770223</c:v>
                </c:pt>
                <c:pt idx="554">
                  <c:v>0.209737690695</c:v>
                </c:pt>
                <c:pt idx="555">
                  <c:v>0.208317007209</c:v>
                </c:pt>
                <c:pt idx="556">
                  <c:v>0.206898856123</c:v>
                </c:pt>
                <c:pt idx="557">
                  <c:v>0.20548337991</c:v>
                </c:pt>
                <c:pt idx="558">
                  <c:v>0.204070726641</c:v>
                </c:pt>
                <c:pt idx="559">
                  <c:v>0.202661049467</c:v>
                </c:pt>
                <c:pt idx="560">
                  <c:v>0.201254506099</c:v>
                </c:pt>
                <c:pt idx="561">
                  <c:v>0.199851258298</c:v>
                </c:pt>
                <c:pt idx="562">
                  <c:v>0.198451471367</c:v>
                </c:pt>
                <c:pt idx="563">
                  <c:v>0.197055313647</c:v>
                </c:pt>
                <c:pt idx="564">
                  <c:v>0.195662956023</c:v>
                </c:pt>
                <c:pt idx="565">
                  <c:v>0.194274571439</c:v>
                </c:pt>
                <c:pt idx="566">
                  <c:v>0.192890334423</c:v>
                </c:pt>
                <c:pt idx="567">
                  <c:v>0.191510420622</c:v>
                </c:pt>
                <c:pt idx="568">
                  <c:v>0.190135006349</c:v>
                </c:pt>
                <c:pt idx="569">
                  <c:v>0.188764268149</c:v>
                </c:pt>
                <c:pt idx="570">
                  <c:v>0.187398382369</c:v>
                </c:pt>
                <c:pt idx="571">
                  <c:v>0.186037524754</c:v>
                </c:pt>
                <c:pt idx="572">
                  <c:v>0.184681870051</c:v>
                </c:pt>
                <c:pt idx="573">
                  <c:v>0.183331591635</c:v>
                </c:pt>
                <c:pt idx="574">
                  <c:v>0.181986861147</c:v>
                </c:pt>
                <c:pt idx="575">
                  <c:v>0.180647848154</c:v>
                </c:pt>
                <c:pt idx="576">
                  <c:v>0.179314719824</c:v>
                </c:pt>
                <c:pt idx="577">
                  <c:v>0.177987640621</c:v>
                </c:pt>
                <c:pt idx="578">
                  <c:v>0.176666772017</c:v>
                </c:pt>
                <c:pt idx="579">
                  <c:v>0.175352272226</c:v>
                </c:pt>
                <c:pt idx="580">
                  <c:v>0.174044295948</c:v>
                </c:pt>
                <c:pt idx="581">
                  <c:v>0.172742994147</c:v>
                </c:pt>
                <c:pt idx="582">
                  <c:v>0.17144851383</c:v>
                </c:pt>
                <c:pt idx="583">
                  <c:v>0.170160997856</c:v>
                </c:pt>
                <c:pt idx="584">
                  <c:v>0.168880584759</c:v>
                </c:pt>
                <c:pt idx="585">
                  <c:v>0.167607408591</c:v>
                </c:pt>
                <c:pt idx="586">
                  <c:v>0.166341598782</c:v>
                </c:pt>
                <c:pt idx="587">
                  <c:v>0.165083280011</c:v>
                </c:pt>
                <c:pt idx="588">
                  <c:v>0.163832572106</c:v>
                </c:pt>
                <c:pt idx="589">
                  <c:v>0.162589589947</c:v>
                </c:pt>
                <c:pt idx="590">
                  <c:v>0.161354443396</c:v>
                </c:pt>
                <c:pt idx="591">
                  <c:v>0.160127237233</c:v>
                </c:pt>
                <c:pt idx="592">
                  <c:v>0.158908071114</c:v>
                </c:pt>
                <c:pt idx="593">
                  <c:v>0.157697039537</c:v>
                </c:pt>
                <c:pt idx="594">
                  <c:v>0.156494231824</c:v>
                </c:pt>
                <c:pt idx="595">
                  <c:v>0.155299732119</c:v>
                </c:pt>
                <c:pt idx="596">
                  <c:v>0.15411361939</c:v>
                </c:pt>
                <c:pt idx="597">
                  <c:v>0.152935967448</c:v>
                </c:pt>
                <c:pt idx="598">
                  <c:v>0.15176684498</c:v>
                </c:pt>
                <c:pt idx="599">
                  <c:v>0.150606315581</c:v>
                </c:pt>
                <c:pt idx="600">
                  <c:v>0.14945443781</c:v>
                </c:pt>
                <c:pt idx="601">
                  <c:v>0.148311265239</c:v>
                </c:pt>
                <c:pt idx="602">
                  <c:v>0.147176846523</c:v>
                </c:pt>
                <c:pt idx="603">
                  <c:v>0.146051225474</c:v>
                </c:pt>
                <c:pt idx="604">
                  <c:v>0.144934441135</c:v>
                </c:pt>
                <c:pt idx="605">
                  <c:v>0.143826527871</c:v>
                </c:pt>
                <c:pt idx="606">
                  <c:v>0.142727515456</c:v>
                </c:pt>
                <c:pt idx="607">
                  <c:v>0.141637429174</c:v>
                </c:pt>
                <c:pt idx="608">
                  <c:v>0.140556289915</c:v>
                </c:pt>
                <c:pt idx="609">
                  <c:v>0.139484114286</c:v>
                </c:pt>
                <c:pt idx="610">
                  <c:v>0.138420914714</c:v>
                </c:pt>
                <c:pt idx="611">
                  <c:v>0.137366699559</c:v>
                </c:pt>
                <c:pt idx="612">
                  <c:v>0.136321473231</c:v>
                </c:pt>
                <c:pt idx="613">
                  <c:v>0.135285236302</c:v>
                </c:pt>
                <c:pt idx="614">
                  <c:v>0.134257985628</c:v>
                </c:pt>
                <c:pt idx="615">
                  <c:v>0.133239714463</c:v>
                </c:pt>
                <c:pt idx="616">
                  <c:v>0.132230412584</c:v>
                </c:pt>
                <c:pt idx="617">
                  <c:v>0.131230066409</c:v>
                </c:pt>
                <c:pt idx="618">
                  <c:v>0.130238659115</c:v>
                </c:pt>
                <c:pt idx="619">
                  <c:v>0.129256170767</c:v>
                </c:pt>
                <c:pt idx="620">
                  <c:v>0.128282578427</c:v>
                </c:pt>
                <c:pt idx="621">
                  <c:v>0.127317856285</c:v>
                </c:pt>
                <c:pt idx="622">
                  <c:v>0.126361975766</c:v>
                </c:pt>
                <c:pt idx="623">
                  <c:v>0.125414905659</c:v>
                </c:pt>
                <c:pt idx="624">
                  <c:v>0.124476612224</c:v>
                </c:pt>
                <c:pt idx="625">
                  <c:v>0.123547059313</c:v>
                </c:pt>
                <c:pt idx="626">
                  <c:v>0.122626208476</c:v>
                </c:pt>
                <c:pt idx="627">
                  <c:v>0.121714019082</c:v>
                </c:pt>
                <c:pt idx="628">
                  <c:v>0.120810448418</c:v>
                </c:pt>
                <c:pt idx="629">
                  <c:v>0.119915451802</c:v>
                </c:pt>
                <c:pt idx="630">
                  <c:v>0.119028982688</c:v>
                </c:pt>
                <c:pt idx="631">
                  <c:v>0.118150992763</c:v>
                </c:pt>
                <c:pt idx="632">
                  <c:v>0.117281432054</c:v>
                </c:pt>
                <c:pt idx="633">
                  <c:v>0.116420249021</c:v>
                </c:pt>
                <c:pt idx="634">
                  <c:v>0.115567390655</c:v>
                </c:pt>
                <c:pt idx="635">
                  <c:v>0.114722802568</c:v>
                </c:pt>
                <c:pt idx="636">
                  <c:v>0.113886429084</c:v>
                </c:pt>
                <c:pt idx="637">
                  <c:v>0.113058213328</c:v>
                </c:pt>
                <c:pt idx="638">
                  <c:v>0.112238097308</c:v>
                </c:pt>
                <c:pt idx="639">
                  <c:v>0.111426022</c:v>
                </c:pt>
                <c:pt idx="640">
                  <c:v>0.110621927426</c:v>
                </c:pt>
                <c:pt idx="641">
                  <c:v>0.109825752728</c:v>
                </c:pt>
                <c:pt idx="642">
                  <c:v>0.10903743625</c:v>
                </c:pt>
                <c:pt idx="643">
                  <c:v>0.1082569156</c:v>
                </c:pt>
                <c:pt idx="644">
                  <c:v>0.107484127729</c:v>
                </c:pt>
                <c:pt idx="645">
                  <c:v>0.106719008988</c:v>
                </c:pt>
                <c:pt idx="646">
                  <c:v>0.105961495199</c:v>
                </c:pt>
                <c:pt idx="647">
                  <c:v>0.105211521715</c:v>
                </c:pt>
                <c:pt idx="648">
                  <c:v>0.104469023476</c:v>
                </c:pt>
                <c:pt idx="649">
                  <c:v>0.103733935069</c:v>
                </c:pt>
                <c:pt idx="650">
                  <c:v>0.103006190783</c:v>
                </c:pt>
                <c:pt idx="651">
                  <c:v>0.102285724659</c:v>
                </c:pt>
                <c:pt idx="652">
                  <c:v>0.101572470538</c:v>
                </c:pt>
                <c:pt idx="653">
                  <c:v>0.100866362116</c:v>
                </c:pt>
                <c:pt idx="654">
                  <c:v>0.10016733298</c:v>
                </c:pt>
                <c:pt idx="655">
                  <c:v>0.0994753166606</c:v>
                </c:pt>
                <c:pt idx="656">
                  <c:v>0.0987902466664</c:v>
                </c:pt>
                <c:pt idx="657">
                  <c:v>0.0981120565274</c:v>
                </c:pt>
                <c:pt idx="658">
                  <c:v>0.097440679831</c:v>
                </c:pt>
                <c:pt idx="659">
                  <c:v>0.0967760502584</c:v>
                </c:pt>
                <c:pt idx="660">
                  <c:v>0.0961181016179</c:v>
                </c:pt>
                <c:pt idx="661">
                  <c:v>0.0954667678776</c:v>
                </c:pt>
                <c:pt idx="662">
                  <c:v>0.0948219831953</c:v>
                </c:pt>
                <c:pt idx="663">
                  <c:v>0.0941836819477</c:v>
                </c:pt>
                <c:pt idx="664">
                  <c:v>0.0935517987575</c:v>
                </c:pt>
                <c:pt idx="665">
                  <c:v>0.0929262685187</c:v>
                </c:pt>
                <c:pt idx="666">
                  <c:v>0.0923070264215</c:v>
                </c:pt>
                <c:pt idx="667">
                  <c:v>0.0916940079744</c:v>
                </c:pt>
                <c:pt idx="668">
                  <c:v>0.0910871490261</c:v>
                </c:pt>
                <c:pt idx="669">
                  <c:v>0.090486385785</c:v>
                </c:pt>
                <c:pt idx="670">
                  <c:v>0.0898916548385</c:v>
                </c:pt>
                <c:pt idx="671">
                  <c:v>0.0893028931702</c:v>
                </c:pt>
                <c:pt idx="672">
                  <c:v>0.0887200381767</c:v>
                </c:pt>
                <c:pt idx="673">
                  <c:v>0.0881430276822</c:v>
                </c:pt>
                <c:pt idx="674">
                  <c:v>0.0875717999531</c:v>
                </c:pt>
                <c:pt idx="675">
                  <c:v>0.0870062937109</c:v>
                </c:pt>
                <c:pt idx="676">
                  <c:v>0.0864464481445</c:v>
                </c:pt>
                <c:pt idx="677">
                  <c:v>0.085892202921</c:v>
                </c:pt>
                <c:pt idx="678">
                  <c:v>0.085343498196</c:v>
                </c:pt>
                <c:pt idx="679">
                  <c:v>0.0848002746233</c:v>
                </c:pt>
                <c:pt idx="680">
                  <c:v>0.0842624733626</c:v>
                </c:pt>
                <c:pt idx="681">
                  <c:v>0.0837300360878</c:v>
                </c:pt>
                <c:pt idx="682">
                  <c:v>0.0832029049937</c:v>
                </c:pt>
                <c:pt idx="683">
                  <c:v>0.0826810228018</c:v>
                </c:pt>
                <c:pt idx="684">
                  <c:v>0.0821643327662</c:v>
                </c:pt>
                <c:pt idx="685">
                  <c:v>0.0816527786782</c:v>
                </c:pt>
                <c:pt idx="686">
                  <c:v>0.08114630487</c:v>
                </c:pt>
                <c:pt idx="687">
                  <c:v>0.0806448562189</c:v>
                </c:pt>
                <c:pt idx="688">
                  <c:v>0.0801483781493</c:v>
                </c:pt>
                <c:pt idx="689">
                  <c:v>0.079656816636</c:v>
                </c:pt>
                <c:pt idx="690">
                  <c:v>0.0791701182051</c:v>
                </c:pt>
                <c:pt idx="691">
                  <c:v>0.0786882299358</c:v>
                </c:pt>
                <c:pt idx="692">
                  <c:v>0.0782110994612</c:v>
                </c:pt>
                <c:pt idx="693">
                  <c:v>0.0777386749681</c:v>
                </c:pt>
                <c:pt idx="694">
                  <c:v>0.0772709051976</c:v>
                </c:pt>
                <c:pt idx="695">
                  <c:v>0.0768077394441</c:v>
                </c:pt>
                <c:pt idx="696">
                  <c:v>0.0763491275545</c:v>
                </c:pt>
                <c:pt idx="697">
                  <c:v>0.0758950199267</c:v>
                </c:pt>
                <c:pt idx="698">
                  <c:v>0.0754453675084</c:v>
                </c:pt>
                <c:pt idx="699">
                  <c:v>0.0750001217945</c:v>
                </c:pt>
                <c:pt idx="700">
                  <c:v>0.0745592348253</c:v>
                </c:pt>
                <c:pt idx="701">
                  <c:v>0.0741226591832</c:v>
                </c:pt>
                <c:pt idx="702">
                  <c:v>0.0736903479905</c:v>
                </c:pt>
                <c:pt idx="703">
                  <c:v>0.0732622549055</c:v>
                </c:pt>
                <c:pt idx="704">
                  <c:v>0.0728383341195</c:v>
                </c:pt>
                <c:pt idx="705">
                  <c:v>0.0724185403529</c:v>
                </c:pt>
                <c:pt idx="706">
                  <c:v>0.0720028288511</c:v>
                </c:pt>
                <c:pt idx="707">
                  <c:v>0.0715911553803</c:v>
                </c:pt>
                <c:pt idx="708">
                  <c:v>0.0711834762233</c:v>
                </c:pt>
                <c:pt idx="709">
                  <c:v>0.0707797481749</c:v>
                </c:pt>
                <c:pt idx="710">
                  <c:v>0.0703799285366</c:v>
                </c:pt>
                <c:pt idx="711">
                  <c:v>0.0699839751123</c:v>
                </c:pt>
                <c:pt idx="712">
                  <c:v>0.0695918462026</c:v>
                </c:pt>
                <c:pt idx="713">
                  <c:v>0.0692035005999</c:v>
                </c:pt>
                <c:pt idx="714">
                  <c:v>0.0688188975826</c:v>
                </c:pt>
                <c:pt idx="715">
                  <c:v>0.0684379969096</c:v>
                </c:pt>
                <c:pt idx="716">
                  <c:v>0.0680607588148</c:v>
                </c:pt>
                <c:pt idx="717">
                  <c:v>0.0676871440007</c:v>
                </c:pt>
                <c:pt idx="718">
                  <c:v>0.0673171136331</c:v>
                </c:pt>
                <c:pt idx="719">
                  <c:v>0.0669506293343</c:v>
                </c:pt>
                <c:pt idx="720">
                  <c:v>0.0665876531776</c:v>
                </c:pt>
                <c:pt idx="721">
                  <c:v>0.0662281476804</c:v>
                </c:pt>
                <c:pt idx="722">
                  <c:v>0.0658720757983</c:v>
                </c:pt>
                <c:pt idx="723">
                  <c:v>0.0655194009182</c:v>
                </c:pt>
                <c:pt idx="724">
                  <c:v>0.0651700868523</c:v>
                </c:pt>
                <c:pt idx="725">
                  <c:v>0.064824097831</c:v>
                </c:pt>
                <c:pt idx="726">
                  <c:v>0.0644813984965</c:v>
                </c:pt>
                <c:pt idx="727">
                  <c:v>0.0641419538961</c:v>
                </c:pt>
                <c:pt idx="728">
                  <c:v>0.0638057294752</c:v>
                </c:pt>
                <c:pt idx="729">
                  <c:v>0.063472691071</c:v>
                </c:pt>
                <c:pt idx="730">
                  <c:v>0.0631428049049</c:v>
                </c:pt>
                <c:pt idx="731">
                  <c:v>0.0628160375764</c:v>
                </c:pt>
                <c:pt idx="732">
                  <c:v>0.0624923560557</c:v>
                </c:pt>
                <c:pt idx="733">
                  <c:v>0.062171727677</c:v>
                </c:pt>
                <c:pt idx="734">
                  <c:v>0.0618541201316</c:v>
                </c:pt>
                <c:pt idx="735">
                  <c:v>0.0615395014609</c:v>
                </c:pt>
                <c:pt idx="736">
                  <c:v>0.0612278400493</c:v>
                </c:pt>
                <c:pt idx="737">
                  <c:v>0.0609191046178</c:v>
                </c:pt>
                <c:pt idx="738">
                  <c:v>0.0606132642164</c:v>
                </c:pt>
                <c:pt idx="739">
                  <c:v>0.0603102882181</c:v>
                </c:pt>
                <c:pt idx="740">
                  <c:v>0.0600101463111</c:v>
                </c:pt>
                <c:pt idx="741">
                  <c:v>0.0597128084927</c:v>
                </c:pt>
                <c:pt idx="742">
                  <c:v>0.0594182450622</c:v>
                </c:pt>
                <c:pt idx="743">
                  <c:v>0.0591264266144</c:v>
                </c:pt>
                <c:pt idx="744">
                  <c:v>0.0588373240327</c:v>
                </c:pt>
                <c:pt idx="745">
                  <c:v>0.0585509084825</c:v>
                </c:pt>
                <c:pt idx="746">
                  <c:v>0.0582671514051</c:v>
                </c:pt>
                <c:pt idx="747">
                  <c:v>0.0579860245107</c:v>
                </c:pt>
                <c:pt idx="748">
                  <c:v>0.0577074997725</c:v>
                </c:pt>
                <c:pt idx="749">
                  <c:v>0.05743154942</c:v>
                </c:pt>
                <c:pt idx="750">
                  <c:v>0.0571581459334</c:v>
                </c:pt>
                <c:pt idx="751">
                  <c:v>0.056887262037</c:v>
                </c:pt>
                <c:pt idx="752">
                  <c:v>0.0566188706936</c:v>
                </c:pt>
                <c:pt idx="753">
                  <c:v>0.0563529450987</c:v>
                </c:pt>
                <c:pt idx="754">
                  <c:v>0.0560894586745</c:v>
                </c:pt>
                <c:pt idx="755">
                  <c:v>0.0558283850649</c:v>
                </c:pt>
                <c:pt idx="756">
                  <c:v>0.0555696981296</c:v>
                </c:pt>
                <c:pt idx="757">
                  <c:v>0.0553133719393</c:v>
                </c:pt>
                <c:pt idx="758">
                  <c:v>0.0550593807703</c:v>
                </c:pt>
                <c:pt idx="759">
                  <c:v>0.0548076990999</c:v>
                </c:pt>
                <c:pt idx="760">
                  <c:v>0.0545583016014</c:v>
                </c:pt>
                <c:pt idx="761">
                  <c:v>0.0543111631397</c:v>
                </c:pt>
                <c:pt idx="762">
                  <c:v>0.054066258767</c:v>
                </c:pt>
                <c:pt idx="763">
                  <c:v>0.0538235637188</c:v>
                </c:pt>
                <c:pt idx="764">
                  <c:v>0.0535830534094</c:v>
                </c:pt>
                <c:pt idx="765">
                  <c:v>0.0533447034287</c:v>
                </c:pt>
                <c:pt idx="766">
                  <c:v>0.0531084895385</c:v>
                </c:pt>
                <c:pt idx="767">
                  <c:v>0.052874387669</c:v>
                </c:pt>
                <c:pt idx="768">
                  <c:v>0.052642373916</c:v>
                </c:pt>
                <c:pt idx="769">
                  <c:v>0.0524124245377</c:v>
                </c:pt>
                <c:pt idx="770">
                  <c:v>0.0521845159522</c:v>
                </c:pt>
                <c:pt idx="771">
                  <c:v>0.051958624735</c:v>
                </c:pt>
                <c:pt idx="772">
                  <c:v>0.0517347276169</c:v>
                </c:pt>
                <c:pt idx="773">
                  <c:v>0.0515128014817</c:v>
                </c:pt>
                <c:pt idx="774">
                  <c:v>0.0512928233649</c:v>
                </c:pt>
                <c:pt idx="775">
                  <c:v>0.0510747704514</c:v>
                </c:pt>
                <c:pt idx="776">
                  <c:v>0.0508586200752</c:v>
                </c:pt>
                <c:pt idx="777">
                  <c:v>0.0506443497173</c:v>
                </c:pt>
                <c:pt idx="778">
                  <c:v>0.0504319370052</c:v>
                </c:pt>
                <c:pt idx="779">
                  <c:v>0.0502213597124</c:v>
                </c:pt>
                <c:pt idx="780">
                  <c:v>0.0500125957577</c:v>
                </c:pt>
                <c:pt idx="781">
                  <c:v>0.0498056232047</c:v>
                </c:pt>
                <c:pt idx="782">
                  <c:v>0.0496004202623</c:v>
                </c:pt>
                <c:pt idx="783">
                  <c:v>0.049396965284</c:v>
                </c:pt>
                <c:pt idx="784">
                  <c:v>0.049195236769</c:v>
                </c:pt>
                <c:pt idx="785">
                  <c:v>0.0489952133619</c:v>
                </c:pt>
                <c:pt idx="786">
                  <c:v>0.0487968738537</c:v>
                </c:pt>
                <c:pt idx="787">
                  <c:v>0.0486001971827</c:v>
                </c:pt>
                <c:pt idx="788">
                  <c:v>0.0484051624348</c:v>
                </c:pt>
                <c:pt idx="789">
                  <c:v>0.0482117488453</c:v>
                </c:pt>
                <c:pt idx="790">
                  <c:v>0.0480199357993</c:v>
                </c:pt>
                <c:pt idx="791">
                  <c:v>0.0478297028334</c:v>
                </c:pt>
                <c:pt idx="792">
                  <c:v>0.0476410296371</c:v>
                </c:pt>
                <c:pt idx="793">
                  <c:v>0.0474538960537</c:v>
                </c:pt>
                <c:pt idx="794">
                  <c:v>0.0472682820826</c:v>
                </c:pt>
                <c:pt idx="795">
                  <c:v>0.04708416788</c:v>
                </c:pt>
                <c:pt idx="796">
                  <c:v>0.0469015337613</c:v>
                </c:pt>
                <c:pt idx="797">
                  <c:v>0.0467203602022</c:v>
                </c:pt>
                <c:pt idx="798">
                  <c:v>0.0465406278406</c:v>
                </c:pt>
                <c:pt idx="799">
                  <c:v>0.0463623174781</c:v>
                </c:pt>
                <c:pt idx="800">
                  <c:v>0.046185410082</c:v>
                </c:pt>
                <c:pt idx="801">
                  <c:v>0.0460098867865</c:v>
                </c:pt>
                <c:pt idx="802">
                  <c:v>0.0458357288946</c:v>
                </c:pt>
                <c:pt idx="803">
                  <c:v>0.0456629178796</c:v>
                </c:pt>
                <c:pt idx="804">
                  <c:v>0.0454914353867</c:v>
                </c:pt>
                <c:pt idx="805">
                  <c:v>0.0453212632341</c:v>
                </c:pt>
                <c:pt idx="806">
                  <c:v>0.045152383415</c:v>
                </c:pt>
                <c:pt idx="807">
                  <c:v>0.044984778098</c:v>
                </c:pt>
                <c:pt idx="808">
                  <c:v>0.0448184296291</c:v>
                </c:pt>
                <c:pt idx="809">
                  <c:v>0.0446533205322</c:v>
                </c:pt>
                <c:pt idx="810">
                  <c:v>0.0444894335103</c:v>
                </c:pt>
                <c:pt idx="811">
                  <c:v>0.044326751446</c:v>
                </c:pt>
                <c:pt idx="812">
                  <c:v>0.0441652574025</c:v>
                </c:pt>
                <c:pt idx="813">
                  <c:v>0.0440049346239</c:v>
                </c:pt>
                <c:pt idx="814">
                  <c:v>0.0438457665355</c:v>
                </c:pt>
                <c:pt idx="815">
                  <c:v>0.0436877367438</c:v>
                </c:pt>
                <c:pt idx="816">
                  <c:v>0.0435308290369</c:v>
                </c:pt>
                <c:pt idx="817">
                  <c:v>0.043375027384</c:v>
                </c:pt>
                <c:pt idx="818">
                  <c:v>0.0432203159349</c:v>
                </c:pt>
                <c:pt idx="819">
                  <c:v>0.0430666790197</c:v>
                </c:pt>
                <c:pt idx="820">
                  <c:v>0.0429141011477</c:v>
                </c:pt>
                <c:pt idx="821">
                  <c:v>0.0427625670066</c:v>
                </c:pt>
                <c:pt idx="822">
                  <c:v>0.0426120614612</c:v>
                </c:pt>
                <c:pt idx="823">
                  <c:v>0.042462569552</c:v>
                </c:pt>
                <c:pt idx="824">
                  <c:v>0.0423140764936</c:v>
                </c:pt>
                <c:pt idx="825">
                  <c:v>0.0421665676728</c:v>
                </c:pt>
                <c:pt idx="826">
                  <c:v>0.0420200286464</c:v>
                </c:pt>
                <c:pt idx="827">
                  <c:v>0.0418744451394</c:v>
                </c:pt>
                <c:pt idx="828">
                  <c:v>0.0417298030418</c:v>
                </c:pt>
                <c:pt idx="829">
                  <c:v>0.0415860884065</c:v>
                </c:pt>
                <c:pt idx="830">
                  <c:v>0.0414432874464</c:v>
                </c:pt>
                <c:pt idx="831">
                  <c:v>0.0413013865308</c:v>
                </c:pt>
                <c:pt idx="832">
                  <c:v>0.0411603721825</c:v>
                </c:pt>
                <c:pt idx="833">
                  <c:v>0.0410202310746</c:v>
                </c:pt>
                <c:pt idx="834">
                  <c:v>0.0408809500262</c:v>
                </c:pt>
                <c:pt idx="835">
                  <c:v>0.0407425159991</c:v>
                </c:pt>
                <c:pt idx="836">
                  <c:v>0.0406049160938</c:v>
                </c:pt>
                <c:pt idx="837">
                  <c:v>0.0404681375451</c:v>
                </c:pt>
                <c:pt idx="838">
                  <c:v>0.0403321677182</c:v>
                </c:pt>
                <c:pt idx="839">
                  <c:v>0.0401969941043</c:v>
                </c:pt>
                <c:pt idx="840">
                  <c:v>0.0400626043161</c:v>
                </c:pt>
                <c:pt idx="841">
                  <c:v>0.0399289860832</c:v>
                </c:pt>
                <c:pt idx="842">
                  <c:v>0.0397961272479</c:v>
                </c:pt>
                <c:pt idx="843">
                  <c:v>0.0396640157599</c:v>
                </c:pt>
                <c:pt idx="844">
                  <c:v>0.0395326396726</c:v>
                </c:pt>
                <c:pt idx="845">
                  <c:v>0.0394019871376</c:v>
                </c:pt>
                <c:pt idx="846">
                  <c:v>0.0392720464003</c:v>
                </c:pt>
                <c:pt idx="847">
                  <c:v>0.0391428057959</c:v>
                </c:pt>
                <c:pt idx="848">
                  <c:v>0.0390142537441</c:v>
                </c:pt>
                <c:pt idx="849">
                  <c:v>0.038886378745</c:v>
                </c:pt>
                <c:pt idx="850">
                  <c:v>0.0387591693751</c:v>
                </c:pt>
                <c:pt idx="851">
                  <c:v>0.0386326142826</c:v>
                </c:pt>
                <c:pt idx="852">
                  <c:v>0.0385067021839</c:v>
                </c:pt>
                <c:pt idx="853">
                  <c:v>0.0383814218595</c:v>
                </c:pt>
                <c:pt idx="854">
                  <c:v>0.0382567621505</c:v>
                </c:pt>
                <c:pt idx="855">
                  <c:v>0.0381327119556</c:v>
                </c:pt>
                <c:pt idx="856">
                  <c:v>0.0380092602275</c:v>
                </c:pt>
                <c:pt idx="857">
                  <c:v>0.0378863959707</c:v>
                </c:pt>
                <c:pt idx="858">
                  <c:v>0.0377641082386</c:v>
                </c:pt>
                <c:pt idx="859">
                  <c:v>0.0376423861319</c:v>
                </c:pt>
                <c:pt idx="860">
                  <c:v>0.0375212187966</c:v>
                </c:pt>
                <c:pt idx="861">
                  <c:v>0.0374005954229</c:v>
                </c:pt>
                <c:pt idx="862">
                  <c:v>0.0372805052441</c:v>
                </c:pt>
                <c:pt idx="863">
                  <c:v>0.0371609375363</c:v>
                </c:pt>
                <c:pt idx="864">
                  <c:v>0.0370418816186</c:v>
                </c:pt>
                <c:pt idx="865">
                  <c:v>0.0369233268531</c:v>
                </c:pt>
                <c:pt idx="866">
                  <c:v>0.0368052626465</c:v>
                </c:pt>
                <c:pt idx="867">
                  <c:v>0.036687678451</c:v>
                </c:pt>
                <c:pt idx="868">
                  <c:v>0.0365705637665</c:v>
                </c:pt>
                <c:pt idx="869">
                  <c:v>0.0364539081434</c:v>
                </c:pt>
                <c:pt idx="870">
                  <c:v>0.036337701185</c:v>
                </c:pt>
                <c:pt idx="871">
                  <c:v>0.0362219325519</c:v>
                </c:pt>
                <c:pt idx="872">
                  <c:v>0.0361065919652</c:v>
                </c:pt>
                <c:pt idx="873">
                  <c:v>0.0359916692117</c:v>
                </c:pt>
                <c:pt idx="874">
                  <c:v>0.0358771541489</c:v>
                </c:pt>
                <c:pt idx="875">
                  <c:v>0.0357630367107</c:v>
                </c:pt>
                <c:pt idx="876">
                  <c:v>0.0356493069135</c:v>
                </c:pt>
                <c:pt idx="877">
                  <c:v>0.035535954863</c:v>
                </c:pt>
                <c:pt idx="878">
                  <c:v>0.0354229707613</c:v>
                </c:pt>
                <c:pt idx="879">
                  <c:v>0.0353103449145</c:v>
                </c:pt>
                <c:pt idx="880">
                  <c:v>0.035198067741</c:v>
                </c:pt>
                <c:pt idx="881">
                  <c:v>0.0350861297797</c:v>
                </c:pt>
                <c:pt idx="882">
                  <c:v>0.0349745216994</c:v>
                </c:pt>
                <c:pt idx="883">
                  <c:v>0.0348632343078</c:v>
                </c:pt>
                <c:pt idx="884">
                  <c:v>0.034752258561</c:v>
                </c:pt>
                <c:pt idx="885">
                  <c:v>0.034641585574</c:v>
                </c:pt>
                <c:pt idx="886">
                  <c:v>0.0345312066304</c:v>
                </c:pt>
                <c:pt idx="887">
                  <c:v>0.0344211131936</c:v>
                </c:pt>
                <c:pt idx="888">
                  <c:v>0.0343112969169</c:v>
                </c:pt>
                <c:pt idx="889">
                  <c:v>0.0342017496547</c:v>
                </c:pt>
                <c:pt idx="890">
                  <c:v>0.0340924634734</c:v>
                </c:pt>
                <c:pt idx="891">
                  <c:v>0.033983430663</c:v>
                </c:pt>
                <c:pt idx="892">
                  <c:v>0.0338746437475</c:v>
                </c:pt>
                <c:pt idx="893">
                  <c:v>0.0337660954968</c:v>
                </c:pt>
                <c:pt idx="894">
                  <c:v>0.0336577789374</c:v>
                </c:pt>
                <c:pt idx="895">
                  <c:v>0.0335496873636</c:v>
                </c:pt>
                <c:pt idx="896">
                  <c:v>0.0334418143482</c:v>
                </c:pt>
                <c:pt idx="897">
                  <c:v>0.0333341537535</c:v>
                </c:pt>
                <c:pt idx="898">
                  <c:v>0.0332266997417</c:v>
                </c:pt>
                <c:pt idx="899">
                  <c:v>0.0331194467847</c:v>
                </c:pt>
                <c:pt idx="900">
                  <c:v>0.0330123896743</c:v>
                </c:pt>
                <c:pt idx="901">
                  <c:v>0.0329055235317</c:v>
                </c:pt>
                <c:pt idx="902">
                  <c:v>0.0327988438161</c:v>
                </c:pt>
                <c:pt idx="903">
                  <c:v>0.0326923463334</c:v>
                </c:pt>
                <c:pt idx="904">
                  <c:v>0.0325860272445</c:v>
                </c:pt>
                <c:pt idx="905">
                  <c:v>0.0324798830722</c:v>
                </c:pt>
                <c:pt idx="906">
                  <c:v>0.0323739107083</c:v>
                </c:pt>
                <c:pt idx="907">
                  <c:v>0.0322681074198</c:v>
                </c:pt>
                <c:pt idx="908">
                  <c:v>0.0321624708539</c:v>
                </c:pt>
                <c:pt idx="909">
                  <c:v>0.0320569990433</c:v>
                </c:pt>
                <c:pt idx="910">
                  <c:v>0.0319516904097</c:v>
                </c:pt>
                <c:pt idx="911">
                  <c:v>0.031846543767</c:v>
                </c:pt>
                <c:pt idx="912">
                  <c:v>0.0317415583238</c:v>
                </c:pt>
                <c:pt idx="913">
                  <c:v>0.0316367336847</c:v>
                </c:pt>
                <c:pt idx="914">
                  <c:v>0.0315320698508</c:v>
                </c:pt>
                <c:pt idx="915">
                  <c:v>0.0314275672195</c:v>
                </c:pt>
                <c:pt idx="916">
                  <c:v>0.0313232265833</c:v>
                </c:pt>
                <c:pt idx="917">
                  <c:v>0.0312190491277</c:v>
                </c:pt>
                <c:pt idx="918">
                  <c:v>0.0311150364278</c:v>
                </c:pt>
                <c:pt idx="919">
                  <c:v>0.0310111904447</c:v>
                </c:pt>
                <c:pt idx="920">
                  <c:v>0.0309075135205</c:v>
                </c:pt>
                <c:pt idx="921">
                  <c:v>0.0308040083725</c:v>
                </c:pt>
                <c:pt idx="922">
                  <c:v>0.0307006780862</c:v>
                </c:pt>
                <c:pt idx="923">
                  <c:v>0.0305975261082</c:v>
                </c:pt>
                <c:pt idx="924">
                  <c:v>0.0304945562372</c:v>
                </c:pt>
                <c:pt idx="925">
                  <c:v>0.0303917726151</c:v>
                </c:pt>
                <c:pt idx="926">
                  <c:v>0.0302891797166</c:v>
                </c:pt>
                <c:pt idx="927">
                  <c:v>0.0301867823384</c:v>
                </c:pt>
                <c:pt idx="928">
                  <c:v>0.0300845855877</c:v>
                </c:pt>
                <c:pt idx="929">
                  <c:v>0.0299825948694</c:v>
                </c:pt>
                <c:pt idx="930">
                  <c:v>0.0298808158735</c:v>
                </c:pt>
                <c:pt idx="931">
                  <c:v>0.0297792545614</c:v>
                </c:pt>
                <c:pt idx="932">
                  <c:v>0.0296779171515</c:v>
                </c:pt>
                <c:pt idx="933">
                  <c:v>0.0295768101043</c:v>
                </c:pt>
                <c:pt idx="934">
                  <c:v>0.0294759401079</c:v>
                </c:pt>
                <c:pt idx="935">
                  <c:v>0.0293753140615</c:v>
                </c:pt>
                <c:pt idx="936">
                  <c:v>0.0292749390603</c:v>
                </c:pt>
                <c:pt idx="937">
                  <c:v>0.0291748223785</c:v>
                </c:pt>
                <c:pt idx="938">
                  <c:v>0.0290749714531</c:v>
                </c:pt>
                <c:pt idx="939">
                  <c:v>0.0289753938675</c:v>
                </c:pt>
                <c:pt idx="940">
                  <c:v>0.028876097334</c:v>
                </c:pt>
                <c:pt idx="941">
                  <c:v>0.0287770896778</c:v>
                </c:pt>
                <c:pt idx="942">
                  <c:v>0.0286783788193</c:v>
                </c:pt>
                <c:pt idx="943">
                  <c:v>0.0285799727578</c:v>
                </c:pt>
                <c:pt idx="944">
                  <c:v>0.0284818795547</c:v>
                </c:pt>
                <c:pt idx="945">
                  <c:v>0.0283841073168</c:v>
                </c:pt>
                <c:pt idx="946">
                  <c:v>0.0282866641801</c:v>
                </c:pt>
                <c:pt idx="947">
                  <c:v>0.0281895582934</c:v>
                </c:pt>
                <c:pt idx="948">
                  <c:v>0.028092797803</c:v>
                </c:pt>
                <c:pt idx="949">
                  <c:v>0.0279963908369</c:v>
                </c:pt>
                <c:pt idx="950">
                  <c:v>0.0279003454901</c:v>
                </c:pt>
                <c:pt idx="951">
                  <c:v>0.0278046698096</c:v>
                </c:pt>
                <c:pt idx="952">
                  <c:v>0.0277093717804</c:v>
                </c:pt>
                <c:pt idx="953">
                  <c:v>0.0276144593119</c:v>
                </c:pt>
                <c:pt idx="954">
                  <c:v>0.0275199402251</c:v>
                </c:pt>
                <c:pt idx="955">
                  <c:v>0.0274258222393</c:v>
                </c:pt>
                <c:pt idx="956">
                  <c:v>0.0273321129608</c:v>
                </c:pt>
                <c:pt idx="957">
                  <c:v>0.027238819871</c:v>
                </c:pt>
                <c:pt idx="958">
                  <c:v>0.0271459503159</c:v>
                </c:pt>
                <c:pt idx="959">
                  <c:v>0.0270535114959</c:v>
                </c:pt>
                <c:pt idx="960">
                  <c:v>0.026961510456</c:v>
                </c:pt>
                <c:pt idx="961">
                  <c:v>0.0268699540769</c:v>
                </c:pt>
                <c:pt idx="962">
                  <c:v>0.0267788490671</c:v>
                </c:pt>
                <c:pt idx="963">
                  <c:v>0.0266882019547</c:v>
                </c:pt>
                <c:pt idx="964">
                  <c:v>0.0265980190803</c:v>
                </c:pt>
                <c:pt idx="965">
                  <c:v>0.026508306591</c:v>
                </c:pt>
                <c:pt idx="966">
                  <c:v>0.0264190704343</c:v>
                </c:pt>
                <c:pt idx="967">
                  <c:v>0.0263303163526</c:v>
                </c:pt>
                <c:pt idx="968">
                  <c:v>0.0262420498789</c:v>
                </c:pt>
                <c:pt idx="969">
                  <c:v>0.0261542763324</c:v>
                </c:pt>
                <c:pt idx="970">
                  <c:v>0.0260670008151</c:v>
                </c:pt>
                <c:pt idx="971">
                  <c:v>0.0259802282083</c:v>
                </c:pt>
                <c:pt idx="972">
                  <c:v>0.0258939631707</c:v>
                </c:pt>
                <c:pt idx="973">
                  <c:v>0.0258082101357</c:v>
                </c:pt>
                <c:pt idx="974">
                  <c:v>0.02572297331</c:v>
                </c:pt>
                <c:pt idx="975">
                  <c:v>0.0256382566725</c:v>
                </c:pt>
                <c:pt idx="976">
                  <c:v>0.0255540639732</c:v>
                </c:pt>
                <c:pt idx="977">
                  <c:v>0.0254703987331</c:v>
                </c:pt>
                <c:pt idx="978">
                  <c:v>0.0253872642439</c:v>
                </c:pt>
                <c:pt idx="979">
                  <c:v>0.0253046635682</c:v>
                </c:pt>
                <c:pt idx="980">
                  <c:v>0.0252225995405</c:v>
                </c:pt>
                <c:pt idx="981">
                  <c:v>0.0251410747674</c:v>
                </c:pt>
                <c:pt idx="982">
                  <c:v>0.0250600916292</c:v>
                </c:pt>
                <c:pt idx="983">
                  <c:v>0.0249796522814</c:v>
                </c:pt>
                <c:pt idx="984">
                  <c:v>0.0248997586554</c:v>
                </c:pt>
                <c:pt idx="985">
                  <c:v>0.0248204124614</c:v>
                </c:pt>
                <c:pt idx="986">
                  <c:v>0.0247416151893</c:v>
                </c:pt>
                <c:pt idx="987">
                  <c:v>0.0246633681116</c:v>
                </c:pt>
                <c:pt idx="988">
                  <c:v>0.0245856722851</c:v>
                </c:pt>
                <c:pt idx="989">
                  <c:v>0.0245085285533</c:v>
                </c:pt>
                <c:pt idx="990">
                  <c:v>0.024431937549</c:v>
                </c:pt>
                <c:pt idx="991">
                  <c:v>0.024355899697</c:v>
                </c:pt>
                <c:pt idx="992">
                  <c:v>0.024280415216</c:v>
                </c:pt>
                <c:pt idx="993">
                  <c:v>0.024205484122</c:v>
                </c:pt>
                <c:pt idx="994">
                  <c:v>0.0241311062307</c:v>
                </c:pt>
                <c:pt idx="995">
                  <c:v>0.0240572811603</c:v>
                </c:pt>
                <c:pt idx="996">
                  <c:v>0.0239840083341</c:v>
                </c:pt>
                <c:pt idx="997">
                  <c:v>0.0239112869837</c:v>
                </c:pt>
                <c:pt idx="998">
                  <c:v>0.0238391161515</c:v>
                </c:pt>
                <c:pt idx="999">
                  <c:v>0.0237674946938</c:v>
                </c:pt>
                <c:pt idx="1000">
                  <c:v>0.0236964212836</c:v>
                </c:pt>
                <c:pt idx="1001">
                  <c:v>0.0236258944132</c:v>
                </c:pt>
                <c:pt idx="1002">
                  <c:v>0.0235559123976</c:v>
                </c:pt>
                <c:pt idx="1003">
                  <c:v>0.0234864733773</c:v>
                </c:pt>
                <c:pt idx="1004">
                  <c:v>0.0234175753208</c:v>
                </c:pt>
                <c:pt idx="1005">
                  <c:v>0.0233492160281</c:v>
                </c:pt>
                <c:pt idx="1006">
                  <c:v>0.0232813931333</c:v>
                </c:pt>
                <c:pt idx="1007">
                  <c:v>0.0232141041076</c:v>
                </c:pt>
                <c:pt idx="1008">
                  <c:v>0.0231473462628</c:v>
                </c:pt>
                <c:pt idx="1009">
                  <c:v>0.0230811167534</c:v>
                </c:pt>
                <c:pt idx="1010">
                  <c:v>0.0230154125807</c:v>
                </c:pt>
                <c:pt idx="1011">
                  <c:v>0.0229502305951</c:v>
                </c:pt>
                <c:pt idx="1012">
                  <c:v>0.0228855674995</c:v>
                </c:pt>
                <c:pt idx="1013">
                  <c:v>0.0228214198529</c:v>
                </c:pt>
                <c:pt idx="1014">
                  <c:v>0.0227577840729</c:v>
                </c:pt>
                <c:pt idx="1015">
                  <c:v>0.0226946564396</c:v>
                </c:pt>
                <c:pt idx="1016">
                  <c:v>0.0226320330986</c:v>
                </c:pt>
                <c:pt idx="1017">
                  <c:v>0.0225699100645</c:v>
                </c:pt>
                <c:pt idx="1018">
                  <c:v>0.0225082832247</c:v>
                </c:pt>
                <c:pt idx="1019">
                  <c:v>0.0224471483423</c:v>
                </c:pt>
                <c:pt idx="1020">
                  <c:v>0.0223865010604</c:v>
                </c:pt>
                <c:pt idx="1021">
                  <c:v>0.0223263369056</c:v>
                </c:pt>
                <c:pt idx="1022">
                  <c:v>0.0222666512914</c:v>
                </c:pt>
                <c:pt idx="1023">
                  <c:v>0.0222074395228</c:v>
                </c:pt>
                <c:pt idx="1024">
                  <c:v>0.0221486967996</c:v>
                </c:pt>
                <c:pt idx="1025">
                  <c:v>0.0220904182208</c:v>
                </c:pt>
                <c:pt idx="1026">
                  <c:v>0.0220325987888</c:v>
                </c:pt>
                <c:pt idx="1027">
                  <c:v>0.0219752334133</c:v>
                </c:pt>
                <c:pt idx="1028">
                  <c:v>0.0219183169158</c:v>
                </c:pt>
                <c:pt idx="1029">
                  <c:v>0.0218618440342</c:v>
                </c:pt>
                <c:pt idx="1030">
                  <c:v>0.0218058094267</c:v>
                </c:pt>
                <c:pt idx="1031">
                  <c:v>0.021750207677</c:v>
                </c:pt>
                <c:pt idx="1032">
                  <c:v>0.0216950332984</c:v>
                </c:pt>
                <c:pt idx="1033">
                  <c:v>0.0216402807389</c:v>
                </c:pt>
                <c:pt idx="1034">
                  <c:v>0.0215859443855</c:v>
                </c:pt>
                <c:pt idx="1035">
                  <c:v>0.0215320185697</c:v>
                </c:pt>
                <c:pt idx="1036">
                  <c:v>0.0214784975716</c:v>
                </c:pt>
                <c:pt idx="1037">
                  <c:v>0.0214253756254</c:v>
                </c:pt>
                <c:pt idx="1038">
                  <c:v>0.0213726469242</c:v>
                </c:pt>
                <c:pt idx="1039">
                  <c:v>0.0213203056251</c:v>
                </c:pt>
                <c:pt idx="1040">
                  <c:v>0.021268345854</c:v>
                </c:pt>
                <c:pt idx="1041">
                  <c:v>0.021216761711</c:v>
                </c:pt>
                <c:pt idx="1042">
                  <c:v>0.0211655472755</c:v>
                </c:pt>
                <c:pt idx="1043">
                  <c:v>0.021114696611</c:v>
                </c:pt>
                <c:pt idx="1044">
                  <c:v>0.0210642037706</c:v>
                </c:pt>
                <c:pt idx="1045">
                  <c:v>0.0210140628017</c:v>
                </c:pt>
                <c:pt idx="1046">
                  <c:v>0.0209642677519</c:v>
                </c:pt>
                <c:pt idx="1047">
                  <c:v>0.020914812673</c:v>
                </c:pt>
                <c:pt idx="1048">
                  <c:v>0.0208656916272</c:v>
                </c:pt>
                <c:pt idx="1049">
                  <c:v>0.0208168986914</c:v>
                </c:pt>
                <c:pt idx="1050">
                  <c:v>0.0207684279626</c:v>
                </c:pt>
                <c:pt idx="1051">
                  <c:v>0.0207202735625</c:v>
                </c:pt>
                <c:pt idx="1052">
                  <c:v>0.0206724296432</c:v>
                </c:pt>
                <c:pt idx="1053">
                  <c:v>0.020624890391</c:v>
                </c:pt>
                <c:pt idx="1054">
                  <c:v>0.0205776500324</c:v>
                </c:pt>
                <c:pt idx="1055">
                  <c:v>0.0205307028377</c:v>
                </c:pt>
                <c:pt idx="1056">
                  <c:v>0.0204840431268</c:v>
                </c:pt>
                <c:pt idx="1057">
                  <c:v>0.0204376652727</c:v>
                </c:pt>
                <c:pt idx="1058">
                  <c:v>0.020391563707</c:v>
                </c:pt>
                <c:pt idx="1059">
                  <c:v>0.0203457329236</c:v>
                </c:pt>
                <c:pt idx="1060">
                  <c:v>0.0203001674834</c:v>
                </c:pt>
                <c:pt idx="1061">
                  <c:v>0.0202548620185</c:v>
                </c:pt>
                <c:pt idx="1062">
                  <c:v>0.0202098112363</c:v>
                </c:pt>
                <c:pt idx="1063">
                  <c:v>0.0201650099231</c:v>
                </c:pt>
                <c:pt idx="1064">
                  <c:v>0.0201204529488</c:v>
                </c:pt>
                <c:pt idx="1065">
                  <c:v>0.0200761352698</c:v>
                </c:pt>
                <c:pt idx="1066">
                  <c:v>0.0200320519333</c:v>
                </c:pt>
                <c:pt idx="1067">
                  <c:v>0.0199881980806</c:v>
                </c:pt>
                <c:pt idx="1068">
                  <c:v>0.01994456895</c:v>
                </c:pt>
                <c:pt idx="1069">
                  <c:v>0.0199011598808</c:v>
                </c:pt>
                <c:pt idx="1070">
                  <c:v>0.0198579663158</c:v>
                </c:pt>
                <c:pt idx="1071">
                  <c:v>0.0198149838045</c:v>
                </c:pt>
                <c:pt idx="1072">
                  <c:v>0.0197722080056</c:v>
                </c:pt>
                <c:pt idx="1073">
                  <c:v>0.0197296346899</c:v>
                </c:pt>
                <c:pt idx="1074">
                  <c:v>0.0196872597426</c:v>
                </c:pt>
                <c:pt idx="1075">
                  <c:v>0.0196450791653</c:v>
                </c:pt>
                <c:pt idx="1076">
                  <c:v>0.0196030890785</c:v>
                </c:pt>
                <c:pt idx="1077">
                  <c:v>0.0195612857233</c:v>
                </c:pt>
                <c:pt idx="1078">
                  <c:v>0.0195196654631</c:v>
                </c:pt>
                <c:pt idx="1079">
                  <c:v>0.0194782247849</c:v>
                </c:pt>
                <c:pt idx="1080">
                  <c:v>0.0194369603011</c:v>
                </c:pt>
                <c:pt idx="1081">
                  <c:v>0.0193958687503</c:v>
                </c:pt>
                <c:pt idx="1082">
                  <c:v>0.0193549469981</c:v>
                </c:pt>
                <c:pt idx="1083">
                  <c:v>0.0193141920382</c:v>
                </c:pt>
                <c:pt idx="1084">
                  <c:v>0.0192736009924</c:v>
                </c:pt>
                <c:pt idx="1085">
                  <c:v>0.0192331711112</c:v>
                </c:pt>
                <c:pt idx="1086">
                  <c:v>0.0191928997738</c:v>
                </c:pt>
                <c:pt idx="1087">
                  <c:v>0.019152784488</c:v>
                </c:pt>
                <c:pt idx="1088">
                  <c:v>0.0191128228894</c:v>
                </c:pt>
                <c:pt idx="1089">
                  <c:v>0.0190730127415</c:v>
                </c:pt>
                <c:pt idx="1090">
                  <c:v>0.019033351934</c:v>
                </c:pt>
                <c:pt idx="1091">
                  <c:v>0.0189938384823</c:v>
                </c:pt>
                <c:pt idx="1092">
                  <c:v>0.0189544705262</c:v>
                </c:pt>
                <c:pt idx="1093">
                  <c:v>0.0189152463279</c:v>
                </c:pt>
                <c:pt idx="1094">
                  <c:v>0.0188761642707</c:v>
                </c:pt>
                <c:pt idx="1095">
                  <c:v>0.0188372228567</c:v>
                </c:pt>
                <c:pt idx="1096">
                  <c:v>0.0187984207047</c:v>
                </c:pt>
                <c:pt idx="1097">
                  <c:v>0.0187597565478</c:v>
                </c:pt>
                <c:pt idx="1098">
                  <c:v>0.0187212292306</c:v>
                </c:pt>
                <c:pt idx="1099">
                  <c:v>0.0186828377062</c:v>
                </c:pt>
                <c:pt idx="1100">
                  <c:v>0.0186445810336</c:v>
                </c:pt>
                <c:pt idx="1101">
                  <c:v>0.0186064583739</c:v>
                </c:pt>
                <c:pt idx="1102">
                  <c:v>0.0185684689868</c:v>
                </c:pt>
                <c:pt idx="1103">
                  <c:v>0.0185306122275</c:v>
                </c:pt>
                <c:pt idx="1104">
                  <c:v>0.018492887542</c:v>
                </c:pt>
                <c:pt idx="1105">
                  <c:v>0.0184552944637</c:v>
                </c:pt>
                <c:pt idx="1106">
                  <c:v>0.018417832609</c:v>
                </c:pt>
                <c:pt idx="1107">
                  <c:v>0.0183805016727</c:v>
                </c:pt>
                <c:pt idx="1108">
                  <c:v>0.018343301424</c:v>
                </c:pt>
                <c:pt idx="1109">
                  <c:v>0.0183062317015</c:v>
                </c:pt>
                <c:pt idx="1110">
                  <c:v>0.0182692924084</c:v>
                </c:pt>
                <c:pt idx="1111">
                  <c:v>0.018232483508</c:v>
                </c:pt>
                <c:pt idx="1112">
                  <c:v>0.0181958050185</c:v>
                </c:pt>
                <c:pt idx="1113">
                  <c:v>0.018159257008</c:v>
                </c:pt>
                <c:pt idx="1114">
                  <c:v>0.0181228395897</c:v>
                </c:pt>
                <c:pt idx="1115">
                  <c:v>0.0180865529163</c:v>
                </c:pt>
                <c:pt idx="1116">
                  <c:v>0.0180503971754</c:v>
                </c:pt>
                <c:pt idx="1117">
                  <c:v>0.0180143725837</c:v>
                </c:pt>
                <c:pt idx="1118">
                  <c:v>0.0179784793825</c:v>
                </c:pt>
                <c:pt idx="1119">
                  <c:v>0.0179427178319</c:v>
                </c:pt>
                <c:pt idx="1120">
                  <c:v>0.0179070882062</c:v>
                </c:pt>
                <c:pt idx="1121">
                  <c:v>0.0178715907884</c:v>
                </c:pt>
                <c:pt idx="1122">
                  <c:v>0.0178362258654</c:v>
                </c:pt>
                <c:pt idx="1123">
                  <c:v>0.0178009937228</c:v>
                </c:pt>
                <c:pt idx="1124">
                  <c:v>0.0177658946404</c:v>
                </c:pt>
                <c:pt idx="1125">
                  <c:v>0.0177309288869</c:v>
                </c:pt>
                <c:pt idx="1126">
                  <c:v>0.0176960967155</c:v>
                </c:pt>
                <c:pt idx="1127">
                  <c:v>0.0176613983594</c:v>
                </c:pt>
                <c:pt idx="1128">
                  <c:v>0.0176268340273</c:v>
                </c:pt>
                <c:pt idx="1129">
                  <c:v>0.0175924038988</c:v>
                </c:pt>
                <c:pt idx="1130">
                  <c:v>0.0175581081208</c:v>
                </c:pt>
                <c:pt idx="1131">
                  <c:v>0.0175239468034</c:v>
                </c:pt>
                <c:pt idx="1132">
                  <c:v>0.0174899200158</c:v>
                </c:pt>
                <c:pt idx="1133">
                  <c:v>0.0174560277829</c:v>
                </c:pt>
                <c:pt idx="1134">
                  <c:v>0.0174222700822</c:v>
                </c:pt>
                <c:pt idx="1135">
                  <c:v>0.0173886468402</c:v>
                </c:pt>
                <c:pt idx="1136">
                  <c:v>0.0173551579293</c:v>
                </c:pt>
                <c:pt idx="1137">
                  <c:v>0.0173218031657</c:v>
                </c:pt>
                <c:pt idx="1138">
                  <c:v>0.0172885823062</c:v>
                </c:pt>
                <c:pt idx="1139">
                  <c:v>0.0172554950461</c:v>
                </c:pt>
                <c:pt idx="1140">
                  <c:v>0.0172225410173</c:v>
                </c:pt>
                <c:pt idx="1141">
                  <c:v>0.0171897197861</c:v>
                </c:pt>
                <c:pt idx="1142">
                  <c:v>0.0171570308519</c:v>
                </c:pt>
                <c:pt idx="1143">
                  <c:v>0.0171244736456</c:v>
                </c:pt>
                <c:pt idx="1144">
                  <c:v>0.0170920475286</c:v>
                </c:pt>
                <c:pt idx="1145">
                  <c:v>0.017059751792</c:v>
                </c:pt>
                <c:pt idx="1146">
                  <c:v>0.0170275856557</c:v>
                </c:pt>
                <c:pt idx="1147">
                  <c:v>0.0169955482683</c:v>
                </c:pt>
                <c:pt idx="1148">
                  <c:v>0.0169636387067</c:v>
                </c:pt>
                <c:pt idx="1149">
                  <c:v>0.0169318559764</c:v>
                </c:pt>
                <c:pt idx="1150">
                  <c:v>0.0169001990115</c:v>
                </c:pt>
                <c:pt idx="1151">
                  <c:v>0.0168686666758</c:v>
                </c:pt>
                <c:pt idx="1152">
                  <c:v>0.0168372577631</c:v>
                </c:pt>
                <c:pt idx="1153">
                  <c:v>0.0168059709985</c:v>
                </c:pt>
                <c:pt idx="1154">
                  <c:v>0.0167748050396</c:v>
                </c:pt>
                <c:pt idx="1155">
                  <c:v>0.0167437584781</c:v>
                </c:pt>
                <c:pt idx="1156">
                  <c:v>0.0167128298411</c:v>
                </c:pt>
                <c:pt idx="1157">
                  <c:v>0.0166820175936</c:v>
                </c:pt>
                <c:pt idx="1158">
                  <c:v>0.0166513201401</c:v>
                </c:pt>
                <c:pt idx="1159">
                  <c:v>0.0166207358274</c:v>
                </c:pt>
                <c:pt idx="1160">
                  <c:v>0.0165902629465</c:v>
                </c:pt>
                <c:pt idx="1161">
                  <c:v>0.0165598997359</c:v>
                </c:pt>
                <c:pt idx="1162">
                  <c:v>0.0165296443842</c:v>
                </c:pt>
                <c:pt idx="1163">
                  <c:v>0.016499495033</c:v>
                </c:pt>
                <c:pt idx="1164">
                  <c:v>0.0164694497803</c:v>
                </c:pt>
                <c:pt idx="1165">
                  <c:v>0.016439506684</c:v>
                </c:pt>
                <c:pt idx="1166">
                  <c:v>0.016409663765</c:v>
                </c:pt>
                <c:pt idx="1167">
                  <c:v>0.0163799190111</c:v>
                </c:pt>
                <c:pt idx="1168">
                  <c:v>0.0163502703804</c:v>
                </c:pt>
                <c:pt idx="1169">
                  <c:v>0.0163207158059</c:v>
                </c:pt>
                <c:pt idx="1170">
                  <c:v>0.0162912531984</c:v>
                </c:pt>
                <c:pt idx="1171">
                  <c:v>0.0162618804515</c:v>
                </c:pt>
                <c:pt idx="1172">
                  <c:v>0.0162325954452</c:v>
                </c:pt>
                <c:pt idx="1173">
                  <c:v>0.0162033960499</c:v>
                </c:pt>
                <c:pt idx="1174">
                  <c:v>0.0161742801313</c:v>
                </c:pt>
                <c:pt idx="1175">
                  <c:v>0.0161452455539</c:v>
                </c:pt>
                <c:pt idx="1176">
                  <c:v>0.0161162901859</c:v>
                </c:pt>
                <c:pt idx="1177">
                  <c:v>0.016087411903</c:v>
                </c:pt>
                <c:pt idx="1178">
                  <c:v>0.0160586085932</c:v>
                </c:pt>
                <c:pt idx="1179">
                  <c:v>0.0160298781606</c:v>
                </c:pt>
                <c:pt idx="1180">
                  <c:v>0.0160012185299</c:v>
                </c:pt>
                <c:pt idx="1181">
                  <c:v>0.0159726276508</c:v>
                </c:pt>
                <c:pt idx="1182">
                  <c:v>0.0159441035016</c:v>
                </c:pt>
                <c:pt idx="1183">
                  <c:v>0.0159156440939</c:v>
                </c:pt>
                <c:pt idx="1184">
                  <c:v>0.0158872474763</c:v>
                </c:pt>
                <c:pt idx="1185">
                  <c:v>0.0158589117383</c:v>
                </c:pt>
                <c:pt idx="1186">
                  <c:v>0.0158306350143</c:v>
                </c:pt>
                <c:pt idx="1187">
                  <c:v>0.0158024154871</c:v>
                </c:pt>
                <c:pt idx="1188">
                  <c:v>0.0157742513915</c:v>
                </c:pt>
                <c:pt idx="1189">
                  <c:v>0.0157461410178</c:v>
                </c:pt>
                <c:pt idx="1190">
                  <c:v>0.015718082715</c:v>
                </c:pt>
                <c:pt idx="1191">
                  <c:v>0.0156900748939</c:v>
                </c:pt>
                <c:pt idx="1192">
                  <c:v>0.01566211603</c:v>
                </c:pt>
                <c:pt idx="1193">
                  <c:v>0.0156342046662</c:v>
                </c:pt>
                <c:pt idx="1194">
                  <c:v>0.0156063394156</c:v>
                </c:pt>
                <c:pt idx="1195">
                  <c:v>0.0155785189632</c:v>
                </c:pt>
                <c:pt idx="1196">
                  <c:v>0.0155507420689</c:v>
                </c:pt>
                <c:pt idx="1197">
                  <c:v>0.0155230075684</c:v>
                </c:pt>
                <c:pt idx="1198">
                  <c:v>0.0154953143758</c:v>
                </c:pt>
                <c:pt idx="1199">
                  <c:v>0.0154676614843</c:v>
                </c:pt>
                <c:pt idx="1200">
                  <c:v>0.0154400479679</c:v>
                </c:pt>
                <c:pt idx="1201">
                  <c:v>0.0154124729822</c:v>
                </c:pt>
                <c:pt idx="1202">
                  <c:v>0.0153849357649</c:v>
                </c:pt>
                <c:pt idx="1203">
                  <c:v>0.0153574356365</c:v>
                </c:pt>
                <c:pt idx="1204">
                  <c:v>0.0153299720007</c:v>
                </c:pt>
                <c:pt idx="1205">
                  <c:v>0.0153025443439</c:v>
                </c:pt>
                <c:pt idx="1206">
                  <c:v>0.0152751522355</c:v>
                </c:pt>
                <c:pt idx="1207">
                  <c:v>0.0152477953269</c:v>
                </c:pt>
                <c:pt idx="1208">
                  <c:v>0.0152204733512</c:v>
                </c:pt>
                <c:pt idx="1209">
                  <c:v>0.0151931861221</c:v>
                </c:pt>
                <c:pt idx="1210">
                  <c:v>0.0151659335325</c:v>
                </c:pt>
                <c:pt idx="1211">
                  <c:v>0.0151387155536</c:v>
                </c:pt>
                <c:pt idx="1212">
                  <c:v>0.0151115322327</c:v>
                </c:pt>
                <c:pt idx="1213">
                  <c:v>0.0150843836919</c:v>
                </c:pt>
                <c:pt idx="1214">
                  <c:v>0.0150572701259</c:v>
                </c:pt>
                <c:pt idx="1215">
                  <c:v>0.0150301917999</c:v>
                </c:pt>
                <c:pt idx="1216">
                  <c:v>0.0150031490471</c:v>
                </c:pt>
                <c:pt idx="1217">
                  <c:v>0.0149761422664</c:v>
                </c:pt>
                <c:pt idx="1218">
                  <c:v>0.0149491719197</c:v>
                </c:pt>
                <c:pt idx="1219">
                  <c:v>0.0149222385291</c:v>
                </c:pt>
                <c:pt idx="1220">
                  <c:v>0.014895342674</c:v>
                </c:pt>
                <c:pt idx="1221">
                  <c:v>0.0148684849881</c:v>
                </c:pt>
                <c:pt idx="1222">
                  <c:v>0.0148416661562</c:v>
                </c:pt>
                <c:pt idx="1223">
                  <c:v>0.0148148869113</c:v>
                </c:pt>
                <c:pt idx="1224">
                  <c:v>0.014788148031</c:v>
                </c:pt>
                <c:pt idx="1225">
                  <c:v>0.0147614503345</c:v>
                </c:pt>
                <c:pt idx="1226">
                  <c:v>0.0147347946791</c:v>
                </c:pt>
                <c:pt idx="1227">
                  <c:v>0.0147081819569</c:v>
                </c:pt>
                <c:pt idx="1228">
                  <c:v>0.0146816130911</c:v>
                </c:pt>
                <c:pt idx="1229">
                  <c:v>0.0146550890333</c:v>
                </c:pt>
                <c:pt idx="1230">
                  <c:v>0.0146286107594</c:v>
                </c:pt>
                <c:pt idx="1231">
                  <c:v>0.0146021792666</c:v>
                </c:pt>
                <c:pt idx="1232">
                  <c:v>0.0145757955701</c:v>
                </c:pt>
                <c:pt idx="1233">
                  <c:v>0.0145494606996</c:v>
                </c:pt>
                <c:pt idx="1234">
                  <c:v>0.0145231756965</c:v>
                </c:pt>
                <c:pt idx="1235">
                  <c:v>0.0144969416102</c:v>
                </c:pt>
                <c:pt idx="1236">
                  <c:v>0.0144707594954</c:v>
                </c:pt>
                <c:pt idx="1237">
                  <c:v>0.014444630409</c:v>
                </c:pt>
                <c:pt idx="1238">
                  <c:v>0.014418555407</c:v>
                </c:pt>
                <c:pt idx="1239">
                  <c:v>0.014392535542</c:v>
                </c:pt>
                <c:pt idx="1240">
                  <c:v>0.0143665718604</c:v>
                </c:pt>
                <c:pt idx="1241">
                  <c:v>0.0143406653995</c:v>
                </c:pt>
                <c:pt idx="1242">
                  <c:v>0.0143148171854</c:v>
                </c:pt>
                <c:pt idx="1243">
                  <c:v>0.0142890282304</c:v>
                </c:pt>
                <c:pt idx="1244">
                  <c:v>0.0142632995308</c:v>
                </c:pt>
                <c:pt idx="1245">
                  <c:v>0.0142376320649</c:v>
                </c:pt>
                <c:pt idx="1246">
                  <c:v>0.0142120267905</c:v>
                </c:pt>
                <c:pt idx="1247">
                  <c:v>0.0141864846439</c:v>
                </c:pt>
                <c:pt idx="1248">
                  <c:v>0.0141610065372</c:v>
                </c:pt>
                <c:pt idx="1249">
                  <c:v>0.0141355933574</c:v>
                </c:pt>
                <c:pt idx="1250">
                  <c:v>0.0141102459645</c:v>
                </c:pt>
                <c:pt idx="1251">
                  <c:v>0.0140849651903</c:v>
                </c:pt>
                <c:pt idx="1252">
                  <c:v>0.0140597518371</c:v>
                </c:pt>
                <c:pt idx="1253">
                  <c:v>0.0140346066767</c:v>
                </c:pt>
                <c:pt idx="1254">
                  <c:v>0.0140095304493</c:v>
                </c:pt>
                <c:pt idx="1255">
                  <c:v>0.0139845238626</c:v>
                </c:pt>
                <c:pt idx="1256">
                  <c:v>0.0139595875912</c:v>
                </c:pt>
                <c:pt idx="1257">
                  <c:v>0.0139347222759</c:v>
                </c:pt>
                <c:pt idx="1258">
                  <c:v>0.0139099285231</c:v>
                </c:pt>
                <c:pt idx="1259">
                  <c:v>0.0138852069045</c:v>
                </c:pt>
                <c:pt idx="1260">
                  <c:v>0.0138605579568</c:v>
                </c:pt>
                <c:pt idx="1261">
                  <c:v>0.0138359821814</c:v>
                </c:pt>
                <c:pt idx="1262">
                  <c:v>0.0138114800443</c:v>
                </c:pt>
                <c:pt idx="1263">
                  <c:v>0.0137870519762</c:v>
                </c:pt>
                <c:pt idx="1264">
                  <c:v>0.0137626983725</c:v>
                </c:pt>
                <c:pt idx="1265">
                  <c:v>0.0137384195933</c:v>
                </c:pt>
                <c:pt idx="1266">
                  <c:v>0.0137142159641</c:v>
                </c:pt>
                <c:pt idx="1267">
                  <c:v>0.0136900877755</c:v>
                </c:pt>
                <c:pt idx="1268">
                  <c:v>0.0136660352841</c:v>
                </c:pt>
                <c:pt idx="1269">
                  <c:v>0.0136420587125</c:v>
                </c:pt>
                <c:pt idx="1270">
                  <c:v>0.0136181582504</c:v>
                </c:pt>
                <c:pt idx="1271">
                  <c:v>0.0135943340546</c:v>
                </c:pt>
                <c:pt idx="1272">
                  <c:v>0.0135705862499</c:v>
                </c:pt>
                <c:pt idx="1273">
                  <c:v>0.0135469149296</c:v>
                </c:pt>
                <c:pt idx="1274">
                  <c:v>0.0135233201567</c:v>
                </c:pt>
                <c:pt idx="1275">
                  <c:v>0.0134998019639</c:v>
                </c:pt>
                <c:pt idx="1276">
                  <c:v>0.0134763603551</c:v>
                </c:pt>
                <c:pt idx="1277">
                  <c:v>0.0134529953058</c:v>
                </c:pt>
                <c:pt idx="1278">
                  <c:v>0.0134297067642</c:v>
                </c:pt>
                <c:pt idx="1279">
                  <c:v>0.0134064946519</c:v>
                </c:pt>
                <c:pt idx="1280">
                  <c:v>0.0133833588651</c:v>
                </c:pt>
                <c:pt idx="1281">
                  <c:v>0.013360299275</c:v>
                </c:pt>
                <c:pt idx="1282">
                  <c:v>0.0133373157294</c:v>
                </c:pt>
                <c:pt idx="1283">
                  <c:v>0.0133144080533</c:v>
                </c:pt>
                <c:pt idx="1284">
                  <c:v>0.0132915760499</c:v>
                </c:pt>
                <c:pt idx="1285">
                  <c:v>0.0132688195015</c:v>
                </c:pt>
                <c:pt idx="1286">
                  <c:v>0.0132461381707</c:v>
                </c:pt>
                <c:pt idx="1287">
                  <c:v>0.0132235318014</c:v>
                </c:pt>
                <c:pt idx="1288">
                  <c:v>0.0132010001195</c:v>
                </c:pt>
                <c:pt idx="1289">
                  <c:v>0.0131785428339</c:v>
                </c:pt>
                <c:pt idx="1290">
                  <c:v>0.013156159638</c:v>
                </c:pt>
                <c:pt idx="1291">
                  <c:v>0.01313385021</c:v>
                </c:pt>
                <c:pt idx="1292">
                  <c:v>0.0131116142141</c:v>
                </c:pt>
                <c:pt idx="1293">
                  <c:v>0.0130894513018</c:v>
                </c:pt>
                <c:pt idx="1294">
                  <c:v>0.0130673611123</c:v>
                </c:pt>
                <c:pt idx="1295">
                  <c:v>0.0130453432735</c:v>
                </c:pt>
                <c:pt idx="1296">
                  <c:v>0.0130233974033</c:v>
                </c:pt>
                <c:pt idx="1297">
                  <c:v>0.0130015231101</c:v>
                </c:pt>
                <c:pt idx="1298">
                  <c:v>0.0129797199936</c:v>
                </c:pt>
                <c:pt idx="1299">
                  <c:v>0.0129579876461</c:v>
                </c:pt>
                <c:pt idx="1300">
                  <c:v>0.0129363256526</c:v>
                </c:pt>
                <c:pt idx="1301">
                  <c:v>0.0129147335924</c:v>
                </c:pt>
                <c:pt idx="1302">
                  <c:v>0.0128932110391</c:v>
                </c:pt>
                <c:pt idx="1303">
                  <c:v>0.0128717575617</c:v>
                </c:pt>
                <c:pt idx="1304">
                  <c:v>0.0128503727255</c:v>
                </c:pt>
                <c:pt idx="1305">
                  <c:v>0.0128290560921</c:v>
                </c:pt>
                <c:pt idx="1306">
                  <c:v>0.0128078072209</c:v>
                </c:pt>
                <c:pt idx="1307">
                  <c:v>0.0127866256689</c:v>
                </c:pt>
                <c:pt idx="1308">
                  <c:v>0.0127655109917</c:v>
                </c:pt>
                <c:pt idx="1309">
                  <c:v>0.0127444627441</c:v>
                </c:pt>
                <c:pt idx="1310">
                  <c:v>0.0127234804803</c:v>
                </c:pt>
                <c:pt idx="1311">
                  <c:v>0.0127025637545</c:v>
                </c:pt>
                <c:pt idx="1312">
                  <c:v>0.0126817121216</c:v>
                </c:pt>
                <c:pt idx="1313">
                  <c:v>0.0126609251369</c:v>
                </c:pt>
                <c:pt idx="1314">
                  <c:v>0.0126402023574</c:v>
                </c:pt>
                <c:pt idx="1315">
                  <c:v>0.0126195433413</c:v>
                </c:pt>
                <c:pt idx="1316">
                  <c:v>0.0125989476486</c:v>
                </c:pt>
                <c:pt idx="1317">
                  <c:v>0.0125784148417</c:v>
                </c:pt>
                <c:pt idx="1318">
                  <c:v>0.0125579444849</c:v>
                </c:pt>
                <c:pt idx="1319">
                  <c:v>0.0125375361453</c:v>
                </c:pt>
                <c:pt idx="1320">
                  <c:v>0.0125171893923</c:v>
                </c:pt>
                <c:pt idx="1321">
                  <c:v>0.0124969037983</c:v>
                </c:pt>
                <c:pt idx="1322">
                  <c:v>0.0124766789383</c:v>
                </c:pt>
                <c:pt idx="1323">
                  <c:v>0.0124565143905</c:v>
                </c:pt>
                <c:pt idx="1324">
                  <c:v>0.0124364097355</c:v>
                </c:pt>
                <c:pt idx="1325">
                  <c:v>0.0124163645572</c:v>
                </c:pt>
                <c:pt idx="1326">
                  <c:v>0.0123963784421</c:v>
                </c:pt>
                <c:pt idx="1327">
                  <c:v>0.0123764509794</c:v>
                </c:pt>
                <c:pt idx="1328">
                  <c:v>0.0123565817612</c:v>
                </c:pt>
                <c:pt idx="1329">
                  <c:v>0.0123367703819</c:v>
                </c:pt>
                <c:pt idx="1330">
                  <c:v>0.0123170164383</c:v>
                </c:pt>
                <c:pt idx="1331">
                  <c:v>0.0122973195295</c:v>
                </c:pt>
                <c:pt idx="1332">
                  <c:v>0.0122776792565</c:v>
                </c:pt>
                <c:pt idx="1333">
                  <c:v>0.012258095222</c:v>
                </c:pt>
                <c:pt idx="1334">
                  <c:v>0.0122385670306</c:v>
                </c:pt>
                <c:pt idx="1335">
                  <c:v>0.0122190942877</c:v>
                </c:pt>
                <c:pt idx="1336">
                  <c:v>0.0121996766002</c:v>
                </c:pt>
                <c:pt idx="1337">
                  <c:v>0.0121803135754</c:v>
                </c:pt>
                <c:pt idx="1338">
                  <c:v>0.0121610048211</c:v>
                </c:pt>
                <c:pt idx="1339">
                  <c:v>0.0121417499454</c:v>
                </c:pt>
                <c:pt idx="1340">
                  <c:v>0.012122548556</c:v>
                </c:pt>
                <c:pt idx="1341">
                  <c:v>0.0121034002604</c:v>
                </c:pt>
                <c:pt idx="1342">
                  <c:v>0.012084304665</c:v>
                </c:pt>
                <c:pt idx="1343">
                  <c:v>0.012065261375</c:v>
                </c:pt>
                <c:pt idx="1344">
                  <c:v>0.0120462699945</c:v>
                </c:pt>
                <c:pt idx="1345">
                  <c:v>0.0120273301253</c:v>
                </c:pt>
                <c:pt idx="1346">
                  <c:v>0.0120084413674</c:v>
                </c:pt>
                <c:pt idx="1347">
                  <c:v>0.0119896033181</c:v>
                </c:pt>
                <c:pt idx="1348">
                  <c:v>0.011970815572</c:v>
                </c:pt>
                <c:pt idx="1349">
                  <c:v>0.0119520777205</c:v>
                </c:pt>
                <c:pt idx="1350">
                  <c:v>0.0119333893516</c:v>
                </c:pt>
                <c:pt idx="1351">
                  <c:v>0.0119147500495</c:v>
                </c:pt>
                <c:pt idx="1352">
                  <c:v>0.0118961593943</c:v>
                </c:pt>
                <c:pt idx="1353">
                  <c:v>0.0118776169619</c:v>
                </c:pt>
                <c:pt idx="1354">
                  <c:v>0.0118591223234</c:v>
                </c:pt>
                <c:pt idx="1355">
                  <c:v>0.0118406750453</c:v>
                </c:pt>
                <c:pt idx="1356">
                  <c:v>0.0118222746888</c:v>
                </c:pt>
                <c:pt idx="1357">
                  <c:v>0.0118039208095</c:v>
                </c:pt>
                <c:pt idx="1358">
                  <c:v>0.0117856129579</c:v>
                </c:pt>
                <c:pt idx="1359">
                  <c:v>0.0117673506785</c:v>
                </c:pt>
                <c:pt idx="1360">
                  <c:v>0.0117491335096</c:v>
                </c:pt>
                <c:pt idx="1361">
                  <c:v>0.0117309609836</c:v>
                </c:pt>
                <c:pt idx="1362">
                  <c:v>0.0117128326267</c:v>
                </c:pt>
                <c:pt idx="1363">
                  <c:v>0.0116947479584</c:v>
                </c:pt>
                <c:pt idx="1364">
                  <c:v>0.0116767064918</c:v>
                </c:pt>
                <c:pt idx="1365">
                  <c:v>0.0116587077333</c:v>
                </c:pt>
                <c:pt idx="1366">
                  <c:v>0.0116407511825</c:v>
                </c:pt>
                <c:pt idx="1367">
                  <c:v>0.0116228363324</c:v>
                </c:pt>
                <c:pt idx="1368">
                  <c:v>0.0116049626689</c:v>
                </c:pt>
                <c:pt idx="1369">
                  <c:v>0.0115871296711</c:v>
                </c:pt>
                <c:pt idx="1370">
                  <c:v>0.0115693368113</c:v>
                </c:pt>
                <c:pt idx="1371">
                  <c:v>0.0115515835548</c:v>
                </c:pt>
                <c:pt idx="1372">
                  <c:v>0.0115338693602</c:v>
                </c:pt>
                <c:pt idx="1373">
                  <c:v>0.0115161936791</c:v>
                </c:pt>
                <c:pt idx="1374">
                  <c:v>0.0114985559564</c:v>
                </c:pt>
                <c:pt idx="1375">
                  <c:v>0.0114809556303</c:v>
                </c:pt>
                <c:pt idx="1376">
                  <c:v>0.0114633921326</c:v>
                </c:pt>
                <c:pt idx="1377">
                  <c:v>0.0114458648884</c:v>
                </c:pt>
                <c:pt idx="1378">
                  <c:v>0.0114283733166</c:v>
                </c:pt>
                <c:pt idx="1379">
                  <c:v>0.0114109168297</c:v>
                </c:pt>
                <c:pt idx="1380">
                  <c:v>0.0113934948343</c:v>
                </c:pt>
                <c:pt idx="1381">
                  <c:v>0.011376106731</c:v>
                </c:pt>
                <c:pt idx="1382">
                  <c:v>0.0113587519148</c:v>
                </c:pt>
                <c:pt idx="1383">
                  <c:v>0.011341429775</c:v>
                </c:pt>
                <c:pt idx="1384">
                  <c:v>0.0113241396958</c:v>
                </c:pt>
                <c:pt idx="1385">
                  <c:v>0.0113068810561</c:v>
                </c:pt>
                <c:pt idx="1386">
                  <c:v>0.01128965323</c:v>
                </c:pt>
                <c:pt idx="1387">
                  <c:v>0.0112724555869</c:v>
                </c:pt>
                <c:pt idx="1388">
                  <c:v>0.0112552874919</c:v>
                </c:pt>
                <c:pt idx="1389">
                  <c:v>0.0112381483057</c:v>
                </c:pt>
                <c:pt idx="1390">
                  <c:v>0.0112210373855</c:v>
                </c:pt>
                <c:pt idx="1391">
                  <c:v>0.0112039540844</c:v>
                </c:pt>
                <c:pt idx="1392">
                  <c:v>0.0111868977525</c:v>
                </c:pt>
                <c:pt idx="1393">
                  <c:v>0.0111698677367</c:v>
                </c:pt>
                <c:pt idx="1394">
                  <c:v>0.0111528633809</c:v>
                </c:pt>
                <c:pt idx="1395">
                  <c:v>0.0111358840267</c:v>
                </c:pt>
                <c:pt idx="1396">
                  <c:v>0.0111189290134</c:v>
                </c:pt>
                <c:pt idx="1397">
                  <c:v>0.0111019976783</c:v>
                </c:pt>
                <c:pt idx="1398">
                  <c:v>0.011085089357</c:v>
                </c:pt>
                <c:pt idx="1399">
                  <c:v>0.0110682033838</c:v>
                </c:pt>
                <c:pt idx="1400">
                  <c:v>0.0110513390919</c:v>
                </c:pt>
                <c:pt idx="1401">
                  <c:v>0.0110344958137</c:v>
                </c:pt>
                <c:pt idx="1402">
                  <c:v>0.0110176728808</c:v>
                </c:pt>
                <c:pt idx="1403">
                  <c:v>0.011000869625</c:v>
                </c:pt>
                <c:pt idx="1404">
                  <c:v>0.0109840853777</c:v>
                </c:pt>
                <c:pt idx="1405">
                  <c:v>0.0109673194708</c:v>
                </c:pt>
                <c:pt idx="1406">
                  <c:v>0.0109505712369</c:v>
                </c:pt>
                <c:pt idx="1407">
                  <c:v>0.0109338400091</c:v>
                </c:pt>
                <c:pt idx="1408">
                  <c:v>0.0109171251217</c:v>
                </c:pt>
                <c:pt idx="1409">
                  <c:v>0.0109004259105</c:v>
                </c:pt>
                <c:pt idx="1410">
                  <c:v>0.0108837417126</c:v>
                </c:pt>
                <c:pt idx="1411">
                  <c:v>0.010867071867</c:v>
                </c:pt>
                <c:pt idx="1412">
                  <c:v>0.0108504157147</c:v>
                </c:pt>
                <c:pt idx="1413">
                  <c:v>0.0108337725988</c:v>
                </c:pt>
                <c:pt idx="1414">
                  <c:v>0.010817141865</c:v>
                </c:pt>
                <c:pt idx="1415">
                  <c:v>0.0108005228616</c:v>
                </c:pt>
                <c:pt idx="1416">
                  <c:v>0.0107839149394</c:v>
                </c:pt>
                <c:pt idx="1417">
                  <c:v>0.0107673174524</c:v>
                </c:pt>
                <c:pt idx="1418">
                  <c:v>0.0107507297576</c:v>
                </c:pt>
                <c:pt idx="1419">
                  <c:v>0.0107341512153</c:v>
                </c:pt>
                <c:pt idx="1420">
                  <c:v>0.0107175811891</c:v>
                </c:pt>
                <c:pt idx="1421">
                  <c:v>0.0107010190461</c:v>
                </c:pt>
                <c:pt idx="1422">
                  <c:v>0.010684464157</c:v>
                </c:pt>
                <c:pt idx="1423">
                  <c:v>0.0106679158961</c:v>
                </c:pt>
                <c:pt idx="1424">
                  <c:v>0.0106513736415</c:v>
                </c:pt>
                <c:pt idx="1425">
                  <c:v>0.0106348367751</c:v>
                </c:pt>
                <c:pt idx="1426">
                  <c:v>0.0106183046826</c:v>
                </c:pt>
                <c:pt idx="1427">
                  <c:v>0.0106017767537</c:v>
                </c:pt>
                <c:pt idx="1428">
                  <c:v>0.0105852523818</c:v>
                </c:pt>
                <c:pt idx="1429">
                  <c:v>0.0105687309643</c:v>
                </c:pt>
                <c:pt idx="1430">
                  <c:v>0.0105522119027</c:v>
                </c:pt>
                <c:pt idx="1431">
                  <c:v>0.0105356946019</c:v>
                </c:pt>
                <c:pt idx="1432">
                  <c:v>0.0105191784711</c:v>
                </c:pt>
                <c:pt idx="1433">
                  <c:v>0.010502662923</c:v>
                </c:pt>
                <c:pt idx="1434">
                  <c:v>0.0104861473742</c:v>
                </c:pt>
                <c:pt idx="1435">
                  <c:v>0.0104696312447</c:v>
                </c:pt>
                <c:pt idx="1436">
                  <c:v>0.0104531139584</c:v>
                </c:pt>
                <c:pt idx="1437">
                  <c:v>0.0104365949423</c:v>
                </c:pt>
                <c:pt idx="1438">
                  <c:v>0.0104200736269</c:v>
                </c:pt>
                <c:pt idx="1439">
                  <c:v>0.010403549446</c:v>
                </c:pt>
                <c:pt idx="1440">
                  <c:v>0.0103870218364</c:v>
                </c:pt>
                <c:pt idx="1441">
                  <c:v>0.0103704902378</c:v>
                </c:pt>
                <c:pt idx="1442">
                  <c:v>0.0103539540927</c:v>
                </c:pt>
                <c:pt idx="1443">
                  <c:v>0.0103374128463</c:v>
                </c:pt>
                <c:pt idx="1444">
                  <c:v>0.0103208659462</c:v>
                </c:pt>
                <c:pt idx="1445">
                  <c:v>0.0103043128423</c:v>
                </c:pt>
                <c:pt idx="1446">
                  <c:v>0.0102877529864</c:v>
                </c:pt>
                <c:pt idx="1447">
                  <c:v>0.0102711858325</c:v>
                </c:pt>
                <c:pt idx="1448">
                  <c:v>0.0102546108361</c:v>
                </c:pt>
                <c:pt idx="1449">
                  <c:v>0.0102380274541</c:v>
                </c:pt>
                <c:pt idx="1450">
                  <c:v>0.0102214351449</c:v>
                </c:pt>
                <c:pt idx="1451">
                  <c:v>0.0102048333679</c:v>
                </c:pt>
                <c:pt idx="1452">
                  <c:v>0.0101882215832</c:v>
                </c:pt>
                <c:pt idx="1453">
                  <c:v>0.0101715992518</c:v>
                </c:pt>
                <c:pt idx="1454">
                  <c:v>0.0101549658348</c:v>
                </c:pt>
                <c:pt idx="1455">
                  <c:v>0.0101383207938</c:v>
                </c:pt>
                <c:pt idx="1456">
                  <c:v>0.0101216635902</c:v>
                </c:pt>
                <c:pt idx="1457">
                  <c:v>0.0101049936853</c:v>
                </c:pt>
                <c:pt idx="1458">
                  <c:v>0.01008831054</c:v>
                </c:pt>
                <c:pt idx="1459">
                  <c:v>0.0100716136143</c:v>
                </c:pt>
                <c:pt idx="1460">
                  <c:v>0.0100549023678</c:v>
                </c:pt>
                <c:pt idx="1461">
                  <c:v>0.0100381762586</c:v>
                </c:pt>
                <c:pt idx="1462">
                  <c:v>0.010021434744</c:v>
                </c:pt>
                <c:pt idx="1463">
                  <c:v>0.0100046772796</c:v>
                </c:pt>
                <c:pt idx="1464">
                  <c:v>0.00998790331977</c:v>
                </c:pt>
                <c:pt idx="1465">
                  <c:v>0.00997111231683</c:v>
                </c:pt>
                <c:pt idx="1466">
                  <c:v>0.00995430372145</c:v>
                </c:pt>
                <c:pt idx="1467">
                  <c:v>0.00993747698228</c:v>
                </c:pt>
                <c:pt idx="1468">
                  <c:v>0.00992063154584</c:v>
                </c:pt>
                <c:pt idx="1469">
                  <c:v>0.00990376685647</c:v>
                </c:pt>
                <c:pt idx="1470">
                  <c:v>0.00988688235621</c:v>
                </c:pt>
                <c:pt idx="1471">
                  <c:v>0.00986997748473</c:v>
                </c:pt>
                <c:pt idx="1472">
                  <c:v>0.00985305167929</c:v>
                </c:pt>
                <c:pt idx="1473">
                  <c:v>0.00983610437473</c:v>
                </c:pt>
                <c:pt idx="1474">
                  <c:v>0.0098191350034</c:v>
                </c:pt>
                <c:pt idx="1475">
                  <c:v>0.00980214299522</c:v>
                </c:pt>
                <c:pt idx="1476">
                  <c:v>0.00978512777771</c:v>
                </c:pt>
                <c:pt idx="1477">
                  <c:v>0.00976808877602</c:v>
                </c:pt>
                <c:pt idx="1478">
                  <c:v>0.009751025413</c:v>
                </c:pt>
                <c:pt idx="1479">
                  <c:v>0.00973393710936</c:v>
                </c:pt>
                <c:pt idx="1480">
                  <c:v>0.00971682328376</c:v>
                </c:pt>
                <c:pt idx="1481">
                  <c:v>0.00969968335294</c:v>
                </c:pt>
                <c:pt idx="1482">
                  <c:v>0.00968251673197</c:v>
                </c:pt>
                <c:pt idx="1483">
                  <c:v>0.00966532283441</c:v>
                </c:pt>
                <c:pt idx="1484">
                  <c:v>0.00964810107258</c:v>
                </c:pt>
                <c:pt idx="1485">
                  <c:v>0.00963085085779</c:v>
                </c:pt>
                <c:pt idx="1486">
                  <c:v>0.00961357160069</c:v>
                </c:pt>
                <c:pt idx="1487">
                  <c:v>0.00959626271158</c:v>
                </c:pt>
                <c:pt idx="1488">
                  <c:v>0.00957892360074</c:v>
                </c:pt>
                <c:pt idx="1489">
                  <c:v>0.00956155367888</c:v>
                </c:pt>
                <c:pt idx="1490">
                  <c:v>0.00954415235752</c:v>
                </c:pt>
                <c:pt idx="1491">
                  <c:v>0.00952671904946</c:v>
                </c:pt>
                <c:pt idx="1492">
                  <c:v>0.00950925316925</c:v>
                </c:pt>
                <c:pt idx="1493">
                  <c:v>0.00949175413376</c:v>
                </c:pt>
                <c:pt idx="1494">
                  <c:v>0.00947422136269</c:v>
                </c:pt>
                <c:pt idx="1495">
                  <c:v>0.00945665427916</c:v>
                </c:pt>
                <c:pt idx="1496">
                  <c:v>0.00943905231033</c:v>
                </c:pt>
                <c:pt idx="1497">
                  <c:v>0.00942141488808</c:v>
                </c:pt>
                <c:pt idx="1498">
                  <c:v>0.00940374144965</c:v>
                </c:pt>
                <c:pt idx="1499">
                  <c:v>0.00938603143839</c:v>
                </c:pt>
                <c:pt idx="1500">
                  <c:v>0.0093682843045</c:v>
                </c:pt>
                <c:pt idx="1501">
                  <c:v>0.00935049950577</c:v>
                </c:pt>
                <c:pt idx="1502">
                  <c:v>0.00933267650847</c:v>
                </c:pt>
                <c:pt idx="1503">
                  <c:v>0.00931481478813</c:v>
                </c:pt>
                <c:pt idx="1504">
                  <c:v>0.00929691383041</c:v>
                </c:pt>
                <c:pt idx="1505">
                  <c:v>0.00927897313206</c:v>
                </c:pt>
                <c:pt idx="1506">
                  <c:v>0.00926099220177</c:v>
                </c:pt>
                <c:pt idx="1507">
                  <c:v>0.00924297056119</c:v>
                </c:pt>
                <c:pt idx="1508">
                  <c:v>0.0092249077459</c:v>
                </c:pt>
                <c:pt idx="1509">
                  <c:v>0.00920680330638</c:v>
                </c:pt>
                <c:pt idx="1510">
                  <c:v>0.00918865680912</c:v>
                </c:pt>
                <c:pt idx="1511">
                  <c:v>0.00917046783761</c:v>
                </c:pt>
                <c:pt idx="1512">
                  <c:v>0.00915223599345</c:v>
                </c:pt>
                <c:pt idx="1513">
                  <c:v>0.00913396089745</c:v>
                </c:pt>
                <c:pt idx="1514">
                  <c:v>0.00911564219074</c:v>
                </c:pt>
                <c:pt idx="1515">
                  <c:v>0.00909727953592</c:v>
                </c:pt>
                <c:pt idx="1516">
                  <c:v>0.00907887261822</c:v>
                </c:pt>
                <c:pt idx="1517">
                  <c:v>0.00906042114661</c:v>
                </c:pt>
                <c:pt idx="1518">
                  <c:v>0.00904192485506</c:v>
                </c:pt>
                <c:pt idx="1519">
                  <c:v>0.00902338350366</c:v>
                </c:pt>
                <c:pt idx="1520">
                  <c:v>0.00900479687982</c:v>
                </c:pt>
                <c:pt idx="1521">
                  <c:v>0.00898616479952</c:v>
                </c:pt>
                <c:pt idx="1522">
                  <c:v>0.00896748710842</c:v>
                </c:pt>
                <c:pt idx="1523">
                  <c:v>0.00894876368313</c:v>
                </c:pt>
                <c:pt idx="1524">
                  <c:v>0.00892999443238</c:v>
                </c:pt>
                <c:pt idx="1525">
                  <c:v>0.00891117929817</c:v>
                </c:pt>
                <c:pt idx="1526">
                  <c:v>0.00889231825701</c:v>
                </c:pt>
                <c:pt idx="1527">
                  <c:v>0.00887341132101</c:v>
                </c:pt>
                <c:pt idx="1528">
                  <c:v>0.00885445853908</c:v>
                </c:pt>
                <c:pt idx="1529">
                  <c:v>0.00883545999802</c:v>
                </c:pt>
                <c:pt idx="1530">
                  <c:v>0.00881641582364</c:v>
                </c:pt>
                <c:pt idx="1531">
                  <c:v>0.0087973261818</c:v>
                </c:pt>
                <c:pt idx="1532">
                  <c:v>0.00877819127951</c:v>
                </c:pt>
                <c:pt idx="1533">
                  <c:v>0.00875901136585</c:v>
                </c:pt>
                <c:pt idx="1534">
                  <c:v>0.00873978673302</c:v>
                </c:pt>
                <c:pt idx="1535">
                  <c:v>0.00872051771722</c:v>
                </c:pt>
                <c:pt idx="1536">
                  <c:v>0.00870120469951</c:v>
                </c:pt>
                <c:pt idx="1537">
                  <c:v>0.00868184810668</c:v>
                </c:pt>
                <c:pt idx="1538">
                  <c:v>0.008662448412</c:v>
                </c:pt>
                <c:pt idx="1539">
                  <c:v>0.00864300613591</c:v>
                </c:pt>
                <c:pt idx="1540">
                  <c:v>0.0086235218467</c:v>
                </c:pt>
                <c:pt idx="1541">
                  <c:v>0.00860399616106</c:v>
                </c:pt>
                <c:pt idx="1542">
                  <c:v>0.00858442974464</c:v>
                </c:pt>
                <c:pt idx="1543">
                  <c:v>0.00856482331243</c:v>
                </c:pt>
                <c:pt idx="1544">
                  <c:v>0.00854517762915</c:v>
                </c:pt>
                <c:pt idx="1545">
                  <c:v>0.00852549350953</c:v>
                </c:pt>
                <c:pt idx="1546">
                  <c:v>0.00850577181849</c:v>
                </c:pt>
                <c:pt idx="1547">
                  <c:v>0.00848601347125</c:v>
                </c:pt>
                <c:pt idx="1548">
                  <c:v>0.00846621943336</c:v>
                </c:pt>
                <c:pt idx="1549">
                  <c:v>0.00844639072057</c:v>
                </c:pt>
                <c:pt idx="1550">
                  <c:v>0.00842652839872</c:v>
                </c:pt>
                <c:pt idx="1551">
                  <c:v>0.00840663358344</c:v>
                </c:pt>
                <c:pt idx="1552">
                  <c:v>0.00838670743976</c:v>
                </c:pt>
                <c:pt idx="1553">
                  <c:v>0.00836675118166</c:v>
                </c:pt>
                <c:pt idx="1554">
                  <c:v>0.00834676607151</c:v>
                </c:pt>
                <c:pt idx="1555">
                  <c:v>0.00832675341932</c:v>
                </c:pt>
                <c:pt idx="1556">
                  <c:v>0.00830671458203</c:v>
                </c:pt>
                <c:pt idx="1557">
                  <c:v>0.00828665096261</c:v>
                </c:pt>
                <c:pt idx="1558">
                  <c:v>0.00826656400902</c:v>
                </c:pt>
                <c:pt idx="1559">
                  <c:v>0.00824645521317</c:v>
                </c:pt>
                <c:pt idx="1560">
                  <c:v>0.00822632610969</c:v>
                </c:pt>
                <c:pt idx="1561">
                  <c:v>0.00820617827464</c:v>
                </c:pt>
                <c:pt idx="1562">
                  <c:v>0.00818601332412</c:v>
                </c:pt>
                <c:pt idx="1563">
                  <c:v>0.00816583291276</c:v>
                </c:pt>
                <c:pt idx="1564">
                  <c:v>0.00814563873216</c:v>
                </c:pt>
                <c:pt idx="1565">
                  <c:v>0.00812543250918</c:v>
                </c:pt>
                <c:pt idx="1566">
                  <c:v>0.00810521600416</c:v>
                </c:pt>
                <c:pt idx="1567">
                  <c:v>0.00808499100913</c:v>
                </c:pt>
                <c:pt idx="1568">
                  <c:v>0.00806475934581</c:v>
                </c:pt>
                <c:pt idx="1569">
                  <c:v>0.00804452286367</c:v>
                </c:pt>
                <c:pt idx="1570">
                  <c:v>0.00802428343777</c:v>
                </c:pt>
                <c:pt idx="1571">
                  <c:v>0.00800404296671</c:v>
                </c:pt>
                <c:pt idx="1572">
                  <c:v>0.00798380337036</c:v>
                </c:pt>
                <c:pt idx="1573">
                  <c:v>0.00796356658762</c:v>
                </c:pt>
                <c:pt idx="1574">
                  <c:v>0.00794333457413</c:v>
                </c:pt>
                <c:pt idx="1575">
                  <c:v>0.00792310929994</c:v>
                </c:pt>
                <c:pt idx="1576">
                  <c:v>0.00790289274705</c:v>
                </c:pt>
                <c:pt idx="1577">
                  <c:v>0.00788268690709</c:v>
                </c:pt>
                <c:pt idx="1578">
                  <c:v>0.00786249377883</c:v>
                </c:pt>
                <c:pt idx="1579">
                  <c:v>0.00784231536573</c:v>
                </c:pt>
                <c:pt idx="1580">
                  <c:v>0.0078221536735</c:v>
                </c:pt>
                <c:pt idx="1581">
                  <c:v>0.00780201070762</c:v>
                </c:pt>
                <c:pt idx="1582">
                  <c:v>0.00778188847087</c:v>
                </c:pt>
                <c:pt idx="1583">
                  <c:v>0.00776178896091</c:v>
                </c:pt>
                <c:pt idx="1584">
                  <c:v>0.00774171416779</c:v>
                </c:pt>
                <c:pt idx="1585">
                  <c:v>0.00772166607158</c:v>
                </c:pt>
                <c:pt idx="1586">
                  <c:v>0.00770164663997</c:v>
                </c:pt>
                <c:pt idx="1587">
                  <c:v>0.00768165782594</c:v>
                </c:pt>
                <c:pt idx="1588">
                  <c:v>0.00766170156542</c:v>
                </c:pt>
                <c:pt idx="1589">
                  <c:v>0.00764177977502</c:v>
                </c:pt>
                <c:pt idx="1590">
                  <c:v>0.00762189434989</c:v>
                </c:pt>
                <c:pt idx="1591">
                  <c:v>0.00760204716149</c:v>
                </c:pt>
                <c:pt idx="1592">
                  <c:v>0.00758224005553</c:v>
                </c:pt>
                <c:pt idx="1593">
                  <c:v>0.00756247484995</c:v>
                </c:pt>
                <c:pt idx="1594">
                  <c:v>0.00754275333298</c:v>
                </c:pt>
                <c:pt idx="1595">
                  <c:v>0.00752307726123</c:v>
                </c:pt>
                <c:pt idx="1596">
                  <c:v>0.00750344835791</c:v>
                </c:pt>
                <c:pt idx="1597">
                  <c:v>0.00748386831113</c:v>
                </c:pt>
                <c:pt idx="1598">
                  <c:v>0.00746433877223</c:v>
                </c:pt>
                <c:pt idx="1599">
                  <c:v>0.00744486135428</c:v>
                </c:pt>
                <c:pt idx="1600">
                  <c:v>0.00742543763061</c:v>
                </c:pt>
                <c:pt idx="1601">
                  <c:v>0.00740606913345</c:v>
                </c:pt>
                <c:pt idx="1602">
                  <c:v>0.00738675735266</c:v>
                </c:pt>
                <c:pt idx="1603">
                  <c:v>0.00736750373456</c:v>
                </c:pt>
                <c:pt idx="1604">
                  <c:v>0.00734830968089</c:v>
                </c:pt>
                <c:pt idx="1605">
                  <c:v>0.00732917654779</c:v>
                </c:pt>
                <c:pt idx="1606">
                  <c:v>0.00731010564495</c:v>
                </c:pt>
                <c:pt idx="1607">
                  <c:v>0.0072910982348</c:v>
                </c:pt>
                <c:pt idx="1608">
                  <c:v>0.00727215553188</c:v>
                </c:pt>
                <c:pt idx="1609">
                  <c:v>0.00725327870221</c:v>
                </c:pt>
                <c:pt idx="1610">
                  <c:v>0.00723446886281</c:v>
                </c:pt>
                <c:pt idx="1611">
                  <c:v>0.00721572708131</c:v>
                </c:pt>
                <c:pt idx="1612">
                  <c:v>0.00719705437565</c:v>
                </c:pt>
                <c:pt idx="1613">
                  <c:v>0.00717845171389</c:v>
                </c:pt>
                <c:pt idx="1614">
                  <c:v>0.00715992001405</c:v>
                </c:pt>
                <c:pt idx="1615">
                  <c:v>0.00714146014412</c:v>
                </c:pt>
                <c:pt idx="1616">
                  <c:v>0.00712307292211</c:v>
                </c:pt>
                <c:pt idx="1617">
                  <c:v>0.00710475911616</c:v>
                </c:pt>
                <c:pt idx="1618">
                  <c:v>0.00708651944482</c:v>
                </c:pt>
                <c:pt idx="1619">
                  <c:v>0.00706835457731</c:v>
                </c:pt>
                <c:pt idx="1620">
                  <c:v>0.0070502651339</c:v>
                </c:pt>
                <c:pt idx="1621">
                  <c:v>0.00703225168637</c:v>
                </c:pt>
                <c:pt idx="1622">
                  <c:v>0.00701431475854</c:v>
                </c:pt>
                <c:pt idx="1623">
                  <c:v>0.00699645482685</c:v>
                </c:pt>
                <c:pt idx="1624">
                  <c:v>0.00697867232099</c:v>
                </c:pt>
                <c:pt idx="1625">
                  <c:v>0.00696096762465</c:v>
                </c:pt>
                <c:pt idx="1626">
                  <c:v>0.00694334107626</c:v>
                </c:pt>
                <c:pt idx="1627">
                  <c:v>0.0069257929698</c:v>
                </c:pt>
                <c:pt idx="1628">
                  <c:v>0.00690832355572</c:v>
                </c:pt>
                <c:pt idx="1629">
                  <c:v>0.00689093304181</c:v>
                </c:pt>
                <c:pt idx="1630">
                  <c:v>0.00687362159416</c:v>
                </c:pt>
                <c:pt idx="1631">
                  <c:v>0.00685638933821</c:v>
                </c:pt>
                <c:pt idx="1632">
                  <c:v>0.00683923635972</c:v>
                </c:pt>
                <c:pt idx="1633">
                  <c:v>0.00682216270588</c:v>
                </c:pt>
                <c:pt idx="1634">
                  <c:v>0.00680516838638</c:v>
                </c:pt>
                <c:pt idx="1635">
                  <c:v>0.00678825337455</c:v>
                </c:pt>
                <c:pt idx="1636">
                  <c:v>0.0067714176085</c:v>
                </c:pt>
                <c:pt idx="1637">
                  <c:v>0.00675466099226</c:v>
                </c:pt>
                <c:pt idx="1638">
                  <c:v>0.006737983397</c:v>
                </c:pt>
                <c:pt idx="1639">
                  <c:v>0.00672138466215</c:v>
                </c:pt>
                <c:pt idx="1640">
                  <c:v>0.00670486459668</c:v>
                </c:pt>
                <c:pt idx="1641">
                  <c:v>0.00668842298023</c:v>
                </c:pt>
                <c:pt idx="1642">
                  <c:v>0.00667205956435</c:v>
                </c:pt>
                <c:pt idx="1643">
                  <c:v>0.00665577407371</c:v>
                </c:pt>
                <c:pt idx="1644">
                  <c:v>0.00663956620729</c:v>
                </c:pt>
                <c:pt idx="1645">
                  <c:v>0.00662343563956</c:v>
                </c:pt>
                <c:pt idx="1646">
                  <c:v>0.00660738202171</c:v>
                </c:pt>
                <c:pt idx="1647">
                  <c:v>0.00659140498278</c:v>
                </c:pt>
                <c:pt idx="1648">
                  <c:v>0.00657550413085</c:v>
                </c:pt>
                <c:pt idx="1649">
                  <c:v>0.00655967905418</c:v>
                </c:pt>
                <c:pt idx="1650">
                  <c:v>0.00654392932235</c:v>
                </c:pt>
                <c:pt idx="1651">
                  <c:v>0.00652825448734</c:v>
                </c:pt>
                <c:pt idx="1652">
                  <c:v>0.00651265408464</c:v>
                </c:pt>
                <c:pt idx="1653">
                  <c:v>0.00649712763433</c:v>
                </c:pt>
                <c:pt idx="1654">
                  <c:v>0.00648167464208</c:v>
                </c:pt>
                <c:pt idx="1655">
                  <c:v>0.00646629460018</c:v>
                </c:pt>
                <c:pt idx="1656">
                  <c:v>0.00645098698853</c:v>
                </c:pt>
                <c:pt idx="1657">
                  <c:v>0.00643575127557</c:v>
                </c:pt>
                <c:pt idx="1658">
                  <c:v>0.00642058691926</c:v>
                </c:pt>
                <c:pt idx="1659">
                  <c:v>0.00640549336788</c:v>
                </c:pt>
                <c:pt idx="1660">
                  <c:v>0.00639047006098</c:v>
                </c:pt>
                <c:pt idx="1661">
                  <c:v>0.00637551643016</c:v>
                </c:pt>
                <c:pt idx="1662">
                  <c:v>0.00636063189986</c:v>
                </c:pt>
                <c:pt idx="1663">
                  <c:v>0.00634581588815</c:v>
                </c:pt>
                <c:pt idx="1664">
                  <c:v>0.0063310678074</c:v>
                </c:pt>
                <c:pt idx="1665">
                  <c:v>0.00631638706504</c:v>
                </c:pt>
                <c:pt idx="1666">
                  <c:v>0.00630177306417</c:v>
                </c:pt>
                <c:pt idx="1667">
                  <c:v>0.00628722520416</c:v>
                </c:pt>
                <c:pt idx="1668">
                  <c:v>0.00627274288129</c:v>
                </c:pt>
                <c:pt idx="1669">
                  <c:v>0.00625832548929</c:v>
                </c:pt>
                <c:pt idx="1670">
                  <c:v>0.00624397241981</c:v>
                </c:pt>
                <c:pt idx="1671">
                  <c:v>0.00622968306297</c:v>
                </c:pt>
                <c:pt idx="1672">
                  <c:v>0.00621545680774</c:v>
                </c:pt>
                <c:pt idx="1673">
                  <c:v>0.00620129304243</c:v>
                </c:pt>
                <c:pt idx="1674">
                  <c:v>0.00618719115503</c:v>
                </c:pt>
                <c:pt idx="1675">
                  <c:v>0.00617315053358</c:v>
                </c:pt>
                <c:pt idx="1676">
                  <c:v>0.00615917056651</c:v>
                </c:pt>
                <c:pt idx="1677">
                  <c:v>0.0061452506429</c:v>
                </c:pt>
                <c:pt idx="1678">
                  <c:v>0.00613139015279</c:v>
                </c:pt>
                <c:pt idx="1679">
                  <c:v>0.00611758848737</c:v>
                </c:pt>
                <c:pt idx="1680">
                  <c:v>0.00610384503924</c:v>
                </c:pt>
                <c:pt idx="1681">
                  <c:v>0.0060901592026</c:v>
                </c:pt>
                <c:pt idx="1682">
                  <c:v>0.00607653037334</c:v>
                </c:pt>
                <c:pt idx="1683">
                  <c:v>0.00606295794927</c:v>
                </c:pt>
                <c:pt idx="1684">
                  <c:v>0.00604944133019</c:v>
                </c:pt>
                <c:pt idx="1685">
                  <c:v>0.00603597991797</c:v>
                </c:pt>
                <c:pt idx="1686">
                  <c:v>0.00602257311667</c:v>
                </c:pt>
                <c:pt idx="1687">
                  <c:v>0.00600922033253</c:v>
                </c:pt>
                <c:pt idx="1688">
                  <c:v>0.00599592097406</c:v>
                </c:pt>
                <c:pt idx="1689">
                  <c:v>0.00598267445205</c:v>
                </c:pt>
                <c:pt idx="1690">
                  <c:v>0.00596948017952</c:v>
                </c:pt>
                <c:pt idx="1691">
                  <c:v>0.00595633757175</c:v>
                </c:pt>
                <c:pt idx="1692">
                  <c:v>0.00594324604626</c:v>
                </c:pt>
                <c:pt idx="1693">
                  <c:v>0.0059302050227</c:v>
                </c:pt>
                <c:pt idx="1694">
                  <c:v>0.00591721392287</c:v>
                </c:pt>
                <c:pt idx="1695">
                  <c:v>0.00590427217059</c:v>
                </c:pt>
                <c:pt idx="1696">
                  <c:v>0.00589137919164</c:v>
                </c:pt>
                <c:pt idx="1697">
                  <c:v>0.0058785344137</c:v>
                </c:pt>
                <c:pt idx="1698">
                  <c:v>0.00586573726617</c:v>
                </c:pt>
                <c:pt idx="1699">
                  <c:v>0.00585298718017</c:v>
                </c:pt>
                <c:pt idx="1700">
                  <c:v>0.00584028358833</c:v>
                </c:pt>
                <c:pt idx="1701">
                  <c:v>0.00582762592473</c:v>
                </c:pt>
                <c:pt idx="1702">
                  <c:v>0.00581501362474</c:v>
                </c:pt>
                <c:pt idx="1703">
                  <c:v>0.00580244612493</c:v>
                </c:pt>
                <c:pt idx="1704">
                  <c:v>0.0057899228629</c:v>
                </c:pt>
                <c:pt idx="1705">
                  <c:v>0.00577744327718</c:v>
                </c:pt>
                <c:pt idx="1706">
                  <c:v>0.0057650068071</c:v>
                </c:pt>
                <c:pt idx="1707">
                  <c:v>0.00575261289266</c:v>
                </c:pt>
                <c:pt idx="1708">
                  <c:v>0.00574026097437</c:v>
                </c:pt>
                <c:pt idx="1709">
                  <c:v>0.00572795049321</c:v>
                </c:pt>
                <c:pt idx="1710">
                  <c:v>0.00571568089046</c:v>
                </c:pt>
                <c:pt idx="1711">
                  <c:v>0.0057034516076</c:v>
                </c:pt>
                <c:pt idx="1712">
                  <c:v>0.00569126208625</c:v>
                </c:pt>
                <c:pt idx="1713">
                  <c:v>0.00567911176807</c:v>
                </c:pt>
                <c:pt idx="1714">
                  <c:v>0.0056670000947</c:v>
                </c:pt>
                <c:pt idx="1715">
                  <c:v>0.00565492650769</c:v>
                </c:pt>
                <c:pt idx="1716">
                  <c:v>0.00564289044852</c:v>
                </c:pt>
                <c:pt idx="1717">
                  <c:v>0.00563089135851</c:v>
                </c:pt>
                <c:pt idx="1718">
                  <c:v>0.00561892867892</c:v>
                </c:pt>
                <c:pt idx="1719">
                  <c:v>0.00560700185089</c:v>
                </c:pt>
                <c:pt idx="1720">
                  <c:v>0.00559511031559</c:v>
                </c:pt>
                <c:pt idx="1721">
                  <c:v>0.00558325351422</c:v>
                </c:pt>
                <c:pt idx="1722">
                  <c:v>0.0055714308882</c:v>
                </c:pt>
                <c:pt idx="1723">
                  <c:v>0.00555964187927</c:v>
                </c:pt>
                <c:pt idx="1724">
                  <c:v>0.0055478859297</c:v>
                </c:pt>
                <c:pt idx="1725">
                  <c:v>0.00553616248249</c:v>
                </c:pt>
                <c:pt idx="1726">
                  <c:v>0.00552447098165</c:v>
                </c:pt>
                <c:pt idx="1727">
                  <c:v>0.00551281087246</c:v>
                </c:pt>
                <c:pt idx="1728">
                  <c:v>0.00550118160182</c:v>
                </c:pt>
                <c:pt idx="1729">
                  <c:v>0.00548958261865</c:v>
                </c:pt>
                <c:pt idx="1730">
                  <c:v>0.00547801337426</c:v>
                </c:pt>
                <c:pt idx="1731">
                  <c:v>0.00546647332287</c:v>
                </c:pt>
                <c:pt idx="1732">
                  <c:v>0.00545496192206</c:v>
                </c:pt>
                <c:pt idx="1733">
                  <c:v>0.00544347863337</c:v>
                </c:pt>
                <c:pt idx="1734">
                  <c:v>0.00543202292288</c:v>
                </c:pt>
                <c:pt idx="1735">
                  <c:v>0.00542059426182</c:v>
                </c:pt>
                <c:pt idx="1736">
                  <c:v>0.00540919212731</c:v>
                </c:pt>
                <c:pt idx="1737">
                  <c:v>0.00539781600306</c:v>
                </c:pt>
                <c:pt idx="1738">
                  <c:v>0.00538646538016</c:v>
                </c:pt>
                <c:pt idx="1739">
                  <c:v>0.00537513975785</c:v>
                </c:pt>
                <c:pt idx="1740">
                  <c:v>0.00536383864442</c:v>
                </c:pt>
                <c:pt idx="1741">
                  <c:v>0.00535256155809</c:v>
                </c:pt>
                <c:pt idx="1742">
                  <c:v>0.0053413080279</c:v>
                </c:pt>
                <c:pt idx="1743">
                  <c:v>0.00533007759471</c:v>
                </c:pt>
                <c:pt idx="1744">
                  <c:v>0.00531886981213</c:v>
                </c:pt>
                <c:pt idx="1745">
                  <c:v>0.00530768424758</c:v>
                </c:pt>
                <c:pt idx="1746">
                  <c:v>0.00529652048326</c:v>
                </c:pt>
                <c:pt idx="1747">
                  <c:v>0.00528537811723</c:v>
                </c:pt>
                <c:pt idx="1748">
                  <c:v>0.00527425676445</c:v>
                </c:pt>
                <c:pt idx="1749">
                  <c:v>0.00526315605781</c:v>
                </c:pt>
                <c:pt idx="1750">
                  <c:v>0.00525207564921</c:v>
                </c:pt>
                <c:pt idx="1751">
                  <c:v>0.00524101521059</c:v>
                </c:pt>
                <c:pt idx="1752">
                  <c:v>0.00522997443499</c:v>
                </c:pt>
                <c:pt idx="1753">
                  <c:v>0.00521895303754</c:v>
                </c:pt>
                <c:pt idx="1754">
                  <c:v>0.00520795075647</c:v>
                </c:pt>
                <c:pt idx="1755">
                  <c:v>0.00519696735406</c:v>
                </c:pt>
                <c:pt idx="1756">
                  <c:v>0.0051860026176</c:v>
                </c:pt>
                <c:pt idx="1757">
                  <c:v>0.00517505636022</c:v>
                </c:pt>
                <c:pt idx="1758">
                  <c:v>0.00516412842177</c:v>
                </c:pt>
                <c:pt idx="1759">
                  <c:v>0.00515321866958</c:v>
                </c:pt>
                <c:pt idx="1760">
                  <c:v>0.00514232699919</c:v>
                </c:pt>
                <c:pt idx="1761">
                  <c:v>0.00513145333499</c:v>
                </c:pt>
                <c:pt idx="1762">
                  <c:v>0.00512059763083</c:v>
                </c:pt>
                <c:pt idx="1763">
                  <c:v>0.00510975987049</c:v>
                </c:pt>
                <c:pt idx="1764">
                  <c:v>0.00509894006813</c:v>
                </c:pt>
                <c:pt idx="1765">
                  <c:v>0.00508813826862</c:v>
                </c:pt>
                <c:pt idx="1766">
                  <c:v>0.0050773545478</c:v>
                </c:pt>
                <c:pt idx="1767">
                  <c:v>0.00506658901264</c:v>
                </c:pt>
                <c:pt idx="1768">
                  <c:v>0.00505584180129</c:v>
                </c:pt>
                <c:pt idx="1769">
                  <c:v>0.0050451130831</c:v>
                </c:pt>
                <c:pt idx="1770">
                  <c:v>0.00503440305841</c:v>
                </c:pt>
                <c:pt idx="1771">
                  <c:v>0.0050237119584</c:v>
                </c:pt>
                <c:pt idx="1772">
                  <c:v>0.00501304004475</c:v>
                </c:pt>
                <c:pt idx="1773">
                  <c:v>0.00500238760918</c:v>
                </c:pt>
                <c:pt idx="1774">
                  <c:v>0.00499175497297</c:v>
                </c:pt>
                <c:pt idx="1775">
                  <c:v>0.00498114248635</c:v>
                </c:pt>
                <c:pt idx="1776">
                  <c:v>0.00497055052778</c:v>
                </c:pt>
                <c:pt idx="1777">
                  <c:v>0.00495997950312</c:v>
                </c:pt>
                <c:pt idx="1778">
                  <c:v>0.00494942984483</c:v>
                </c:pt>
                <c:pt idx="1779">
                  <c:v>0.00493890201091</c:v>
                </c:pt>
                <c:pt idx="1780">
                  <c:v>0.00492839648393</c:v>
                </c:pt>
                <c:pt idx="1781">
                  <c:v>0.00491791376988</c:v>
                </c:pt>
                <c:pt idx="1782">
                  <c:v>0.00490745439697</c:v>
                </c:pt>
                <c:pt idx="1783">
                  <c:v>0.0048970189144</c:v>
                </c:pt>
                <c:pt idx="1784">
                  <c:v>0.00488660789107</c:v>
                </c:pt>
                <c:pt idx="1785">
                  <c:v>0.00487622191417</c:v>
                </c:pt>
                <c:pt idx="1786">
                  <c:v>0.00486586158784</c:v>
                </c:pt>
                <c:pt idx="1787">
                  <c:v>0.00485552753168</c:v>
                </c:pt>
                <c:pt idx="1788">
                  <c:v>0.0048452203793</c:v>
                </c:pt>
                <c:pt idx="1789">
                  <c:v>0.00483494077683</c:v>
                </c:pt>
                <c:pt idx="1790">
                  <c:v>0.0048246893814</c:v>
                </c:pt>
                <c:pt idx="1791">
                  <c:v>0.0048144668596</c:v>
                </c:pt>
                <c:pt idx="1792">
                  <c:v>0.00480427388596</c:v>
                </c:pt>
                <c:pt idx="1793">
                  <c:v>0.00479411114141</c:v>
                </c:pt>
                <c:pt idx="1794">
                  <c:v>0.00478397931177</c:v>
                </c:pt>
                <c:pt idx="1795">
                  <c:v>0.00477387908622</c:v>
                </c:pt>
                <c:pt idx="1796">
                  <c:v>0.00476381115584</c:v>
                </c:pt>
                <c:pt idx="1797">
                  <c:v>0.00475377621208</c:v>
                </c:pt>
                <c:pt idx="1798">
                  <c:v>0.00474377494539</c:v>
                </c:pt>
                <c:pt idx="1799">
                  <c:v>0.00473380804376</c:v>
                </c:pt>
                <c:pt idx="1800">
                  <c:v>0.00472387619138</c:v>
                </c:pt>
                <c:pt idx="1801">
                  <c:v>0.00471398006731</c:v>
                </c:pt>
                <c:pt idx="1802">
                  <c:v>0.00470412034417</c:v>
                </c:pt>
                <c:pt idx="1803">
                  <c:v>0.00469429768697</c:v>
                </c:pt>
                <c:pt idx="1804">
                  <c:v>0.00468451275186</c:v>
                </c:pt>
                <c:pt idx="1805">
                  <c:v>0.00467476618503</c:v>
                </c:pt>
                <c:pt idx="1806">
                  <c:v>0.00466505862166</c:v>
                </c:pt>
                <c:pt idx="1807">
                  <c:v>0.00465539068488</c:v>
                </c:pt>
                <c:pt idx="1808">
                  <c:v>0.00464576298482</c:v>
                </c:pt>
                <c:pt idx="1809">
                  <c:v>0.00463617611773</c:v>
                </c:pt>
                <c:pt idx="1810">
                  <c:v>0.00462663066514</c:v>
                </c:pt>
                <c:pt idx="1811">
                  <c:v>0.00461712719305</c:v>
                </c:pt>
                <c:pt idx="1812">
                  <c:v>0.00460766625129</c:v>
                </c:pt>
                <c:pt idx="1813">
                  <c:v>0.00459824837282</c:v>
                </c:pt>
                <c:pt idx="1814">
                  <c:v>0.00458887407313</c:v>
                </c:pt>
                <c:pt idx="1815">
                  <c:v>0.00457954384974</c:v>
                </c:pt>
                <c:pt idx="1816">
                  <c:v>0.0045702581817</c:v>
                </c:pt>
                <c:pt idx="1817">
                  <c:v>0.00456101752922</c:v>
                </c:pt>
                <c:pt idx="1818">
                  <c:v>0.00455182233321</c:v>
                </c:pt>
                <c:pt idx="1819">
                  <c:v>0.00454267301507</c:v>
                </c:pt>
                <c:pt idx="1820">
                  <c:v>0.0045335699764</c:v>
                </c:pt>
                <c:pt idx="1821">
                  <c:v>0.00452451359877</c:v>
                </c:pt>
                <c:pt idx="1822">
                  <c:v>0.00451550424357</c:v>
                </c:pt>
                <c:pt idx="1823">
                  <c:v>0.00450654225193</c:v>
                </c:pt>
                <c:pt idx="1824">
                  <c:v>0.00449762794462</c:v>
                </c:pt>
                <c:pt idx="1825">
                  <c:v>0.00448876162203</c:v>
                </c:pt>
                <c:pt idx="1826">
                  <c:v>0.00447994356416</c:v>
                </c:pt>
                <c:pt idx="1827">
                  <c:v>0.00447117403073</c:v>
                </c:pt>
                <c:pt idx="1828">
                  <c:v>0.0044624532612</c:v>
                </c:pt>
                <c:pt idx="1829">
                  <c:v>0.00445378147493</c:v>
                </c:pt>
                <c:pt idx="1830">
                  <c:v>0.00444515887131</c:v>
                </c:pt>
                <c:pt idx="1831">
                  <c:v>0.00443658562992</c:v>
                </c:pt>
                <c:pt idx="1832">
                  <c:v>0.0044280619108</c:v>
                </c:pt>
                <c:pt idx="1833">
                  <c:v>0.00441958785459</c:v>
                </c:pt>
                <c:pt idx="1834">
                  <c:v>0.00441116358286</c:v>
                </c:pt>
                <c:pt idx="1835">
                  <c:v>0.00440278919832</c:v>
                </c:pt>
                <c:pt idx="1836">
                  <c:v>0.00439446478516</c:v>
                </c:pt>
                <c:pt idx="1837">
                  <c:v>0.00438619040933</c:v>
                </c:pt>
                <c:pt idx="1838">
                  <c:v>0.00437796611886</c:v>
                </c:pt>
                <c:pt idx="1839">
                  <c:v>0.00436979194424</c:v>
                </c:pt>
                <c:pt idx="1840">
                  <c:v>0.00436166789872</c:v>
                </c:pt>
                <c:pt idx="1841">
                  <c:v>0.00435359397868</c:v>
                </c:pt>
                <c:pt idx="1842">
                  <c:v>0.00434557016405</c:v>
                </c:pt>
                <c:pt idx="1843">
                  <c:v>0.00433759641863</c:v>
                </c:pt>
                <c:pt idx="1844">
                  <c:v>0.00432967269052</c:v>
                </c:pt>
                <c:pt idx="1845">
                  <c:v>0.00432179891249</c:v>
                </c:pt>
                <c:pt idx="1846">
                  <c:v>0.0043139750024</c:v>
                </c:pt>
                <c:pt idx="1847">
                  <c:v>0.00430620086357</c:v>
                </c:pt>
                <c:pt idx="1848">
                  <c:v>0.00429847638525</c:v>
                </c:pt>
                <c:pt idx="1849">
                  <c:v>0.00429080144299</c:v>
                </c:pt>
                <c:pt idx="1850">
                  <c:v>0.00428317589904</c:v>
                </c:pt>
                <c:pt idx="1851">
                  <c:v>0.00427559960281</c:v>
                </c:pt>
                <c:pt idx="1852">
                  <c:v>0.00426807239126</c:v>
                </c:pt>
                <c:pt idx="1853">
                  <c:v>0.00426059408934</c:v>
                </c:pt>
                <c:pt idx="1854">
                  <c:v>0.00425316451039</c:v>
                </c:pt>
                <c:pt idx="1855">
                  <c:v>0.00424578345656</c:v>
                </c:pt>
                <c:pt idx="1856">
                  <c:v>0.00423845071925</c:v>
                </c:pt>
                <c:pt idx="1857">
                  <c:v>0.0042311660795</c:v>
                </c:pt>
                <c:pt idx="1858">
                  <c:v>0.00422392930843</c:v>
                </c:pt>
                <c:pt idx="1859">
                  <c:v>0.00421674016766</c:v>
                </c:pt>
                <c:pt idx="1860">
                  <c:v>0.00420959840969</c:v>
                </c:pt>
                <c:pt idx="1861">
                  <c:v>0.00420250377837</c:v>
                </c:pt>
                <c:pt idx="1862">
                  <c:v>0.00419545600925</c:v>
                </c:pt>
                <c:pt idx="1863">
                  <c:v>0.00418845483003</c:v>
                </c:pt>
                <c:pt idx="1864">
                  <c:v>0.00418149996096</c:v>
                </c:pt>
                <c:pt idx="1865">
                  <c:v>0.00417459111522</c:v>
                </c:pt>
                <c:pt idx="1866">
                  <c:v>0.00416772799937</c:v>
                </c:pt>
                <c:pt idx="1867">
                  <c:v>0.00416091031368</c:v>
                </c:pt>
                <c:pt idx="1868">
                  <c:v>0.00415413775258</c:v>
                </c:pt>
                <c:pt idx="1869">
                  <c:v>0.00414741000503</c:v>
                </c:pt>
                <c:pt idx="1870">
                  <c:v>0.0041407267549</c:v>
                </c:pt>
                <c:pt idx="1871">
                  <c:v>0.00413408768136</c:v>
                </c:pt>
                <c:pt idx="1872">
                  <c:v>0.00412749245927</c:v>
                </c:pt>
                <c:pt idx="1873">
                  <c:v>0.00412094075952</c:v>
                </c:pt>
                <c:pt idx="1874">
                  <c:v>0.00411443224942</c:v>
                </c:pt>
                <c:pt idx="1875">
                  <c:v>0.00410796659306</c:v>
                </c:pt>
                <c:pt idx="1876">
                  <c:v>0.00410154345166</c:v>
                </c:pt>
                <c:pt idx="1877">
                  <c:v>0.00409516248391</c:v>
                </c:pt>
                <c:pt idx="1878">
                  <c:v>0.00408882334633</c:v>
                </c:pt>
                <c:pt idx="1879">
                  <c:v>0.0040825256936</c:v>
                </c:pt>
                <c:pt idx="1880">
                  <c:v>0.00407626917888</c:v>
                </c:pt>
                <c:pt idx="1881">
                  <c:v>0.00407005345413</c:v>
                </c:pt>
                <c:pt idx="1882">
                  <c:v>0.0040638781704</c:v>
                </c:pt>
                <c:pt idx="1883">
                  <c:v>0.00405774297818</c:v>
                </c:pt>
                <c:pt idx="1884">
                  <c:v>0.00405164752765</c:v>
                </c:pt>
                <c:pt idx="1885">
                  <c:v>0.00404559146897</c:v>
                </c:pt>
                <c:pt idx="1886">
                  <c:v>0.00403957445256</c:v>
                </c:pt>
                <c:pt idx="1887">
                  <c:v>0.00403359612936</c:v>
                </c:pt>
                <c:pt idx="1888">
                  <c:v>0.00402765615105</c:v>
                </c:pt>
                <c:pt idx="1889">
                  <c:v>0.00402175417034</c:v>
                </c:pt>
                <c:pt idx="1890">
                  <c:v>0.00401588984116</c:v>
                </c:pt>
                <c:pt idx="1891">
                  <c:v>0.00401006281888</c:v>
                </c:pt>
                <c:pt idx="1892">
                  <c:v>0.00400427276052</c:v>
                </c:pt>
                <c:pt idx="1893">
                  <c:v>0.00399851932493</c:v>
                </c:pt>
                <c:pt idx="1894">
                  <c:v>0.003992802173</c:v>
                </c:pt>
                <c:pt idx="1895">
                  <c:v>0.00398712096776</c:v>
                </c:pt>
                <c:pt idx="1896">
                  <c:v>0.00398147537459</c:v>
                </c:pt>
                <c:pt idx="1897">
                  <c:v>0.00397586506136</c:v>
                </c:pt>
                <c:pt idx="1898">
                  <c:v>0.00397028969851</c:v>
                </c:pt>
                <c:pt idx="1899">
                  <c:v>0.00396474895921</c:v>
                </c:pt>
                <c:pt idx="1900">
                  <c:v>0.00395924251942</c:v>
                </c:pt>
                <c:pt idx="1901">
                  <c:v>0.00395377005804</c:v>
                </c:pt>
                <c:pt idx="1902">
                  <c:v>0.00394833125693</c:v>
                </c:pt>
                <c:pt idx="1903">
                  <c:v>0.00394292580099</c:v>
                </c:pt>
                <c:pt idx="1904">
                  <c:v>0.00393755337823</c:v>
                </c:pt>
                <c:pt idx="1905">
                  <c:v>0.00393221367979</c:v>
                </c:pt>
                <c:pt idx="1906">
                  <c:v>0.00392690639999</c:v>
                </c:pt>
                <c:pt idx="1907">
                  <c:v>0.00392163123633</c:v>
                </c:pt>
                <c:pt idx="1908">
                  <c:v>0.00391638788953</c:v>
                </c:pt>
                <c:pt idx="1909">
                  <c:v>0.00391117606347</c:v>
                </c:pt>
                <c:pt idx="1910">
                  <c:v>0.00390599546527</c:v>
                </c:pt>
                <c:pt idx="1911">
                  <c:v>0.00390084580517</c:v>
                </c:pt>
                <c:pt idx="1912">
                  <c:v>0.00389572679658</c:v>
                </c:pt>
                <c:pt idx="1913">
                  <c:v>0.00389063815602</c:v>
                </c:pt>
                <c:pt idx="1914">
                  <c:v>0.00388557960305</c:v>
                </c:pt>
                <c:pt idx="1915">
                  <c:v>0.00388055086026</c:v>
                </c:pt>
                <c:pt idx="1916">
                  <c:v>0.00387555165318</c:v>
                </c:pt>
                <c:pt idx="1917">
                  <c:v>0.00387058171026</c:v>
                </c:pt>
                <c:pt idx="1918">
                  <c:v>0.00386564076274</c:v>
                </c:pt>
                <c:pt idx="1919">
                  <c:v>0.00386072854462</c:v>
                </c:pt>
                <c:pt idx="1920">
                  <c:v>0.00385584479261</c:v>
                </c:pt>
                <c:pt idx="1921">
                  <c:v>0.00385098924595</c:v>
                </c:pt>
                <c:pt idx="1922">
                  <c:v>0.00384616164645</c:v>
                </c:pt>
                <c:pt idx="1923">
                  <c:v>0.00384136173829</c:v>
                </c:pt>
                <c:pt idx="1924">
                  <c:v>0.00383658926803</c:v>
                </c:pt>
                <c:pt idx="1925">
                  <c:v>0.00383184398443</c:v>
                </c:pt>
                <c:pt idx="1926">
                  <c:v>0.00382712563842</c:v>
                </c:pt>
                <c:pt idx="1927">
                  <c:v>0.00382243398299</c:v>
                </c:pt>
                <c:pt idx="1928">
                  <c:v>0.0038177687731</c:v>
                </c:pt>
                <c:pt idx="1929">
                  <c:v>0.00381312976557</c:v>
                </c:pt>
                <c:pt idx="1930">
                  <c:v>0.00380851671899</c:v>
                </c:pt>
                <c:pt idx="1931">
                  <c:v>0.00380392939368</c:v>
                </c:pt>
                <c:pt idx="1932">
                  <c:v>0.00379936755152</c:v>
                </c:pt>
                <c:pt idx="1933">
                  <c:v>0.00379483095595</c:v>
                </c:pt>
                <c:pt idx="1934">
                  <c:v>0.0037903193718</c:v>
                </c:pt>
                <c:pt idx="1935">
                  <c:v>0.00378583256529</c:v>
                </c:pt>
                <c:pt idx="1936">
                  <c:v>0.00378137030388</c:v>
                </c:pt>
                <c:pt idx="1937">
                  <c:v>0.00377693235625</c:v>
                </c:pt>
                <c:pt idx="1938">
                  <c:v>0.00377251849221</c:v>
                </c:pt>
                <c:pt idx="1939">
                  <c:v>0.00376812848262</c:v>
                </c:pt>
                <c:pt idx="1940">
                  <c:v>0.00376376209935</c:v>
                </c:pt>
                <c:pt idx="1941">
                  <c:v>0.00375941911521</c:v>
                </c:pt>
                <c:pt idx="1942">
                  <c:v>0.0037550993039</c:v>
                </c:pt>
                <c:pt idx="1943">
                  <c:v>0.00375080243997</c:v>
                </c:pt>
                <c:pt idx="1944">
                  <c:v>0.00374652829875</c:v>
                </c:pt>
                <c:pt idx="1945">
                  <c:v>0.00374227665635</c:v>
                </c:pt>
                <c:pt idx="1946">
                  <c:v>0.00373804728959</c:v>
                </c:pt>
                <c:pt idx="1947">
                  <c:v>0.00373383997602</c:v>
                </c:pt>
                <c:pt idx="1948">
                  <c:v>0.00372965449384</c:v>
                </c:pt>
                <c:pt idx="1949">
                  <c:v>0.00372549062194</c:v>
                </c:pt>
                <c:pt idx="1950">
                  <c:v>0.00372134813983</c:v>
                </c:pt>
                <c:pt idx="1951">
                  <c:v>0.0037172268277</c:v>
                </c:pt>
                <c:pt idx="1952">
                  <c:v>0.00371312646636</c:v>
                </c:pt>
                <c:pt idx="1953">
                  <c:v>0.00370904683727</c:v>
                </c:pt>
                <c:pt idx="1954">
                  <c:v>0.00370498772257</c:v>
                </c:pt>
                <c:pt idx="1955">
                  <c:v>0.00370094890504</c:v>
                </c:pt>
                <c:pt idx="1956">
                  <c:v>0.00369693016818</c:v>
                </c:pt>
                <c:pt idx="1957">
                  <c:v>0.00369293129618</c:v>
                </c:pt>
                <c:pt idx="1958">
                  <c:v>0.00368895207397</c:v>
                </c:pt>
                <c:pt idx="1959">
                  <c:v>0.00368499228728</c:v>
                </c:pt>
                <c:pt idx="1960">
                  <c:v>0.0036810517226</c:v>
                </c:pt>
                <c:pt idx="1961">
                  <c:v>0.00367713016731</c:v>
                </c:pt>
                <c:pt idx="1962">
                  <c:v>0.00367322740964</c:v>
                </c:pt>
                <c:pt idx="1963">
                  <c:v>0.00366934323877</c:v>
                </c:pt>
                <c:pt idx="1964">
                  <c:v>0.00366547744486</c:v>
                </c:pt>
                <c:pt idx="1965">
                  <c:v>0.0036616298191</c:v>
                </c:pt>
                <c:pt idx="1966">
                  <c:v>0.00365780015377</c:v>
                </c:pt>
                <c:pt idx="1967">
                  <c:v>0.00365398824228</c:v>
                </c:pt>
                <c:pt idx="1968">
                  <c:v>0.00365019387924</c:v>
                </c:pt>
                <c:pt idx="1969">
                  <c:v>0.00364641686054</c:v>
                </c:pt>
                <c:pt idx="1970">
                  <c:v>0.00364265698338</c:v>
                </c:pt>
                <c:pt idx="1971">
                  <c:v>0.00363891404635</c:v>
                </c:pt>
                <c:pt idx="1972">
                  <c:v>0.00363518784947</c:v>
                </c:pt>
                <c:pt idx="1973">
                  <c:v>0.00363147819431</c:v>
                </c:pt>
                <c:pt idx="1974">
                  <c:v>0.00362778488401</c:v>
                </c:pt>
                <c:pt idx="1975">
                  <c:v>0.00362410772336</c:v>
                </c:pt>
                <c:pt idx="1976">
                  <c:v>0.00362044651888</c:v>
                </c:pt>
                <c:pt idx="1977">
                  <c:v>0.00361680107886</c:v>
                </c:pt>
                <c:pt idx="1978">
                  <c:v>0.00361317121347</c:v>
                </c:pt>
                <c:pt idx="1979">
                  <c:v>0.0036095567348</c:v>
                </c:pt>
                <c:pt idx="1980">
                  <c:v>0.00360595745693</c:v>
                </c:pt>
                <c:pt idx="1981">
                  <c:v>0.00360237319602</c:v>
                </c:pt>
                <c:pt idx="1982">
                  <c:v>0.00359880377034</c:v>
                </c:pt>
                <c:pt idx="1983">
                  <c:v>0.00359524900039</c:v>
                </c:pt>
                <c:pt idx="1984">
                  <c:v>0.0035917087089</c:v>
                </c:pt>
                <c:pt idx="1985">
                  <c:v>0.00358818272094</c:v>
                </c:pt>
                <c:pt idx="1986">
                  <c:v>0.003584670864</c:v>
                </c:pt>
                <c:pt idx="1987">
                  <c:v>0.00358117296799</c:v>
                </c:pt>
                <c:pt idx="1988">
                  <c:v>0.00357768886535</c:v>
                </c:pt>
                <c:pt idx="1989">
                  <c:v>0.00357421839109</c:v>
                </c:pt>
                <c:pt idx="1990">
                  <c:v>0.00357076138285</c:v>
                </c:pt>
                <c:pt idx="1991">
                  <c:v>0.00356731768094</c:v>
                </c:pt>
                <c:pt idx="1992">
                  <c:v>0.00356388712841</c:v>
                </c:pt>
                <c:pt idx="1993">
                  <c:v>0.0035604695711</c:v>
                </c:pt>
                <c:pt idx="1994">
                  <c:v>0.00355706485767</c:v>
                </c:pt>
                <c:pt idx="1995">
                  <c:v>0.00355367283963</c:v>
                </c:pt>
                <c:pt idx="1996">
                  <c:v>0.00355029337143</c:v>
                </c:pt>
                <c:pt idx="1997">
                  <c:v>0.00354692631043</c:v>
                </c:pt>
                <c:pt idx="1998">
                  <c:v>0.003543571517</c:v>
                </c:pt>
                <c:pt idx="1999">
                  <c:v>0.0035402288545</c:v>
                </c:pt>
                <c:pt idx="2000">
                  <c:v>0.00353689818932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0.75"/>
          <c:min val="0"/>
        </c:scaling>
        <c:delete val="0"/>
        <c:axPos val="l"/>
        <c:majorGridlines>
          <c:spPr>
            <a:ln xmlns:a="http://schemas.openxmlformats.org/drawingml/2006/main" w="4763">
              <a:solidFill>
                <a:srgbClr val="EEEEEE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2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majorUnit val="1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15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U/t = 11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222222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scatterChart>
        <c:scatterStyle val="lineMarker"/>
        <c:varyColors val="0"/>
        <c:ser>
          <c:idx val="0"/>
          <c:order val="0"/>
          <c:tx>
            <c:v>charge</c:v>
          </c:tx>
          <c:spPr>
            <a:ln xmlns:a="http://schemas.openxmlformats.org/drawingml/2006/main" w="15240">
              <a:solidFill>
                <a:srgbClr val="C43C64"/>
              </a:solidFill>
              <a:prstDash val="solid"/>
            </a:ln>
          </c:spPr>
          <c:marker>
            <c:symbol val="none"/>
            <c:size val="5"/>
            <c:spPr>
              <a:solidFill xmlns:a="http://schemas.openxmlformats.org/drawingml/2006/main">
                <a:srgbClr val="C43C64"/>
              </a:solidFill>
            </c:spPr>
          </c:marker>
          <c:xVal>
            <c:numRef>
              <c:f>'Chart Data'!$A$2:$A$2002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Data'!$B$2:$B$2002</c:f>
              <c:numCache>
                <c:formatCode>0.0</c:formatCode>
                <c:ptCount val="2001"/>
                <c:pt idx="0">
                  <c:v>0.0109776424742</c:v>
                </c:pt>
                <c:pt idx="1">
                  <c:v>0.0110226747354</c:v>
                </c:pt>
                <c:pt idx="2">
                  <c:v>0.0110679976887</c:v>
                </c:pt>
                <c:pt idx="3">
                  <c:v>0.0111136139108</c:v>
                </c:pt>
                <c:pt idx="4">
                  <c:v>0.0111595260076</c:v>
                </c:pt>
                <c:pt idx="5">
                  <c:v>0.0112057366139</c:v>
                </c:pt>
                <c:pt idx="6">
                  <c:v>0.0112522483941</c:v>
                </c:pt>
                <c:pt idx="7">
                  <c:v>0.0112990640428</c:v>
                </c:pt>
                <c:pt idx="8">
                  <c:v>0.0113461862848</c:v>
                </c:pt>
                <c:pt idx="9">
                  <c:v>0.0113936178758</c:v>
                </c:pt>
                <c:pt idx="10">
                  <c:v>0.0114413616026</c:v>
                </c:pt>
                <c:pt idx="11">
                  <c:v>0.0114894202837</c:v>
                </c:pt>
                <c:pt idx="12">
                  <c:v>0.0115377967695</c:v>
                </c:pt>
                <c:pt idx="13">
                  <c:v>0.0115864939431</c:v>
                </c:pt>
                <c:pt idx="14">
                  <c:v>0.0116355147203</c:v>
                </c:pt>
                <c:pt idx="15">
                  <c:v>0.0116848620503</c:v>
                </c:pt>
                <c:pt idx="16">
                  <c:v>0.0117345389163</c:v>
                </c:pt>
                <c:pt idx="17">
                  <c:v>0.0117845483354</c:v>
                </c:pt>
                <c:pt idx="18">
                  <c:v>0.0118348933596</c:v>
                </c:pt>
                <c:pt idx="19">
                  <c:v>0.0118855770762</c:v>
                </c:pt>
                <c:pt idx="20">
                  <c:v>0.011936602608</c:v>
                </c:pt>
                <c:pt idx="21">
                  <c:v>0.011987973114</c:v>
                </c:pt>
                <c:pt idx="22">
                  <c:v>0.0120396917897</c:v>
                </c:pt>
                <c:pt idx="23">
                  <c:v>0.0120917618681</c:v>
                </c:pt>
                <c:pt idx="24">
                  <c:v>0.0121441866194</c:v>
                </c:pt>
                <c:pt idx="25">
                  <c:v>0.0121969693523</c:v>
                </c:pt>
                <c:pt idx="26">
                  <c:v>0.012250113414</c:v>
                </c:pt>
                <c:pt idx="27">
                  <c:v>0.0123036221909</c:v>
                </c:pt>
                <c:pt idx="28">
                  <c:v>0.0123574991092</c:v>
                </c:pt>
                <c:pt idx="29">
                  <c:v>0.0124117476354</c:v>
                </c:pt>
                <c:pt idx="30">
                  <c:v>0.0124663712768</c:v>
                </c:pt>
                <c:pt idx="31">
                  <c:v>0.0125213735821</c:v>
                </c:pt>
                <c:pt idx="32">
                  <c:v>0.0125767581421</c:v>
                </c:pt>
                <c:pt idx="33">
                  <c:v>0.0126325285898</c:v>
                </c:pt>
                <c:pt idx="34">
                  <c:v>0.0126886886017</c:v>
                </c:pt>
                <c:pt idx="35">
                  <c:v>0.0127452418979</c:v>
                </c:pt>
                <c:pt idx="36">
                  <c:v>0.0128021922428</c:v>
                </c:pt>
                <c:pt idx="37">
                  <c:v>0.0128595434458</c:v>
                </c:pt>
                <c:pt idx="38">
                  <c:v>0.0129172993617</c:v>
                </c:pt>
                <c:pt idx="39">
                  <c:v>0.0129754638919</c:v>
                </c:pt>
                <c:pt idx="40">
                  <c:v>0.0130340409841</c:v>
                </c:pt>
                <c:pt idx="41">
                  <c:v>0.0130930346339</c:v>
                </c:pt>
                <c:pt idx="42">
                  <c:v>0.0131524488849</c:v>
                </c:pt>
                <c:pt idx="43">
                  <c:v>0.0132122878296</c:v>
                </c:pt>
                <c:pt idx="44">
                  <c:v>0.0132725556099</c:v>
                </c:pt>
                <c:pt idx="45">
                  <c:v>0.0133332564179</c:v>
                </c:pt>
                <c:pt idx="46">
                  <c:v>0.0133943944966</c:v>
                </c:pt>
                <c:pt idx="47">
                  <c:v>0.0134559741407</c:v>
                </c:pt>
                <c:pt idx="48">
                  <c:v>0.0135179996972</c:v>
                </c:pt>
                <c:pt idx="49">
                  <c:v>0.0135804755658</c:v>
                </c:pt>
                <c:pt idx="50">
                  <c:v>0.0136434062006</c:v>
                </c:pt>
                <c:pt idx="51">
                  <c:v>0.0137067961098</c:v>
                </c:pt>
                <c:pt idx="52">
                  <c:v>0.013770649857</c:v>
                </c:pt>
                <c:pt idx="53">
                  <c:v>0.013834972062</c:v>
                </c:pt>
                <c:pt idx="54">
                  <c:v>0.0138997674013</c:v>
                </c:pt>
                <c:pt idx="55">
                  <c:v>0.0139650406092</c:v>
                </c:pt>
                <c:pt idx="56">
                  <c:v>0.0140307964785</c:v>
                </c:pt>
                <c:pt idx="57">
                  <c:v>0.0140970398611</c:v>
                </c:pt>
                <c:pt idx="58">
                  <c:v>0.0141637756692</c:v>
                </c:pt>
                <c:pt idx="59">
                  <c:v>0.014231008876</c:v>
                </c:pt>
                <c:pt idx="60">
                  <c:v>0.0142987445164</c:v>
                </c:pt>
                <c:pt idx="61">
                  <c:v>0.014366987688</c:v>
                </c:pt>
                <c:pt idx="62">
                  <c:v>0.014435743552</c:v>
                </c:pt>
                <c:pt idx="63">
                  <c:v>0.0145050173342</c:v>
                </c:pt>
                <c:pt idx="64">
                  <c:v>0.0145748143256</c:v>
                </c:pt>
                <c:pt idx="65">
                  <c:v>0.0146451398836</c:v>
                </c:pt>
                <c:pt idx="66">
                  <c:v>0.0147159994328</c:v>
                </c:pt>
                <c:pt idx="67">
                  <c:v>0.0147873984659</c:v>
                </c:pt>
                <c:pt idx="68">
                  <c:v>0.0148593425448</c:v>
                </c:pt>
                <c:pt idx="69">
                  <c:v>0.0149318373015</c:v>
                </c:pt>
                <c:pt idx="70">
                  <c:v>0.015004888439</c:v>
                </c:pt>
                <c:pt idx="71">
                  <c:v>0.0150785017324</c:v>
                </c:pt>
                <c:pt idx="72">
                  <c:v>0.01515268303</c:v>
                </c:pt>
                <c:pt idx="73">
                  <c:v>0.0152274382541</c:v>
                </c:pt>
                <c:pt idx="74">
                  <c:v>0.0153027734021</c:v>
                </c:pt>
                <c:pt idx="75">
                  <c:v>0.0153786945478</c:v>
                </c:pt>
                <c:pt idx="76">
                  <c:v>0.015455207842</c:v>
                </c:pt>
                <c:pt idx="77">
                  <c:v>0.015532319514</c:v>
                </c:pt>
                <c:pt idx="78">
                  <c:v>0.0156100358725</c:v>
                </c:pt>
                <c:pt idx="79">
                  <c:v>0.0156883633068</c:v>
                </c:pt>
                <c:pt idx="80">
                  <c:v>0.0157673082878</c:v>
                </c:pt>
                <c:pt idx="81">
                  <c:v>0.0158468773691</c:v>
                </c:pt>
                <c:pt idx="82">
                  <c:v>0.0159270771885</c:v>
                </c:pt>
                <c:pt idx="83">
                  <c:v>0.0160079144687</c:v>
                </c:pt>
                <c:pt idx="84">
                  <c:v>0.0160893960187</c:v>
                </c:pt>
                <c:pt idx="85">
                  <c:v>0.0161715287352</c:v>
                </c:pt>
                <c:pt idx="86">
                  <c:v>0.0162543196033</c:v>
                </c:pt>
                <c:pt idx="87">
                  <c:v>0.0163377756982</c:v>
                </c:pt>
                <c:pt idx="88">
                  <c:v>0.0164219041862</c:v>
                </c:pt>
                <c:pt idx="89">
                  <c:v>0.016506712326</c:v>
                </c:pt>
                <c:pt idx="90">
                  <c:v>0.0165922074698</c:v>
                </c:pt>
                <c:pt idx="91">
                  <c:v>0.0166783970651</c:v>
                </c:pt>
                <c:pt idx="92">
                  <c:v>0.0167652886553</c:v>
                </c:pt>
                <c:pt idx="93">
                  <c:v>0.0168528898814</c:v>
                </c:pt>
                <c:pt idx="94">
                  <c:v>0.0169412084835</c:v>
                </c:pt>
                <c:pt idx="95">
                  <c:v>0.0170302523015</c:v>
                </c:pt>
                <c:pt idx="96">
                  <c:v>0.0171200292772</c:v>
                </c:pt>
                <c:pt idx="97">
                  <c:v>0.017210547455</c:v>
                </c:pt>
                <c:pt idx="98">
                  <c:v>0.0173018149838</c:v>
                </c:pt>
                <c:pt idx="99">
                  <c:v>0.0173938401182</c:v>
                </c:pt>
                <c:pt idx="100">
                  <c:v>0.0174866312195</c:v>
                </c:pt>
                <c:pt idx="101">
                  <c:v>0.0175801967579</c:v>
                </c:pt>
                <c:pt idx="102">
                  <c:v>0.0176745453133</c:v>
                </c:pt>
                <c:pt idx="103">
                  <c:v>0.017769685577</c:v>
                </c:pt>
                <c:pt idx="104">
                  <c:v>0.017865626353</c:v>
                </c:pt>
                <c:pt idx="105">
                  <c:v>0.0179623765596</c:v>
                </c:pt>
                <c:pt idx="106">
                  <c:v>0.0180599452309</c:v>
                </c:pt>
                <c:pt idx="107">
                  <c:v>0.0181583415181</c:v>
                </c:pt>
                <c:pt idx="108">
                  <c:v>0.0182575746912</c:v>
                </c:pt>
                <c:pt idx="109">
                  <c:v>0.0183576541403</c:v>
                </c:pt>
                <c:pt idx="110">
                  <c:v>0.0184585893773</c:v>
                </c:pt>
                <c:pt idx="111">
                  <c:v>0.0185603900372</c:v>
                </c:pt>
                <c:pt idx="112">
                  <c:v>0.01866306588</c:v>
                </c:pt>
                <c:pt idx="113">
                  <c:v>0.0187666267919</c:v>
                </c:pt>
                <c:pt idx="114">
                  <c:v>0.0188710827867</c:v>
                </c:pt>
                <c:pt idx="115">
                  <c:v>0.0189764440079</c:v>
                </c:pt>
                <c:pt idx="116">
                  <c:v>0.0190827207298</c:v>
                </c:pt>
                <c:pt idx="117">
                  <c:v>0.0191899233593</c:v>
                </c:pt>
                <c:pt idx="118">
                  <c:v>0.0192980624372</c:v>
                </c:pt>
                <c:pt idx="119">
                  <c:v>0.0194071486401</c:v>
                </c:pt>
                <c:pt idx="120">
                  <c:v>0.0195171927817</c:v>
                </c:pt>
                <c:pt idx="121">
                  <c:v>0.0196282058143</c:v>
                </c:pt>
                <c:pt idx="122">
                  <c:v>0.0197401988307</c:v>
                </c:pt>
                <c:pt idx="123">
                  <c:v>0.0198531830656</c:v>
                </c:pt>
                <c:pt idx="124">
                  <c:v>0.0199671698971</c:v>
                </c:pt>
                <c:pt idx="125">
                  <c:v>0.0200821708481</c:v>
                </c:pt>
                <c:pt idx="126">
                  <c:v>0.0201981975882</c:v>
                </c:pt>
                <c:pt idx="127">
                  <c:v>0.0203152619351</c:v>
                </c:pt>
                <c:pt idx="128">
                  <c:v>0.0204333758559</c:v>
                </c:pt>
                <c:pt idx="129">
                  <c:v>0.0205525514691</c:v>
                </c:pt>
                <c:pt idx="130">
                  <c:v>0.0206728010455</c:v>
                </c:pt>
                <c:pt idx="131">
                  <c:v>0.0207941370101</c:v>
                </c:pt>
                <c:pt idx="132">
                  <c:v>0.0209165719437</c:v>
                </c:pt>
                <c:pt idx="133">
                  <c:v>0.0210401185838</c:v>
                </c:pt>
                <c:pt idx="134">
                  <c:v>0.0211647898265</c:v>
                </c:pt>
                <c:pt idx="135">
                  <c:v>0.0212905987278</c:v>
                </c:pt>
                <c:pt idx="136">
                  <c:v>0.0214175585048</c:v>
                </c:pt>
                <c:pt idx="137">
                  <c:v>0.0215456825374</c:v>
                </c:pt>
                <c:pt idx="138">
                  <c:v>0.0216749843692</c:v>
                </c:pt>
                <c:pt idx="139">
                  <c:v>0.0218054777091</c:v>
                </c:pt>
                <c:pt idx="140">
                  <c:v>0.0219371764325</c:v>
                </c:pt>
                <c:pt idx="141">
                  <c:v>0.0220700945823</c:v>
                </c:pt>
                <c:pt idx="142">
                  <c:v>0.0222042463704</c:v>
                </c:pt>
                <c:pt idx="143">
                  <c:v>0.0223396461784</c:v>
                </c:pt>
                <c:pt idx="144">
                  <c:v>0.0224763085592</c:v>
                </c:pt>
                <c:pt idx="145">
                  <c:v>0.0226142482373</c:v>
                </c:pt>
                <c:pt idx="146">
                  <c:v>0.0227534801105</c:v>
                </c:pt>
                <c:pt idx="147">
                  <c:v>0.0228940192503</c:v>
                </c:pt>
                <c:pt idx="148">
                  <c:v>0.023035880903</c:v>
                </c:pt>
                <c:pt idx="149">
                  <c:v>0.02317908049</c:v>
                </c:pt>
                <c:pt idx="150">
                  <c:v>0.0233236336091</c:v>
                </c:pt>
                <c:pt idx="151">
                  <c:v>0.0234695560346</c:v>
                </c:pt>
                <c:pt idx="152">
                  <c:v>0.0236168637181</c:v>
                </c:pt>
                <c:pt idx="153">
                  <c:v>0.0237655727888</c:v>
                </c:pt>
                <c:pt idx="154">
                  <c:v>0.0239156995536</c:v>
                </c:pt>
                <c:pt idx="155">
                  <c:v>0.0240672604979</c:v>
                </c:pt>
                <c:pt idx="156">
                  <c:v>0.0242202722849</c:v>
                </c:pt>
                <c:pt idx="157">
                  <c:v>0.0243747517565</c:v>
                </c:pt>
                <c:pt idx="158">
                  <c:v>0.0245307159323</c:v>
                </c:pt>
                <c:pt idx="159">
                  <c:v>0.0246881820099</c:v>
                </c:pt>
                <c:pt idx="160">
                  <c:v>0.0248471673645</c:v>
                </c:pt>
                <c:pt idx="161">
                  <c:v>0.0250076895479</c:v>
                </c:pt>
                <c:pt idx="162">
                  <c:v>0.0251697662884</c:v>
                </c:pt>
                <c:pt idx="163">
                  <c:v>0.0253334154895</c:v>
                </c:pt>
                <c:pt idx="164">
                  <c:v>0.0254986552293</c:v>
                </c:pt>
                <c:pt idx="165">
                  <c:v>0.025665503759</c:v>
                </c:pt>
                <c:pt idx="166">
                  <c:v>0.0258339795016</c:v>
                </c:pt>
                <c:pt idx="167">
                  <c:v>0.0260041010505</c:v>
                </c:pt>
                <c:pt idx="168">
                  <c:v>0.0261758871675</c:v>
                </c:pt>
                <c:pt idx="169">
                  <c:v>0.0263493567814</c:v>
                </c:pt>
                <c:pt idx="170">
                  <c:v>0.0265245289849</c:v>
                </c:pt>
                <c:pt idx="171">
                  <c:v>0.0267014230333</c:v>
                </c:pt>
                <c:pt idx="172">
                  <c:v>0.0268800583408</c:v>
                </c:pt>
                <c:pt idx="173">
                  <c:v>0.0270604544784</c:v>
                </c:pt>
                <c:pt idx="174">
                  <c:v>0.0272426311705</c:v>
                </c:pt>
                <c:pt idx="175">
                  <c:v>0.0274266082915</c:v>
                </c:pt>
                <c:pt idx="176">
                  <c:v>0.0276124058619</c:v>
                </c:pt>
                <c:pt idx="177">
                  <c:v>0.0278000440447</c:v>
                </c:pt>
                <c:pt idx="178">
                  <c:v>0.027989543141</c:v>
                </c:pt>
                <c:pt idx="179">
                  <c:v>0.0281809235852</c:v>
                </c:pt>
                <c:pt idx="180">
                  <c:v>0.0283742059404</c:v>
                </c:pt>
                <c:pt idx="181">
                  <c:v>0.0285694108928</c:v>
                </c:pt>
                <c:pt idx="182">
                  <c:v>0.0287665592467</c:v>
                </c:pt>
                <c:pt idx="183">
                  <c:v>0.0289656719178</c:v>
                </c:pt>
                <c:pt idx="184">
                  <c:v>0.0291667699274</c:v>
                </c:pt>
                <c:pt idx="185">
                  <c:v>0.0293698743954</c:v>
                </c:pt>
                <c:pt idx="186">
                  <c:v>0.0295750065335</c:v>
                </c:pt>
                <c:pt idx="187">
                  <c:v>0.0297821876374</c:v>
                </c:pt>
                <c:pt idx="188">
                  <c:v>0.029991439079</c:v>
                </c:pt>
                <c:pt idx="189">
                  <c:v>0.030202782298</c:v>
                </c:pt>
                <c:pt idx="190">
                  <c:v>0.030416238793</c:v>
                </c:pt>
                <c:pt idx="191">
                  <c:v>0.0306318301125</c:v>
                </c:pt>
                <c:pt idx="192">
                  <c:v>0.0308495778447</c:v>
                </c:pt>
                <c:pt idx="193">
                  <c:v>0.0310695036079</c:v>
                </c:pt>
                <c:pt idx="194">
                  <c:v>0.0312916290393</c:v>
                </c:pt>
                <c:pt idx="195">
                  <c:v>0.0315159757837</c:v>
                </c:pt>
                <c:pt idx="196">
                  <c:v>0.0317425654824</c:v>
                </c:pt>
                <c:pt idx="197">
                  <c:v>0.0319714197602</c:v>
                </c:pt>
                <c:pt idx="198">
                  <c:v>0.0322025602133</c:v>
                </c:pt>
                <c:pt idx="199">
                  <c:v>0.0324360083954</c:v>
                </c:pt>
                <c:pt idx="200">
                  <c:v>0.0326717858041</c:v>
                </c:pt>
                <c:pt idx="201">
                  <c:v>0.0329099138666</c:v>
                </c:pt>
                <c:pt idx="202">
                  <c:v>0.0331504139243</c:v>
                </c:pt>
                <c:pt idx="203">
                  <c:v>0.0333933072177</c:v>
                </c:pt>
                <c:pt idx="204">
                  <c:v>0.0336386148699</c:v>
                </c:pt>
                <c:pt idx="205">
                  <c:v>0.0338863578701</c:v>
                </c:pt>
                <c:pt idx="206">
                  <c:v>0.0341365570561</c:v>
                </c:pt>
                <c:pt idx="207">
                  <c:v>0.0343892330966</c:v>
                </c:pt>
                <c:pt idx="208">
                  <c:v>0.0346444064726</c:v>
                </c:pt>
                <c:pt idx="209">
                  <c:v>0.0349020974586</c:v>
                </c:pt>
                <c:pt idx="210">
                  <c:v>0.0351623261026</c:v>
                </c:pt>
                <c:pt idx="211">
                  <c:v>0.0354251122062</c:v>
                </c:pt>
                <c:pt idx="212">
                  <c:v>0.0356904753036</c:v>
                </c:pt>
                <c:pt idx="213">
                  <c:v>0.0359584346405</c:v>
                </c:pt>
                <c:pt idx="214">
                  <c:v>0.0362290091521</c:v>
                </c:pt>
                <c:pt idx="215">
                  <c:v>0.0365022174408</c:v>
                </c:pt>
                <c:pt idx="216">
                  <c:v>0.0367780777529</c:v>
                </c:pt>
                <c:pt idx="217">
                  <c:v>0.0370566079558</c:v>
                </c:pt>
                <c:pt idx="218">
                  <c:v>0.0373378255134</c:v>
                </c:pt>
                <c:pt idx="219">
                  <c:v>0.0376217474623</c:v>
                </c:pt>
                <c:pt idx="220">
                  <c:v>0.0379083903864</c:v>
                </c:pt>
                <c:pt idx="221">
                  <c:v>0.0381977703922</c:v>
                </c:pt>
                <c:pt idx="222">
                  <c:v>0.0384899030826</c:v>
                </c:pt>
                <c:pt idx="223">
                  <c:v>0.0387848035315</c:v>
                </c:pt>
                <c:pt idx="224">
                  <c:v>0.0390824862568</c:v>
                </c:pt>
                <c:pt idx="225">
                  <c:v>0.0393829651944</c:v>
                </c:pt>
                <c:pt idx="226">
                  <c:v>0.039686253671</c:v>
                </c:pt>
                <c:pt idx="227">
                  <c:v>0.0399923643771</c:v>
                </c:pt>
                <c:pt idx="228">
                  <c:v>0.0403013093398</c:v>
                </c:pt>
                <c:pt idx="229">
                  <c:v>0.0406130998954</c:v>
                </c:pt>
                <c:pt idx="230">
                  <c:v>0.040927746662</c:v>
                </c:pt>
                <c:pt idx="231">
                  <c:v>0.0412452595122</c:v>
                </c:pt>
                <c:pt idx="232">
                  <c:v>0.0415656475454</c:v>
                </c:pt>
                <c:pt idx="233">
                  <c:v>0.0418889190608</c:v>
                </c:pt>
                <c:pt idx="234">
                  <c:v>0.0422150815301</c:v>
                </c:pt>
                <c:pt idx="235">
                  <c:v>0.0425441415707</c:v>
                </c:pt>
                <c:pt idx="236">
                  <c:v>0.0428761049187</c:v>
                </c:pt>
                <c:pt idx="237">
                  <c:v>0.0432109764032</c:v>
                </c:pt>
                <c:pt idx="238">
                  <c:v>0.0435487599197</c:v>
                </c:pt>
                <c:pt idx="239">
                  <c:v>0.0438894584052</c:v>
                </c:pt>
                <c:pt idx="240">
                  <c:v>0.0442330738128</c:v>
                </c:pt>
                <c:pt idx="241">
                  <c:v>0.0445796070881</c:v>
                </c:pt>
                <c:pt idx="242">
                  <c:v>0.0449290581447</c:v>
                </c:pt>
                <c:pt idx="243">
                  <c:v>0.045281425842</c:v>
                </c:pt>
                <c:pt idx="244">
                  <c:v>0.045636707963</c:v>
                </c:pt>
                <c:pt idx="245">
                  <c:v>0.0459949011928</c:v>
                </c:pt>
                <c:pt idx="246">
                  <c:v>0.0463560010986</c:v>
                </c:pt>
                <c:pt idx="247">
                  <c:v>0.0467200021105</c:v>
                </c:pt>
                <c:pt idx="248">
                  <c:v>0.0470868975032</c:v>
                </c:pt>
                <c:pt idx="249">
                  <c:v>0.047456679379</c:v>
                </c:pt>
                <c:pt idx="250">
                  <c:v>0.0478293386518</c:v>
                </c:pt>
                <c:pt idx="251">
                  <c:v>0.0482048650331</c:v>
                </c:pt>
                <c:pt idx="252">
                  <c:v>0.0485832470177</c:v>
                </c:pt>
                <c:pt idx="253">
                  <c:v>0.0489644718727</c:v>
                </c:pt>
                <c:pt idx="254">
                  <c:v>0.0493485256264</c:v>
                </c:pt>
                <c:pt idx="255">
                  <c:v>0.0497353930594</c:v>
                </c:pt>
                <c:pt idx="256">
                  <c:v>0.0501250576968</c:v>
                </c:pt>
                <c:pt idx="257">
                  <c:v>0.0505175018023</c:v>
                </c:pt>
                <c:pt idx="258">
                  <c:v>0.0509127063732</c:v>
                </c:pt>
                <c:pt idx="259">
                  <c:v>0.0513106511377</c:v>
                </c:pt>
                <c:pt idx="260">
                  <c:v>0.0517113145534</c:v>
                </c:pt>
                <c:pt idx="261">
                  <c:v>0.0521146738069</c:v>
                </c:pt>
                <c:pt idx="262">
                  <c:v>0.0525207048163</c:v>
                </c:pt>
                <c:pt idx="263">
                  <c:v>0.0529293822337</c:v>
                </c:pt>
                <c:pt idx="264">
                  <c:v>0.0533406794505</c:v>
                </c:pt>
                <c:pt idx="265">
                  <c:v>0.0537545686034</c:v>
                </c:pt>
                <c:pt idx="266">
                  <c:v>0.0541710205831</c:v>
                </c:pt>
                <c:pt idx="267">
                  <c:v>0.0545900050428</c:v>
                </c:pt>
                <c:pt idx="268">
                  <c:v>0.05501149041</c:v>
                </c:pt>
                <c:pt idx="269">
                  <c:v>0.0554354438985</c:v>
                </c:pt>
                <c:pt idx="270">
                  <c:v>0.0558618315224</c:v>
                </c:pt>
                <c:pt idx="271">
                  <c:v>0.0562906181115</c:v>
                </c:pt>
                <c:pt idx="272">
                  <c:v>0.0567217673276</c:v>
                </c:pt>
                <c:pt idx="273">
                  <c:v>0.0571552416826</c:v>
                </c:pt>
                <c:pt idx="274">
                  <c:v>0.0575910025574</c:v>
                </c:pt>
                <c:pt idx="275">
                  <c:v>0.0580290102226</c:v>
                </c:pt>
                <c:pt idx="276">
                  <c:v>0.0584692238593</c:v>
                </c:pt>
                <c:pt idx="277">
                  <c:v>0.0589116015817</c:v>
                </c:pt>
                <c:pt idx="278">
                  <c:v>0.0593561004609</c:v>
                </c:pt>
                <c:pt idx="279">
                  <c:v>0.0598026765484</c:v>
                </c:pt>
                <c:pt idx="280">
                  <c:v>0.0602512849019</c:v>
                </c:pt>
                <c:pt idx="281">
                  <c:v>0.0607018796109</c:v>
                </c:pt>
                <c:pt idx="282">
                  <c:v>0.0611544138232</c:v>
                </c:pt>
                <c:pt idx="283">
                  <c:v>0.0616088397723</c:v>
                </c:pt>
                <c:pt idx="284">
                  <c:v>0.0620651088047</c:v>
                </c:pt>
                <c:pt idx="285">
                  <c:v>0.0625231714087</c:v>
                </c:pt>
                <c:pt idx="286">
                  <c:v>0.0629829772425</c:v>
                </c:pt>
                <c:pt idx="287">
                  <c:v>0.0634444751635</c:v>
                </c:pt>
                <c:pt idx="288">
                  <c:v>0.0639076132571</c:v>
                </c:pt>
                <c:pt idx="289">
                  <c:v>0.0643723388667</c:v>
                </c:pt>
                <c:pt idx="290">
                  <c:v>0.0648385986229</c:v>
                </c:pt>
                <c:pt idx="291">
                  <c:v>0.0653063384731</c:v>
                </c:pt>
                <c:pt idx="292">
                  <c:v>0.0657755037118</c:v>
                </c:pt>
                <c:pt idx="293">
                  <c:v>0.0662460390096</c:v>
                </c:pt>
                <c:pt idx="294">
                  <c:v>0.0667178884435</c:v>
                </c:pt>
                <c:pt idx="295">
                  <c:v>0.0671909955259</c:v>
                </c:pt>
                <c:pt idx="296">
                  <c:v>0.0676653032347</c:v>
                </c:pt>
                <c:pt idx="297">
                  <c:v>0.068140754042</c:v>
                </c:pt>
                <c:pt idx="298">
                  <c:v>0.0686172899438</c:v>
                </c:pt>
                <c:pt idx="299">
                  <c:v>0.0690948524882</c:v>
                </c:pt>
                <c:pt idx="300">
                  <c:v>0.0695733828049</c:v>
                </c:pt>
                <c:pt idx="301">
                  <c:v>0.070052821633</c:v>
                </c:pt>
                <c:pt idx="302">
                  <c:v>0.0705331093493</c:v>
                </c:pt>
                <c:pt idx="303">
                  <c:v>0.0710141859965</c:v>
                </c:pt>
                <c:pt idx="304">
                  <c:v>0.0714959913109</c:v>
                </c:pt>
                <c:pt idx="305">
                  <c:v>0.0719784647494</c:v>
                </c:pt>
                <c:pt idx="306">
                  <c:v>0.072461545517</c:v>
                </c:pt>
                <c:pt idx="307">
                  <c:v>0.0729451725942</c:v>
                </c:pt>
                <c:pt idx="308">
                  <c:v>0.0734292847627</c:v>
                </c:pt>
                <c:pt idx="309">
                  <c:v>0.0739138206333</c:v>
                </c:pt>
                <c:pt idx="310">
                  <c:v>0.0743987186713</c:v>
                </c:pt>
                <c:pt idx="311">
                  <c:v>0.0748839172231</c:v>
                </c:pt>
                <c:pt idx="312">
                  <c:v>0.0753693545429</c:v>
                </c:pt>
                <c:pt idx="313">
                  <c:v>0.075854968818</c:v>
                </c:pt>
                <c:pt idx="314">
                  <c:v>0.0763406981953</c:v>
                </c:pt>
                <c:pt idx="315">
                  <c:v>0.0768264808074</c:v>
                </c:pt>
                <c:pt idx="316">
                  <c:v>0.0773122547985</c:v>
                </c:pt>
                <c:pt idx="317">
                  <c:v>0.0777979583503</c:v>
                </c:pt>
                <c:pt idx="318">
                  <c:v>0.0782835297089</c:v>
                </c:pt>
                <c:pt idx="319">
                  <c:v>0.0787689072103</c:v>
                </c:pt>
                <c:pt idx="320">
                  <c:v>0.0792540293073</c:v>
                </c:pt>
                <c:pt idx="321">
                  <c:v>0.0797388345961</c:v>
                </c:pt>
                <c:pt idx="322">
                  <c:v>0.080223261843</c:v>
                </c:pt>
                <c:pt idx="323">
                  <c:v>0.0807072500113</c:v>
                </c:pt>
                <c:pt idx="324">
                  <c:v>0.0811907382889</c:v>
                </c:pt>
                <c:pt idx="325">
                  <c:v>0.0816736661157</c:v>
                </c:pt>
                <c:pt idx="326">
                  <c:v>0.0821559732111</c:v>
                </c:pt>
                <c:pt idx="327">
                  <c:v>0.0826375996026</c:v>
                </c:pt>
                <c:pt idx="328">
                  <c:v>0.0831184856534</c:v>
                </c:pt>
                <c:pt idx="329">
                  <c:v>0.0835985720918</c:v>
                </c:pt>
                <c:pt idx="330">
                  <c:v>0.0840778000395</c:v>
                </c:pt>
                <c:pt idx="331">
                  <c:v>0.084556111041</c:v>
                </c:pt>
                <c:pt idx="332">
                  <c:v>0.0850334470927</c:v>
                </c:pt>
                <c:pt idx="333">
                  <c:v>0.0855097506728</c:v>
                </c:pt>
                <c:pt idx="334">
                  <c:v>0.0859849647711</c:v>
                </c:pt>
                <c:pt idx="335">
                  <c:v>0.0864590329185</c:v>
                </c:pt>
                <c:pt idx="336">
                  <c:v>0.0869318992178</c:v>
                </c:pt>
                <c:pt idx="337">
                  <c:v>0.0874035083732</c:v>
                </c:pt>
                <c:pt idx="338">
                  <c:v>0.0878738057208</c:v>
                </c:pt>
                <c:pt idx="339">
                  <c:v>0.0883427372592</c:v>
                </c:pt>
                <c:pt idx="340">
                  <c:v>0.088810249679</c:v>
                </c:pt>
                <c:pt idx="341">
                  <c:v>0.0892762903933</c:v>
                </c:pt>
                <c:pt idx="342">
                  <c:v>0.0897408075676</c:v>
                </c:pt>
                <c:pt idx="343">
                  <c:v>0.0902037501495</c:v>
                </c:pt>
                <c:pt idx="344">
                  <c:v>0.0906650678978</c:v>
                </c:pt>
                <c:pt idx="345">
                  <c:v>0.0911247114119</c:v>
                </c:pt>
                <c:pt idx="346">
                  <c:v>0.0915826321604</c:v>
                </c:pt>
                <c:pt idx="347">
                  <c:v>0.0920387825086</c:v>
                </c:pt>
                <c:pt idx="348">
                  <c:v>0.0924931157472</c:v>
                </c:pt>
                <c:pt idx="349">
                  <c:v>0.0929455861179</c:v>
                </c:pt>
                <c:pt idx="350">
                  <c:v>0.0933961488405</c:v>
                </c:pt>
                <c:pt idx="351">
                  <c:v>0.0938447601379</c:v>
                </c:pt>
                <c:pt idx="352">
                  <c:v>0.0942913772608</c:v>
                </c:pt>
                <c:pt idx="353">
                  <c:v>0.0947359585111</c:v>
                </c:pt>
                <c:pt idx="354">
                  <c:v>0.0951784632647</c:v>
                </c:pt>
                <c:pt idx="355">
                  <c:v>0.0956188519928</c:v>
                </c:pt>
                <c:pt idx="356">
                  <c:v>0.0960570862824</c:v>
                </c:pt>
                <c:pt idx="357">
                  <c:v>0.0964931288556</c:v>
                </c:pt>
                <c:pt idx="358">
                  <c:v>0.0969269435873</c:v>
                </c:pt>
                <c:pt idx="359">
                  <c:v>0.097358495522</c:v>
                </c:pt>
                <c:pt idx="360">
                  <c:v>0.097787750889</c:v>
                </c:pt>
                <c:pt idx="361">
                  <c:v>0.098214677116</c:v>
                </c:pt>
                <c:pt idx="362">
                  <c:v>0.098639242842</c:v>
                </c:pt>
                <c:pt idx="363">
                  <c:v>0.0990614179276</c:v>
                </c:pt>
                <c:pt idx="364">
                  <c:v>0.0994811734649</c:v>
                </c:pt>
                <c:pt idx="365">
                  <c:v>0.0998984817849</c:v>
                </c:pt>
                <c:pt idx="366">
                  <c:v>0.100313316464</c:v>
                </c:pt>
                <c:pt idx="367">
                  <c:v>0.100725652328</c:v>
                </c:pt>
                <c:pt idx="368">
                  <c:v>0.101135465458</c:v>
                </c:pt>
                <c:pt idx="369">
                  <c:v>0.101542733185</c:v>
                </c:pt>
                <c:pt idx="370">
                  <c:v>0.1019474341</c:v>
                </c:pt>
                <c:pt idx="371">
                  <c:v>0.102349548043</c:v>
                </c:pt>
                <c:pt idx="372">
                  <c:v>0.102749056103</c:v>
                </c:pt>
                <c:pt idx="373">
                  <c:v>0.103145940617</c:v>
                </c:pt>
                <c:pt idx="374">
                  <c:v>0.103540185156</c:v>
                </c:pt>
                <c:pt idx="375">
                  <c:v>0.103931774524</c:v>
                </c:pt>
                <c:pt idx="376">
                  <c:v>0.104320694744</c:v>
                </c:pt>
                <c:pt idx="377">
                  <c:v>0.104706933051</c:v>
                </c:pt>
                <c:pt idx="378">
                  <c:v>0.105090477876</c:v>
                </c:pt>
                <c:pt idx="379">
                  <c:v>0.105471318836</c:v>
                </c:pt>
                <c:pt idx="380">
                  <c:v>0.105849446716</c:v>
                </c:pt>
                <c:pt idx="381">
                  <c:v>0.106224853456</c:v>
                </c:pt>
                <c:pt idx="382">
                  <c:v>0.106597532132</c:v>
                </c:pt>
                <c:pt idx="383">
                  <c:v>0.106967476936</c:v>
                </c:pt>
                <c:pt idx="384">
                  <c:v>0.107334683162</c:v>
                </c:pt>
                <c:pt idx="385">
                  <c:v>0.10769914718</c:v>
                </c:pt>
                <c:pt idx="386">
                  <c:v>0.108060866416</c:v>
                </c:pt>
                <c:pt idx="387">
                  <c:v>0.108419839334</c:v>
                </c:pt>
                <c:pt idx="388">
                  <c:v>0.108776065408</c:v>
                </c:pt>
                <c:pt idx="389">
                  <c:v>0.1091295451</c:v>
                </c:pt>
                <c:pt idx="390">
                  <c:v>0.109480279835</c:v>
                </c:pt>
                <c:pt idx="391">
                  <c:v>0.10982827198</c:v>
                </c:pt>
                <c:pt idx="392">
                  <c:v>0.110173524813</c:v>
                </c:pt>
                <c:pt idx="393">
                  <c:v>0.110516042502</c:v>
                </c:pt>
                <c:pt idx="394">
                  <c:v>0.110855830073</c:v>
                </c:pt>
                <c:pt idx="395">
                  <c:v>0.11119289339</c:v>
                </c:pt>
                <c:pt idx="396">
                  <c:v>0.111527239125</c:v>
                </c:pt>
                <c:pt idx="397">
                  <c:v>0.11185887473</c:v>
                </c:pt>
                <c:pt idx="398">
                  <c:v>0.112187808411</c:v>
                </c:pt>
                <c:pt idx="399">
                  <c:v>0.112514049103</c:v>
                </c:pt>
                <c:pt idx="400">
                  <c:v>0.112837606437</c:v>
                </c:pt>
                <c:pt idx="401">
                  <c:v>0.11315849072</c:v>
                </c:pt>
                <c:pt idx="402">
                  <c:v>0.113476712902</c:v>
                </c:pt>
                <c:pt idx="403">
                  <c:v>0.113792284553</c:v>
                </c:pt>
                <c:pt idx="404">
                  <c:v>0.114105217832</c:v>
                </c:pt>
                <c:pt idx="405">
                  <c:v>0.114415525466</c:v>
                </c:pt>
                <c:pt idx="406">
                  <c:v>0.11472322072</c:v>
                </c:pt>
                <c:pt idx="407">
                  <c:v>0.115028317369</c:v>
                </c:pt>
                <c:pt idx="408">
                  <c:v>0.115330829679</c:v>
                </c:pt>
                <c:pt idx="409">
                  <c:v>0.115630772374</c:v>
                </c:pt>
                <c:pt idx="410">
                  <c:v>0.115928160617</c:v>
                </c:pt>
                <c:pt idx="411">
                  <c:v>0.116223009983</c:v>
                </c:pt>
                <c:pt idx="412">
                  <c:v>0.116515336435</c:v>
                </c:pt>
                <c:pt idx="413">
                  <c:v>0.116805156299</c:v>
                </c:pt>
                <c:pt idx="414">
                  <c:v>0.117092486245</c:v>
                </c:pt>
                <c:pt idx="415">
                  <c:v>0.11737734326</c:v>
                </c:pt>
                <c:pt idx="416">
                  <c:v>0.117659744629</c:v>
                </c:pt>
                <c:pt idx="417">
                  <c:v>0.117939707912</c:v>
                </c:pt>
                <c:pt idx="418">
                  <c:v>0.118217250924</c:v>
                </c:pt>
                <c:pt idx="419">
                  <c:v>0.118492391712</c:v>
                </c:pt>
                <c:pt idx="420">
                  <c:v>0.118765148538</c:v>
                </c:pt>
                <c:pt idx="421">
                  <c:v>0.11903553986</c:v>
                </c:pt>
                <c:pt idx="422">
                  <c:v>0.119303584311</c:v>
                </c:pt>
                <c:pt idx="423">
                  <c:v>0.119569300681</c:v>
                </c:pt>
                <c:pt idx="424">
                  <c:v>0.119832707902</c:v>
                </c:pt>
                <c:pt idx="425">
                  <c:v>0.120093825028</c:v>
                </c:pt>
                <c:pt idx="426">
                  <c:v>0.12035267122</c:v>
                </c:pt>
                <c:pt idx="427">
                  <c:v>0.12060926573</c:v>
                </c:pt>
                <c:pt idx="428">
                  <c:v>0.120863627887</c:v>
                </c:pt>
                <c:pt idx="429">
                  <c:v>0.12111577708</c:v>
                </c:pt>
                <c:pt idx="430">
                  <c:v>0.121365732743</c:v>
                </c:pt>
                <c:pt idx="431">
                  <c:v>0.121613514347</c:v>
                </c:pt>
                <c:pt idx="432">
                  <c:v>0.121859141379</c:v>
                </c:pt>
                <c:pt idx="433">
                  <c:v>0.122102633337</c:v>
                </c:pt>
                <c:pt idx="434">
                  <c:v>0.122344009712</c:v>
                </c:pt>
                <c:pt idx="435">
                  <c:v>0.12258328998</c:v>
                </c:pt>
                <c:pt idx="436">
                  <c:v>0.122820493589</c:v>
                </c:pt>
                <c:pt idx="437">
                  <c:v>0.12305563995</c:v>
                </c:pt>
                <c:pt idx="438">
                  <c:v>0.123288748427</c:v>
                </c:pt>
                <c:pt idx="439">
                  <c:v>0.123519838326</c:v>
                </c:pt>
                <c:pt idx="440">
                  <c:v>0.123748928885</c:v>
                </c:pt>
                <c:pt idx="441">
                  <c:v>0.123976039268</c:v>
                </c:pt>
                <c:pt idx="442">
                  <c:v>0.124201188557</c:v>
                </c:pt>
                <c:pt idx="443">
                  <c:v>0.12442439574</c:v>
                </c:pt>
                <c:pt idx="444">
                  <c:v>0.124645679708</c:v>
                </c:pt>
                <c:pt idx="445">
                  <c:v>0.124865059247</c:v>
                </c:pt>
                <c:pt idx="446">
                  <c:v>0.125082553027</c:v>
                </c:pt>
                <c:pt idx="447">
                  <c:v>0.125298179603</c:v>
                </c:pt>
                <c:pt idx="448">
                  <c:v>0.125511957404</c:v>
                </c:pt>
                <c:pt idx="449">
                  <c:v>0.125723904727</c:v>
                </c:pt>
                <c:pt idx="450">
                  <c:v>0.125934039737</c:v>
                </c:pt>
                <c:pt idx="451">
                  <c:v>0.126142380456</c:v>
                </c:pt>
                <c:pt idx="452">
                  <c:v>0.126348944762</c:v>
                </c:pt>
                <c:pt idx="453">
                  <c:v>0.126553750383</c:v>
                </c:pt>
                <c:pt idx="454">
                  <c:v>0.126756814893</c:v>
                </c:pt>
                <c:pt idx="455">
                  <c:v>0.126958155712</c:v>
                </c:pt>
                <c:pt idx="456">
                  <c:v>0.127157790095</c:v>
                </c:pt>
                <c:pt idx="457">
                  <c:v>0.127355735137</c:v>
                </c:pt>
                <c:pt idx="458">
                  <c:v>0.127552007765</c:v>
                </c:pt>
                <c:pt idx="459">
                  <c:v>0.127746624735</c:v>
                </c:pt>
                <c:pt idx="460">
                  <c:v>0.127939602634</c:v>
                </c:pt>
                <c:pt idx="461">
                  <c:v>0.128130957871</c:v>
                </c:pt>
                <c:pt idx="462">
                  <c:v>0.128320706682</c:v>
                </c:pt>
                <c:pt idx="463">
                  <c:v>0.128508865123</c:v>
                </c:pt>
                <c:pt idx="464">
                  <c:v>0.128695449069</c:v>
                </c:pt>
                <c:pt idx="465">
                  <c:v>0.128880474217</c:v>
                </c:pt>
                <c:pt idx="466">
                  <c:v>0.129063956079</c:v>
                </c:pt>
                <c:pt idx="467">
                  <c:v>0.129245909981</c:v>
                </c:pt>
                <c:pt idx="468">
                  <c:v>0.129426351067</c:v>
                </c:pt>
                <c:pt idx="469">
                  <c:v>0.129605294295</c:v>
                </c:pt>
                <c:pt idx="470">
                  <c:v>0.129782754434</c:v>
                </c:pt>
                <c:pt idx="471">
                  <c:v>0.129958746067</c:v>
                </c:pt>
                <c:pt idx="472">
                  <c:v>0.13013328359</c:v>
                </c:pt>
                <c:pt idx="473">
                  <c:v>0.130306381211</c:v>
                </c:pt>
                <c:pt idx="474">
                  <c:v>0.130478052946</c:v>
                </c:pt>
                <c:pt idx="475">
                  <c:v>0.130648312628</c:v>
                </c:pt>
                <c:pt idx="476">
                  <c:v>0.130817173896</c:v>
                </c:pt>
                <c:pt idx="477">
                  <c:v>0.130984650206</c:v>
                </c:pt>
                <c:pt idx="478">
                  <c:v>0.13115075482</c:v>
                </c:pt>
                <c:pt idx="479">
                  <c:v>0.131315500816</c:v>
                </c:pt>
                <c:pt idx="480">
                  <c:v>0.131478901082</c:v>
                </c:pt>
                <c:pt idx="481">
                  <c:v>0.131640968319</c:v>
                </c:pt>
                <c:pt idx="482">
                  <c:v>0.131801715041</c:v>
                </c:pt>
                <c:pt idx="483">
                  <c:v>0.131961153576</c:v>
                </c:pt>
                <c:pt idx="484">
                  <c:v>0.132119296065</c:v>
                </c:pt>
                <c:pt idx="485">
                  <c:v>0.132276154464</c:v>
                </c:pt>
                <c:pt idx="486">
                  <c:v>0.132431740544</c:v>
                </c:pt>
                <c:pt idx="487">
                  <c:v>0.132586065893</c:v>
                </c:pt>
                <c:pt idx="488">
                  <c:v>0.132739141915</c:v>
                </c:pt>
                <c:pt idx="489">
                  <c:v>0.132890979831</c:v>
                </c:pt>
                <c:pt idx="490">
                  <c:v>0.133041590683</c:v>
                </c:pt>
                <c:pt idx="491">
                  <c:v>0.133190985328</c:v>
                </c:pt>
                <c:pt idx="492">
                  <c:v>0.133339174447</c:v>
                </c:pt>
                <c:pt idx="493">
                  <c:v>0.133486168541</c:v>
                </c:pt>
                <c:pt idx="494">
                  <c:v>0.133631977932</c:v>
                </c:pt>
                <c:pt idx="495">
                  <c:v>0.133776612766</c:v>
                </c:pt>
                <c:pt idx="496">
                  <c:v>0.133920083014</c:v>
                </c:pt>
                <c:pt idx="497">
                  <c:v>0.134062398471</c:v>
                </c:pt>
                <c:pt idx="498">
                  <c:v>0.134203568757</c:v>
                </c:pt>
                <c:pt idx="499">
                  <c:v>0.134343603322</c:v>
                </c:pt>
                <c:pt idx="500">
                  <c:v>0.134482511441</c:v>
                </c:pt>
                <c:pt idx="501">
                  <c:v>0.134620302223</c:v>
                </c:pt>
                <c:pt idx="502">
                  <c:v>0.134756984602</c:v>
                </c:pt>
                <c:pt idx="503">
                  <c:v>0.134892567346</c:v>
                </c:pt>
                <c:pt idx="504">
                  <c:v>0.135027059058</c:v>
                </c:pt>
                <c:pt idx="505">
                  <c:v>0.13516046817</c:v>
                </c:pt>
                <c:pt idx="506">
                  <c:v>0.135292802952</c:v>
                </c:pt>
                <c:pt idx="507">
                  <c:v>0.135424071508</c:v>
                </c:pt>
                <c:pt idx="508">
                  <c:v>0.135554281782</c:v>
                </c:pt>
                <c:pt idx="509">
                  <c:v>0.135683441551</c:v>
                </c:pt>
                <c:pt idx="510">
                  <c:v>0.135811558437</c:v>
                </c:pt>
                <c:pt idx="511">
                  <c:v>0.135938639897</c:v>
                </c:pt>
                <c:pt idx="512">
                  <c:v>0.136064693233</c:v>
                </c:pt>
                <c:pt idx="513">
                  <c:v>0.136189725587</c:v>
                </c:pt>
                <c:pt idx="514">
                  <c:v>0.136313743945</c:v>
                </c:pt>
                <c:pt idx="515">
                  <c:v>0.136436755137</c:v>
                </c:pt>
                <c:pt idx="516">
                  <c:v>0.136558765841</c:v>
                </c:pt>
                <c:pt idx="517">
                  <c:v>0.136679782579</c:v>
                </c:pt>
                <c:pt idx="518">
                  <c:v>0.136799811719</c:v>
                </c:pt>
                <c:pt idx="519">
                  <c:v>0.136918859482</c:v>
                </c:pt>
                <c:pt idx="520">
                  <c:v>0.137036931934</c:v>
                </c:pt>
                <c:pt idx="521">
                  <c:v>0.137154034995</c:v>
                </c:pt>
                <c:pt idx="522">
                  <c:v>0.137270174433</c:v>
                </c:pt>
                <c:pt idx="523">
                  <c:v>0.137385355871</c:v>
                </c:pt>
                <c:pt idx="524">
                  <c:v>0.137499584785</c:v>
                </c:pt>
                <c:pt idx="525">
                  <c:v>0.137612866502</c:v>
                </c:pt>
                <c:pt idx="526">
                  <c:v>0.137725206209</c:v>
                </c:pt>
                <c:pt idx="527">
                  <c:v>0.137836608944</c:v>
                </c:pt>
                <c:pt idx="528">
                  <c:v>0.137947079605</c:v>
                </c:pt>
                <c:pt idx="529">
                  <c:v>0.138056622948</c:v>
                </c:pt>
                <c:pt idx="530">
                  <c:v>0.138165243583</c:v>
                </c:pt>
                <c:pt idx="531">
                  <c:v>0.138272945985</c:v>
                </c:pt>
                <c:pt idx="532">
                  <c:v>0.138379734484</c:v>
                </c:pt>
                <c:pt idx="533">
                  <c:v>0.138485613275</c:v>
                </c:pt>
                <c:pt idx="534">
                  <c:v>0.13859058641</c:v>
                </c:pt>
                <c:pt idx="535">
                  <c:v>0.138694657807</c:v>
                </c:pt>
                <c:pt idx="536">
                  <c:v>0.138797831244</c:v>
                </c:pt>
                <c:pt idx="537">
                  <c:v>0.138900110366</c:v>
                </c:pt>
                <c:pt idx="538">
                  <c:v>0.139001498678</c:v>
                </c:pt>
                <c:pt idx="539">
                  <c:v>0.139101999554</c:v>
                </c:pt>
                <c:pt idx="540">
                  <c:v>0.139201616229</c:v>
                </c:pt>
                <c:pt idx="541">
                  <c:v>0.139300351808</c:v>
                </c:pt>
                <c:pt idx="542">
                  <c:v>0.139398209261</c:v>
                </c:pt>
                <c:pt idx="543">
                  <c:v>0.139495191424</c:v>
                </c:pt>
                <c:pt idx="544">
                  <c:v>0.139591301003</c:v>
                </c:pt>
                <c:pt idx="545">
                  <c:v>0.13968654057</c:v>
                </c:pt>
                <c:pt idx="546">
                  <c:v>0.139780912568</c:v>
                </c:pt>
                <c:pt idx="547">
                  <c:v>0.139874419306</c:v>
                </c:pt>
                <c:pt idx="548">
                  <c:v>0.139967062966</c:v>
                </c:pt>
                <c:pt idx="549">
                  <c:v>0.140058845598</c:v>
                </c:pt>
                <c:pt idx="550">
                  <c:v>0.140149769121</c:v>
                </c:pt>
                <c:pt idx="551">
                  <c:v>0.140239835327</c:v>
                </c:pt>
                <c:pt idx="552">
                  <c:v>0.140329045879</c:v>
                </c:pt>
                <c:pt idx="553">
                  <c:v>0.140417402309</c:v>
                </c:pt>
                <c:pt idx="554">
                  <c:v>0.140504906024</c:v>
                </c:pt>
                <c:pt idx="555">
                  <c:v>0.1405915583</c:v>
                </c:pt>
                <c:pt idx="556">
                  <c:v>0.140677360286</c:v>
                </c:pt>
                <c:pt idx="557">
                  <c:v>0.140762313004</c:v>
                </c:pt>
                <c:pt idx="558">
                  <c:v>0.140846417347</c:v>
                </c:pt>
                <c:pt idx="559">
                  <c:v>0.140929674083</c:v>
                </c:pt>
                <c:pt idx="560">
                  <c:v>0.141012083851</c:v>
                </c:pt>
                <c:pt idx="561">
                  <c:v>0.141093647163</c:v>
                </c:pt>
                <c:pt idx="562">
                  <c:v>0.141174364404</c:v>
                </c:pt>
                <c:pt idx="563">
                  <c:v>0.141254235834</c:v>
                </c:pt>
                <c:pt idx="564">
                  <c:v>0.141333261583</c:v>
                </c:pt>
                <c:pt idx="565">
                  <c:v>0.141411441656</c:v>
                </c:pt>
                <c:pt idx="566">
                  <c:v>0.141488775931</c:v>
                </c:pt>
                <c:pt idx="567">
                  <c:v>0.141565264159</c:v>
                </c:pt>
                <c:pt idx="568">
                  <c:v>0.141640905963</c:v>
                </c:pt>
                <c:pt idx="569">
                  <c:v>0.14171570084</c:v>
                </c:pt>
                <c:pt idx="570">
                  <c:v>0.14178964816</c:v>
                </c:pt>
                <c:pt idx="571">
                  <c:v>0.141862747164</c:v>
                </c:pt>
                <c:pt idx="572">
                  <c:v>0.141934996966</c:v>
                </c:pt>
                <c:pt idx="573">
                  <c:v>0.142006396554</c:v>
                </c:pt>
                <c:pt idx="574">
                  <c:v>0.142076944786</c:v>
                </c:pt>
                <c:pt idx="575">
                  <c:v>0.142146640392</c:v>
                </c:pt>
                <c:pt idx="576">
                  <c:v>0.142215481973</c:v>
                </c:pt>
                <c:pt idx="577">
                  <c:v>0.142283468004</c:v>
                </c:pt>
                <c:pt idx="578">
                  <c:v>0.142350596827</c:v>
                </c:pt>
                <c:pt idx="579">
                  <c:v>0.142416866656</c:v>
                </c:pt>
                <c:pt idx="580">
                  <c:v>0.142482275577</c:v>
                </c:pt>
                <c:pt idx="581">
                  <c:v>0.142546821542</c:v>
                </c:pt>
                <c:pt idx="582">
                  <c:v>0.142610502374</c:v>
                </c:pt>
                <c:pt idx="583">
                  <c:v>0.142673315766</c:v>
                </c:pt>
                <c:pt idx="584">
                  <c:v>0.142735259276</c:v>
                </c:pt>
                <c:pt idx="585">
                  <c:v>0.142796330334</c:v>
                </c:pt>
                <c:pt idx="586">
                  <c:v>0.142856526233</c:v>
                </c:pt>
                <c:pt idx="587">
                  <c:v>0.142915844134</c:v>
                </c:pt>
                <c:pt idx="588">
                  <c:v>0.142974281066</c:v>
                </c:pt>
                <c:pt idx="589">
                  <c:v>0.14303183392</c:v>
                </c:pt>
                <c:pt idx="590">
                  <c:v>0.143088499453</c:v>
                </c:pt>
                <c:pt idx="591">
                  <c:v>0.143144274287</c:v>
                </c:pt>
                <c:pt idx="592">
                  <c:v>0.143199154905</c:v>
                </c:pt>
                <c:pt idx="593">
                  <c:v>0.143253137656</c:v>
                </c:pt>
                <c:pt idx="594">
                  <c:v>0.143306218747</c:v>
                </c:pt>
                <c:pt idx="595">
                  <c:v>0.143358394247</c:v>
                </c:pt>
                <c:pt idx="596">
                  <c:v>0.143409660087</c:v>
                </c:pt>
                <c:pt idx="597">
                  <c:v>0.143460012055</c:v>
                </c:pt>
                <c:pt idx="598">
                  <c:v>0.143509445798</c:v>
                </c:pt>
                <c:pt idx="599">
                  <c:v>0.14355795682</c:v>
                </c:pt>
                <c:pt idx="600">
                  <c:v>0.143605540484</c:v>
                </c:pt>
                <c:pt idx="601">
                  <c:v>0.143652192005</c:v>
                </c:pt>
                <c:pt idx="602">
                  <c:v>0.143697906454</c:v>
                </c:pt>
                <c:pt idx="603">
                  <c:v>0.143742678756</c:v>
                </c:pt>
                <c:pt idx="604">
                  <c:v>0.143786503688</c:v>
                </c:pt>
                <c:pt idx="605">
                  <c:v>0.143829375878</c:v>
                </c:pt>
                <c:pt idx="606">
                  <c:v>0.143871289806</c:v>
                </c:pt>
                <c:pt idx="607">
                  <c:v>0.143912239798</c:v>
                </c:pt>
                <c:pt idx="608">
                  <c:v>0.143952220031</c:v>
                </c:pt>
                <c:pt idx="609">
                  <c:v>0.143991224526</c:v>
                </c:pt>
                <c:pt idx="610">
                  <c:v>0.144029247152</c:v>
                </c:pt>
                <c:pt idx="611">
                  <c:v>0.14406628162</c:v>
                </c:pt>
                <c:pt idx="612">
                  <c:v>0.144102321486</c:v>
                </c:pt>
                <c:pt idx="613">
                  <c:v>0.144137360147</c:v>
                </c:pt>
                <c:pt idx="614">
                  <c:v>0.144171390839</c:v>
                </c:pt>
                <c:pt idx="615">
                  <c:v>0.144204406638</c:v>
                </c:pt>
                <c:pt idx="616">
                  <c:v>0.144236400457</c:v>
                </c:pt>
                <c:pt idx="617">
                  <c:v>0.144267365047</c:v>
                </c:pt>
                <c:pt idx="618">
                  <c:v>0.144297292989</c:v>
                </c:pt>
                <c:pt idx="619">
                  <c:v>0.144326176703</c:v>
                </c:pt>
                <c:pt idx="620">
                  <c:v>0.144354008435</c:v>
                </c:pt>
                <c:pt idx="621">
                  <c:v>0.144380780265</c:v>
                </c:pt>
                <c:pt idx="622">
                  <c:v>0.1444064841</c:v>
                </c:pt>
                <c:pt idx="623">
                  <c:v>0.144431111672</c:v>
                </c:pt>
                <c:pt idx="624">
                  <c:v>0.144454654541</c:v>
                </c:pt>
                <c:pt idx="625">
                  <c:v>0.144477104089</c:v>
                </c:pt>
                <c:pt idx="626">
                  <c:v>0.144498451519</c:v>
                </c:pt>
                <c:pt idx="627">
                  <c:v>0.144518687856</c:v>
                </c:pt>
                <c:pt idx="628">
                  <c:v>0.144537803941</c:v>
                </c:pt>
                <c:pt idx="629">
                  <c:v>0.144555790432</c:v>
                </c:pt>
                <c:pt idx="630">
                  <c:v>0.144572637802</c:v>
                </c:pt>
                <c:pt idx="631">
                  <c:v>0.144588336337</c:v>
                </c:pt>
                <c:pt idx="632">
                  <c:v>0.144602876133</c:v>
                </c:pt>
                <c:pt idx="633">
                  <c:v>0.144616247095</c:v>
                </c:pt>
                <c:pt idx="634">
                  <c:v>0.144628438935</c:v>
                </c:pt>
                <c:pt idx="635">
                  <c:v>0.14463944117</c:v>
                </c:pt>
                <c:pt idx="636">
                  <c:v>0.14464924312</c:v>
                </c:pt>
                <c:pt idx="637">
                  <c:v>0.144657833906</c:v>
                </c:pt>
                <c:pt idx="638">
                  <c:v>0.144665202447</c:v>
                </c:pt>
                <c:pt idx="639">
                  <c:v>0.144671337459</c:v>
                </c:pt>
                <c:pt idx="640">
                  <c:v>0.144676227453</c:v>
                </c:pt>
                <c:pt idx="641">
                  <c:v>0.144679860732</c:v>
                </c:pt>
                <c:pt idx="642">
                  <c:v>0.144682225391</c:v>
                </c:pt>
                <c:pt idx="643">
                  <c:v>0.14468330931</c:v>
                </c:pt>
                <c:pt idx="644">
                  <c:v>0.144683100158</c:v>
                </c:pt>
                <c:pt idx="645">
                  <c:v>0.144681585386</c:v>
                </c:pt>
                <c:pt idx="646">
                  <c:v>0.144678752225</c:v>
                </c:pt>
                <c:pt idx="647">
                  <c:v>0.144674587688</c:v>
                </c:pt>
                <c:pt idx="648">
                  <c:v>0.144669078564</c:v>
                </c:pt>
                <c:pt idx="649">
                  <c:v>0.144662211415</c:v>
                </c:pt>
                <c:pt idx="650">
                  <c:v>0.144653972577</c:v>
                </c:pt>
                <c:pt idx="651">
                  <c:v>0.144644348154</c:v>
                </c:pt>
                <c:pt idx="652">
                  <c:v>0.144633324019</c:v>
                </c:pt>
                <c:pt idx="653">
                  <c:v>0.144620885809</c:v>
                </c:pt>
                <c:pt idx="654">
                  <c:v>0.144607018924</c:v>
                </c:pt>
                <c:pt idx="655">
                  <c:v>0.144591708524</c:v>
                </c:pt>
                <c:pt idx="656">
                  <c:v>0.144574939528</c:v>
                </c:pt>
                <c:pt idx="657">
                  <c:v>0.144556696609</c:v>
                </c:pt>
                <c:pt idx="658">
                  <c:v>0.144536964192</c:v>
                </c:pt>
                <c:pt idx="659">
                  <c:v>0.144515726456</c:v>
                </c:pt>
                <c:pt idx="660">
                  <c:v>0.144492967324</c:v>
                </c:pt>
                <c:pt idx="661">
                  <c:v>0.144468670468</c:v>
                </c:pt>
                <c:pt idx="662">
                  <c:v>0.1444428193</c:v>
                </c:pt>
                <c:pt idx="663">
                  <c:v>0.144415396976</c:v>
                </c:pt>
                <c:pt idx="664">
                  <c:v>0.144386386388</c:v>
                </c:pt>
                <c:pt idx="665">
                  <c:v>0.144355770164</c:v>
                </c:pt>
                <c:pt idx="666">
                  <c:v>0.144323530668</c:v>
                </c:pt>
                <c:pt idx="667">
                  <c:v>0.144289649991</c:v>
                </c:pt>
                <c:pt idx="668">
                  <c:v>0.144254109957</c:v>
                </c:pt>
                <c:pt idx="669">
                  <c:v>0.144216892114</c:v>
                </c:pt>
                <c:pt idx="670">
                  <c:v>0.144177977733</c:v>
                </c:pt>
                <c:pt idx="671">
                  <c:v>0.144137347809</c:v>
                </c:pt>
                <c:pt idx="672">
                  <c:v>0.144094983056</c:v>
                </c:pt>
                <c:pt idx="673">
                  <c:v>0.144050863905</c:v>
                </c:pt>
                <c:pt idx="674">
                  <c:v>0.144004970501</c:v>
                </c:pt>
                <c:pt idx="675">
                  <c:v>0.143957282705</c:v>
                </c:pt>
                <c:pt idx="676">
                  <c:v>0.143907780084</c:v>
                </c:pt>
                <c:pt idx="677">
                  <c:v>0.143856441919</c:v>
                </c:pt>
                <c:pt idx="678">
                  <c:v>0.143803247195</c:v>
                </c:pt>
                <c:pt idx="679">
                  <c:v>0.143748174601</c:v>
                </c:pt>
                <c:pt idx="680">
                  <c:v>0.143691202531</c:v>
                </c:pt>
                <c:pt idx="681">
                  <c:v>0.143632309081</c:v>
                </c:pt>
                <c:pt idx="682">
                  <c:v>0.143571472043</c:v>
                </c:pt>
                <c:pt idx="683">
                  <c:v>0.143508668911</c:v>
                </c:pt>
                <c:pt idx="684">
                  <c:v>0.143443876873</c:v>
                </c:pt>
                <c:pt idx="685">
                  <c:v>0.143377072812</c:v>
                </c:pt>
                <c:pt idx="686">
                  <c:v>0.143308233306</c:v>
                </c:pt>
                <c:pt idx="687">
                  <c:v>0.143237334626</c:v>
                </c:pt>
                <c:pt idx="688">
                  <c:v>0.143164352732</c:v>
                </c:pt>
                <c:pt idx="689">
                  <c:v>0.143089263277</c:v>
                </c:pt>
                <c:pt idx="690">
                  <c:v>0.143012041603</c:v>
                </c:pt>
                <c:pt idx="691">
                  <c:v>0.14293266274</c:v>
                </c:pt>
                <c:pt idx="692">
                  <c:v>0.142851101408</c:v>
                </c:pt>
                <c:pt idx="693">
                  <c:v>0.142767332014</c:v>
                </c:pt>
                <c:pt idx="694">
                  <c:v>0.142681328656</c:v>
                </c:pt>
                <c:pt idx="695">
                  <c:v>0.142593065116</c:v>
                </c:pt>
                <c:pt idx="696">
                  <c:v>0.142502514868</c:v>
                </c:pt>
                <c:pt idx="697">
                  <c:v>0.142409651073</c:v>
                </c:pt>
                <c:pt idx="698">
                  <c:v>0.142314446581</c:v>
                </c:pt>
                <c:pt idx="699">
                  <c:v>0.142216873934</c:v>
                </c:pt>
                <c:pt idx="700">
                  <c:v>0.142116905364</c:v>
                </c:pt>
                <c:pt idx="701">
                  <c:v>0.142014512798</c:v>
                </c:pt>
                <c:pt idx="702">
                  <c:v>0.141909667855</c:v>
                </c:pt>
                <c:pt idx="703">
                  <c:v>0.141802341851</c:v>
                </c:pt>
                <c:pt idx="704">
                  <c:v>0.141692505803</c:v>
                </c:pt>
                <c:pt idx="705">
                  <c:v>0.141580130426</c:v>
                </c:pt>
                <c:pt idx="706">
                  <c:v>0.141465186141</c:v>
                </c:pt>
                <c:pt idx="707">
                  <c:v>0.141347643077</c:v>
                </c:pt>
                <c:pt idx="708">
                  <c:v>0.141227471071</c:v>
                </c:pt>
                <c:pt idx="709">
                  <c:v>0.141104639678</c:v>
                </c:pt>
                <c:pt idx="710">
                  <c:v>0.14097911817</c:v>
                </c:pt>
                <c:pt idx="711">
                  <c:v>0.140850875542</c:v>
                </c:pt>
                <c:pt idx="712">
                  <c:v>0.140719880522</c:v>
                </c:pt>
                <c:pt idx="713">
                  <c:v>0.140586101568</c:v>
                </c:pt>
                <c:pt idx="714">
                  <c:v>0.140449506882</c:v>
                </c:pt>
                <c:pt idx="715">
                  <c:v>0.14031006441</c:v>
                </c:pt>
                <c:pt idx="716">
                  <c:v>0.140167741854</c:v>
                </c:pt>
                <c:pt idx="717">
                  <c:v>0.140022506677</c:v>
                </c:pt>
                <c:pt idx="718">
                  <c:v>0.139874326112</c:v>
                </c:pt>
                <c:pt idx="719">
                  <c:v>0.139723167171</c:v>
                </c:pt>
                <c:pt idx="720">
                  <c:v>0.139568996651</c:v>
                </c:pt>
                <c:pt idx="721">
                  <c:v>0.139411781149</c:v>
                </c:pt>
                <c:pt idx="722">
                  <c:v>0.139251487068</c:v>
                </c:pt>
                <c:pt idx="723">
                  <c:v>0.13908808063</c:v>
                </c:pt>
                <c:pt idx="724">
                  <c:v>0.138921527886</c:v>
                </c:pt>
                <c:pt idx="725">
                  <c:v>0.138751794732</c:v>
                </c:pt>
                <c:pt idx="726">
                  <c:v>0.138578846919</c:v>
                </c:pt>
                <c:pt idx="727">
                  <c:v>0.138402650066</c:v>
                </c:pt>
                <c:pt idx="728">
                  <c:v>0.138223169677</c:v>
                </c:pt>
                <c:pt idx="729">
                  <c:v>0.138040371156</c:v>
                </c:pt>
                <c:pt idx="730">
                  <c:v>0.13785421982</c:v>
                </c:pt>
                <c:pt idx="731">
                  <c:v>0.13766468092</c:v>
                </c:pt>
                <c:pt idx="732">
                  <c:v>0.137471719656</c:v>
                </c:pt>
                <c:pt idx="733">
                  <c:v>0.137275301197</c:v>
                </c:pt>
                <c:pt idx="734">
                  <c:v>0.137075390698</c:v>
                </c:pt>
                <c:pt idx="735">
                  <c:v>0.136871953322</c:v>
                </c:pt>
                <c:pt idx="736">
                  <c:v>0.136664954262</c:v>
                </c:pt>
                <c:pt idx="737">
                  <c:v>0.136454358762</c:v>
                </c:pt>
                <c:pt idx="738">
                  <c:v>0.136240132137</c:v>
                </c:pt>
                <c:pt idx="739">
                  <c:v>0.136022239803</c:v>
                </c:pt>
                <c:pt idx="740">
                  <c:v>0.135800647295</c:v>
                </c:pt>
                <c:pt idx="741">
                  <c:v>0.1355753203</c:v>
                </c:pt>
                <c:pt idx="742">
                  <c:v>0.135346224676</c:v>
                </c:pt>
                <c:pt idx="743">
                  <c:v>0.135113326487</c:v>
                </c:pt>
                <c:pt idx="744">
                  <c:v>0.134876592025</c:v>
                </c:pt>
                <c:pt idx="745">
                  <c:v>0.134635987844</c:v>
                </c:pt>
                <c:pt idx="746">
                  <c:v>0.13439148079</c:v>
                </c:pt>
                <c:pt idx="747">
                  <c:v>0.134143038033</c:v>
                </c:pt>
                <c:pt idx="748">
                  <c:v>0.133890627095</c:v>
                </c:pt>
                <c:pt idx="749">
                  <c:v>0.133634215892</c:v>
                </c:pt>
                <c:pt idx="750">
                  <c:v>0.133373772759</c:v>
                </c:pt>
                <c:pt idx="751">
                  <c:v>0.133109266494</c:v>
                </c:pt>
                <c:pt idx="752">
                  <c:v>0.132840666389</c:v>
                </c:pt>
                <c:pt idx="753">
                  <c:v>0.132567942269</c:v>
                </c:pt>
                <c:pt idx="754">
                  <c:v>0.132291064531</c:v>
                </c:pt>
                <c:pt idx="755">
                  <c:v>0.132010004181</c:v>
                </c:pt>
                <c:pt idx="756">
                  <c:v>0.131724732877</c:v>
                </c:pt>
                <c:pt idx="757">
                  <c:v>0.131435222969</c:v>
                </c:pt>
                <c:pt idx="758">
                  <c:v>0.131141447537</c:v>
                </c:pt>
                <c:pt idx="759">
                  <c:v>0.130843380438</c:v>
                </c:pt>
                <c:pt idx="760">
                  <c:v>0.130540996348</c:v>
                </c:pt>
                <c:pt idx="761">
                  <c:v>0.130234270804</c:v>
                </c:pt>
                <c:pt idx="762">
                  <c:v>0.129923180248</c:v>
                </c:pt>
                <c:pt idx="763">
                  <c:v>0.129607702077</c:v>
                </c:pt>
                <c:pt idx="764">
                  <c:v>0.12928781468</c:v>
                </c:pt>
                <c:pt idx="765">
                  <c:v>0.128963497491</c:v>
                </c:pt>
                <c:pt idx="766">
                  <c:v>0.128634731032</c:v>
                </c:pt>
                <c:pt idx="767">
                  <c:v>0.12830149696</c:v>
                </c:pt>
                <c:pt idx="768">
                  <c:v>0.127963778112</c:v>
                </c:pt>
                <c:pt idx="769">
                  <c:v>0.127621558556</c:v>
                </c:pt>
                <c:pt idx="770">
                  <c:v>0.12727482363</c:v>
                </c:pt>
                <c:pt idx="771">
                  <c:v>0.126923559999</c:v>
                </c:pt>
                <c:pt idx="772">
                  <c:v>0.126567755693</c:v>
                </c:pt>
                <c:pt idx="773">
                  <c:v>0.126207400157</c:v>
                </c:pt>
                <c:pt idx="774">
                  <c:v>0.125842484297</c:v>
                </c:pt>
                <c:pt idx="775">
                  <c:v>0.125473000523</c:v>
                </c:pt>
                <c:pt idx="776">
                  <c:v>0.125098942799</c:v>
                </c:pt>
                <c:pt idx="777">
                  <c:v>0.124720306681</c:v>
                </c:pt>
                <c:pt idx="778">
                  <c:v>0.124337089366</c:v>
                </c:pt>
                <c:pt idx="779">
                  <c:v>0.12394928973</c:v>
                </c:pt>
                <c:pt idx="780">
                  <c:v>0.123556908374</c:v>
                </c:pt>
                <c:pt idx="781">
                  <c:v>0.123159947661</c:v>
                </c:pt>
                <c:pt idx="782">
                  <c:v>0.122758411758</c:v>
                </c:pt>
                <c:pt idx="783">
                  <c:v>0.122352306672</c:v>
                </c:pt>
                <c:pt idx="784">
                  <c:v>0.121941640286</c:v>
                </c:pt>
                <c:pt idx="785">
                  <c:v>0.121526422396</c:v>
                </c:pt>
                <c:pt idx="786">
                  <c:v>0.121106664745</c:v>
                </c:pt>
                <c:pt idx="787">
                  <c:v>0.12068238105</c:v>
                </c:pt>
                <c:pt idx="788">
                  <c:v>0.120253587036</c:v>
                </c:pt>
                <c:pt idx="789">
                  <c:v>0.119820300462</c:v>
                </c:pt>
                <c:pt idx="790">
                  <c:v>0.119382541147</c:v>
                </c:pt>
                <c:pt idx="791">
                  <c:v>0.118940330991</c:v>
                </c:pt>
                <c:pt idx="792">
                  <c:v>0.118493694001</c:v>
                </c:pt>
                <c:pt idx="793">
                  <c:v>0.118042656305</c:v>
                </c:pt>
                <c:pt idx="794">
                  <c:v>0.11758724617</c:v>
                </c:pt>
                <c:pt idx="795">
                  <c:v>0.117127494018</c:v>
                </c:pt>
                <c:pt idx="796">
                  <c:v>0.116663432432</c:v>
                </c:pt>
                <c:pt idx="797">
                  <c:v>0.116195096171</c:v>
                </c:pt>
                <c:pt idx="798">
                  <c:v>0.115722522174</c:v>
                </c:pt>
                <c:pt idx="799">
                  <c:v>0.115245749559</c:v>
                </c:pt>
                <c:pt idx="800">
                  <c:v>0.114764819631</c:v>
                </c:pt>
                <c:pt idx="801">
                  <c:v>0.114279775874</c:v>
                </c:pt>
                <c:pt idx="802">
                  <c:v>0.11379066395</c:v>
                </c:pt>
                <c:pt idx="803">
                  <c:v>0.113297531689</c:v>
                </c:pt>
                <c:pt idx="804">
                  <c:v>0.112800429081</c:v>
                </c:pt>
                <c:pt idx="805">
                  <c:v>0.11229940826</c:v>
                </c:pt>
                <c:pt idx="806">
                  <c:v>0.111794523492</c:v>
                </c:pt>
                <c:pt idx="807">
                  <c:v>0.111285831155</c:v>
                </c:pt>
                <c:pt idx="808">
                  <c:v>0.110773389715</c:v>
                </c:pt>
                <c:pt idx="809">
                  <c:v>0.110257259709</c:v>
                </c:pt>
                <c:pt idx="810">
                  <c:v>0.109737503712</c:v>
                </c:pt>
                <c:pt idx="811">
                  <c:v>0.109214186312</c:v>
                </c:pt>
                <c:pt idx="812">
                  <c:v>0.10868737408</c:v>
                </c:pt>
                <c:pt idx="813">
                  <c:v>0.108157135534</c:v>
                </c:pt>
                <c:pt idx="814">
                  <c:v>0.107623541105</c:v>
                </c:pt>
                <c:pt idx="815">
                  <c:v>0.107086663097</c:v>
                </c:pt>
                <c:pt idx="816">
                  <c:v>0.10654657565</c:v>
                </c:pt>
                <c:pt idx="817">
                  <c:v>0.106003354697</c:v>
                </c:pt>
                <c:pt idx="818">
                  <c:v>0.105457077918</c:v>
                </c:pt>
                <c:pt idx="819">
                  <c:v>0.104907824699</c:v>
                </c:pt>
                <c:pt idx="820">
                  <c:v>0.104355676079</c:v>
                </c:pt>
                <c:pt idx="821">
                  <c:v>0.103800714705</c:v>
                </c:pt>
                <c:pt idx="822">
                  <c:v>0.10324302478</c:v>
                </c:pt>
                <c:pt idx="823">
                  <c:v>0.102682692011</c:v>
                </c:pt>
                <c:pt idx="824">
                  <c:v>0.102119803553</c:v>
                </c:pt>
                <c:pt idx="825">
                  <c:v>0.101554447961</c:v>
                </c:pt>
                <c:pt idx="826">
                  <c:v>0.100986715126</c:v>
                </c:pt>
                <c:pt idx="827">
                  <c:v>0.100416696225</c:v>
                </c:pt>
                <c:pt idx="828">
                  <c:v>0.0998444836549</c:v>
                </c:pt>
                <c:pt idx="829">
                  <c:v>0.0992701709831</c:v>
                </c:pt>
                <c:pt idx="830">
                  <c:v>0.0986938528801</c:v>
                </c:pt>
                <c:pt idx="831">
                  <c:v>0.0981156250619</c:v>
                </c:pt>
                <c:pt idx="832">
                  <c:v>0.0975355842279</c:v>
                </c:pt>
                <c:pt idx="833">
                  <c:v>0.0969538279989</c:v>
                </c:pt>
                <c:pt idx="834">
                  <c:v>0.0963704548544</c:v>
                </c:pt>
                <c:pt idx="835">
                  <c:v>0.0957855640687</c:v>
                </c:pt>
                <c:pt idx="836">
                  <c:v>0.0951992556475</c:v>
                </c:pt>
                <c:pt idx="837">
                  <c:v>0.0946116302636</c:v>
                </c:pt>
                <c:pt idx="838">
                  <c:v>0.0940227891913</c:v>
                </c:pt>
                <c:pt idx="839">
                  <c:v>0.0934328342419</c:v>
                </c:pt>
                <c:pt idx="840">
                  <c:v>0.0928418676975</c:v>
                </c:pt>
                <c:pt idx="841">
                  <c:v>0.0922499922453</c:v>
                </c:pt>
                <c:pt idx="842">
                  <c:v>0.0916573109111</c:v>
                </c:pt>
                <c:pt idx="843">
                  <c:v>0.0910639269925</c:v>
                </c:pt>
                <c:pt idx="844">
                  <c:v>0.0904699439924</c:v>
                </c:pt>
                <c:pt idx="845">
                  <c:v>0.0898754655512</c:v>
                </c:pt>
                <c:pt idx="846">
                  <c:v>0.08928059538</c:v>
                </c:pt>
                <c:pt idx="847">
                  <c:v>0.0886854371927</c:v>
                </c:pt>
                <c:pt idx="848">
                  <c:v>0.0880900946382</c:v>
                </c:pt>
                <c:pt idx="849">
                  <c:v>0.0874946712328</c:v>
                </c:pt>
                <c:pt idx="850">
                  <c:v>0.0868992702918</c:v>
                </c:pt>
                <c:pt idx="851">
                  <c:v>0.0863039948621</c:v>
                </c:pt>
                <c:pt idx="852">
                  <c:v>0.0857089476534</c:v>
                </c:pt>
                <c:pt idx="853">
                  <c:v>0.0851142309706</c:v>
                </c:pt>
                <c:pt idx="854">
                  <c:v>0.0845199466461</c:v>
                </c:pt>
                <c:pt idx="855">
                  <c:v>0.0839261959715</c:v>
                </c:pt>
                <c:pt idx="856">
                  <c:v>0.0833330796303</c:v>
                </c:pt>
                <c:pt idx="857">
                  <c:v>0.0827406976303</c:v>
                </c:pt>
                <c:pt idx="858">
                  <c:v>0.0821491492372</c:v>
                </c:pt>
                <c:pt idx="859">
                  <c:v>0.0815585329071</c:v>
                </c:pt>
                <c:pt idx="860">
                  <c:v>0.0809689462214</c:v>
                </c:pt>
                <c:pt idx="861">
                  <c:v>0.0803804858203</c:v>
                </c:pt>
                <c:pt idx="862">
                  <c:v>0.0797932473389</c:v>
                </c:pt>
                <c:pt idx="863">
                  <c:v>0.0792073253423</c:v>
                </c:pt>
                <c:pt idx="864">
                  <c:v>0.0786228132629</c:v>
                </c:pt>
                <c:pt idx="865">
                  <c:v>0.0780398033379</c:v>
                </c:pt>
                <c:pt idx="866">
                  <c:v>0.0774583865484</c:v>
                </c:pt>
                <c:pt idx="867">
                  <c:v>0.076878652559</c:v>
                </c:pt>
                <c:pt idx="868">
                  <c:v>0.0763006896595</c:v>
                </c:pt>
                <c:pt idx="869">
                  <c:v>0.0757245847076</c:v>
                </c:pt>
                <c:pt idx="870">
                  <c:v>0.075150423073</c:v>
                </c:pt>
                <c:pt idx="871">
                  <c:v>0.0745782885833</c:v>
                </c:pt>
                <c:pt idx="872">
                  <c:v>0.0740082634718</c:v>
                </c:pt>
                <c:pt idx="873">
                  <c:v>0.0734404283272</c:v>
                </c:pt>
                <c:pt idx="874">
                  <c:v>0.0728748620444</c:v>
                </c:pt>
                <c:pt idx="875">
                  <c:v>0.0723116417792</c:v>
                </c:pt>
                <c:pt idx="876">
                  <c:v>0.0717508429029</c:v>
                </c:pt>
                <c:pt idx="877">
                  <c:v>0.0711925389615</c:v>
                </c:pt>
                <c:pt idx="878">
                  <c:v>0.0706368016351</c:v>
                </c:pt>
                <c:pt idx="879">
                  <c:v>0.0700837007016</c:v>
                </c:pt>
                <c:pt idx="880">
                  <c:v>0.0695333040018</c:v>
                </c:pt>
                <c:pt idx="881">
                  <c:v>0.0689856774076</c:v>
                </c:pt>
                <c:pt idx="882">
                  <c:v>0.0684408847927</c:v>
                </c:pt>
                <c:pt idx="883">
                  <c:v>0.0678989880062</c:v>
                </c:pt>
                <c:pt idx="884">
                  <c:v>0.0673600468486</c:v>
                </c:pt>
                <c:pt idx="885">
                  <c:v>0.0668241190516</c:v>
                </c:pt>
                <c:pt idx="886">
                  <c:v>0.0662912602594</c:v>
                </c:pt>
                <c:pt idx="887">
                  <c:v>0.065761524014</c:v>
                </c:pt>
                <c:pt idx="888">
                  <c:v>0.0652349617431</c:v>
                </c:pt>
                <c:pt idx="889">
                  <c:v>0.0647116227503</c:v>
                </c:pt>
                <c:pt idx="890">
                  <c:v>0.0641915542091</c:v>
                </c:pt>
                <c:pt idx="891">
                  <c:v>0.0636748011595</c:v>
                </c:pt>
                <c:pt idx="892">
                  <c:v>0.063161406507</c:v>
                </c:pt>
                <c:pt idx="893">
                  <c:v>0.0626514110248</c:v>
                </c:pt>
                <c:pt idx="894">
                  <c:v>0.062144853359</c:v>
                </c:pt>
                <c:pt idx="895">
                  <c:v>0.0616417700362</c:v>
                </c:pt>
                <c:pt idx="896">
                  <c:v>0.0611421954735</c:v>
                </c:pt>
                <c:pt idx="897">
                  <c:v>0.060646161992</c:v>
                </c:pt>
                <c:pt idx="898">
                  <c:v>0.0601536998318</c:v>
                </c:pt>
                <c:pt idx="899">
                  <c:v>0.0596648371704</c:v>
                </c:pt>
                <c:pt idx="900">
                  <c:v>0.0591796001423</c:v>
                </c:pt>
                <c:pt idx="901">
                  <c:v>0.0586980128624</c:v>
                </c:pt>
                <c:pt idx="902">
                  <c:v>0.05822009745</c:v>
                </c:pt>
                <c:pt idx="903">
                  <c:v>0.057745874056</c:v>
                </c:pt>
                <c:pt idx="904">
                  <c:v>0.0572753608915</c:v>
                </c:pt>
                <c:pt idx="905">
                  <c:v>0.0568085742585</c:v>
                </c:pt>
                <c:pt idx="906">
                  <c:v>0.0563455285821</c:v>
                </c:pt>
                <c:pt idx="907">
                  <c:v>0.0558862364445</c:v>
                </c:pt>
                <c:pt idx="908">
                  <c:v>0.0554307086207</c:v>
                </c:pt>
                <c:pt idx="909">
                  <c:v>0.0549789541152</c:v>
                </c:pt>
                <c:pt idx="910">
                  <c:v>0.0545309801999</c:v>
                </c:pt>
                <c:pt idx="911">
                  <c:v>0.054086792454</c:v>
                </c:pt>
                <c:pt idx="912">
                  <c:v>0.0536463948037</c:v>
                </c:pt>
                <c:pt idx="913">
                  <c:v>0.053209789564</c:v>
                </c:pt>
                <c:pt idx="914">
                  <c:v>0.0527769774804</c:v>
                </c:pt>
                <c:pt idx="915">
                  <c:v>0.0523479577719</c:v>
                </c:pt>
                <c:pt idx="916">
                  <c:v>0.0519227281743</c:v>
                </c:pt>
                <c:pt idx="917">
                  <c:v>0.0515012849841</c:v>
                </c:pt>
                <c:pt idx="918">
                  <c:v>0.0510836231028</c:v>
                </c:pt>
                <c:pt idx="919">
                  <c:v>0.0506697360811</c:v>
                </c:pt>
                <c:pt idx="920">
                  <c:v>0.0502596161641</c:v>
                </c:pt>
                <c:pt idx="921">
                  <c:v>0.0498532543356</c:v>
                </c:pt>
                <c:pt idx="922">
                  <c:v>0.0494506403632</c:v>
                </c:pt>
                <c:pt idx="923">
                  <c:v>0.0490517628429</c:v>
                </c:pt>
                <c:pt idx="924">
                  <c:v>0.0486566092436</c:v>
                </c:pt>
                <c:pt idx="925">
                  <c:v>0.0482651659515</c:v>
                </c:pt>
                <c:pt idx="926">
                  <c:v>0.0478774183138</c:v>
                </c:pt>
                <c:pt idx="927">
                  <c:v>0.0474933506826</c:v>
                </c:pt>
                <c:pt idx="928">
                  <c:v>0.0471129464579</c:v>
                </c:pt>
                <c:pt idx="929">
                  <c:v>0.0467361881302</c:v>
                </c:pt>
                <c:pt idx="930">
                  <c:v>0.0463630573225</c:v>
                </c:pt>
                <c:pt idx="931">
                  <c:v>0.0459935348317</c:v>
                </c:pt>
                <c:pt idx="932">
                  <c:v>0.0456276006697</c:v>
                </c:pt>
                <c:pt idx="933">
                  <c:v>0.0452652341032</c:v>
                </c:pt>
                <c:pt idx="934">
                  <c:v>0.044906413693</c:v>
                </c:pt>
                <c:pt idx="935">
                  <c:v>0.0445511173326</c:v>
                </c:pt>
                <c:pt idx="936">
                  <c:v>0.044199322286</c:v>
                </c:pt>
                <c:pt idx="937">
                  <c:v>0.0438510052247</c:v>
                </c:pt>
                <c:pt idx="938">
                  <c:v>0.0435061422634</c:v>
                </c:pt>
                <c:pt idx="939">
                  <c:v>0.0431647089956</c:v>
                </c:pt>
                <c:pt idx="940">
                  <c:v>0.0428266805274</c:v>
                </c:pt>
                <c:pt idx="941">
                  <c:v>0.0424920315113</c:v>
                </c:pt>
                <c:pt idx="942">
                  <c:v>0.0421607361786</c:v>
                </c:pt>
                <c:pt idx="943">
                  <c:v>0.0418327683705</c:v>
                </c:pt>
                <c:pt idx="944">
                  <c:v>0.0415081015692</c:v>
                </c:pt>
                <c:pt idx="945">
                  <c:v>0.0411867089271</c:v>
                </c:pt>
                <c:pt idx="946">
                  <c:v>0.040868563296</c:v>
                </c:pt>
                <c:pt idx="947">
                  <c:v>0.0405536372543</c:v>
                </c:pt>
                <c:pt idx="948">
                  <c:v>0.0402419031346</c:v>
                </c:pt>
                <c:pt idx="949">
                  <c:v>0.0399333330488</c:v>
                </c:pt>
                <c:pt idx="950">
                  <c:v>0.0396278989136</c:v>
                </c:pt>
                <c:pt idx="951">
                  <c:v>0.0393255724747</c:v>
                </c:pt>
                <c:pt idx="952">
                  <c:v>0.0390263253295</c:v>
                </c:pt>
                <c:pt idx="953">
                  <c:v>0.03873012895</c:v>
                </c:pt>
                <c:pt idx="954">
                  <c:v>0.0384369547039</c:v>
                </c:pt>
                <c:pt idx="955">
                  <c:v>0.0381467738752</c:v>
                </c:pt>
                <c:pt idx="956">
                  <c:v>0.0378595576841</c:v>
                </c:pt>
                <c:pt idx="957">
                  <c:v>0.0375752773057</c:v>
                </c:pt>
                <c:pt idx="958">
                  <c:v>0.0372939038884</c:v>
                </c:pt>
                <c:pt idx="959">
                  <c:v>0.037015408571</c:v>
                </c:pt>
                <c:pt idx="960">
                  <c:v>0.0367397624992</c:v>
                </c:pt>
                <c:pt idx="961">
                  <c:v>0.0364669368416</c:v>
                </c:pt>
                <c:pt idx="962">
                  <c:v>0.0361969028045</c:v>
                </c:pt>
                <c:pt idx="963">
                  <c:v>0.0359296316465</c:v>
                </c:pt>
                <c:pt idx="964">
                  <c:v>0.0356650946917</c:v>
                </c:pt>
                <c:pt idx="965">
                  <c:v>0.0354032633431</c:v>
                </c:pt>
                <c:pt idx="966">
                  <c:v>0.0351441090946</c:v>
                </c:pt>
                <c:pt idx="967">
                  <c:v>0.0348876035428</c:v>
                </c:pt>
                <c:pt idx="968">
                  <c:v>0.0346337183976</c:v>
                </c:pt>
                <c:pt idx="969">
                  <c:v>0.0343824254934</c:v>
                </c:pt>
                <c:pt idx="970">
                  <c:v>0.0341336967981</c:v>
                </c:pt>
                <c:pt idx="971">
                  <c:v>0.0338875044228</c:v>
                </c:pt>
                <c:pt idx="972">
                  <c:v>0.0336438206304</c:v>
                </c:pt>
                <c:pt idx="973">
                  <c:v>0.0334026178439</c:v>
                </c:pt>
                <c:pt idx="974">
                  <c:v>0.0331638686539</c:v>
                </c:pt>
                <c:pt idx="975">
                  <c:v>0.0329275458258</c:v>
                </c:pt>
                <c:pt idx="976">
                  <c:v>0.0326936223067</c:v>
                </c:pt>
                <c:pt idx="977">
                  <c:v>0.0324620712315</c:v>
                </c:pt>
                <c:pt idx="978">
                  <c:v>0.0322328659286</c:v>
                </c:pt>
                <c:pt idx="979">
                  <c:v>0.0320059799258</c:v>
                </c:pt>
                <c:pt idx="980">
                  <c:v>0.0317813869546</c:v>
                </c:pt>
                <c:pt idx="981">
                  <c:v>0.0315590609553</c:v>
                </c:pt>
                <c:pt idx="982">
                  <c:v>0.031338976081</c:v>
                </c:pt>
                <c:pt idx="983">
                  <c:v>0.0311211067016</c:v>
                </c:pt>
                <c:pt idx="984">
                  <c:v>0.0309054274074</c:v>
                </c:pt>
                <c:pt idx="985">
                  <c:v>0.030691913012</c:v>
                </c:pt>
                <c:pt idx="986">
                  <c:v>0.0304805385555</c:v>
                </c:pt>
                <c:pt idx="987">
                  <c:v>0.030271279307</c:v>
                </c:pt>
                <c:pt idx="988">
                  <c:v>0.0300641107668</c:v>
                </c:pt>
                <c:pt idx="989">
                  <c:v>0.0298590086686</c:v>
                </c:pt>
                <c:pt idx="990">
                  <c:v>0.0296559489812</c:v>
                </c:pt>
                <c:pt idx="991">
                  <c:v>0.02945490791</c:v>
                </c:pt>
                <c:pt idx="992">
                  <c:v>0.0292558618983</c:v>
                </c:pt>
                <c:pt idx="993">
                  <c:v>0.0290587876284</c:v>
                </c:pt>
                <c:pt idx="994">
                  <c:v>0.0288636620224</c:v>
                </c:pt>
                <c:pt idx="995">
                  <c:v>0.028670462243</c:v>
                </c:pt>
                <c:pt idx="996">
                  <c:v>0.0284791656938</c:v>
                </c:pt>
                <c:pt idx="997">
                  <c:v>0.0282897500194</c:v>
                </c:pt>
                <c:pt idx="998">
                  <c:v>0.028102193106</c:v>
                </c:pt>
                <c:pt idx="999">
                  <c:v>0.0279164730809</c:v>
                </c:pt>
                <c:pt idx="1000">
                  <c:v>0.0277325683124</c:v>
                </c:pt>
                <c:pt idx="1001">
                  <c:v>0.0275504574095</c:v>
                </c:pt>
                <c:pt idx="1002">
                  <c:v>0.0273701192214</c:v>
                </c:pt>
                <c:pt idx="1003">
                  <c:v>0.0271915328368</c:v>
                </c:pt>
                <c:pt idx="1004">
                  <c:v>0.027014677583</c:v>
                </c:pt>
                <c:pt idx="1005">
                  <c:v>0.0268395330253</c:v>
                </c:pt>
                <c:pt idx="1006">
                  <c:v>0.026666078966</c:v>
                </c:pt>
                <c:pt idx="1007">
                  <c:v>0.0264942954431</c:v>
                </c:pt>
                <c:pt idx="1008">
                  <c:v>0.0263241627291</c:v>
                </c:pt>
                <c:pt idx="1009">
                  <c:v>0.0261556613301</c:v>
                </c:pt>
                <c:pt idx="1010">
                  <c:v>0.0259887719842</c:v>
                </c:pt>
                <c:pt idx="1011">
                  <c:v>0.0258234756598</c:v>
                </c:pt>
                <c:pt idx="1012">
                  <c:v>0.0256597535546</c:v>
                </c:pt>
                <c:pt idx="1013">
                  <c:v>0.0254975870938</c:v>
                </c:pt>
                <c:pt idx="1014">
                  <c:v>0.0253369579283</c:v>
                </c:pt>
                <c:pt idx="1015">
                  <c:v>0.0251778479333</c:v>
                </c:pt>
                <c:pt idx="1016">
                  <c:v>0.0250202392064</c:v>
                </c:pt>
                <c:pt idx="1017">
                  <c:v>0.0248641140659</c:v>
                </c:pt>
                <c:pt idx="1018">
                  <c:v>0.0247094550486</c:v>
                </c:pt>
                <c:pt idx="1019">
                  <c:v>0.0245562449087</c:v>
                </c:pt>
                <c:pt idx="1020">
                  <c:v>0.0244044666148</c:v>
                </c:pt>
                <c:pt idx="1021">
                  <c:v>0.024254103349</c:v>
                </c:pt>
                <c:pt idx="1022">
                  <c:v>0.0241051385044</c:v>
                </c:pt>
                <c:pt idx="1023">
                  <c:v>0.0239575556828</c:v>
                </c:pt>
                <c:pt idx="1024">
                  <c:v>0.0238113386935</c:v>
                </c:pt>
                <c:pt idx="1025">
                  <c:v>0.0236664715504</c:v>
                </c:pt>
                <c:pt idx="1026">
                  <c:v>0.0235229384705</c:v>
                </c:pt>
                <c:pt idx="1027">
                  <c:v>0.0233807238714</c:v>
                </c:pt>
                <c:pt idx="1028">
                  <c:v>0.0232398123696</c:v>
                </c:pt>
                <c:pt idx="1029">
                  <c:v>0.023100188778</c:v>
                </c:pt>
                <c:pt idx="1030">
                  <c:v>0.0229618381042</c:v>
                </c:pt>
                <c:pt idx="1031">
                  <c:v>0.0228247455479</c:v>
                </c:pt>
                <c:pt idx="1032">
                  <c:v>0.022688896499</c:v>
                </c:pt>
                <c:pt idx="1033">
                  <c:v>0.0225542765357</c:v>
                </c:pt>
                <c:pt idx="1034">
                  <c:v>0.0224208714219</c:v>
                </c:pt>
                <c:pt idx="1035">
                  <c:v>0.0222886671053</c:v>
                </c:pt>
                <c:pt idx="1036">
                  <c:v>0.0221576497153</c:v>
                </c:pt>
                <c:pt idx="1037">
                  <c:v>0.0220278055608</c:v>
                </c:pt>
                <c:pt idx="1038">
                  <c:v>0.0218991211281</c:v>
                </c:pt>
                <c:pt idx="1039">
                  <c:v>0.0217715830788</c:v>
                </c:pt>
                <c:pt idx="1040">
                  <c:v>0.0216451782474</c:v>
                </c:pt>
                <c:pt idx="1041">
                  <c:v>0.0215198936397</c:v>
                </c:pt>
                <c:pt idx="1042">
                  <c:v>0.0213957164303</c:v>
                </c:pt>
                <c:pt idx="1043">
                  <c:v>0.0212726339608</c:v>
                </c:pt>
                <c:pt idx="1044">
                  <c:v>0.0211506337374</c:v>
                </c:pt>
                <c:pt idx="1045">
                  <c:v>0.021029703429</c:v>
                </c:pt>
                <c:pt idx="1046">
                  <c:v>0.0209098308653</c:v>
                </c:pt>
                <c:pt idx="1047">
                  <c:v>0.0207910040345</c:v>
                </c:pt>
                <c:pt idx="1048">
                  <c:v>0.0206732110814</c:v>
                </c:pt>
                <c:pt idx="1049">
                  <c:v>0.0205564403054</c:v>
                </c:pt>
                <c:pt idx="1050">
                  <c:v>0.0204406801584</c:v>
                </c:pt>
                <c:pt idx="1051">
                  <c:v>0.020325919243</c:v>
                </c:pt>
                <c:pt idx="1052">
                  <c:v>0.0202121463105</c:v>
                </c:pt>
                <c:pt idx="1053">
                  <c:v>0.0200993502587</c:v>
                </c:pt>
                <c:pt idx="1054">
                  <c:v>0.0199875201302</c:v>
                </c:pt>
                <c:pt idx="1055">
                  <c:v>0.0198766451107</c:v>
                </c:pt>
                <c:pt idx="1056">
                  <c:v>0.0197667145266</c:v>
                </c:pt>
                <c:pt idx="1057">
                  <c:v>0.0196577178434</c:v>
                </c:pt>
                <c:pt idx="1058">
                  <c:v>0.0195496446639</c:v>
                </c:pt>
                <c:pt idx="1059">
                  <c:v>0.0194424847263</c:v>
                </c:pt>
                <c:pt idx="1060">
                  <c:v>0.0193362279024</c:v>
                </c:pt>
                <c:pt idx="1061">
                  <c:v>0.0192308641956</c:v>
                </c:pt>
                <c:pt idx="1062">
                  <c:v>0.0191263837395</c:v>
                </c:pt>
                <c:pt idx="1063">
                  <c:v>0.0190227767957</c:v>
                </c:pt>
                <c:pt idx="1064">
                  <c:v>0.0189200337526</c:v>
                </c:pt>
                <c:pt idx="1065">
                  <c:v>0.0188181451229</c:v>
                </c:pt>
                <c:pt idx="1066">
                  <c:v>0.0187171015429</c:v>
                </c:pt>
                <c:pt idx="1067">
                  <c:v>0.0186168937698</c:v>
                </c:pt>
                <c:pt idx="1068">
                  <c:v>0.0185175126807</c:v>
                </c:pt>
                <c:pt idx="1069">
                  <c:v>0.0184189492709</c:v>
                </c:pt>
                <c:pt idx="1070">
                  <c:v>0.0183211946518</c:v>
                </c:pt>
                <c:pt idx="1071">
                  <c:v>0.01822424005</c:v>
                </c:pt>
                <c:pt idx="1072">
                  <c:v>0.018128076805</c:v>
                </c:pt>
                <c:pt idx="1073">
                  <c:v>0.0180326963683</c:v>
                </c:pt>
                <c:pt idx="1074">
                  <c:v>0.0179380903012</c:v>
                </c:pt>
                <c:pt idx="1075">
                  <c:v>0.0178442502739</c:v>
                </c:pt>
                <c:pt idx="1076">
                  <c:v>0.0177511680635</c:v>
                </c:pt>
                <c:pt idx="1077">
                  <c:v>0.0176588355527</c:v>
                </c:pt>
                <c:pt idx="1078">
                  <c:v>0.0175672447284</c:v>
                </c:pt>
                <c:pt idx="1079">
                  <c:v>0.0174763876802</c:v>
                </c:pt>
                <c:pt idx="1080">
                  <c:v>0.017386256599</c:v>
                </c:pt>
                <c:pt idx="1081">
                  <c:v>0.0172968437752</c:v>
                </c:pt>
                <c:pt idx="1082">
                  <c:v>0.017208141598</c:v>
                </c:pt>
                <c:pt idx="1083">
                  <c:v>0.0171201425536</c:v>
                </c:pt>
                <c:pt idx="1084">
                  <c:v>0.0170328392237</c:v>
                </c:pt>
                <c:pt idx="1085">
                  <c:v>0.0169462242845</c:v>
                </c:pt>
                <c:pt idx="1086">
                  <c:v>0.0168602905052</c:v>
                </c:pt>
                <c:pt idx="1087">
                  <c:v>0.0167750307468</c:v>
                </c:pt>
                <c:pt idx="1088">
                  <c:v>0.0166904379606</c:v>
                </c:pt>
                <c:pt idx="1089">
                  <c:v>0.0166065051873</c:v>
                </c:pt>
                <c:pt idx="1090">
                  <c:v>0.0165232255553</c:v>
                </c:pt>
                <c:pt idx="1091">
                  <c:v>0.0164405922797</c:v>
                </c:pt>
                <c:pt idx="1092">
                  <c:v>0.0163585986612</c:v>
                </c:pt>
                <c:pt idx="1093">
                  <c:v>0.0162772380847</c:v>
                </c:pt>
                <c:pt idx="1094">
                  <c:v>0.0161965040183</c:v>
                </c:pt>
                <c:pt idx="1095">
                  <c:v>0.0161163900117</c:v>
                </c:pt>
                <c:pt idx="1096">
                  <c:v>0.0160368896957</c:v>
                </c:pt>
                <c:pt idx="1097">
                  <c:v>0.0159579967806</c:v>
                </c:pt>
                <c:pt idx="1098">
                  <c:v>0.0158797050552</c:v>
                </c:pt>
                <c:pt idx="1099">
                  <c:v>0.0158020083857</c:v>
                </c:pt>
                <c:pt idx="1100">
                  <c:v>0.0157249007148</c:v>
                </c:pt>
                <c:pt idx="1101">
                  <c:v>0.0156483760601</c:v>
                </c:pt>
                <c:pt idx="1102">
                  <c:v>0.0155724285138</c:v>
                </c:pt>
                <c:pt idx="1103">
                  <c:v>0.015497052241</c:v>
                </c:pt>
                <c:pt idx="1104">
                  <c:v>0.015422241479</c:v>
                </c:pt>
                <c:pt idx="1105">
                  <c:v>0.0153479905362</c:v>
                </c:pt>
                <c:pt idx="1106">
                  <c:v>0.0152742937911</c:v>
                </c:pt>
                <c:pt idx="1107">
                  <c:v>0.0152011456915</c:v>
                </c:pt>
                <c:pt idx="1108">
                  <c:v>0.0151285407533</c:v>
                </c:pt>
                <c:pt idx="1109">
                  <c:v>0.0150564735594</c:v>
                </c:pt>
                <c:pt idx="1110">
                  <c:v>0.0149849387593</c:v>
                </c:pt>
                <c:pt idx="1111">
                  <c:v>0.0149139310677</c:v>
                </c:pt>
                <c:pt idx="1112">
                  <c:v>0.0148434452638</c:v>
                </c:pt>
                <c:pt idx="1113">
                  <c:v>0.0147734761902</c:v>
                </c:pt>
                <c:pt idx="1114">
                  <c:v>0.0147040187525</c:v>
                </c:pt>
                <c:pt idx="1115">
                  <c:v>0.0146350679177</c:v>
                </c:pt>
                <c:pt idx="1116">
                  <c:v>0.014566618714</c:v>
                </c:pt>
                <c:pt idx="1117">
                  <c:v>0.0144986662296</c:v>
                </c:pt>
                <c:pt idx="1118">
                  <c:v>0.0144312056118</c:v>
                </c:pt>
                <c:pt idx="1119">
                  <c:v>0.0143642320666</c:v>
                </c:pt>
                <c:pt idx="1120">
                  <c:v>0.0142977408575</c:v>
                </c:pt>
                <c:pt idx="1121">
                  <c:v>0.0142317273047</c:v>
                </c:pt>
                <c:pt idx="1122">
                  <c:v>0.0141661867845</c:v>
                </c:pt>
                <c:pt idx="1123">
                  <c:v>0.0141011147287</c:v>
                </c:pt>
                <c:pt idx="1124">
                  <c:v>0.0140365066232</c:v>
                </c:pt>
                <c:pt idx="1125">
                  <c:v>0.013972358008</c:v>
                </c:pt>
                <c:pt idx="1126">
                  <c:v>0.0139086644758</c:v>
                </c:pt>
                <c:pt idx="1127">
                  <c:v>0.0138454216718</c:v>
                </c:pt>
                <c:pt idx="1128">
                  <c:v>0.0137826252927</c:v>
                </c:pt>
                <c:pt idx="1129">
                  <c:v>0.013720271086</c:v>
                </c:pt>
                <c:pt idx="1130">
                  <c:v>0.0136583548494</c:v>
                </c:pt>
                <c:pt idx="1131">
                  <c:v>0.0135968724301</c:v>
                </c:pt>
                <c:pt idx="1132">
                  <c:v>0.013535819724</c:v>
                </c:pt>
                <c:pt idx="1133">
                  <c:v>0.0134751926751</c:v>
                </c:pt>
                <c:pt idx="1134">
                  <c:v>0.0134149872751</c:v>
                </c:pt>
                <c:pt idx="1135">
                  <c:v>0.0133551995623</c:v>
                </c:pt>
                <c:pt idx="1136">
                  <c:v>0.0132958256212</c:v>
                </c:pt>
                <c:pt idx="1137">
                  <c:v>0.0132368615819</c:v>
                </c:pt>
                <c:pt idx="1138">
                  <c:v>0.0131783036196</c:v>
                </c:pt>
                <c:pt idx="1139">
                  <c:v>0.0131201479534</c:v>
                </c:pt>
                <c:pt idx="1140">
                  <c:v>0.0130623908467</c:v>
                </c:pt>
                <c:pt idx="1141">
                  <c:v>0.0130050286055</c:v>
                </c:pt>
                <c:pt idx="1142">
                  <c:v>0.0129480575787</c:v>
                </c:pt>
                <c:pt idx="1143">
                  <c:v>0.0128914741571</c:v>
                </c:pt>
                <c:pt idx="1144">
                  <c:v>0.0128352747729</c:v>
                </c:pt>
                <c:pt idx="1145">
                  <c:v>0.0127794558991</c:v>
                </c:pt>
                <c:pt idx="1146">
                  <c:v>0.0127240140492</c:v>
                </c:pt>
                <c:pt idx="1147">
                  <c:v>0.0126689457762</c:v>
                </c:pt>
                <c:pt idx="1148">
                  <c:v>0.0126142476726</c:v>
                </c:pt>
                <c:pt idx="1149">
                  <c:v>0.0125599163694</c:v>
                </c:pt>
                <c:pt idx="1150">
                  <c:v>0.012505948536</c:v>
                </c:pt>
                <c:pt idx="1151">
                  <c:v>0.0124523408795</c:v>
                </c:pt>
                <c:pt idx="1152">
                  <c:v>0.0123990901438</c:v>
                </c:pt>
                <c:pt idx="1153">
                  <c:v>0.0123461931101</c:v>
                </c:pt>
                <c:pt idx="1154">
                  <c:v>0.0122936465952</c:v>
                </c:pt>
                <c:pt idx="1155">
                  <c:v>0.0122414474522</c:v>
                </c:pt>
                <c:pt idx="1156">
                  <c:v>0.012189592569</c:v>
                </c:pt>
                <c:pt idx="1157">
                  <c:v>0.0121380788686</c:v>
                </c:pt>
                <c:pt idx="1158">
                  <c:v>0.0120869033082</c:v>
                </c:pt>
                <c:pt idx="1159">
                  <c:v>0.0120360628788</c:v>
                </c:pt>
                <c:pt idx="1160">
                  <c:v>0.0119855546049</c:v>
                </c:pt>
                <c:pt idx="1161">
                  <c:v>0.0119353755442</c:v>
                </c:pt>
                <c:pt idx="1162">
                  <c:v>0.0118855227868</c:v>
                </c:pt>
                <c:pt idx="1163">
                  <c:v>0.0118359934548</c:v>
                </c:pt>
                <c:pt idx="1164">
                  <c:v>0.0117867847022</c:v>
                </c:pt>
                <c:pt idx="1165">
                  <c:v>0.0117378937144</c:v>
                </c:pt>
                <c:pt idx="1166">
                  <c:v>0.0116893177074</c:v>
                </c:pt>
                <c:pt idx="1167">
                  <c:v>0.011641053928</c:v>
                </c:pt>
                <c:pt idx="1168">
                  <c:v>0.0115930996529</c:v>
                </c:pt>
                <c:pt idx="1169">
                  <c:v>0.0115454521887</c:v>
                </c:pt>
                <c:pt idx="1170">
                  <c:v>0.0114981088712</c:v>
                </c:pt>
                <c:pt idx="1171">
                  <c:v>0.0114510670651</c:v>
                </c:pt>
                <c:pt idx="1172">
                  <c:v>0.0114043241639</c:v>
                </c:pt>
                <c:pt idx="1173">
                  <c:v>0.011357877589</c:v>
                </c:pt>
                <c:pt idx="1174">
                  <c:v>0.01131172479</c:v>
                </c:pt>
                <c:pt idx="1175">
                  <c:v>0.0112658632437</c:v>
                </c:pt>
                <c:pt idx="1176">
                  <c:v>0.0112202904542</c:v>
                </c:pt>
                <c:pt idx="1177">
                  <c:v>0.0111750039525</c:v>
                </c:pt>
                <c:pt idx="1178">
                  <c:v>0.0111300012957</c:v>
                </c:pt>
                <c:pt idx="1179">
                  <c:v>0.0110852800673</c:v>
                </c:pt>
                <c:pt idx="1180">
                  <c:v>0.0110408378766</c:v>
                </c:pt>
                <c:pt idx="1181">
                  <c:v>0.0109966723583</c:v>
                </c:pt>
                <c:pt idx="1182">
                  <c:v>0.0109527811721</c:v>
                </c:pt>
                <c:pt idx="1183">
                  <c:v>0.0109091620027</c:v>
                </c:pt>
                <c:pt idx="1184">
                  <c:v>0.0108658125593</c:v>
                </c:pt>
                <c:pt idx="1185">
                  <c:v>0.0108227305752</c:v>
                </c:pt>
                <c:pt idx="1186">
                  <c:v>0.0107799138076</c:v>
                </c:pt>
                <c:pt idx="1187">
                  <c:v>0.0107373600373</c:v>
                </c:pt>
                <c:pt idx="1188">
                  <c:v>0.0106950670686</c:v>
                </c:pt>
                <c:pt idx="1189">
                  <c:v>0.0106530327286</c:v>
                </c:pt>
                <c:pt idx="1190">
                  <c:v>0.010611254867</c:v>
                </c:pt>
                <c:pt idx="1191">
                  <c:v>0.0105697313563</c:v>
                </c:pt>
                <c:pt idx="1192">
                  <c:v>0.0105284600908</c:v>
                </c:pt>
                <c:pt idx="1193">
                  <c:v>0.010487438987</c:v>
                </c:pt>
                <c:pt idx="1194">
                  <c:v>0.0104466659827</c:v>
                </c:pt>
                <c:pt idx="1195">
                  <c:v>0.0104061390373</c:v>
                </c:pt>
                <c:pt idx="1196">
                  <c:v>0.0103658561312</c:v>
                </c:pt>
                <c:pt idx="1197">
                  <c:v>0.0103258152656</c:v>
                </c:pt>
                <c:pt idx="1198">
                  <c:v>0.0102860144622</c:v>
                </c:pt>
                <c:pt idx="1199">
                  <c:v>0.0102464517631</c:v>
                </c:pt>
                <c:pt idx="1200">
                  <c:v>0.0102071252305</c:v>
                </c:pt>
                <c:pt idx="1201">
                  <c:v>0.0101680329464</c:v>
                </c:pt>
                <c:pt idx="1202">
                  <c:v>0.0101291730123</c:v>
                </c:pt>
                <c:pt idx="1203">
                  <c:v>0.0100905435491</c:v>
                </c:pt>
                <c:pt idx="1204">
                  <c:v>0.0100521426968</c:v>
                </c:pt>
                <c:pt idx="1205">
                  <c:v>0.0100139686142</c:v>
                </c:pt>
                <c:pt idx="1206">
                  <c:v>0.00997601947883</c:v>
                </c:pt>
                <c:pt idx="1207">
                  <c:v>0.00993829348663</c:v>
                </c:pt>
                <c:pt idx="1208">
                  <c:v>0.00990078885171</c:v>
                </c:pt>
                <c:pt idx="1209">
                  <c:v>0.00986350380615</c:v>
                </c:pt>
                <c:pt idx="1210">
                  <c:v>0.00982643659979</c:v>
                </c:pt>
                <c:pt idx="1211">
                  <c:v>0.00978958550002</c:v>
                </c:pt>
                <c:pt idx="1212">
                  <c:v>0.00975294879158</c:v>
                </c:pt>
                <c:pt idx="1213">
                  <c:v>0.00971652477629</c:v>
                </c:pt>
                <c:pt idx="1214">
                  <c:v>0.00968031177295</c:v>
                </c:pt>
                <c:pt idx="1215">
                  <c:v>0.00964430811703</c:v>
                </c:pt>
                <c:pt idx="1216">
                  <c:v>0.00960851216056</c:v>
                </c:pt>
                <c:pt idx="1217">
                  <c:v>0.00957292227187</c:v>
                </c:pt>
                <c:pt idx="1218">
                  <c:v>0.00953753683543</c:v>
                </c:pt>
                <c:pt idx="1219">
                  <c:v>0.00950235425163</c:v>
                </c:pt>
                <c:pt idx="1220">
                  <c:v>0.00946737293666</c:v>
                </c:pt>
                <c:pt idx="1221">
                  <c:v>0.00943259132221</c:v>
                </c:pt>
                <c:pt idx="1222">
                  <c:v>0.00939800785541</c:v>
                </c:pt>
                <c:pt idx="1223">
                  <c:v>0.00936362099855</c:v>
                </c:pt>
                <c:pt idx="1224">
                  <c:v>0.00932942922896</c:v>
                </c:pt>
                <c:pt idx="1225">
                  <c:v>0.00929543103882</c:v>
                </c:pt>
                <c:pt idx="1226">
                  <c:v>0.00926162493498</c:v>
                </c:pt>
                <c:pt idx="1227">
                  <c:v>0.00922800943877</c:v>
                </c:pt>
                <c:pt idx="1228">
                  <c:v>0.00919458308588</c:v>
                </c:pt>
                <c:pt idx="1229">
                  <c:v>0.00916134442616</c:v>
                </c:pt>
                <c:pt idx="1230">
                  <c:v>0.00912829202345</c:v>
                </c:pt>
                <c:pt idx="1231">
                  <c:v>0.00909542445543</c:v>
                </c:pt>
                <c:pt idx="1232">
                  <c:v>0.00906274031347</c:v>
                </c:pt>
                <c:pt idx="1233">
                  <c:v>0.00903023820244</c:v>
                </c:pt>
                <c:pt idx="1234">
                  <c:v>0.0089979167406</c:v>
                </c:pt>
                <c:pt idx="1235">
                  <c:v>0.0089657745594</c:v>
                </c:pt>
                <c:pt idx="1236">
                  <c:v>0.00893381030336</c:v>
                </c:pt>
                <c:pt idx="1237">
                  <c:v>0.00890202262989</c:v>
                </c:pt>
                <c:pt idx="1238">
                  <c:v>0.0088704102092</c:v>
                </c:pt>
                <c:pt idx="1239">
                  <c:v>0.00883897172406</c:v>
                </c:pt>
                <c:pt idx="1240">
                  <c:v>0.00880770586977</c:v>
                </c:pt>
                <c:pt idx="1241">
                  <c:v>0.00877661135391</c:v>
                </c:pt>
                <c:pt idx="1242">
                  <c:v>0.00874568689627</c:v>
                </c:pt>
                <c:pt idx="1243">
                  <c:v>0.0087149312287</c:v>
                </c:pt>
                <c:pt idx="1244">
                  <c:v>0.00868434309494</c:v>
                </c:pt>
                <c:pt idx="1245">
                  <c:v>0.00865392125054</c:v>
                </c:pt>
                <c:pt idx="1246">
                  <c:v>0.00862366446266</c:v>
                </c:pt>
                <c:pt idx="1247">
                  <c:v>0.00859357151</c:v>
                </c:pt>
                <c:pt idx="1248">
                  <c:v>0.00856364118264</c:v>
                </c:pt>
                <c:pt idx="1249">
                  <c:v>0.00853387228192</c:v>
                </c:pt>
                <c:pt idx="1250">
                  <c:v>0.0085042636203</c:v>
                </c:pt>
                <c:pt idx="1251">
                  <c:v>0.00847481402125</c:v>
                </c:pt>
                <c:pt idx="1252">
                  <c:v>0.00844552231914</c:v>
                </c:pt>
                <c:pt idx="1253">
                  <c:v>0.00841638735908</c:v>
                </c:pt>
                <c:pt idx="1254">
                  <c:v>0.00838740799684</c:v>
                </c:pt>
                <c:pt idx="1255">
                  <c:v>0.0083585830987</c:v>
                </c:pt>
                <c:pt idx="1256">
                  <c:v>0.00832991154136</c:v>
                </c:pt>
                <c:pt idx="1257">
                  <c:v>0.0083013922118</c:v>
                </c:pt>
                <c:pt idx="1258">
                  <c:v>0.00827302400718</c:v>
                </c:pt>
                <c:pt idx="1259">
                  <c:v>0.00824480583475</c:v>
                </c:pt>
                <c:pt idx="1260">
                  <c:v>0.00821673661167</c:v>
                </c:pt>
                <c:pt idx="1261">
                  <c:v>0.008188815265</c:v>
                </c:pt>
                <c:pt idx="1262">
                  <c:v>0.00816104073148</c:v>
                </c:pt>
                <c:pt idx="1263">
                  <c:v>0.00813341195753</c:v>
                </c:pt>
                <c:pt idx="1264">
                  <c:v>0.00810592789907</c:v>
                </c:pt>
                <c:pt idx="1265">
                  <c:v>0.00807858752144</c:v>
                </c:pt>
                <c:pt idx="1266">
                  <c:v>0.00805138979931</c:v>
                </c:pt>
                <c:pt idx="1267">
                  <c:v>0.00802433371656</c:v>
                </c:pt>
                <c:pt idx="1268">
                  <c:v>0.00799741826619</c:v>
                </c:pt>
                <c:pt idx="1269">
                  <c:v>0.00797064245023</c:v>
                </c:pt>
                <c:pt idx="1270">
                  <c:v>0.00794400527959</c:v>
                </c:pt>
                <c:pt idx="1271">
                  <c:v>0.00791750577406</c:v>
                </c:pt>
                <c:pt idx="1272">
                  <c:v>0.00789114296211</c:v>
                </c:pt>
                <c:pt idx="1273">
                  <c:v>0.00786491588088</c:v>
                </c:pt>
                <c:pt idx="1274">
                  <c:v>0.00783882357603</c:v>
                </c:pt>
                <c:pt idx="1275">
                  <c:v>0.00781286510168</c:v>
                </c:pt>
                <c:pt idx="1276">
                  <c:v>0.0077870395203</c:v>
                </c:pt>
                <c:pt idx="1277">
                  <c:v>0.00776134590264</c:v>
                </c:pt>
                <c:pt idx="1278">
                  <c:v>0.00773578332762</c:v>
                </c:pt>
                <c:pt idx="1279">
                  <c:v>0.00771035088228</c:v>
                </c:pt>
                <c:pt idx="1280">
                  <c:v>0.00768504766164</c:v>
                </c:pt>
                <c:pt idx="1281">
                  <c:v>0.00765987276866</c:v>
                </c:pt>
                <c:pt idx="1282">
                  <c:v>0.00763482531412</c:v>
                </c:pt>
                <c:pt idx="1283">
                  <c:v>0.00760990441658</c:v>
                </c:pt>
                <c:pt idx="1284">
                  <c:v>0.00758510920225</c:v>
                </c:pt>
                <c:pt idx="1285">
                  <c:v>0.00756043880495</c:v>
                </c:pt>
                <c:pt idx="1286">
                  <c:v>0.00753589236602</c:v>
                </c:pt>
                <c:pt idx="1287">
                  <c:v>0.0075114690342</c:v>
                </c:pt>
                <c:pt idx="1288">
                  <c:v>0.00748716796561</c:v>
                </c:pt>
                <c:pt idx="1289">
                  <c:v>0.00746298832365</c:v>
                </c:pt>
                <c:pt idx="1290">
                  <c:v>0.00743892927892</c:v>
                </c:pt>
                <c:pt idx="1291">
                  <c:v>0.00741499000913</c:v>
                </c:pt>
                <c:pt idx="1292">
                  <c:v>0.00739116969906</c:v>
                </c:pt>
                <c:pt idx="1293">
                  <c:v>0.00736746754046</c:v>
                </c:pt>
                <c:pt idx="1294">
                  <c:v>0.007343882732</c:v>
                </c:pt>
                <c:pt idx="1295">
                  <c:v>0.00732041447916</c:v>
                </c:pt>
                <c:pt idx="1296">
                  <c:v>0.00729706199421</c:v>
                </c:pt>
                <c:pt idx="1297">
                  <c:v>0.00727382449608</c:v>
                </c:pt>
                <c:pt idx="1298">
                  <c:v>0.00725070121036</c:v>
                </c:pt>
                <c:pt idx="1299">
                  <c:v>0.00722769136917</c:v>
                </c:pt>
                <c:pt idx="1300">
                  <c:v>0.00720479421113</c:v>
                </c:pt>
                <c:pt idx="1301">
                  <c:v>0.00718200898127</c:v>
                </c:pt>
                <c:pt idx="1302">
                  <c:v>0.007159334931</c:v>
                </c:pt>
                <c:pt idx="1303">
                  <c:v>0.00713677131799</c:v>
                </c:pt>
                <c:pt idx="1304">
                  <c:v>0.00711431740614</c:v>
                </c:pt>
                <c:pt idx="1305">
                  <c:v>0.00709197246554</c:v>
                </c:pt>
                <c:pt idx="1306">
                  <c:v>0.00706973577234</c:v>
                </c:pt>
                <c:pt idx="1307">
                  <c:v>0.00704760660875</c:v>
                </c:pt>
                <c:pt idx="1308">
                  <c:v>0.00702558426295</c:v>
                </c:pt>
                <c:pt idx="1309">
                  <c:v>0.00700366802904</c:v>
                </c:pt>
                <c:pt idx="1310">
                  <c:v>0.00698185720695</c:v>
                </c:pt>
                <c:pt idx="1311">
                  <c:v>0.00696015110244</c:v>
                </c:pt>
                <c:pt idx="1312">
                  <c:v>0.00693854902699</c:v>
                </c:pt>
                <c:pt idx="1313">
                  <c:v>0.00691705029774</c:v>
                </c:pt>
                <c:pt idx="1314">
                  <c:v>0.00689565423747</c:v>
                </c:pt>
                <c:pt idx="1315">
                  <c:v>0.00687436017454</c:v>
                </c:pt>
                <c:pt idx="1316">
                  <c:v>0.00685316744278</c:v>
                </c:pt>
                <c:pt idx="1317">
                  <c:v>0.0068320753815</c:v>
                </c:pt>
                <c:pt idx="1318">
                  <c:v>0.0068110833354</c:v>
                </c:pt>
                <c:pt idx="1319">
                  <c:v>0.00679019065452</c:v>
                </c:pt>
                <c:pt idx="1320">
                  <c:v>0.00676939669419</c:v>
                </c:pt>
                <c:pt idx="1321">
                  <c:v>0.006748700815</c:v>
                </c:pt>
                <c:pt idx="1322">
                  <c:v>0.00672810238269</c:v>
                </c:pt>
                <c:pt idx="1323">
                  <c:v>0.00670760076817</c:v>
                </c:pt>
                <c:pt idx="1324">
                  <c:v>0.00668719534739</c:v>
                </c:pt>
                <c:pt idx="1325">
                  <c:v>0.00666688550137</c:v>
                </c:pt>
                <c:pt idx="1326">
                  <c:v>0.00664667061609</c:v>
                </c:pt>
                <c:pt idx="1327">
                  <c:v>0.00662655008247</c:v>
                </c:pt>
                <c:pt idx="1328">
                  <c:v>0.00660652329633</c:v>
                </c:pt>
                <c:pt idx="1329">
                  <c:v>0.0065865896583</c:v>
                </c:pt>
                <c:pt idx="1330">
                  <c:v>0.0065667485738</c:v>
                </c:pt>
                <c:pt idx="1331">
                  <c:v>0.00654699945301</c:v>
                </c:pt>
                <c:pt idx="1332">
                  <c:v>0.00652734171079</c:v>
                </c:pt>
                <c:pt idx="1333">
                  <c:v>0.00650777476666</c:v>
                </c:pt>
                <c:pt idx="1334">
                  <c:v>0.00648829804472</c:v>
                </c:pt>
                <c:pt idx="1335">
                  <c:v>0.00646891097365</c:v>
                </c:pt>
                <c:pt idx="1336">
                  <c:v>0.00644961298664</c:v>
                </c:pt>
                <c:pt idx="1337">
                  <c:v>0.00643040352133</c:v>
                </c:pt>
                <c:pt idx="1338">
                  <c:v>0.00641128201981</c:v>
                </c:pt>
                <c:pt idx="1339">
                  <c:v>0.00639224792854</c:v>
                </c:pt>
                <c:pt idx="1340">
                  <c:v>0.00637330069831</c:v>
                </c:pt>
                <c:pt idx="1341">
                  <c:v>0.00635443978423</c:v>
                </c:pt>
                <c:pt idx="1342">
                  <c:v>0.00633566464565</c:v>
                </c:pt>
                <c:pt idx="1343">
                  <c:v>0.00631697474614</c:v>
                </c:pt>
                <c:pt idx="1344">
                  <c:v>0.00629836955344</c:v>
                </c:pt>
                <c:pt idx="1345">
                  <c:v>0.00627984853942</c:v>
                </c:pt>
                <c:pt idx="1346">
                  <c:v>0.00626141118006</c:v>
                </c:pt>
                <c:pt idx="1347">
                  <c:v>0.00624305695538</c:v>
                </c:pt>
                <c:pt idx="1348">
                  <c:v>0.00622478534941</c:v>
                </c:pt>
                <c:pt idx="1349">
                  <c:v>0.00620659585018</c:v>
                </c:pt>
                <c:pt idx="1350">
                  <c:v>0.00618848794963</c:v>
                </c:pt>
                <c:pt idx="1351">
                  <c:v>0.00617046114362</c:v>
                </c:pt>
                <c:pt idx="1352">
                  <c:v>0.00615251493187</c:v>
                </c:pt>
                <c:pt idx="1353">
                  <c:v>0.00613464881793</c:v>
                </c:pt>
                <c:pt idx="1354">
                  <c:v>0.00611686230912</c:v>
                </c:pt>
                <c:pt idx="1355">
                  <c:v>0.00609915491654</c:v>
                </c:pt>
                <c:pt idx="1356">
                  <c:v>0.006081526155</c:v>
                </c:pt>
                <c:pt idx="1357">
                  <c:v>0.00606397554298</c:v>
                </c:pt>
                <c:pt idx="1358">
                  <c:v>0.00604650260263</c:v>
                </c:pt>
                <c:pt idx="1359">
                  <c:v>0.00602910685969</c:v>
                </c:pt>
                <c:pt idx="1360">
                  <c:v>0.0060117878435</c:v>
                </c:pt>
                <c:pt idx="1361">
                  <c:v>0.00599454508695</c:v>
                </c:pt>
                <c:pt idx="1362">
                  <c:v>0.00597737812641</c:v>
                </c:pt>
                <c:pt idx="1363">
                  <c:v>0.00596028650176</c:v>
                </c:pt>
                <c:pt idx="1364">
                  <c:v>0.00594326975632</c:v>
                </c:pt>
                <c:pt idx="1365">
                  <c:v>0.00592632743682</c:v>
                </c:pt>
                <c:pt idx="1366">
                  <c:v>0.00590945909337</c:v>
                </c:pt>
                <c:pt idx="1367">
                  <c:v>0.00589266427945</c:v>
                </c:pt>
                <c:pt idx="1368">
                  <c:v>0.00587594255183</c:v>
                </c:pt>
                <c:pt idx="1369">
                  <c:v>0.00585929347059</c:v>
                </c:pt>
                <c:pt idx="1370">
                  <c:v>0.00584271659907</c:v>
                </c:pt>
                <c:pt idx="1371">
                  <c:v>0.00582621150382</c:v>
                </c:pt>
                <c:pt idx="1372">
                  <c:v>0.00580977775461</c:v>
                </c:pt>
                <c:pt idx="1373">
                  <c:v>0.00579341492437</c:v>
                </c:pt>
                <c:pt idx="1374">
                  <c:v>0.00577712258917</c:v>
                </c:pt>
                <c:pt idx="1375">
                  <c:v>0.00576090032819</c:v>
                </c:pt>
                <c:pt idx="1376">
                  <c:v>0.00574474772369</c:v>
                </c:pt>
                <c:pt idx="1377">
                  <c:v>0.00572866436099</c:v>
                </c:pt>
                <c:pt idx="1378">
                  <c:v>0.00571264982844</c:v>
                </c:pt>
                <c:pt idx="1379">
                  <c:v>0.00569670371737</c:v>
                </c:pt>
                <c:pt idx="1380">
                  <c:v>0.00568082562211</c:v>
                </c:pt>
                <c:pt idx="1381">
                  <c:v>0.00566501513992</c:v>
                </c:pt>
                <c:pt idx="1382">
                  <c:v>0.00564927187098</c:v>
                </c:pt>
                <c:pt idx="1383">
                  <c:v>0.00563359541836</c:v>
                </c:pt>
                <c:pt idx="1384">
                  <c:v>0.00561798538799</c:v>
                </c:pt>
                <c:pt idx="1385">
                  <c:v>0.00560244138866</c:v>
                </c:pt>
                <c:pt idx="1386">
                  <c:v>0.00558696303196</c:v>
                </c:pt>
                <c:pt idx="1387">
                  <c:v>0.00557154993228</c:v>
                </c:pt>
                <c:pt idx="1388">
                  <c:v>0.00555620170677</c:v>
                </c:pt>
                <c:pt idx="1389">
                  <c:v>0.00554091797531</c:v>
                </c:pt>
                <c:pt idx="1390">
                  <c:v>0.00552569836053</c:v>
                </c:pt>
                <c:pt idx="1391">
                  <c:v>0.00551054248773</c:v>
                </c:pt>
                <c:pt idx="1392">
                  <c:v>0.00549544998487</c:v>
                </c:pt>
                <c:pt idx="1393">
                  <c:v>0.00548042048259</c:v>
                </c:pt>
                <c:pt idx="1394">
                  <c:v>0.00546545361412</c:v>
                </c:pt>
                <c:pt idx="1395">
                  <c:v>0.00545054901531</c:v>
                </c:pt>
                <c:pt idx="1396">
                  <c:v>0.0054357063246</c:v>
                </c:pt>
                <c:pt idx="1397">
                  <c:v>0.00542092518297</c:v>
                </c:pt>
                <c:pt idx="1398">
                  <c:v>0.00540620523393</c:v>
                </c:pt>
                <c:pt idx="1399">
                  <c:v>0.00539154612353</c:v>
                </c:pt>
                <c:pt idx="1400">
                  <c:v>0.0053769475003</c:v>
                </c:pt>
                <c:pt idx="1401">
                  <c:v>0.00536240901523</c:v>
                </c:pt>
                <c:pt idx="1402">
                  <c:v>0.00534793032178</c:v>
                </c:pt>
                <c:pt idx="1403">
                  <c:v>0.00533351107585</c:v>
                </c:pt>
                <c:pt idx="1404">
                  <c:v>0.00531915093573</c:v>
                </c:pt>
                <c:pt idx="1405">
                  <c:v>0.00530484956212</c:v>
                </c:pt>
                <c:pt idx="1406">
                  <c:v>0.00529060661809</c:v>
                </c:pt>
                <c:pt idx="1407">
                  <c:v>0.00527642176907</c:v>
                </c:pt>
                <c:pt idx="1408">
                  <c:v>0.00526229468281</c:v>
                </c:pt>
                <c:pt idx="1409">
                  <c:v>0.00524822502941</c:v>
                </c:pt>
                <c:pt idx="1410">
                  <c:v>0.00523421248124</c:v>
                </c:pt>
                <c:pt idx="1411">
                  <c:v>0.00522025671296</c:v>
                </c:pt>
                <c:pt idx="1412">
                  <c:v>0.00520635740153</c:v>
                </c:pt>
                <c:pt idx="1413">
                  <c:v>0.0051925142261</c:v>
                </c:pt>
                <c:pt idx="1414">
                  <c:v>0.00517872686811</c:v>
                </c:pt>
                <c:pt idx="1415">
                  <c:v>0.00516499501118</c:v>
                </c:pt>
                <c:pt idx="1416">
                  <c:v>0.00515131834114</c:v>
                </c:pt>
                <c:pt idx="1417">
                  <c:v>0.00513769654602</c:v>
                </c:pt>
                <c:pt idx="1418">
                  <c:v>0.00512412931599</c:v>
                </c:pt>
                <c:pt idx="1419">
                  <c:v>0.00511061634341</c:v>
                </c:pt>
                <c:pt idx="1420">
                  <c:v>0.00509715732275</c:v>
                </c:pt>
                <c:pt idx="1421">
                  <c:v>0.00508375195062</c:v>
                </c:pt>
                <c:pt idx="1422">
                  <c:v>0.00507039992573</c:v>
                </c:pt>
                <c:pt idx="1423">
                  <c:v>0.00505710094892</c:v>
                </c:pt>
                <c:pt idx="1424">
                  <c:v>0.00504385472308</c:v>
                </c:pt>
                <c:pt idx="1425">
                  <c:v>0.00503066095318</c:v>
                </c:pt>
                <c:pt idx="1426">
                  <c:v>0.00501751934625</c:v>
                </c:pt>
                <c:pt idx="1427">
                  <c:v>0.00500442961139</c:v>
                </c:pt>
                <c:pt idx="1428">
                  <c:v>0.00499139145969</c:v>
                </c:pt>
                <c:pt idx="1429">
                  <c:v>0.0049784046043</c:v>
                </c:pt>
                <c:pt idx="1430">
                  <c:v>0.00496546876038</c:v>
                </c:pt>
                <c:pt idx="1431">
                  <c:v>0.00495258364506</c:v>
                </c:pt>
                <c:pt idx="1432">
                  <c:v>0.00493974897749</c:v>
                </c:pt>
                <c:pt idx="1433">
                  <c:v>0.00492696447879</c:v>
                </c:pt>
                <c:pt idx="1434">
                  <c:v>0.00491422987205</c:v>
                </c:pt>
                <c:pt idx="1435">
                  <c:v>0.00490154488232</c:v>
                </c:pt>
                <c:pt idx="1436">
                  <c:v>0.0048889092366</c:v>
                </c:pt>
                <c:pt idx="1437">
                  <c:v>0.00487632266383</c:v>
                </c:pt>
                <c:pt idx="1438">
                  <c:v>0.00486378489489</c:v>
                </c:pt>
                <c:pt idx="1439">
                  <c:v>0.00485129566257</c:v>
                </c:pt>
                <c:pt idx="1440">
                  <c:v>0.00483885470158</c:v>
                </c:pt>
                <c:pt idx="1441">
                  <c:v>0.00482646174856</c:v>
                </c:pt>
                <c:pt idx="1442">
                  <c:v>0.00481411654203</c:v>
                </c:pt>
                <c:pt idx="1443">
                  <c:v>0.00480181882239</c:v>
                </c:pt>
                <c:pt idx="1444">
                  <c:v>0.00478956833196</c:v>
                </c:pt>
                <c:pt idx="1445">
                  <c:v>0.00477736481492</c:v>
                </c:pt>
                <c:pt idx="1446">
                  <c:v>0.00476520801731</c:v>
                </c:pt>
                <c:pt idx="1447">
                  <c:v>0.00475309768707</c:v>
                </c:pt>
                <c:pt idx="1448">
                  <c:v>0.00474103357398</c:v>
                </c:pt>
                <c:pt idx="1449">
                  <c:v>0.00472901542966</c:v>
                </c:pt>
                <c:pt idx="1450">
                  <c:v>0.00471704300761</c:v>
                </c:pt>
                <c:pt idx="1451">
                  <c:v>0.00470511606316</c:v>
                </c:pt>
                <c:pt idx="1452">
                  <c:v>0.00469323435347</c:v>
                </c:pt>
                <c:pt idx="1453">
                  <c:v>0.00468139763754</c:v>
                </c:pt>
                <c:pt idx="1454">
                  <c:v>0.0046696056762</c:v>
                </c:pt>
                <c:pt idx="1455">
                  <c:v>0.00465785823211</c:v>
                </c:pt>
                <c:pt idx="1456">
                  <c:v>0.00464615506972</c:v>
                </c:pt>
                <c:pt idx="1457">
                  <c:v>0.00463449595532</c:v>
                </c:pt>
                <c:pt idx="1458">
                  <c:v>0.00462288065702</c:v>
                </c:pt>
                <c:pt idx="1459">
                  <c:v>0.00461130894469</c:v>
                </c:pt>
                <c:pt idx="1460">
                  <c:v>0.00459978059003</c:v>
                </c:pt>
                <c:pt idx="1461">
                  <c:v>0.00458829536654</c:v>
                </c:pt>
                <c:pt idx="1462">
                  <c:v>0.0045768530495</c:v>
                </c:pt>
                <c:pt idx="1463">
                  <c:v>0.00456545341596</c:v>
                </c:pt>
                <c:pt idx="1464">
                  <c:v>0.00455409624479</c:v>
                </c:pt>
                <c:pt idx="1465">
                  <c:v>0.00454278131659</c:v>
                </c:pt>
                <c:pt idx="1466">
                  <c:v>0.00453150841376</c:v>
                </c:pt>
                <c:pt idx="1467">
                  <c:v>0.00452027732045</c:v>
                </c:pt>
                <c:pt idx="1468">
                  <c:v>0.00450908782259</c:v>
                </c:pt>
                <c:pt idx="1469">
                  <c:v>0.00449793970783</c:v>
                </c:pt>
                <c:pt idx="1470">
                  <c:v>0.00448683276561</c:v>
                </c:pt>
                <c:pt idx="1471">
                  <c:v>0.00447576678707</c:v>
                </c:pt>
                <c:pt idx="1472">
                  <c:v>0.00446474156512</c:v>
                </c:pt>
                <c:pt idx="1473">
                  <c:v>0.00445375689437</c:v>
                </c:pt>
                <c:pt idx="1474">
                  <c:v>0.00444281257117</c:v>
                </c:pt>
                <c:pt idx="1475">
                  <c:v>0.00443190839356</c:v>
                </c:pt>
                <c:pt idx="1476">
                  <c:v>0.00442104416131</c:v>
                </c:pt>
                <c:pt idx="1477">
                  <c:v>0.00441021967587</c:v>
                </c:pt>
                <c:pt idx="1478">
                  <c:v>0.00439943474038</c:v>
                </c:pt>
                <c:pt idx="1479">
                  <c:v>0.00438868915966</c:v>
                </c:pt>
                <c:pt idx="1480">
                  <c:v>0.0043779827402</c:v>
                </c:pt>
                <c:pt idx="1481">
                  <c:v>0.00436731529013</c:v>
                </c:pt>
                <c:pt idx="1482">
                  <c:v>0.00435668661923</c:v>
                </c:pt>
                <c:pt idx="1483">
                  <c:v>0.00434609653892</c:v>
                </c:pt>
                <c:pt idx="1484">
                  <c:v>0.00433554486224</c:v>
                </c:pt>
                <c:pt idx="1485">
                  <c:v>0.00432503140383</c:v>
                </c:pt>
                <c:pt idx="1486">
                  <c:v>0.00431455597993</c:v>
                </c:pt>
                <c:pt idx="1487">
                  <c:v>0.00430411840834</c:v>
                </c:pt>
                <c:pt idx="1488">
                  <c:v>0.00429371850845</c:v>
                </c:pt>
                <c:pt idx="1489">
                  <c:v>0.00428335610118</c:v>
                </c:pt>
                <c:pt idx="1490">
                  <c:v>0.00427303100898</c:v>
                </c:pt>
                <c:pt idx="1491">
                  <c:v>0.00426274305582</c:v>
                </c:pt>
                <c:pt idx="1492">
                  <c:v>0.00425249206717</c:v>
                </c:pt>
                <c:pt idx="1493">
                  <c:v>0.00424227786997</c:v>
                </c:pt>
                <c:pt idx="1494">
                  <c:v>0.00423210029262</c:v>
                </c:pt>
                <c:pt idx="1495">
                  <c:v>0.00422195916496</c:v>
                </c:pt>
                <c:pt idx="1496">
                  <c:v>0.00421185431825</c:v>
                </c:pt>
                <c:pt idx="1497">
                  <c:v>0.00420178558514</c:v>
                </c:pt>
                <c:pt idx="1498">
                  <c:v>0.00419175279968</c:v>
                </c:pt>
                <c:pt idx="1499">
                  <c:v>0.00418175579724</c:v>
                </c:pt>
                <c:pt idx="1500">
                  <c:v>0.00417179441455</c:v>
                </c:pt>
                <c:pt idx="1501">
                  <c:v>0.00416186848964</c:v>
                </c:pt>
                <c:pt idx="1502">
                  <c:v>0.00415197786182</c:v>
                </c:pt>
                <c:pt idx="1503">
                  <c:v>0.00414212237167</c:v>
                </c:pt>
                <c:pt idx="1504">
                  <c:v>0.00413230186102</c:v>
                </c:pt>
                <c:pt idx="1505">
                  <c:v>0.00412251617288</c:v>
                </c:pt>
                <c:pt idx="1506">
                  <c:v>0.00411276515149</c:v>
                </c:pt>
                <c:pt idx="1507">
                  <c:v>0.00410304864223</c:v>
                </c:pt>
                <c:pt idx="1508">
                  <c:v>0.00409336649161</c:v>
                </c:pt>
                <c:pt idx="1509">
                  <c:v>0.00408371854729</c:v>
                </c:pt>
                <c:pt idx="1510">
                  <c:v>0.004074104658</c:v>
                </c:pt>
                <c:pt idx="1511">
                  <c:v>0.00406452467351</c:v>
                </c:pt>
                <c:pt idx="1512">
                  <c:v>0.00405497844468</c:v>
                </c:pt>
                <c:pt idx="1513">
                  <c:v>0.00404546582333</c:v>
                </c:pt>
                <c:pt idx="1514">
                  <c:v>0.00403598666232</c:v>
                </c:pt>
                <c:pt idx="1515">
                  <c:v>0.00402654081543</c:v>
                </c:pt>
                <c:pt idx="1516">
                  <c:v>0.0040171281374</c:v>
                </c:pt>
                <c:pt idx="1517">
                  <c:v>0.00400774848389</c:v>
                </c:pt>
                <c:pt idx="1518">
                  <c:v>0.00399840171145</c:v>
                </c:pt>
                <c:pt idx="1519">
                  <c:v>0.00398908767749</c:v>
                </c:pt>
                <c:pt idx="1520">
                  <c:v>0.00397980624025</c:v>
                </c:pt>
                <c:pt idx="1521">
                  <c:v>0.00397055725884</c:v>
                </c:pt>
                <c:pt idx="1522">
                  <c:v>0.00396134059311</c:v>
                </c:pt>
                <c:pt idx="1523">
                  <c:v>0.00395215610374</c:v>
                </c:pt>
                <c:pt idx="1524">
                  <c:v>0.00394300365215</c:v>
                </c:pt>
                <c:pt idx="1525">
                  <c:v>0.00393388310047</c:v>
                </c:pt>
                <c:pt idx="1526">
                  <c:v>0.0039247943116</c:v>
                </c:pt>
                <c:pt idx="1527">
                  <c:v>0.00391573714909</c:v>
                </c:pt>
                <c:pt idx="1528">
                  <c:v>0.00390671147721</c:v>
                </c:pt>
                <c:pt idx="1529">
                  <c:v>0.00389771716086</c:v>
                </c:pt>
                <c:pt idx="1530">
                  <c:v>0.00388875406563</c:v>
                </c:pt>
                <c:pt idx="1531">
                  <c:v>0.00387982205769</c:v>
                </c:pt>
                <c:pt idx="1532">
                  <c:v>0.00387092100388</c:v>
                </c:pt>
                <c:pt idx="1533">
                  <c:v>0.0038620507716</c:v>
                </c:pt>
                <c:pt idx="1534">
                  <c:v>0.00385321122886</c:v>
                </c:pt>
                <c:pt idx="1535">
                  <c:v>0.00384440224425</c:v>
                </c:pt>
                <c:pt idx="1536">
                  <c:v>0.00383562368692</c:v>
                </c:pt>
                <c:pt idx="1537">
                  <c:v>0.00382687542657</c:v>
                </c:pt>
                <c:pt idx="1538">
                  <c:v>0.00381815733347</c:v>
                </c:pt>
                <c:pt idx="1539">
                  <c:v>0.0038094692784</c:v>
                </c:pt>
                <c:pt idx="1540">
                  <c:v>0.00380081113268</c:v>
                </c:pt>
                <c:pt idx="1541">
                  <c:v>0.00379218276816</c:v>
                </c:pt>
                <c:pt idx="1542">
                  <c:v>0.0037835840572</c:v>
                </c:pt>
                <c:pt idx="1543">
                  <c:v>0.00377501487266</c:v>
                </c:pt>
                <c:pt idx="1544">
                  <c:v>0.00376647508792</c:v>
                </c:pt>
                <c:pt idx="1545">
                  <c:v>0.00375796457686</c:v>
                </c:pt>
                <c:pt idx="1546">
                  <c:v>0.00374948321385</c:v>
                </c:pt>
                <c:pt idx="1547">
                  <c:v>0.00374103087376</c:v>
                </c:pt>
                <c:pt idx="1548">
                  <c:v>0.00373260743196</c:v>
                </c:pt>
                <c:pt idx="1549">
                  <c:v>0.0037242127643</c:v>
                </c:pt>
                <c:pt idx="1550">
                  <c:v>0.00371584674714</c:v>
                </c:pt>
                <c:pt idx="1551">
                  <c:v>0.00370750925731</c:v>
                </c:pt>
                <c:pt idx="1552">
                  <c:v>0.00369920017214</c:v>
                </c:pt>
                <c:pt idx="1553">
                  <c:v>0.00369091936946</c:v>
                </c:pt>
                <c:pt idx="1554">
                  <c:v>0.00368266672759</c:v>
                </c:pt>
                <c:pt idx="1555">
                  <c:v>0.00367444212534</c:v>
                </c:pt>
                <c:pt idx="1556">
                  <c:v>0.00366624544202</c:v>
                </c:pt>
                <c:pt idx="1557">
                  <c:v>0.00365807655745</c:v>
                </c:pt>
                <c:pt idx="1558">
                  <c:v>0.00364993535193</c:v>
                </c:pt>
                <c:pt idx="1559">
                  <c:v>0.0036418217063</c:v>
                </c:pt>
                <c:pt idx="1560">
                  <c:v>0.00363373550188</c:v>
                </c:pt>
                <c:pt idx="1561">
                  <c:v>0.00362567662051</c:v>
                </c:pt>
                <c:pt idx="1562">
                  <c:v>0.00361764494455</c:v>
                </c:pt>
                <c:pt idx="1563">
                  <c:v>0.00360964035687</c:v>
                </c:pt>
                <c:pt idx="1564">
                  <c:v>0.00360166274088</c:v>
                </c:pt>
                <c:pt idx="1565">
                  <c:v>0.0035937119805</c:v>
                </c:pt>
                <c:pt idx="1566">
                  <c:v>0.00358578796018</c:v>
                </c:pt>
                <c:pt idx="1567">
                  <c:v>0.00357789056492</c:v>
                </c:pt>
                <c:pt idx="1568">
                  <c:v>0.00357001968025</c:v>
                </c:pt>
                <c:pt idx="1569">
                  <c:v>0.00356217519222</c:v>
                </c:pt>
                <c:pt idx="1570">
                  <c:v>0.00355435698746</c:v>
                </c:pt>
                <c:pt idx="1571">
                  <c:v>0.00354656495312</c:v>
                </c:pt>
                <c:pt idx="1572">
                  <c:v>0.00353879897691</c:v>
                </c:pt>
                <c:pt idx="1573">
                  <c:v>0.00353105894709</c:v>
                </c:pt>
                <c:pt idx="1574">
                  <c:v>0.00352334475248</c:v>
                </c:pt>
                <c:pt idx="1575">
                  <c:v>0.00351565628245</c:v>
                </c:pt>
                <c:pt idx="1576">
                  <c:v>0.00350799342695</c:v>
                </c:pt>
                <c:pt idx="1577">
                  <c:v>0.00350035607645</c:v>
                </c:pt>
                <c:pt idx="1578">
                  <c:v>0.00349274412203</c:v>
                </c:pt>
                <c:pt idx="1579">
                  <c:v>0.00348515745529</c:v>
                </c:pt>
                <c:pt idx="1580">
                  <c:v>0.00347759596844</c:v>
                </c:pt>
                <c:pt idx="1581">
                  <c:v>0.00347005955422</c:v>
                </c:pt>
                <c:pt idx="1582">
                  <c:v>0.00346254810594</c:v>
                </c:pt>
                <c:pt idx="1583">
                  <c:v>0.0034550615175</c:v>
                </c:pt>
                <c:pt idx="1584">
                  <c:v>0.00344759968332</c:v>
                </c:pt>
                <c:pt idx="1585">
                  <c:v>0.00344016249843</c:v>
                </c:pt>
                <c:pt idx="1586">
                  <c:v>0.0034327498584</c:v>
                </c:pt>
                <c:pt idx="1587">
                  <c:v>0.00342536165935</c:v>
                </c:pt>
                <c:pt idx="1588">
                  <c:v>0.00341799779798</c:v>
                </c:pt>
                <c:pt idx="1589">
                  <c:v>0.00341065817153</c:v>
                </c:pt>
                <c:pt idx="1590">
                  <c:v>0.00340334267781</c:v>
                </c:pt>
                <c:pt idx="1591">
                  <c:v>0.00339605121517</c:v>
                </c:pt>
                <c:pt idx="1592">
                  <c:v>0.00338878368251</c:v>
                </c:pt>
                <c:pt idx="1593">
                  <c:v>0.00338153997927</c:v>
                </c:pt>
                <c:pt idx="1594">
                  <c:v>0.00337432000544</c:v>
                </c:pt>
                <c:pt idx="1595">
                  <c:v>0.00336712366154</c:v>
                </c:pt>
                <c:pt idx="1596">
                  <c:v>0.00335995084862</c:v>
                </c:pt>
                <c:pt idx="1597">
                  <c:v>0.00335280146827</c:v>
                </c:pt>
                <c:pt idx="1598">
                  <c:v>0.0033456754226</c:v>
                </c:pt>
                <c:pt idx="1599">
                  <c:v>0.00333857261423</c:v>
                </c:pt>
                <c:pt idx="1600">
                  <c:v>0.00333149294629</c:v>
                </c:pt>
                <c:pt idx="1601">
                  <c:v>0.00332443632243</c:v>
                </c:pt>
                <c:pt idx="1602">
                  <c:v>0.00331740264681</c:v>
                </c:pt>
                <c:pt idx="1603">
                  <c:v>0.00331039182407</c:v>
                </c:pt>
                <c:pt idx="1604">
                  <c:v>0.00330340375935</c:v>
                </c:pt>
                <c:pt idx="1605">
                  <c:v>0.00329643835827</c:v>
                </c:pt>
                <c:pt idx="1606">
                  <c:v>0.00328949552695</c:v>
                </c:pt>
                <c:pt idx="1607">
                  <c:v>0.00328257517196</c:v>
                </c:pt>
                <c:pt idx="1608">
                  <c:v>0.00327567720035</c:v>
                </c:pt>
                <c:pt idx="1609">
                  <c:v>0.00326880151963</c:v>
                </c:pt>
                <c:pt idx="1610">
                  <c:v>0.00326194803779</c:v>
                </c:pt>
                <c:pt idx="1611">
                  <c:v>0.00325511666324</c:v>
                </c:pt>
                <c:pt idx="1612">
                  <c:v>0.00324830730485</c:v>
                </c:pt>
                <c:pt idx="1613">
                  <c:v>0.00324151987193</c:v>
                </c:pt>
                <c:pt idx="1614">
                  <c:v>0.00323475427423</c:v>
                </c:pt>
                <c:pt idx="1615">
                  <c:v>0.00322801042193</c:v>
                </c:pt>
                <c:pt idx="1616">
                  <c:v>0.00322128822561</c:v>
                </c:pt>
                <c:pt idx="1617">
                  <c:v>0.00321458759631</c:v>
                </c:pt>
                <c:pt idx="1618">
                  <c:v>0.00320790844545</c:v>
                </c:pt>
                <c:pt idx="1619">
                  <c:v>0.00320125068487</c:v>
                </c:pt>
                <c:pt idx="1620">
                  <c:v>0.00319461422682</c:v>
                </c:pt>
                <c:pt idx="1621">
                  <c:v>0.00318799898394</c:v>
                </c:pt>
                <c:pt idx="1622">
                  <c:v>0.00318140486927</c:v>
                </c:pt>
                <c:pt idx="1623">
                  <c:v>0.00317483179623</c:v>
                </c:pt>
                <c:pt idx="1624">
                  <c:v>0.00316827967864</c:v>
                </c:pt>
                <c:pt idx="1625">
                  <c:v>0.0031617484307</c:v>
                </c:pt>
                <c:pt idx="1626">
                  <c:v>0.00315523796697</c:v>
                </c:pt>
                <c:pt idx="1627">
                  <c:v>0.0031487482024</c:v>
                </c:pt>
                <c:pt idx="1628">
                  <c:v>0.00314227905232</c:v>
                </c:pt>
                <c:pt idx="1629">
                  <c:v>0.0031358304324</c:v>
                </c:pt>
                <c:pt idx="1630">
                  <c:v>0.00312940225869</c:v>
                </c:pt>
                <c:pt idx="1631">
                  <c:v>0.0031229944476</c:v>
                </c:pt>
                <c:pt idx="1632">
                  <c:v>0.00311660691589</c:v>
                </c:pt>
                <c:pt idx="1633">
                  <c:v>0.00311023958069</c:v>
                </c:pt>
                <c:pt idx="1634">
                  <c:v>0.00310389235946</c:v>
                </c:pt>
                <c:pt idx="1635">
                  <c:v>0.00309756517003</c:v>
                </c:pt>
                <c:pt idx="1636">
                  <c:v>0.00309125793058</c:v>
                </c:pt>
                <c:pt idx="1637">
                  <c:v>0.00308497055961</c:v>
                </c:pt>
                <c:pt idx="1638">
                  <c:v>0.00307870297598</c:v>
                </c:pt>
                <c:pt idx="1639">
                  <c:v>0.00307245509889</c:v>
                </c:pt>
                <c:pt idx="1640">
                  <c:v>0.0030662268479</c:v>
                </c:pt>
                <c:pt idx="1641">
                  <c:v>0.00306001814287</c:v>
                </c:pt>
                <c:pt idx="1642">
                  <c:v>0.00305382890402</c:v>
                </c:pt>
                <c:pt idx="1643">
                  <c:v>0.0030476590519</c:v>
                </c:pt>
                <c:pt idx="1644">
                  <c:v>0.00304150850741</c:v>
                </c:pt>
                <c:pt idx="1645">
                  <c:v>0.00303537719175</c:v>
                </c:pt>
                <c:pt idx="1646">
                  <c:v>0.00302926502649</c:v>
                </c:pt>
                <c:pt idx="1647">
                  <c:v>0.00302317193352</c:v>
                </c:pt>
                <c:pt idx="1648">
                  <c:v>0.00301709783503</c:v>
                </c:pt>
                <c:pt idx="1649">
                  <c:v>0.00301104265358</c:v>
                </c:pt>
                <c:pt idx="1650">
                  <c:v>0.00300500631205</c:v>
                </c:pt>
                <c:pt idx="1651">
                  <c:v>0.00299898873364</c:v>
                </c:pt>
                <c:pt idx="1652">
                  <c:v>0.00299298984188</c:v>
                </c:pt>
                <c:pt idx="1653">
                  <c:v>0.00298700956063</c:v>
                </c:pt>
                <c:pt idx="1654">
                  <c:v>0.00298104781408</c:v>
                </c:pt>
                <c:pt idx="1655">
                  <c:v>0.00297510452674</c:v>
                </c:pt>
                <c:pt idx="1656">
                  <c:v>0.00296917962345</c:v>
                </c:pt>
                <c:pt idx="1657">
                  <c:v>0.00296327302939</c:v>
                </c:pt>
                <c:pt idx="1658">
                  <c:v>0.00295738467004</c:v>
                </c:pt>
                <c:pt idx="1659">
                  <c:v>0.00295151447123</c:v>
                </c:pt>
                <c:pt idx="1660">
                  <c:v>0.00294566235911</c:v>
                </c:pt>
                <c:pt idx="1661">
                  <c:v>0.00293982826015</c:v>
                </c:pt>
                <c:pt idx="1662">
                  <c:v>0.00293401210114</c:v>
                </c:pt>
                <c:pt idx="1663">
                  <c:v>0.00292821380921</c:v>
                </c:pt>
                <c:pt idx="1664">
                  <c:v>0.00292243331181</c:v>
                </c:pt>
                <c:pt idx="1665">
                  <c:v>0.00291667053671</c:v>
                </c:pt>
                <c:pt idx="1666">
                  <c:v>0.00291092541202</c:v>
                </c:pt>
                <c:pt idx="1667">
                  <c:v>0.00290519786616</c:v>
                </c:pt>
                <c:pt idx="1668">
                  <c:v>0.00289948782788</c:v>
                </c:pt>
                <c:pt idx="1669">
                  <c:v>0.00289379522626</c:v>
                </c:pt>
                <c:pt idx="1670">
                  <c:v>0.00288811999069</c:v>
                </c:pt>
                <c:pt idx="1671">
                  <c:v>0.00288246205091</c:v>
                </c:pt>
                <c:pt idx="1672">
                  <c:v>0.00287682133697</c:v>
                </c:pt>
                <c:pt idx="1673">
                  <c:v>0.00287119777923</c:v>
                </c:pt>
                <c:pt idx="1674">
                  <c:v>0.0028655913084</c:v>
                </c:pt>
                <c:pt idx="1675">
                  <c:v>0.00286000185551</c:v>
                </c:pt>
                <c:pt idx="1676">
                  <c:v>0.00285442935191</c:v>
                </c:pt>
                <c:pt idx="1677">
                  <c:v>0.00284887372926</c:v>
                </c:pt>
                <c:pt idx="1678">
                  <c:v>0.00284333491956</c:v>
                </c:pt>
                <c:pt idx="1679">
                  <c:v>0.00283781285515</c:v>
                </c:pt>
                <c:pt idx="1680">
                  <c:v>0.00283230746865</c:v>
                </c:pt>
                <c:pt idx="1681">
                  <c:v>0.00282681869305</c:v>
                </c:pt>
                <c:pt idx="1682">
                  <c:v>0.00282134646164</c:v>
                </c:pt>
                <c:pt idx="1683">
                  <c:v>0.00281589070802</c:v>
                </c:pt>
                <c:pt idx="1684">
                  <c:v>0.00281045136614</c:v>
                </c:pt>
                <c:pt idx="1685">
                  <c:v>0.00280502837026</c:v>
                </c:pt>
                <c:pt idx="1686">
                  <c:v>0.00279962165496</c:v>
                </c:pt>
                <c:pt idx="1687">
                  <c:v>0.00279423115515</c:v>
                </c:pt>
                <c:pt idx="1688">
                  <c:v>0.00278885680606</c:v>
                </c:pt>
                <c:pt idx="1689">
                  <c:v>0.00278349854322</c:v>
                </c:pt>
                <c:pt idx="1690">
                  <c:v>0.00277815630253</c:v>
                </c:pt>
                <c:pt idx="1691">
                  <c:v>0.00277283002015</c:v>
                </c:pt>
                <c:pt idx="1692">
                  <c:v>0.00276751963261</c:v>
                </c:pt>
                <c:pt idx="1693">
                  <c:v>0.00276222507672</c:v>
                </c:pt>
                <c:pt idx="1694">
                  <c:v>0.00275694628965</c:v>
                </c:pt>
                <c:pt idx="1695">
                  <c:v>0.00275168320886</c:v>
                </c:pt>
                <c:pt idx="1696">
                  <c:v>0.00274643577213</c:v>
                </c:pt>
                <c:pt idx="1697">
                  <c:v>0.00274120391757</c:v>
                </c:pt>
                <c:pt idx="1698">
                  <c:v>0.00273598758359</c:v>
                </c:pt>
                <c:pt idx="1699">
                  <c:v>0.00273078670894</c:v>
                </c:pt>
                <c:pt idx="1700">
                  <c:v>0.00272560123267</c:v>
                </c:pt>
                <c:pt idx="1701">
                  <c:v>0.00272043109415</c:v>
                </c:pt>
                <c:pt idx="1702">
                  <c:v>0.00271527623306</c:v>
                </c:pt>
                <c:pt idx="1703">
                  <c:v>0.00271013658939</c:v>
                </c:pt>
                <c:pt idx="1704">
                  <c:v>0.00270501210346</c:v>
                </c:pt>
                <c:pt idx="1705">
                  <c:v>0.00269990271589</c:v>
                </c:pt>
                <c:pt idx="1706">
                  <c:v>0.00269480836761</c:v>
                </c:pt>
                <c:pt idx="1707">
                  <c:v>0.00268972899988</c:v>
                </c:pt>
                <c:pt idx="1708">
                  <c:v>0.00268466455424</c:v>
                </c:pt>
                <c:pt idx="1709">
                  <c:v>0.00267961497257</c:v>
                </c:pt>
                <c:pt idx="1710">
                  <c:v>0.00267458019704</c:v>
                </c:pt>
                <c:pt idx="1711">
                  <c:v>0.00266956017013</c:v>
                </c:pt>
                <c:pt idx="1712">
                  <c:v>0.00266455483464</c:v>
                </c:pt>
                <c:pt idx="1713">
                  <c:v>0.00265956413366</c:v>
                </c:pt>
                <c:pt idx="1714">
                  <c:v>0.00265458801058</c:v>
                </c:pt>
                <c:pt idx="1715">
                  <c:v>0.00264962640913</c:v>
                </c:pt>
                <c:pt idx="1716">
                  <c:v>0.00264467927331</c:v>
                </c:pt>
                <c:pt idx="1717">
                  <c:v>0.00263974654743</c:v>
                </c:pt>
                <c:pt idx="1718">
                  <c:v>0.00263482817611</c:v>
                </c:pt>
                <c:pt idx="1719">
                  <c:v>0.00262992410426</c:v>
                </c:pt>
                <c:pt idx="1720">
                  <c:v>0.0026250342771</c:v>
                </c:pt>
                <c:pt idx="1721">
                  <c:v>0.00262015864014</c:v>
                </c:pt>
                <c:pt idx="1722">
                  <c:v>0.0026152971392</c:v>
                </c:pt>
                <c:pt idx="1723">
                  <c:v>0.00261044972039</c:v>
                </c:pt>
                <c:pt idx="1724">
                  <c:v>0.00260561633011</c:v>
                </c:pt>
                <c:pt idx="1725">
                  <c:v>0.00260079691506</c:v>
                </c:pt>
                <c:pt idx="1726">
                  <c:v>0.00259599142223</c:v>
                </c:pt>
                <c:pt idx="1727">
                  <c:v>0.00259119979892</c:v>
                </c:pt>
                <c:pt idx="1728">
                  <c:v>0.0025864219927</c:v>
                </c:pt>
                <c:pt idx="1729">
                  <c:v>0.00258165795145</c:v>
                </c:pt>
                <c:pt idx="1730">
                  <c:v>0.00257690762331</c:v>
                </c:pt>
                <c:pt idx="1731">
                  <c:v>0.00257217095674</c:v>
                </c:pt>
                <c:pt idx="1732">
                  <c:v>0.00256744790047</c:v>
                </c:pt>
                <c:pt idx="1733">
                  <c:v>0.00256273840353</c:v>
                </c:pt>
                <c:pt idx="1734">
                  <c:v>0.00255804241522</c:v>
                </c:pt>
                <c:pt idx="1735">
                  <c:v>0.00255335988514</c:v>
                </c:pt>
                <c:pt idx="1736">
                  <c:v>0.00254869076314</c:v>
                </c:pt>
                <c:pt idx="1737">
                  <c:v>0.0025440349994</c:v>
                </c:pt>
                <c:pt idx="1738">
                  <c:v>0.00253939254435</c:v>
                </c:pt>
                <c:pt idx="1739">
                  <c:v>0.0025347633487</c:v>
                </c:pt>
                <c:pt idx="1740">
                  <c:v>0.00253014736345</c:v>
                </c:pt>
                <c:pt idx="1741">
                  <c:v>0.00252554453987</c:v>
                </c:pt>
                <c:pt idx="1742">
                  <c:v>0.0025209548295</c:v>
                </c:pt>
                <c:pt idx="1743">
                  <c:v>0.00251637818418</c:v>
                </c:pt>
                <c:pt idx="1744">
                  <c:v>0.002511814556</c:v>
                </c:pt>
                <c:pt idx="1745">
                  <c:v>0.00250726389732</c:v>
                </c:pt>
                <c:pt idx="1746">
                  <c:v>0.00250272616079</c:v>
                </c:pt>
                <c:pt idx="1747">
                  <c:v>0.00249820129932</c:v>
                </c:pt>
                <c:pt idx="1748">
                  <c:v>0.00249368926609</c:v>
                </c:pt>
                <c:pt idx="1749">
                  <c:v>0.00248919001456</c:v>
                </c:pt>
                <c:pt idx="1750">
                  <c:v>0.00248470349842</c:v>
                </c:pt>
                <c:pt idx="1751">
                  <c:v>0.00248022967167</c:v>
                </c:pt>
                <c:pt idx="1752">
                  <c:v>0.00247576848856</c:v>
                </c:pt>
                <c:pt idx="1753">
                  <c:v>0.00247131990358</c:v>
                </c:pt>
                <c:pt idx="1754">
                  <c:v>0.00246688387152</c:v>
                </c:pt>
                <c:pt idx="1755">
                  <c:v>0.0024624603474</c:v>
                </c:pt>
                <c:pt idx="1756">
                  <c:v>0.00245804928651</c:v>
                </c:pt>
                <c:pt idx="1757">
                  <c:v>0.00245365064441</c:v>
                </c:pt>
                <c:pt idx="1758">
                  <c:v>0.0024492643769</c:v>
                </c:pt>
                <c:pt idx="1759">
                  <c:v>0.00244489044005</c:v>
                </c:pt>
                <c:pt idx="1760">
                  <c:v>0.00244052879017</c:v>
                </c:pt>
                <c:pt idx="1761">
                  <c:v>0.00243617938383</c:v>
                </c:pt>
                <c:pt idx="1762">
                  <c:v>0.00243184217785</c:v>
                </c:pt>
                <c:pt idx="1763">
                  <c:v>0.00242751712932</c:v>
                </c:pt>
                <c:pt idx="1764">
                  <c:v>0.00242320419556</c:v>
                </c:pt>
                <c:pt idx="1765">
                  <c:v>0.00241890333414</c:v>
                </c:pt>
                <c:pt idx="1766">
                  <c:v>0.00241461450287</c:v>
                </c:pt>
                <c:pt idx="1767">
                  <c:v>0.00241033765983</c:v>
                </c:pt>
                <c:pt idx="1768">
                  <c:v>0.00240607276332</c:v>
                </c:pt>
                <c:pt idx="1769">
                  <c:v>0.0024018197719</c:v>
                </c:pt>
                <c:pt idx="1770">
                  <c:v>0.00239757864437</c:v>
                </c:pt>
                <c:pt idx="1771">
                  <c:v>0.00239334933976</c:v>
                </c:pt>
                <c:pt idx="1772">
                  <c:v>0.00238913181735</c:v>
                </c:pt>
                <c:pt idx="1773">
                  <c:v>0.00238492603664</c:v>
                </c:pt>
                <c:pt idx="1774">
                  <c:v>0.0023807319574</c:v>
                </c:pt>
                <c:pt idx="1775">
                  <c:v>0.0023765495396</c:v>
                </c:pt>
                <c:pt idx="1776">
                  <c:v>0.00237237874347</c:v>
                </c:pt>
                <c:pt idx="1777">
                  <c:v>0.00236821952945</c:v>
                </c:pt>
                <c:pt idx="1778">
                  <c:v>0.00236407185823</c:v>
                </c:pt>
                <c:pt idx="1779">
                  <c:v>0.00235993569072</c:v>
                </c:pt>
                <c:pt idx="1780">
                  <c:v>0.00235581098805</c:v>
                </c:pt>
                <c:pt idx="1781">
                  <c:v>0.0023516977116</c:v>
                </c:pt>
                <c:pt idx="1782">
                  <c:v>0.00234759582294</c:v>
                </c:pt>
                <c:pt idx="1783">
                  <c:v>0.0023435052839</c:v>
                </c:pt>
                <c:pt idx="1784">
                  <c:v>0.00233942605651</c:v>
                </c:pt>
                <c:pt idx="1785">
                  <c:v>0.00233535810302</c:v>
                </c:pt>
                <c:pt idx="1786">
                  <c:v>0.0023313013859</c:v>
                </c:pt>
                <c:pt idx="1787">
                  <c:v>0.00232725586784</c:v>
                </c:pt>
                <c:pt idx="1788">
                  <c:v>0.00232322151175</c:v>
                </c:pt>
                <c:pt idx="1789">
                  <c:v>0.00231919828073</c:v>
                </c:pt>
                <c:pt idx="1790">
                  <c:v>0.00231518613812</c:v>
                </c:pt>
                <c:pt idx="1791">
                  <c:v>0.00231118504744</c:v>
                </c:pt>
                <c:pt idx="1792">
                  <c:v>0.00230719497245</c:v>
                </c:pt>
                <c:pt idx="1793">
                  <c:v>0.00230321587708</c:v>
                </c:pt>
                <c:pt idx="1794">
                  <c:v>0.00229924772549</c:v>
                </c:pt>
                <c:pt idx="1795">
                  <c:v>0.00229529048203</c:v>
                </c:pt>
                <c:pt idx="1796">
                  <c:v>0.00229134411125</c:v>
                </c:pt>
                <c:pt idx="1797">
                  <c:v>0.00228740857788</c:v>
                </c:pt>
                <c:pt idx="1798">
                  <c:v>0.00228348384688</c:v>
                </c:pt>
                <c:pt idx="1799">
                  <c:v>0.00227956988337</c:v>
                </c:pt>
                <c:pt idx="1800">
                  <c:v>0.00227566665268</c:v>
                </c:pt>
                <c:pt idx="1801">
                  <c:v>0.00227177412031</c:v>
                </c:pt>
                <c:pt idx="1802">
                  <c:v>0.00226789225195</c:v>
                </c:pt>
                <c:pt idx="1803">
                  <c:v>0.00226402101349</c:v>
                </c:pt>
                <c:pt idx="1804">
                  <c:v>0.00226016037096</c:v>
                </c:pt>
                <c:pt idx="1805">
                  <c:v>0.00225631029061</c:v>
                </c:pt>
                <c:pt idx="1806">
                  <c:v>0.00225247073883</c:v>
                </c:pt>
                <c:pt idx="1807">
                  <c:v>0.0022486416822</c:v>
                </c:pt>
                <c:pt idx="1808">
                  <c:v>0.00224482308746</c:v>
                </c:pt>
                <c:pt idx="1809">
                  <c:v>0.00224101492152</c:v>
                </c:pt>
                <c:pt idx="1810">
                  <c:v>0.00223721715143</c:v>
                </c:pt>
                <c:pt idx="1811">
                  <c:v>0.00223342974444</c:v>
                </c:pt>
                <c:pt idx="1812">
                  <c:v>0.00222965266791</c:v>
                </c:pt>
                <c:pt idx="1813">
                  <c:v>0.00222588588938</c:v>
                </c:pt>
                <c:pt idx="1814">
                  <c:v>0.00222212937652</c:v>
                </c:pt>
                <c:pt idx="1815">
                  <c:v>0.00221838309716</c:v>
                </c:pt>
                <c:pt idx="1816">
                  <c:v>0.00221464701926</c:v>
                </c:pt>
                <c:pt idx="1817">
                  <c:v>0.00221092111091</c:v>
                </c:pt>
                <c:pt idx="1818">
                  <c:v>0.00220720534034</c:v>
                </c:pt>
                <c:pt idx="1819">
                  <c:v>0.00220349967592</c:v>
                </c:pt>
                <c:pt idx="1820">
                  <c:v>0.00219980408612</c:v>
                </c:pt>
                <c:pt idx="1821">
                  <c:v>0.00219611853955</c:v>
                </c:pt>
                <c:pt idx="1822">
                  <c:v>0.00219244300492</c:v>
                </c:pt>
                <c:pt idx="1823">
                  <c:v>0.00218877745105</c:v>
                </c:pt>
                <c:pt idx="1824">
                  <c:v>0.00218512184688</c:v>
                </c:pt>
                <c:pt idx="1825">
                  <c:v>0.00218147616144</c:v>
                </c:pt>
                <c:pt idx="1826">
                  <c:v>0.00217784036386</c:v>
                </c:pt>
                <c:pt idx="1827">
                  <c:v>0.00217421442335</c:v>
                </c:pt>
                <c:pt idx="1828">
                  <c:v>0.00217059830923</c:v>
                </c:pt>
                <c:pt idx="1829">
                  <c:v>0.00216699199088</c:v>
                </c:pt>
                <c:pt idx="1830">
                  <c:v>0.00216339543775</c:v>
                </c:pt>
                <c:pt idx="1831">
                  <c:v>0.00215980861938</c:v>
                </c:pt>
                <c:pt idx="1832">
                  <c:v>0.00215623150537</c:v>
                </c:pt>
                <c:pt idx="1833">
                  <c:v>0.00215266406535</c:v>
                </c:pt>
                <c:pt idx="1834">
                  <c:v>0.00214910626905</c:v>
                </c:pt>
                <c:pt idx="1835">
                  <c:v>0.0021455580862</c:v>
                </c:pt>
                <c:pt idx="1836">
                  <c:v>0.00214201948661</c:v>
                </c:pt>
                <c:pt idx="1837">
                  <c:v>0.00213849044009</c:v>
                </c:pt>
                <c:pt idx="1838">
                  <c:v>0.0021349709165</c:v>
                </c:pt>
                <c:pt idx="1839">
                  <c:v>0.00213146088573</c:v>
                </c:pt>
                <c:pt idx="1840">
                  <c:v>0.00212796031765</c:v>
                </c:pt>
                <c:pt idx="1841">
                  <c:v>0.00212446918217</c:v>
                </c:pt>
                <c:pt idx="1842">
                  <c:v>0.00212098744919</c:v>
                </c:pt>
                <c:pt idx="1843">
                  <c:v>0.00211751508863</c:v>
                </c:pt>
                <c:pt idx="1844">
                  <c:v>0.00211405207035</c:v>
                </c:pt>
                <c:pt idx="1845">
                  <c:v>0.00211059836425</c:v>
                </c:pt>
                <c:pt idx="1846">
                  <c:v>0.00210715394016</c:v>
                </c:pt>
                <c:pt idx="1847">
                  <c:v>0.00210371876791</c:v>
                </c:pt>
                <c:pt idx="1848">
                  <c:v>0.00210029281728</c:v>
                </c:pt>
                <c:pt idx="1849">
                  <c:v>0.00209687605802</c:v>
                </c:pt>
                <c:pt idx="1850">
                  <c:v>0.00209346845981</c:v>
                </c:pt>
                <c:pt idx="1851">
                  <c:v>0.00209006999228</c:v>
                </c:pt>
                <c:pt idx="1852">
                  <c:v>0.00208668062501</c:v>
                </c:pt>
                <c:pt idx="1853">
                  <c:v>0.00208330032751</c:v>
                </c:pt>
                <c:pt idx="1854">
                  <c:v>0.0020799290692</c:v>
                </c:pt>
                <c:pt idx="1855">
                  <c:v>0.00207656681942</c:v>
                </c:pt>
                <c:pt idx="1856">
                  <c:v>0.00207321354744</c:v>
                </c:pt>
                <c:pt idx="1857">
                  <c:v>0.00206986922242</c:v>
                </c:pt>
                <c:pt idx="1858">
                  <c:v>0.00206653381343</c:v>
                </c:pt>
                <c:pt idx="1859">
                  <c:v>0.00206320728943</c:v>
                </c:pt>
                <c:pt idx="1860">
                  <c:v>0.00205988961928</c:v>
                </c:pt>
                <c:pt idx="1861">
                  <c:v>0.00205658077171</c:v>
                </c:pt>
                <c:pt idx="1862">
                  <c:v>0.00205328071533</c:v>
                </c:pt>
                <c:pt idx="1863">
                  <c:v>0.00204998941866</c:v>
                </c:pt>
                <c:pt idx="1864">
                  <c:v>0.00204670685004</c:v>
                </c:pt>
                <c:pt idx="1865">
                  <c:v>0.00204343297772</c:v>
                </c:pt>
                <c:pt idx="1866">
                  <c:v>0.00204016776978</c:v>
                </c:pt>
                <c:pt idx="1867">
                  <c:v>0.00203691119419</c:v>
                </c:pt>
                <c:pt idx="1868">
                  <c:v>0.00203366321875</c:v>
                </c:pt>
                <c:pt idx="1869">
                  <c:v>0.00203042381113</c:v>
                </c:pt>
                <c:pt idx="1870">
                  <c:v>0.00202719293886</c:v>
                </c:pt>
                <c:pt idx="1871">
                  <c:v>0.00202397056929</c:v>
                </c:pt>
                <c:pt idx="1872">
                  <c:v>0.00202075666965</c:v>
                </c:pt>
                <c:pt idx="1873">
                  <c:v>0.002017551207</c:v>
                </c:pt>
                <c:pt idx="1874">
                  <c:v>0.00201435414824</c:v>
                </c:pt>
                <c:pt idx="1875">
                  <c:v>0.00201116546015</c:v>
                </c:pt>
                <c:pt idx="1876">
                  <c:v>0.00200798510932</c:v>
                </c:pt>
                <c:pt idx="1877">
                  <c:v>0.0020048130622</c:v>
                </c:pt>
                <c:pt idx="1878">
                  <c:v>0.00200164928509</c:v>
                </c:pt>
                <c:pt idx="1879">
                  <c:v>0.00199849374415</c:v>
                </c:pt>
                <c:pt idx="1880">
                  <c:v>0.00199534640537</c:v>
                </c:pt>
                <c:pt idx="1881">
                  <c:v>0.0019922072346</c:v>
                </c:pt>
                <c:pt idx="1882">
                  <c:v>0.00198907619758</c:v>
                </c:pt>
                <c:pt idx="1883">
                  <c:v>0.00198595325986</c:v>
                </c:pt>
                <c:pt idx="1884">
                  <c:v>0.00198283838689</c:v>
                </c:pt>
                <c:pt idx="1885">
                  <c:v>0.00197973154398</c:v>
                </c:pt>
                <c:pt idx="1886">
                  <c:v>0.00197663269632</c:v>
                </c:pt>
                <c:pt idx="1887">
                  <c:v>0.00197354180898</c:v>
                </c:pt>
                <c:pt idx="1888">
                  <c:v>0.00197045884691</c:v>
                </c:pt>
                <c:pt idx="1889">
                  <c:v>0.00196738377494</c:v>
                </c:pt>
                <c:pt idx="1890">
                  <c:v>0.00196431655784</c:v>
                </c:pt>
                <c:pt idx="1891">
                  <c:v>0.00196125716025</c:v>
                </c:pt>
                <c:pt idx="1892">
                  <c:v>0.00195820554673</c:v>
                </c:pt>
                <c:pt idx="1893">
                  <c:v>0.00195516168178</c:v>
                </c:pt>
                <c:pt idx="1894">
                  <c:v>0.00195212552981</c:v>
                </c:pt>
                <c:pt idx="1895">
                  <c:v>0.00194909705518</c:v>
                </c:pt>
                <c:pt idx="1896">
                  <c:v>0.0019460762222</c:v>
                </c:pt>
                <c:pt idx="1897">
                  <c:v>0.00194306299512</c:v>
                </c:pt>
                <c:pt idx="1898">
                  <c:v>0.00194005733819</c:v>
                </c:pt>
                <c:pt idx="1899">
                  <c:v>0.0019370592156</c:v>
                </c:pt>
                <c:pt idx="1900">
                  <c:v>0.00193406859155</c:v>
                </c:pt>
                <c:pt idx="1901">
                  <c:v>0.00193108543024</c:v>
                </c:pt>
                <c:pt idx="1902">
                  <c:v>0.00192810969585</c:v>
                </c:pt>
                <c:pt idx="1903">
                  <c:v>0.00192514135262</c:v>
                </c:pt>
                <c:pt idx="1904">
                  <c:v>0.00192218036478</c:v>
                </c:pt>
                <c:pt idx="1905">
                  <c:v>0.00191922669663</c:v>
                </c:pt>
                <c:pt idx="1906">
                  <c:v>0.00191628031251</c:v>
                </c:pt>
                <c:pt idx="1907">
                  <c:v>0.00191334117681</c:v>
                </c:pt>
                <c:pt idx="1908">
                  <c:v>0.00191040925402</c:v>
                </c:pt>
                <c:pt idx="1909">
                  <c:v>0.0019074845087</c:v>
                </c:pt>
                <c:pt idx="1910">
                  <c:v>0.0019045669055</c:v>
                </c:pt>
                <c:pt idx="1911">
                  <c:v>0.00190165640919</c:v>
                </c:pt>
                <c:pt idx="1912">
                  <c:v>0.00189875298466</c:v>
                </c:pt>
                <c:pt idx="1913">
                  <c:v>0.00189585659693</c:v>
                </c:pt>
                <c:pt idx="1914">
                  <c:v>0.00189296721116</c:v>
                </c:pt>
                <c:pt idx="1915">
                  <c:v>0.00189008479265</c:v>
                </c:pt>
                <c:pt idx="1916">
                  <c:v>0.00188720930688</c:v>
                </c:pt>
                <c:pt idx="1917">
                  <c:v>0.00188434071952</c:v>
                </c:pt>
                <c:pt idx="1918">
                  <c:v>0.00188147899638</c:v>
                </c:pt>
                <c:pt idx="1919">
                  <c:v>0.00187862410352</c:v>
                </c:pt>
                <c:pt idx="1920">
                  <c:v>0.00187577600716</c:v>
                </c:pt>
                <c:pt idx="1921">
                  <c:v>0.00187293467378</c:v>
                </c:pt>
                <c:pt idx="1922">
                  <c:v>0.00187010007005</c:v>
                </c:pt>
                <c:pt idx="1923">
                  <c:v>0.0018672721629</c:v>
                </c:pt>
                <c:pt idx="1924">
                  <c:v>0.0018644509195</c:v>
                </c:pt>
                <c:pt idx="1925">
                  <c:v>0.00186163630729</c:v>
                </c:pt>
                <c:pt idx="1926">
                  <c:v>0.00185882829395</c:v>
                </c:pt>
                <c:pt idx="1927">
                  <c:v>0.00185602684745</c:v>
                </c:pt>
                <c:pt idx="1928">
                  <c:v>0.00185323193604</c:v>
                </c:pt>
                <c:pt idx="1929">
                  <c:v>0.00185044352826</c:v>
                </c:pt>
                <c:pt idx="1930">
                  <c:v>0.00184766159295</c:v>
                </c:pt>
                <c:pt idx="1931">
                  <c:v>0.00184488609925</c:v>
                </c:pt>
                <c:pt idx="1932">
                  <c:v>0.00184211701663</c:v>
                </c:pt>
                <c:pt idx="1933">
                  <c:v>0.00183935431485</c:v>
                </c:pt>
                <c:pt idx="1934">
                  <c:v>0.00183659796401</c:v>
                </c:pt>
                <c:pt idx="1935">
                  <c:v>0.00183384793456</c:v>
                </c:pt>
                <c:pt idx="1936">
                  <c:v>0.00183110419725</c:v>
                </c:pt>
                <c:pt idx="1937">
                  <c:v>0.0018283667232</c:v>
                </c:pt>
                <c:pt idx="1938">
                  <c:v>0.00182563548385</c:v>
                </c:pt>
                <c:pt idx="1939">
                  <c:v>0.00182291045102</c:v>
                </c:pt>
                <c:pt idx="1940">
                  <c:v>0.00182019159684</c:v>
                </c:pt>
                <c:pt idx="1941">
                  <c:v>0.00181747889385</c:v>
                </c:pt>
                <c:pt idx="1942">
                  <c:v>0.00181477231489</c:v>
                </c:pt>
                <c:pt idx="1943">
                  <c:v>0.0018120718332</c:v>
                </c:pt>
                <c:pt idx="1944">
                  <c:v>0.00180937742237</c:v>
                </c:pt>
                <c:pt idx="1945">
                  <c:v>0.00180668905635</c:v>
                </c:pt>
                <c:pt idx="1946">
                  <c:v>0.00180400670944</c:v>
                </c:pt>
                <c:pt idx="1947">
                  <c:v>0.00180133035633</c:v>
                </c:pt>
                <c:pt idx="1948">
                  <c:v>0.00179865997205</c:v>
                </c:pt>
                <c:pt idx="1949">
                  <c:v>0.001795995532</c:v>
                </c:pt>
                <c:pt idx="1950">
                  <c:v>0.00179333701195</c:v>
                </c:pt>
                <c:pt idx="1951">
                  <c:v>0.001790684388</c:v>
                </c:pt>
                <c:pt idx="1952">
                  <c:v>0.00178803763664</c:v>
                </c:pt>
                <c:pt idx="1953">
                  <c:v>0.00178539673469</c:v>
                </c:pt>
                <c:pt idx="1954">
                  <c:v>0.00178276165934</c:v>
                </c:pt>
                <c:pt idx="1955">
                  <c:v>0.00178013238812</c:v>
                </c:pt>
                <c:pt idx="1956">
                  <c:v>0.0017775088989</c:v>
                </c:pt>
                <c:pt idx="1957">
                  <c:v>0.0017748911699</c:v>
                </c:pt>
                <c:pt idx="1958">
                  <c:v>0.00177227917968</c:v>
                </c:pt>
                <c:pt idx="1959">
                  <c:v>0.00176967290712</c:v>
                </c:pt>
                <c:pt idx="1960">
                  <c:v>0.00176707233145</c:v>
                </c:pt>
                <c:pt idx="1961">
                  <c:v>0.0017644774322</c:v>
                </c:pt>
                <c:pt idx="1962">
                  <c:v>0.00176188818924</c:v>
                </c:pt>
                <c:pt idx="1963">
                  <c:v>0.00175930458275</c:v>
                </c:pt>
                <c:pt idx="1964">
                  <c:v>0.0017567265932</c:v>
                </c:pt>
                <c:pt idx="1965">
                  <c:v>0.00175415420139</c:v>
                </c:pt>
                <c:pt idx="1966">
                  <c:v>0.0017515873884</c:v>
                </c:pt>
                <c:pt idx="1967">
                  <c:v>0.00174902613561</c:v>
                </c:pt>
                <c:pt idx="1968">
                  <c:v>0.00174647042469</c:v>
                </c:pt>
                <c:pt idx="1969">
                  <c:v>0.00174392023759</c:v>
                </c:pt>
                <c:pt idx="1970">
                  <c:v>0.00174137555651</c:v>
                </c:pt>
                <c:pt idx="1971">
                  <c:v>0.00173883636396</c:v>
                </c:pt>
                <c:pt idx="1972">
                  <c:v>0.00173630264267</c:v>
                </c:pt>
                <c:pt idx="1973">
                  <c:v>0.00173377437566</c:v>
                </c:pt>
                <c:pt idx="1974">
                  <c:v>0.00173125154619</c:v>
                </c:pt>
                <c:pt idx="1975">
                  <c:v>0.00172873413775</c:v>
                </c:pt>
                <c:pt idx="1976">
                  <c:v>0.00172622213408</c:v>
                </c:pt>
                <c:pt idx="1977">
                  <c:v>0.00172371551915</c:v>
                </c:pt>
                <c:pt idx="1978">
                  <c:v>0.00172121427715</c:v>
                </c:pt>
                <c:pt idx="1979">
                  <c:v>0.00171871839251</c:v>
                </c:pt>
                <c:pt idx="1980">
                  <c:v>0.00171622784984</c:v>
                </c:pt>
                <c:pt idx="1981">
                  <c:v>0.00171374263398</c:v>
                </c:pt>
                <c:pt idx="1982">
                  <c:v>0.00171126272997</c:v>
                </c:pt>
                <c:pt idx="1983">
                  <c:v>0.00170878812303</c:v>
                </c:pt>
                <c:pt idx="1984">
                  <c:v>0.00170631879859</c:v>
                </c:pt>
                <c:pt idx="1985">
                  <c:v>0.00170385474225</c:v>
                </c:pt>
                <c:pt idx="1986">
                  <c:v>0.0017013959398</c:v>
                </c:pt>
                <c:pt idx="1987">
                  <c:v>0.00169894237718</c:v>
                </c:pt>
                <c:pt idx="1988">
                  <c:v>0.00169649404053</c:v>
                </c:pt>
                <c:pt idx="1989">
                  <c:v>0.00169405091613</c:v>
                </c:pt>
                <c:pt idx="1990">
                  <c:v>0.00169161299042</c:v>
                </c:pt>
                <c:pt idx="1991">
                  <c:v>0.00168918025</c:v>
                </c:pt>
                <c:pt idx="1992">
                  <c:v>0.00168675268162</c:v>
                </c:pt>
                <c:pt idx="1993">
                  <c:v>0.00168433027215</c:v>
                </c:pt>
                <c:pt idx="1994">
                  <c:v>0.00168191300863</c:v>
                </c:pt>
                <c:pt idx="1995">
                  <c:v>0.0016795008782</c:v>
                </c:pt>
                <c:pt idx="1996">
                  <c:v>0.00167709386816</c:v>
                </c:pt>
                <c:pt idx="1997">
                  <c:v>0.00167469196592</c:v>
                </c:pt>
                <c:pt idx="1998">
                  <c:v>0.00167229515901</c:v>
                </c:pt>
                <c:pt idx="1999">
                  <c:v>0.00166990343507</c:v>
                </c:pt>
                <c:pt idx="2000">
                  <c:v>0.00166751678188</c:v>
                </c:pt>
              </c:numCache>
            </c:numRef>
          </c:yVal>
        </c:ser>
        <c:ser>
          <c:idx val="1"/>
          <c:order val="1"/>
          <c:tx>
            <c:v>spin</c:v>
          </c:tx>
          <c:spPr>
            <a:ln xmlns:a="http://schemas.openxmlformats.org/drawingml/2006/main" w="15240">
              <a:solidFill>
                <a:srgbClr val="234F91"/>
              </a:solidFill>
              <a:prstDash val="dash"/>
            </a:ln>
          </c:spPr>
          <c:marker>
            <c:symbol val="none"/>
            <c:size val="5"/>
            <c:spPr>
              <a:solidFill xmlns:a="http://schemas.openxmlformats.org/drawingml/2006/main">
                <a:srgbClr val="234F91"/>
              </a:solidFill>
            </c:spPr>
          </c:marker>
          <c:xVal>
            <c:numRef>
              <c:f>'Chart Data'!$C$2:$C$2002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Data'!$D$2:$D$2002</c:f>
              <c:numCache>
                <c:formatCode>0.0</c:formatCode>
                <c:ptCount val="2001"/>
                <c:pt idx="0">
                  <c:v>0.0621867440118</c:v>
                </c:pt>
                <c:pt idx="1">
                  <c:v>0.0625380921899</c:v>
                </c:pt>
                <c:pt idx="2">
                  <c:v>0.0628923547638</c:v>
                </c:pt>
                <c:pt idx="3">
                  <c:v>0.0632495630286</c:v>
                </c:pt>
                <c:pt idx="4">
                  <c:v>0.0636097486831</c:v>
                </c:pt>
                <c:pt idx="5">
                  <c:v>0.0639729438357</c:v>
                </c:pt>
                <c:pt idx="6">
                  <c:v>0.0643391810102</c:v>
                </c:pt>
                <c:pt idx="7">
                  <c:v>0.0647084931523</c:v>
                </c:pt>
                <c:pt idx="8">
                  <c:v>0.0650809136355</c:v>
                </c:pt>
                <c:pt idx="9">
                  <c:v>0.0654564762674</c:v>
                </c:pt>
                <c:pt idx="10">
                  <c:v>0.0658352152964</c:v>
                </c:pt>
                <c:pt idx="11">
                  <c:v>0.0662171654177</c:v>
                </c:pt>
                <c:pt idx="12">
                  <c:v>0.0666023617802</c:v>
                </c:pt>
                <c:pt idx="13">
                  <c:v>0.0669908399932</c:v>
                </c:pt>
                <c:pt idx="14">
                  <c:v>0.067382636133</c:v>
                </c:pt>
                <c:pt idx="15">
                  <c:v>0.0677777867499</c:v>
                </c:pt>
                <c:pt idx="16">
                  <c:v>0.0681763288755</c:v>
                </c:pt>
                <c:pt idx="17">
                  <c:v>0.0685783000293</c:v>
                </c:pt>
                <c:pt idx="18">
                  <c:v>0.0689837382262</c:v>
                </c:pt>
                <c:pt idx="19">
                  <c:v>0.0693926819838</c:v>
                </c:pt>
                <c:pt idx="20">
                  <c:v>0.0698051703301</c:v>
                </c:pt>
                <c:pt idx="21">
                  <c:v>0.0702212428106</c:v>
                </c:pt>
                <c:pt idx="22">
                  <c:v>0.0706409394962</c:v>
                </c:pt>
                <c:pt idx="23">
                  <c:v>0.0710643009914</c:v>
                </c:pt>
                <c:pt idx="24">
                  <c:v>0.0714913684415</c:v>
                </c:pt>
                <c:pt idx="25">
                  <c:v>0.0719221835412</c:v>
                </c:pt>
                <c:pt idx="26">
                  <c:v>0.0723567885425</c:v>
                </c:pt>
                <c:pt idx="27">
                  <c:v>0.0727952262632</c:v>
                </c:pt>
                <c:pt idx="28">
                  <c:v>0.0732375400951</c:v>
                </c:pt>
                <c:pt idx="29">
                  <c:v>0.0736837740128</c:v>
                </c:pt>
                <c:pt idx="30">
                  <c:v>0.0741339725823</c:v>
                </c:pt>
                <c:pt idx="31">
                  <c:v>0.0745881809695</c:v>
                </c:pt>
                <c:pt idx="32">
                  <c:v>0.0750464449497</c:v>
                </c:pt>
                <c:pt idx="33">
                  <c:v>0.0755088109164</c:v>
                </c:pt>
                <c:pt idx="34">
                  <c:v>0.0759753258905</c:v>
                </c:pt>
                <c:pt idx="35">
                  <c:v>0.0764460375296</c:v>
                </c:pt>
                <c:pt idx="36">
                  <c:v>0.0769209941378</c:v>
                </c:pt>
                <c:pt idx="37">
                  <c:v>0.0774002446752</c:v>
                </c:pt>
                <c:pt idx="38">
                  <c:v>0.0778838387674</c:v>
                </c:pt>
                <c:pt idx="39">
                  <c:v>0.078371826716</c:v>
                </c:pt>
                <c:pt idx="40">
                  <c:v>0.0788642595082</c:v>
                </c:pt>
                <c:pt idx="41">
                  <c:v>0.0793611888273</c:v>
                </c:pt>
                <c:pt idx="42">
                  <c:v>0.079862667063</c:v>
                </c:pt>
                <c:pt idx="43">
                  <c:v>0.0803687473219</c:v>
                </c:pt>
                <c:pt idx="44">
                  <c:v>0.0808794834384</c:v>
                </c:pt>
                <c:pt idx="45">
                  <c:v>0.0813949299851</c:v>
                </c:pt>
                <c:pt idx="46">
                  <c:v>0.0819151422844</c:v>
                </c:pt>
                <c:pt idx="47">
                  <c:v>0.0824401764192</c:v>
                </c:pt>
                <c:pt idx="48">
                  <c:v>0.0829700892445</c:v>
                </c:pt>
                <c:pt idx="49">
                  <c:v>0.0835049383986</c:v>
                </c:pt>
                <c:pt idx="50">
                  <c:v>0.0840447823151</c:v>
                </c:pt>
                <c:pt idx="51">
                  <c:v>0.0845896802345</c:v>
                </c:pt>
                <c:pt idx="52">
                  <c:v>0.0851396922163</c:v>
                </c:pt>
                <c:pt idx="53">
                  <c:v>0.0856948791507</c:v>
                </c:pt>
                <c:pt idx="54">
                  <c:v>0.0862553027719</c:v>
                </c:pt>
                <c:pt idx="55">
                  <c:v>0.0868210256694</c:v>
                </c:pt>
                <c:pt idx="56">
                  <c:v>0.0873921113015</c:v>
                </c:pt>
                <c:pt idx="57">
                  <c:v>0.0879686240079</c:v>
                </c:pt>
                <c:pt idx="58">
                  <c:v>0.0885506290225</c:v>
                </c:pt>
                <c:pt idx="59">
                  <c:v>0.0891381924868</c:v>
                </c:pt>
                <c:pt idx="60">
                  <c:v>0.0897313814633</c:v>
                </c:pt>
                <c:pt idx="61">
                  <c:v>0.0903302639487</c:v>
                </c:pt>
                <c:pt idx="62">
                  <c:v>0.0909349088879</c:v>
                </c:pt>
                <c:pt idx="63">
                  <c:v>0.0915453861877</c:v>
                </c:pt>
                <c:pt idx="64">
                  <c:v>0.092161766731</c:v>
                </c:pt>
                <c:pt idx="65">
                  <c:v>0.092784122391</c:v>
                </c:pt>
                <c:pt idx="66">
                  <c:v>0.0934125260454</c:v>
                </c:pt>
                <c:pt idx="67">
                  <c:v>0.0940470515912</c:v>
                </c:pt>
                <c:pt idx="68">
                  <c:v>0.0946877739593</c:v>
                </c:pt>
                <c:pt idx="69">
                  <c:v>0.0953347691298</c:v>
                </c:pt>
                <c:pt idx="70">
                  <c:v>0.0959881141464</c:v>
                </c:pt>
                <c:pt idx="71">
                  <c:v>0.0966478871324</c:v>
                </c:pt>
                <c:pt idx="72">
                  <c:v>0.0973141673057</c:v>
                </c:pt>
                <c:pt idx="73">
                  <c:v>0.0979870349947</c:v>
                </c:pt>
                <c:pt idx="74">
                  <c:v>0.0986665716539</c:v>
                </c:pt>
                <c:pt idx="75">
                  <c:v>0.09935285988</c:v>
                </c:pt>
                <c:pt idx="76">
                  <c:v>0.100045983428</c:v>
                </c:pt>
                <c:pt idx="77">
                  <c:v>0.100746027227</c:v>
                </c:pt>
                <c:pt idx="78">
                  <c:v>0.101453077398</c:v>
                </c:pt>
                <c:pt idx="79">
                  <c:v>0.102167221269</c:v>
                </c:pt>
                <c:pt idx="80">
                  <c:v>0.102888547393</c:v>
                </c:pt>
                <c:pt idx="81">
                  <c:v>0.103617145564</c:v>
                </c:pt>
                <c:pt idx="82">
                  <c:v>0.104353106835</c:v>
                </c:pt>
                <c:pt idx="83">
                  <c:v>0.105096523533</c:v>
                </c:pt>
                <c:pt idx="84">
                  <c:v>0.10584748928</c:v>
                </c:pt>
                <c:pt idx="85">
                  <c:v>0.106606099008</c:v>
                </c:pt>
                <c:pt idx="86">
                  <c:v>0.107372448977</c:v>
                </c:pt>
                <c:pt idx="87">
                  <c:v>0.108146636794</c:v>
                </c:pt>
                <c:pt idx="88">
                  <c:v>0.108928761428</c:v>
                </c:pt>
                <c:pt idx="89">
                  <c:v>0.109718923232</c:v>
                </c:pt>
                <c:pt idx="90">
                  <c:v>0.110517223958</c:v>
                </c:pt>
                <c:pt idx="91">
                  <c:v>0.111323766776</c:v>
                </c:pt>
                <c:pt idx="92">
                  <c:v>0.112138656293</c:v>
                </c:pt>
                <c:pt idx="93">
                  <c:v>0.112961998572</c:v>
                </c:pt>
                <c:pt idx="94">
                  <c:v>0.113793901147</c:v>
                </c:pt>
                <c:pt idx="95">
                  <c:v>0.114634473047</c:v>
                </c:pt>
                <c:pt idx="96">
                  <c:v>0.115483824809</c:v>
                </c:pt>
                <c:pt idx="97">
                  <c:v>0.1163420685</c:v>
                </c:pt>
                <c:pt idx="98">
                  <c:v>0.117209317735</c:v>
                </c:pt>
                <c:pt idx="99">
                  <c:v>0.118085687696</c:v>
                </c:pt>
                <c:pt idx="100">
                  <c:v>0.11897129515</c:v>
                </c:pt>
                <c:pt idx="101">
                  <c:v>0.119866258467</c:v>
                </c:pt>
                <c:pt idx="102">
                  <c:v>0.12077069764</c:v>
                </c:pt>
                <c:pt idx="103">
                  <c:v>0.121684734304</c:v>
                </c:pt>
                <c:pt idx="104">
                  <c:v>0.122608491752</c:v>
                </c:pt>
                <c:pt idx="105">
                  <c:v>0.123542094955</c:v>
                </c:pt>
                <c:pt idx="106">
                  <c:v>0.124485670582</c:v>
                </c:pt>
                <c:pt idx="107">
                  <c:v>0.125439347016</c:v>
                </c:pt>
                <c:pt idx="108">
                  <c:v>0.126403254372</c:v>
                </c:pt>
                <c:pt idx="109">
                  <c:v>0.127377524516</c:v>
                </c:pt>
                <c:pt idx="110">
                  <c:v>0.128362291083</c:v>
                </c:pt>
                <c:pt idx="111">
                  <c:v>0.129357689492</c:v>
                </c:pt>
                <c:pt idx="112">
                  <c:v>0.130363856967</c:v>
                </c:pt>
                <c:pt idx="113">
                  <c:v>0.131380932551</c:v>
                </c:pt>
                <c:pt idx="114">
                  <c:v>0.132409057124</c:v>
                </c:pt>
                <c:pt idx="115">
                  <c:v>0.133448373418</c:v>
                </c:pt>
                <c:pt idx="116">
                  <c:v>0.134499026037</c:v>
                </c:pt>
                <c:pt idx="117">
                  <c:v>0.135561161465</c:v>
                </c:pt>
                <c:pt idx="118">
                  <c:v>0.13663492809</c:v>
                </c:pt>
                <c:pt idx="119">
                  <c:v>0.137720476211</c:v>
                </c:pt>
                <c:pt idx="120">
                  <c:v>0.138817958058</c:v>
                </c:pt>
                <c:pt idx="121">
                  <c:v>0.139927527801</c:v>
                </c:pt>
                <c:pt idx="122">
                  <c:v>0.141049341566</c:v>
                </c:pt>
                <c:pt idx="123">
                  <c:v>0.142183557444</c:v>
                </c:pt>
                <c:pt idx="124">
                  <c:v>0.143330335506</c:v>
                </c:pt>
                <c:pt idx="125">
                  <c:v>0.144489837813</c:v>
                </c:pt>
                <c:pt idx="126">
                  <c:v>0.145662228423</c:v>
                </c:pt>
                <c:pt idx="127">
                  <c:v>0.146847673404</c:v>
                </c:pt>
                <c:pt idx="128">
                  <c:v>0.14804634084</c:v>
                </c:pt>
                <c:pt idx="129">
                  <c:v>0.149258400837</c:v>
                </c:pt>
                <c:pt idx="130">
                  <c:v>0.150484025532</c:v>
                </c:pt>
                <c:pt idx="131">
                  <c:v>0.151723389096</c:v>
                </c:pt>
                <c:pt idx="132">
                  <c:v>0.152976667735</c:v>
                </c:pt>
                <c:pt idx="133">
                  <c:v>0.154244039698</c:v>
                </c:pt>
                <c:pt idx="134">
                  <c:v>0.155525685276</c:v>
                </c:pt>
                <c:pt idx="135">
                  <c:v>0.156821786796</c:v>
                </c:pt>
                <c:pt idx="136">
                  <c:v>0.158132528627</c:v>
                </c:pt>
                <c:pt idx="137">
                  <c:v>0.159458097173</c:v>
                </c:pt>
                <c:pt idx="138">
                  <c:v>0.160798680864</c:v>
                </c:pt>
                <c:pt idx="139">
                  <c:v>0.162154470154</c:v>
                </c:pt>
                <c:pt idx="140">
                  <c:v>0.16352565751</c:v>
                </c:pt>
                <c:pt idx="141">
                  <c:v>0.1649124374</c:v>
                </c:pt>
                <c:pt idx="142">
                  <c:v>0.166315006278</c:v>
                </c:pt>
                <c:pt idx="143">
                  <c:v>0.167733562572</c:v>
                </c:pt>
                <c:pt idx="144">
                  <c:v>0.169168306664</c:v>
                </c:pt>
                <c:pt idx="145">
                  <c:v>0.170619440867</c:v>
                </c:pt>
                <c:pt idx="146">
                  <c:v>0.172087169407</c:v>
                </c:pt>
                <c:pt idx="147">
                  <c:v>0.17357169839</c:v>
                </c:pt>
                <c:pt idx="148">
                  <c:v>0.175073235779</c:v>
                </c:pt>
                <c:pt idx="149">
                  <c:v>0.17659199136</c:v>
                </c:pt>
                <c:pt idx="150">
                  <c:v>0.178128176702</c:v>
                </c:pt>
                <c:pt idx="151">
                  <c:v>0.179682005126</c:v>
                </c:pt>
                <c:pt idx="152">
                  <c:v>0.181253691657</c:v>
                </c:pt>
                <c:pt idx="153">
                  <c:v>0.182843452977</c:v>
                </c:pt>
                <c:pt idx="154">
                  <c:v>0.184451507382</c:v>
                </c:pt>
                <c:pt idx="155">
                  <c:v>0.186078074718</c:v>
                </c:pt>
                <c:pt idx="156">
                  <c:v>0.187723376331</c:v>
                </c:pt>
                <c:pt idx="157">
                  <c:v>0.189387634998</c:v>
                </c:pt>
                <c:pt idx="158">
                  <c:v>0.191071074864</c:v>
                </c:pt>
                <c:pt idx="159">
                  <c:v>0.192773921366</c:v>
                </c:pt>
                <c:pt idx="160">
                  <c:v>0.194496401155</c:v>
                </c:pt>
                <c:pt idx="161">
                  <c:v>0.196238742018</c:v>
                </c:pt>
                <c:pt idx="162">
                  <c:v>0.198001172783</c:v>
                </c:pt>
                <c:pt idx="163">
                  <c:v>0.199783923228</c:v>
                </c:pt>
                <c:pt idx="164">
                  <c:v>0.201587223981</c:v>
                </c:pt>
                <c:pt idx="165">
                  <c:v>0.203411306412</c:v>
                </c:pt>
                <c:pt idx="166">
                  <c:v>0.205256402519</c:v>
                </c:pt>
                <c:pt idx="167">
                  <c:v>0.207122744812</c:v>
                </c:pt>
                <c:pt idx="168">
                  <c:v>0.209010566179</c:v>
                </c:pt>
                <c:pt idx="169">
                  <c:v>0.21092009976</c:v>
                </c:pt>
                <c:pt idx="170">
                  <c:v>0.212851578798</c:v>
                </c:pt>
                <c:pt idx="171">
                  <c:v>0.214805236493</c:v>
                </c:pt>
                <c:pt idx="172">
                  <c:v>0.216781305843</c:v>
                </c:pt>
                <c:pt idx="173">
                  <c:v>0.218780019476</c:v>
                </c:pt>
                <c:pt idx="174">
                  <c:v>0.22080160948</c:v>
                </c:pt>
                <c:pt idx="175">
                  <c:v>0.222846307212</c:v>
                </c:pt>
                <c:pt idx="176">
                  <c:v>0.224914343107</c:v>
                </c:pt>
                <c:pt idx="177">
                  <c:v>0.227005946479</c:v>
                </c:pt>
                <c:pt idx="178">
                  <c:v>0.2291213453</c:v>
                </c:pt>
                <c:pt idx="179">
                  <c:v>0.231260765984</c:v>
                </c:pt>
                <c:pt idx="180">
                  <c:v>0.233424433149</c:v>
                </c:pt>
                <c:pt idx="181">
                  <c:v>0.235612569373</c:v>
                </c:pt>
                <c:pt idx="182">
                  <c:v>0.237825394936</c:v>
                </c:pt>
                <c:pt idx="183">
                  <c:v>0.24006312756</c:v>
                </c:pt>
                <c:pt idx="184">
                  <c:v>0.242325982118</c:v>
                </c:pt>
                <c:pt idx="185">
                  <c:v>0.244614170354</c:v>
                </c:pt>
                <c:pt idx="186">
                  <c:v>0.246927900572</c:v>
                </c:pt>
                <c:pt idx="187">
                  <c:v>0.249267377322</c:v>
                </c:pt>
                <c:pt idx="188">
                  <c:v>0.251632801073</c:v>
                </c:pt>
                <c:pt idx="189">
                  <c:v>0.254024367866</c:v>
                </c:pt>
                <c:pt idx="190">
                  <c:v>0.256442268961</c:v>
                </c:pt>
                <c:pt idx="191">
                  <c:v>0.258886690468</c:v>
                </c:pt>
                <c:pt idx="192">
                  <c:v>0.261357812962</c:v>
                </c:pt>
                <c:pt idx="193">
                  <c:v>0.263855811084</c:v>
                </c:pt>
                <c:pt idx="194">
                  <c:v>0.266380853132</c:v>
                </c:pt>
                <c:pt idx="195">
                  <c:v>0.268933100634</c:v>
                </c:pt>
                <c:pt idx="196">
                  <c:v>0.271512707905</c:v>
                </c:pt>
                <c:pt idx="197">
                  <c:v>0.274119821591</c:v>
                </c:pt>
                <c:pt idx="198">
                  <c:v>0.2767545802</c:v>
                </c:pt>
                <c:pt idx="199">
                  <c:v>0.279417113616</c:v>
                </c:pt>
                <c:pt idx="200">
                  <c:v>0.282107542597</c:v>
                </c:pt>
                <c:pt idx="201">
                  <c:v>0.284825978257</c:v>
                </c:pt>
                <c:pt idx="202">
                  <c:v>0.287572521541</c:v>
                </c:pt>
                <c:pt idx="203">
                  <c:v>0.290347262673</c:v>
                </c:pt>
                <c:pt idx="204">
                  <c:v>0.293150280601</c:v>
                </c:pt>
                <c:pt idx="205">
                  <c:v>0.295981642416</c:v>
                </c:pt>
                <c:pt idx="206">
                  <c:v>0.298841402766</c:v>
                </c:pt>
                <c:pt idx="207">
                  <c:v>0.301729603251</c:v>
                </c:pt>
                <c:pt idx="208">
                  <c:v>0.304646271808</c:v>
                </c:pt>
                <c:pt idx="209">
                  <c:v>0.307591422072</c:v>
                </c:pt>
                <c:pt idx="210">
                  <c:v>0.310565052742</c:v>
                </c:pt>
                <c:pt idx="211">
                  <c:v>0.313567146915</c:v>
                </c:pt>
                <c:pt idx="212">
                  <c:v>0.316597671422</c:v>
                </c:pt>
                <c:pt idx="213">
                  <c:v>0.319656576147</c:v>
                </c:pt>
                <c:pt idx="214">
                  <c:v>0.322743793333</c:v>
                </c:pt>
                <c:pt idx="215">
                  <c:v>0.325859236885</c:v>
                </c:pt>
                <c:pt idx="216">
                  <c:v>0.329002801656</c:v>
                </c:pt>
                <c:pt idx="217">
                  <c:v>0.332174362731</c:v>
                </c:pt>
                <c:pt idx="218">
                  <c:v>0.3353737747</c:v>
                </c:pt>
                <c:pt idx="219">
                  <c:v>0.338600870928</c:v>
                </c:pt>
                <c:pt idx="220">
                  <c:v>0.341855462814</c:v>
                </c:pt>
                <c:pt idx="221">
                  <c:v>0.345137339057</c:v>
                </c:pt>
                <c:pt idx="222">
                  <c:v>0.348446264905</c:v>
                </c:pt>
                <c:pt idx="223">
                  <c:v>0.351781981421</c:v>
                </c:pt>
                <c:pt idx="224">
                  <c:v>0.355144204731</c:v>
                </c:pt>
                <c:pt idx="225">
                  <c:v>0.358532625286</c:v>
                </c:pt>
                <c:pt idx="226">
                  <c:v>0.361946907126</c:v>
                </c:pt>
                <c:pt idx="227">
                  <c:v>0.365386687147</c:v>
                </c:pt>
                <c:pt idx="228">
                  <c:v>0.368851574375</c:v>
                </c:pt>
                <c:pt idx="229">
                  <c:v>0.372341149254</c:v>
                </c:pt>
                <c:pt idx="230">
                  <c:v>0.375854962939</c:v>
                </c:pt>
                <c:pt idx="231">
                  <c:v>0.379392536607</c:v>
                </c:pt>
                <c:pt idx="232">
                  <c:v>0.382953360781</c:v>
                </c:pt>
                <c:pt idx="233">
                  <c:v>0.386536894674</c:v>
                </c:pt>
                <c:pt idx="234">
                  <c:v>0.390142565549</c:v>
                </c:pt>
                <c:pt idx="235">
                  <c:v>0.393769768108</c:v>
                </c:pt>
                <c:pt idx="236">
                  <c:v>0.397417863897</c:v>
                </c:pt>
                <c:pt idx="237">
                  <c:v>0.401086180743</c:v>
                </c:pt>
                <c:pt idx="238">
                  <c:v>0.404774012224</c:v>
                </c:pt>
                <c:pt idx="239">
                  <c:v>0.408480617162</c:v>
                </c:pt>
                <c:pt idx="240">
                  <c:v>0.412205219157</c:v>
                </c:pt>
                <c:pt idx="241">
                  <c:v>0.415947006159</c:v>
                </c:pt>
                <c:pt idx="242">
                  <c:v>0.419705130072</c:v>
                </c:pt>
                <c:pt idx="243">
                  <c:v>0.423478706408</c:v>
                </c:pt>
                <c:pt idx="244">
                  <c:v>0.427266813982</c:v>
                </c:pt>
                <c:pt idx="245">
                  <c:v>0.431068494655</c:v>
                </c:pt>
                <c:pt idx="246">
                  <c:v>0.434882753123</c:v>
                </c:pt>
                <c:pt idx="247">
                  <c:v>0.438708556763</c:v>
                </c:pt>
                <c:pt idx="248">
                  <c:v>0.442544835531</c:v>
                </c:pt>
                <c:pt idx="249">
                  <c:v>0.446390481915</c:v>
                </c:pt>
                <c:pt idx="250">
                  <c:v>0.450244350946</c:v>
                </c:pt>
                <c:pt idx="251">
                  <c:v>0.454105260277</c:v>
                </c:pt>
                <c:pt idx="252">
                  <c:v>0.457971990316</c:v>
                </c:pt>
                <c:pt idx="253">
                  <c:v>0.461843284426</c:v>
                </c:pt>
                <c:pt idx="254">
                  <c:v>0.465717849195</c:v>
                </c:pt>
                <c:pt idx="255">
                  <c:v>0.469594354774</c:v>
                </c:pt>
                <c:pt idx="256">
                  <c:v>0.473471435276</c:v>
                </c:pt>
                <c:pt idx="257">
                  <c:v>0.477347689263</c:v>
                </c:pt>
                <c:pt idx="258">
                  <c:v>0.481221680286</c:v>
                </c:pt>
                <c:pt idx="259">
                  <c:v>0.485091937515</c:v>
                </c:pt>
                <c:pt idx="260">
                  <c:v>0.488956956435</c:v>
                </c:pt>
                <c:pt idx="261">
                  <c:v>0.492815199618</c:v>
                </c:pt>
                <c:pt idx="262">
                  <c:v>0.496665097575</c:v>
                </c:pt>
                <c:pt idx="263">
                  <c:v>0.500505049679</c:v>
                </c:pt>
                <c:pt idx="264">
                  <c:v>0.504333425171</c:v>
                </c:pt>
                <c:pt idx="265">
                  <c:v>0.508148564237</c:v>
                </c:pt>
                <c:pt idx="266">
                  <c:v>0.511948779167</c:v>
                </c:pt>
                <c:pt idx="267">
                  <c:v>0.515732355583</c:v>
                </c:pt>
                <c:pt idx="268">
                  <c:v>0.519497553753</c:v>
                </c:pt>
                <c:pt idx="269">
                  <c:v>0.523242609973</c:v>
                </c:pt>
                <c:pt idx="270">
                  <c:v>0.526965738023</c:v>
                </c:pt>
                <c:pt idx="271">
                  <c:v>0.530665130701</c:v>
                </c:pt>
                <c:pt idx="272">
                  <c:v>0.534338961427</c:v>
                </c:pt>
                <c:pt idx="273">
                  <c:v>0.537985385915</c:v>
                </c:pt>
                <c:pt idx="274">
                  <c:v>0.541602543917</c:v>
                </c:pt>
                <c:pt idx="275">
                  <c:v>0.54518856103</c:v>
                </c:pt>
                <c:pt idx="276">
                  <c:v>0.548741550575</c:v>
                </c:pt>
                <c:pt idx="277">
                  <c:v>0.55225961553</c:v>
                </c:pt>
                <c:pt idx="278">
                  <c:v>0.555740850529</c:v>
                </c:pt>
                <c:pt idx="279">
                  <c:v>0.559183343914</c:v>
                </c:pt>
                <c:pt idx="280">
                  <c:v>0.562585179845</c:v>
                </c:pt>
                <c:pt idx="281">
                  <c:v>0.565944440462</c:v>
                </c:pt>
                <c:pt idx="282">
                  <c:v>0.569259208087</c:v>
                </c:pt>
                <c:pt idx="283">
                  <c:v>0.572527567484</c:v>
                </c:pt>
                <c:pt idx="284">
                  <c:v>0.575747608148</c:v>
                </c:pt>
                <c:pt idx="285">
                  <c:v>0.578917426636</c:v>
                </c:pt>
                <c:pt idx="286">
                  <c:v>0.582035128934</c:v>
                </c:pt>
                <c:pt idx="287">
                  <c:v>0.585098832848</c:v>
                </c:pt>
                <c:pt idx="288">
                  <c:v>0.588106670421</c:v>
                </c:pt>
                <c:pt idx="289">
                  <c:v>0.591056790376</c:v>
                </c:pt>
                <c:pt idx="290">
                  <c:v>0.593947360564</c:v>
                </c:pt>
                <c:pt idx="291">
                  <c:v>0.596776570433</c:v>
                </c:pt>
                <c:pt idx="292">
                  <c:v>0.599542633496</c:v>
                </c:pt>
                <c:pt idx="293">
                  <c:v>0.602243789805</c:v>
                </c:pt>
                <c:pt idx="294">
                  <c:v>0.60487830842</c:v>
                </c:pt>
                <c:pt idx="295">
                  <c:v>0.607444489861</c:v>
                </c:pt>
                <c:pt idx="296">
                  <c:v>0.60994066856</c:v>
                </c:pt>
                <c:pt idx="297">
                  <c:v>0.612365215279</c:v>
                </c:pt>
                <c:pt idx="298">
                  <c:v>0.61471653951</c:v>
                </c:pt>
                <c:pt idx="299">
                  <c:v>0.616993091842</c:v>
                </c:pt>
                <c:pt idx="300">
                  <c:v>0.619193366294</c:v>
                </c:pt>
                <c:pt idx="301">
                  <c:v>0.621315902598</c:v>
                </c:pt>
                <c:pt idx="302">
                  <c:v>0.623359288449</c:v>
                </c:pt>
                <c:pt idx="303">
                  <c:v>0.625322161688</c:v>
                </c:pt>
                <c:pt idx="304">
                  <c:v>0.627203212432</c:v>
                </c:pt>
                <c:pt idx="305">
                  <c:v>0.629001185147</c:v>
                </c:pt>
                <c:pt idx="306">
                  <c:v>0.630714880643</c:v>
                </c:pt>
                <c:pt idx="307">
                  <c:v>0.632343157996</c:v>
                </c:pt>
                <c:pt idx="308">
                  <c:v>0.633884936402</c:v>
                </c:pt>
                <c:pt idx="309">
                  <c:v>0.635339196933</c:v>
                </c:pt>
                <c:pt idx="310">
                  <c:v>0.636704984217</c:v>
                </c:pt>
                <c:pt idx="311">
                  <c:v>0.63798140802</c:v>
                </c:pt>
                <c:pt idx="312">
                  <c:v>0.639167644732</c:v>
                </c:pt>
                <c:pt idx="313">
                  <c:v>0.640262938753</c:v>
                </c:pt>
                <c:pt idx="314">
                  <c:v>0.641266603779</c:v>
                </c:pt>
                <c:pt idx="315">
                  <c:v>0.642178023975</c:v>
                </c:pt>
                <c:pt idx="316">
                  <c:v>0.64299665504</c:v>
                </c:pt>
                <c:pt idx="317">
                  <c:v>0.643722025164</c:v>
                </c:pt>
                <c:pt idx="318">
                  <c:v>0.64435373586</c:v>
                </c:pt>
                <c:pt idx="319">
                  <c:v>0.644891462684</c:v>
                </c:pt>
                <c:pt idx="320">
                  <c:v>0.645334955841</c:v>
                </c:pt>
                <c:pt idx="321">
                  <c:v>0.645684040659</c:v>
                </c:pt>
                <c:pt idx="322">
                  <c:v>0.645938617948</c:v>
                </c:pt>
                <c:pt idx="323">
                  <c:v>0.646098664235</c:v>
                </c:pt>
                <c:pt idx="324">
                  <c:v>0.646164231878</c:v>
                </c:pt>
                <c:pt idx="325">
                  <c:v>0.646135449052</c:v>
                </c:pt>
                <c:pt idx="326">
                  <c:v>0.646012519616</c:v>
                </c:pt>
                <c:pt idx="327">
                  <c:v>0.645795722852</c:v>
                </c:pt>
                <c:pt idx="328">
                  <c:v>0.645485413093</c:v>
                </c:pt>
                <c:pt idx="329">
                  <c:v>0.645082019216</c:v>
                </c:pt>
                <c:pt idx="330">
                  <c:v>0.644586044026</c:v>
                </c:pt>
                <c:pt idx="331">
                  <c:v>0.643998063519</c:v>
                </c:pt>
                <c:pt idx="332">
                  <c:v>0.64331872603</c:v>
                </c:pt>
                <c:pt idx="333">
                  <c:v>0.642548751266</c:v>
                </c:pt>
                <c:pt idx="334">
                  <c:v>0.641688929228</c:v>
                </c:pt>
                <c:pt idx="335">
                  <c:v>0.640740119025</c:v>
                </c:pt>
                <c:pt idx="336">
                  <c:v>0.639703247586</c:v>
                </c:pt>
                <c:pt idx="337">
                  <c:v>0.638579308263</c:v>
                </c:pt>
                <c:pt idx="338">
                  <c:v>0.637369359337</c:v>
                </c:pt>
                <c:pt idx="339">
                  <c:v>0.636074522433</c:v>
                </c:pt>
                <c:pt idx="340">
                  <c:v>0.634695980835</c:v>
                </c:pt>
                <c:pt idx="341">
                  <c:v>0.633234977719</c:v>
                </c:pt>
                <c:pt idx="342">
                  <c:v>0.631692814297</c:v>
                </c:pt>
                <c:pt idx="343">
                  <c:v>0.630070847886</c:v>
                </c:pt>
                <c:pt idx="344">
                  <c:v>0.62837048989</c:v>
                </c:pt>
                <c:pt idx="345">
                  <c:v>0.626593203725</c:v>
                </c:pt>
                <c:pt idx="346">
                  <c:v>0.624740502663</c:v>
                </c:pt>
                <c:pt idx="347">
                  <c:v>0.622813947621</c:v>
                </c:pt>
                <c:pt idx="348">
                  <c:v>0.620815144888</c:v>
                </c:pt>
                <c:pt idx="349">
                  <c:v>0.618745743796</c:v>
                </c:pt>
                <c:pt idx="350">
                  <c:v>0.616607434348</c:v>
                </c:pt>
                <c:pt idx="351">
                  <c:v>0.614401944797</c:v>
                </c:pt>
                <c:pt idx="352">
                  <c:v>0.612131039185</c:v>
                </c:pt>
                <c:pt idx="353">
                  <c:v>0.609796514852</c:v>
                </c:pt>
                <c:pt idx="354">
                  <c:v>0.607400199909</c:v>
                </c:pt>
                <c:pt idx="355">
                  <c:v>0.604943950692</c:v>
                </c:pt>
                <c:pt idx="356">
                  <c:v>0.602429649195</c:v>
                </c:pt>
                <c:pt idx="357">
                  <c:v>0.599859200485</c:v>
                </c:pt>
                <c:pt idx="358">
                  <c:v>0.597234530114</c:v>
                </c:pt>
                <c:pt idx="359">
                  <c:v>0.594557581523</c:v>
                </c:pt>
                <c:pt idx="360">
                  <c:v>0.591830313445</c:v>
                </c:pt>
                <c:pt idx="361">
                  <c:v>0.589054697319</c:v>
                </c:pt>
                <c:pt idx="362">
                  <c:v>0.586232714712</c:v>
                </c:pt>
                <c:pt idx="363">
                  <c:v>0.583366354756</c:v>
                </c:pt>
                <c:pt idx="364">
                  <c:v>0.580457611611</c:v>
                </c:pt>
                <c:pt idx="365">
                  <c:v>0.577508481947</c:v>
                </c:pt>
                <c:pt idx="366">
                  <c:v>0.574520962462</c:v>
                </c:pt>
                <c:pt idx="367">
                  <c:v>0.571497047434</c:v>
                </c:pt>
                <c:pt idx="368">
                  <c:v>0.568438726311</c:v>
                </c:pt>
                <c:pt idx="369">
                  <c:v>0.565347981349</c:v>
                </c:pt>
                <c:pt idx="370">
                  <c:v>0.562226785293</c:v>
                </c:pt>
                <c:pt idx="371">
                  <c:v>0.559077099119</c:v>
                </c:pt>
                <c:pt idx="372">
                  <c:v>0.555900869825</c:v>
                </c:pt>
                <c:pt idx="373">
                  <c:v>0.552700028285</c:v>
                </c:pt>
                <c:pt idx="374">
                  <c:v>0.549476487168</c:v>
                </c:pt>
                <c:pt idx="375">
                  <c:v>0.546232138927</c:v>
                </c:pt>
                <c:pt idx="376">
                  <c:v>0.542968853848</c:v>
                </c:pt>
                <c:pt idx="377">
                  <c:v>0.539688478184</c:v>
                </c:pt>
                <c:pt idx="378">
                  <c:v>0.536392832359</c:v>
                </c:pt>
                <c:pt idx="379">
                  <c:v>0.533083709248</c:v>
                </c:pt>
                <c:pt idx="380">
                  <c:v>0.529762872542</c:v>
                </c:pt>
                <c:pt idx="381">
                  <c:v>0.526432055192</c:v>
                </c:pt>
                <c:pt idx="382">
                  <c:v>0.523092957933</c:v>
                </c:pt>
                <c:pt idx="383">
                  <c:v>0.519747247899</c:v>
                </c:pt>
                <c:pt idx="384">
                  <c:v>0.51639655732</c:v>
                </c:pt>
                <c:pt idx="385">
                  <c:v>0.513042482302</c:v>
                </c:pt>
                <c:pt idx="386">
                  <c:v>0.509686581696</c:v>
                </c:pt>
                <c:pt idx="387">
                  <c:v>0.506330376054</c:v>
                </c:pt>
                <c:pt idx="388">
                  <c:v>0.502975346673</c:v>
                </c:pt>
                <c:pt idx="389">
                  <c:v>0.499622934714</c:v>
                </c:pt>
                <c:pt idx="390">
                  <c:v>0.496274540421</c:v>
                </c:pt>
                <c:pt idx="391">
                  <c:v>0.492931522412</c:v>
                </c:pt>
                <c:pt idx="392">
                  <c:v>0.489595197061</c:v>
                </c:pt>
                <c:pt idx="393">
                  <c:v>0.486266837954</c:v>
                </c:pt>
                <c:pt idx="394">
                  <c:v>0.48294767543</c:v>
                </c:pt>
                <c:pt idx="395">
                  <c:v>0.479638896202</c:v>
                </c:pt>
                <c:pt idx="396">
                  <c:v>0.476341643047</c:v>
                </c:pt>
                <c:pt idx="397">
                  <c:v>0.473057014578</c:v>
                </c:pt>
                <c:pt idx="398">
                  <c:v>0.469786065081</c:v>
                </c:pt>
                <c:pt idx="399">
                  <c:v>0.466529804432</c:v>
                </c:pt>
                <c:pt idx="400">
                  <c:v>0.463289198068</c:v>
                </c:pt>
                <c:pt idx="401">
                  <c:v>0.460065167036</c:v>
                </c:pt>
                <c:pt idx="402">
                  <c:v>0.456858588095</c:v>
                </c:pt>
                <c:pt idx="403">
                  <c:v>0.453670293883</c:v>
                </c:pt>
                <c:pt idx="404">
                  <c:v>0.450501073143</c:v>
                </c:pt>
                <c:pt idx="405">
                  <c:v>0.447351670994</c:v>
                </c:pt>
                <c:pt idx="406">
                  <c:v>0.444222789268</c:v>
                </c:pt>
                <c:pt idx="407">
                  <c:v>0.441115086886</c:v>
                </c:pt>
                <c:pt idx="408">
                  <c:v>0.438029180285</c:v>
                </c:pt>
                <c:pt idx="409">
                  <c:v>0.43496564389</c:v>
                </c:pt>
                <c:pt idx="410">
                  <c:v>0.431925010625</c:v>
                </c:pt>
                <c:pt idx="411">
                  <c:v>0.428907772465</c:v>
                </c:pt>
                <c:pt idx="412">
                  <c:v>0.425914381028</c:v>
                </c:pt>
                <c:pt idx="413">
                  <c:v>0.422945248194</c:v>
                </c:pt>
                <c:pt idx="414">
                  <c:v>0.420000746766</c:v>
                </c:pt>
                <c:pt idx="415">
                  <c:v>0.417081211153</c:v>
                </c:pt>
                <c:pt idx="416">
                  <c:v>0.414186938086</c:v>
                </c:pt>
                <c:pt idx="417">
                  <c:v>0.411318187359</c:v>
                </c:pt>
                <c:pt idx="418">
                  <c:v>0.408475182592</c:v>
                </c:pt>
                <c:pt idx="419">
                  <c:v>0.405658112018</c:v>
                </c:pt>
                <c:pt idx="420">
                  <c:v>0.402867129293</c:v>
                </c:pt>
                <c:pt idx="421">
                  <c:v>0.400102354322</c:v>
                </c:pt>
                <c:pt idx="422">
                  <c:v>0.397363874102</c:v>
                </c:pt>
                <c:pt idx="423">
                  <c:v>0.39465174358</c:v>
                </c:pt>
                <c:pt idx="424">
                  <c:v>0.391965986533</c:v>
                </c:pt>
                <c:pt idx="425">
                  <c:v>0.389306596451</c:v>
                </c:pt>
                <c:pt idx="426">
                  <c:v>0.386673537439</c:v>
                </c:pt>
                <c:pt idx="427">
                  <c:v>0.384066745124</c:v>
                </c:pt>
                <c:pt idx="428">
                  <c:v>0.381486127582</c:v>
                </c:pt>
                <c:pt idx="429">
                  <c:v>0.378931566259</c:v>
                </c:pt>
                <c:pt idx="430">
                  <c:v>0.376402916913</c:v>
                </c:pt>
                <c:pt idx="431">
                  <c:v>0.373900010555</c:v>
                </c:pt>
                <c:pt idx="432">
                  <c:v>0.3714226544</c:v>
                </c:pt>
                <c:pt idx="433">
                  <c:v>0.368970632819</c:v>
                </c:pt>
                <c:pt idx="434">
                  <c:v>0.366543708298</c:v>
                </c:pt>
                <c:pt idx="435">
                  <c:v>0.364141622405</c:v>
                </c:pt>
                <c:pt idx="436">
                  <c:v>0.361764096748</c:v>
                </c:pt>
                <c:pt idx="437">
                  <c:v>0.359410833946</c:v>
                </c:pt>
                <c:pt idx="438">
                  <c:v>0.357081518597</c:v>
                </c:pt>
                <c:pt idx="439">
                  <c:v>0.354775818247</c:v>
                </c:pt>
                <c:pt idx="440">
                  <c:v>0.352493384359</c:v>
                </c:pt>
                <c:pt idx="441">
                  <c:v>0.35023385328</c:v>
                </c:pt>
                <c:pt idx="442">
                  <c:v>0.347996847212</c:v>
                </c:pt>
                <c:pt idx="443">
                  <c:v>0.34578197517</c:v>
                </c:pt>
                <c:pt idx="444">
                  <c:v>0.343588833952</c:v>
                </c:pt>
                <c:pt idx="445">
                  <c:v>0.341417009091</c:v>
                </c:pt>
                <c:pt idx="446">
                  <c:v>0.339266075812</c:v>
                </c:pt>
                <c:pt idx="447">
                  <c:v>0.337135599984</c:v>
                </c:pt>
                <c:pt idx="448">
                  <c:v>0.335025139055</c:v>
                </c:pt>
                <c:pt idx="449">
                  <c:v>0.332934242998</c:v>
                </c:pt>
                <c:pt idx="450">
                  <c:v>0.330862455237</c:v>
                </c:pt>
                <c:pt idx="451">
                  <c:v>0.328809313564</c:v>
                </c:pt>
                <c:pt idx="452">
                  <c:v>0.326774351058</c:v>
                </c:pt>
                <c:pt idx="453">
                  <c:v>0.324757096985</c:v>
                </c:pt>
                <c:pt idx="454">
                  <c:v>0.322757077686</c:v>
                </c:pt>
                <c:pt idx="455">
                  <c:v>0.320773817461</c:v>
                </c:pt>
                <c:pt idx="456">
                  <c:v>0.318806839436</c:v>
                </c:pt>
                <c:pt idx="457">
                  <c:v>0.316855666415</c:v>
                </c:pt>
                <c:pt idx="458">
                  <c:v>0.314919821719</c:v>
                </c:pt>
                <c:pt idx="459">
                  <c:v>0.312998830012</c:v>
                </c:pt>
                <c:pt idx="460">
                  <c:v>0.311092218108</c:v>
                </c:pt>
                <c:pt idx="461">
                  <c:v>0.30919951576</c:v>
                </c:pt>
                <c:pt idx="462">
                  <c:v>0.307320256435</c:v>
                </c:pt>
                <c:pt idx="463">
                  <c:v>0.305453978062</c:v>
                </c:pt>
                <c:pt idx="464">
                  <c:v>0.303600223772</c:v>
                </c:pt>
                <c:pt idx="465">
                  <c:v>0.301758542603</c:v>
                </c:pt>
                <c:pt idx="466">
                  <c:v>0.299928490193</c:v>
                </c:pt>
                <c:pt idx="467">
                  <c:v>0.298109629448</c:v>
                </c:pt>
                <c:pt idx="468">
                  <c:v>0.296301531182</c:v>
                </c:pt>
                <c:pt idx="469">
                  <c:v>0.294503774738</c:v>
                </c:pt>
                <c:pt idx="470">
                  <c:v>0.29271594858</c:v>
                </c:pt>
                <c:pt idx="471">
                  <c:v>0.290937650859</c:v>
                </c:pt>
                <c:pt idx="472">
                  <c:v>0.289168489953</c:v>
                </c:pt>
                <c:pt idx="473">
                  <c:v>0.287408084977</c:v>
                </c:pt>
                <c:pt idx="474">
                  <c:v>0.285656066268</c:v>
                </c:pt>
                <c:pt idx="475">
                  <c:v>0.283912075837</c:v>
                </c:pt>
                <c:pt idx="476">
                  <c:v>0.282175767791</c:v>
                </c:pt>
                <c:pt idx="477">
                  <c:v>0.280446808731</c:v>
                </c:pt>
                <c:pt idx="478">
                  <c:v>0.278724878105</c:v>
                </c:pt>
                <c:pt idx="479">
                  <c:v>0.277009668545</c:v>
                </c:pt>
                <c:pt idx="480">
                  <c:v>0.275300886165</c:v>
                </c:pt>
                <c:pt idx="481">
                  <c:v>0.27359825082</c:v>
                </c:pt>
                <c:pt idx="482">
                  <c:v>0.271901496346</c:v>
                </c:pt>
                <c:pt idx="483">
                  <c:v>0.270210370754</c:v>
                </c:pt>
                <c:pt idx="484">
                  <c:v>0.268524636401</c:v>
                </c:pt>
                <c:pt idx="485">
                  <c:v>0.26684407012</c:v>
                </c:pt>
                <c:pt idx="486">
                  <c:v>0.265168463324</c:v>
                </c:pt>
                <c:pt idx="487">
                  <c:v>0.263497622065</c:v>
                </c:pt>
                <c:pt idx="488">
                  <c:v>0.261831367078</c:v>
                </c:pt>
                <c:pt idx="489">
                  <c:v>0.260169533773</c:v>
                </c:pt>
                <c:pt idx="490">
                  <c:v>0.258511972207</c:v>
                </c:pt>
                <c:pt idx="491">
                  <c:v>0.256858547022</c:v>
                </c:pt>
                <c:pt idx="492">
                  <c:v>0.255209137343</c:v>
                </c:pt>
                <c:pt idx="493">
                  <c:v>0.25356363666</c:v>
                </c:pt>
                <c:pt idx="494">
                  <c:v>0.251921952661</c:v>
                </c:pt>
                <c:pt idx="495">
                  <c:v>0.250284007053</c:v>
                </c:pt>
                <c:pt idx="496">
                  <c:v>0.248649735342</c:v>
                </c:pt>
                <c:pt idx="497">
                  <c:v>0.24701908659</c:v>
                </c:pt>
                <c:pt idx="498">
                  <c:v>0.245392023144</c:v>
                </c:pt>
                <c:pt idx="499">
                  <c:v>0.24376852034</c:v>
                </c:pt>
                <c:pt idx="500">
                  <c:v>0.242148566179</c:v>
                </c:pt>
                <c:pt idx="501">
                  <c:v>0.240532160985</c:v>
                </c:pt>
                <c:pt idx="502">
                  <c:v>0.238919317035</c:v>
                </c:pt>
                <c:pt idx="503">
                  <c:v>0.237310058172</c:v>
                </c:pt>
                <c:pt idx="504">
                  <c:v>0.235704419395</c:v>
                </c:pt>
                <c:pt idx="505">
                  <c:v>0.234102446439</c:v>
                </c:pt>
                <c:pt idx="506">
                  <c:v>0.232504195325</c:v>
                </c:pt>
                <c:pt idx="507">
                  <c:v>0.230909731909</c:v>
                </c:pt>
                <c:pt idx="508">
                  <c:v>0.229319131408</c:v>
                </c:pt>
                <c:pt idx="509">
                  <c:v>0.22773247792</c:v>
                </c:pt>
                <c:pt idx="510">
                  <c:v>0.22614986393</c:v>
                </c:pt>
                <c:pt idx="511">
                  <c:v>0.224571389812</c:v>
                </c:pt>
                <c:pt idx="512">
                  <c:v>0.22299716332</c:v>
                </c:pt>
                <c:pt idx="513">
                  <c:v>0.221427299075</c:v>
                </c:pt>
                <c:pt idx="514">
                  <c:v>0.219861918054</c:v>
                </c:pt>
                <c:pt idx="515">
                  <c:v>0.218301147068</c:v>
                </c:pt>
                <c:pt idx="516">
                  <c:v>0.216745118244</c:v>
                </c:pt>
                <c:pt idx="517">
                  <c:v>0.215193968517</c:v>
                </c:pt>
                <c:pt idx="518">
                  <c:v>0.213647839107</c:v>
                </c:pt>
                <c:pt idx="519">
                  <c:v>0.212106875019</c:v>
                </c:pt>
                <c:pt idx="520">
                  <c:v>0.210571224535</c:v>
                </c:pt>
                <c:pt idx="521">
                  <c:v>0.209041038723</c:v>
                </c:pt>
                <c:pt idx="522">
                  <c:v>0.207516470948</c:v>
                </c:pt>
                <c:pt idx="523">
                  <c:v>0.205997676398</c:v>
                </c:pt>
                <c:pt idx="524">
                  <c:v>0.204484811616</c:v>
                </c:pt>
                <c:pt idx="525">
                  <c:v>0.202978034049</c:v>
                </c:pt>
                <c:pt idx="526">
                  <c:v>0.201477501607</c:v>
                </c:pt>
                <c:pt idx="527">
                  <c:v>0.199983372237</c:v>
                </c:pt>
                <c:pt idx="528">
                  <c:v>0.198495803514</c:v>
                </c:pt>
                <c:pt idx="529">
                  <c:v>0.197014952244</c:v>
                </c:pt>
                <c:pt idx="530">
                  <c:v>0.195540974083</c:v>
                </c:pt>
                <c:pt idx="531">
                  <c:v>0.194074023181</c:v>
                </c:pt>
                <c:pt idx="532">
                  <c:v>0.192614251833</c:v>
                </c:pt>
                <c:pt idx="533">
                  <c:v>0.191161810152</c:v>
                </c:pt>
                <c:pt idx="534">
                  <c:v>0.189716845764</c:v>
                </c:pt>
                <c:pt idx="535">
                  <c:v>0.188279503517</c:v>
                </c:pt>
                <c:pt idx="536">
                  <c:v>0.186849925206</c:v>
                </c:pt>
                <c:pt idx="537">
                  <c:v>0.185428249325</c:v>
                </c:pt>
                <c:pt idx="538">
                  <c:v>0.184014610828</c:v>
                </c:pt>
                <c:pt idx="539">
                  <c:v>0.182609140916</c:v>
                </c:pt>
                <c:pt idx="540">
                  <c:v>0.181211966841</c:v>
                </c:pt>
                <c:pt idx="541">
                  <c:v>0.179823211722</c:v>
                </c:pt>
                <c:pt idx="542">
                  <c:v>0.178442994388</c:v>
                </c:pt>
                <c:pt idx="543">
                  <c:v>0.177071429229</c:v>
                </c:pt>
                <c:pt idx="544">
                  <c:v>0.175708626076</c:v>
                </c:pt>
                <c:pt idx="545">
                  <c:v>0.174354690085</c:v>
                </c:pt>
                <c:pt idx="546">
                  <c:v>0.173009721645</c:v>
                </c:pt>
                <c:pt idx="547">
                  <c:v>0.171673816302</c:v>
                </c:pt>
                <c:pt idx="548">
                  <c:v>0.170347064691</c:v>
                </c:pt>
                <c:pt idx="549">
                  <c:v>0.169029552495</c:v>
                </c:pt>
                <c:pt idx="550">
                  <c:v>0.167721360403</c:v>
                </c:pt>
                <c:pt idx="551">
                  <c:v>0.166422564094</c:v>
                </c:pt>
                <c:pt idx="552">
                  <c:v>0.165133234229</c:v>
                </c:pt>
                <c:pt idx="553">
                  <c:v>0.163853436451</c:v>
                </c:pt>
                <c:pt idx="554">
                  <c:v>0.162583231404</c:v>
                </c:pt>
                <c:pt idx="555">
                  <c:v>0.16132267476</c:v>
                </c:pt>
                <c:pt idx="556">
                  <c:v>0.16007181725</c:v>
                </c:pt>
                <c:pt idx="557">
                  <c:v>0.158830704718</c:v>
                </c:pt>
                <c:pt idx="558">
                  <c:v>0.157599378168</c:v>
                </c:pt>
                <c:pt idx="559">
                  <c:v>0.156377873833</c:v>
                </c:pt>
                <c:pt idx="560">
                  <c:v>0.15516622324</c:v>
                </c:pt>
                <c:pt idx="561">
                  <c:v>0.153964453293</c:v>
                </c:pt>
                <c:pt idx="562">
                  <c:v>0.152772586354</c:v>
                </c:pt>
                <c:pt idx="563">
                  <c:v>0.151590640332</c:v>
                </c:pt>
                <c:pt idx="564">
                  <c:v>0.150418628779</c:v>
                </c:pt>
                <c:pt idx="565">
                  <c:v>0.14925656099</c:v>
                </c:pt>
                <c:pt idx="566">
                  <c:v>0.148104442103</c:v>
                </c:pt>
                <c:pt idx="567">
                  <c:v>0.14696227321</c:v>
                </c:pt>
                <c:pt idx="568">
                  <c:v>0.145830051467</c:v>
                </c:pt>
                <c:pt idx="569">
                  <c:v>0.144707770204</c:v>
                </c:pt>
                <c:pt idx="570">
                  <c:v>0.143595419039</c:v>
                </c:pt>
                <c:pt idx="571">
                  <c:v>0.142492983999</c:v>
                </c:pt>
                <c:pt idx="572">
                  <c:v>0.141400447636</c:v>
                </c:pt>
                <c:pt idx="573">
                  <c:v>0.140317789143</c:v>
                </c:pt>
                <c:pt idx="574">
                  <c:v>0.139244984478</c:v>
                </c:pt>
                <c:pt idx="575">
                  <c:v>0.138182006479</c:v>
                </c:pt>
                <c:pt idx="576">
                  <c:v>0.137128824989</c:v>
                </c:pt>
                <c:pt idx="577">
                  <c:v>0.136085406969</c:v>
                </c:pt>
                <c:pt idx="578">
                  <c:v>0.135051716622</c:v>
                </c:pt>
                <c:pt idx="579">
                  <c:v>0.134027715507</c:v>
                </c:pt>
                <c:pt idx="580">
                  <c:v>0.133013362659</c:v>
                </c:pt>
                <c:pt idx="581">
                  <c:v>0.1320086147</c:v>
                </c:pt>
                <c:pt idx="582">
                  <c:v>0.131013425956</c:v>
                </c:pt>
                <c:pt idx="583">
                  <c:v>0.130027748571</c:v>
                </c:pt>
                <c:pt idx="584">
                  <c:v>0.12905153261</c:v>
                </c:pt>
                <c:pt idx="585">
                  <c:v>0.128084726177</c:v>
                </c:pt>
                <c:pt idx="586">
                  <c:v>0.127127275511</c:v>
                </c:pt>
                <c:pt idx="587">
                  <c:v>0.1261791251</c:v>
                </c:pt>
                <c:pt idx="588">
                  <c:v>0.125240217774</c:v>
                </c:pt>
                <c:pt idx="589">
                  <c:v>0.124310494811</c:v>
                </c:pt>
                <c:pt idx="590">
                  <c:v>0.123389896031</c:v>
                </c:pt>
                <c:pt idx="591">
                  <c:v>0.122478359888</c:v>
                </c:pt>
                <c:pt idx="592">
                  <c:v>0.121575823568</c:v>
                </c:pt>
                <c:pt idx="593">
                  <c:v>0.120682223071</c:v>
                </c:pt>
                <c:pt idx="594">
                  <c:v>0.119797493303</c:v>
                </c:pt>
                <c:pt idx="595">
                  <c:v>0.118921568159</c:v>
                </c:pt>
                <c:pt idx="596">
                  <c:v>0.118054380602</c:v>
                </c:pt>
                <c:pt idx="597">
                  <c:v>0.117195862744</c:v>
                </c:pt>
                <c:pt idx="598">
                  <c:v>0.116345945921</c:v>
                </c:pt>
                <c:pt idx="599">
                  <c:v>0.115504560767</c:v>
                </c:pt>
                <c:pt idx="600">
                  <c:v>0.114671637284</c:v>
                </c:pt>
                <c:pt idx="601">
                  <c:v>0.113847104913</c:v>
                </c:pt>
                <c:pt idx="602">
                  <c:v>0.113030892594</c:v>
                </c:pt>
                <c:pt idx="603">
                  <c:v>0.112222928835</c:v>
                </c:pt>
                <c:pt idx="604">
                  <c:v>0.111423141771</c:v>
                </c:pt>
                <c:pt idx="605">
                  <c:v>0.11063145922</c:v>
                </c:pt>
                <c:pt idx="606">
                  <c:v>0.109847808742</c:v>
                </c:pt>
                <c:pt idx="607">
                  <c:v>0.109072117689</c:v>
                </c:pt>
                <c:pt idx="608">
                  <c:v>0.10830431326</c:v>
                </c:pt>
                <c:pt idx="609">
                  <c:v>0.107544322547</c:v>
                </c:pt>
                <c:pt idx="610">
                  <c:v>0.106792072584</c:v>
                </c:pt>
                <c:pt idx="611">
                  <c:v>0.10604749039</c:v>
                </c:pt>
                <c:pt idx="612">
                  <c:v>0.105310503009</c:v>
                </c:pt>
                <c:pt idx="613">
                  <c:v>0.104581037558</c:v>
                </c:pt>
                <c:pt idx="614">
                  <c:v>0.103859021256</c:v>
                </c:pt>
                <c:pt idx="615">
                  <c:v>0.103144381468</c:v>
                </c:pt>
                <c:pt idx="616">
                  <c:v>0.102437045735</c:v>
                </c:pt>
                <c:pt idx="617">
                  <c:v>0.101736941809</c:v>
                </c:pt>
                <c:pt idx="618">
                  <c:v>0.101043997683</c:v>
                </c:pt>
                <c:pt idx="619">
                  <c:v>0.10035814162</c:v>
                </c:pt>
                <c:pt idx="620">
                  <c:v>0.0996793021828</c:v>
                </c:pt>
                <c:pt idx="621">
                  <c:v>0.099007408256</c:v>
                </c:pt>
                <c:pt idx="622">
                  <c:v>0.0983423890742</c:v>
                </c:pt>
                <c:pt idx="623">
                  <c:v>0.0976841742429</c:v>
                </c:pt>
                <c:pt idx="624">
                  <c:v>0.0970326937605</c:v>
                </c:pt>
                <c:pt idx="625">
                  <c:v>0.0963878780384</c:v>
                </c:pt>
                <c:pt idx="626">
                  <c:v>0.0957496579195</c:v>
                </c:pt>
                <c:pt idx="627">
                  <c:v>0.095117964696</c:v>
                </c:pt>
                <c:pt idx="628">
                  <c:v>0.0944927301251</c:v>
                </c:pt>
                <c:pt idx="629">
                  <c:v>0.0938738864441</c:v>
                </c:pt>
                <c:pt idx="630">
                  <c:v>0.0932613663846</c:v>
                </c:pt>
                <c:pt idx="631">
                  <c:v>0.0926551031844</c:v>
                </c:pt>
                <c:pt idx="632">
                  <c:v>0.0920550305997</c:v>
                </c:pt>
                <c:pt idx="633">
                  <c:v>0.0914610829157</c:v>
                </c:pt>
                <c:pt idx="634">
                  <c:v>0.0908731949557</c:v>
                </c:pt>
                <c:pt idx="635">
                  <c:v>0.0902913020901</c:v>
                </c:pt>
                <c:pt idx="636">
                  <c:v>0.0897153402441</c:v>
                </c:pt>
                <c:pt idx="637">
                  <c:v>0.0891452459044</c:v>
                </c:pt>
                <c:pt idx="638">
                  <c:v>0.0885809561253</c:v>
                </c:pt>
                <c:pt idx="639">
                  <c:v>0.0880224085339</c:v>
                </c:pt>
                <c:pt idx="640">
                  <c:v>0.0874695413347</c:v>
                </c:pt>
                <c:pt idx="641">
                  <c:v>0.0869222933128</c:v>
                </c:pt>
                <c:pt idx="642">
                  <c:v>0.0863806038376</c:v>
                </c:pt>
                <c:pt idx="643">
                  <c:v>0.0858444128646</c:v>
                </c:pt>
                <c:pt idx="644">
                  <c:v>0.0853136609373</c:v>
                </c:pt>
                <c:pt idx="645">
                  <c:v>0.0847882891883</c:v>
                </c:pt>
                <c:pt idx="646">
                  <c:v>0.0842682393398</c:v>
                </c:pt>
                <c:pt idx="647">
                  <c:v>0.0837534537032</c:v>
                </c:pt>
                <c:pt idx="648">
                  <c:v>0.0832438751791</c:v>
                </c:pt>
                <c:pt idx="649">
                  <c:v>0.0827394472556</c:v>
                </c:pt>
                <c:pt idx="650">
                  <c:v>0.0822401140072</c:v>
                </c:pt>
                <c:pt idx="651">
                  <c:v>0.0817458200923</c:v>
                </c:pt>
                <c:pt idx="652">
                  <c:v>0.0812565107509</c:v>
                </c:pt>
                <c:pt idx="653">
                  <c:v>0.080772131802</c:v>
                </c:pt>
                <c:pt idx="654">
                  <c:v>0.0802926296397</c:v>
                </c:pt>
                <c:pt idx="655">
                  <c:v>0.0798179512299</c:v>
                </c:pt>
                <c:pt idx="656">
                  <c:v>0.0793480441062</c:v>
                </c:pt>
                <c:pt idx="657">
                  <c:v>0.0788828563654</c:v>
                </c:pt>
                <c:pt idx="658">
                  <c:v>0.0784223366631</c:v>
                </c:pt>
                <c:pt idx="659">
                  <c:v>0.0779664342084</c:v>
                </c:pt>
                <c:pt idx="660">
                  <c:v>0.0775150987588</c:v>
                </c:pt>
                <c:pt idx="661">
                  <c:v>0.0770682806144</c:v>
                </c:pt>
                <c:pt idx="662">
                  <c:v>0.0766259306124</c:v>
                </c:pt>
                <c:pt idx="663">
                  <c:v>0.0761880001212</c:v>
                </c:pt>
                <c:pt idx="664">
                  <c:v>0.0757544410335</c:v>
                </c:pt>
                <c:pt idx="665">
                  <c:v>0.0753252057606</c:v>
                </c:pt>
                <c:pt idx="666">
                  <c:v>0.0749002472253</c:v>
                </c:pt>
                <c:pt idx="667">
                  <c:v>0.0744795188553</c:v>
                </c:pt>
                <c:pt idx="668">
                  <c:v>0.074062974576</c:v>
                </c:pt>
                <c:pt idx="669">
                  <c:v>0.0736505688036</c:v>
                </c:pt>
                <c:pt idx="670">
                  <c:v>0.0732422564379</c:v>
                </c:pt>
                <c:pt idx="671">
                  <c:v>0.0728379928547</c:v>
                </c:pt>
                <c:pt idx="672">
                  <c:v>0.0724377338984</c:v>
                </c:pt>
                <c:pt idx="673">
                  <c:v>0.0720414358745</c:v>
                </c:pt>
                <c:pt idx="674">
                  <c:v>0.0716490555422</c:v>
                </c:pt>
                <c:pt idx="675">
                  <c:v>0.071260550106</c:v>
                </c:pt>
                <c:pt idx="676">
                  <c:v>0.0708758772087</c:v>
                </c:pt>
                <c:pt idx="677">
                  <c:v>0.0704949949232</c:v>
                </c:pt>
                <c:pt idx="678">
                  <c:v>0.0701178617448</c:v>
                </c:pt>
                <c:pt idx="679">
                  <c:v>0.0697444365831</c:v>
                </c:pt>
                <c:pt idx="680">
                  <c:v>0.0693746787547</c:v>
                </c:pt>
                <c:pt idx="681">
                  <c:v>0.0690085479749</c:v>
                </c:pt>
                <c:pt idx="682">
                  <c:v>0.06864600435</c:v>
                </c:pt>
                <c:pt idx="683">
                  <c:v>0.0682870083696</c:v>
                </c:pt>
                <c:pt idx="684">
                  <c:v>0.0679315208988</c:v>
                </c:pt>
                <c:pt idx="685">
                  <c:v>0.0675795031708</c:v>
                </c:pt>
                <c:pt idx="686">
                  <c:v>0.0672309167787</c:v>
                </c:pt>
                <c:pt idx="687">
                  <c:v>0.0668857236687</c:v>
                </c:pt>
                <c:pt idx="688">
                  <c:v>0.0665438861322</c:v>
                </c:pt>
                <c:pt idx="689">
                  <c:v>0.0662053667984</c:v>
                </c:pt>
                <c:pt idx="690">
                  <c:v>0.0658701286275</c:v>
                </c:pt>
                <c:pt idx="691">
                  <c:v>0.0655381349034</c:v>
                </c:pt>
                <c:pt idx="692">
                  <c:v>0.0652093492266</c:v>
                </c:pt>
                <c:pt idx="693">
                  <c:v>0.0648837355077</c:v>
                </c:pt>
                <c:pt idx="694">
                  <c:v>0.0645612579603</c:v>
                </c:pt>
                <c:pt idx="695">
                  <c:v>0.0642418810951</c:v>
                </c:pt>
                <c:pt idx="696">
                  <c:v>0.0639255697129</c:v>
                </c:pt>
                <c:pt idx="697">
                  <c:v>0.0636122888989</c:v>
                </c:pt>
                <c:pt idx="698">
                  <c:v>0.0633020040167</c:v>
                </c:pt>
                <c:pt idx="699">
                  <c:v>0.0629946807023</c:v>
                </c:pt>
                <c:pt idx="700">
                  <c:v>0.0626902848586</c:v>
                </c:pt>
                <c:pt idx="701">
                  <c:v>0.0623887826502</c:v>
                </c:pt>
                <c:pt idx="702">
                  <c:v>0.062090140498</c:v>
                </c:pt>
                <c:pt idx="703">
                  <c:v>0.0617943250743</c:v>
                </c:pt>
                <c:pt idx="704">
                  <c:v>0.0615013032982</c:v>
                </c:pt>
                <c:pt idx="705">
                  <c:v>0.0612110423309</c:v>
                </c:pt>
                <c:pt idx="706">
                  <c:v>0.0609235095714</c:v>
                </c:pt>
                <c:pt idx="707">
                  <c:v>0.0606386726525</c:v>
                </c:pt>
                <c:pt idx="708">
                  <c:v>0.0603564994371</c:v>
                </c:pt>
                <c:pt idx="709">
                  <c:v>0.0600769580141</c:v>
                </c:pt>
                <c:pt idx="710">
                  <c:v>0.0598000166954</c:v>
                </c:pt>
                <c:pt idx="711">
                  <c:v>0.0595256440127</c:v>
                </c:pt>
                <c:pt idx="712">
                  <c:v>0.0592538087141</c:v>
                </c:pt>
                <c:pt idx="713">
                  <c:v>0.0589844797618</c:v>
                </c:pt>
                <c:pt idx="714">
                  <c:v>0.0587176263296</c:v>
                </c:pt>
                <c:pt idx="715">
                  <c:v>0.0584532177998</c:v>
                </c:pt>
                <c:pt idx="716">
                  <c:v>0.0581912237621</c:v>
                </c:pt>
                <c:pt idx="717">
                  <c:v>0.0579316140109</c:v>
                </c:pt>
                <c:pt idx="718">
                  <c:v>0.0576743585437</c:v>
                </c:pt>
                <c:pt idx="719">
                  <c:v>0.0574194275598</c:v>
                </c:pt>
                <c:pt idx="720">
                  <c:v>0.0571667914584</c:v>
                </c:pt>
                <c:pt idx="721">
                  <c:v>0.0569164208379</c:v>
                </c:pt>
                <c:pt idx="722">
                  <c:v>0.0566682864943</c:v>
                </c:pt>
                <c:pt idx="723">
                  <c:v>0.0564223594206</c:v>
                </c:pt>
                <c:pt idx="724">
                  <c:v>0.056178610806</c:v>
                </c:pt>
                <c:pt idx="725">
                  <c:v>0.0559370120348</c:v>
                </c:pt>
                <c:pt idx="726">
                  <c:v>0.0556975346864</c:v>
                </c:pt>
                <c:pt idx="727">
                  <c:v>0.0554601505346</c:v>
                </c:pt>
                <c:pt idx="728">
                  <c:v>0.0552248315471</c:v>
                </c:pt>
                <c:pt idx="729">
                  <c:v>0.0549915498854</c:v>
                </c:pt>
                <c:pt idx="730">
                  <c:v>0.0547602779048</c:v>
                </c:pt>
                <c:pt idx="731">
                  <c:v>0.054530988154</c:v>
                </c:pt>
                <c:pt idx="732">
                  <c:v>0.0543036533749</c:v>
                </c:pt>
                <c:pt idx="733">
                  <c:v>0.0540782465031</c:v>
                </c:pt>
                <c:pt idx="734">
                  <c:v>0.0538547406676</c:v>
                </c:pt>
                <c:pt idx="735">
                  <c:v>0.0536331091911</c:v>
                </c:pt>
                <c:pt idx="736">
                  <c:v>0.0534133255895</c:v>
                </c:pt>
                <c:pt idx="737">
                  <c:v>0.0531953635729</c:v>
                </c:pt>
                <c:pt idx="738">
                  <c:v>0.0529791970451</c:v>
                </c:pt>
                <c:pt idx="739">
                  <c:v>0.0527648001038</c:v>
                </c:pt>
                <c:pt idx="740">
                  <c:v>0.052552147041</c:v>
                </c:pt>
                <c:pt idx="741">
                  <c:v>0.0523412123428</c:v>
                </c:pt>
                <c:pt idx="742">
                  <c:v>0.0521319706895</c:v>
                </c:pt>
                <c:pt idx="743">
                  <c:v>0.0519243969561</c:v>
                </c:pt>
                <c:pt idx="744">
                  <c:v>0.0517184662116</c:v>
                </c:pt>
                <c:pt idx="745">
                  <c:v>0.0515141537198</c:v>
                </c:pt>
                <c:pt idx="746">
                  <c:v>0.0513114349388</c:v>
                </c:pt>
                <c:pt idx="747">
                  <c:v>0.0511102855209</c:v>
                </c:pt>
                <c:pt idx="748">
                  <c:v>0.050910681313</c:v>
                </c:pt>
                <c:pt idx="749">
                  <c:v>0.050712598356</c:v>
                </c:pt>
                <c:pt idx="750">
                  <c:v>0.0505160128846</c:v>
                </c:pt>
                <c:pt idx="751">
                  <c:v>0.0503209013277</c:v>
                </c:pt>
                <c:pt idx="752">
                  <c:v>0.0501272403076</c:v>
                </c:pt>
                <c:pt idx="753">
                  <c:v>0.0499350066397</c:v>
                </c:pt>
                <c:pt idx="754">
                  <c:v>0.0497441773328</c:v>
                </c:pt>
                <c:pt idx="755">
                  <c:v>0.049554729588</c:v>
                </c:pt>
                <c:pt idx="756">
                  <c:v>0.0493666407988</c:v>
                </c:pt>
                <c:pt idx="757">
                  <c:v>0.0491798885508</c:v>
                </c:pt>
                <c:pt idx="758">
                  <c:v>0.0489944506208</c:v>
                </c:pt>
                <c:pt idx="759">
                  <c:v>0.0488103049768</c:v>
                </c:pt>
                <c:pt idx="760">
                  <c:v>0.0486274297776</c:v>
                </c:pt>
                <c:pt idx="761">
                  <c:v>0.0484458033717</c:v>
                </c:pt>
                <c:pt idx="762">
                  <c:v>0.0482654042979</c:v>
                </c:pt>
                <c:pt idx="763">
                  <c:v>0.0480862112839</c:v>
                </c:pt>
                <c:pt idx="764">
                  <c:v>0.0479082032463</c:v>
                </c:pt>
                <c:pt idx="765">
                  <c:v>0.0477313592902</c:v>
                </c:pt>
                <c:pt idx="766">
                  <c:v>0.0475556587087</c:v>
                </c:pt>
                <c:pt idx="767">
                  <c:v>0.0473810809825</c:v>
                </c:pt>
                <c:pt idx="768">
                  <c:v>0.0472076057799</c:v>
                </c:pt>
                <c:pt idx="769">
                  <c:v>0.047035212956</c:v>
                </c:pt>
                <c:pt idx="770">
                  <c:v>0.0468638825531</c:v>
                </c:pt>
                <c:pt idx="771">
                  <c:v>0.0466935947998</c:v>
                </c:pt>
                <c:pt idx="772">
                  <c:v>0.0465243301119</c:v>
                </c:pt>
                <c:pt idx="773">
                  <c:v>0.0463560690915</c:v>
                </c:pt>
                <c:pt idx="774">
                  <c:v>0.0461887925277</c:v>
                </c:pt>
                <c:pt idx="775">
                  <c:v>0.0460224813967</c:v>
                </c:pt>
                <c:pt idx="776">
                  <c:v>0.0458571168619</c:v>
                </c:pt>
                <c:pt idx="777">
                  <c:v>0.0456926802748</c:v>
                </c:pt>
                <c:pt idx="778">
                  <c:v>0.045529153175</c:v>
                </c:pt>
                <c:pt idx="779">
                  <c:v>0.0453665172916</c:v>
                </c:pt>
                <c:pt idx="780">
                  <c:v>0.0452047545437</c:v>
                </c:pt>
                <c:pt idx="781">
                  <c:v>0.0450438470415</c:v>
                </c:pt>
                <c:pt idx="782">
                  <c:v>0.0448837770878</c:v>
                </c:pt>
                <c:pt idx="783">
                  <c:v>0.0447245271791</c:v>
                </c:pt>
                <c:pt idx="784">
                  <c:v>0.0445660800074</c:v>
                </c:pt>
                <c:pt idx="785">
                  <c:v>0.0444084184619</c:v>
                </c:pt>
                <c:pt idx="786">
                  <c:v>0.0442515256315</c:v>
                </c:pt>
                <c:pt idx="787">
                  <c:v>0.0440953848064</c:v>
                </c:pt>
                <c:pt idx="788">
                  <c:v>0.0439399794811</c:v>
                </c:pt>
                <c:pt idx="789">
                  <c:v>0.0437852933568</c:v>
                </c:pt>
                <c:pt idx="790">
                  <c:v>0.0436313103447</c:v>
                </c:pt>
                <c:pt idx="791">
                  <c:v>0.043478014569</c:v>
                </c:pt>
                <c:pt idx="792">
                  <c:v>0.0433253903704</c:v>
                </c:pt>
                <c:pt idx="793">
                  <c:v>0.0431734223099</c:v>
                </c:pt>
                <c:pt idx="794">
                  <c:v>0.0430220951728</c:v>
                </c:pt>
                <c:pt idx="795">
                  <c:v>0.0428713939729</c:v>
                </c:pt>
                <c:pt idx="796">
                  <c:v>0.0427213039568</c:v>
                </c:pt>
                <c:pt idx="797">
                  <c:v>0.0425718106093</c:v>
                </c:pt>
                <c:pt idx="798">
                  <c:v>0.0424228996577</c:v>
                </c:pt>
                <c:pt idx="799">
                  <c:v>0.0422745570776</c:v>
                </c:pt>
                <c:pt idx="800">
                  <c:v>0.042126769098</c:v>
                </c:pt>
                <c:pt idx="801">
                  <c:v>0.0419795222076</c:v>
                </c:pt>
                <c:pt idx="802">
                  <c:v>0.0418328031601</c:v>
                </c:pt>
                <c:pt idx="803">
                  <c:v>0.0416865989813</c:v>
                </c:pt>
                <c:pt idx="804">
                  <c:v>0.0415408969746</c:v>
                </c:pt>
                <c:pt idx="805">
                  <c:v>0.0413956847283</c:v>
                </c:pt>
                <c:pt idx="806">
                  <c:v>0.0412509501221</c:v>
                </c:pt>
                <c:pt idx="807">
                  <c:v>0.0411066813342</c:v>
                </c:pt>
                <c:pt idx="808">
                  <c:v>0.0409628668484</c:v>
                </c:pt>
                <c:pt idx="809">
                  <c:v>0.040819495461</c:v>
                </c:pt>
                <c:pt idx="810">
                  <c:v>0.0406765562889</c:v>
                </c:pt>
                <c:pt idx="811">
                  <c:v>0.0405340387762</c:v>
                </c:pt>
                <c:pt idx="812">
                  <c:v>0.0403919327021</c:v>
                </c:pt>
                <c:pt idx="813">
                  <c:v>0.0402502281883</c:v>
                </c:pt>
                <c:pt idx="814">
                  <c:v>0.0401089157065</c:v>
                </c:pt>
                <c:pt idx="815">
                  <c:v>0.0399679860859</c:v>
                </c:pt>
                <c:pt idx="816">
                  <c:v>0.0398274305202</c:v>
                </c:pt>
                <c:pt idx="817">
                  <c:v>0.0396872405756</c:v>
                </c:pt>
                <c:pt idx="818">
                  <c:v>0.0395474081973</c:v>
                </c:pt>
                <c:pt idx="819">
                  <c:v>0.0394079257166</c:v>
                </c:pt>
                <c:pt idx="820">
                  <c:v>0.0392687858579</c:v>
                </c:pt>
                <c:pt idx="821">
                  <c:v>0.0391299817451</c:v>
                </c:pt>
                <c:pt idx="822">
                  <c:v>0.0389915069076</c:v>
                </c:pt>
                <c:pt idx="823">
                  <c:v>0.0388533552865</c:v>
                </c:pt>
                <c:pt idx="824">
                  <c:v>0.0387155212401</c:v>
                </c:pt>
                <c:pt idx="825">
                  <c:v>0.0385779995489</c:v>
                </c:pt>
                <c:pt idx="826">
                  <c:v>0.0384407854205</c:v>
                </c:pt>
                <c:pt idx="827">
                  <c:v>0.0383038744937</c:v>
                </c:pt>
                <c:pt idx="828">
                  <c:v>0.0381672628422</c:v>
                </c:pt>
                <c:pt idx="829">
                  <c:v>0.0380309469781</c:v>
                </c:pt>
                <c:pt idx="830">
                  <c:v>0.0378949238541</c:v>
                </c:pt>
                <c:pt idx="831">
                  <c:v>0.0377591908657</c:v>
                </c:pt>
                <c:pt idx="832">
                  <c:v>0.0376237458524</c:v>
                </c:pt>
                <c:pt idx="833">
                  <c:v>0.0374885870987</c:v>
                </c:pt>
                <c:pt idx="834">
                  <c:v>0.0373537133335</c:v>
                </c:pt>
                <c:pt idx="835">
                  <c:v>0.0372191237299</c:v>
                </c:pt>
                <c:pt idx="836">
                  <c:v>0.0370848179033</c:v>
                </c:pt>
                <c:pt idx="837">
                  <c:v>0.0369507959092</c:v>
                </c:pt>
                <c:pt idx="838">
                  <c:v>0.0368170582404</c:v>
                </c:pt>
                <c:pt idx="839">
                  <c:v>0.0366836058226</c:v>
                </c:pt>
                <c:pt idx="840">
                  <c:v>0.0365504400101</c:v>
                </c:pt>
                <c:pt idx="841">
                  <c:v>0.0364175625801</c:v>
                </c:pt>
                <c:pt idx="842">
                  <c:v>0.0362849757264</c:v>
                </c:pt>
                <c:pt idx="843">
                  <c:v>0.0361526820523</c:v>
                </c:pt>
                <c:pt idx="844">
                  <c:v>0.0360206845628</c:v>
                </c:pt>
                <c:pt idx="845">
                  <c:v>0.0358889866554</c:v>
                </c:pt>
                <c:pt idx="846">
                  <c:v>0.0357575921107</c:v>
                </c:pt>
                <c:pt idx="847">
                  <c:v>0.0356265050824</c:v>
                </c:pt>
                <c:pt idx="848">
                  <c:v>0.0354957300858</c:v>
                </c:pt>
                <c:pt idx="849">
                  <c:v>0.0353652719859</c:v>
                </c:pt>
                <c:pt idx="850">
                  <c:v>0.0352351359855</c:v>
                </c:pt>
                <c:pt idx="851">
                  <c:v>0.0351053276112</c:v>
                </c:pt>
                <c:pt idx="852">
                  <c:v>0.0349758527002</c:v>
                </c:pt>
                <c:pt idx="853">
                  <c:v>0.0348467173853</c:v>
                </c:pt>
                <c:pt idx="854">
                  <c:v>0.0347179280806</c:v>
                </c:pt>
                <c:pt idx="855">
                  <c:v>0.0345894914655</c:v>
                </c:pt>
                <c:pt idx="856">
                  <c:v>0.0344614144687</c:v>
                </c:pt>
                <c:pt idx="857">
                  <c:v>0.0343337042522</c:v>
                </c:pt>
                <c:pt idx="858">
                  <c:v>0.0342063681944</c:v>
                </c:pt>
                <c:pt idx="859">
                  <c:v>0.0340794138731</c:v>
                </c:pt>
                <c:pt idx="860">
                  <c:v>0.0339528490479</c:v>
                </c:pt>
                <c:pt idx="861">
                  <c:v>0.0338266816433</c:v>
                </c:pt>
                <c:pt idx="862">
                  <c:v>0.0337009197303</c:v>
                </c:pt>
                <c:pt idx="863">
                  <c:v>0.0335755715095</c:v>
                </c:pt>
                <c:pt idx="864">
                  <c:v>0.0334506452927</c:v>
                </c:pt>
                <c:pt idx="865">
                  <c:v>0.0333261494856</c:v>
                </c:pt>
                <c:pt idx="866">
                  <c:v>0.0332020925695</c:v>
                </c:pt>
                <c:pt idx="867">
                  <c:v>0.0330784830847</c:v>
                </c:pt>
                <c:pt idx="868">
                  <c:v>0.0329553296123</c:v>
                </c:pt>
                <c:pt idx="869">
                  <c:v>0.0328326407577</c:v>
                </c:pt>
                <c:pt idx="870">
                  <c:v>0.0327104251331</c:v>
                </c:pt>
                <c:pt idx="871">
                  <c:v>0.0325886913417</c:v>
                </c:pt>
                <c:pt idx="872">
                  <c:v>0.032467447961</c:v>
                </c:pt>
                <c:pt idx="873">
                  <c:v>0.0323467035274</c:v>
                </c:pt>
                <c:pt idx="874">
                  <c:v>0.0322264665207</c:v>
                </c:pt>
                <c:pt idx="875">
                  <c:v>0.0321067453493</c:v>
                </c:pt>
                <c:pt idx="876">
                  <c:v>0.031987548336</c:v>
                </c:pt>
                <c:pt idx="877">
                  <c:v>0.0318688837041</c:v>
                </c:pt>
                <c:pt idx="878">
                  <c:v>0.0317507595642</c:v>
                </c:pt>
                <c:pt idx="879">
                  <c:v>0.0316331839018</c:v>
                </c:pt>
                <c:pt idx="880">
                  <c:v>0.0315161645649</c:v>
                </c:pt>
                <c:pt idx="881">
                  <c:v>0.0313997092527</c:v>
                </c:pt>
                <c:pt idx="882">
                  <c:v>0.0312838255052</c:v>
                </c:pt>
                <c:pt idx="883">
                  <c:v>0.0311685206923</c:v>
                </c:pt>
                <c:pt idx="884">
                  <c:v>0.031053802005</c:v>
                </c:pt>
                <c:pt idx="885">
                  <c:v>0.0309396764459</c:v>
                </c:pt>
                <c:pt idx="886">
                  <c:v>0.0308261508214</c:v>
                </c:pt>
                <c:pt idx="887">
                  <c:v>0.0307132317339</c:v>
                </c:pt>
                <c:pt idx="888">
                  <c:v>0.0306009255747</c:v>
                </c:pt>
                <c:pt idx="889">
                  <c:v>0.0304892385177</c:v>
                </c:pt>
                <c:pt idx="890">
                  <c:v>0.0303781765133</c:v>
                </c:pt>
                <c:pt idx="891">
                  <c:v>0.0302677452839</c:v>
                </c:pt>
                <c:pt idx="892">
                  <c:v>0.0301579503184</c:v>
                </c:pt>
                <c:pt idx="893">
                  <c:v>0.0300487968686</c:v>
                </c:pt>
                <c:pt idx="894">
                  <c:v>0.0299402899453</c:v>
                </c:pt>
                <c:pt idx="895">
                  <c:v>0.0298324343155</c:v>
                </c:pt>
                <c:pt idx="896">
                  <c:v>0.0297252344996</c:v>
                </c:pt>
                <c:pt idx="897">
                  <c:v>0.0296186947693</c:v>
                </c:pt>
                <c:pt idx="898">
                  <c:v>0.0295128191459</c:v>
                </c:pt>
                <c:pt idx="899">
                  <c:v>0.0294076113991</c:v>
                </c:pt>
                <c:pt idx="900">
                  <c:v>0.0293030750457</c:v>
                </c:pt>
                <c:pt idx="901">
                  <c:v>0.0291992133495</c:v>
                </c:pt>
                <c:pt idx="902">
                  <c:v>0.0290960293211</c:v>
                </c:pt>
                <c:pt idx="903">
                  <c:v>0.0289935257174</c:v>
                </c:pt>
                <c:pt idx="904">
                  <c:v>0.0288917050427</c:v>
                </c:pt>
                <c:pt idx="905">
                  <c:v>0.0287905695489</c:v>
                </c:pt>
                <c:pt idx="906">
                  <c:v>0.0286901212366</c:v>
                </c:pt>
                <c:pt idx="907">
                  <c:v>0.0285903618562</c:v>
                </c:pt>
                <c:pt idx="908">
                  <c:v>0.0284912929092</c:v>
                </c:pt>
                <c:pt idx="909">
                  <c:v>0.0283929156497</c:v>
                </c:pt>
                <c:pt idx="910">
                  <c:v>0.0282952310861</c:v>
                </c:pt>
                <c:pt idx="911">
                  <c:v>0.0281982399829</c:v>
                </c:pt>
                <c:pt idx="912">
                  <c:v>0.0281019428629</c:v>
                </c:pt>
                <c:pt idx="913">
                  <c:v>0.0280063400089</c:v>
                </c:pt>
                <c:pt idx="914">
                  <c:v>0.0279114314663</c:v>
                </c:pt>
                <c:pt idx="915">
                  <c:v>0.0278172170452</c:v>
                </c:pt>
                <c:pt idx="916">
                  <c:v>0.0277236963227</c:v>
                </c:pt>
                <c:pt idx="917">
                  <c:v>0.0276308686457</c:v>
                </c:pt>
                <c:pt idx="918">
                  <c:v>0.0275387331332</c:v>
                </c:pt>
                <c:pt idx="919">
                  <c:v>0.027447288679</c:v>
                </c:pt>
                <c:pt idx="920">
                  <c:v>0.0273565339544</c:v>
                </c:pt>
                <c:pt idx="921">
                  <c:v>0.0272664674109</c:v>
                </c:pt>
                <c:pt idx="922">
                  <c:v>0.0271770872834</c:v>
                </c:pt>
                <c:pt idx="923">
                  <c:v>0.0270883915922</c:v>
                </c:pt>
                <c:pt idx="924">
                  <c:v>0.0270003781472</c:v>
                </c:pt>
                <c:pt idx="925">
                  <c:v>0.0269130445497</c:v>
                </c:pt>
                <c:pt idx="926">
                  <c:v>0.0268263881962</c:v>
                </c:pt>
                <c:pt idx="927">
                  <c:v>0.0267404062815</c:v>
                </c:pt>
                <c:pt idx="928">
                  <c:v>0.0266550958015</c:v>
                </c:pt>
                <c:pt idx="929">
                  <c:v>0.026570453557</c:v>
                </c:pt>
                <c:pt idx="930">
                  <c:v>0.0264864761568</c:v>
                </c:pt>
                <c:pt idx="931">
                  <c:v>0.0264031600211</c:v>
                </c:pt>
                <c:pt idx="932">
                  <c:v>0.0263205013852</c:v>
                </c:pt>
                <c:pt idx="933">
                  <c:v>0.0262384963034</c:v>
                </c:pt>
                <c:pt idx="934">
                  <c:v>0.026157140652</c:v>
                </c:pt>
                <c:pt idx="935">
                  <c:v>0.0260764301339</c:v>
                </c:pt>
                <c:pt idx="936">
                  <c:v>0.0259963602824</c:v>
                </c:pt>
                <c:pt idx="937">
                  <c:v>0.0259169264649</c:v>
                </c:pt>
                <c:pt idx="938">
                  <c:v>0.0258381238876</c:v>
                </c:pt>
                <c:pt idx="939">
                  <c:v>0.0257599475996</c:v>
                </c:pt>
                <c:pt idx="940">
                  <c:v>0.0256823924972</c:v>
                </c:pt>
                <c:pt idx="941">
                  <c:v>0.0256054533288</c:v>
                </c:pt>
                <c:pt idx="942">
                  <c:v>0.0255291246997</c:v>
                </c:pt>
                <c:pt idx="943">
                  <c:v>0.0254534010764</c:v>
                </c:pt>
                <c:pt idx="944">
                  <c:v>0.0253782767922</c:v>
                </c:pt>
                <c:pt idx="945">
                  <c:v>0.025303746052</c:v>
                </c:pt>
                <c:pt idx="946">
                  <c:v>0.0252298029377</c:v>
                </c:pt>
                <c:pt idx="947">
                  <c:v>0.0251564414136</c:v>
                </c:pt>
                <c:pt idx="948">
                  <c:v>0.0250836553319</c:v>
                </c:pt>
                <c:pt idx="949">
                  <c:v>0.0250114384384</c:v>
                </c:pt>
                <c:pt idx="950">
                  <c:v>0.0249397843784</c:v>
                </c:pt>
                <c:pt idx="951">
                  <c:v>0.0248686867024</c:v>
                </c:pt>
                <c:pt idx="952">
                  <c:v>0.0247981388724</c:v>
                </c:pt>
                <c:pt idx="953">
                  <c:v>0.024728134268</c:v>
                </c:pt>
                <c:pt idx="954">
                  <c:v>0.0246586661927</c:v>
                </c:pt>
                <c:pt idx="955">
                  <c:v>0.02458972788</c:v>
                </c:pt>
                <c:pt idx="956">
                  <c:v>0.0245213125003</c:v>
                </c:pt>
                <c:pt idx="957">
                  <c:v>0.0244534131672</c:v>
                </c:pt>
                <c:pt idx="958">
                  <c:v>0.0243860229443</c:v>
                </c:pt>
                <c:pt idx="959">
                  <c:v>0.0243191348517</c:v>
                </c:pt>
                <c:pt idx="960">
                  <c:v>0.0242527418729</c:v>
                </c:pt>
                <c:pt idx="961">
                  <c:v>0.0241868369617</c:v>
                </c:pt>
                <c:pt idx="962">
                  <c:v>0.0241214130488</c:v>
                </c:pt>
                <c:pt idx="963">
                  <c:v>0.0240564630488</c:v>
                </c:pt>
                <c:pt idx="964">
                  <c:v>0.0239919798673</c:v>
                </c:pt>
                <c:pt idx="965">
                  <c:v>0.0239279564074</c:v>
                </c:pt>
                <c:pt idx="966">
                  <c:v>0.0238643855769</c:v>
                </c:pt>
                <c:pt idx="967">
                  <c:v>0.0238012602951</c:v>
                </c:pt>
                <c:pt idx="968">
                  <c:v>0.0237385734992</c:v>
                </c:pt>
                <c:pt idx="969">
                  <c:v>0.023676318152</c:v>
                </c:pt>
                <c:pt idx="970">
                  <c:v>0.0236144872476</c:v>
                </c:pt>
                <c:pt idx="971">
                  <c:v>0.0235530738187</c:v>
                </c:pt>
                <c:pt idx="972">
                  <c:v>0.0234920709429</c:v>
                </c:pt>
                <c:pt idx="973">
                  <c:v>0.0234314717492</c:v>
                </c:pt>
                <c:pt idx="974">
                  <c:v>0.0233712694243</c:v>
                </c:pt>
                <c:pt idx="975">
                  <c:v>0.023311457219</c:v>
                </c:pt>
                <c:pt idx="976">
                  <c:v>0.0232520284539</c:v>
                </c:pt>
                <c:pt idx="977">
                  <c:v>0.0231929765257</c:v>
                </c:pt>
                <c:pt idx="978">
                  <c:v>0.0231342949128</c:v>
                </c:pt>
                <c:pt idx="979">
                  <c:v>0.0230759771807</c:v>
                </c:pt>
                <c:pt idx="980">
                  <c:v>0.0230180169877</c:v>
                </c:pt>
                <c:pt idx="981">
                  <c:v>0.02296040809</c:v>
                </c:pt>
                <c:pt idx="982">
                  <c:v>0.0229031443465</c:v>
                </c:pt>
                <c:pt idx="983">
                  <c:v>0.0228462197238</c:v>
                </c:pt>
                <c:pt idx="984">
                  <c:v>0.0227896283004</c:v>
                </c:pt>
                <c:pt idx="985">
                  <c:v>0.0227333642712</c:v>
                </c:pt>
                <c:pt idx="986">
                  <c:v>0.0226774219517</c:v>
                </c:pt>
                <c:pt idx="987">
                  <c:v>0.0226217957814</c:v>
                </c:pt>
                <c:pt idx="988">
                  <c:v>0.0225664803271</c:v>
                </c:pt>
                <c:pt idx="989">
                  <c:v>0.0225114702869</c:v>
                </c:pt>
                <c:pt idx="990">
                  <c:v>0.0224567604922</c:v>
                </c:pt>
                <c:pt idx="991">
                  <c:v>0.022402345911</c:v>
                </c:pt>
                <c:pt idx="992">
                  <c:v>0.0223482216498</c:v>
                </c:pt>
                <c:pt idx="993">
                  <c:v>0.0222943829556</c:v>
                </c:pt>
                <c:pt idx="994">
                  <c:v>0.022240825218</c:v>
                </c:pt>
                <c:pt idx="995">
                  <c:v>0.02218754397</c:v>
                </c:pt>
                <c:pt idx="996">
                  <c:v>0.0221345348894</c:v>
                </c:pt>
                <c:pt idx="997">
                  <c:v>0.0220817937996</c:v>
                </c:pt>
                <c:pt idx="998">
                  <c:v>0.0220293166696</c:v>
                </c:pt>
                <c:pt idx="999">
                  <c:v>0.0219770996146</c:v>
                </c:pt>
                <c:pt idx="1000">
                  <c:v>0.0219251388951</c:v>
                </c:pt>
                <c:pt idx="1001">
                  <c:v>0.021873430917</c:v>
                </c:pt>
                <c:pt idx="1002">
                  <c:v>0.0218219722301</c:v>
                </c:pt>
                <c:pt idx="1003">
                  <c:v>0.0217707595274</c:v>
                </c:pt>
                <c:pt idx="1004">
                  <c:v>0.0217197896432</c:v>
                </c:pt>
                <c:pt idx="1005">
                  <c:v>0.0216690595511</c:v>
                </c:pt>
                <c:pt idx="1006">
                  <c:v>0.0216185663624</c:v>
                </c:pt>
                <c:pt idx="1007">
                  <c:v>0.0215683073231</c:v>
                </c:pt>
                <c:pt idx="1008">
                  <c:v>0.0215182798114</c:v>
                </c:pt>
                <c:pt idx="1009">
                  <c:v>0.0214684813348</c:v>
                </c:pt>
                <c:pt idx="1010">
                  <c:v>0.0214189095262</c:v>
                </c:pt>
                <c:pt idx="1011">
                  <c:v>0.021369562141</c:v>
                </c:pt>
                <c:pt idx="1012">
                  <c:v>0.0213204370529</c:v>
                </c:pt>
                <c:pt idx="1013">
                  <c:v>0.02127153225</c:v>
                </c:pt>
                <c:pt idx="1014">
                  <c:v>0.0212228458303</c:v>
                </c:pt>
                <c:pt idx="1015">
                  <c:v>0.0211743759974</c:v>
                </c:pt>
                <c:pt idx="1016">
                  <c:v>0.0211261210558</c:v>
                </c:pt>
                <c:pt idx="1017">
                  <c:v>0.0210780794057</c:v>
                </c:pt>
                <c:pt idx="1018">
                  <c:v>0.0210302495386</c:v>
                </c:pt>
                <c:pt idx="1019">
                  <c:v>0.0209826300313</c:v>
                </c:pt>
                <c:pt idx="1020">
                  <c:v>0.0209352195415</c:v>
                </c:pt>
                <c:pt idx="1021">
                  <c:v>0.0208880168015</c:v>
                </c:pt>
                <c:pt idx="1022">
                  <c:v>0.0208410206132</c:v>
                </c:pt>
                <c:pt idx="1023">
                  <c:v>0.0207942298425</c:v>
                </c:pt>
                <c:pt idx="1024">
                  <c:v>0.0207476434135</c:v>
                </c:pt>
                <c:pt idx="1025">
                  <c:v>0.020701260303</c:v>
                </c:pt>
                <c:pt idx="1026">
                  <c:v>0.0206550795344</c:v>
                </c:pt>
                <c:pt idx="1027">
                  <c:v>0.0206091001727</c:v>
                </c:pt>
                <c:pt idx="1028">
                  <c:v>0.0205633213183</c:v>
                </c:pt>
                <c:pt idx="1029">
                  <c:v>0.0205177421017</c:v>
                </c:pt>
                <c:pt idx="1030">
                  <c:v>0.0204723616777</c:v>
                </c:pt>
                <c:pt idx="1031">
                  <c:v>0.0204271792202</c:v>
                </c:pt>
                <c:pt idx="1032">
                  <c:v>0.0203821939167</c:v>
                </c:pt>
                <c:pt idx="1033">
                  <c:v>0.020337404963</c:v>
                </c:pt>
                <c:pt idx="1034">
                  <c:v>0.0202928115584</c:v>
                </c:pt>
                <c:pt idx="1035">
                  <c:v>0.0202484129002</c:v>
                </c:pt>
                <c:pt idx="1036">
                  <c:v>0.0202042081795</c:v>
                </c:pt>
                <c:pt idx="1037">
                  <c:v>0.0201601965763</c:v>
                </c:pt>
                <c:pt idx="1038">
                  <c:v>0.020116377255</c:v>
                </c:pt>
                <c:pt idx="1039">
                  <c:v>0.0200727493605</c:v>
                </c:pt>
                <c:pt idx="1040">
                  <c:v>0.020029312014</c:v>
                </c:pt>
                <c:pt idx="1041">
                  <c:v>0.0199860643093</c:v>
                </c:pt>
                <c:pt idx="1042">
                  <c:v>0.0199430053092</c:v>
                </c:pt>
                <c:pt idx="1043">
                  <c:v>0.0199001340427</c:v>
                </c:pt>
                <c:pt idx="1044">
                  <c:v>0.0198574495014</c:v>
                </c:pt>
                <c:pt idx="1045">
                  <c:v>0.0198149506373</c:v>
                </c:pt>
                <c:pt idx="1046">
                  <c:v>0.01977263636</c:v>
                </c:pt>
                <c:pt idx="1047">
                  <c:v>0.0197305055346</c:v>
                </c:pt>
                <c:pt idx="1048">
                  <c:v>0.0196885569802</c:v>
                </c:pt>
                <c:pt idx="1049">
                  <c:v>0.0196467894679</c:v>
                </c:pt>
                <c:pt idx="1050">
                  <c:v>0.0196052017194</c:v>
                </c:pt>
                <c:pt idx="1051">
                  <c:v>0.0195637924064</c:v>
                </c:pt>
                <c:pt idx="1052">
                  <c:v>0.0195225601497</c:v>
                </c:pt>
                <c:pt idx="1053">
                  <c:v>0.0194815035187</c:v>
                </c:pt>
                <c:pt idx="1054">
                  <c:v>0.0194406210311</c:v>
                </c:pt>
                <c:pt idx="1055">
                  <c:v>0.0193999111533</c:v>
                </c:pt>
                <c:pt idx="1056">
                  <c:v>0.0193593723009</c:v>
                </c:pt>
                <c:pt idx="1057">
                  <c:v>0.0193190028388</c:v>
                </c:pt>
                <c:pt idx="1058">
                  <c:v>0.0192788010828</c:v>
                </c:pt>
                <c:pt idx="1059">
                  <c:v>0.0192387653002</c:v>
                </c:pt>
                <c:pt idx="1060">
                  <c:v>0.0191988937116</c:v>
                </c:pt>
                <c:pt idx="1061">
                  <c:v>0.0191591844927</c:v>
                </c:pt>
                <c:pt idx="1062">
                  <c:v>0.0191196357756</c:v>
                </c:pt>
                <c:pt idx="1063">
                  <c:v>0.0190802456518</c:v>
                </c:pt>
                <c:pt idx="1064">
                  <c:v>0.0190410121737</c:v>
                </c:pt>
                <c:pt idx="1065">
                  <c:v>0.0190019333576</c:v>
                </c:pt>
                <c:pt idx="1066">
                  <c:v>0.0189630071864</c:v>
                </c:pt>
                <c:pt idx="1067">
                  <c:v>0.0189242316124</c:v>
                </c:pt>
                <c:pt idx="1068">
                  <c:v>0.0188856045605</c:v>
                </c:pt>
                <c:pt idx="1069">
                  <c:v>0.0188471239309</c:v>
                </c:pt>
                <c:pt idx="1070">
                  <c:v>0.0188087876035</c:v>
                </c:pt>
                <c:pt idx="1071">
                  <c:v>0.0187705934401</c:v>
                </c:pt>
                <c:pt idx="1072">
                  <c:v>0.018732539289</c:v>
                </c:pt>
                <c:pt idx="1073">
                  <c:v>0.0186946229881</c:v>
                </c:pt>
                <c:pt idx="1074">
                  <c:v>0.0186568423688</c:v>
                </c:pt>
                <c:pt idx="1075">
                  <c:v>0.01861919526</c:v>
                </c:pt>
                <c:pt idx="1076">
                  <c:v>0.0185816794915</c:v>
                </c:pt>
                <c:pt idx="1077">
                  <c:v>0.0185442928984</c:v>
                </c:pt>
                <c:pt idx="1078">
                  <c:v>0.0185070333247</c:v>
                </c:pt>
                <c:pt idx="1079">
                  <c:v>0.0184698986273</c:v>
                </c:pt>
                <c:pt idx="1080">
                  <c:v>0.01843288668</c:v>
                </c:pt>
                <c:pt idx="1081">
                  <c:v>0.0183959953771</c:v>
                </c:pt>
                <c:pt idx="1082">
                  <c:v>0.0183592226377</c:v>
                </c:pt>
                <c:pt idx="1083">
                  <c:v>0.0183225664089</c:v>
                </c:pt>
                <c:pt idx="1084">
                  <c:v>0.0182860246702</c:v>
                </c:pt>
                <c:pt idx="1085">
                  <c:v>0.0182495954365</c:v>
                </c:pt>
                <c:pt idx="1086">
                  <c:v>0.018213276762</c:v>
                </c:pt>
                <c:pt idx="1087">
                  <c:v>0.0181770667435</c:v>
                </c:pt>
                <c:pt idx="1088">
                  <c:v>0.018140963524</c:v>
                </c:pt>
                <c:pt idx="1089">
                  <c:v>0.0181049652953</c:v>
                </c:pt>
                <c:pt idx="1090">
                  <c:v>0.0180690703016</c:v>
                </c:pt>
                <c:pt idx="1091">
                  <c:v>0.0180332768421</c:v>
                </c:pt>
                <c:pt idx="1092">
                  <c:v>0.0179975832737</c:v>
                </c:pt>
                <c:pt idx="1093">
                  <c:v>0.0179619880138</c:v>
                </c:pt>
                <c:pt idx="1094">
                  <c:v>0.0179264895422</c:v>
                </c:pt>
                <c:pt idx="1095">
                  <c:v>0.0178910864036</c:v>
                </c:pt>
                <c:pt idx="1096">
                  <c:v>0.0178557772096</c:v>
                </c:pt>
                <c:pt idx="1097">
                  <c:v>0.0178205606402</c:v>
                </c:pt>
                <c:pt idx="1098">
                  <c:v>0.0177854354454</c:v>
                </c:pt>
                <c:pt idx="1099">
                  <c:v>0.0177504004467</c:v>
                </c:pt>
                <c:pt idx="1100">
                  <c:v>0.0177154545379</c:v>
                </c:pt>
                <c:pt idx="1101">
                  <c:v>0.0176805966865</c:v>
                </c:pt>
                <c:pt idx="1102">
                  <c:v>0.0176458259335</c:v>
                </c:pt>
                <c:pt idx="1103">
                  <c:v>0.0176111413946</c:v>
                </c:pt>
                <c:pt idx="1104">
                  <c:v>0.0175765422601</c:v>
                </c:pt>
                <c:pt idx="1105">
                  <c:v>0.0175420277948</c:v>
                </c:pt>
                <c:pt idx="1106">
                  <c:v>0.0175075973377</c:v>
                </c:pt>
                <c:pt idx="1107">
                  <c:v>0.0174732503016</c:v>
                </c:pt>
                <c:pt idx="1108">
                  <c:v>0.0174389861725</c:v>
                </c:pt>
                <c:pt idx="1109">
                  <c:v>0.0174048045086</c:v>
                </c:pt>
                <c:pt idx="1110">
                  <c:v>0.0173707049389</c:v>
                </c:pt>
                <c:pt idx="1111">
                  <c:v>0.0173366871624</c:v>
                </c:pt>
                <c:pt idx="1112">
                  <c:v>0.0173027509459</c:v>
                </c:pt>
                <c:pt idx="1113">
                  <c:v>0.0172688961231</c:v>
                </c:pt>
                <c:pt idx="1114">
                  <c:v>0.017235122592</c:v>
                </c:pt>
                <c:pt idx="1115">
                  <c:v>0.0172014303132</c:v>
                </c:pt>
                <c:pt idx="1116">
                  <c:v>0.0171678193075</c:v>
                </c:pt>
                <c:pt idx="1117">
                  <c:v>0.0171342896538</c:v>
                </c:pt>
                <c:pt idx="1118">
                  <c:v>0.0171008414863</c:v>
                </c:pt>
                <c:pt idx="1119">
                  <c:v>0.0170674749923</c:v>
                </c:pt>
                <c:pt idx="1120">
                  <c:v>0.0170341904088</c:v>
                </c:pt>
                <c:pt idx="1121">
                  <c:v>0.0170009880205</c:v>
                </c:pt>
                <c:pt idx="1122">
                  <c:v>0.0169678681562</c:v>
                </c:pt>
                <c:pt idx="1123">
                  <c:v>0.0169348311862</c:v>
                </c:pt>
                <c:pt idx="1124">
                  <c:v>0.0169018775191</c:v>
                </c:pt>
                <c:pt idx="1125">
                  <c:v>0.0168690075989</c:v>
                </c:pt>
                <c:pt idx="1126">
                  <c:v>0.0168362219017</c:v>
                </c:pt>
                <c:pt idx="1127">
                  <c:v>0.0168035209325</c:v>
                </c:pt>
                <c:pt idx="1128">
                  <c:v>0.0167709052225</c:v>
                </c:pt>
                <c:pt idx="1129">
                  <c:v>0.0167383753253</c:v>
                </c:pt>
                <c:pt idx="1130">
                  <c:v>0.0167059318144</c:v>
                </c:pt>
                <c:pt idx="1131">
                  <c:v>0.0166735752797</c:v>
                </c:pt>
                <c:pt idx="1132">
                  <c:v>0.0166413063248</c:v>
                </c:pt>
                <c:pt idx="1133">
                  <c:v>0.0166091255637</c:v>
                </c:pt>
                <c:pt idx="1134">
                  <c:v>0.0165770336178</c:v>
                </c:pt>
                <c:pt idx="1135">
                  <c:v>0.0165450311136</c:v>
                </c:pt>
                <c:pt idx="1136">
                  <c:v>0.0165131186793</c:v>
                </c:pt>
                <c:pt idx="1137">
                  <c:v>0.0164812969422</c:v>
                </c:pt>
                <c:pt idx="1138">
                  <c:v>0.0164495665267</c:v>
                </c:pt>
                <c:pt idx="1139">
                  <c:v>0.0164179280509</c:v>
                </c:pt>
                <c:pt idx="1140">
                  <c:v>0.0163863821249</c:v>
                </c:pt>
                <c:pt idx="1141">
                  <c:v>0.0163549293483</c:v>
                </c:pt>
                <c:pt idx="1142">
                  <c:v>0.0163235703079</c:v>
                </c:pt>
                <c:pt idx="1143">
                  <c:v>0.0162923055757</c:v>
                </c:pt>
                <c:pt idx="1144">
                  <c:v>0.0162611357074</c:v>
                </c:pt>
                <c:pt idx="1145">
                  <c:v>0.0162300612401</c:v>
                </c:pt>
                <c:pt idx="1146">
                  <c:v>0.0161990826908</c:v>
                </c:pt>
                <c:pt idx="1147">
                  <c:v>0.0161682005549</c:v>
                </c:pt>
                <c:pt idx="1148">
                  <c:v>0.0161374153049</c:v>
                </c:pt>
                <c:pt idx="1149">
                  <c:v>0.016106727389</c:v>
                </c:pt>
                <c:pt idx="1150">
                  <c:v>0.0160761372301</c:v>
                </c:pt>
                <c:pt idx="1151">
                  <c:v>0.0160456452246</c:v>
                </c:pt>
                <c:pt idx="1152">
                  <c:v>0.0160152517415</c:v>
                </c:pt>
                <c:pt idx="1153">
                  <c:v>0.015984957122</c:v>
                </c:pt>
                <c:pt idx="1154">
                  <c:v>0.0159547616785</c:v>
                </c:pt>
                <c:pt idx="1155">
                  <c:v>0.0159246656941</c:v>
                </c:pt>
                <c:pt idx="1156">
                  <c:v>0.0158946694225</c:v>
                </c:pt>
                <c:pt idx="1157">
                  <c:v>0.0158647730872</c:v>
                </c:pt>
                <c:pt idx="1158">
                  <c:v>0.015834976882</c:v>
                </c:pt>
                <c:pt idx="1159">
                  <c:v>0.01580528097</c:v>
                </c:pt>
                <c:pt idx="1160">
                  <c:v>0.0157756854847</c:v>
                </c:pt>
                <c:pt idx="1161">
                  <c:v>0.015746190529</c:v>
                </c:pt>
                <c:pt idx="1162">
                  <c:v>0.0157167961762</c:v>
                </c:pt>
                <c:pt idx="1163">
                  <c:v>0.01568750247</c:v>
                </c:pt>
                <c:pt idx="1164">
                  <c:v>0.0156583094247</c:v>
                </c:pt>
                <c:pt idx="1165">
                  <c:v>0.0156292170259</c:v>
                </c:pt>
                <c:pt idx="1166">
                  <c:v>0.0156002252308</c:v>
                </c:pt>
                <c:pt idx="1167">
                  <c:v>0.0155713339688</c:v>
                </c:pt>
                <c:pt idx="1168">
                  <c:v>0.0155425431422</c:v>
                </c:pt>
                <c:pt idx="1169">
                  <c:v>0.0155138526268</c:v>
                </c:pt>
                <c:pt idx="1170">
                  <c:v>0.0154852622726</c:v>
                </c:pt>
                <c:pt idx="1171">
                  <c:v>0.0154567719046</c:v>
                </c:pt>
                <c:pt idx="1172">
                  <c:v>0.0154283813235</c:v>
                </c:pt>
                <c:pt idx="1173">
                  <c:v>0.0154000903069</c:v>
                </c:pt>
                <c:pt idx="1174">
                  <c:v>0.0153718986095</c:v>
                </c:pt>
                <c:pt idx="1175">
                  <c:v>0.0153438059647</c:v>
                </c:pt>
                <c:pt idx="1176">
                  <c:v>0.0153158120849</c:v>
                </c:pt>
                <c:pt idx="1177">
                  <c:v>0.0152879166631</c:v>
                </c:pt>
                <c:pt idx="1178">
                  <c:v>0.0152601193732</c:v>
                </c:pt>
                <c:pt idx="1179">
                  <c:v>0.0152324198712</c:v>
                </c:pt>
                <c:pt idx="1180">
                  <c:v>0.0152048177963</c:v>
                </c:pt>
                <c:pt idx="1181">
                  <c:v>0.0151773127716</c:v>
                </c:pt>
                <c:pt idx="1182">
                  <c:v>0.0151499044053</c:v>
                </c:pt>
                <c:pt idx="1183">
                  <c:v>0.0151225922916</c:v>
                </c:pt>
                <c:pt idx="1184">
                  <c:v>0.0150953760114</c:v>
                </c:pt>
                <c:pt idx="1185">
                  <c:v>0.0150682551337</c:v>
                </c:pt>
                <c:pt idx="1186">
                  <c:v>0.0150412292161</c:v>
                </c:pt>
                <c:pt idx="1187">
                  <c:v>0.0150142978059</c:v>
                </c:pt>
                <c:pt idx="1188">
                  <c:v>0.0149874604411</c:v>
                </c:pt>
                <c:pt idx="1189">
                  <c:v>0.0149607166509</c:v>
                </c:pt>
                <c:pt idx="1190">
                  <c:v>0.0149340659572</c:v>
                </c:pt>
                <c:pt idx="1191">
                  <c:v>0.0149075078746</c:v>
                </c:pt>
                <c:pt idx="1192">
                  <c:v>0.014881041912</c:v>
                </c:pt>
                <c:pt idx="1193">
                  <c:v>0.0148546675729</c:v>
                </c:pt>
                <c:pt idx="1194">
                  <c:v>0.0148283843562</c:v>
                </c:pt>
                <c:pt idx="1195">
                  <c:v>0.0148021917571</c:v>
                </c:pt>
                <c:pt idx="1196">
                  <c:v>0.0147760892677</c:v>
                </c:pt>
                <c:pt idx="1197">
                  <c:v>0.0147500763776</c:v>
                </c:pt>
                <c:pt idx="1198">
                  <c:v>0.0147241525744</c:v>
                </c:pt>
                <c:pt idx="1199">
                  <c:v>0.0146983173448</c:v>
                </c:pt>
                <c:pt idx="1200">
                  <c:v>0.0146725701744</c:v>
                </c:pt>
                <c:pt idx="1201">
                  <c:v>0.014646910549</c:v>
                </c:pt>
                <c:pt idx="1202">
                  <c:v>0.0146213379545</c:v>
                </c:pt>
                <c:pt idx="1203">
                  <c:v>0.0145958518774</c:v>
                </c:pt>
                <c:pt idx="1204">
                  <c:v>0.0145704518056</c:v>
                </c:pt>
                <c:pt idx="1205">
                  <c:v>0.0145451372284</c:v>
                </c:pt>
                <c:pt idx="1206">
                  <c:v>0.0145199076369</c:v>
                </c:pt>
                <c:pt idx="1207">
                  <c:v>0.0144947625244</c:v>
                </c:pt>
                <c:pt idx="1208">
                  <c:v>0.0144697013866</c:v>
                </c:pt>
                <c:pt idx="1209">
                  <c:v>0.0144447237216</c:v>
                </c:pt>
                <c:pt idx="1210">
                  <c:v>0.0144198290305</c:v>
                </c:pt>
                <c:pt idx="1211">
                  <c:v>0.0143950168173</c:v>
                </c:pt>
                <c:pt idx="1212">
                  <c:v>0.0143702865889</c:v>
                </c:pt>
                <c:pt idx="1213">
                  <c:v>0.0143456378555</c:v>
                </c:pt>
                <c:pt idx="1214">
                  <c:v>0.0143210701302</c:v>
                </c:pt>
                <c:pt idx="1215">
                  <c:v>0.0142965829295</c:v>
                </c:pt>
                <c:pt idx="1216">
                  <c:v>0.0142721757728</c:v>
                </c:pt>
                <c:pt idx="1217">
                  <c:v>0.0142478481828</c:v>
                </c:pt>
                <c:pt idx="1218">
                  <c:v>0.0142235996849</c:v>
                </c:pt>
                <c:pt idx="1219">
                  <c:v>0.0141994298078</c:v>
                </c:pt>
                <c:pt idx="1220">
                  <c:v>0.0141753380825</c:v>
                </c:pt>
                <c:pt idx="1221">
                  <c:v>0.0141513240428</c:v>
                </c:pt>
                <c:pt idx="1222">
                  <c:v>0.0141273872249</c:v>
                </c:pt>
                <c:pt idx="1223">
                  <c:v>0.014103527167</c:v>
                </c:pt>
                <c:pt idx="1224">
                  <c:v>0.0140797434094</c:v>
                </c:pt>
                <c:pt idx="1225">
                  <c:v>0.014056035494</c:v>
                </c:pt>
                <c:pt idx="1226">
                  <c:v>0.0140324029643</c:v>
                </c:pt>
                <c:pt idx="1227">
                  <c:v>0.0140088453649</c:v>
                </c:pt>
                <c:pt idx="1228">
                  <c:v>0.013985362241</c:v>
                </c:pt>
                <c:pt idx="1229">
                  <c:v>0.0139619531387</c:v>
                </c:pt>
                <c:pt idx="1230">
                  <c:v>0.0139386176043</c:v>
                </c:pt>
                <c:pt idx="1231">
                  <c:v>0.0139153551838</c:v>
                </c:pt>
                <c:pt idx="1232">
                  <c:v>0.0138921654232</c:v>
                </c:pt>
                <c:pt idx="1233">
                  <c:v>0.0138690478675</c:v>
                </c:pt>
                <c:pt idx="1234">
                  <c:v>0.0138460020609</c:v>
                </c:pt>
                <c:pt idx="1235">
                  <c:v>0.0138230275459</c:v>
                </c:pt>
                <c:pt idx="1236">
                  <c:v>0.0138001238636</c:v>
                </c:pt>
                <c:pt idx="1237">
                  <c:v>0.0137772905532</c:v>
                </c:pt>
                <c:pt idx="1238">
                  <c:v>0.0137545271513</c:v>
                </c:pt>
                <c:pt idx="1239">
                  <c:v>0.0137318331921</c:v>
                </c:pt>
                <c:pt idx="1240">
                  <c:v>0.0137092082069</c:v>
                </c:pt>
                <c:pt idx="1241">
                  <c:v>0.0136866517236</c:v>
                </c:pt>
                <c:pt idx="1242">
                  <c:v>0.013664163267</c:v>
                </c:pt>
                <c:pt idx="1243">
                  <c:v>0.0136417423579</c:v>
                </c:pt>
                <c:pt idx="1244">
                  <c:v>0.0136193885131</c:v>
                </c:pt>
                <c:pt idx="1245">
                  <c:v>0.0135971012456</c:v>
                </c:pt>
                <c:pt idx="1246">
                  <c:v>0.0135748800636</c:v>
                </c:pt>
                <c:pt idx="1247">
                  <c:v>0.0135527244708</c:v>
                </c:pt>
                <c:pt idx="1248">
                  <c:v>0.0135306339663</c:v>
                </c:pt>
                <c:pt idx="1249">
                  <c:v>0.0135086080441</c:v>
                </c:pt>
                <c:pt idx="1250">
                  <c:v>0.0134866461932</c:v>
                </c:pt>
                <c:pt idx="1251">
                  <c:v>0.0134647478974</c:v>
                </c:pt>
                <c:pt idx="1252">
                  <c:v>0.0134429126354</c:v>
                </c:pt>
                <c:pt idx="1253">
                  <c:v>0.0134211398803</c:v>
                </c:pt>
                <c:pt idx="1254">
                  <c:v>0.0133994290999</c:v>
                </c:pt>
                <c:pt idx="1255">
                  <c:v>0.0133777797566</c:v>
                </c:pt>
                <c:pt idx="1256">
                  <c:v>0.0133561913074</c:v>
                </c:pt>
                <c:pt idx="1257">
                  <c:v>0.0133346632038</c:v>
                </c:pt>
                <c:pt idx="1258">
                  <c:v>0.013313194892</c:v>
                </c:pt>
                <c:pt idx="1259">
                  <c:v>0.0132917858128</c:v>
                </c:pt>
                <c:pt idx="1260">
                  <c:v>0.0132704354017</c:v>
                </c:pt>
                <c:pt idx="1261">
                  <c:v>0.0132491430892</c:v>
                </c:pt>
                <c:pt idx="1262">
                  <c:v>0.0132279083007</c:v>
                </c:pt>
                <c:pt idx="1263">
                  <c:v>0.0132067304565</c:v>
                </c:pt>
                <c:pt idx="1264">
                  <c:v>0.0131856089724</c:v>
                </c:pt>
                <c:pt idx="1265">
                  <c:v>0.0131645432597</c:v>
                </c:pt>
                <c:pt idx="1266">
                  <c:v>0.013143532725</c:v>
                </c:pt>
                <c:pt idx="1267">
                  <c:v>0.0131225767709</c:v>
                </c:pt>
                <c:pt idx="1268">
                  <c:v>0.0131016747963</c:v>
                </c:pt>
                <c:pt idx="1269">
                  <c:v>0.013080826196</c:v>
                </c:pt>
                <c:pt idx="1270">
                  <c:v>0.0130600303617</c:v>
                </c:pt>
                <c:pt idx="1271">
                  <c:v>0.0130392866817</c:v>
                </c:pt>
                <c:pt idx="1272">
                  <c:v>0.0130185945415</c:v>
                </c:pt>
                <c:pt idx="1273">
                  <c:v>0.0129979533241</c:v>
                </c:pt>
                <c:pt idx="1274">
                  <c:v>0.0129773624101</c:v>
                </c:pt>
                <c:pt idx="1275">
                  <c:v>0.0129568211783</c:v>
                </c:pt>
                <c:pt idx="1276">
                  <c:v>0.0129363290056</c:v>
                </c:pt>
                <c:pt idx="1277">
                  <c:v>0.0129158852678</c:v>
                </c:pt>
                <c:pt idx="1278">
                  <c:v>0.0128954893397</c:v>
                </c:pt>
                <c:pt idx="1279">
                  <c:v>0.0128751405955</c:v>
                </c:pt>
                <c:pt idx="1280">
                  <c:v>0.012854838409</c:v>
                </c:pt>
                <c:pt idx="1281">
                  <c:v>0.0128345821544</c:v>
                </c:pt>
                <c:pt idx="1282">
                  <c:v>0.0128143712058</c:v>
                </c:pt>
                <c:pt idx="1283">
                  <c:v>0.0127942049387</c:v>
                </c:pt>
                <c:pt idx="1284">
                  <c:v>0.0127740827293</c:v>
                </c:pt>
                <c:pt idx="1285">
                  <c:v>0.0127540039555</c:v>
                </c:pt>
                <c:pt idx="1286">
                  <c:v>0.012733967997</c:v>
                </c:pt>
                <c:pt idx="1287">
                  <c:v>0.0127139742358</c:v>
                </c:pt>
                <c:pt idx="1288">
                  <c:v>0.0126940220562</c:v>
                </c:pt>
                <c:pt idx="1289">
                  <c:v>0.0126741108457</c:v>
                </c:pt>
                <c:pt idx="1290">
                  <c:v>0.0126542399947</c:v>
                </c:pt>
                <c:pt idx="1291">
                  <c:v>0.0126344088975</c:v>
                </c:pt>
                <c:pt idx="1292">
                  <c:v>0.012614616952</c:v>
                </c:pt>
                <c:pt idx="1293">
                  <c:v>0.0125948635603</c:v>
                </c:pt>
                <c:pt idx="1294">
                  <c:v>0.012575148129</c:v>
                </c:pt>
                <c:pt idx="1295">
                  <c:v>0.0125554700694</c:v>
                </c:pt>
                <c:pt idx="1296">
                  <c:v>0.0125358287981</c:v>
                </c:pt>
                <c:pt idx="1297">
                  <c:v>0.0125162237365</c:v>
                </c:pt>
                <c:pt idx="1298">
                  <c:v>0.012496654312</c:v>
                </c:pt>
                <c:pt idx="1299">
                  <c:v>0.0124771199575</c:v>
                </c:pt>
                <c:pt idx="1300">
                  <c:v>0.0124576201119</c:v>
                </c:pt>
                <c:pt idx="1301">
                  <c:v>0.0124381542204</c:v>
                </c:pt>
                <c:pt idx="1302">
                  <c:v>0.0124187217345</c:v>
                </c:pt>
                <c:pt idx="1303">
                  <c:v>0.0123993221124</c:v>
                </c:pt>
                <c:pt idx="1304">
                  <c:v>0.0123799548187</c:v>
                </c:pt>
                <c:pt idx="1305">
                  <c:v>0.0123606193252</c:v>
                </c:pt>
                <c:pt idx="1306">
                  <c:v>0.0123413151105</c:v>
                </c:pt>
                <c:pt idx="1307">
                  <c:v>0.01232204166</c:v>
                </c:pt>
                <c:pt idx="1308">
                  <c:v>0.0123027984668</c:v>
                </c:pt>
                <c:pt idx="1309">
                  <c:v>0.0122835850307</c:v>
                </c:pt>
                <c:pt idx="1310">
                  <c:v>0.012264400859</c:v>
                </c:pt>
                <c:pt idx="1311">
                  <c:v>0.0122452454662</c:v>
                </c:pt>
                <c:pt idx="1312">
                  <c:v>0.0122261183742</c:v>
                </c:pt>
                <c:pt idx="1313">
                  <c:v>0.012207019112</c:v>
                </c:pt>
                <c:pt idx="1314">
                  <c:v>0.0121879472159</c:v>
                </c:pt>
                <c:pt idx="1315">
                  <c:v>0.0121689022293</c:v>
                </c:pt>
                <c:pt idx="1316">
                  <c:v>0.012149883703</c:v>
                </c:pt>
                <c:pt idx="1317">
                  <c:v>0.0121308911944</c:v>
                </c:pt>
                <c:pt idx="1318">
                  <c:v>0.0121119242681</c:v>
                </c:pt>
                <c:pt idx="1319">
                  <c:v>0.0120929824955</c:v>
                </c:pt>
                <c:pt idx="1320">
                  <c:v>0.0120740654543</c:v>
                </c:pt>
                <c:pt idx="1321">
                  <c:v>0.0120551727292</c:v>
                </c:pt>
                <c:pt idx="1322">
                  <c:v>0.0120363039107</c:v>
                </c:pt>
                <c:pt idx="1323">
                  <c:v>0.0120174585957</c:v>
                </c:pt>
                <c:pt idx="1324">
                  <c:v>0.0119986363868</c:v>
                </c:pt>
                <c:pt idx="1325">
                  <c:v>0.0119798368924</c:v>
                </c:pt>
                <c:pt idx="1326">
                  <c:v>0.0119610597262</c:v>
                </c:pt>
                <c:pt idx="1327">
                  <c:v>0.0119423045071</c:v>
                </c:pt>
                <c:pt idx="1328">
                  <c:v>0.0119235708587</c:v>
                </c:pt>
                <c:pt idx="1329">
                  <c:v>0.0119048584095</c:v>
                </c:pt>
                <c:pt idx="1330">
                  <c:v>0.011886166792</c:v>
                </c:pt>
                <c:pt idx="1331">
                  <c:v>0.0118674956428</c:v>
                </c:pt>
                <c:pt idx="1332">
                  <c:v>0.0118488446019</c:v>
                </c:pt>
                <c:pt idx="1333">
                  <c:v>0.011830213313</c:v>
                </c:pt>
                <c:pt idx="1334">
                  <c:v>0.0118116014224</c:v>
                </c:pt>
                <c:pt idx="1335">
                  <c:v>0.0117930085791</c:v>
                </c:pt>
                <c:pt idx="1336">
                  <c:v>0.0117744344344</c:v>
                </c:pt>
                <c:pt idx="1337">
                  <c:v>0.0117558786414</c:v>
                </c:pt>
                <c:pt idx="1338">
                  <c:v>0.0117373408547</c:v>
                </c:pt>
                <c:pt idx="1339">
                  <c:v>0.01171882073</c:v>
                </c:pt>
                <c:pt idx="1340">
                  <c:v>0.0117003179237</c:v>
                </c:pt>
                <c:pt idx="1341">
                  <c:v>0.0116818320925</c:v>
                </c:pt>
                <c:pt idx="1342">
                  <c:v>0.011663362893</c:v>
                </c:pt>
                <c:pt idx="1343">
                  <c:v>0.0116449099815</c:v>
                </c:pt>
                <c:pt idx="1344">
                  <c:v>0.0116264730132</c:v>
                </c:pt>
                <c:pt idx="1345">
                  <c:v>0.0116080516422</c:v>
                </c:pt>
                <c:pt idx="1346">
                  <c:v>0.0115896455207</c:v>
                </c:pt>
                <c:pt idx="1347">
                  <c:v>0.0115712542992</c:v>
                </c:pt>
                <c:pt idx="1348">
                  <c:v>0.0115528776255</c:v>
                </c:pt>
                <c:pt idx="1349">
                  <c:v>0.0115345151446</c:v>
                </c:pt>
                <c:pt idx="1350">
                  <c:v>0.0115161664983</c:v>
                </c:pt>
                <c:pt idx="1351">
                  <c:v>0.0114978313246</c:v>
                </c:pt>
                <c:pt idx="1352">
                  <c:v>0.0114795092579</c:v>
                </c:pt>
                <c:pt idx="1353">
                  <c:v>0.0114611999278</c:v>
                </c:pt>
                <c:pt idx="1354">
                  <c:v>0.0114429029595</c:v>
                </c:pt>
                <c:pt idx="1355">
                  <c:v>0.011424617973</c:v>
                </c:pt>
                <c:pt idx="1356">
                  <c:v>0.0114063445829</c:v>
                </c:pt>
                <c:pt idx="1357">
                  <c:v>0.0113880823979</c:v>
                </c:pt>
                <c:pt idx="1358">
                  <c:v>0.011369831021</c:v>
                </c:pt>
                <c:pt idx="1359">
                  <c:v>0.0113515900483</c:v>
                </c:pt>
                <c:pt idx="1360">
                  <c:v>0.0113333590695</c:v>
                </c:pt>
                <c:pt idx="1361">
                  <c:v>0.0113151376672</c:v>
                </c:pt>
                <c:pt idx="1362">
                  <c:v>0.0112969254168</c:v>
                </c:pt>
                <c:pt idx="1363">
                  <c:v>0.011278721886</c:v>
                </c:pt>
                <c:pt idx="1364">
                  <c:v>0.0112605266348</c:v>
                </c:pt>
                <c:pt idx="1365">
                  <c:v>0.011242339215</c:v>
                </c:pt>
                <c:pt idx="1366">
                  <c:v>0.0112241591703</c:v>
                </c:pt>
                <c:pt idx="1367">
                  <c:v>0.0112059860356</c:v>
                </c:pt>
                <c:pt idx="1368">
                  <c:v>0.0111878193373</c:v>
                </c:pt>
                <c:pt idx="1369">
                  <c:v>0.0111696585927</c:v>
                </c:pt>
                <c:pt idx="1370">
                  <c:v>0.0111515033103</c:v>
                </c:pt>
                <c:pt idx="1371">
                  <c:v>0.0111333529889</c:v>
                </c:pt>
                <c:pt idx="1372">
                  <c:v>0.0111152071182</c:v>
                </c:pt>
                <c:pt idx="1373">
                  <c:v>0.0110970651783</c:v>
                </c:pt>
                <c:pt idx="1374">
                  <c:v>0.0110789266394</c:v>
                </c:pt>
                <c:pt idx="1375">
                  <c:v>0.0110607909623</c:v>
                </c:pt>
                <c:pt idx="1376">
                  <c:v>0.0110426575974</c:v>
                </c:pt>
                <c:pt idx="1377">
                  <c:v>0.0110245259857</c:v>
                </c:pt>
                <c:pt idx="1378">
                  <c:v>0.0110063955577</c:v>
                </c:pt>
                <c:pt idx="1379">
                  <c:v>0.010988265734</c:v>
                </c:pt>
                <c:pt idx="1380">
                  <c:v>0.0109701359252</c:v>
                </c:pt>
                <c:pt idx="1381">
                  <c:v>0.0109520055314</c:v>
                </c:pt>
                <c:pt idx="1382">
                  <c:v>0.010933873943</c:v>
                </c:pt>
                <c:pt idx="1383">
                  <c:v>0.0109157405398</c:v>
                </c:pt>
                <c:pt idx="1384">
                  <c:v>0.0108976046918</c:v>
                </c:pt>
                <c:pt idx="1385">
                  <c:v>0.0108794657587</c:v>
                </c:pt>
                <c:pt idx="1386">
                  <c:v>0.0108613230901</c:v>
                </c:pt>
                <c:pt idx="1387">
                  <c:v>0.0108431760258</c:v>
                </c:pt>
                <c:pt idx="1388">
                  <c:v>0.0108250238955</c:v>
                </c:pt>
                <c:pt idx="1389">
                  <c:v>0.010806866019</c:v>
                </c:pt>
                <c:pt idx="1390">
                  <c:v>0.0107887017066</c:v>
                </c:pt>
                <c:pt idx="1391">
                  <c:v>0.0107705302587</c:v>
                </c:pt>
                <c:pt idx="1392">
                  <c:v>0.0107523509663</c:v>
                </c:pt>
                <c:pt idx="1393">
                  <c:v>0.010734163111</c:v>
                </c:pt>
                <c:pt idx="1394">
                  <c:v>0.0107159659652</c:v>
                </c:pt>
                <c:pt idx="1395">
                  <c:v>0.0106977587923</c:v>
                </c:pt>
                <c:pt idx="1396">
                  <c:v>0.0106795408467</c:v>
                </c:pt>
                <c:pt idx="1397">
                  <c:v>0.0106613113743</c:v>
                </c:pt>
                <c:pt idx="1398">
                  <c:v>0.0106430696124</c:v>
                </c:pt>
                <c:pt idx="1399">
                  <c:v>0.0106248147901</c:v>
                </c:pt>
                <c:pt idx="1400">
                  <c:v>0.0106065461285</c:v>
                </c:pt>
                <c:pt idx="1401">
                  <c:v>0.010588262841</c:v>
                </c:pt>
                <c:pt idx="1402">
                  <c:v>0.0105699641333</c:v>
                </c:pt>
                <c:pt idx="1403">
                  <c:v>0.0105516492041</c:v>
                </c:pt>
                <c:pt idx="1404">
                  <c:v>0.0105333172453</c:v>
                </c:pt>
                <c:pt idx="1405">
                  <c:v>0.0105149674419</c:v>
                </c:pt>
                <c:pt idx="1406">
                  <c:v>0.0104965989728</c:v>
                </c:pt>
                <c:pt idx="1407">
                  <c:v>0.010478211011</c:v>
                </c:pt>
                <c:pt idx="1408">
                  <c:v>0.010459802724</c:v>
                </c:pt>
                <c:pt idx="1409">
                  <c:v>0.0104413732739</c:v>
                </c:pt>
                <c:pt idx="1410">
                  <c:v>0.0104229218183</c:v>
                </c:pt>
                <c:pt idx="1411">
                  <c:v>0.01040444751</c:v>
                </c:pt>
                <c:pt idx="1412">
                  <c:v>0.0103859494984</c:v>
                </c:pt>
                <c:pt idx="1413">
                  <c:v>0.010367426929</c:v>
                </c:pt>
                <c:pt idx="1414">
                  <c:v>0.0103488789444</c:v>
                </c:pt>
                <c:pt idx="1415">
                  <c:v>0.0103303046847</c:v>
                </c:pt>
                <c:pt idx="1416">
                  <c:v>0.0103117032879</c:v>
                </c:pt>
                <c:pt idx="1417">
                  <c:v>0.0102930738905</c:v>
                </c:pt>
                <c:pt idx="1418">
                  <c:v>0.0102744156279</c:v>
                </c:pt>
                <c:pt idx="1419">
                  <c:v>0.0102557276355</c:v>
                </c:pt>
                <c:pt idx="1420">
                  <c:v>0.0102370090484</c:v>
                </c:pt>
                <c:pt idx="1421">
                  <c:v>0.0102182590028</c:v>
                </c:pt>
                <c:pt idx="1422">
                  <c:v>0.0101994766362</c:v>
                </c:pt>
                <c:pt idx="1423">
                  <c:v>0.0101806610882</c:v>
                </c:pt>
                <c:pt idx="1424">
                  <c:v>0.0101618115013</c:v>
                </c:pt>
                <c:pt idx="1425">
                  <c:v>0.0101429270211</c:v>
                </c:pt>
                <c:pt idx="1426">
                  <c:v>0.0101240067977</c:v>
                </c:pt>
                <c:pt idx="1427">
                  <c:v>0.0101050499859</c:v>
                </c:pt>
                <c:pt idx="1428">
                  <c:v>0.0100860557464</c:v>
                </c:pt>
                <c:pt idx="1429">
                  <c:v>0.0100670232461</c:v>
                </c:pt>
                <c:pt idx="1430">
                  <c:v>0.0100479516595</c:v>
                </c:pt>
                <c:pt idx="1431">
                  <c:v>0.0100288401689</c:v>
                </c:pt>
                <c:pt idx="1432">
                  <c:v>0.0100096879659</c:v>
                </c:pt>
                <c:pt idx="1433">
                  <c:v>0.0099904942517</c:v>
                </c:pt>
                <c:pt idx="1434">
                  <c:v>0.00997125823854</c:v>
                </c:pt>
                <c:pt idx="1435">
                  <c:v>0.00995197915023</c:v>
                </c:pt>
                <c:pt idx="1436">
                  <c:v>0.00993265622334</c:v>
                </c:pt>
                <c:pt idx="1437">
                  <c:v>0.00991328870808</c:v>
                </c:pt>
                <c:pt idx="1438">
                  <c:v>0.00989387586936</c:v>
                </c:pt>
                <c:pt idx="1439">
                  <c:v>0.0098744169878</c:v>
                </c:pt>
                <c:pt idx="1440">
                  <c:v>0.00985491136077</c:v>
                </c:pt>
                <c:pt idx="1441">
                  <c:v>0.00983535830348</c:v>
                </c:pt>
                <c:pt idx="1442">
                  <c:v>0.00981575715008</c:v>
                </c:pt>
                <c:pt idx="1443">
                  <c:v>0.00979610725475</c:v>
                </c:pt>
                <c:pt idx="1444">
                  <c:v>0.00977640799287</c:v>
                </c:pt>
                <c:pt idx="1445">
                  <c:v>0.00975665876212</c:v>
                </c:pt>
                <c:pt idx="1446">
                  <c:v>0.00973685898372</c:v>
                </c:pt>
                <c:pt idx="1447">
                  <c:v>0.00971700810353</c:v>
                </c:pt>
                <c:pt idx="1448">
                  <c:v>0.00969710559334</c:v>
                </c:pt>
                <c:pt idx="1449">
                  <c:v>0.00967715095201</c:v>
                </c:pt>
                <c:pt idx="1450">
                  <c:v>0.00965714370673</c:v>
                </c:pt>
                <c:pt idx="1451">
                  <c:v>0.00963708341423</c:v>
                </c:pt>
                <c:pt idx="1452">
                  <c:v>0.00961696966205</c:v>
                </c:pt>
                <c:pt idx="1453">
                  <c:v>0.00959680206977</c:v>
                </c:pt>
                <c:pt idx="1454">
                  <c:v>0.00957658029025</c:v>
                </c:pt>
                <c:pt idx="1455">
                  <c:v>0.00955630401089</c:v>
                </c:pt>
                <c:pt idx="1456">
                  <c:v>0.00953597295487</c:v>
                </c:pt>
                <c:pt idx="1457">
                  <c:v>0.00951558688241</c:v>
                </c:pt>
                <c:pt idx="1458">
                  <c:v>0.00949514559201</c:v>
                </c:pt>
                <c:pt idx="1459">
                  <c:v>0.00947464892162</c:v>
                </c:pt>
                <c:pt idx="1460">
                  <c:v>0.00945409674995</c:v>
                </c:pt>
                <c:pt idx="1461">
                  <c:v>0.00943348899756</c:v>
                </c:pt>
                <c:pt idx="1462">
                  <c:v>0.00941282562814</c:v>
                </c:pt>
                <c:pt idx="1463">
                  <c:v>0.00939210664958</c:v>
                </c:pt>
                <c:pt idx="1464">
                  <c:v>0.00937133211514</c:v>
                </c:pt>
                <c:pt idx="1465">
                  <c:v>0.00935050212455</c:v>
                </c:pt>
                <c:pt idx="1466">
                  <c:v>0.00932961682506</c:v>
                </c:pt>
                <c:pt idx="1467">
                  <c:v>0.00930867641246</c:v>
                </c:pt>
                <c:pt idx="1468">
                  <c:v>0.00928768113208</c:v>
                </c:pt>
                <c:pt idx="1469">
                  <c:v>0.0092666312797</c:v>
                </c:pt>
                <c:pt idx="1470">
                  <c:v>0.00924552720248</c:v>
                </c:pt>
                <c:pt idx="1471">
                  <c:v>0.00922436929975</c:v>
                </c:pt>
                <c:pt idx="1472">
                  <c:v>0.00920315802382</c:v>
                </c:pt>
                <c:pt idx="1473">
                  <c:v>0.00918189388066</c:v>
                </c:pt>
                <c:pt idx="1474">
                  <c:v>0.00916057743056</c:v>
                </c:pt>
                <c:pt idx="1475">
                  <c:v>0.00913920928873</c:v>
                </c:pt>
                <c:pt idx="1476">
                  <c:v>0.00911779012576</c:v>
                </c:pt>
                <c:pt idx="1477">
                  <c:v>0.00909632066806</c:v>
                </c:pt>
                <c:pt idx="1478">
                  <c:v>0.00907480169822</c:v>
                </c:pt>
                <c:pt idx="1479">
                  <c:v>0.00905323405525</c:v>
                </c:pt>
                <c:pt idx="1480">
                  <c:v>0.00903161863471</c:v>
                </c:pt>
                <c:pt idx="1481">
                  <c:v>0.00900995638886</c:v>
                </c:pt>
                <c:pt idx="1482">
                  <c:v>0.00898824832657</c:v>
                </c:pt>
                <c:pt idx="1483">
                  <c:v>0.00896649551322</c:v>
                </c:pt>
                <c:pt idx="1484">
                  <c:v>0.00894469907048</c:v>
                </c:pt>
                <c:pt idx="1485">
                  <c:v>0.00892286017598</c:v>
                </c:pt>
                <c:pt idx="1486">
                  <c:v>0.00890098006288</c:v>
                </c:pt>
                <c:pt idx="1487">
                  <c:v>0.00887906001932</c:v>
                </c:pt>
                <c:pt idx="1488">
                  <c:v>0.00885710138774</c:v>
                </c:pt>
                <c:pt idx="1489">
                  <c:v>0.00883510556418</c:v>
                </c:pt>
                <c:pt idx="1490">
                  <c:v>0.00881307399735</c:v>
                </c:pt>
                <c:pt idx="1491">
                  <c:v>0.00879100818765</c:v>
                </c:pt>
                <c:pt idx="1492">
                  <c:v>0.00876890968609</c:v>
                </c:pt>
                <c:pt idx="1493">
                  <c:v>0.00874678009306</c:v>
                </c:pt>
                <c:pt idx="1494">
                  <c:v>0.00872462105701</c:v>
                </c:pt>
                <c:pt idx="1495">
                  <c:v>0.008702434273</c:v>
                </c:pt>
                <c:pt idx="1496">
                  <c:v>0.00868022148116</c:v>
                </c:pt>
                <c:pt idx="1497">
                  <c:v>0.00865798446508</c:v>
                </c:pt>
                <c:pt idx="1498">
                  <c:v>0.00863572504999</c:v>
                </c:pt>
                <c:pt idx="1499">
                  <c:v>0.00861344510093</c:v>
                </c:pt>
                <c:pt idx="1500">
                  <c:v>0.00859114652082</c:v>
                </c:pt>
                <c:pt idx="1501">
                  <c:v>0.00856883124836</c:v>
                </c:pt>
                <c:pt idx="1502">
                  <c:v>0.00854650125594</c:v>
                </c:pt>
                <c:pt idx="1503">
                  <c:v>0.00852415854737</c:v>
                </c:pt>
                <c:pt idx="1504">
                  <c:v>0.00850180515562</c:v>
                </c:pt>
                <c:pt idx="1505">
                  <c:v>0.00847944314039</c:v>
                </c:pt>
                <c:pt idx="1506">
                  <c:v>0.00845707458569</c:v>
                </c:pt>
                <c:pt idx="1507">
                  <c:v>0.00843470159733</c:v>
                </c:pt>
                <c:pt idx="1508">
                  <c:v>0.00841232630033</c:v>
                </c:pt>
                <c:pt idx="1509">
                  <c:v>0.00838995083629</c:v>
                </c:pt>
                <c:pt idx="1510">
                  <c:v>0.00836757736076</c:v>
                </c:pt>
                <c:pt idx="1511">
                  <c:v>0.0083452080405</c:v>
                </c:pt>
                <c:pt idx="1512">
                  <c:v>0.00832284505076</c:v>
                </c:pt>
                <c:pt idx="1513">
                  <c:v>0.00830049057255</c:v>
                </c:pt>
                <c:pt idx="1514">
                  <c:v>0.00827814678982</c:v>
                </c:pt>
                <c:pt idx="1515">
                  <c:v>0.00825581588673</c:v>
                </c:pt>
                <c:pt idx="1516">
                  <c:v>0.00823350004485</c:v>
                </c:pt>
                <c:pt idx="1517">
                  <c:v>0.0082112014404</c:v>
                </c:pt>
                <c:pt idx="1518">
                  <c:v>0.00818892224151</c:v>
                </c:pt>
                <c:pt idx="1519">
                  <c:v>0.00816666460547</c:v>
                </c:pt>
                <c:pt idx="1520">
                  <c:v>0.00814443067604</c:v>
                </c:pt>
                <c:pt idx="1521">
                  <c:v>0.0081222225808</c:v>
                </c:pt>
                <c:pt idx="1522">
                  <c:v>0.00810004242852</c:v>
                </c:pt>
                <c:pt idx="1523">
                  <c:v>0.00807789230663</c:v>
                </c:pt>
                <c:pt idx="1524">
                  <c:v>0.00805577427867</c:v>
                </c:pt>
                <c:pt idx="1525">
                  <c:v>0.00803369038188</c:v>
                </c:pt>
                <c:pt idx="1526">
                  <c:v>0.00801164262484</c:v>
                </c:pt>
                <c:pt idx="1527">
                  <c:v>0.00798963298516</c:v>
                </c:pt>
                <c:pt idx="1528">
                  <c:v>0.00796766340729</c:v>
                </c:pt>
                <c:pt idx="1529">
                  <c:v>0.00794573580037</c:v>
                </c:pt>
                <c:pt idx="1530">
                  <c:v>0.00792385203623</c:v>
                </c:pt>
                <c:pt idx="1531">
                  <c:v>0.00790201394745</c:v>
                </c:pt>
                <c:pt idx="1532">
                  <c:v>0.00788022332553</c:v>
                </c:pt>
                <c:pt idx="1533">
                  <c:v>0.00785848191915</c:v>
                </c:pt>
                <c:pt idx="1534">
                  <c:v>0.00783679143255</c:v>
                </c:pt>
                <c:pt idx="1535">
                  <c:v>0.00781515352404</c:v>
                </c:pt>
                <c:pt idx="1536">
                  <c:v>0.00779356980454</c:v>
                </c:pt>
                <c:pt idx="1537">
                  <c:v>0.00777204183636</c:v>
                </c:pt>
                <c:pt idx="1538">
                  <c:v>0.00775057113198</c:v>
                </c:pt>
                <c:pt idx="1539">
                  <c:v>0.00772915915301</c:v>
                </c:pt>
                <c:pt idx="1540">
                  <c:v>0.00770780730921</c:v>
                </c:pt>
                <c:pt idx="1541">
                  <c:v>0.00768651695771</c:v>
                </c:pt>
                <c:pt idx="1542">
                  <c:v>0.00766528940224</c:v>
                </c:pt>
                <c:pt idx="1543">
                  <c:v>0.00764412589258</c:v>
                </c:pt>
                <c:pt idx="1544">
                  <c:v>0.00762302762403</c:v>
                </c:pt>
                <c:pt idx="1545">
                  <c:v>0.00760199573702</c:v>
                </c:pt>
                <c:pt idx="1546">
                  <c:v>0.0075810313169</c:v>
                </c:pt>
                <c:pt idx="1547">
                  <c:v>0.00756013539371</c:v>
                </c:pt>
                <c:pt idx="1548">
                  <c:v>0.00753930894217</c:v>
                </c:pt>
                <c:pt idx="1549">
                  <c:v>0.00751855288169</c:v>
                </c:pt>
                <c:pt idx="1550">
                  <c:v>0.00749786807652</c:v>
                </c:pt>
                <c:pt idx="1551">
                  <c:v>0.007477255336</c:v>
                </c:pt>
                <c:pt idx="1552">
                  <c:v>0.00745671541488</c:v>
                </c:pt>
                <c:pt idx="1553">
                  <c:v>0.00743624901372</c:v>
                </c:pt>
                <c:pt idx="1554">
                  <c:v>0.00741585677943</c:v>
                </c:pt>
                <c:pt idx="1555">
                  <c:v>0.00739553930581</c:v>
                </c:pt>
                <c:pt idx="1556">
                  <c:v>0.00737529713425</c:v>
                </c:pt>
                <c:pt idx="1557">
                  <c:v>0.00735513075444</c:v>
                </c:pt>
                <c:pt idx="1558">
                  <c:v>0.00733504060518</c:v>
                </c:pt>
                <c:pt idx="1559">
                  <c:v>0.00731502707523</c:v>
                </c:pt>
                <c:pt idx="1560">
                  <c:v>0.00729509050427</c:v>
                </c:pt>
                <c:pt idx="1561">
                  <c:v>0.00727523118387</c:v>
                </c:pt>
                <c:pt idx="1562">
                  <c:v>0.00725544935851</c:v>
                </c:pt>
                <c:pt idx="1563">
                  <c:v>0.00723574522671</c:v>
                </c:pt>
                <c:pt idx="1564">
                  <c:v>0.00721611894209</c:v>
                </c:pt>
                <c:pt idx="1565">
                  <c:v>0.00719657061462</c:v>
                </c:pt>
                <c:pt idx="1566">
                  <c:v>0.00717710031178</c:v>
                </c:pt>
                <c:pt idx="1567">
                  <c:v>0.00715770805979</c:v>
                </c:pt>
                <c:pt idx="1568">
                  <c:v>0.00713839384494</c:v>
                </c:pt>
                <c:pt idx="1569">
                  <c:v>0.00711915761482</c:v>
                </c:pt>
                <c:pt idx="1570">
                  <c:v>0.00709999927966</c:v>
                </c:pt>
                <c:pt idx="1571">
                  <c:v>0.00708091871369</c:v>
                </c:pt>
                <c:pt idx="1572">
                  <c:v>0.00706191575648</c:v>
                </c:pt>
                <c:pt idx="1573">
                  <c:v>0.00704299021427</c:v>
                </c:pt>
                <c:pt idx="1574">
                  <c:v>0.0070241418614</c:v>
                </c:pt>
                <c:pt idx="1575">
                  <c:v>0.00700537044166</c:v>
                </c:pt>
                <c:pt idx="1576">
                  <c:v>0.00698667566968</c:v>
                </c:pt>
                <c:pt idx="1577">
                  <c:v>0.00696805723233</c:v>
                </c:pt>
                <c:pt idx="1578">
                  <c:v>0.00694951479009</c:v>
                </c:pt>
                <c:pt idx="1579">
                  <c:v>0.00693104797847</c:v>
                </c:pt>
                <c:pt idx="1580">
                  <c:v>0.00691265640935</c:v>
                </c:pt>
                <c:pt idx="1581">
                  <c:v>0.00689433967236</c:v>
                </c:pt>
                <c:pt idx="1582">
                  <c:v>0.00687609733628</c:v>
                </c:pt>
                <c:pt idx="1583">
                  <c:v>0.00685792895036</c:v>
                </c:pt>
                <c:pt idx="1584">
                  <c:v>0.00683983404568</c:v>
                </c:pt>
                <c:pt idx="1585">
                  <c:v>0.00682181213648</c:v>
                </c:pt>
                <c:pt idx="1586">
                  <c:v>0.00680386272146</c:v>
                </c:pt>
                <c:pt idx="1587">
                  <c:v>0.0067859852851</c:v>
                </c:pt>
                <c:pt idx="1588">
                  <c:v>0.00676817929893</c:v>
                </c:pt>
                <c:pt idx="1589">
                  <c:v>0.00675044422283</c:v>
                </c:pt>
                <c:pt idx="1590">
                  <c:v>0.0067327795062</c:v>
                </c:pt>
                <c:pt idx="1591">
                  <c:v>0.00671518458928</c:v>
                </c:pt>
                <c:pt idx="1592">
                  <c:v>0.00669765890428</c:v>
                </c:pt>
                <c:pt idx="1593">
                  <c:v>0.00668020187661</c:v>
                </c:pt>
                <c:pt idx="1594">
                  <c:v>0.00666281292603</c:v>
                </c:pt>
                <c:pt idx="1595">
                  <c:v>0.00664549146778</c:v>
                </c:pt>
                <c:pt idx="1596">
                  <c:v>0.00662823691372</c:v>
                </c:pt>
                <c:pt idx="1597">
                  <c:v>0.00661104867341</c:v>
                </c:pt>
                <c:pt idx="1598">
                  <c:v>0.00659392615519</c:v>
                </c:pt>
                <c:pt idx="1599">
                  <c:v>0.0065768687672</c:v>
                </c:pt>
                <c:pt idx="1600">
                  <c:v>0.00655987591845</c:v>
                </c:pt>
                <c:pt idx="1601">
                  <c:v>0.00654294701978</c:v>
                </c:pt>
                <c:pt idx="1602">
                  <c:v>0.00652608148483</c:v>
                </c:pt>
                <c:pt idx="1603">
                  <c:v>0.00650927873102</c:v>
                </c:pt>
                <c:pt idx="1604">
                  <c:v>0.00649253818044</c:v>
                </c:pt>
                <c:pt idx="1605">
                  <c:v>0.00647585926075</c:v>
                </c:pt>
                <c:pt idx="1606">
                  <c:v>0.00645924140605</c:v>
                </c:pt>
                <c:pt idx="1607">
                  <c:v>0.00644268405774</c:v>
                </c:pt>
                <c:pt idx="1608">
                  <c:v>0.00642618666532</c:v>
                </c:pt>
                <c:pt idx="1609">
                  <c:v>0.00640974868715</c:v>
                </c:pt>
                <c:pt idx="1610">
                  <c:v>0.00639336959127</c:v>
                </c:pt>
                <c:pt idx="1611">
                  <c:v>0.00637704885609</c:v>
                </c:pt>
                <c:pt idx="1612">
                  <c:v>0.00636078597111</c:v>
                </c:pt>
                <c:pt idx="1613">
                  <c:v>0.00634458043757</c:v>
                </c:pt>
                <c:pt idx="1614">
                  <c:v>0.00632843176917</c:v>
                </c:pt>
                <c:pt idx="1615">
                  <c:v>0.00631233949261</c:v>
                </c:pt>
                <c:pt idx="1616">
                  <c:v>0.0062963031482</c:v>
                </c:pt>
                <c:pt idx="1617">
                  <c:v>0.00628032229048</c:v>
                </c:pt>
                <c:pt idx="1618">
                  <c:v>0.00626439648867</c:v>
                </c:pt>
                <c:pt idx="1619">
                  <c:v>0.00624852532723</c:v>
                </c:pt>
                <c:pt idx="1620">
                  <c:v>0.0062327084063</c:v>
                </c:pt>
                <c:pt idx="1621">
                  <c:v>0.00621694534216</c:v>
                </c:pt>
                <c:pt idx="1622">
                  <c:v>0.00620123576763</c:v>
                </c:pt>
                <c:pt idx="1623">
                  <c:v>0.00618557933245</c:v>
                </c:pt>
                <c:pt idx="1624">
                  <c:v>0.00616997570363</c:v>
                </c:pt>
                <c:pt idx="1625">
                  <c:v>0.00615442456578</c:v>
                </c:pt>
                <c:pt idx="1626">
                  <c:v>0.00613892562135</c:v>
                </c:pt>
                <c:pt idx="1627">
                  <c:v>0.00612347859095</c:v>
                </c:pt>
                <c:pt idx="1628">
                  <c:v>0.00610808321349</c:v>
                </c:pt>
                <c:pt idx="1629">
                  <c:v>0.00609273924643</c:v>
                </c:pt>
                <c:pt idx="1630">
                  <c:v>0.00607744646589</c:v>
                </c:pt>
                <c:pt idx="1631">
                  <c:v>0.0060622046668</c:v>
                </c:pt>
                <c:pt idx="1632">
                  <c:v>0.00604701366298</c:v>
                </c:pt>
                <c:pt idx="1633">
                  <c:v>0.00603187328715</c:v>
                </c:pt>
                <c:pt idx="1634">
                  <c:v>0.00601678339101</c:v>
                </c:pt>
                <c:pt idx="1635">
                  <c:v>0.00600174384519</c:v>
                </c:pt>
                <c:pt idx="1636">
                  <c:v>0.00598675453921</c:v>
                </c:pt>
                <c:pt idx="1637">
                  <c:v>0.00597181538139</c:v>
                </c:pt>
                <c:pt idx="1638">
                  <c:v>0.00595692629875</c:v>
                </c:pt>
                <c:pt idx="1639">
                  <c:v>0.00594208723685</c:v>
                </c:pt>
                <c:pt idx="1640">
                  <c:v>0.00592729815959</c:v>
                </c:pt>
                <c:pt idx="1641">
                  <c:v>0.00591255904903</c:v>
                </c:pt>
                <c:pt idx="1642">
                  <c:v>0.00589786990513</c:v>
                </c:pt>
                <c:pt idx="1643">
                  <c:v>0.00588323074546</c:v>
                </c:pt>
                <c:pt idx="1644">
                  <c:v>0.00586864160489</c:v>
                </c:pt>
                <c:pt idx="1645">
                  <c:v>0.00585410253528</c:v>
                </c:pt>
                <c:pt idx="1646">
                  <c:v>0.00583961360506</c:v>
                </c:pt>
                <c:pt idx="1647">
                  <c:v>0.00582517489886</c:v>
                </c:pt>
                <c:pt idx="1648">
                  <c:v>0.00581078651708</c:v>
                </c:pt>
                <c:pt idx="1649">
                  <c:v>0.00579644857543</c:v>
                </c:pt>
                <c:pt idx="1650">
                  <c:v>0.00578216120443</c:v>
                </c:pt>
                <c:pt idx="1651">
                  <c:v>0.00576792454894</c:v>
                </c:pt>
                <c:pt idx="1652">
                  <c:v>0.00575373876758</c:v>
                </c:pt>
                <c:pt idx="1653">
                  <c:v>0.00573960403219</c:v>
                </c:pt>
                <c:pt idx="1654">
                  <c:v>0.00572552052729</c:v>
                </c:pt>
                <c:pt idx="1655">
                  <c:v>0.0057114884494</c:v>
                </c:pt>
                <c:pt idx="1656">
                  <c:v>0.0056975080065</c:v>
                </c:pt>
                <c:pt idx="1657">
                  <c:v>0.00568357941735</c:v>
                </c:pt>
                <c:pt idx="1658">
                  <c:v>0.00566970291083</c:v>
                </c:pt>
                <c:pt idx="1659">
                  <c:v>0.00565587872531</c:v>
                </c:pt>
                <c:pt idx="1660">
                  <c:v>0.00564210710792</c:v>
                </c:pt>
                <c:pt idx="1661">
                  <c:v>0.0056283883139</c:v>
                </c:pt>
                <c:pt idx="1662">
                  <c:v>0.00561472260587</c:v>
                </c:pt>
                <c:pt idx="1663">
                  <c:v>0.00560111025312</c:v>
                </c:pt>
                <c:pt idx="1664">
                  <c:v>0.00558755153089</c:v>
                </c:pt>
                <c:pt idx="1665">
                  <c:v>0.00557404671967</c:v>
                </c:pt>
                <c:pt idx="1666">
                  <c:v>0.00556059610443</c:v>
                </c:pt>
                <c:pt idx="1667">
                  <c:v>0.00554719997395</c:v>
                </c:pt>
                <c:pt idx="1668">
                  <c:v>0.00553385862002</c:v>
                </c:pt>
                <c:pt idx="1669">
                  <c:v>0.00552057233679</c:v>
                </c:pt>
                <c:pt idx="1670">
                  <c:v>0.00550734141999</c:v>
                </c:pt>
                <c:pt idx="1671">
                  <c:v>0.00549416616624</c:v>
                </c:pt>
                <c:pt idx="1672">
                  <c:v>0.00548104687233</c:v>
                </c:pt>
                <c:pt idx="1673">
                  <c:v>0.00546798383455</c:v>
                </c:pt>
                <c:pt idx="1674">
                  <c:v>0.00545497734795</c:v>
                </c:pt>
                <c:pt idx="1675">
                  <c:v>0.0054420277057</c:v>
                </c:pt>
                <c:pt idx="1676">
                  <c:v>0.00542913519843</c:v>
                </c:pt>
                <c:pt idx="1677">
                  <c:v>0.00541630011356</c:v>
                </c:pt>
                <c:pt idx="1678">
                  <c:v>0.00540352273467</c:v>
                </c:pt>
                <c:pt idx="1679">
                  <c:v>0.00539080334091</c:v>
                </c:pt>
                <c:pt idx="1680">
                  <c:v>0.00537814220636</c:v>
                </c:pt>
                <c:pt idx="1681">
                  <c:v>0.00536553959951</c:v>
                </c:pt>
                <c:pt idx="1682">
                  <c:v>0.00535299578266</c:v>
                </c:pt>
                <c:pt idx="1683">
                  <c:v>0.00534051101144</c:v>
                </c:pt>
                <c:pt idx="1684">
                  <c:v>0.00532808553422</c:v>
                </c:pt>
                <c:pt idx="1685">
                  <c:v>0.00531571959172</c:v>
                </c:pt>
                <c:pt idx="1686">
                  <c:v>0.00530341341649</c:v>
                </c:pt>
                <c:pt idx="1687">
                  <c:v>0.00529116723249</c:v>
                </c:pt>
                <c:pt idx="1688">
                  <c:v>0.00527898125468</c:v>
                </c:pt>
                <c:pt idx="1689">
                  <c:v>0.00526685568866</c:v>
                </c:pt>
                <c:pt idx="1690">
                  <c:v>0.00525479073029</c:v>
                </c:pt>
                <c:pt idx="1691">
                  <c:v>0.00524278656536</c:v>
                </c:pt>
                <c:pt idx="1692">
                  <c:v>0.00523084336931</c:v>
                </c:pt>
                <c:pt idx="1693">
                  <c:v>0.00521896130694</c:v>
                </c:pt>
                <c:pt idx="1694">
                  <c:v>0.00520714053216</c:v>
                </c:pt>
                <c:pt idx="1695">
                  <c:v>0.0051953811878</c:v>
                </c:pt>
                <c:pt idx="1696">
                  <c:v>0.00518368340537</c:v>
                </c:pt>
                <c:pt idx="1697">
                  <c:v>0.00517204730493</c:v>
                </c:pt>
                <c:pt idx="1698">
                  <c:v>0.00516047299492</c:v>
                </c:pt>
                <c:pt idx="1699">
                  <c:v>0.00514896057207</c:v>
                </c:pt>
                <c:pt idx="1700">
                  <c:v>0.00513751012131</c:v>
                </c:pt>
                <c:pt idx="1701">
                  <c:v>0.00512612171567</c:v>
                </c:pt>
                <c:pt idx="1702">
                  <c:v>0.00511479541628</c:v>
                </c:pt>
                <c:pt idx="1703">
                  <c:v>0.00510353127233</c:v>
                </c:pt>
                <c:pt idx="1704">
                  <c:v>0.00509232932105</c:v>
                </c:pt>
                <c:pt idx="1705">
                  <c:v>0.00508118958779</c:v>
                </c:pt>
                <c:pt idx="1706">
                  <c:v>0.00507011208602</c:v>
                </c:pt>
                <c:pt idx="1707">
                  <c:v>0.00505909681741</c:v>
                </c:pt>
                <c:pt idx="1708">
                  <c:v>0.00504814377189</c:v>
                </c:pt>
                <c:pt idx="1709">
                  <c:v>0.00503725292781</c:v>
                </c:pt>
                <c:pt idx="1710">
                  <c:v>0.005026424252</c:v>
                </c:pt>
                <c:pt idx="1711">
                  <c:v>0.0050156576999</c:v>
                </c:pt>
                <c:pt idx="1712">
                  <c:v>0.00500495321578</c:v>
                </c:pt>
                <c:pt idx="1713">
                  <c:v>0.00499431073281</c:v>
                </c:pt>
                <c:pt idx="1714">
                  <c:v>0.00498373017331</c:v>
                </c:pt>
                <c:pt idx="1715">
                  <c:v>0.00497321144887</c:v>
                </c:pt>
                <c:pt idx="1716">
                  <c:v>0.00496275446062</c:v>
                </c:pt>
                <c:pt idx="1717">
                  <c:v>0.00495235909936</c:v>
                </c:pt>
                <c:pt idx="1718">
                  <c:v>0.00494202524585</c:v>
                </c:pt>
                <c:pt idx="1719">
                  <c:v>0.00493175277096</c:v>
                </c:pt>
                <c:pt idx="1720">
                  <c:v>0.00492154153596</c:v>
                </c:pt>
                <c:pt idx="1721">
                  <c:v>0.00491139139273</c:v>
                </c:pt>
                <c:pt idx="1722">
                  <c:v>0.00490130218399</c:v>
                </c:pt>
                <c:pt idx="1723">
                  <c:v>0.00489127374357</c:v>
                </c:pt>
                <c:pt idx="1724">
                  <c:v>0.00488130589663</c:v>
                </c:pt>
                <c:pt idx="1725">
                  <c:v>0.00487139845994</c:v>
                </c:pt>
                <c:pt idx="1726">
                  <c:v>0.0048615512421</c:v>
                </c:pt>
                <c:pt idx="1727">
                  <c:v>0.00485176404381</c:v>
                </c:pt>
                <c:pt idx="1728">
                  <c:v>0.00484203665815</c:v>
                </c:pt>
                <c:pt idx="1729">
                  <c:v>0.00483236887075</c:v>
                </c:pt>
                <c:pt idx="1730">
                  <c:v>0.00482276046015</c:v>
                </c:pt>
                <c:pt idx="1731">
                  <c:v>0.00481321119796</c:v>
                </c:pt>
                <c:pt idx="1732">
                  <c:v>0.00480372084915</c:v>
                </c:pt>
                <c:pt idx="1733">
                  <c:v>0.00479428917228</c:v>
                </c:pt>
                <c:pt idx="1734">
                  <c:v>0.00478491591976</c:v>
                </c:pt>
                <c:pt idx="1735">
                  <c:v>0.00477560083806</c:v>
                </c:pt>
                <c:pt idx="1736">
                  <c:v>0.00476634366797</c:v>
                </c:pt>
                <c:pt idx="1737">
                  <c:v>0.00475714414481</c:v>
                </c:pt>
                <c:pt idx="1738">
                  <c:v>0.00474800199867</c:v>
                </c:pt>
                <c:pt idx="1739">
                  <c:v>0.00473891695461</c:v>
                </c:pt>
                <c:pt idx="1740">
                  <c:v>0.00472988873291</c:v>
                </c:pt>
                <c:pt idx="1741">
                  <c:v>0.00472091704922</c:v>
                </c:pt>
                <c:pt idx="1742">
                  <c:v>0.00471200161484</c:v>
                </c:pt>
                <c:pt idx="1743">
                  <c:v>0.00470314213685</c:v>
                </c:pt>
                <c:pt idx="1744">
                  <c:v>0.00469433831836</c:v>
                </c:pt>
                <c:pt idx="1745">
                  <c:v>0.00468558985866</c:v>
                </c:pt>
                <c:pt idx="1746">
                  <c:v>0.00467689645339</c:v>
                </c:pt>
                <c:pt idx="1747">
                  <c:v>0.00466825779478</c:v>
                </c:pt>
                <c:pt idx="1748">
                  <c:v>0.00465967357175</c:v>
                </c:pt>
                <c:pt idx="1749">
                  <c:v>0.00465114347011</c:v>
                </c:pt>
                <c:pt idx="1750">
                  <c:v>0.00464266717273</c:v>
                </c:pt>
                <c:pt idx="1751">
                  <c:v>0.00463424435966</c:v>
                </c:pt>
                <c:pt idx="1752">
                  <c:v>0.00462587470831</c:v>
                </c:pt>
                <c:pt idx="1753">
                  <c:v>0.00461755789358</c:v>
                </c:pt>
                <c:pt idx="1754">
                  <c:v>0.004609293588</c:v>
                </c:pt>
                <c:pt idx="1755">
                  <c:v>0.00460108146187</c:v>
                </c:pt>
                <c:pt idx="1756">
                  <c:v>0.00459292118339</c:v>
                </c:pt>
                <c:pt idx="1757">
                  <c:v>0.00458481241879</c:v>
                </c:pt>
                <c:pt idx="1758">
                  <c:v>0.00457675483242</c:v>
                </c:pt>
                <c:pt idx="1759">
                  <c:v>0.00456874808693</c:v>
                </c:pt>
                <c:pt idx="1760">
                  <c:v>0.00456079184334</c:v>
                </c:pt>
                <c:pt idx="1761">
                  <c:v>0.00455288576115</c:v>
                </c:pt>
                <c:pt idx="1762">
                  <c:v>0.00454502949847</c:v>
                </c:pt>
                <c:pt idx="1763">
                  <c:v>0.00453722271212</c:v>
                </c:pt>
                <c:pt idx="1764">
                  <c:v>0.00452946505774</c:v>
                </c:pt>
                <c:pt idx="1765">
                  <c:v>0.00452175618985</c:v>
                </c:pt>
                <c:pt idx="1766">
                  <c:v>0.00451409576203</c:v>
                </c:pt>
                <c:pt idx="1767">
                  <c:v>0.00450648342693</c:v>
                </c:pt>
                <c:pt idx="1768">
                  <c:v>0.00449891883643</c:v>
                </c:pt>
                <c:pt idx="1769">
                  <c:v>0.00449140164169</c:v>
                </c:pt>
                <c:pt idx="1770">
                  <c:v>0.0044839314933</c:v>
                </c:pt>
                <c:pt idx="1771">
                  <c:v>0.0044765080413</c:v>
                </c:pt>
                <c:pt idx="1772">
                  <c:v>0.00446913093533</c:v>
                </c:pt>
                <c:pt idx="1773">
                  <c:v>0.00446179982471</c:v>
                </c:pt>
                <c:pt idx="1774">
                  <c:v>0.0044545143585</c:v>
                </c:pt>
                <c:pt idx="1775">
                  <c:v>0.00444727418562</c:v>
                </c:pt>
                <c:pt idx="1776">
                  <c:v>0.00444007895496</c:v>
                </c:pt>
                <c:pt idx="1777">
                  <c:v>0.00443292831542</c:v>
                </c:pt>
                <c:pt idx="1778">
                  <c:v>0.00442582191603</c:v>
                </c:pt>
                <c:pt idx="1779">
                  <c:v>0.00441875940605</c:v>
                </c:pt>
                <c:pt idx="1780">
                  <c:v>0.00441174043504</c:v>
                </c:pt>
                <c:pt idx="1781">
                  <c:v>0.00440476465296</c:v>
                </c:pt>
                <c:pt idx="1782">
                  <c:v>0.00439783171026</c:v>
                </c:pt>
                <c:pt idx="1783">
                  <c:v>0.004390941258</c:v>
                </c:pt>
                <c:pt idx="1784">
                  <c:v>0.00438409294788</c:v>
                </c:pt>
                <c:pt idx="1785">
                  <c:v>0.0043772864324</c:v>
                </c:pt>
                <c:pt idx="1786">
                  <c:v>0.00437052136491</c:v>
                </c:pt>
                <c:pt idx="1787">
                  <c:v>0.00436379739973</c:v>
                </c:pt>
                <c:pt idx="1788">
                  <c:v>0.0043571141922</c:v>
                </c:pt>
                <c:pt idx="1789">
                  <c:v>0.00435047139884</c:v>
                </c:pt>
                <c:pt idx="1790">
                  <c:v>0.00434386867737</c:v>
                </c:pt>
                <c:pt idx="1791">
                  <c:v>0.00433730568688</c:v>
                </c:pt>
                <c:pt idx="1792">
                  <c:v>0.00433078208786</c:v>
                </c:pt>
                <c:pt idx="1793">
                  <c:v>0.0043242975423</c:v>
                </c:pt>
                <c:pt idx="1794">
                  <c:v>0.00431785171383</c:v>
                </c:pt>
                <c:pt idx="1795">
                  <c:v>0.00431144426775</c:v>
                </c:pt>
                <c:pt idx="1796">
                  <c:v>0.00430507487118</c:v>
                </c:pt>
                <c:pt idx="1797">
                  <c:v>0.0042987431931</c:v>
                </c:pt>
                <c:pt idx="1798">
                  <c:v>0.00429244890445</c:v>
                </c:pt>
                <c:pt idx="1799">
                  <c:v>0.00428619167827</c:v>
                </c:pt>
                <c:pt idx="1800">
                  <c:v>0.00427997118969</c:v>
                </c:pt>
                <c:pt idx="1801">
                  <c:v>0.00427378711611</c:v>
                </c:pt>
                <c:pt idx="1802">
                  <c:v>0.00426763913725</c:v>
                </c:pt>
                <c:pt idx="1803">
                  <c:v>0.00426152693519</c:v>
                </c:pt>
                <c:pt idx="1804">
                  <c:v>0.00425545019452</c:v>
                </c:pt>
                <c:pt idx="1805">
                  <c:v>0.00424940860238</c:v>
                </c:pt>
                <c:pt idx="1806">
                  <c:v>0.00424340184856</c:v>
                </c:pt>
                <c:pt idx="1807">
                  <c:v>0.00423742962555</c:v>
                </c:pt>
                <c:pt idx="1808">
                  <c:v>0.00423149162861</c:v>
                </c:pt>
                <c:pt idx="1809">
                  <c:v>0.00422558755589</c:v>
                </c:pt>
                <c:pt idx="1810">
                  <c:v>0.00421971710844</c:v>
                </c:pt>
                <c:pt idx="1811">
                  <c:v>0.00421387999031</c:v>
                </c:pt>
                <c:pt idx="1812">
                  <c:v>0.0042080759086</c:v>
                </c:pt>
                <c:pt idx="1813">
                  <c:v>0.00420230457352</c:v>
                </c:pt>
                <c:pt idx="1814">
                  <c:v>0.00419656569847</c:v>
                </c:pt>
                <c:pt idx="1815">
                  <c:v>0.00419085900005</c:v>
                </c:pt>
                <c:pt idx="1816">
                  <c:v>0.00418518419816</c:v>
                </c:pt>
                <c:pt idx="1817">
                  <c:v>0.004179541016</c:v>
                </c:pt>
                <c:pt idx="1818">
                  <c:v>0.00417392918015</c:v>
                </c:pt>
                <c:pt idx="1819">
                  <c:v>0.00416834842058</c:v>
                </c:pt>
                <c:pt idx="1820">
                  <c:v>0.00416279847073</c:v>
                </c:pt>
                <c:pt idx="1821">
                  <c:v>0.00415727906747</c:v>
                </c:pt>
                <c:pt idx="1822">
                  <c:v>0.00415178995122</c:v>
                </c:pt>
                <c:pt idx="1823">
                  <c:v>0.00414633086587</c:v>
                </c:pt>
                <c:pt idx="1824">
                  <c:v>0.00414090155888</c:v>
                </c:pt>
                <c:pt idx="1825">
                  <c:v>0.00413550178126</c:v>
                </c:pt>
                <c:pt idx="1826">
                  <c:v>0.00413013128757</c:v>
                </c:pt>
                <c:pt idx="1827">
                  <c:v>0.00412478983594</c:v>
                </c:pt>
                <c:pt idx="1828">
                  <c:v>0.00411947718805</c:v>
                </c:pt>
                <c:pt idx="1829">
                  <c:v>0.00411419310914</c:v>
                </c:pt>
                <c:pt idx="1830">
                  <c:v>0.00410893736799</c:v>
                </c:pt>
                <c:pt idx="1831">
                  <c:v>0.0041037097369</c:v>
                </c:pt>
                <c:pt idx="1832">
                  <c:v>0.00409850999166</c:v>
                </c:pt>
                <c:pt idx="1833">
                  <c:v>0.00409333791153</c:v>
                </c:pt>
                <c:pt idx="1834">
                  <c:v>0.0040881932792</c:v>
                </c:pt>
                <c:pt idx="1835">
                  <c:v>0.00408307588074</c:v>
                </c:pt>
                <c:pt idx="1836">
                  <c:v>0.00407798550558</c:v>
                </c:pt>
                <c:pt idx="1837">
                  <c:v>0.00407292194642</c:v>
                </c:pt>
                <c:pt idx="1838">
                  <c:v>0.0040678849992</c:v>
                </c:pt>
                <c:pt idx="1839">
                  <c:v>0.00406287446302</c:v>
                </c:pt>
                <c:pt idx="1840">
                  <c:v>0.00405789014009</c:v>
                </c:pt>
                <c:pt idx="1841">
                  <c:v>0.00405293183563</c:v>
                </c:pt>
                <c:pt idx="1842">
                  <c:v>0.00404799935781</c:v>
                </c:pt>
                <c:pt idx="1843">
                  <c:v>0.00404309251765</c:v>
                </c:pt>
                <c:pt idx="1844">
                  <c:v>0.00403821112897</c:v>
                </c:pt>
                <c:pt idx="1845">
                  <c:v>0.00403335500823</c:v>
                </c:pt>
                <c:pt idx="1846">
                  <c:v>0.0040285239745</c:v>
                </c:pt>
                <c:pt idx="1847">
                  <c:v>0.00402371784932</c:v>
                </c:pt>
                <c:pt idx="1848">
                  <c:v>0.0040189364566</c:v>
                </c:pt>
                <c:pt idx="1849">
                  <c:v>0.00401417962253</c:v>
                </c:pt>
                <c:pt idx="1850">
                  <c:v>0.00400944717544</c:v>
                </c:pt>
                <c:pt idx="1851">
                  <c:v>0.00400473894571</c:v>
                </c:pt>
                <c:pt idx="1852">
                  <c:v>0.00400005476565</c:v>
                </c:pt>
                <c:pt idx="1853">
                  <c:v>0.00399539446938</c:v>
                </c:pt>
                <c:pt idx="1854">
                  <c:v>0.00399075789269</c:v>
                </c:pt>
                <c:pt idx="1855">
                  <c:v>0.00398614487297</c:v>
                </c:pt>
                <c:pt idx="1856">
                  <c:v>0.00398155524902</c:v>
                </c:pt>
                <c:pt idx="1857">
                  <c:v>0.00397698886099</c:v>
                </c:pt>
                <c:pt idx="1858">
                  <c:v>0.00397244555023</c:v>
                </c:pt>
                <c:pt idx="1859">
                  <c:v>0.00396792515915</c:v>
                </c:pt>
                <c:pt idx="1860">
                  <c:v>0.00396342753113</c:v>
                </c:pt>
                <c:pt idx="1861">
                  <c:v>0.0039589525104</c:v>
                </c:pt>
                <c:pt idx="1862">
                  <c:v>0.00395449994189</c:v>
                </c:pt>
                <c:pt idx="1863">
                  <c:v>0.00395006967112</c:v>
                </c:pt>
                <c:pt idx="1864">
                  <c:v>0.00394566154412</c:v>
                </c:pt>
                <c:pt idx="1865">
                  <c:v>0.00394127540728</c:v>
                </c:pt>
                <c:pt idx="1866">
                  <c:v>0.00393691110722</c:v>
                </c:pt>
                <c:pt idx="1867">
                  <c:v>0.00393256849076</c:v>
                </c:pt>
                <c:pt idx="1868">
                  <c:v>0.00392824740473</c:v>
                </c:pt>
                <c:pt idx="1869">
                  <c:v>0.00392394769592</c:v>
                </c:pt>
                <c:pt idx="1870">
                  <c:v>0.00391966921095</c:v>
                </c:pt>
                <c:pt idx="1871">
                  <c:v>0.00391541179622</c:v>
                </c:pt>
                <c:pt idx="1872">
                  <c:v>0.00391117529778</c:v>
                </c:pt>
                <c:pt idx="1873">
                  <c:v>0.00390695956126</c:v>
                </c:pt>
                <c:pt idx="1874">
                  <c:v>0.00390276443181</c:v>
                </c:pt>
                <c:pt idx="1875">
                  <c:v>0.00389858975399</c:v>
                </c:pt>
                <c:pt idx="1876">
                  <c:v>0.00389443537173</c:v>
                </c:pt>
                <c:pt idx="1877">
                  <c:v>0.00389030112825</c:v>
                </c:pt>
                <c:pt idx="1878">
                  <c:v>0.00388618686604</c:v>
                </c:pt>
                <c:pt idx="1879">
                  <c:v>0.00388209242674</c:v>
                </c:pt>
                <c:pt idx="1880">
                  <c:v>0.00387801765117</c:v>
                </c:pt>
                <c:pt idx="1881">
                  <c:v>0.00387396237924</c:v>
                </c:pt>
                <c:pt idx="1882">
                  <c:v>0.00386992644994</c:v>
                </c:pt>
                <c:pt idx="1883">
                  <c:v>0.00386590970131</c:v>
                </c:pt>
                <c:pt idx="1884">
                  <c:v>0.00386191197041</c:v>
                </c:pt>
                <c:pt idx="1885">
                  <c:v>0.00385793309333</c:v>
                </c:pt>
                <c:pt idx="1886">
                  <c:v>0.00385397290515</c:v>
                </c:pt>
                <c:pt idx="1887">
                  <c:v>0.00385003123998</c:v>
                </c:pt>
                <c:pt idx="1888">
                  <c:v>0.00384610793093</c:v>
                </c:pt>
                <c:pt idx="1889">
                  <c:v>0.00384220281013</c:v>
                </c:pt>
                <c:pt idx="1890">
                  <c:v>0.00383831570876</c:v>
                </c:pt>
                <c:pt idx="1891">
                  <c:v>0.00383444645708</c:v>
                </c:pt>
                <c:pt idx="1892">
                  <c:v>0.00383059488441</c:v>
                </c:pt>
                <c:pt idx="1893">
                  <c:v>0.00382676081923</c:v>
                </c:pt>
                <c:pt idx="1894">
                  <c:v>0.00382294408918</c:v>
                </c:pt>
                <c:pt idx="1895">
                  <c:v>0.00381914452114</c:v>
                </c:pt>
                <c:pt idx="1896">
                  <c:v>0.00381536194122</c:v>
                </c:pt>
                <c:pt idx="1897">
                  <c:v>0.00381159617489</c:v>
                </c:pt>
                <c:pt idx="1898">
                  <c:v>0.00380784704698</c:v>
                </c:pt>
                <c:pt idx="1899">
                  <c:v>0.00380411438179</c:v>
                </c:pt>
                <c:pt idx="1900">
                  <c:v>0.00380039800314</c:v>
                </c:pt>
                <c:pt idx="1901">
                  <c:v>0.00379669773443</c:v>
                </c:pt>
                <c:pt idx="1902">
                  <c:v>0.00379301339875</c:v>
                </c:pt>
                <c:pt idx="1903">
                  <c:v>0.00378934481893</c:v>
                </c:pt>
                <c:pt idx="1904">
                  <c:v>0.00378569181764</c:v>
                </c:pt>
                <c:pt idx="1905">
                  <c:v>0.00378205421748</c:v>
                </c:pt>
                <c:pt idx="1906">
                  <c:v>0.00377843184106</c:v>
                </c:pt>
                <c:pt idx="1907">
                  <c:v>0.00377482451111</c:v>
                </c:pt>
                <c:pt idx="1908">
                  <c:v>0.00377123205056</c:v>
                </c:pt>
                <c:pt idx="1909">
                  <c:v>0.00376765428263</c:v>
                </c:pt>
                <c:pt idx="1910">
                  <c:v>0.00376409103097</c:v>
                </c:pt>
                <c:pt idx="1911">
                  <c:v>0.0037605421197</c:v>
                </c:pt>
                <c:pt idx="1912">
                  <c:v>0.00375700737358</c:v>
                </c:pt>
                <c:pt idx="1913">
                  <c:v>0.00375348661806</c:v>
                </c:pt>
                <c:pt idx="1914">
                  <c:v>0.00374997967942</c:v>
                </c:pt>
                <c:pt idx="1915">
                  <c:v>0.00374648638487</c:v>
                </c:pt>
                <c:pt idx="1916">
                  <c:v>0.00374300656264</c:v>
                </c:pt>
                <c:pt idx="1917">
                  <c:v>0.0037395400421</c:v>
                </c:pt>
                <c:pt idx="1918">
                  <c:v>0.0037360866539</c:v>
                </c:pt>
                <c:pt idx="1919">
                  <c:v>0.00373264622999</c:v>
                </c:pt>
                <c:pt idx="1920">
                  <c:v>0.00372921860384</c:v>
                </c:pt>
                <c:pt idx="1921">
                  <c:v>0.00372580361047</c:v>
                </c:pt>
                <c:pt idx="1922">
                  <c:v>0.00372240108657</c:v>
                </c:pt>
                <c:pt idx="1923">
                  <c:v>0.00371901087062</c:v>
                </c:pt>
                <c:pt idx="1924">
                  <c:v>0.003715632803</c:v>
                </c:pt>
                <c:pt idx="1925">
                  <c:v>0.00371226672606</c:v>
                </c:pt>
                <c:pt idx="1926">
                  <c:v>0.00370891248427</c:v>
                </c:pt>
                <c:pt idx="1927">
                  <c:v>0.00370556992427</c:v>
                </c:pt>
                <c:pt idx="1928">
                  <c:v>0.00370223889498</c:v>
                </c:pt>
                <c:pt idx="1929">
                  <c:v>0.00369891924774</c:v>
                </c:pt>
                <c:pt idx="1930">
                  <c:v>0.00369561083632</c:v>
                </c:pt>
                <c:pt idx="1931">
                  <c:v>0.00369231351707</c:v>
                </c:pt>
                <c:pt idx="1932">
                  <c:v>0.003689027149</c:v>
                </c:pt>
                <c:pt idx="1933">
                  <c:v>0.00368575159382</c:v>
                </c:pt>
                <c:pt idx="1934">
                  <c:v>0.00368248671607</c:v>
                </c:pt>
                <c:pt idx="1935">
                  <c:v>0.00367923238316</c:v>
                </c:pt>
                <c:pt idx="1936">
                  <c:v>0.00367598846546</c:v>
                </c:pt>
                <c:pt idx="1937">
                  <c:v>0.00367275483634</c:v>
                </c:pt>
                <c:pt idx="1938">
                  <c:v>0.00366953137226</c:v>
                </c:pt>
                <c:pt idx="1939">
                  <c:v>0.00366631795283</c:v>
                </c:pt>
                <c:pt idx="1940">
                  <c:v>0.00366311446083</c:v>
                </c:pt>
                <c:pt idx="1941">
                  <c:v>0.00365992078228</c:v>
                </c:pt>
                <c:pt idx="1942">
                  <c:v>0.0036567368065</c:v>
                </c:pt>
                <c:pt idx="1943">
                  <c:v>0.00365356242611</c:v>
                </c:pt>
                <c:pt idx="1944">
                  <c:v>0.0036503975371</c:v>
                </c:pt>
                <c:pt idx="1945">
                  <c:v>0.00364724203885</c:v>
                </c:pt>
                <c:pt idx="1946">
                  <c:v>0.00364409583414</c:v>
                </c:pt>
                <c:pt idx="1947">
                  <c:v>0.00364095882921</c:v>
                </c:pt>
                <c:pt idx="1948">
                  <c:v>0.00363783093372</c:v>
                </c:pt>
                <c:pt idx="1949">
                  <c:v>0.00363471206081</c:v>
                </c:pt>
                <c:pt idx="1950">
                  <c:v>0.00363160212709</c:v>
                </c:pt>
                <c:pt idx="1951">
                  <c:v>0.00362850105265</c:v>
                </c:pt>
                <c:pt idx="1952">
                  <c:v>0.00362540876106</c:v>
                </c:pt>
                <c:pt idx="1953">
                  <c:v>0.00362232517934</c:v>
                </c:pt>
                <c:pt idx="1954">
                  <c:v>0.003619250238</c:v>
                </c:pt>
                <c:pt idx="1955">
                  <c:v>0.00361618387099</c:v>
                </c:pt>
                <c:pt idx="1956">
                  <c:v>0.00361312601571</c:v>
                </c:pt>
                <c:pt idx="1957">
                  <c:v>0.00361007661296</c:v>
                </c:pt>
                <c:pt idx="1958">
                  <c:v>0.00360703560696</c:v>
                </c:pt>
                <c:pt idx="1959">
                  <c:v>0.00360400294529</c:v>
                </c:pt>
                <c:pt idx="1960">
                  <c:v>0.0036009785789</c:v>
                </c:pt>
                <c:pt idx="1961">
                  <c:v>0.00359796246203</c:v>
                </c:pt>
                <c:pt idx="1962">
                  <c:v>0.00359495455222</c:v>
                </c:pt>
                <c:pt idx="1963">
                  <c:v>0.00359195481028</c:v>
                </c:pt>
                <c:pt idx="1964">
                  <c:v>0.00358896320019</c:v>
                </c:pt>
                <c:pt idx="1965">
                  <c:v>0.00358597968915</c:v>
                </c:pt>
                <c:pt idx="1966">
                  <c:v>0.00358300424746</c:v>
                </c:pt>
                <c:pt idx="1967">
                  <c:v>0.00358003684854</c:v>
                </c:pt>
                <c:pt idx="1968">
                  <c:v>0.00357707746884</c:v>
                </c:pt>
                <c:pt idx="1969">
                  <c:v>0.00357412608782</c:v>
                </c:pt>
                <c:pt idx="1970">
                  <c:v>0.00357118268789</c:v>
                </c:pt>
                <c:pt idx="1971">
                  <c:v>0.00356824725437</c:v>
                </c:pt>
                <c:pt idx="1972">
                  <c:v>0.00356531977544</c:v>
                </c:pt>
                <c:pt idx="1973">
                  <c:v>0.00356240024209</c:v>
                </c:pt>
                <c:pt idx="1974">
                  <c:v>0.00355948864804</c:v>
                </c:pt>
                <c:pt idx="1975">
                  <c:v>0.00355658498976</c:v>
                </c:pt>
                <c:pt idx="1976">
                  <c:v>0.00355368926634</c:v>
                </c:pt>
                <c:pt idx="1977">
                  <c:v>0.00355080147948</c:v>
                </c:pt>
                <c:pt idx="1978">
                  <c:v>0.00354792163342</c:v>
                </c:pt>
                <c:pt idx="1979">
                  <c:v>0.00354504973492</c:v>
                </c:pt>
                <c:pt idx="1980">
                  <c:v>0.00354218579315</c:v>
                </c:pt>
                <c:pt idx="1981">
                  <c:v>0.00353932981969</c:v>
                </c:pt>
                <c:pt idx="1982">
                  <c:v>0.00353648182844</c:v>
                </c:pt>
                <c:pt idx="1983">
                  <c:v>0.00353364183559</c:v>
                </c:pt>
                <c:pt idx="1984">
                  <c:v>0.00353080985958</c:v>
                </c:pt>
                <c:pt idx="1985">
                  <c:v>0.00352798592099</c:v>
                </c:pt>
                <c:pt idx="1986">
                  <c:v>0.00352517004256</c:v>
                </c:pt>
                <c:pt idx="1987">
                  <c:v>0.00352236224909</c:v>
                </c:pt>
                <c:pt idx="1988">
                  <c:v>0.00351956256741</c:v>
                </c:pt>
                <c:pt idx="1989">
                  <c:v>0.00351677102632</c:v>
                </c:pt>
                <c:pt idx="1990">
                  <c:v>0.00351398765656</c:v>
                </c:pt>
                <c:pt idx="1991">
                  <c:v>0.00351121249074</c:v>
                </c:pt>
                <c:pt idx="1992">
                  <c:v>0.0035084455633</c:v>
                </c:pt>
                <c:pt idx="1993">
                  <c:v>0.00350568691046</c:v>
                </c:pt>
                <c:pt idx="1994">
                  <c:v>0.00350293657021</c:v>
                </c:pt>
                <c:pt idx="1995">
                  <c:v>0.00350019458219</c:v>
                </c:pt>
                <c:pt idx="1996">
                  <c:v>0.00349746098772</c:v>
                </c:pt>
                <c:pt idx="1997">
                  <c:v>0.00349473582971</c:v>
                </c:pt>
                <c:pt idx="1998">
                  <c:v>0.00349201915267</c:v>
                </c:pt>
                <c:pt idx="1999">
                  <c:v>0.00348931100259</c:v>
                </c:pt>
                <c:pt idx="2000">
                  <c:v>0.00348661142699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0.75"/>
          <c:min val="0"/>
        </c:scaling>
        <c:delete val="0"/>
        <c:axPos val="l"/>
        <c:majorGridlines>
          <c:spPr>
            <a:ln xmlns:a="http://schemas.openxmlformats.org/drawingml/2006/main" w="4763">
              <a:solidFill>
                <a:srgbClr val="EEEEEE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2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majorUnit val="1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16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U/t = 12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222222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scatterChart>
        <c:scatterStyle val="lineMarker"/>
        <c:varyColors val="0"/>
        <c:ser>
          <c:idx val="0"/>
          <c:order val="0"/>
          <c:tx>
            <c:v>charge</c:v>
          </c:tx>
          <c:spPr>
            <a:ln xmlns:a="http://schemas.openxmlformats.org/drawingml/2006/main" w="15240">
              <a:solidFill>
                <a:srgbClr val="C43C64"/>
              </a:solidFill>
              <a:prstDash val="solid"/>
            </a:ln>
          </c:spPr>
          <c:marker>
            <c:symbol val="none"/>
            <c:size val="5"/>
            <c:spPr>
              <a:solidFill xmlns:a="http://schemas.openxmlformats.org/drawingml/2006/main">
                <a:srgbClr val="C43C64"/>
              </a:solidFill>
            </c:spPr>
          </c:marker>
          <c:xVal>
            <c:numRef>
              <c:f>'Chart Data'!$A$2:$A$2002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Data'!$B$2:$B$2002</c:f>
              <c:numCache>
                <c:formatCode>0.0</c:formatCode>
                <c:ptCount val="2001"/>
                <c:pt idx="0">
                  <c:v>0.0118111300594</c:v>
                </c:pt>
                <c:pt idx="1">
                  <c:v>0.0118613238847</c:v>
                </c:pt>
                <c:pt idx="2">
                  <c:v>0.0119118527084</c:v>
                </c:pt>
                <c:pt idx="3">
                  <c:v>0.0119627195914</c:v>
                </c:pt>
                <c:pt idx="4">
                  <c:v>0.0120139276298</c:v>
                </c:pt>
                <c:pt idx="5">
                  <c:v>0.0120654799552</c:v>
                </c:pt>
                <c:pt idx="6">
                  <c:v>0.0121173797354</c:v>
                </c:pt>
                <c:pt idx="7">
                  <c:v>0.0121696301749</c:v>
                </c:pt>
                <c:pt idx="8">
                  <c:v>0.0122222345148</c:v>
                </c:pt>
                <c:pt idx="9">
                  <c:v>0.0122751960343</c:v>
                </c:pt>
                <c:pt idx="10">
                  <c:v>0.0123285180504</c:v>
                </c:pt>
                <c:pt idx="11">
                  <c:v>0.0123822039187</c:v>
                </c:pt>
                <c:pt idx="12">
                  <c:v>0.0124362570341</c:v>
                </c:pt>
                <c:pt idx="13">
                  <c:v>0.0124906808311</c:v>
                </c:pt>
                <c:pt idx="14">
                  <c:v>0.0125454787841</c:v>
                </c:pt>
                <c:pt idx="15">
                  <c:v>0.0126006544088</c:v>
                </c:pt>
                <c:pt idx="16">
                  <c:v>0.0126562112617</c:v>
                </c:pt>
                <c:pt idx="17">
                  <c:v>0.0127121529416</c:v>
                </c:pt>
                <c:pt idx="18">
                  <c:v>0.0127684830894</c:v>
                </c:pt>
                <c:pt idx="19">
                  <c:v>0.0128252053893</c:v>
                </c:pt>
                <c:pt idx="20">
                  <c:v>0.0128823235691</c:v>
                </c:pt>
                <c:pt idx="21">
                  <c:v>0.0129398414006</c:v>
                </c:pt>
                <c:pt idx="22">
                  <c:v>0.0129977627006</c:v>
                </c:pt>
                <c:pt idx="23">
                  <c:v>0.0130560913315</c:v>
                </c:pt>
                <c:pt idx="24">
                  <c:v>0.0131148312017</c:v>
                </c:pt>
                <c:pt idx="25">
                  <c:v>0.0131739862661</c:v>
                </c:pt>
                <c:pt idx="26">
                  <c:v>0.0132335605272</c:v>
                </c:pt>
                <c:pt idx="27">
                  <c:v>0.0132935580356</c:v>
                </c:pt>
                <c:pt idx="28">
                  <c:v>0.0133539828905</c:v>
                </c:pt>
                <c:pt idx="29">
                  <c:v>0.0134148392404</c:v>
                </c:pt>
                <c:pt idx="30">
                  <c:v>0.0134761312839</c:v>
                </c:pt>
                <c:pt idx="31">
                  <c:v>0.0135378632705</c:v>
                </c:pt>
                <c:pt idx="32">
                  <c:v>0.0136000395009</c:v>
                </c:pt>
                <c:pt idx="33">
                  <c:v>0.0136626643284</c:v>
                </c:pt>
                <c:pt idx="34">
                  <c:v>0.0137257421587</c:v>
                </c:pt>
                <c:pt idx="35">
                  <c:v>0.0137892774516</c:v>
                </c:pt>
                <c:pt idx="36">
                  <c:v>0.013853274721</c:v>
                </c:pt>
                <c:pt idx="37">
                  <c:v>0.0139177385361</c:v>
                </c:pt>
                <c:pt idx="38">
                  <c:v>0.0139826735221</c:v>
                </c:pt>
                <c:pt idx="39">
                  <c:v>0.0140480843606</c:v>
                </c:pt>
                <c:pt idx="40">
                  <c:v>0.0141139757912</c:v>
                </c:pt>
                <c:pt idx="41">
                  <c:v>0.0141803526114</c:v>
                </c:pt>
                <c:pt idx="42">
                  <c:v>0.0142472196781</c:v>
                </c:pt>
                <c:pt idx="43">
                  <c:v>0.0143145819079</c:v>
                </c:pt>
                <c:pt idx="44">
                  <c:v>0.0143824442785</c:v>
                </c:pt>
                <c:pt idx="45">
                  <c:v>0.014450811829</c:v>
                </c:pt>
                <c:pt idx="46">
                  <c:v>0.0145196896613</c:v>
                </c:pt>
                <c:pt idx="47">
                  <c:v>0.0145890829404</c:v>
                </c:pt>
                <c:pt idx="48">
                  <c:v>0.0146589968959</c:v>
                </c:pt>
                <c:pt idx="49">
                  <c:v>0.0147294368224</c:v>
                </c:pt>
                <c:pt idx="50">
                  <c:v>0.0148004080807</c:v>
                </c:pt>
                <c:pt idx="51">
                  <c:v>0.0148719160985</c:v>
                </c:pt>
                <c:pt idx="52">
                  <c:v>0.0149439663717</c:v>
                </c:pt>
                <c:pt idx="53">
                  <c:v>0.0150165644651</c:v>
                </c:pt>
                <c:pt idx="54">
                  <c:v>0.0150897160132</c:v>
                </c:pt>
                <c:pt idx="55">
                  <c:v>0.0151634267217</c:v>
                </c:pt>
                <c:pt idx="56">
                  <c:v>0.0152377023681</c:v>
                </c:pt>
                <c:pt idx="57">
                  <c:v>0.0153125488026</c:v>
                </c:pt>
                <c:pt idx="58">
                  <c:v>0.0153879719495</c:v>
                </c:pt>
                <c:pt idx="59">
                  <c:v>0.0154639778082</c:v>
                </c:pt>
                <c:pt idx="60">
                  <c:v>0.0155405724538</c:v>
                </c:pt>
                <c:pt idx="61">
                  <c:v>0.0156177620387</c:v>
                </c:pt>
                <c:pt idx="62">
                  <c:v>0.0156955527934</c:v>
                </c:pt>
                <c:pt idx="63">
                  <c:v>0.0157739510277</c:v>
                </c:pt>
                <c:pt idx="64">
                  <c:v>0.0158529631317</c:v>
                </c:pt>
                <c:pt idx="65">
                  <c:v>0.015932595577</c:v>
                </c:pt>
                <c:pt idx="66">
                  <c:v>0.0160128549178</c:v>
                </c:pt>
                <c:pt idx="67">
                  <c:v>0.0160937477922</c:v>
                </c:pt>
                <c:pt idx="68">
                  <c:v>0.0161752809231</c:v>
                </c:pt>
                <c:pt idx="69">
                  <c:v>0.0162574611196</c:v>
                </c:pt>
                <c:pt idx="70">
                  <c:v>0.0163402952782</c:v>
                </c:pt>
                <c:pt idx="71">
                  <c:v>0.0164237903837</c:v>
                </c:pt>
                <c:pt idx="72">
                  <c:v>0.0165079535111</c:v>
                </c:pt>
                <c:pt idx="73">
                  <c:v>0.0165927918258</c:v>
                </c:pt>
                <c:pt idx="74">
                  <c:v>0.016678312586</c:v>
                </c:pt>
                <c:pt idx="75">
                  <c:v>0.0167645231433</c:v>
                </c:pt>
                <c:pt idx="76">
                  <c:v>0.0168514309438</c:v>
                </c:pt>
                <c:pt idx="77">
                  <c:v>0.0169390435302</c:v>
                </c:pt>
                <c:pt idx="78">
                  <c:v>0.0170273685424</c:v>
                </c:pt>
                <c:pt idx="79">
                  <c:v>0.0171164137189</c:v>
                </c:pt>
                <c:pt idx="80">
                  <c:v>0.0172061868988</c:v>
                </c:pt>
                <c:pt idx="81">
                  <c:v>0.0172966960222</c:v>
                </c:pt>
                <c:pt idx="82">
                  <c:v>0.0173879491323</c:v>
                </c:pt>
                <c:pt idx="83">
                  <c:v>0.0174799543764</c:v>
                </c:pt>
                <c:pt idx="84">
                  <c:v>0.0175727200078</c:v>
                </c:pt>
                <c:pt idx="85">
                  <c:v>0.0176662543863</c:v>
                </c:pt>
                <c:pt idx="86">
                  <c:v>0.0177605659808</c:v>
                </c:pt>
                <c:pt idx="87">
                  <c:v>0.0178556633697</c:v>
                </c:pt>
                <c:pt idx="88">
                  <c:v>0.0179515552429</c:v>
                </c:pt>
                <c:pt idx="89">
                  <c:v>0.0180482504034</c:v>
                </c:pt>
                <c:pt idx="90">
                  <c:v>0.0181457577683</c:v>
                </c:pt>
                <c:pt idx="91">
                  <c:v>0.0182440863708</c:v>
                </c:pt>
                <c:pt idx="92">
                  <c:v>0.0183432453612</c:v>
                </c:pt>
                <c:pt idx="93">
                  <c:v>0.0184432440089</c:v>
                </c:pt>
                <c:pt idx="94">
                  <c:v>0.0185440917038</c:v>
                </c:pt>
                <c:pt idx="95">
                  <c:v>0.0186457979574</c:v>
                </c:pt>
                <c:pt idx="96">
                  <c:v>0.0187483724052</c:v>
                </c:pt>
                <c:pt idx="97">
                  <c:v>0.0188518248076</c:v>
                </c:pt>
                <c:pt idx="98">
                  <c:v>0.0189561650515</c:v>
                </c:pt>
                <c:pt idx="99">
                  <c:v>0.0190614031524</c:v>
                </c:pt>
                <c:pt idx="100">
                  <c:v>0.0191675492554</c:v>
                </c:pt>
                <c:pt idx="101">
                  <c:v>0.0192746136371</c:v>
                </c:pt>
                <c:pt idx="102">
                  <c:v>0.0193826067074</c:v>
                </c:pt>
                <c:pt idx="103">
                  <c:v>0.0194915390105</c:v>
                </c:pt>
                <c:pt idx="104">
                  <c:v>0.0196014212273</c:v>
                </c:pt>
                <c:pt idx="105">
                  <c:v>0.0197122641762</c:v>
                </c:pt>
                <c:pt idx="106">
                  <c:v>0.0198240788155</c:v>
                </c:pt>
                <c:pt idx="107">
                  <c:v>0.0199368762446</c:v>
                </c:pt>
                <c:pt idx="108">
                  <c:v>0.0200506677057</c:v>
                </c:pt>
                <c:pt idx="109">
                  <c:v>0.0201654645853</c:v>
                </c:pt>
                <c:pt idx="110">
                  <c:v>0.0202812784161</c:v>
                </c:pt>
                <c:pt idx="111">
                  <c:v>0.0203981208787</c:v>
                </c:pt>
                <c:pt idx="112">
                  <c:v>0.0205160038028</c:v>
                </c:pt>
                <c:pt idx="113">
                  <c:v>0.0206349391691</c:v>
                </c:pt>
                <c:pt idx="114">
                  <c:v>0.0207549391108</c:v>
                </c:pt>
                <c:pt idx="115">
                  <c:v>0.0208760159155</c:v>
                </c:pt>
                <c:pt idx="116">
                  <c:v>0.0209981820264</c:v>
                </c:pt>
                <c:pt idx="117">
                  <c:v>0.0211214500441</c:v>
                </c:pt>
                <c:pt idx="118">
                  <c:v>0.0212458327281</c:v>
                </c:pt>
                <c:pt idx="119">
                  <c:v>0.0213713429986</c:v>
                </c:pt>
                <c:pt idx="120">
                  <c:v>0.0214979939374</c:v>
                </c:pt>
                <c:pt idx="121">
                  <c:v>0.0216257987904</c:v>
                </c:pt>
                <c:pt idx="122">
                  <c:v>0.021754770968</c:v>
                </c:pt>
                <c:pt idx="123">
                  <c:v>0.0218849240475</c:v>
                </c:pt>
                <c:pt idx="124">
                  <c:v>0.0220162717741</c:v>
                </c:pt>
                <c:pt idx="125">
                  <c:v>0.0221488280621</c:v>
                </c:pt>
                <c:pt idx="126">
                  <c:v>0.022282606997</c:v>
                </c:pt>
                <c:pt idx="127">
                  <c:v>0.022417622836</c:v>
                </c:pt>
                <c:pt idx="128">
                  <c:v>0.0225538900101</c:v>
                </c:pt>
                <c:pt idx="129">
                  <c:v>0.0226914231246</c:v>
                </c:pt>
                <c:pt idx="130">
                  <c:v>0.022830236961</c:v>
                </c:pt>
                <c:pt idx="131">
                  <c:v>0.0229703464777</c:v>
                </c:pt>
                <c:pt idx="132">
                  <c:v>0.0231117668115</c:v>
                </c:pt>
                <c:pt idx="133">
                  <c:v>0.0232545132783</c:v>
                </c:pt>
                <c:pt idx="134">
                  <c:v>0.0233986013743</c:v>
                </c:pt>
                <c:pt idx="135">
                  <c:v>0.0235440467769</c:v>
                </c:pt>
                <c:pt idx="136">
                  <c:v>0.0236908653457</c:v>
                </c:pt>
                <c:pt idx="137">
                  <c:v>0.0238390731229</c:v>
                </c:pt>
                <c:pt idx="138">
                  <c:v>0.0239886863347</c:v>
                </c:pt>
                <c:pt idx="139">
                  <c:v>0.0241397213911</c:v>
                </c:pt>
                <c:pt idx="140">
                  <c:v>0.024292194887</c:v>
                </c:pt>
                <c:pt idx="141">
                  <c:v>0.0244461236027</c:v>
                </c:pt>
                <c:pt idx="142">
                  <c:v>0.0246015245039</c:v>
                </c:pt>
                <c:pt idx="143">
                  <c:v>0.024758414742</c:v>
                </c:pt>
                <c:pt idx="144">
                  <c:v>0.0249168116546</c:v>
                </c:pt>
                <c:pt idx="145">
                  <c:v>0.025076732765</c:v>
                </c:pt>
                <c:pt idx="146">
                  <c:v>0.0252381957824</c:v>
                </c:pt>
                <c:pt idx="147">
                  <c:v>0.0254012186016</c:v>
                </c:pt>
                <c:pt idx="148">
                  <c:v>0.0255658193026</c:v>
                </c:pt>
                <c:pt idx="149">
                  <c:v>0.0257320161501</c:v>
                </c:pt>
                <c:pt idx="150">
                  <c:v>0.0258998275926</c:v>
                </c:pt>
                <c:pt idx="151">
                  <c:v>0.026069272262</c:v>
                </c:pt>
                <c:pt idx="152">
                  <c:v>0.026240368972</c:v>
                </c:pt>
                <c:pt idx="153">
                  <c:v>0.0264131367174</c:v>
                </c:pt>
                <c:pt idx="154">
                  <c:v>0.0265875946725</c:v>
                </c:pt>
                <c:pt idx="155">
                  <c:v>0.0267637621894</c:v>
                </c:pt>
                <c:pt idx="156">
                  <c:v>0.0269416587964</c:v>
                </c:pt>
                <c:pt idx="157">
                  <c:v>0.0271213041961</c:v>
                </c:pt>
                <c:pt idx="158">
                  <c:v>0.0273027182626</c:v>
                </c:pt>
                <c:pt idx="159">
                  <c:v>0.0274859210399</c:v>
                </c:pt>
                <c:pt idx="160">
                  <c:v>0.0276709327384</c:v>
                </c:pt>
                <c:pt idx="161">
                  <c:v>0.0278577737324</c:v>
                </c:pt>
                <c:pt idx="162">
                  <c:v>0.0280464645565</c:v>
                </c:pt>
                <c:pt idx="163">
                  <c:v>0.0282370259026</c:v>
                </c:pt>
                <c:pt idx="164">
                  <c:v>0.0284294786156</c:v>
                </c:pt>
                <c:pt idx="165">
                  <c:v>0.0286238436896</c:v>
                </c:pt>
                <c:pt idx="166">
                  <c:v>0.0288201422632</c:v>
                </c:pt>
                <c:pt idx="167">
                  <c:v>0.0290183956151</c:v>
                </c:pt>
                <c:pt idx="168">
                  <c:v>0.0292186251587</c:v>
                </c:pt>
                <c:pt idx="169">
                  <c:v>0.029420852437</c:v>
                </c:pt>
                <c:pt idx="170">
                  <c:v>0.0296250991163</c:v>
                </c:pt>
                <c:pt idx="171">
                  <c:v>0.0298313869808</c:v>
                </c:pt>
                <c:pt idx="172">
                  <c:v>0.0300397379253</c:v>
                </c:pt>
                <c:pt idx="173">
                  <c:v>0.0302501739486</c:v>
                </c:pt>
                <c:pt idx="174">
                  <c:v>0.030462717146</c:v>
                </c:pt>
                <c:pt idx="175">
                  <c:v>0.0306773897017</c:v>
                </c:pt>
                <c:pt idx="176">
                  <c:v>0.0308942138805</c:v>
                </c:pt>
                <c:pt idx="177">
                  <c:v>0.031113212019</c:v>
                </c:pt>
                <c:pt idx="178">
                  <c:v>0.0313344065164</c:v>
                </c:pt>
                <c:pt idx="179">
                  <c:v>0.0315578198251</c:v>
                </c:pt>
                <c:pt idx="180">
                  <c:v>0.0317834744406</c:v>
                </c:pt>
                <c:pt idx="181">
                  <c:v>0.0320113928905</c:v>
                </c:pt>
                <c:pt idx="182">
                  <c:v>0.0322415977238</c:v>
                </c:pt>
                <c:pt idx="183">
                  <c:v>0.032474111499</c:v>
                </c:pt>
                <c:pt idx="184">
                  <c:v>0.032708956772</c:v>
                </c:pt>
                <c:pt idx="185">
                  <c:v>0.0329461560833</c:v>
                </c:pt>
                <c:pt idx="186">
                  <c:v>0.0331857319447</c:v>
                </c:pt>
                <c:pt idx="187">
                  <c:v>0.0334277068256</c:v>
                </c:pt>
                <c:pt idx="188">
                  <c:v>0.0336721031382</c:v>
                </c:pt>
                <c:pt idx="189">
                  <c:v>0.0339189432228</c:v>
                </c:pt>
                <c:pt idx="190">
                  <c:v>0.0341682493322</c:v>
                </c:pt>
                <c:pt idx="191">
                  <c:v>0.034420043615</c:v>
                </c:pt>
                <c:pt idx="192">
                  <c:v>0.0346743480995</c:v>
                </c:pt>
                <c:pt idx="193">
                  <c:v>0.0349311846757</c:v>
                </c:pt>
                <c:pt idx="194">
                  <c:v>0.0351905750774</c:v>
                </c:pt>
                <c:pt idx="195">
                  <c:v>0.0354525408636</c:v>
                </c:pt>
                <c:pt idx="196">
                  <c:v>0.0357171033993</c:v>
                </c:pt>
                <c:pt idx="197">
                  <c:v>0.0359842838355</c:v>
                </c:pt>
                <c:pt idx="198">
                  <c:v>0.0362541030887</c:v>
                </c:pt>
                <c:pt idx="199">
                  <c:v>0.0365265818198</c:v>
                </c:pt>
                <c:pt idx="200">
                  <c:v>0.0368017404125</c:v>
                </c:pt>
                <c:pt idx="201">
                  <c:v>0.037079598951</c:v>
                </c:pt>
                <c:pt idx="202">
                  <c:v>0.0373601771968</c:v>
                </c:pt>
                <c:pt idx="203">
                  <c:v>0.0376434945658</c:v>
                </c:pt>
                <c:pt idx="204">
                  <c:v>0.0379295701038</c:v>
                </c:pt>
                <c:pt idx="205">
                  <c:v>0.0382184224621</c:v>
                </c:pt>
                <c:pt idx="206">
                  <c:v>0.0385100698728</c:v>
                </c:pt>
                <c:pt idx="207">
                  <c:v>0.0388045301227</c:v>
                </c:pt>
                <c:pt idx="208">
                  <c:v>0.0391018205274</c:v>
                </c:pt>
                <c:pt idx="209">
                  <c:v>0.0394019579052</c:v>
                </c:pt>
                <c:pt idx="210">
                  <c:v>0.0397049585495</c:v>
                </c:pt>
                <c:pt idx="211">
                  <c:v>0.0400108382022</c:v>
                </c:pt>
                <c:pt idx="212">
                  <c:v>0.0403196120256</c:v>
                </c:pt>
                <c:pt idx="213">
                  <c:v>0.0406312945745</c:v>
                </c:pt>
                <c:pt idx="214">
                  <c:v>0.040945899768</c:v>
                </c:pt>
                <c:pt idx="215">
                  <c:v>0.0412634408612</c:v>
                </c:pt>
                <c:pt idx="216">
                  <c:v>0.0415839304162</c:v>
                </c:pt>
                <c:pt idx="217">
                  <c:v>0.0419073802734</c:v>
                </c:pt>
                <c:pt idx="218">
                  <c:v>0.0422338015228</c:v>
                </c:pt>
                <c:pt idx="219">
                  <c:v>0.0425632044748</c:v>
                </c:pt>
                <c:pt idx="220">
                  <c:v>0.0428955986313</c:v>
                </c:pt>
                <c:pt idx="221">
                  <c:v>0.0432309926571</c:v>
                </c:pt>
                <c:pt idx="222">
                  <c:v>0.043569394351</c:v>
                </c:pt>
                <c:pt idx="223">
                  <c:v>0.0439108106173</c:v>
                </c:pt>
                <c:pt idx="224">
                  <c:v>0.0442552474379</c:v>
                </c:pt>
                <c:pt idx="225">
                  <c:v>0.0446027098438</c:v>
                </c:pt>
                <c:pt idx="226">
                  <c:v>0.0449532018883</c:v>
                </c:pt>
                <c:pt idx="227">
                  <c:v>0.0453067266195</c:v>
                </c:pt>
                <c:pt idx="228">
                  <c:v>0.045663286054</c:v>
                </c:pt>
                <c:pt idx="229">
                  <c:v>0.0460228811512</c:v>
                </c:pt>
                <c:pt idx="230">
                  <c:v>0.046385511788</c:v>
                </c:pt>
                <c:pt idx="231">
                  <c:v>0.0467511767344</c:v>
                </c:pt>
                <c:pt idx="232">
                  <c:v>0.0471198736298</c:v>
                </c:pt>
                <c:pt idx="233">
                  <c:v>0.047491598961</c:v>
                </c:pt>
                <c:pt idx="234">
                  <c:v>0.0478663480395</c:v>
                </c:pt>
                <c:pt idx="235">
                  <c:v>0.0482441149819</c:v>
                </c:pt>
                <c:pt idx="236">
                  <c:v>0.0486248926896</c:v>
                </c:pt>
                <c:pt idx="237">
                  <c:v>0.049008672831</c:v>
                </c:pt>
                <c:pt idx="238">
                  <c:v>0.0493954458241</c:v>
                </c:pt>
                <c:pt idx="239">
                  <c:v>0.0497852008209</c:v>
                </c:pt>
                <c:pt idx="240">
                  <c:v>0.0501779256929</c:v>
                </c:pt>
                <c:pt idx="241">
                  <c:v>0.0505736070182</c:v>
                </c:pt>
                <c:pt idx="242">
                  <c:v>0.0509722300698</c:v>
                </c:pt>
                <c:pt idx="243">
                  <c:v>0.0513737788057</c:v>
                </c:pt>
                <c:pt idx="244">
                  <c:v>0.0517782358606</c:v>
                </c:pt>
                <c:pt idx="245">
                  <c:v>0.0521855825387</c:v>
                </c:pt>
                <c:pt idx="246">
                  <c:v>0.0525957988086</c:v>
                </c:pt>
                <c:pt idx="247">
                  <c:v>0.0530088632999</c:v>
                </c:pt>
                <c:pt idx="248">
                  <c:v>0.0534247533012</c:v>
                </c:pt>
                <c:pt idx="249">
                  <c:v>0.0538434447595</c:v>
                </c:pt>
                <c:pt idx="250">
                  <c:v>0.0542649122823</c:v>
                </c:pt>
                <c:pt idx="251">
                  <c:v>0.05468912914</c:v>
                </c:pt>
                <c:pt idx="252">
                  <c:v>0.0551160672716</c:v>
                </c:pt>
                <c:pt idx="253">
                  <c:v>0.0555456972905</c:v>
                </c:pt>
                <c:pt idx="254">
                  <c:v>0.0559779884931</c:v>
                </c:pt>
                <c:pt idx="255">
                  <c:v>0.0564129088684</c:v>
                </c:pt>
                <c:pt idx="256">
                  <c:v>0.0568504251097</c:v>
                </c:pt>
                <c:pt idx="257">
                  <c:v>0.0572905026275</c:v>
                </c:pt>
                <c:pt idx="258">
                  <c:v>0.0577331055642</c:v>
                </c:pt>
                <c:pt idx="259">
                  <c:v>0.0581781968097</c:v>
                </c:pt>
                <c:pt idx="260">
                  <c:v>0.0586257380198</c:v>
                </c:pt>
                <c:pt idx="261">
                  <c:v>0.0590756896343</c:v>
                </c:pt>
                <c:pt idx="262">
                  <c:v>0.0595280108977</c:v>
                </c:pt>
                <c:pt idx="263">
                  <c:v>0.0599826598806</c:v>
                </c:pt>
                <c:pt idx="264">
                  <c:v>0.0604395935025</c:v>
                </c:pt>
                <c:pt idx="265">
                  <c:v>0.0608987675556</c:v>
                </c:pt>
                <c:pt idx="266">
                  <c:v>0.0613601367297</c:v>
                </c:pt>
                <c:pt idx="267">
                  <c:v>0.0618236546382</c:v>
                </c:pt>
                <c:pt idx="268">
                  <c:v>0.062289273845</c:v>
                </c:pt>
                <c:pt idx="269">
                  <c:v>0.0627569458921</c:v>
                </c:pt>
                <c:pt idx="270">
                  <c:v>0.0632266213279</c:v>
                </c:pt>
                <c:pt idx="271">
                  <c:v>0.0636982497365</c:v>
                </c:pt>
                <c:pt idx="272">
                  <c:v>0.0641717797675</c:v>
                </c:pt>
                <c:pt idx="273">
                  <c:v>0.0646471591658</c:v>
                </c:pt>
                <c:pt idx="274">
                  <c:v>0.0651243348028</c:v>
                </c:pt>
                <c:pt idx="275">
                  <c:v>0.0656032527071</c:v>
                </c:pt>
                <c:pt idx="276">
                  <c:v>0.0660838580961</c:v>
                </c:pt>
                <c:pt idx="277">
                  <c:v>0.0665660954074</c:v>
                </c:pt>
                <c:pt idx="278">
                  <c:v>0.0670499083307</c:v>
                </c:pt>
                <c:pt idx="279">
                  <c:v>0.0675352398394</c:v>
                </c:pt>
                <c:pt idx="280">
                  <c:v>0.0680220322232</c:v>
                </c:pt>
                <c:pt idx="281">
                  <c:v>0.068510227119</c:v>
                </c:pt>
                <c:pt idx="282">
                  <c:v>0.0689997655435</c:v>
                </c:pt>
                <c:pt idx="283">
                  <c:v>0.0694905879248</c:v>
                </c:pt>
                <c:pt idx="284">
                  <c:v>0.0699826341337</c:v>
                </c:pt>
                <c:pt idx="285">
                  <c:v>0.0704758435155</c:v>
                </c:pt>
                <c:pt idx="286">
                  <c:v>0.0709701549208</c:v>
                </c:pt>
                <c:pt idx="287">
                  <c:v>0.0714655067368</c:v>
                </c:pt>
                <c:pt idx="288">
                  <c:v>0.0719618369179</c:v>
                </c:pt>
                <c:pt idx="289">
                  <c:v>0.0724590830161</c:v>
                </c:pt>
                <c:pt idx="290">
                  <c:v>0.0729571822109</c:v>
                </c:pt>
                <c:pt idx="291">
                  <c:v>0.0734560713399</c:v>
                </c:pt>
                <c:pt idx="292">
                  <c:v>0.0739556869276</c:v>
                </c:pt>
                <c:pt idx="293">
                  <c:v>0.0744559652151</c:v>
                </c:pt>
                <c:pt idx="294">
                  <c:v>0.0749568421891</c:v>
                </c:pt>
                <c:pt idx="295">
                  <c:v>0.0754582536107</c:v>
                </c:pt>
                <c:pt idx="296">
                  <c:v>0.0759601350437</c:v>
                </c:pt>
                <c:pt idx="297">
                  <c:v>0.0764624218836</c:v>
                </c:pt>
                <c:pt idx="298">
                  <c:v>0.0769650493849</c:v>
                </c:pt>
                <c:pt idx="299">
                  <c:v>0.0774679526899</c:v>
                </c:pt>
                <c:pt idx="300">
                  <c:v>0.0779710668561</c:v>
                </c:pt>
                <c:pt idx="301">
                  <c:v>0.078474326884</c:v>
                </c:pt>
                <c:pt idx="302">
                  <c:v>0.0789776677451</c:v>
                </c:pt>
                <c:pt idx="303">
                  <c:v>0.0794810244096</c:v>
                </c:pt>
                <c:pt idx="304">
                  <c:v>0.0799843318738</c:v>
                </c:pt>
                <c:pt idx="305">
                  <c:v>0.0804875251882</c:v>
                </c:pt>
                <c:pt idx="306">
                  <c:v>0.0809905394852</c:v>
                </c:pt>
                <c:pt idx="307">
                  <c:v>0.0814933100073</c:v>
                </c:pt>
                <c:pt idx="308">
                  <c:v>0.0819957721347</c:v>
                </c:pt>
                <c:pt idx="309">
                  <c:v>0.0824978614144</c:v>
                </c:pt>
                <c:pt idx="310">
                  <c:v>0.0829995135881</c:v>
                </c:pt>
                <c:pt idx="311">
                  <c:v>0.0835006646209</c:v>
                </c:pt>
                <c:pt idx="312">
                  <c:v>0.0840012507309</c:v>
                </c:pt>
                <c:pt idx="313">
                  <c:v>0.0845012084177</c:v>
                </c:pt>
                <c:pt idx="314">
                  <c:v>0.0850004744925</c:v>
                </c:pt>
                <c:pt idx="315">
                  <c:v>0.0854989861076</c:v>
                </c:pt>
                <c:pt idx="316">
                  <c:v>0.0859966807866</c:v>
                </c:pt>
                <c:pt idx="317">
                  <c:v>0.0864934964547</c:v>
                </c:pt>
                <c:pt idx="318">
                  <c:v>0.0869893714694</c:v>
                </c:pt>
                <c:pt idx="319">
                  <c:v>0.0874842446514</c:v>
                </c:pt>
                <c:pt idx="320">
                  <c:v>0.0879780553158</c:v>
                </c:pt>
                <c:pt idx="321">
                  <c:v>0.0884707433033</c:v>
                </c:pt>
                <c:pt idx="322">
                  <c:v>0.0889622490119</c:v>
                </c:pt>
                <c:pt idx="323">
                  <c:v>0.0894525134285</c:v>
                </c:pt>
                <c:pt idx="324">
                  <c:v>0.0899414781608</c:v>
                </c:pt>
                <c:pt idx="325">
                  <c:v>0.0904290854692</c:v>
                </c:pt>
                <c:pt idx="326">
                  <c:v>0.0909152782986</c:v>
                </c:pt>
                <c:pt idx="327">
                  <c:v>0.0914000003102</c:v>
                </c:pt>
                <c:pt idx="328">
                  <c:v>0.0918831959135</c:v>
                </c:pt>
                <c:pt idx="329">
                  <c:v>0.0923648102979</c:v>
                </c:pt>
                <c:pt idx="330">
                  <c:v>0.0928447894637</c:v>
                </c:pt>
                <c:pt idx="331">
                  <c:v>0.0933230802539</c:v>
                </c:pt>
                <c:pt idx="332">
                  <c:v>0.0937996303842</c:v>
                </c:pt>
                <c:pt idx="333">
                  <c:v>0.0942743884738</c:v>
                </c:pt>
                <c:pt idx="334">
                  <c:v>0.0947473040752</c:v>
                </c:pt>
                <c:pt idx="335">
                  <c:v>0.0952183277032</c:v>
                </c:pt>
                <c:pt idx="336">
                  <c:v>0.0956874108634</c:v>
                </c:pt>
                <c:pt idx="337">
                  <c:v>0.0961545060805</c:v>
                </c:pt>
                <c:pt idx="338">
                  <c:v>0.0966195669245</c:v>
                </c:pt>
                <c:pt idx="339">
                  <c:v>0.0970825480377</c:v>
                </c:pt>
                <c:pt idx="340">
                  <c:v>0.0975434051592</c:v>
                </c:pt>
                <c:pt idx="341">
                  <c:v>0.0980020951491</c:v>
                </c:pt>
                <c:pt idx="342">
                  <c:v>0.0984585760116</c:v>
                </c:pt>
                <c:pt idx="343">
                  <c:v>0.0989128069166</c:v>
                </c:pt>
                <c:pt idx="344">
                  <c:v>0.0993647482205</c:v>
                </c:pt>
                <c:pt idx="345">
                  <c:v>0.099814361485</c:v>
                </c:pt>
                <c:pt idx="346">
                  <c:v>0.100261609495</c:v>
                </c:pt>
                <c:pt idx="347">
                  <c:v>0.100706456276</c:v>
                </c:pt>
                <c:pt idx="348">
                  <c:v>0.101148867107</c:v>
                </c:pt>
                <c:pt idx="349">
                  <c:v>0.101588808535</c:v>
                </c:pt>
                <c:pt idx="350">
                  <c:v>0.102026248387</c:v>
                </c:pt>
                <c:pt idx="351">
                  <c:v>0.102461155782</c:v>
                </c:pt>
                <c:pt idx="352">
                  <c:v>0.102893501134</c:v>
                </c:pt>
                <c:pt idx="353">
                  <c:v>0.103323256165</c:v>
                </c:pt>
                <c:pt idx="354">
                  <c:v>0.103750393907</c:v>
                </c:pt>
                <c:pt idx="355">
                  <c:v>0.104174888707</c:v>
                </c:pt>
                <c:pt idx="356">
                  <c:v>0.104596716227</c:v>
                </c:pt>
                <c:pt idx="357">
                  <c:v>0.105015853445</c:v>
                </c:pt>
                <c:pt idx="358">
                  <c:v>0.105432278658</c:v>
                </c:pt>
                <c:pt idx="359">
                  <c:v>0.105845971469</c:v>
                </c:pt>
                <c:pt idx="360">
                  <c:v>0.106256912793</c:v>
                </c:pt>
                <c:pt idx="361">
                  <c:v>0.106665084843</c:v>
                </c:pt>
                <c:pt idx="362">
                  <c:v>0.107070471126</c:v>
                </c:pt>
                <c:pt idx="363">
                  <c:v>0.107473056432</c:v>
                </c:pt>
                <c:pt idx="364">
                  <c:v>0.107872826821</c:v>
                </c:pt>
                <c:pt idx="365">
                  <c:v>0.108269769617</c:v>
                </c:pt>
                <c:pt idx="366">
                  <c:v>0.108663873387</c:v>
                </c:pt>
                <c:pt idx="367">
                  <c:v>0.109055127929</c:v>
                </c:pt>
                <c:pt idx="368">
                  <c:v>0.109443524255</c:v>
                </c:pt>
                <c:pt idx="369">
                  <c:v>0.109829054573</c:v>
                </c:pt>
                <c:pt idx="370">
                  <c:v>0.11021171227</c:v>
                </c:pt>
                <c:pt idx="371">
                  <c:v>0.110591491887</c:v>
                </c:pt>
                <c:pt idx="372">
                  <c:v>0.110968389104</c:v>
                </c:pt>
                <c:pt idx="373">
                  <c:v>0.111342400712</c:v>
                </c:pt>
                <c:pt idx="374">
                  <c:v>0.111713524596</c:v>
                </c:pt>
                <c:pt idx="375">
                  <c:v>0.112081759706</c:v>
                </c:pt>
                <c:pt idx="376">
                  <c:v>0.112447106034</c:v>
                </c:pt>
                <c:pt idx="377">
                  <c:v>0.112809564589</c:v>
                </c:pt>
                <c:pt idx="378">
                  <c:v>0.113169137372</c:v>
                </c:pt>
                <c:pt idx="379">
                  <c:v>0.113525827348</c:v>
                </c:pt>
                <c:pt idx="380">
                  <c:v>0.113879638419</c:v>
                </c:pt>
                <c:pt idx="381">
                  <c:v>0.114230575398</c:v>
                </c:pt>
                <c:pt idx="382">
                  <c:v>0.114578643979</c:v>
                </c:pt>
                <c:pt idx="383">
                  <c:v>0.114923850712</c:v>
                </c:pt>
                <c:pt idx="384">
                  <c:v>0.115266202971</c:v>
                </c:pt>
                <c:pt idx="385">
                  <c:v>0.115605708928</c:v>
                </c:pt>
                <c:pt idx="386">
                  <c:v>0.115942377527</c:v>
                </c:pt>
                <c:pt idx="387">
                  <c:v>0.116276218448</c:v>
                </c:pt>
                <c:pt idx="388">
                  <c:v>0.116607242087</c:v>
                </c:pt>
                <c:pt idx="389">
                  <c:v>0.116935459522</c:v>
                </c:pt>
                <c:pt idx="390">
                  <c:v>0.117260882486</c:v>
                </c:pt>
                <c:pt idx="391">
                  <c:v>0.11758352334</c:v>
                </c:pt>
                <c:pt idx="392">
                  <c:v>0.117903395044</c:v>
                </c:pt>
                <c:pt idx="393">
                  <c:v>0.118220511131</c:v>
                </c:pt>
                <c:pt idx="394">
                  <c:v>0.118534885676</c:v>
                </c:pt>
                <c:pt idx="395">
                  <c:v>0.118846533274</c:v>
                </c:pt>
                <c:pt idx="396">
                  <c:v>0.119155469009</c:v>
                </c:pt>
                <c:pt idx="397">
                  <c:v>0.11946170843</c:v>
                </c:pt>
                <c:pt idx="398">
                  <c:v>0.119765267526</c:v>
                </c:pt>
                <c:pt idx="399">
                  <c:v>0.120066162697</c:v>
                </c:pt>
                <c:pt idx="400">
                  <c:v>0.120364410734</c:v>
                </c:pt>
                <c:pt idx="401">
                  <c:v>0.120660028792</c:v>
                </c:pt>
                <c:pt idx="402">
                  <c:v>0.120953034366</c:v>
                </c:pt>
                <c:pt idx="403">
                  <c:v>0.121243445267</c:v>
                </c:pt>
                <c:pt idx="404">
                  <c:v>0.121531279604</c:v>
                </c:pt>
                <c:pt idx="405">
                  <c:v>0.121816555754</c:v>
                </c:pt>
                <c:pt idx="406">
                  <c:v>0.122099292349</c:v>
                </c:pt>
                <c:pt idx="407">
                  <c:v>0.122379508249</c:v>
                </c:pt>
                <c:pt idx="408">
                  <c:v>0.122657222523</c:v>
                </c:pt>
                <c:pt idx="409">
                  <c:v>0.122932454431</c:v>
                </c:pt>
                <c:pt idx="410">
                  <c:v>0.123205223402</c:v>
                </c:pt>
                <c:pt idx="411">
                  <c:v>0.123475549019</c:v>
                </c:pt>
                <c:pt idx="412">
                  <c:v>0.123743450999</c:v>
                </c:pt>
                <c:pt idx="413">
                  <c:v>0.124008949172</c:v>
                </c:pt>
                <c:pt idx="414">
                  <c:v>0.124272063472</c:v>
                </c:pt>
                <c:pt idx="415">
                  <c:v>0.124532813915</c:v>
                </c:pt>
                <c:pt idx="416">
                  <c:v>0.124791220584</c:v>
                </c:pt>
                <c:pt idx="417">
                  <c:v>0.125047303617</c:v>
                </c:pt>
                <c:pt idx="418">
                  <c:v>0.125301083188</c:v>
                </c:pt>
                <c:pt idx="419">
                  <c:v>0.125552579499</c:v>
                </c:pt>
                <c:pt idx="420">
                  <c:v>0.125801812759</c:v>
                </c:pt>
                <c:pt idx="421">
                  <c:v>0.126048803179</c:v>
                </c:pt>
                <c:pt idx="422">
                  <c:v>0.126293570954</c:v>
                </c:pt>
                <c:pt idx="423">
                  <c:v>0.126536136255</c:v>
                </c:pt>
                <c:pt idx="424">
                  <c:v>0.126776519214</c:v>
                </c:pt>
                <c:pt idx="425">
                  <c:v>0.127014739919</c:v>
                </c:pt>
                <c:pt idx="426">
                  <c:v>0.127250818396</c:v>
                </c:pt>
                <c:pt idx="427">
                  <c:v>0.127484774606</c:v>
                </c:pt>
                <c:pt idx="428">
                  <c:v>0.127716628434</c:v>
                </c:pt>
                <c:pt idx="429">
                  <c:v>0.127946399677</c:v>
                </c:pt>
                <c:pt idx="430">
                  <c:v>0.12817410804</c:v>
                </c:pt>
                <c:pt idx="431">
                  <c:v>0.128399773124</c:v>
                </c:pt>
                <c:pt idx="432">
                  <c:v>0.128623414423</c:v>
                </c:pt>
                <c:pt idx="433">
                  <c:v>0.128845051311</c:v>
                </c:pt>
                <c:pt idx="434">
                  <c:v>0.129064703043</c:v>
                </c:pt>
                <c:pt idx="435">
                  <c:v>0.129282388741</c:v>
                </c:pt>
                <c:pt idx="436">
                  <c:v>0.129498127392</c:v>
                </c:pt>
                <c:pt idx="437">
                  <c:v>0.129711937841</c:v>
                </c:pt>
                <c:pt idx="438">
                  <c:v>0.129923838788</c:v>
                </c:pt>
                <c:pt idx="439">
                  <c:v>0.13013384878</c:v>
                </c:pt>
                <c:pt idx="440">
                  <c:v>0.130341986209</c:v>
                </c:pt>
                <c:pt idx="441">
                  <c:v>0.130548269303</c:v>
                </c:pt>
                <c:pt idx="442">
                  <c:v>0.13075271613</c:v>
                </c:pt>
                <c:pt idx="443">
                  <c:v>0.130955344586</c:v>
                </c:pt>
                <c:pt idx="444">
                  <c:v>0.131156172395</c:v>
                </c:pt>
                <c:pt idx="445">
                  <c:v>0.131355217109</c:v>
                </c:pt>
                <c:pt idx="446">
                  <c:v>0.131552496098</c:v>
                </c:pt>
                <c:pt idx="447">
                  <c:v>0.131748026553</c:v>
                </c:pt>
                <c:pt idx="448">
                  <c:v>0.131941825482</c:v>
                </c:pt>
                <c:pt idx="449">
                  <c:v>0.132133909704</c:v>
                </c:pt>
                <c:pt idx="450">
                  <c:v>0.132324295854</c:v>
                </c:pt>
                <c:pt idx="451">
                  <c:v>0.132513000374</c:v>
                </c:pt>
                <c:pt idx="452">
                  <c:v>0.132700039518</c:v>
                </c:pt>
                <c:pt idx="453">
                  <c:v>0.132885429343</c:v>
                </c:pt>
                <c:pt idx="454">
                  <c:v>0.133069185714</c:v>
                </c:pt>
                <c:pt idx="455">
                  <c:v>0.1332513243</c:v>
                </c:pt>
                <c:pt idx="456">
                  <c:v>0.133431860572</c:v>
                </c:pt>
                <c:pt idx="457">
                  <c:v>0.133610809807</c:v>
                </c:pt>
                <c:pt idx="458">
                  <c:v>0.133788187079</c:v>
                </c:pt>
                <c:pt idx="459">
                  <c:v>0.133964007268</c:v>
                </c:pt>
                <c:pt idx="460">
                  <c:v>0.13413828505</c:v>
                </c:pt>
                <c:pt idx="461">
                  <c:v>0.134311034905</c:v>
                </c:pt>
                <c:pt idx="462">
                  <c:v>0.134482271111</c:v>
                </c:pt>
                <c:pt idx="463">
                  <c:v>0.134652007747</c:v>
                </c:pt>
                <c:pt idx="464">
                  <c:v>0.134820258692</c:v>
                </c:pt>
                <c:pt idx="465">
                  <c:v>0.134987037622</c:v>
                </c:pt>
                <c:pt idx="466">
                  <c:v>0.135152358018</c:v>
                </c:pt>
                <c:pt idx="467">
                  <c:v>0.135316233158</c:v>
                </c:pt>
                <c:pt idx="468">
                  <c:v>0.13547867612</c:v>
                </c:pt>
                <c:pt idx="469">
                  <c:v>0.135639699786</c:v>
                </c:pt>
                <c:pt idx="470">
                  <c:v>0.135799316838</c:v>
                </c:pt>
                <c:pt idx="471">
                  <c:v>0.135957539758</c:v>
                </c:pt>
                <c:pt idx="472">
                  <c:v>0.136114380834</c:v>
                </c:pt>
                <c:pt idx="473">
                  <c:v>0.136269852155</c:v>
                </c:pt>
                <c:pt idx="474">
                  <c:v>0.136423965614</c:v>
                </c:pt>
                <c:pt idx="475">
                  <c:v>0.136576732908</c:v>
                </c:pt>
                <c:pt idx="476">
                  <c:v>0.136728165542</c:v>
                </c:pt>
                <c:pt idx="477">
                  <c:v>0.136878274824</c:v>
                </c:pt>
                <c:pt idx="478">
                  <c:v>0.137027071871</c:v>
                </c:pt>
                <c:pt idx="479">
                  <c:v>0.137174567607</c:v>
                </c:pt>
                <c:pt idx="480">
                  <c:v>0.137320772765</c:v>
                </c:pt>
                <c:pt idx="481">
                  <c:v>0.137465697887</c:v>
                </c:pt>
                <c:pt idx="482">
                  <c:v>0.137609353327</c:v>
                </c:pt>
                <c:pt idx="483">
                  <c:v>0.13775174925</c:v>
                </c:pt>
                <c:pt idx="484">
                  <c:v>0.137892895633</c:v>
                </c:pt>
                <c:pt idx="485">
                  <c:v>0.138032802269</c:v>
                </c:pt>
                <c:pt idx="486">
                  <c:v>0.138171478763</c:v>
                </c:pt>
                <c:pt idx="487">
                  <c:v>0.138308934536</c:v>
                </c:pt>
                <c:pt idx="488">
                  <c:v>0.138445178829</c:v>
                </c:pt>
                <c:pt idx="489">
                  <c:v>0.138580220698</c:v>
                </c:pt>
                <c:pt idx="490">
                  <c:v>0.138714069017</c:v>
                </c:pt>
                <c:pt idx="491">
                  <c:v>0.138846732484</c:v>
                </c:pt>
                <c:pt idx="492">
                  <c:v>0.138978219615</c:v>
                </c:pt>
                <c:pt idx="493">
                  <c:v>0.139108538748</c:v>
                </c:pt>
                <c:pt idx="494">
                  <c:v>0.139237698048</c:v>
                </c:pt>
                <c:pt idx="495">
                  <c:v>0.139365705499</c:v>
                </c:pt>
                <c:pt idx="496">
                  <c:v>0.139492568916</c:v>
                </c:pt>
                <c:pt idx="497">
                  <c:v>0.139618295936</c:v>
                </c:pt>
                <c:pt idx="498">
                  <c:v>0.139742894027</c:v>
                </c:pt>
                <c:pt idx="499">
                  <c:v>0.139866370483</c:v>
                </c:pt>
                <c:pt idx="500">
                  <c:v>0.13998873243</c:v>
                </c:pt>
                <c:pt idx="501">
                  <c:v>0.140109986823</c:v>
                </c:pt>
                <c:pt idx="502">
                  <c:v>0.140230140449</c:v>
                </c:pt>
                <c:pt idx="503">
                  <c:v>0.14034919993</c:v>
                </c:pt>
                <c:pt idx="504">
                  <c:v>0.14046717172</c:v>
                </c:pt>
                <c:pt idx="505">
                  <c:v>0.140584062107</c:v>
                </c:pt>
                <c:pt idx="506">
                  <c:v>0.140699877216</c:v>
                </c:pt>
                <c:pt idx="507">
                  <c:v>0.14081462301</c:v>
                </c:pt>
                <c:pt idx="508">
                  <c:v>0.140928305287</c:v>
                </c:pt>
                <c:pt idx="509">
                  <c:v>0.141040929686</c:v>
                </c:pt>
                <c:pt idx="510">
                  <c:v>0.141152501684</c:v>
                </c:pt>
                <c:pt idx="511">
                  <c:v>0.1412630266</c:v>
                </c:pt>
                <c:pt idx="512">
                  <c:v>0.141372509592</c:v>
                </c:pt>
                <c:pt idx="513">
                  <c:v>0.141480955664</c:v>
                </c:pt>
                <c:pt idx="514">
                  <c:v>0.141588369659</c:v>
                </c:pt>
                <c:pt idx="515">
                  <c:v>0.141694756266</c:v>
                </c:pt>
                <c:pt idx="516">
                  <c:v>0.141800120019</c:v>
                </c:pt>
                <c:pt idx="517">
                  <c:v>0.141904465296</c:v>
                </c:pt>
                <c:pt idx="518">
                  <c:v>0.142007796323</c:v>
                </c:pt>
                <c:pt idx="519">
                  <c:v>0.142110117171</c:v>
                </c:pt>
                <c:pt idx="520">
                  <c:v>0.14221143176</c:v>
                </c:pt>
                <c:pt idx="521">
                  <c:v>0.142311743857</c:v>
                </c:pt>
                <c:pt idx="522">
                  <c:v>0.142411057081</c:v>
                </c:pt>
                <c:pt idx="523">
                  <c:v>0.142509374896</c:v>
                </c:pt>
                <c:pt idx="524">
                  <c:v>0.142606700621</c:v>
                </c:pt>
                <c:pt idx="525">
                  <c:v>0.142703037423</c:v>
                </c:pt>
                <c:pt idx="526">
                  <c:v>0.14279838832</c:v>
                </c:pt>
                <c:pt idx="527">
                  <c:v>0.142892756185</c:v>
                </c:pt>
                <c:pt idx="528">
                  <c:v>0.14298614374</c:v>
                </c:pt>
                <c:pt idx="529">
                  <c:v>0.143078553561</c:v>
                </c:pt>
                <c:pt idx="530">
                  <c:v>0.14316998808</c:v>
                </c:pt>
                <c:pt idx="531">
                  <c:v>0.143260449579</c:v>
                </c:pt>
                <c:pt idx="532">
                  <c:v>0.143349940197</c:v>
                </c:pt>
                <c:pt idx="533">
                  <c:v>0.143438461926</c:v>
                </c:pt>
                <c:pt idx="534">
                  <c:v>0.143526016614</c:v>
                </c:pt>
                <c:pt idx="535">
                  <c:v>0.143612605965</c:v>
                </c:pt>
                <c:pt idx="536">
                  <c:v>0.143698231536</c:v>
                </c:pt>
                <c:pt idx="537">
                  <c:v>0.143782894743</c:v>
                </c:pt>
                <c:pt idx="538">
                  <c:v>0.143866596858</c:v>
                </c:pt>
                <c:pt idx="539">
                  <c:v>0.143949339006</c:v>
                </c:pt>
                <c:pt idx="540">
                  <c:v>0.144031122173</c:v>
                </c:pt>
                <c:pt idx="541">
                  <c:v>0.144111947199</c:v>
                </c:pt>
                <c:pt idx="542">
                  <c:v>0.144191814782</c:v>
                </c:pt>
                <c:pt idx="543">
                  <c:v>0.144270725477</c:v>
                </c:pt>
                <c:pt idx="544">
                  <c:v>0.144348679696</c:v>
                </c:pt>
                <c:pt idx="545">
                  <c:v>0.144425677708</c:v>
                </c:pt>
                <c:pt idx="546">
                  <c:v>0.14450171964</c:v>
                </c:pt>
                <c:pt idx="547">
                  <c:v>0.144576805476</c:v>
                </c:pt>
                <c:pt idx="548">
                  <c:v>0.144650935057</c:v>
                </c:pt>
                <c:pt idx="549">
                  <c:v>0.14472410808</c:v>
                </c:pt>
                <c:pt idx="550">
                  <c:v>0.144796324102</c:v>
                </c:pt>
                <c:pt idx="551">
                  <c:v>0.144867582534</c:v>
                </c:pt>
                <c:pt idx="552">
                  <c:v>0.144937882647</c:v>
                </c:pt>
                <c:pt idx="553">
                  <c:v>0.145007223565</c:v>
                </c:pt>
                <c:pt idx="554">
                  <c:v>0.145075604271</c:v>
                </c:pt>
                <c:pt idx="555">
                  <c:v>0.145143023604</c:v>
                </c:pt>
                <c:pt idx="556">
                  <c:v>0.145209480258</c:v>
                </c:pt>
                <c:pt idx="557">
                  <c:v>0.145274972784</c:v>
                </c:pt>
                <c:pt idx="558">
                  <c:v>0.145339499587</c:v>
                </c:pt>
                <c:pt idx="559">
                  <c:v>0.145403058929</c:v>
                </c:pt>
                <c:pt idx="560">
                  <c:v>0.145465648926</c:v>
                </c:pt>
                <c:pt idx="561">
                  <c:v>0.145527267546</c:v>
                </c:pt>
                <c:pt idx="562">
                  <c:v>0.145587912613</c:v>
                </c:pt>
                <c:pt idx="563">
                  <c:v>0.145647581806</c:v>
                </c:pt>
                <c:pt idx="564">
                  <c:v>0.145706272654</c:v>
                </c:pt>
                <c:pt idx="565">
                  <c:v>0.145763982539</c:v>
                </c:pt>
                <c:pt idx="566">
                  <c:v>0.145820708696</c:v>
                </c:pt>
                <c:pt idx="567">
                  <c:v>0.145876448211</c:v>
                </c:pt>
                <c:pt idx="568">
                  <c:v>0.14593119802</c:v>
                </c:pt>
                <c:pt idx="569">
                  <c:v>0.145984954908</c:v>
                </c:pt>
                <c:pt idx="570">
                  <c:v>0.146037715513</c:v>
                </c:pt>
                <c:pt idx="571">
                  <c:v>0.146089476319</c:v>
                </c:pt>
                <c:pt idx="572">
                  <c:v>0.146140233657</c:v>
                </c:pt>
                <c:pt idx="573">
                  <c:v>0.146189983707</c:v>
                </c:pt>
                <c:pt idx="574">
                  <c:v>0.146238722495</c:v>
                </c:pt>
                <c:pt idx="575">
                  <c:v>0.146286445892</c:v>
                </c:pt>
                <c:pt idx="576">
                  <c:v>0.146333149615</c:v>
                </c:pt>
                <c:pt idx="577">
                  <c:v>0.146378829223</c:v>
                </c:pt>
                <c:pt idx="578">
                  <c:v>0.14642348012</c:v>
                </c:pt>
                <c:pt idx="579">
                  <c:v>0.14646709755</c:v>
                </c:pt>
                <c:pt idx="580">
                  <c:v>0.146509676598</c:v>
                </c:pt>
                <c:pt idx="581">
                  <c:v>0.146551212191</c:v>
                </c:pt>
                <c:pt idx="582">
                  <c:v>0.146591699093</c:v>
                </c:pt>
                <c:pt idx="583">
                  <c:v>0.146631131907</c:v>
                </c:pt>
                <c:pt idx="584">
                  <c:v>0.146669505071</c:v>
                </c:pt>
                <c:pt idx="585">
                  <c:v>0.146706812862</c:v>
                </c:pt>
                <c:pt idx="586">
                  <c:v>0.146743049388</c:v>
                </c:pt>
                <c:pt idx="587">
                  <c:v>0.146778208591</c:v>
                </c:pt>
                <c:pt idx="588">
                  <c:v>0.146812284247</c:v>
                </c:pt>
                <c:pt idx="589">
                  <c:v>0.14684526996</c:v>
                </c:pt>
                <c:pt idx="590">
                  <c:v>0.146877159166</c:v>
                </c:pt>
                <c:pt idx="591">
                  <c:v>0.146907945127</c:v>
                </c:pt>
                <c:pt idx="592">
                  <c:v>0.146937620933</c:v>
                </c:pt>
                <c:pt idx="593">
                  <c:v>0.1469661795</c:v>
                </c:pt>
                <c:pt idx="594">
                  <c:v>0.146993613565</c:v>
                </c:pt>
                <c:pt idx="595">
                  <c:v>0.147019915692</c:v>
                </c:pt>
                <c:pt idx="596">
                  <c:v>0.147045078261</c:v>
                </c:pt>
                <c:pt idx="597">
                  <c:v>0.147069093476</c:v>
                </c:pt>
                <c:pt idx="598">
                  <c:v>0.147091953355</c:v>
                </c:pt>
                <c:pt idx="599">
                  <c:v>0.147113649737</c:v>
                </c:pt>
                <c:pt idx="600">
                  <c:v>0.14713417427</c:v>
                </c:pt>
                <c:pt idx="601">
                  <c:v>0.14715351842</c:v>
                </c:pt>
                <c:pt idx="602">
                  <c:v>0.147171673463</c:v>
                </c:pt>
                <c:pt idx="603">
                  <c:v>0.147188630482</c:v>
                </c:pt>
                <c:pt idx="604">
                  <c:v>0.147204380372</c:v>
                </c:pt>
                <c:pt idx="605">
                  <c:v>0.147218913831</c:v>
                </c:pt>
                <c:pt idx="606">
                  <c:v>0.147232221364</c:v>
                </c:pt>
                <c:pt idx="607">
                  <c:v>0.147244293277</c:v>
                </c:pt>
                <c:pt idx="608">
                  <c:v>0.147255119676</c:v>
                </c:pt>
                <c:pt idx="609">
                  <c:v>0.147264690467</c:v>
                </c:pt>
                <c:pt idx="610">
                  <c:v>0.147272995353</c:v>
                </c:pt>
                <c:pt idx="611">
                  <c:v>0.147280023831</c:v>
                </c:pt>
                <c:pt idx="612">
                  <c:v>0.147285765192</c:v>
                </c:pt>
                <c:pt idx="613">
                  <c:v>0.147290208517</c:v>
                </c:pt>
                <c:pt idx="614">
                  <c:v>0.147293342676</c:v>
                </c:pt>
                <c:pt idx="615">
                  <c:v>0.147295156326</c:v>
                </c:pt>
                <c:pt idx="616">
                  <c:v>0.14729563791</c:v>
                </c:pt>
                <c:pt idx="617">
                  <c:v>0.147294775651</c:v>
                </c:pt>
                <c:pt idx="618">
                  <c:v>0.147292557555</c:v>
                </c:pt>
                <c:pt idx="619">
                  <c:v>0.147288971404</c:v>
                </c:pt>
                <c:pt idx="620">
                  <c:v>0.14728400476</c:v>
                </c:pt>
                <c:pt idx="621">
                  <c:v>0.147277644954</c:v>
                </c:pt>
                <c:pt idx="622">
                  <c:v>0.147269879092</c:v>
                </c:pt>
                <c:pt idx="623">
                  <c:v>0.14726069405</c:v>
                </c:pt>
                <c:pt idx="624">
                  <c:v>0.147250076469</c:v>
                </c:pt>
                <c:pt idx="625">
                  <c:v>0.147238012755</c:v>
                </c:pt>
                <c:pt idx="626">
                  <c:v>0.14722448908</c:v>
                </c:pt>
                <c:pt idx="627">
                  <c:v>0.147209491372</c:v>
                </c:pt>
                <c:pt idx="628">
                  <c:v>0.14719300532</c:v>
                </c:pt>
                <c:pt idx="629">
                  <c:v>0.147175016367</c:v>
                </c:pt>
                <c:pt idx="630">
                  <c:v>0.147155509711</c:v>
                </c:pt>
                <c:pt idx="631">
                  <c:v>0.1471344703</c:v>
                </c:pt>
                <c:pt idx="632">
                  <c:v>0.147111882831</c:v>
                </c:pt>
                <c:pt idx="633">
                  <c:v>0.147087731746</c:v>
                </c:pt>
                <c:pt idx="634">
                  <c:v>0.147062001232</c:v>
                </c:pt>
                <c:pt idx="635">
                  <c:v>0.147034675219</c:v>
                </c:pt>
                <c:pt idx="636">
                  <c:v>0.147005737374</c:v>
                </c:pt>
                <c:pt idx="637">
                  <c:v>0.1469751711</c:v>
                </c:pt>
                <c:pt idx="638">
                  <c:v>0.146942959538</c:v>
                </c:pt>
                <c:pt idx="639">
                  <c:v>0.146909085557</c:v>
                </c:pt>
                <c:pt idx="640">
                  <c:v>0.146873531759</c:v>
                </c:pt>
                <c:pt idx="641">
                  <c:v>0.146836280472</c:v>
                </c:pt>
                <c:pt idx="642">
                  <c:v>0.146797313748</c:v>
                </c:pt>
                <c:pt idx="643">
                  <c:v>0.146756613364</c:v>
                </c:pt>
                <c:pt idx="644">
                  <c:v>0.146714160815</c:v>
                </c:pt>
                <c:pt idx="645">
                  <c:v>0.146669937318</c:v>
                </c:pt>
                <c:pt idx="646">
                  <c:v>0.146623923801</c:v>
                </c:pt>
                <c:pt idx="647">
                  <c:v>0.146576100911</c:v>
                </c:pt>
                <c:pt idx="648">
                  <c:v>0.146526449003</c:v>
                </c:pt>
                <c:pt idx="649">
                  <c:v>0.146474948143</c:v>
                </c:pt>
                <c:pt idx="650">
                  <c:v>0.146421578106</c:v>
                </c:pt>
                <c:pt idx="651">
                  <c:v>0.146366318369</c:v>
                </c:pt>
                <c:pt idx="652">
                  <c:v>0.146309148116</c:v>
                </c:pt>
                <c:pt idx="653">
                  <c:v>0.146250046231</c:v>
                </c:pt>
                <c:pt idx="654">
                  <c:v>0.146188991299</c:v>
                </c:pt>
                <c:pt idx="655">
                  <c:v>0.146125961603</c:v>
                </c:pt>
                <c:pt idx="656">
                  <c:v>0.146060935122</c:v>
                </c:pt>
                <c:pt idx="657">
                  <c:v>0.14599388953</c:v>
                </c:pt>
                <c:pt idx="658">
                  <c:v>0.145924802195</c:v>
                </c:pt>
                <c:pt idx="659">
                  <c:v>0.145853650177</c:v>
                </c:pt>
                <c:pt idx="660">
                  <c:v>0.145780410227</c:v>
                </c:pt>
                <c:pt idx="661">
                  <c:v>0.145705058785</c:v>
                </c:pt>
                <c:pt idx="662">
                  <c:v>0.14562757198</c:v>
                </c:pt>
                <c:pt idx="663">
                  <c:v>0.14554792563</c:v>
                </c:pt>
                <c:pt idx="664">
                  <c:v>0.145466095237</c:v>
                </c:pt>
                <c:pt idx="665">
                  <c:v>0.145382055993</c:v>
                </c:pt>
                <c:pt idx="666">
                  <c:v>0.145295782774</c:v>
                </c:pt>
                <c:pt idx="667">
                  <c:v>0.14520725014</c:v>
                </c:pt>
                <c:pt idx="668">
                  <c:v>0.145116432339</c:v>
                </c:pt>
                <c:pt idx="669">
                  <c:v>0.145023303304</c:v>
                </c:pt>
                <c:pt idx="670">
                  <c:v>0.144927836654</c:v>
                </c:pt>
                <c:pt idx="671">
                  <c:v>0.144830005691</c:v>
                </c:pt>
                <c:pt idx="672">
                  <c:v>0.144729783409</c:v>
                </c:pt>
                <c:pt idx="673">
                  <c:v>0.144627142487</c:v>
                </c:pt>
                <c:pt idx="674">
                  <c:v>0.144522055292</c:v>
                </c:pt>
                <c:pt idx="675">
                  <c:v>0.144414493883</c:v>
                </c:pt>
                <c:pt idx="676">
                  <c:v>0.144304430012</c:v>
                </c:pt>
                <c:pt idx="677">
                  <c:v>0.144191835122</c:v>
                </c:pt>
                <c:pt idx="678">
                  <c:v>0.144076680354</c:v>
                </c:pt>
                <c:pt idx="679">
                  <c:v>0.143958936549</c:v>
                </c:pt>
                <c:pt idx="680">
                  <c:v>0.143838574248</c:v>
                </c:pt>
                <c:pt idx="681">
                  <c:v>0.143715563696</c:v>
                </c:pt>
                <c:pt idx="682">
                  <c:v>0.14358987485</c:v>
                </c:pt>
                <c:pt idx="683">
                  <c:v>0.143461477376</c:v>
                </c:pt>
                <c:pt idx="684">
                  <c:v>0.143330340658</c:v>
                </c:pt>
                <c:pt idx="685">
                  <c:v>0.143196433803</c:v>
                </c:pt>
                <c:pt idx="686">
                  <c:v>0.143059725643</c:v>
                </c:pt>
                <c:pt idx="687">
                  <c:v>0.142920184743</c:v>
                </c:pt>
                <c:pt idx="688">
                  <c:v>0.142777779406</c:v>
                </c:pt>
                <c:pt idx="689">
                  <c:v>0.14263247768</c:v>
                </c:pt>
                <c:pt idx="690">
                  <c:v>0.142484247367</c:v>
                </c:pt>
                <c:pt idx="691">
                  <c:v>0.142333056025</c:v>
                </c:pt>
                <c:pt idx="692">
                  <c:v>0.142178870983</c:v>
                </c:pt>
                <c:pt idx="693">
                  <c:v>0.142021659345</c:v>
                </c:pt>
                <c:pt idx="694">
                  <c:v>0.141861388</c:v>
                </c:pt>
                <c:pt idx="695">
                  <c:v>0.141698023633</c:v>
                </c:pt>
                <c:pt idx="696">
                  <c:v>0.141531532736</c:v>
                </c:pt>
                <c:pt idx="697">
                  <c:v>0.141361881617</c:v>
                </c:pt>
                <c:pt idx="698">
                  <c:v>0.141189036411</c:v>
                </c:pt>
                <c:pt idx="699">
                  <c:v>0.141012963097</c:v>
                </c:pt>
                <c:pt idx="700">
                  <c:v>0.140833627506</c:v>
                </c:pt>
                <c:pt idx="701">
                  <c:v>0.140650995339</c:v>
                </c:pt>
                <c:pt idx="702">
                  <c:v>0.140465032178</c:v>
                </c:pt>
                <c:pt idx="703">
                  <c:v>0.140275703504</c:v>
                </c:pt>
                <c:pt idx="704">
                  <c:v>0.14008297471</c:v>
                </c:pt>
                <c:pt idx="705">
                  <c:v>0.139886811123</c:v>
                </c:pt>
                <c:pt idx="706">
                  <c:v>0.139687178017</c:v>
                </c:pt>
                <c:pt idx="707">
                  <c:v>0.139484040634</c:v>
                </c:pt>
                <c:pt idx="708">
                  <c:v>0.139277364202</c:v>
                </c:pt>
                <c:pt idx="709">
                  <c:v>0.139067113955</c:v>
                </c:pt>
                <c:pt idx="710">
                  <c:v>0.13885325516</c:v>
                </c:pt>
                <c:pt idx="711">
                  <c:v>0.138635753128</c:v>
                </c:pt>
                <c:pt idx="712">
                  <c:v>0.138414573248</c:v>
                </c:pt>
                <c:pt idx="713">
                  <c:v>0.138189681005</c:v>
                </c:pt>
                <c:pt idx="714">
                  <c:v>0.137961042006</c:v>
                </c:pt>
                <c:pt idx="715">
                  <c:v>0.137728622007</c:v>
                </c:pt>
                <c:pt idx="716">
                  <c:v>0.137492386939</c:v>
                </c:pt>
                <c:pt idx="717">
                  <c:v>0.137252302935</c:v>
                </c:pt>
                <c:pt idx="718">
                  <c:v>0.13700833636</c:v>
                </c:pt>
                <c:pt idx="719">
                  <c:v>0.136760453843</c:v>
                </c:pt>
                <c:pt idx="720">
                  <c:v>0.136508622302</c:v>
                </c:pt>
                <c:pt idx="721">
                  <c:v>0.136252808981</c:v>
                </c:pt>
                <c:pt idx="722">
                  <c:v>0.135992981482</c:v>
                </c:pt>
                <c:pt idx="723">
                  <c:v>0.135729107797</c:v>
                </c:pt>
                <c:pt idx="724">
                  <c:v>0.135461156342</c:v>
                </c:pt>
                <c:pt idx="725">
                  <c:v>0.135189095996</c:v>
                </c:pt>
                <c:pt idx="726">
                  <c:v>0.134912896137</c:v>
                </c:pt>
                <c:pt idx="727">
                  <c:v>0.134632526678</c:v>
                </c:pt>
                <c:pt idx="728">
                  <c:v>0.134347958104</c:v>
                </c:pt>
                <c:pt idx="729">
                  <c:v>0.134059161517</c:v>
                </c:pt>
                <c:pt idx="730">
                  <c:v>0.133766108671</c:v>
                </c:pt>
                <c:pt idx="731">
                  <c:v>0.133468772015</c:v>
                </c:pt>
                <c:pt idx="732">
                  <c:v>0.133167124738</c:v>
                </c:pt>
                <c:pt idx="733">
                  <c:v>0.132861140804</c:v>
                </c:pt>
                <c:pt idx="734">
                  <c:v>0.132550795003</c:v>
                </c:pt>
                <c:pt idx="735">
                  <c:v>0.132236062993</c:v>
                </c:pt>
                <c:pt idx="736">
                  <c:v>0.131916921343</c:v>
                </c:pt>
                <c:pt idx="737">
                  <c:v>0.131593347578</c:v>
                </c:pt>
                <c:pt idx="738">
                  <c:v>0.131265320227</c:v>
                </c:pt>
                <c:pt idx="739">
                  <c:v>0.130932818869</c:v>
                </c:pt>
                <c:pt idx="740">
                  <c:v>0.130595824179</c:v>
                </c:pt>
                <c:pt idx="741">
                  <c:v>0.130254317972</c:v>
                </c:pt>
                <c:pt idx="742">
                  <c:v>0.129908283255</c:v>
                </c:pt>
                <c:pt idx="743">
                  <c:v>0.129557704271</c:v>
                </c:pt>
                <c:pt idx="744">
                  <c:v>0.129202566549</c:v>
                </c:pt>
                <c:pt idx="745">
                  <c:v>0.128842856947</c:v>
                </c:pt>
                <c:pt idx="746">
                  <c:v>0.128478563703</c:v>
                </c:pt>
                <c:pt idx="747">
                  <c:v>0.12810967648</c:v>
                </c:pt>
                <c:pt idx="748">
                  <c:v>0.127736186413</c:v>
                </c:pt>
                <c:pt idx="749">
                  <c:v>0.127358086154</c:v>
                </c:pt>
                <c:pt idx="750">
                  <c:v>0.126975369921</c:v>
                </c:pt>
                <c:pt idx="751">
                  <c:v>0.126588033538</c:v>
                </c:pt>
                <c:pt idx="752">
                  <c:v>0.126196074482</c:v>
                </c:pt>
                <c:pt idx="753">
                  <c:v>0.125799491928</c:v>
                </c:pt>
                <c:pt idx="754">
                  <c:v>0.125398286787</c:v>
                </c:pt>
                <c:pt idx="755">
                  <c:v>0.124992461749</c:v>
                </c:pt>
                <c:pt idx="756">
                  <c:v>0.124582021325</c:v>
                </c:pt>
                <c:pt idx="757">
                  <c:v>0.124166971882</c:v>
                </c:pt>
                <c:pt idx="758">
                  <c:v>0.123747321683</c:v>
                </c:pt>
                <c:pt idx="759">
                  <c:v>0.123323080922</c:v>
                </c:pt>
                <c:pt idx="760">
                  <c:v>0.122894261757</c:v>
                </c:pt>
                <c:pt idx="761">
                  <c:v>0.122460878341</c:v>
                </c:pt>
                <c:pt idx="762">
                  <c:v>0.122022946857</c:v>
                </c:pt>
                <c:pt idx="763">
                  <c:v>0.121580485542</c:v>
                </c:pt>
                <c:pt idx="764">
                  <c:v>0.121133514711</c:v>
                </c:pt>
                <c:pt idx="765">
                  <c:v>0.12068205679</c:v>
                </c:pt>
                <c:pt idx="766">
                  <c:v>0.120226136328</c:v>
                </c:pt>
                <c:pt idx="767">
                  <c:v>0.119765780022</c:v>
                </c:pt>
                <c:pt idx="768">
                  <c:v>0.119301016731</c:v>
                </c:pt>
                <c:pt idx="769">
                  <c:v>0.118831877492</c:v>
                </c:pt>
                <c:pt idx="770">
                  <c:v>0.118358395533</c:v>
                </c:pt>
                <c:pt idx="771">
                  <c:v>0.117880606279</c:v>
                </c:pt>
                <c:pt idx="772">
                  <c:v>0.117398547361</c:v>
                </c:pt>
                <c:pt idx="773">
                  <c:v>0.116912258619</c:v>
                </c:pt>
                <c:pt idx="774">
                  <c:v>0.116421782103</c:v>
                </c:pt>
                <c:pt idx="775">
                  <c:v>0.115927162072</c:v>
                </c:pt>
                <c:pt idx="776">
                  <c:v>0.115428444987</c:v>
                </c:pt>
                <c:pt idx="777">
                  <c:v>0.114925679509</c:v>
                </c:pt>
                <c:pt idx="778">
                  <c:v>0.114418916483</c:v>
                </c:pt>
                <c:pt idx="779">
                  <c:v>0.11390820893</c:v>
                </c:pt>
                <c:pt idx="780">
                  <c:v>0.113393612027</c:v>
                </c:pt>
                <c:pt idx="781">
                  <c:v>0.112875183092</c:v>
                </c:pt>
                <c:pt idx="782">
                  <c:v>0.112352981562</c:v>
                </c:pt>
                <c:pt idx="783">
                  <c:v>0.111827068969</c:v>
                </c:pt>
                <c:pt idx="784">
                  <c:v>0.111297508915</c:v>
                </c:pt>
                <c:pt idx="785">
                  <c:v>0.11076436704</c:v>
                </c:pt>
                <c:pt idx="786">
                  <c:v>0.110227710996</c:v>
                </c:pt>
                <c:pt idx="787">
                  <c:v>0.109687610406</c:v>
                </c:pt>
                <c:pt idx="788">
                  <c:v>0.109144136837</c:v>
                </c:pt>
                <c:pt idx="789">
                  <c:v>0.108597363753</c:v>
                </c:pt>
                <c:pt idx="790">
                  <c:v>0.10804736648</c:v>
                </c:pt>
                <c:pt idx="791">
                  <c:v>0.107494222163</c:v>
                </c:pt>
                <c:pt idx="792">
                  <c:v>0.106938009718</c:v>
                </c:pt>
                <c:pt idx="793">
                  <c:v>0.10637880979</c:v>
                </c:pt>
                <c:pt idx="794">
                  <c:v>0.105816704702</c:v>
                </c:pt>
                <c:pt idx="795">
                  <c:v>0.105251778408</c:v>
                </c:pt>
                <c:pt idx="796">
                  <c:v>0.104684116435</c:v>
                </c:pt>
                <c:pt idx="797">
                  <c:v>0.104113805839</c:v>
                </c:pt>
                <c:pt idx="798">
                  <c:v>0.103540935144</c:v>
                </c:pt>
                <c:pt idx="799">
                  <c:v>0.102965594287</c:v>
                </c:pt>
                <c:pt idx="800">
                  <c:v>0.102387874565</c:v>
                </c:pt>
                <c:pt idx="801">
                  <c:v>0.101807868571</c:v>
                </c:pt>
                <c:pt idx="802">
                  <c:v>0.10122567014</c:v>
                </c:pt>
                <c:pt idx="803">
                  <c:v>0.100641374286</c:v>
                </c:pt>
                <c:pt idx="804">
                  <c:v>0.100055077139</c:v>
                </c:pt>
                <c:pt idx="805">
                  <c:v>0.099466875888</c:v>
                </c:pt>
                <c:pt idx="806">
                  <c:v>0.0988768687143</c:v>
                </c:pt>
                <c:pt idx="807">
                  <c:v>0.0982851547288</c:v>
                </c:pt>
                <c:pt idx="808">
                  <c:v>0.0976918339084</c:v>
                </c:pt>
                <c:pt idx="809">
                  <c:v>0.0970970070304</c:v>
                </c:pt>
                <c:pt idx="810">
                  <c:v>0.096500775608</c:v>
                </c:pt>
                <c:pt idx="811">
                  <c:v>0.0959032418236</c:v>
                </c:pt>
                <c:pt idx="812">
                  <c:v>0.0953045084628</c:v>
                </c:pt>
                <c:pt idx="813">
                  <c:v>0.0947046788475</c:v>
                </c:pt>
                <c:pt idx="814">
                  <c:v>0.094103856769</c:v>
                </c:pt>
                <c:pt idx="815">
                  <c:v>0.0935021464201</c:v>
                </c:pt>
                <c:pt idx="816">
                  <c:v>0.0928996523271</c:v>
                </c:pt>
                <c:pt idx="817">
                  <c:v>0.0922964792821</c:v>
                </c:pt>
                <c:pt idx="818">
                  <c:v>0.0916927322741</c:v>
                </c:pt>
                <c:pt idx="819">
                  <c:v>0.0910885164208</c:v>
                </c:pt>
                <c:pt idx="820">
                  <c:v>0.0904839368989</c:v>
                </c:pt>
                <c:pt idx="821">
                  <c:v>0.0898790988758</c:v>
                </c:pt>
                <c:pt idx="822">
                  <c:v>0.0892741074401</c:v>
                </c:pt>
                <c:pt idx="823">
                  <c:v>0.0886690675322</c:v>
                </c:pt>
                <c:pt idx="824">
                  <c:v>0.0880640838749</c:v>
                </c:pt>
                <c:pt idx="825">
                  <c:v>0.0874592609041</c:v>
                </c:pt>
                <c:pt idx="826">
                  <c:v>0.0868547026992</c:v>
                </c:pt>
                <c:pt idx="827">
                  <c:v>0.0862505129141</c:v>
                </c:pt>
                <c:pt idx="828">
                  <c:v>0.0856467947074</c:v>
                </c:pt>
                <c:pt idx="829">
                  <c:v>0.0850436506739</c:v>
                </c:pt>
                <c:pt idx="830">
                  <c:v>0.0844411827755</c:v>
                </c:pt>
                <c:pt idx="831">
                  <c:v>0.0838394922728</c:v>
                </c:pt>
                <c:pt idx="832">
                  <c:v>0.0832386796569</c:v>
                </c:pt>
                <c:pt idx="833">
                  <c:v>0.0826388445818</c:v>
                </c:pt>
                <c:pt idx="834">
                  <c:v>0.082040085797</c:v>
                </c:pt>
                <c:pt idx="835">
                  <c:v>0.0814425010816</c:v>
                </c:pt>
                <c:pt idx="836">
                  <c:v>0.080846187178</c:v>
                </c:pt>
                <c:pt idx="837">
                  <c:v>0.0802512397272</c:v>
                </c:pt>
                <c:pt idx="838">
                  <c:v>0.0796577532046</c:v>
                </c:pt>
                <c:pt idx="839">
                  <c:v>0.0790658208572</c:v>
                </c:pt>
                <c:pt idx="840">
                  <c:v>0.0784755346417</c:v>
                </c:pt>
                <c:pt idx="841">
                  <c:v>0.0778869851639</c:v>
                </c:pt>
                <c:pt idx="842">
                  <c:v>0.0773002616195</c:v>
                </c:pt>
                <c:pt idx="843">
                  <c:v>0.0767154517361</c:v>
                </c:pt>
                <c:pt idx="844">
                  <c:v>0.0761326417174</c:v>
                </c:pt>
                <c:pt idx="845">
                  <c:v>0.0755519161886</c:v>
                </c:pt>
                <c:pt idx="846">
                  <c:v>0.0749733581436</c:v>
                </c:pt>
                <c:pt idx="847">
                  <c:v>0.0743970488945</c:v>
                </c:pt>
                <c:pt idx="848">
                  <c:v>0.0738230680229</c:v>
                </c:pt>
                <c:pt idx="849">
                  <c:v>0.0732514933332</c:v>
                </c:pt>
                <c:pt idx="850">
                  <c:v>0.0726824008088</c:v>
                </c:pt>
                <c:pt idx="851">
                  <c:v>0.0721158645695</c:v>
                </c:pt>
                <c:pt idx="852">
                  <c:v>0.0715519568326</c:v>
                </c:pt>
                <c:pt idx="853">
                  <c:v>0.0709907478757</c:v>
                </c:pt>
                <c:pt idx="854">
                  <c:v>0.0704323060024</c:v>
                </c:pt>
                <c:pt idx="855">
                  <c:v>0.0698766975106</c:v>
                </c:pt>
                <c:pt idx="856">
                  <c:v>0.0693239866637</c:v>
                </c:pt>
                <c:pt idx="857">
                  <c:v>0.0687742356641</c:v>
                </c:pt>
                <c:pt idx="858">
                  <c:v>0.0682275046303</c:v>
                </c:pt>
                <c:pt idx="859">
                  <c:v>0.0676838515765</c:v>
                </c:pt>
                <c:pt idx="860">
                  <c:v>0.0671433323949</c:v>
                </c:pt>
                <c:pt idx="861">
                  <c:v>0.066606000841</c:v>
                </c:pt>
                <c:pt idx="862">
                  <c:v>0.0660719085225</c:v>
                </c:pt>
                <c:pt idx="863">
                  <c:v>0.0655411048902</c:v>
                </c:pt>
                <c:pt idx="864">
                  <c:v>0.0650136372322</c:v>
                </c:pt>
                <c:pt idx="865">
                  <c:v>0.0644895506715</c:v>
                </c:pt>
                <c:pt idx="866">
                  <c:v>0.0639688881657</c:v>
                </c:pt>
                <c:pt idx="867">
                  <c:v>0.06345169051</c:v>
                </c:pt>
                <c:pt idx="868">
                  <c:v>0.0629379963431</c:v>
                </c:pt>
                <c:pt idx="869">
                  <c:v>0.0624278421552</c:v>
                </c:pt>
                <c:pt idx="870">
                  <c:v>0.0619212622998</c:v>
                </c:pt>
                <c:pt idx="871">
                  <c:v>0.061418289007</c:v>
                </c:pt>
                <c:pt idx="872">
                  <c:v>0.0609189524</c:v>
                </c:pt>
                <c:pt idx="873">
                  <c:v>0.0604232805139</c:v>
                </c:pt>
                <c:pt idx="874">
                  <c:v>0.0599312993166</c:v>
                </c:pt>
                <c:pt idx="875">
                  <c:v>0.0594430327329</c:v>
                </c:pt>
                <c:pt idx="876">
                  <c:v>0.0589585026692</c:v>
                </c:pt>
                <c:pt idx="877">
                  <c:v>0.0584777290419</c:v>
                </c:pt>
                <c:pt idx="878">
                  <c:v>0.0580007298066</c:v>
                </c:pt>
                <c:pt idx="879">
                  <c:v>0.0575275209899</c:v>
                </c:pt>
                <c:pt idx="880">
                  <c:v>0.0570581167224</c:v>
                </c:pt>
                <c:pt idx="881">
                  <c:v>0.0565925292736</c:v>
                </c:pt>
                <c:pt idx="882">
                  <c:v>0.0561307690883</c:v>
                </c:pt>
                <c:pt idx="883">
                  <c:v>0.0556728448242</c:v>
                </c:pt>
                <c:pt idx="884">
                  <c:v>0.0552187633911</c:v>
                </c:pt>
                <c:pt idx="885">
                  <c:v>0.0547685299909</c:v>
                </c:pt>
                <c:pt idx="886">
                  <c:v>0.0543221481586</c:v>
                </c:pt>
                <c:pt idx="887">
                  <c:v>0.0538796198049</c:v>
                </c:pt>
                <c:pt idx="888">
                  <c:v>0.0534409452584</c:v>
                </c:pt>
                <c:pt idx="889">
                  <c:v>0.0530061233097</c:v>
                </c:pt>
                <c:pt idx="890">
                  <c:v>0.0525751512554</c:v>
                </c:pt>
                <c:pt idx="891">
                  <c:v>0.0521480249425</c:v>
                </c:pt>
                <c:pt idx="892">
                  <c:v>0.0517247388135</c:v>
                </c:pt>
                <c:pt idx="893">
                  <c:v>0.0513052859517</c:v>
                </c:pt>
                <c:pt idx="894">
                  <c:v>0.0508896581265</c:v>
                </c:pt>
                <c:pt idx="895">
                  <c:v>0.0504778458388</c:v>
                </c:pt>
                <c:pt idx="896">
                  <c:v>0.0500698383665</c:v>
                </c:pt>
                <c:pt idx="897">
                  <c:v>0.04966562381</c:v>
                </c:pt>
                <c:pt idx="898">
                  <c:v>0.0492651891367</c:v>
                </c:pt>
                <c:pt idx="899">
                  <c:v>0.0488685202269</c:v>
                </c:pt>
                <c:pt idx="900">
                  <c:v>0.0484756019172</c:v>
                </c:pt>
                <c:pt idx="901">
                  <c:v>0.0480864180455</c:v>
                </c:pt>
                <c:pt idx="902">
                  <c:v>0.0477009514942</c:v>
                </c:pt>
                <c:pt idx="903">
                  <c:v>0.0473191842334</c:v>
                </c:pt>
                <c:pt idx="904">
                  <c:v>0.0469410973637</c:v>
                </c:pt>
                <c:pt idx="905">
                  <c:v>0.0465666711575</c:v>
                </c:pt>
                <c:pt idx="906">
                  <c:v>0.0461958851009</c:v>
                </c:pt>
                <c:pt idx="907">
                  <c:v>0.0458287179336</c:v>
                </c:pt>
                <c:pt idx="908">
                  <c:v>0.0454651476893</c:v>
                </c:pt>
                <c:pt idx="909">
                  <c:v>0.045105151734</c:v>
                </c:pt>
                <c:pt idx="910">
                  <c:v>0.0447487068042</c:v>
                </c:pt>
                <c:pt idx="911">
                  <c:v>0.0443957890447</c:v>
                </c:pt>
                <c:pt idx="912">
                  <c:v>0.0440463740442</c:v>
                </c:pt>
                <c:pt idx="913">
                  <c:v>0.0437004368715</c:v>
                </c:pt>
                <c:pt idx="914">
                  <c:v>0.0433579521096</c:v>
                </c:pt>
                <c:pt idx="915">
                  <c:v>0.0430188938893</c:v>
                </c:pt>
                <c:pt idx="916">
                  <c:v>0.0426832359224</c:v>
                </c:pt>
                <c:pt idx="917">
                  <c:v>0.042350951533</c:v>
                </c:pt>
                <c:pt idx="918">
                  <c:v>0.0420220136885</c:v>
                </c:pt>
                <c:pt idx="919">
                  <c:v>0.0416963950294</c:v>
                </c:pt>
                <c:pt idx="920">
                  <c:v>0.0413740678984</c:v>
                </c:pt>
                <c:pt idx="921">
                  <c:v>0.0410550043681</c:v>
                </c:pt>
                <c:pt idx="922">
                  <c:v>0.0407391762682</c:v>
                </c:pt>
                <c:pt idx="923">
                  <c:v>0.0404265552116</c:v>
                </c:pt>
                <c:pt idx="924">
                  <c:v>0.0401171126194</c:v>
                </c:pt>
                <c:pt idx="925">
                  <c:v>0.0398108197455</c:v>
                </c:pt>
                <c:pt idx="926">
                  <c:v>0.0395076476996</c:v>
                </c:pt>
                <c:pt idx="927">
                  <c:v>0.0392075674696</c:v>
                </c:pt>
                <c:pt idx="928">
                  <c:v>0.0389105499434</c:v>
                </c:pt>
                <c:pt idx="929">
                  <c:v>0.0386165659295</c:v>
                </c:pt>
                <c:pt idx="930">
                  <c:v>0.0383255861768</c:v>
                </c:pt>
                <c:pt idx="931">
                  <c:v>0.0380375813937</c:v>
                </c:pt>
                <c:pt idx="932">
                  <c:v>0.0377525222661</c:v>
                </c:pt>
                <c:pt idx="933">
                  <c:v>0.0374703794748</c:v>
                </c:pt>
                <c:pt idx="934">
                  <c:v>0.0371911237123</c:v>
                </c:pt>
                <c:pt idx="935">
                  <c:v>0.0369147256984</c:v>
                </c:pt>
                <c:pt idx="936">
                  <c:v>0.0366411561954</c:v>
                </c:pt>
                <c:pt idx="937">
                  <c:v>0.0363703860224</c:v>
                </c:pt>
                <c:pt idx="938">
                  <c:v>0.0361023860691</c:v>
                </c:pt>
                <c:pt idx="939">
                  <c:v>0.0358371273085</c:v>
                </c:pt>
                <c:pt idx="940">
                  <c:v>0.0355745808092</c:v>
                </c:pt>
                <c:pt idx="941">
                  <c:v>0.0353147177474</c:v>
                </c:pt>
                <c:pt idx="942">
                  <c:v>0.0350575094176</c:v>
                </c:pt>
                <c:pt idx="943">
                  <c:v>0.034802927243</c:v>
                </c:pt>
                <c:pt idx="944">
                  <c:v>0.0345509427854</c:v>
                </c:pt>
                <c:pt idx="945">
                  <c:v>0.0343015277546</c:v>
                </c:pt>
                <c:pt idx="946">
                  <c:v>0.0340546540168</c:v>
                </c:pt>
                <c:pt idx="947">
                  <c:v>0.0338102936028</c:v>
                </c:pt>
                <c:pt idx="948">
                  <c:v>0.0335684187161</c:v>
                </c:pt>
                <c:pt idx="949">
                  <c:v>0.0333290017394</c:v>
                </c:pt>
                <c:pt idx="950">
                  <c:v>0.0330920152417</c:v>
                </c:pt>
                <c:pt idx="951">
                  <c:v>0.0328574319844</c:v>
                </c:pt>
                <c:pt idx="952">
                  <c:v>0.0326252249273</c:v>
                </c:pt>
                <c:pt idx="953">
                  <c:v>0.0323953672336</c:v>
                </c:pt>
                <c:pt idx="954">
                  <c:v>0.0321678322749</c:v>
                </c:pt>
                <c:pt idx="955">
                  <c:v>0.0319425936361</c:v>
                </c:pt>
                <c:pt idx="956">
                  <c:v>0.0317196251195</c:v>
                </c:pt>
                <c:pt idx="957">
                  <c:v>0.0314989007482</c:v>
                </c:pt>
                <c:pt idx="958">
                  <c:v>0.0312803947701</c:v>
                </c:pt>
                <c:pt idx="959">
                  <c:v>0.0310640816608</c:v>
                </c:pt>
                <c:pt idx="960">
                  <c:v>0.0308499361266</c:v>
                </c:pt>
                <c:pt idx="961">
                  <c:v>0.030637933107</c:v>
                </c:pt>
                <c:pt idx="962">
                  <c:v>0.0304280477767</c:v>
                </c:pt>
                <c:pt idx="963">
                  <c:v>0.0302202555481</c:v>
                </c:pt>
                <c:pt idx="964">
                  <c:v>0.0300145320725</c:v>
                </c:pt>
                <c:pt idx="965">
                  <c:v>0.029810853242</c:v>
                </c:pt>
                <c:pt idx="966">
                  <c:v>0.0296091951906</c:v>
                </c:pt>
                <c:pt idx="967">
                  <c:v>0.029409534295</c:v>
                </c:pt>
                <c:pt idx="968">
                  <c:v>0.0292118471757</c:v>
                </c:pt>
                <c:pt idx="969">
                  <c:v>0.0290161106975</c:v>
                </c:pt>
                <c:pt idx="970">
                  <c:v>0.02882230197</c:v>
                </c:pt>
                <c:pt idx="971">
                  <c:v>0.0286303983474</c:v>
                </c:pt>
                <c:pt idx="972">
                  <c:v>0.0284403774293</c:v>
                </c:pt>
                <c:pt idx="973">
                  <c:v>0.0282522170599</c:v>
                </c:pt>
                <c:pt idx="974">
                  <c:v>0.0280658953282</c:v>
                </c:pt>
                <c:pt idx="975">
                  <c:v>0.0278813905672</c:v>
                </c:pt>
                <c:pt idx="976">
                  <c:v>0.0276986813538</c:v>
                </c:pt>
                <c:pt idx="977">
                  <c:v>0.0275177465076</c:v>
                </c:pt>
                <c:pt idx="978">
                  <c:v>0.0273385650907</c:v>
                </c:pt>
                <c:pt idx="979">
                  <c:v>0.0271611164062</c:v>
                </c:pt>
                <c:pt idx="980">
                  <c:v>0.0269853799976</c:v>
                </c:pt>
                <c:pt idx="981">
                  <c:v>0.0268113356474</c:v>
                </c:pt>
                <c:pt idx="982">
                  <c:v>0.0266389633761</c:v>
                </c:pt>
                <c:pt idx="983">
                  <c:v>0.0264682434407</c:v>
                </c:pt>
                <c:pt idx="984">
                  <c:v>0.0262991563337</c:v>
                </c:pt>
                <c:pt idx="985">
                  <c:v>0.0261316827808</c:v>
                </c:pt>
                <c:pt idx="986">
                  <c:v>0.0259658037405</c:v>
                </c:pt>
                <c:pt idx="987">
                  <c:v>0.0258015004013</c:v>
                </c:pt>
                <c:pt idx="988">
                  <c:v>0.0256387541812</c:v>
                </c:pt>
                <c:pt idx="989">
                  <c:v>0.0254775467249</c:v>
                </c:pt>
                <c:pt idx="990">
                  <c:v>0.0253178599028</c:v>
                </c:pt>
                <c:pt idx="991">
                  <c:v>0.0251596758089</c:v>
                </c:pt>
                <c:pt idx="992">
                  <c:v>0.0250029767587</c:v>
                </c:pt>
                <c:pt idx="993">
                  <c:v>0.0248477452879</c:v>
                </c:pt>
                <c:pt idx="994">
                  <c:v>0.0246939641496</c:v>
                </c:pt>
                <c:pt idx="995">
                  <c:v>0.024541616313</c:v>
                </c:pt>
                <c:pt idx="996">
                  <c:v>0.0243906849613</c:v>
                </c:pt>
                <c:pt idx="997">
                  <c:v>0.0242411534894</c:v>
                </c:pt>
                <c:pt idx="998">
                  <c:v>0.0240930055019</c:v>
                </c:pt>
                <c:pt idx="999">
                  <c:v>0.0239462248112</c:v>
                </c:pt>
                <c:pt idx="1000">
                  <c:v>0.0238007954352</c:v>
                </c:pt>
                <c:pt idx="1001">
                  <c:v>0.0236567015952</c:v>
                </c:pt>
                <c:pt idx="1002">
                  <c:v>0.0235139277142</c:v>
                </c:pt>
                <c:pt idx="1003">
                  <c:v>0.0233724584138</c:v>
                </c:pt>
                <c:pt idx="1004">
                  <c:v>0.0232322785132</c:v>
                </c:pt>
                <c:pt idx="1005">
                  <c:v>0.0230933730261</c:v>
                </c:pt>
                <c:pt idx="1006">
                  <c:v>0.022955727159</c:v>
                </c:pt>
                <c:pt idx="1007">
                  <c:v>0.0228193263092</c:v>
                </c:pt>
                <c:pt idx="1008">
                  <c:v>0.0226841560619</c:v>
                </c:pt>
                <c:pt idx="1009">
                  <c:v>0.022550202189</c:v>
                </c:pt>
                <c:pt idx="1010">
                  <c:v>0.0224174506462</c:v>
                </c:pt>
                <c:pt idx="1011">
                  <c:v>0.0222858875709</c:v>
                </c:pt>
                <c:pt idx="1012">
                  <c:v>0.0221554992807</c:v>
                </c:pt>
                <c:pt idx="1013">
                  <c:v>0.0220262722704</c:v>
                </c:pt>
                <c:pt idx="1014">
                  <c:v>0.0218981932103</c:v>
                </c:pt>
                <c:pt idx="1015">
                  <c:v>0.021771248944</c:v>
                </c:pt>
                <c:pt idx="1016">
                  <c:v>0.0216454264863</c:v>
                </c:pt>
                <c:pt idx="1017">
                  <c:v>0.0215207130211</c:v>
                </c:pt>
                <c:pt idx="1018">
                  <c:v>0.0213970958989</c:v>
                </c:pt>
                <c:pt idx="1019">
                  <c:v>0.0212745626356</c:v>
                </c:pt>
                <c:pt idx="1020">
                  <c:v>0.0211531009093</c:v>
                </c:pt>
                <c:pt idx="1021">
                  <c:v>0.0210326985591</c:v>
                </c:pt>
                <c:pt idx="1022">
                  <c:v>0.0209133435826</c:v>
                </c:pt>
                <c:pt idx="1023">
                  <c:v>0.0207950241341</c:v>
                </c:pt>
                <c:pt idx="1024">
                  <c:v>0.0206777285224</c:v>
                </c:pt>
                <c:pt idx="1025">
                  <c:v>0.0205614452088</c:v>
                </c:pt>
                <c:pt idx="1026">
                  <c:v>0.0204461628053</c:v>
                </c:pt>
                <c:pt idx="1027">
                  <c:v>0.0203318700723</c:v>
                </c:pt>
                <c:pt idx="1028">
                  <c:v>0.020218555917</c:v>
                </c:pt>
                <c:pt idx="1029">
                  <c:v>0.0201062093911</c:v>
                </c:pt>
                <c:pt idx="1030">
                  <c:v>0.0199948196894</c:v>
                </c:pt>
                <c:pt idx="1031">
                  <c:v>0.0198843761471</c:v>
                </c:pt>
                <c:pt idx="1032">
                  <c:v>0.0197748682387</c:v>
                </c:pt>
                <c:pt idx="1033">
                  <c:v>0.0196662855757</c:v>
                </c:pt>
                <c:pt idx="1034">
                  <c:v>0.0195586179049</c:v>
                </c:pt>
                <c:pt idx="1035">
                  <c:v>0.0194518551065</c:v>
                </c:pt>
                <c:pt idx="1036">
                  <c:v>0.0193459871922</c:v>
                </c:pt>
                <c:pt idx="1037">
                  <c:v>0.0192410043038</c:v>
                </c:pt>
                <c:pt idx="1038">
                  <c:v>0.0191368967108</c:v>
                </c:pt>
                <c:pt idx="1039">
                  <c:v>0.0190336548093</c:v>
                </c:pt>
                <c:pt idx="1040">
                  <c:v>0.0189312691199</c:v>
                </c:pt>
                <c:pt idx="1041">
                  <c:v>0.018829730286</c:v>
                </c:pt>
                <c:pt idx="1042">
                  <c:v>0.0187290290721</c:v>
                </c:pt>
                <c:pt idx="1043">
                  <c:v>0.0186291563625</c:v>
                </c:pt>
                <c:pt idx="1044">
                  <c:v>0.0185301031591</c:v>
                </c:pt>
                <c:pt idx="1045">
                  <c:v>0.0184318605799</c:v>
                </c:pt>
                <c:pt idx="1046">
                  <c:v>0.018334419858</c:v>
                </c:pt>
                <c:pt idx="1047">
                  <c:v>0.0182377723389</c:v>
                </c:pt>
                <c:pt idx="1048">
                  <c:v>0.01814190948</c:v>
                </c:pt>
                <c:pt idx="1049">
                  <c:v>0.0180468228485</c:v>
                </c:pt>
                <c:pt idx="1050">
                  <c:v>0.0179525041197</c:v>
                </c:pt>
                <c:pt idx="1051">
                  <c:v>0.0178589450762</c:v>
                </c:pt>
                <c:pt idx="1052">
                  <c:v>0.0177661376056</c:v>
                </c:pt>
                <c:pt idx="1053">
                  <c:v>0.0176740736994</c:v>
                </c:pt>
                <c:pt idx="1054">
                  <c:v>0.0175827454518</c:v>
                </c:pt>
                <c:pt idx="1055">
                  <c:v>0.0174921450578</c:v>
                </c:pt>
                <c:pt idx="1056">
                  <c:v>0.0174022648119</c:v>
                </c:pt>
                <c:pt idx="1057">
                  <c:v>0.0173130971069</c:v>
                </c:pt>
                <c:pt idx="1058">
                  <c:v>0.0172246344325</c:v>
                </c:pt>
                <c:pt idx="1059">
                  <c:v>0.0171368693736</c:v>
                </c:pt>
                <c:pt idx="1060">
                  <c:v>0.0170497946095</c:v>
                </c:pt>
                <c:pt idx="1061">
                  <c:v>0.016963402912</c:v>
                </c:pt>
                <c:pt idx="1062">
                  <c:v>0.0168776871446</c:v>
                </c:pt>
                <c:pt idx="1063">
                  <c:v>0.0167926402609</c:v>
                </c:pt>
                <c:pt idx="1064">
                  <c:v>0.0167082553033</c:v>
                </c:pt>
                <c:pt idx="1065">
                  <c:v>0.0166245254021</c:v>
                </c:pt>
                <c:pt idx="1066">
                  <c:v>0.016541443774</c:v>
                </c:pt>
                <c:pt idx="1067">
                  <c:v>0.0164590037208</c:v>
                </c:pt>
                <c:pt idx="1068">
                  <c:v>0.0163771986284</c:v>
                </c:pt>
                <c:pt idx="1069">
                  <c:v>0.0162960219656</c:v>
                </c:pt>
                <c:pt idx="1070">
                  <c:v>0.0162154672827</c:v>
                </c:pt>
                <c:pt idx="1071">
                  <c:v>0.0161355282108</c:v>
                </c:pt>
                <c:pt idx="1072">
                  <c:v>0.0160561984602</c:v>
                </c:pt>
                <c:pt idx="1073">
                  <c:v>0.0159774718196</c:v>
                </c:pt>
                <c:pt idx="1074">
                  <c:v>0.0158993421547</c:v>
                </c:pt>
                <c:pt idx="1075">
                  <c:v>0.0158218034076</c:v>
                </c:pt>
                <c:pt idx="1076">
                  <c:v>0.0157448495951</c:v>
                </c:pt>
                <c:pt idx="1077">
                  <c:v>0.0156684748084</c:v>
                </c:pt>
                <c:pt idx="1078">
                  <c:v>0.0155926732112</c:v>
                </c:pt>
                <c:pt idx="1079">
                  <c:v>0.0155174390394</c:v>
                </c:pt>
                <c:pt idx="1080">
                  <c:v>0.0154427665997</c:v>
                </c:pt>
                <c:pt idx="1081">
                  <c:v>0.0153686502688</c:v>
                </c:pt>
                <c:pt idx="1082">
                  <c:v>0.0152950844924</c:v>
                </c:pt>
                <c:pt idx="1083">
                  <c:v>0.0152220637839</c:v>
                </c:pt>
                <c:pt idx="1084">
                  <c:v>0.0151495827242</c:v>
                </c:pt>
                <c:pt idx="1085">
                  <c:v>0.0150776359598</c:v>
                </c:pt>
                <c:pt idx="1086">
                  <c:v>0.0150062182027</c:v>
                </c:pt>
                <c:pt idx="1087">
                  <c:v>0.0149353242291</c:v>
                </c:pt>
                <c:pt idx="1088">
                  <c:v>0.0148649488785</c:v>
                </c:pt>
                <c:pt idx="1089">
                  <c:v>0.0147950870529</c:v>
                </c:pt>
                <c:pt idx="1090">
                  <c:v>0.0147257337161</c:v>
                </c:pt>
                <c:pt idx="1091">
                  <c:v>0.0146568838924</c:v>
                </c:pt>
                <c:pt idx="1092">
                  <c:v>0.0145885326663</c:v>
                </c:pt>
                <c:pt idx="1093">
                  <c:v>0.0145206751812</c:v>
                </c:pt>
                <c:pt idx="1094">
                  <c:v>0.0144533066387</c:v>
                </c:pt>
                <c:pt idx="1095">
                  <c:v>0.0143864222982</c:v>
                </c:pt>
                <c:pt idx="1096">
                  <c:v>0.0143200174755</c:v>
                </c:pt>
                <c:pt idx="1097">
                  <c:v>0.0142540875423</c:v>
                </c:pt>
                <c:pt idx="1098">
                  <c:v>0.0141886279257</c:v>
                </c:pt>
                <c:pt idx="1099">
                  <c:v>0.0141236341068</c:v>
                </c:pt>
                <c:pt idx="1100">
                  <c:v>0.0140591016205</c:v>
                </c:pt>
                <c:pt idx="1101">
                  <c:v>0.0139950260547</c:v>
                </c:pt>
                <c:pt idx="1102">
                  <c:v>0.0139314030492</c:v>
                </c:pt>
                <c:pt idx="1103">
                  <c:v>0.0138682282954</c:v>
                </c:pt>
                <c:pt idx="1104">
                  <c:v>0.0138054975355</c:v>
                </c:pt>
                <c:pt idx="1105">
                  <c:v>0.0137432065615</c:v>
                </c:pt>
                <c:pt idx="1106">
                  <c:v>0.013681351215</c:v>
                </c:pt>
                <c:pt idx="1107">
                  <c:v>0.0136199273862</c:v>
                </c:pt>
                <c:pt idx="1108">
                  <c:v>0.0135589310134</c:v>
                </c:pt>
                <c:pt idx="1109">
                  <c:v>0.013498358082</c:v>
                </c:pt>
                <c:pt idx="1110">
                  <c:v>0.0134382046245</c:v>
                </c:pt>
                <c:pt idx="1111">
                  <c:v>0.0133784667193</c:v>
                </c:pt>
                <c:pt idx="1112">
                  <c:v>0.0133191404902</c:v>
                </c:pt>
                <c:pt idx="1113">
                  <c:v>0.0132602221061</c:v>
                </c:pt>
                <c:pt idx="1114">
                  <c:v>0.0132017077798</c:v>
                </c:pt>
                <c:pt idx="1115">
                  <c:v>0.0131435937682</c:v>
                </c:pt>
                <c:pt idx="1116">
                  <c:v>0.0130858763708</c:v>
                </c:pt>
                <c:pt idx="1117">
                  <c:v>0.0130285519299</c:v>
                </c:pt>
                <c:pt idx="1118">
                  <c:v>0.0129716168296</c:v>
                </c:pt>
                <c:pt idx="1119">
                  <c:v>0.0129150674954</c:v>
                </c:pt>
                <c:pt idx="1120">
                  <c:v>0.0128589003936</c:v>
                </c:pt>
                <c:pt idx="1121">
                  <c:v>0.0128031120306</c:v>
                </c:pt>
                <c:pt idx="1122">
                  <c:v>0.0127476989527</c:v>
                </c:pt>
                <c:pt idx="1123">
                  <c:v>0.0126926577454</c:v>
                </c:pt>
                <c:pt idx="1124">
                  <c:v>0.0126379850327</c:v>
                </c:pt>
                <c:pt idx="1125">
                  <c:v>0.0125836774769</c:v>
                </c:pt>
                <c:pt idx="1126">
                  <c:v>0.0125297317779</c:v>
                </c:pt>
                <c:pt idx="1127">
                  <c:v>0.0124761446727</c:v>
                </c:pt>
                <c:pt idx="1128">
                  <c:v>0.012422912935</c:v>
                </c:pt>
                <c:pt idx="1129">
                  <c:v>0.0123700333747</c:v>
                </c:pt>
                <c:pt idx="1130">
                  <c:v>0.0123175028373</c:v>
                </c:pt>
                <c:pt idx="1131">
                  <c:v>0.0122653182036</c:v>
                </c:pt>
                <c:pt idx="1132">
                  <c:v>0.0122134763891</c:v>
                </c:pt>
                <c:pt idx="1133">
                  <c:v>0.0121619743437</c:v>
                </c:pt>
                <c:pt idx="1134">
                  <c:v>0.0121108090511</c:v>
                </c:pt>
                <c:pt idx="1135">
                  <c:v>0.0120599775284</c:v>
                </c:pt>
                <c:pt idx="1136">
                  <c:v>0.0120094768257</c:v>
                </c:pt>
                <c:pt idx="1137">
                  <c:v>0.0119593040256</c:v>
                </c:pt>
                <c:pt idx="1138">
                  <c:v>0.0119094562428</c:v>
                </c:pt>
                <c:pt idx="1139">
                  <c:v>0.0118599306239</c:v>
                </c:pt>
                <c:pt idx="1140">
                  <c:v>0.0118107243466</c:v>
                </c:pt>
                <c:pt idx="1141">
                  <c:v>0.0117618346195</c:v>
                </c:pt>
                <c:pt idx="1142">
                  <c:v>0.0117132586818</c:v>
                </c:pt>
                <c:pt idx="1143">
                  <c:v>0.0116649938026</c:v>
                </c:pt>
                <c:pt idx="1144">
                  <c:v>0.0116170372809</c:v>
                </c:pt>
                <c:pt idx="1145">
                  <c:v>0.0115693864449</c:v>
                </c:pt>
                <c:pt idx="1146">
                  <c:v>0.011522038652</c:v>
                </c:pt>
                <c:pt idx="1147">
                  <c:v>0.0114749912877</c:v>
                </c:pt>
                <c:pt idx="1148">
                  <c:v>0.0114282417661</c:v>
                </c:pt>
                <c:pt idx="1149">
                  <c:v>0.0113817875291</c:v>
                </c:pt>
                <c:pt idx="1150">
                  <c:v>0.0113356260459</c:v>
                </c:pt>
                <c:pt idx="1151">
                  <c:v>0.0112897548131</c:v>
                </c:pt>
                <c:pt idx="1152">
                  <c:v>0.0112441713538</c:v>
                </c:pt>
                <c:pt idx="1153">
                  <c:v>0.0111988732179</c:v>
                </c:pt>
                <c:pt idx="1154">
                  <c:v>0.0111538579812</c:v>
                </c:pt>
                <c:pt idx="1155">
                  <c:v>0.0111091232453</c:v>
                </c:pt>
                <c:pt idx="1156">
                  <c:v>0.0110646666374</c:v>
                </c:pt>
                <c:pt idx="1157">
                  <c:v>0.0110204858097</c:v>
                </c:pt>
                <c:pt idx="1158">
                  <c:v>0.0109765784392</c:v>
                </c:pt>
                <c:pt idx="1159">
                  <c:v>0.0109329422276</c:v>
                </c:pt>
                <c:pt idx="1160">
                  <c:v>0.0108895749007</c:v>
                </c:pt>
                <c:pt idx="1161">
                  <c:v>0.0108464742082</c:v>
                </c:pt>
                <c:pt idx="1162">
                  <c:v>0.0108036379235</c:v>
                </c:pt>
                <c:pt idx="1163">
                  <c:v>0.0107610638431</c:v>
                </c:pt>
                <c:pt idx="1164">
                  <c:v>0.0107187497868</c:v>
                </c:pt>
                <c:pt idx="1165">
                  <c:v>0.0106766935969</c:v>
                </c:pt>
                <c:pt idx="1166">
                  <c:v>0.0106348931383</c:v>
                </c:pt>
                <c:pt idx="1167">
                  <c:v>0.010593346298</c:v>
                </c:pt>
                <c:pt idx="1168">
                  <c:v>0.0105520509849</c:v>
                </c:pt>
                <c:pt idx="1169">
                  <c:v>0.0105110051296</c:v>
                </c:pt>
                <c:pt idx="1170">
                  <c:v>0.0104702066841</c:v>
                </c:pt>
                <c:pt idx="1171">
                  <c:v>0.0104296536213</c:v>
                </c:pt>
                <c:pt idx="1172">
                  <c:v>0.0103893439351</c:v>
                </c:pt>
                <c:pt idx="1173">
                  <c:v>0.01034927564</c:v>
                </c:pt>
                <c:pt idx="1174">
                  <c:v>0.0103094467707</c:v>
                </c:pt>
                <c:pt idx="1175">
                  <c:v>0.0102698553822</c:v>
                </c:pt>
                <c:pt idx="1176">
                  <c:v>0.0102304995491</c:v>
                </c:pt>
                <c:pt idx="1177">
                  <c:v>0.0101913773658</c:v>
                </c:pt>
                <c:pt idx="1178">
                  <c:v>0.0101524869459</c:v>
                </c:pt>
                <c:pt idx="1179">
                  <c:v>0.0101138264223</c:v>
                </c:pt>
                <c:pt idx="1180">
                  <c:v>0.0100753939466</c:v>
                </c:pt>
                <c:pt idx="1181">
                  <c:v>0.0100371876893</c:v>
                </c:pt>
                <c:pt idx="1182">
                  <c:v>0.00999920583906</c:v>
                </c:pt>
                <c:pt idx="1183">
                  <c:v>0.00996144660298</c:v>
                </c:pt>
                <c:pt idx="1184">
                  <c:v>0.00992390820608</c:v>
                </c:pt>
                <c:pt idx="1185">
                  <c:v>0.00988658889116</c:v>
                </c:pt>
                <c:pt idx="1186">
                  <c:v>0.00984948691861</c:v>
                </c:pt>
                <c:pt idx="1187">
                  <c:v>0.00981260056617</c:v>
                </c:pt>
                <c:pt idx="1188">
                  <c:v>0.00977592812874</c:v>
                </c:pt>
                <c:pt idx="1189">
                  <c:v>0.00973946791815</c:v>
                </c:pt>
                <c:pt idx="1190">
                  <c:v>0.009703218263</c:v>
                </c:pt>
                <c:pt idx="1191">
                  <c:v>0.00966717750844</c:v>
                </c:pt>
                <c:pt idx="1192">
                  <c:v>0.00963134401594</c:v>
                </c:pt>
                <c:pt idx="1193">
                  <c:v>0.00959571616316</c:v>
                </c:pt>
                <c:pt idx="1194">
                  <c:v>0.00956029234372</c:v>
                </c:pt>
                <c:pt idx="1195">
                  <c:v>0.00952507096702</c:v>
                </c:pt>
                <c:pt idx="1196">
                  <c:v>0.00949005045804</c:v>
                </c:pt>
                <c:pt idx="1197">
                  <c:v>0.00945522925719</c:v>
                </c:pt>
                <c:pt idx="1198">
                  <c:v>0.00942060582009</c:v>
                </c:pt>
                <c:pt idx="1199">
                  <c:v>0.00938617861743</c:v>
                </c:pt>
                <c:pt idx="1200">
                  <c:v>0.00935194613476</c:v>
                </c:pt>
                <c:pt idx="1201">
                  <c:v>0.00931790687234</c:v>
                </c:pt>
                <c:pt idx="1202">
                  <c:v>0.00928405934496</c:v>
                </c:pt>
                <c:pt idx="1203">
                  <c:v>0.00925040208176</c:v>
                </c:pt>
                <c:pt idx="1204">
                  <c:v>0.0092169336261</c:v>
                </c:pt>
                <c:pt idx="1205">
                  <c:v>0.00918365253533</c:v>
                </c:pt>
                <c:pt idx="1206">
                  <c:v>0.00915055738071</c:v>
                </c:pt>
                <c:pt idx="1207">
                  <c:v>0.00911764674718</c:v>
                </c:pt>
                <c:pt idx="1208">
                  <c:v>0.00908491923324</c:v>
                </c:pt>
                <c:pt idx="1209">
                  <c:v>0.00905237345078</c:v>
                </c:pt>
                <c:pt idx="1210">
                  <c:v>0.00902000802494</c:v>
                </c:pt>
                <c:pt idx="1211">
                  <c:v>0.00898782159392</c:v>
                </c:pt>
                <c:pt idx="1212">
                  <c:v>0.0089558128089</c:v>
                </c:pt>
                <c:pt idx="1213">
                  <c:v>0.00892398033382</c:v>
                </c:pt>
                <c:pt idx="1214">
                  <c:v>0.00889232284526</c:v>
                </c:pt>
                <c:pt idx="1215">
                  <c:v>0.00886083903233</c:v>
                </c:pt>
                <c:pt idx="1216">
                  <c:v>0.00882952759647</c:v>
                </c:pt>
                <c:pt idx="1217">
                  <c:v>0.00879838725135</c:v>
                </c:pt>
                <c:pt idx="1218">
                  <c:v>0.00876741672272</c:v>
                </c:pt>
                <c:pt idx="1219">
                  <c:v>0.00873661474827</c:v>
                </c:pt>
                <c:pt idx="1220">
                  <c:v>0.0087059800775</c:v>
                </c:pt>
                <c:pt idx="1221">
                  <c:v>0.00867551147158</c:v>
                </c:pt>
                <c:pt idx="1222">
                  <c:v>0.00864520770324</c:v>
                </c:pt>
                <c:pt idx="1223">
                  <c:v>0.00861506755659</c:v>
                </c:pt>
                <c:pt idx="1224">
                  <c:v>0.00858508982707</c:v>
                </c:pt>
                <c:pt idx="1225">
                  <c:v>0.00855527332125</c:v>
                </c:pt>
                <c:pt idx="1226">
                  <c:v>0.00852561685674</c:v>
                </c:pt>
                <c:pt idx="1227">
                  <c:v>0.00849611926206</c:v>
                </c:pt>
                <c:pt idx="1228">
                  <c:v>0.00846677937653</c:v>
                </c:pt>
                <c:pt idx="1229">
                  <c:v>0.00843759605014</c:v>
                </c:pt>
                <c:pt idx="1230">
                  <c:v>0.00840856814342</c:v>
                </c:pt>
                <c:pt idx="1231">
                  <c:v>0.00837969452735</c:v>
                </c:pt>
                <c:pt idx="1232">
                  <c:v>0.00835097408321</c:v>
                </c:pt>
                <c:pt idx="1233">
                  <c:v>0.0083224057025</c:v>
                </c:pt>
                <c:pt idx="1234">
                  <c:v>0.00829398828682</c:v>
                </c:pt>
                <c:pt idx="1235">
                  <c:v>0.00826572074774</c:v>
                </c:pt>
                <c:pt idx="1236">
                  <c:v>0.00823760200671</c:v>
                </c:pt>
                <c:pt idx="1237">
                  <c:v>0.00820963099492</c:v>
                </c:pt>
                <c:pt idx="1238">
                  <c:v>0.00818180665326</c:v>
                </c:pt>
                <c:pt idx="1239">
                  <c:v>0.00815412793213</c:v>
                </c:pt>
                <c:pt idx="1240">
                  <c:v>0.00812659379141</c:v>
                </c:pt>
                <c:pt idx="1241">
                  <c:v>0.00809920320031</c:v>
                </c:pt>
                <c:pt idx="1242">
                  <c:v>0.00807195513727</c:v>
                </c:pt>
                <c:pt idx="1243">
                  <c:v>0.0080448485899</c:v>
                </c:pt>
                <c:pt idx="1244">
                  <c:v>0.00801788255484</c:v>
                </c:pt>
                <c:pt idx="1245">
                  <c:v>0.00799105603767</c:v>
                </c:pt>
                <c:pt idx="1246">
                  <c:v>0.00796436805282</c:v>
                </c:pt>
                <c:pt idx="1247">
                  <c:v>0.00793781762349</c:v>
                </c:pt>
                <c:pt idx="1248">
                  <c:v>0.00791140378152</c:v>
                </c:pt>
                <c:pt idx="1249">
                  <c:v>0.00788512556731</c:v>
                </c:pt>
                <c:pt idx="1250">
                  <c:v>0.00785898202977</c:v>
                </c:pt>
                <c:pt idx="1251">
                  <c:v>0.00783297222616</c:v>
                </c:pt>
                <c:pt idx="1252">
                  <c:v>0.00780709522205</c:v>
                </c:pt>
                <c:pt idx="1253">
                  <c:v>0.00778135009119</c:v>
                </c:pt>
                <c:pt idx="1254">
                  <c:v>0.00775573591549</c:v>
                </c:pt>
                <c:pt idx="1255">
                  <c:v>0.00773025178486</c:v>
                </c:pt>
                <c:pt idx="1256">
                  <c:v>0.00770489679716</c:v>
                </c:pt>
                <c:pt idx="1257">
                  <c:v>0.00767967005811</c:v>
                </c:pt>
                <c:pt idx="1258">
                  <c:v>0.00765457068123</c:v>
                </c:pt>
                <c:pt idx="1259">
                  <c:v>0.0076295977877</c:v>
                </c:pt>
                <c:pt idx="1260">
                  <c:v>0.00760475050635</c:v>
                </c:pt>
                <c:pt idx="1261">
                  <c:v>0.00758002797352</c:v>
                </c:pt>
                <c:pt idx="1262">
                  <c:v>0.00755542933301</c:v>
                </c:pt>
                <c:pt idx="1263">
                  <c:v>0.007530953736</c:v>
                </c:pt>
                <c:pt idx="1264">
                  <c:v>0.00750660034098</c:v>
                </c:pt>
                <c:pt idx="1265">
                  <c:v>0.00748236831363</c:v>
                </c:pt>
                <c:pt idx="1266">
                  <c:v>0.00745825682682</c:v>
                </c:pt>
                <c:pt idx="1267">
                  <c:v>0.00743426506046</c:v>
                </c:pt>
                <c:pt idx="1268">
                  <c:v>0.00741039220147</c:v>
                </c:pt>
                <c:pt idx="1269">
                  <c:v>0.00738663744369</c:v>
                </c:pt>
                <c:pt idx="1270">
                  <c:v>0.00736299998782</c:v>
                </c:pt>
                <c:pt idx="1271">
                  <c:v>0.00733947904136</c:v>
                </c:pt>
                <c:pt idx="1272">
                  <c:v>0.00731607381848</c:v>
                </c:pt>
                <c:pt idx="1273">
                  <c:v>0.00729278354003</c:v>
                </c:pt>
                <c:pt idx="1274">
                  <c:v>0.00726960743342</c:v>
                </c:pt>
                <c:pt idx="1275">
                  <c:v>0.00724654473256</c:v>
                </c:pt>
                <c:pt idx="1276">
                  <c:v>0.00722359467781</c:v>
                </c:pt>
                <c:pt idx="1277">
                  <c:v>0.00720075651591</c:v>
                </c:pt>
                <c:pt idx="1278">
                  <c:v>0.00717802949989</c:v>
                </c:pt>
                <c:pt idx="1279">
                  <c:v>0.00715541288903</c:v>
                </c:pt>
                <c:pt idx="1280">
                  <c:v>0.0071329059488</c:v>
                </c:pt>
                <c:pt idx="1281">
                  <c:v>0.00711050795076</c:v>
                </c:pt>
                <c:pt idx="1282">
                  <c:v>0.00708821817255</c:v>
                </c:pt>
                <c:pt idx="1283">
                  <c:v>0.0070660358978</c:v>
                </c:pt>
                <c:pt idx="1284">
                  <c:v>0.00704396041604</c:v>
                </c:pt>
                <c:pt idx="1285">
                  <c:v>0.00702199102272</c:v>
                </c:pt>
                <c:pt idx="1286">
                  <c:v>0.00700012701906</c:v>
                </c:pt>
                <c:pt idx="1287">
                  <c:v>0.00697836771206</c:v>
                </c:pt>
                <c:pt idx="1288">
                  <c:v>0.00695671241438</c:v>
                </c:pt>
                <c:pt idx="1289">
                  <c:v>0.00693516044436</c:v>
                </c:pt>
                <c:pt idx="1290">
                  <c:v>0.00691371112588</c:v>
                </c:pt>
                <c:pt idx="1291">
                  <c:v>0.00689236378838</c:v>
                </c:pt>
                <c:pt idx="1292">
                  <c:v>0.00687111776675</c:v>
                </c:pt>
                <c:pt idx="1293">
                  <c:v>0.00684997240128</c:v>
                </c:pt>
                <c:pt idx="1294">
                  <c:v>0.00682892703763</c:v>
                </c:pt>
                <c:pt idx="1295">
                  <c:v>0.00680798102679</c:v>
                </c:pt>
                <c:pt idx="1296">
                  <c:v>0.00678713372497</c:v>
                </c:pt>
                <c:pt idx="1297">
                  <c:v>0.00676638449359</c:v>
                </c:pt>
                <c:pt idx="1298">
                  <c:v>0.00674573269923</c:v>
                </c:pt>
                <c:pt idx="1299">
                  <c:v>0.00672517771354</c:v>
                </c:pt>
                <c:pt idx="1300">
                  <c:v>0.00670471891325</c:v>
                </c:pt>
                <c:pt idx="1301">
                  <c:v>0.00668435568006</c:v>
                </c:pt>
                <c:pt idx="1302">
                  <c:v>0.00666408740064</c:v>
                </c:pt>
                <c:pt idx="1303">
                  <c:v>0.00664391346654</c:v>
                </c:pt>
                <c:pt idx="1304">
                  <c:v>0.00662383327417</c:v>
                </c:pt>
                <c:pt idx="1305">
                  <c:v>0.00660384622473</c:v>
                </c:pt>
                <c:pt idx="1306">
                  <c:v>0.00658395172421</c:v>
                </c:pt>
                <c:pt idx="1307">
                  <c:v>0.00656414918326</c:v>
                </c:pt>
                <c:pt idx="1308">
                  <c:v>0.00654443801722</c:v>
                </c:pt>
                <c:pt idx="1309">
                  <c:v>0.00652481764606</c:v>
                </c:pt>
                <c:pt idx="1310">
                  <c:v>0.00650528749429</c:v>
                </c:pt>
                <c:pt idx="1311">
                  <c:v>0.00648584699097</c:v>
                </c:pt>
                <c:pt idx="1312">
                  <c:v>0.00646649556964</c:v>
                </c:pt>
                <c:pt idx="1313">
                  <c:v>0.00644723266827</c:v>
                </c:pt>
                <c:pt idx="1314">
                  <c:v>0.00642805772924</c:v>
                </c:pt>
                <c:pt idx="1315">
                  <c:v>0.00640897019927</c:v>
                </c:pt>
                <c:pt idx="1316">
                  <c:v>0.00638996952942</c:v>
                </c:pt>
                <c:pt idx="1317">
                  <c:v>0.00637105517498</c:v>
                </c:pt>
                <c:pt idx="1318">
                  <c:v>0.00635222659551</c:v>
                </c:pt>
                <c:pt idx="1319">
                  <c:v>0.00633348325473</c:v>
                </c:pt>
                <c:pt idx="1320">
                  <c:v>0.00631482462054</c:v>
                </c:pt>
                <c:pt idx="1321">
                  <c:v>0.00629625016491</c:v>
                </c:pt>
                <c:pt idx="1322">
                  <c:v>0.00627775936391</c:v>
                </c:pt>
                <c:pt idx="1323">
                  <c:v>0.00625935169763</c:v>
                </c:pt>
                <c:pt idx="1324">
                  <c:v>0.00624102665017</c:v>
                </c:pt>
                <c:pt idx="1325">
                  <c:v>0.00622278370957</c:v>
                </c:pt>
                <c:pt idx="1326">
                  <c:v>0.00620462236779</c:v>
                </c:pt>
                <c:pt idx="1327">
                  <c:v>0.00618654212067</c:v>
                </c:pt>
                <c:pt idx="1328">
                  <c:v>0.00616854246791</c:v>
                </c:pt>
                <c:pt idx="1329">
                  <c:v>0.00615062291301</c:v>
                </c:pt>
                <c:pt idx="1330">
                  <c:v>0.00613278296324</c:v>
                </c:pt>
                <c:pt idx="1331">
                  <c:v>0.00611502212961</c:v>
                </c:pt>
                <c:pt idx="1332">
                  <c:v>0.00609733992684</c:v>
                </c:pt>
                <c:pt idx="1333">
                  <c:v>0.00607973587332</c:v>
                </c:pt>
                <c:pt idx="1334">
                  <c:v>0.00606220949107</c:v>
                </c:pt>
                <c:pt idx="1335">
                  <c:v>0.00604476030571</c:v>
                </c:pt>
                <c:pt idx="1336">
                  <c:v>0.00602738784645</c:v>
                </c:pt>
                <c:pt idx="1337">
                  <c:v>0.00601009164602</c:v>
                </c:pt>
                <c:pt idx="1338">
                  <c:v>0.00599287124065</c:v>
                </c:pt>
                <c:pt idx="1339">
                  <c:v>0.00597572617006</c:v>
                </c:pt>
                <c:pt idx="1340">
                  <c:v>0.0059586559774</c:v>
                </c:pt>
                <c:pt idx="1341">
                  <c:v>0.00594166020923</c:v>
                </c:pt>
                <c:pt idx="1342">
                  <c:v>0.00592473841551</c:v>
                </c:pt>
                <c:pt idx="1343">
                  <c:v>0.00590789014952</c:v>
                </c:pt>
                <c:pt idx="1344">
                  <c:v>0.00589111496789</c:v>
                </c:pt>
                <c:pt idx="1345">
                  <c:v>0.00587441243052</c:v>
                </c:pt>
                <c:pt idx="1346">
                  <c:v>0.0058577821006</c:v>
                </c:pt>
                <c:pt idx="1347">
                  <c:v>0.00584122354451</c:v>
                </c:pt>
                <c:pt idx="1348">
                  <c:v>0.00582473633189</c:v>
                </c:pt>
                <c:pt idx="1349">
                  <c:v>0.00580832003551</c:v>
                </c:pt>
                <c:pt idx="1350">
                  <c:v>0.00579197423133</c:v>
                </c:pt>
                <c:pt idx="1351">
                  <c:v>0.00577569849841</c:v>
                </c:pt>
                <c:pt idx="1352">
                  <c:v>0.00575949241892</c:v>
                </c:pt>
                <c:pt idx="1353">
                  <c:v>0.00574335557809</c:v>
                </c:pt>
                <c:pt idx="1354">
                  <c:v>0.00572728756421</c:v>
                </c:pt>
                <c:pt idx="1355">
                  <c:v>0.00571128796859</c:v>
                </c:pt>
                <c:pt idx="1356">
                  <c:v>0.00569535638554</c:v>
                </c:pt>
                <c:pt idx="1357">
                  <c:v>0.00567949241232</c:v>
                </c:pt>
                <c:pt idx="1358">
                  <c:v>0.00566369564916</c:v>
                </c:pt>
                <c:pt idx="1359">
                  <c:v>0.00564796569921</c:v>
                </c:pt>
                <c:pt idx="1360">
                  <c:v>0.00563230216851</c:v>
                </c:pt>
                <c:pt idx="1361">
                  <c:v>0.005616704666</c:v>
                </c:pt>
                <c:pt idx="1362">
                  <c:v>0.00560117280345</c:v>
                </c:pt>
                <c:pt idx="1363">
                  <c:v>0.00558570619549</c:v>
                </c:pt>
                <c:pt idx="1364">
                  <c:v>0.00557030445954</c:v>
                </c:pt>
                <c:pt idx="1365">
                  <c:v>0.00555496721583</c:v>
                </c:pt>
                <c:pt idx="1366">
                  <c:v>0.00553969408733</c:v>
                </c:pt>
                <c:pt idx="1367">
                  <c:v>0.0055244846998</c:v>
                </c:pt>
                <c:pt idx="1368">
                  <c:v>0.0055093386817</c:v>
                </c:pt>
                <c:pt idx="1369">
                  <c:v>0.00549425566421</c:v>
                </c:pt>
                <c:pt idx="1370">
                  <c:v>0.00547923528119</c:v>
                </c:pt>
                <c:pt idx="1371">
                  <c:v>0.0054642771692</c:v>
                </c:pt>
                <c:pt idx="1372">
                  <c:v>0.00544938096743</c:v>
                </c:pt>
                <c:pt idx="1373">
                  <c:v>0.00543454631769</c:v>
                </c:pt>
                <c:pt idx="1374">
                  <c:v>0.00541977286445</c:v>
                </c:pt>
                <c:pt idx="1375">
                  <c:v>0.00540506025474</c:v>
                </c:pt>
                <c:pt idx="1376">
                  <c:v>0.0053904081382</c:v>
                </c:pt>
                <c:pt idx="1377">
                  <c:v>0.00537581616703</c:v>
                </c:pt>
                <c:pt idx="1378">
                  <c:v>0.00536128399595</c:v>
                </c:pt>
                <c:pt idx="1379">
                  <c:v>0.00534681128227</c:v>
                </c:pt>
                <c:pt idx="1380">
                  <c:v>0.00533239768577</c:v>
                </c:pt>
                <c:pt idx="1381">
                  <c:v>0.00531804286877</c:v>
                </c:pt>
                <c:pt idx="1382">
                  <c:v>0.00530374649604</c:v>
                </c:pt>
                <c:pt idx="1383">
                  <c:v>0.00528950823486</c:v>
                </c:pt>
                <c:pt idx="1384">
                  <c:v>0.00527532775494</c:v>
                </c:pt>
                <c:pt idx="1385">
                  <c:v>0.00526120472848</c:v>
                </c:pt>
                <c:pt idx="1386">
                  <c:v>0.00524713883006</c:v>
                </c:pt>
                <c:pt idx="1387">
                  <c:v>0.00523312973672</c:v>
                </c:pt>
                <c:pt idx="1388">
                  <c:v>0.00521917712788</c:v>
                </c:pt>
                <c:pt idx="1389">
                  <c:v>0.00520528068538</c:v>
                </c:pt>
                <c:pt idx="1390">
                  <c:v>0.00519144009343</c:v>
                </c:pt>
                <c:pt idx="1391">
                  <c:v>0.00517765503859</c:v>
                </c:pt>
                <c:pt idx="1392">
                  <c:v>0.00516392520982</c:v>
                </c:pt>
                <c:pt idx="1393">
                  <c:v>0.0051502502984</c:v>
                </c:pt>
                <c:pt idx="1394">
                  <c:v>0.00513662999794</c:v>
                </c:pt>
                <c:pt idx="1395">
                  <c:v>0.0051230640044</c:v>
                </c:pt>
                <c:pt idx="1396">
                  <c:v>0.00510955201604</c:v>
                </c:pt>
                <c:pt idx="1397">
                  <c:v>0.00509609373342</c:v>
                </c:pt>
                <c:pt idx="1398">
                  <c:v>0.00508268885939</c:v>
                </c:pt>
                <c:pt idx="1399">
                  <c:v>0.0050693370991</c:v>
                </c:pt>
                <c:pt idx="1400">
                  <c:v>0.00505603815996</c:v>
                </c:pt>
                <c:pt idx="1401">
                  <c:v>0.00504279175164</c:v>
                </c:pt>
                <c:pt idx="1402">
                  <c:v>0.00502959758607</c:v>
                </c:pt>
                <c:pt idx="1403">
                  <c:v>0.00501645537742</c:v>
                </c:pt>
                <c:pt idx="1404">
                  <c:v>0.00500336484209</c:v>
                </c:pt>
                <c:pt idx="1405">
                  <c:v>0.0049903256987</c:v>
                </c:pt>
                <c:pt idx="1406">
                  <c:v>0.0049773376681</c:v>
                </c:pt>
                <c:pt idx="1407">
                  <c:v>0.00496440047332</c:v>
                </c:pt>
                <c:pt idx="1408">
                  <c:v>0.00495151383959</c:v>
                </c:pt>
                <c:pt idx="1409">
                  <c:v>0.00493867749433</c:v>
                </c:pt>
                <c:pt idx="1410">
                  <c:v>0.00492589116713</c:v>
                </c:pt>
                <c:pt idx="1411">
                  <c:v>0.00491315458973</c:v>
                </c:pt>
                <c:pt idx="1412">
                  <c:v>0.00490046749605</c:v>
                </c:pt>
                <c:pt idx="1413">
                  <c:v>0.00488782962212</c:v>
                </c:pt>
                <c:pt idx="1414">
                  <c:v>0.00487524070612</c:v>
                </c:pt>
                <c:pt idx="1415">
                  <c:v>0.00486270048833</c:v>
                </c:pt>
                <c:pt idx="1416">
                  <c:v>0.00485020871117</c:v>
                </c:pt>
                <c:pt idx="1417">
                  <c:v>0.00483776511913</c:v>
                </c:pt>
                <c:pt idx="1418">
                  <c:v>0.00482536945878</c:v>
                </c:pt>
                <c:pt idx="1419">
                  <c:v>0.00481302147879</c:v>
                </c:pt>
                <c:pt idx="1420">
                  <c:v>0.00480072092986</c:v>
                </c:pt>
                <c:pt idx="1421">
                  <c:v>0.00478846756475</c:v>
                </c:pt>
                <c:pt idx="1422">
                  <c:v>0.00477626113826</c:v>
                </c:pt>
                <c:pt idx="1423">
                  <c:v>0.00476410140719</c:v>
                </c:pt>
                <c:pt idx="1424">
                  <c:v>0.00475198813035</c:v>
                </c:pt>
                <c:pt idx="1425">
                  <c:v>0.00473992106855</c:v>
                </c:pt>
                <c:pt idx="1426">
                  <c:v>0.00472789998457</c:v>
                </c:pt>
                <c:pt idx="1427">
                  <c:v>0.00471592464314</c:v>
                </c:pt>
                <c:pt idx="1428">
                  <c:v>0.00470399481094</c:v>
                </c:pt>
                <c:pt idx="1429">
                  <c:v>0.00469211025657</c:v>
                </c:pt>
                <c:pt idx="1430">
                  <c:v>0.00468027075054</c:v>
                </c:pt>
                <c:pt idx="1431">
                  <c:v>0.00466847606526</c:v>
                </c:pt>
                <c:pt idx="1432">
                  <c:v>0.00465672597499</c:v>
                </c:pt>
                <c:pt idx="1433">
                  <c:v>0.00464502025586</c:v>
                </c:pt>
                <c:pt idx="1434">
                  <c:v>0.00463335868583</c:v>
                </c:pt>
                <c:pt idx="1435">
                  <c:v>0.00462174104466</c:v>
                </c:pt>
                <c:pt idx="1436">
                  <c:v>0.00461016711393</c:v>
                </c:pt>
                <c:pt idx="1437">
                  <c:v>0.00459863667696</c:v>
                </c:pt>
                <c:pt idx="1438">
                  <c:v>0.00458714951885</c:v>
                </c:pt>
                <c:pt idx="1439">
                  <c:v>0.00457570542639</c:v>
                </c:pt>
                <c:pt idx="1440">
                  <c:v>0.00456430418812</c:v>
                </c:pt>
                <c:pt idx="1441">
                  <c:v>0.00455294559423</c:v>
                </c:pt>
                <c:pt idx="1442">
                  <c:v>0.00454162943659</c:v>
                </c:pt>
                <c:pt idx="1443">
                  <c:v>0.00453035550868</c:v>
                </c:pt>
                <c:pt idx="1444">
                  <c:v>0.00451912360563</c:v>
                </c:pt>
                <c:pt idx="1445">
                  <c:v>0.00450793352411</c:v>
                </c:pt>
                <c:pt idx="1446">
                  <c:v>0.0044967850624</c:v>
                </c:pt>
                <c:pt idx="1447">
                  <c:v>0.0044856780203</c:v>
                </c:pt>
                <c:pt idx="1448">
                  <c:v>0.0044746121991</c:v>
                </c:pt>
                <c:pt idx="1449">
                  <c:v>0.0044635874016</c:v>
                </c:pt>
                <c:pt idx="1450">
                  <c:v>0.00445260343207</c:v>
                </c:pt>
                <c:pt idx="1451">
                  <c:v>0.00444166009621</c:v>
                </c:pt>
                <c:pt idx="1452">
                  <c:v>0.00443075720111</c:v>
                </c:pt>
                <c:pt idx="1453">
                  <c:v>0.00441989455527</c:v>
                </c:pt>
                <c:pt idx="1454">
                  <c:v>0.00440907196855</c:v>
                </c:pt>
                <c:pt idx="1455">
                  <c:v>0.00439828925213</c:v>
                </c:pt>
                <c:pt idx="1456">
                  <c:v>0.00438754621852</c:v>
                </c:pt>
                <c:pt idx="1457">
                  <c:v>0.00437684268148</c:v>
                </c:pt>
                <c:pt idx="1458">
                  <c:v>0.00436617845607</c:v>
                </c:pt>
                <c:pt idx="1459">
                  <c:v>0.00435555335857</c:v>
                </c:pt>
                <c:pt idx="1460">
                  <c:v>0.00434496720645</c:v>
                </c:pt>
                <c:pt idx="1461">
                  <c:v>0.00433441981839</c:v>
                </c:pt>
                <c:pt idx="1462">
                  <c:v>0.00432391101424</c:v>
                </c:pt>
                <c:pt idx="1463">
                  <c:v>0.00431344061496</c:v>
                </c:pt>
                <c:pt idx="1464">
                  <c:v>0.00430300844267</c:v>
                </c:pt>
                <c:pt idx="1465">
                  <c:v>0.00429261432053</c:v>
                </c:pt>
                <c:pt idx="1466">
                  <c:v>0.00428225807283</c:v>
                </c:pt>
                <c:pt idx="1467">
                  <c:v>0.00427193952488</c:v>
                </c:pt>
                <c:pt idx="1468">
                  <c:v>0.00426165850304</c:v>
                </c:pt>
                <c:pt idx="1469">
                  <c:v>0.00425141483465</c:v>
                </c:pt>
                <c:pt idx="1470">
                  <c:v>0.0042412083481</c:v>
                </c:pt>
                <c:pt idx="1471">
                  <c:v>0.0042310388727</c:v>
                </c:pt>
                <c:pt idx="1472">
                  <c:v>0.00422090623875</c:v>
                </c:pt>
                <c:pt idx="1473">
                  <c:v>0.00421081027749</c:v>
                </c:pt>
                <c:pt idx="1474">
                  <c:v>0.00420075082107</c:v>
                </c:pt>
                <c:pt idx="1475">
                  <c:v>0.00419072770255</c:v>
                </c:pt>
                <c:pt idx="1476">
                  <c:v>0.00418074075591</c:v>
                </c:pt>
                <c:pt idx="1477">
                  <c:v>0.00417078981599</c:v>
                </c:pt>
                <c:pt idx="1478">
                  <c:v>0.00416087471849</c:v>
                </c:pt>
                <c:pt idx="1479">
                  <c:v>0.00415099529998</c:v>
                </c:pt>
                <c:pt idx="1480">
                  <c:v>0.00414115139787</c:v>
                </c:pt>
                <c:pt idx="1481">
                  <c:v>0.0041313428504</c:v>
                </c:pt>
                <c:pt idx="1482">
                  <c:v>0.00412156949663</c:v>
                </c:pt>
                <c:pt idx="1483">
                  <c:v>0.00411183117645</c:v>
                </c:pt>
                <c:pt idx="1484">
                  <c:v>0.00410212773052</c:v>
                </c:pt>
                <c:pt idx="1485">
                  <c:v>0.00409245900033</c:v>
                </c:pt>
                <c:pt idx="1486">
                  <c:v>0.00408282482814</c:v>
                </c:pt>
                <c:pt idx="1487">
                  <c:v>0.00407322505699</c:v>
                </c:pt>
                <c:pt idx="1488">
                  <c:v>0.0040636595307</c:v>
                </c:pt>
                <c:pt idx="1489">
                  <c:v>0.00405412809387</c:v>
                </c:pt>
                <c:pt idx="1490">
                  <c:v>0.00404463059183</c:v>
                </c:pt>
                <c:pt idx="1491">
                  <c:v>0.00403516687071</c:v>
                </c:pt>
                <c:pt idx="1492">
                  <c:v>0.00402573677737</c:v>
                </c:pt>
                <c:pt idx="1493">
                  <c:v>0.00401634015942</c:v>
                </c:pt>
                <c:pt idx="1494">
                  <c:v>0.00400697686525</c:v>
                </c:pt>
                <c:pt idx="1495">
                  <c:v>0.00399764674395</c:v>
                </c:pt>
                <c:pt idx="1496">
                  <c:v>0.00398834964538</c:v>
                </c:pt>
                <c:pt idx="1497">
                  <c:v>0.00397908542014</c:v>
                </c:pt>
                <c:pt idx="1498">
                  <c:v>0.00396985391957</c:v>
                </c:pt>
                <c:pt idx="1499">
                  <c:v>0.00396065499573</c:v>
                </c:pt>
                <c:pt idx="1500">
                  <c:v>0.00395148850143</c:v>
                </c:pt>
                <c:pt idx="1501">
                  <c:v>0.00394235429021</c:v>
                </c:pt>
                <c:pt idx="1502">
                  <c:v>0.00393325221635</c:v>
                </c:pt>
                <c:pt idx="1503">
                  <c:v>0.00392418213485</c:v>
                </c:pt>
                <c:pt idx="1504">
                  <c:v>0.00391514390146</c:v>
                </c:pt>
                <c:pt idx="1505">
                  <c:v>0.00390613737264</c:v>
                </c:pt>
                <c:pt idx="1506">
                  <c:v>0.0038971624056</c:v>
                </c:pt>
                <c:pt idx="1507">
                  <c:v>0.00388821885826</c:v>
                </c:pt>
                <c:pt idx="1508">
                  <c:v>0.00387930658928</c:v>
                </c:pt>
                <c:pt idx="1509">
                  <c:v>0.00387042545804</c:v>
                </c:pt>
                <c:pt idx="1510">
                  <c:v>0.00386157532466</c:v>
                </c:pt>
                <c:pt idx="1511">
                  <c:v>0.00385275604997</c:v>
                </c:pt>
                <c:pt idx="1512">
                  <c:v>0.00384396749553</c:v>
                </c:pt>
                <c:pt idx="1513">
                  <c:v>0.00383520952362</c:v>
                </c:pt>
                <c:pt idx="1514">
                  <c:v>0.00382648199726</c:v>
                </c:pt>
                <c:pt idx="1515">
                  <c:v>0.00381778478017</c:v>
                </c:pt>
                <c:pt idx="1516">
                  <c:v>0.0038091177368</c:v>
                </c:pt>
                <c:pt idx="1517">
                  <c:v>0.00380048073229</c:v>
                </c:pt>
                <c:pt idx="1518">
                  <c:v>0.00379187363254</c:v>
                </c:pt>
                <c:pt idx="1519">
                  <c:v>0.00378329630412</c:v>
                </c:pt>
                <c:pt idx="1520">
                  <c:v>0.00377474861434</c:v>
                </c:pt>
                <c:pt idx="1521">
                  <c:v>0.00376623043119</c:v>
                </c:pt>
                <c:pt idx="1522">
                  <c:v>0.00375774162339</c:v>
                </c:pt>
                <c:pt idx="1523">
                  <c:v>0.00374928206034</c:v>
                </c:pt>
                <c:pt idx="1524">
                  <c:v>0.00374085161214</c:v>
                </c:pt>
                <c:pt idx="1525">
                  <c:v>0.00373245014961</c:v>
                </c:pt>
                <c:pt idx="1526">
                  <c:v>0.00372407754421</c:v>
                </c:pt>
                <c:pt idx="1527">
                  <c:v>0.00371573366814</c:v>
                </c:pt>
                <c:pt idx="1528">
                  <c:v>0.00370741839424</c:v>
                </c:pt>
                <c:pt idx="1529">
                  <c:v>0.00369913159605</c:v>
                </c:pt>
                <c:pt idx="1530">
                  <c:v>0.00369087314777</c:v>
                </c:pt>
                <c:pt idx="1531">
                  <c:v>0.00368264292428</c:v>
                </c:pt>
                <c:pt idx="1532">
                  <c:v>0.00367444080112</c:v>
                </c:pt>
                <c:pt idx="1533">
                  <c:v>0.00366626665448</c:v>
                </c:pt>
                <c:pt idx="1534">
                  <c:v>0.00365812036121</c:v>
                </c:pt>
                <c:pt idx="1535">
                  <c:v>0.00365000179881</c:v>
                </c:pt>
                <c:pt idx="1536">
                  <c:v>0.00364191084541</c:v>
                </c:pt>
                <c:pt idx="1537">
                  <c:v>0.0036338473798</c:v>
                </c:pt>
                <c:pt idx="1538">
                  <c:v>0.00362581128138</c:v>
                </c:pt>
                <c:pt idx="1539">
                  <c:v>0.00361780243018</c:v>
                </c:pt>
                <c:pt idx="1540">
                  <c:v>0.00360982070686</c:v>
                </c:pt>
                <c:pt idx="1541">
                  <c:v>0.00360186599269</c:v>
                </c:pt>
                <c:pt idx="1542">
                  <c:v>0.00359393816955</c:v>
                </c:pt>
                <c:pt idx="1543">
                  <c:v>0.00358603711992</c:v>
                </c:pt>
                <c:pt idx="1544">
                  <c:v>0.00357816272688</c:v>
                </c:pt>
                <c:pt idx="1545">
                  <c:v>0.0035703148741</c:v>
                </c:pt>
                <c:pt idx="1546">
                  <c:v>0.00356249344583</c:v>
                </c:pt>
                <c:pt idx="1547">
                  <c:v>0.00355469832693</c:v>
                </c:pt>
                <c:pt idx="1548">
                  <c:v>0.00354692940281</c:v>
                </c:pt>
                <c:pt idx="1549">
                  <c:v>0.00353918655944</c:v>
                </c:pt>
                <c:pt idx="1550">
                  <c:v>0.00353146968339</c:v>
                </c:pt>
                <c:pt idx="1551">
                  <c:v>0.00352377866176</c:v>
                </c:pt>
                <c:pt idx="1552">
                  <c:v>0.00351611338222</c:v>
                </c:pt>
                <c:pt idx="1553">
                  <c:v>0.00350847373298</c:v>
                </c:pt>
                <c:pt idx="1554">
                  <c:v>0.0035008596028</c:v>
                </c:pt>
                <c:pt idx="1555">
                  <c:v>0.00349327088098</c:v>
                </c:pt>
                <c:pt idx="1556">
                  <c:v>0.00348570745735</c:v>
                </c:pt>
                <c:pt idx="1557">
                  <c:v>0.00347816922228</c:v>
                </c:pt>
                <c:pt idx="1558">
                  <c:v>0.00347065606666</c:v>
                </c:pt>
                <c:pt idx="1559">
                  <c:v>0.0034631678819</c:v>
                </c:pt>
                <c:pt idx="1560">
                  <c:v>0.00345570455993</c:v>
                </c:pt>
                <c:pt idx="1561">
                  <c:v>0.00344826599318</c:v>
                </c:pt>
                <c:pt idx="1562">
                  <c:v>0.00344085207463</c:v>
                </c:pt>
                <c:pt idx="1563">
                  <c:v>0.00343346269772</c:v>
                </c:pt>
                <c:pt idx="1564">
                  <c:v>0.00342609775641</c:v>
                </c:pt>
                <c:pt idx="1565">
                  <c:v>0.00341875714517</c:v>
                </c:pt>
                <c:pt idx="1566">
                  <c:v>0.00341144075896</c:v>
                </c:pt>
                <c:pt idx="1567">
                  <c:v>0.00340414849321</c:v>
                </c:pt>
                <c:pt idx="1568">
                  <c:v>0.00339688024388</c:v>
                </c:pt>
                <c:pt idx="1569">
                  <c:v>0.00338963590737</c:v>
                </c:pt>
                <c:pt idx="1570">
                  <c:v>0.00338241538061</c:v>
                </c:pt>
                <c:pt idx="1571">
                  <c:v>0.00337521856099</c:v>
                </c:pt>
                <c:pt idx="1572">
                  <c:v>0.00336804534636</c:v>
                </c:pt>
                <c:pt idx="1573">
                  <c:v>0.00336089563508</c:v>
                </c:pt>
                <c:pt idx="1574">
                  <c:v>0.00335376932596</c:v>
                </c:pt>
                <c:pt idx="1575">
                  <c:v>0.0033466663183</c:v>
                </c:pt>
                <c:pt idx="1576">
                  <c:v>0.00333958651185</c:v>
                </c:pt>
                <c:pt idx="1577">
                  <c:v>0.00333252980684</c:v>
                </c:pt>
                <c:pt idx="1578">
                  <c:v>0.00332549610397</c:v>
                </c:pt>
                <c:pt idx="1579">
                  <c:v>0.00331848530439</c:v>
                </c:pt>
                <c:pt idx="1580">
                  <c:v>0.00331149730972</c:v>
                </c:pt>
                <c:pt idx="1581">
                  <c:v>0.00330453202204</c:v>
                </c:pt>
                <c:pt idx="1582">
                  <c:v>0.00329758934389</c:v>
                </c:pt>
                <c:pt idx="1583">
                  <c:v>0.00329066917827</c:v>
                </c:pt>
                <c:pt idx="1584">
                  <c:v>0.00328377142863</c:v>
                </c:pt>
                <c:pt idx="1585">
                  <c:v>0.00327689599888</c:v>
                </c:pt>
                <c:pt idx="1586">
                  <c:v>0.00327004279337</c:v>
                </c:pt>
                <c:pt idx="1587">
                  <c:v>0.00326321171693</c:v>
                </c:pt>
                <c:pt idx="1588">
                  <c:v>0.00325640267481</c:v>
                </c:pt>
                <c:pt idx="1589">
                  <c:v>0.00324961557274</c:v>
                </c:pt>
                <c:pt idx="1590">
                  <c:v>0.00324285031686</c:v>
                </c:pt>
                <c:pt idx="1591">
                  <c:v>0.0032361068138</c:v>
                </c:pt>
                <c:pt idx="1592">
                  <c:v>0.00322938497061</c:v>
                </c:pt>
                <c:pt idx="1593">
                  <c:v>0.00322268469479</c:v>
                </c:pt>
                <c:pt idx="1594">
                  <c:v>0.00321600589428</c:v>
                </c:pt>
                <c:pt idx="1595">
                  <c:v>0.00320934847748</c:v>
                </c:pt>
                <c:pt idx="1596">
                  <c:v>0.00320271235323</c:v>
                </c:pt>
                <c:pt idx="1597">
                  <c:v>0.00319609743078</c:v>
                </c:pt>
                <c:pt idx="1598">
                  <c:v>0.00318950361986</c:v>
                </c:pt>
                <c:pt idx="1599">
                  <c:v>0.00318293083062</c:v>
                </c:pt>
                <c:pt idx="1600">
                  <c:v>0.00317637897365</c:v>
                </c:pt>
                <c:pt idx="1601">
                  <c:v>0.00316984795999</c:v>
                </c:pt>
                <c:pt idx="1602">
                  <c:v>0.00316333770109</c:v>
                </c:pt>
                <c:pt idx="1603">
                  <c:v>0.00315684810886</c:v>
                </c:pt>
                <c:pt idx="1604">
                  <c:v>0.00315037909565</c:v>
                </c:pt>
                <c:pt idx="1605">
                  <c:v>0.00314393057421</c:v>
                </c:pt>
                <c:pt idx="1606">
                  <c:v>0.00313750245777</c:v>
                </c:pt>
                <c:pt idx="1607">
                  <c:v>0.00313109465994</c:v>
                </c:pt>
                <c:pt idx="1608">
                  <c:v>0.0031247070948</c:v>
                </c:pt>
                <c:pt idx="1609">
                  <c:v>0.00311833967685</c:v>
                </c:pt>
                <c:pt idx="1610">
                  <c:v>0.00311199232101</c:v>
                </c:pt>
                <c:pt idx="1611">
                  <c:v>0.00310566494264</c:v>
                </c:pt>
                <c:pt idx="1612">
                  <c:v>0.00309935745753</c:v>
                </c:pt>
                <c:pt idx="1613">
                  <c:v>0.00309306978187</c:v>
                </c:pt>
                <c:pt idx="1614">
                  <c:v>0.00308680183232</c:v>
                </c:pt>
                <c:pt idx="1615">
                  <c:v>0.00308055352591</c:v>
                </c:pt>
                <c:pt idx="1616">
                  <c:v>0.00307432478014</c:v>
                </c:pt>
                <c:pt idx="1617">
                  <c:v>0.00306811551291</c:v>
                </c:pt>
                <c:pt idx="1618">
                  <c:v>0.00306192564254</c:v>
                </c:pt>
                <c:pt idx="1619">
                  <c:v>0.00305575508778</c:v>
                </c:pt>
                <c:pt idx="1620">
                  <c:v>0.00304960376779</c:v>
                </c:pt>
                <c:pt idx="1621">
                  <c:v>0.00304347160215</c:v>
                </c:pt>
                <c:pt idx="1622">
                  <c:v>0.00303735851086</c:v>
                </c:pt>
                <c:pt idx="1623">
                  <c:v>0.00303126441434</c:v>
                </c:pt>
                <c:pt idx="1624">
                  <c:v>0.0030251892334</c:v>
                </c:pt>
                <c:pt idx="1625">
                  <c:v>0.00301913288928</c:v>
                </c:pt>
                <c:pt idx="1626">
                  <c:v>0.00301309530365</c:v>
                </c:pt>
                <c:pt idx="1627">
                  <c:v>0.00300707639856</c:v>
                </c:pt>
                <c:pt idx="1628">
                  <c:v>0.00300107609648</c:v>
                </c:pt>
                <c:pt idx="1629">
                  <c:v>0.00299509432029</c:v>
                </c:pt>
                <c:pt idx="1630">
                  <c:v>0.00298913099327</c:v>
                </c:pt>
                <c:pt idx="1631">
                  <c:v>0.00298318603912</c:v>
                </c:pt>
                <c:pt idx="1632">
                  <c:v>0.00297725938194</c:v>
                </c:pt>
                <c:pt idx="1633">
                  <c:v>0.00297135094621</c:v>
                </c:pt>
                <c:pt idx="1634">
                  <c:v>0.00296546065684</c:v>
                </c:pt>
                <c:pt idx="1635">
                  <c:v>0.00295958843912</c:v>
                </c:pt>
                <c:pt idx="1636">
                  <c:v>0.00295373421875</c:v>
                </c:pt>
                <c:pt idx="1637">
                  <c:v>0.00294789792183</c:v>
                </c:pt>
                <c:pt idx="1638">
                  <c:v>0.00294207947485</c:v>
                </c:pt>
                <c:pt idx="1639">
                  <c:v>0.00293627880468</c:v>
                </c:pt>
                <c:pt idx="1640">
                  <c:v>0.0029304958386</c:v>
                </c:pt>
                <c:pt idx="1641">
                  <c:v>0.00292473050428</c:v>
                </c:pt>
                <c:pt idx="1642">
                  <c:v>0.00291898272978</c:v>
                </c:pt>
                <c:pt idx="1643">
                  <c:v>0.00291325244354</c:v>
                </c:pt>
                <c:pt idx="1644">
                  <c:v>0.00290753957439</c:v>
                </c:pt>
                <c:pt idx="1645">
                  <c:v>0.00290184405155</c:v>
                </c:pt>
                <c:pt idx="1646">
                  <c:v>0.00289616580461</c:v>
                </c:pt>
                <c:pt idx="1647">
                  <c:v>0.00289050476356</c:v>
                </c:pt>
                <c:pt idx="1648">
                  <c:v>0.00288486085877</c:v>
                </c:pt>
                <c:pt idx="1649">
                  <c:v>0.00287923402096</c:v>
                </c:pt>
                <c:pt idx="1650">
                  <c:v>0.00287362418126</c:v>
                </c:pt>
                <c:pt idx="1651">
                  <c:v>0.00286803127116</c:v>
                </c:pt>
                <c:pt idx="1652">
                  <c:v>0.00286245522253</c:v>
                </c:pt>
                <c:pt idx="1653">
                  <c:v>0.0028568959676</c:v>
                </c:pt>
                <c:pt idx="1654">
                  <c:v>0.00285135343899</c:v>
                </c:pt>
                <c:pt idx="1655">
                  <c:v>0.00284582756968</c:v>
                </c:pt>
                <c:pt idx="1656">
                  <c:v>0.00284031829301</c:v>
                </c:pt>
                <c:pt idx="1657">
                  <c:v>0.0028348255427</c:v>
                </c:pt>
                <c:pt idx="1658">
                  <c:v>0.00282934925282</c:v>
                </c:pt>
                <c:pt idx="1659">
                  <c:v>0.0028238893578</c:v>
                </c:pt>
                <c:pt idx="1660">
                  <c:v>0.00281844579246</c:v>
                </c:pt>
                <c:pt idx="1661">
                  <c:v>0.00281301849194</c:v>
                </c:pt>
                <c:pt idx="1662">
                  <c:v>0.00280760739177</c:v>
                </c:pt>
                <c:pt idx="1663">
                  <c:v>0.00280221242781</c:v>
                </c:pt>
                <c:pt idx="1664">
                  <c:v>0.0027968335363</c:v>
                </c:pt>
                <c:pt idx="1665">
                  <c:v>0.0027914706538</c:v>
                </c:pt>
                <c:pt idx="1666">
                  <c:v>0.00278612371726</c:v>
                </c:pt>
                <c:pt idx="1667">
                  <c:v>0.00278079266394</c:v>
                </c:pt>
                <c:pt idx="1668">
                  <c:v>0.00277547743148</c:v>
                </c:pt>
                <c:pt idx="1669">
                  <c:v>0.00277017795784</c:v>
                </c:pt>
                <c:pt idx="1670">
                  <c:v>0.00276489418135</c:v>
                </c:pt>
                <c:pt idx="1671">
                  <c:v>0.00275962604065</c:v>
                </c:pt>
                <c:pt idx="1672">
                  <c:v>0.00275437347476</c:v>
                </c:pt>
                <c:pt idx="1673">
                  <c:v>0.002749136423</c:v>
                </c:pt>
                <c:pt idx="1674">
                  <c:v>0.00274391482505</c:v>
                </c:pt>
                <c:pt idx="1675">
                  <c:v>0.00273870862093</c:v>
                </c:pt>
                <c:pt idx="1676">
                  <c:v>0.00273351775098</c:v>
                </c:pt>
                <c:pt idx="1677">
                  <c:v>0.00272834215588</c:v>
                </c:pt>
                <c:pt idx="1678">
                  <c:v>0.00272318177664</c:v>
                </c:pt>
                <c:pt idx="1679">
                  <c:v>0.0027180365546</c:v>
                </c:pt>
                <c:pt idx="1680">
                  <c:v>0.00271290643142</c:v>
                </c:pt>
                <c:pt idx="1681">
                  <c:v>0.0027077913491</c:v>
                </c:pt>
                <c:pt idx="1682">
                  <c:v>0.00270269124994</c:v>
                </c:pt>
                <c:pt idx="1683">
                  <c:v>0.0026976060766</c:v>
                </c:pt>
                <c:pt idx="1684">
                  <c:v>0.00269253577204</c:v>
                </c:pt>
                <c:pt idx="1685">
                  <c:v>0.00268748027952</c:v>
                </c:pt>
                <c:pt idx="1686">
                  <c:v>0.00268243954266</c:v>
                </c:pt>
                <c:pt idx="1687">
                  <c:v>0.00267741350536</c:v>
                </c:pt>
                <c:pt idx="1688">
                  <c:v>0.00267240211186</c:v>
                </c:pt>
                <c:pt idx="1689">
                  <c:v>0.0026674053067</c:v>
                </c:pt>
                <c:pt idx="1690">
                  <c:v>0.00266242303472</c:v>
                </c:pt>
                <c:pt idx="1691">
                  <c:v>0.00265745524111</c:v>
                </c:pt>
                <c:pt idx="1692">
                  <c:v>0.00265250187132</c:v>
                </c:pt>
                <c:pt idx="1693">
                  <c:v>0.00264756287114</c:v>
                </c:pt>
                <c:pt idx="1694">
                  <c:v>0.00264263818665</c:v>
                </c:pt>
                <c:pt idx="1695">
                  <c:v>0.00263772776425</c:v>
                </c:pt>
                <c:pt idx="1696">
                  <c:v>0.00263283155062</c:v>
                </c:pt>
                <c:pt idx="1697">
                  <c:v>0.00262794949275</c:v>
                </c:pt>
                <c:pt idx="1698">
                  <c:v>0.00262308153794</c:v>
                </c:pt>
                <c:pt idx="1699">
                  <c:v>0.00261822763377</c:v>
                </c:pt>
                <c:pt idx="1700">
                  <c:v>0.00261338772813</c:v>
                </c:pt>
                <c:pt idx="1701">
                  <c:v>0.0026085617692</c:v>
                </c:pt>
                <c:pt idx="1702">
                  <c:v>0.00260374970546</c:v>
                </c:pt>
                <c:pt idx="1703">
                  <c:v>0.00259895148565</c:v>
                </c:pt>
                <c:pt idx="1704">
                  <c:v>0.00259416705884</c:v>
                </c:pt>
                <c:pt idx="1705">
                  <c:v>0.00258939637438</c:v>
                </c:pt>
                <c:pt idx="1706">
                  <c:v>0.00258463938188</c:v>
                </c:pt>
                <c:pt idx="1707">
                  <c:v>0.00257989603127</c:v>
                </c:pt>
                <c:pt idx="1708">
                  <c:v>0.00257516627273</c:v>
                </c:pt>
                <c:pt idx="1709">
                  <c:v>0.00257045005677</c:v>
                </c:pt>
                <c:pt idx="1710">
                  <c:v>0.00256574733413</c:v>
                </c:pt>
                <c:pt idx="1711">
                  <c:v>0.00256105805586</c:v>
                </c:pt>
                <c:pt idx="1712">
                  <c:v>0.00255638217327</c:v>
                </c:pt>
                <c:pt idx="1713">
                  <c:v>0.00255171963796</c:v>
                </c:pt>
                <c:pt idx="1714">
                  <c:v>0.00254707040181</c:v>
                </c:pt>
                <c:pt idx="1715">
                  <c:v>0.00254243441696</c:v>
                </c:pt>
                <c:pt idx="1716">
                  <c:v>0.00253781163581</c:v>
                </c:pt>
                <c:pt idx="1717">
                  <c:v>0.00253320201106</c:v>
                </c:pt>
                <c:pt idx="1718">
                  <c:v>0.00252860549567</c:v>
                </c:pt>
                <c:pt idx="1719">
                  <c:v>0.00252402204284</c:v>
                </c:pt>
                <c:pt idx="1720">
                  <c:v>0.00251945160607</c:v>
                </c:pt>
                <c:pt idx="1721">
                  <c:v>0.00251489413912</c:v>
                </c:pt>
                <c:pt idx="1722">
                  <c:v>0.00251034959598</c:v>
                </c:pt>
                <c:pt idx="1723">
                  <c:v>0.00250581793094</c:v>
                </c:pt>
                <c:pt idx="1724">
                  <c:v>0.00250129909853</c:v>
                </c:pt>
                <c:pt idx="1725">
                  <c:v>0.00249679305353</c:v>
                </c:pt>
                <c:pt idx="1726">
                  <c:v>0.002492299751</c:v>
                </c:pt>
                <c:pt idx="1727">
                  <c:v>0.00248781914624</c:v>
                </c:pt>
                <c:pt idx="1728">
                  <c:v>0.00248335119479</c:v>
                </c:pt>
                <c:pt idx="1729">
                  <c:v>0.00247889585246</c:v>
                </c:pt>
                <c:pt idx="1730">
                  <c:v>0.0024744530753</c:v>
                </c:pt>
                <c:pt idx="1731">
                  <c:v>0.00247002281961</c:v>
                </c:pt>
                <c:pt idx="1732">
                  <c:v>0.00246560504193</c:v>
                </c:pt>
                <c:pt idx="1733">
                  <c:v>0.00246119969906</c:v>
                </c:pt>
                <c:pt idx="1734">
                  <c:v>0.00245680674802</c:v>
                </c:pt>
                <c:pt idx="1735">
                  <c:v>0.00245242614609</c:v>
                </c:pt>
                <c:pt idx="1736">
                  <c:v>0.00244805785076</c:v>
                </c:pt>
                <c:pt idx="1737">
                  <c:v>0.00244370181979</c:v>
                </c:pt>
                <c:pt idx="1738">
                  <c:v>0.00243935801115</c:v>
                </c:pt>
                <c:pt idx="1739">
                  <c:v>0.00243502638305</c:v>
                </c:pt>
                <c:pt idx="1740">
                  <c:v>0.00243070689394</c:v>
                </c:pt>
                <c:pt idx="1741">
                  <c:v>0.00242639950247</c:v>
                </c:pt>
                <c:pt idx="1742">
                  <c:v>0.00242210416754</c:v>
                </c:pt>
                <c:pt idx="1743">
                  <c:v>0.00241782084828</c:v>
                </c:pt>
                <c:pt idx="1744">
                  <c:v>0.00241354950401</c:v>
                </c:pt>
                <c:pt idx="1745">
                  <c:v>0.0024092900943</c:v>
                </c:pt>
                <c:pt idx="1746">
                  <c:v>0.00240504257892</c:v>
                </c:pt>
                <c:pt idx="1747">
                  <c:v>0.00240080691785</c:v>
                </c:pt>
                <c:pt idx="1748">
                  <c:v>0.0023965830713</c:v>
                </c:pt>
                <c:pt idx="1749">
                  <c:v>0.00239237099968</c:v>
                </c:pt>
                <c:pt idx="1750">
                  <c:v>0.0023881706636</c:v>
                </c:pt>
                <c:pt idx="1751">
                  <c:v>0.00238398202388</c:v>
                </c:pt>
                <c:pt idx="1752">
                  <c:v>0.00237980504154</c:v>
                </c:pt>
                <c:pt idx="1753">
                  <c:v>0.00237563967781</c:v>
                </c:pt>
                <c:pt idx="1754">
                  <c:v>0.0023714858941</c:v>
                </c:pt>
                <c:pt idx="1755">
                  <c:v>0.00236734365201</c:v>
                </c:pt>
                <c:pt idx="1756">
                  <c:v>0.00236321291334</c:v>
                </c:pt>
                <c:pt idx="1757">
                  <c:v>0.00235909364009</c:v>
                </c:pt>
                <c:pt idx="1758">
                  <c:v>0.00235498579441</c:v>
                </c:pt>
                <c:pt idx="1759">
                  <c:v>0.00235088933865</c:v>
                </c:pt>
                <c:pt idx="1760">
                  <c:v>0.00234680423534</c:v>
                </c:pt>
                <c:pt idx="1761">
                  <c:v>0.00234273044719</c:v>
                </c:pt>
                <c:pt idx="1762">
                  <c:v>0.00233866793704</c:v>
                </c:pt>
                <c:pt idx="1763">
                  <c:v>0.00233461666795</c:v>
                </c:pt>
                <c:pt idx="1764">
                  <c:v>0.00233057660311</c:v>
                </c:pt>
                <c:pt idx="1765">
                  <c:v>0.00232654770587</c:v>
                </c:pt>
                <c:pt idx="1766">
                  <c:v>0.00232252993975</c:v>
                </c:pt>
                <c:pt idx="1767">
                  <c:v>0.0023185232684</c:v>
                </c:pt>
                <c:pt idx="1768">
                  <c:v>0.00231452765564</c:v>
                </c:pt>
                <c:pt idx="1769">
                  <c:v>0.00231054306542</c:v>
                </c:pt>
                <c:pt idx="1770">
                  <c:v>0.00230656946182</c:v>
                </c:pt>
                <c:pt idx="1771">
                  <c:v>0.00230260680907</c:v>
                </c:pt>
                <c:pt idx="1772">
                  <c:v>0.00229865507152</c:v>
                </c:pt>
                <c:pt idx="1773">
                  <c:v>0.00229471421365</c:v>
                </c:pt>
                <c:pt idx="1774">
                  <c:v>0.00229078420005</c:v>
                </c:pt>
                <c:pt idx="1775">
                  <c:v>0.00228686499544</c:v>
                </c:pt>
                <c:pt idx="1776">
                  <c:v>0.00228295656465</c:v>
                </c:pt>
                <c:pt idx="1777">
                  <c:v>0.0022790588726</c:v>
                </c:pt>
                <c:pt idx="1778">
                  <c:v>0.00227517188431</c:v>
                </c:pt>
                <c:pt idx="1779">
                  <c:v>0.00227129556491</c:v>
                </c:pt>
                <c:pt idx="1780">
                  <c:v>0.00226742987962</c:v>
                </c:pt>
                <c:pt idx="1781">
                  <c:v>0.00226357479373</c:v>
                </c:pt>
                <c:pt idx="1782">
                  <c:v>0.00225973027261</c:v>
                </c:pt>
                <c:pt idx="1783">
                  <c:v>0.00225589628172</c:v>
                </c:pt>
                <c:pt idx="1784">
                  <c:v>0.00225207278658</c:v>
                </c:pt>
                <c:pt idx="1785">
                  <c:v>0.00224825975275</c:v>
                </c:pt>
                <c:pt idx="1786">
                  <c:v>0.00224445714588</c:v>
                </c:pt>
                <c:pt idx="1787">
                  <c:v>0.00224066493164</c:v>
                </c:pt>
                <c:pt idx="1788">
                  <c:v>0.00223688307577</c:v>
                </c:pt>
                <c:pt idx="1789">
                  <c:v>0.00223311154404</c:v>
                </c:pt>
                <c:pt idx="1790">
                  <c:v>0.00222935030223</c:v>
                </c:pt>
                <c:pt idx="1791">
                  <c:v>0.00222559931618</c:v>
                </c:pt>
                <c:pt idx="1792">
                  <c:v>0.00222185855173</c:v>
                </c:pt>
                <c:pt idx="1793">
                  <c:v>0.00221812797474</c:v>
                </c:pt>
                <c:pt idx="1794">
                  <c:v>0.00221440755108</c:v>
                </c:pt>
                <c:pt idx="1795">
                  <c:v>0.0022106972466</c:v>
                </c:pt>
                <c:pt idx="1796">
                  <c:v>0.00220699702718</c:v>
                </c:pt>
                <c:pt idx="1797">
                  <c:v>0.00220330685867</c:v>
                </c:pt>
                <c:pt idx="1798">
                  <c:v>0.00219962670691</c:v>
                </c:pt>
                <c:pt idx="1799">
                  <c:v>0.0021959565377</c:v>
                </c:pt>
                <c:pt idx="1800">
                  <c:v>0.00219229631683</c:v>
                </c:pt>
                <c:pt idx="1801">
                  <c:v>0.00218864601006</c:v>
                </c:pt>
                <c:pt idx="1802">
                  <c:v>0.00218500558309</c:v>
                </c:pt>
                <c:pt idx="1803">
                  <c:v>0.00218137500159</c:v>
                </c:pt>
                <c:pt idx="1804">
                  <c:v>0.00217775423117</c:v>
                </c:pt>
                <c:pt idx="1805">
                  <c:v>0.0021741432374</c:v>
                </c:pt>
                <c:pt idx="1806">
                  <c:v>0.00217054198575</c:v>
                </c:pt>
                <c:pt idx="1807">
                  <c:v>0.00216695044167</c:v>
                </c:pt>
                <c:pt idx="1808">
                  <c:v>0.00216336857051</c:v>
                </c:pt>
                <c:pt idx="1809">
                  <c:v>0.00215979633756</c:v>
                </c:pt>
                <c:pt idx="1810">
                  <c:v>0.002156233708</c:v>
                </c:pt>
                <c:pt idx="1811">
                  <c:v>0.00215268064695</c:v>
                </c:pt>
                <c:pt idx="1812">
                  <c:v>0.00214913711945</c:v>
                </c:pt>
                <c:pt idx="1813">
                  <c:v>0.00214560309043</c:v>
                </c:pt>
                <c:pt idx="1814">
                  <c:v>0.00214207852471</c:v>
                </c:pt>
                <c:pt idx="1815">
                  <c:v>0.00213856338705</c:v>
                </c:pt>
                <c:pt idx="1816">
                  <c:v>0.00213505764209</c:v>
                </c:pt>
                <c:pt idx="1817">
                  <c:v>0.00213156125434</c:v>
                </c:pt>
                <c:pt idx="1818">
                  <c:v>0.00212807418825</c:v>
                </c:pt>
                <c:pt idx="1819">
                  <c:v>0.00212459640814</c:v>
                </c:pt>
                <c:pt idx="1820">
                  <c:v>0.0021211278782</c:v>
                </c:pt>
                <c:pt idx="1821">
                  <c:v>0.00211766856256</c:v>
                </c:pt>
                <c:pt idx="1822">
                  <c:v>0.0021142184252</c:v>
                </c:pt>
                <c:pt idx="1823">
                  <c:v>0.00211077742999</c:v>
                </c:pt>
                <c:pt idx="1824">
                  <c:v>0.00210734554072</c:v>
                </c:pt>
                <c:pt idx="1825">
                  <c:v>0.00210392272105</c:v>
                </c:pt>
                <c:pt idx="1826">
                  <c:v>0.00210050893452</c:v>
                </c:pt>
                <c:pt idx="1827">
                  <c:v>0.0020971041446</c:v>
                </c:pt>
                <c:pt idx="1828">
                  <c:v>0.00209370831462</c:v>
                </c:pt>
                <c:pt idx="1829">
                  <c:v>0.00209032140782</c:v>
                </c:pt>
                <c:pt idx="1830">
                  <c:v>0.00208694338735</c:v>
                </c:pt>
                <c:pt idx="1831">
                  <c:v>0.00208357421626</c:v>
                </c:pt>
                <c:pt idx="1832">
                  <c:v>0.00208021385751</c:v>
                </c:pt>
                <c:pt idx="1833">
                  <c:v>0.00207686227395</c:v>
                </c:pt>
                <c:pt idx="1834">
                  <c:v>0.00207351942839</c:v>
                </c:pt>
                <c:pt idx="1835">
                  <c:v>0.00207018528352</c:v>
                </c:pt>
                <c:pt idx="1836">
                  <c:v>0.00206685980199</c:v>
                </c:pt>
                <c:pt idx="1837">
                  <c:v>0.00206354294636</c:v>
                </c:pt>
                <c:pt idx="1838">
                  <c:v>0.00206023467914</c:v>
                </c:pt>
                <c:pt idx="1839">
                  <c:v>0.0020569349628</c:v>
                </c:pt>
                <c:pt idx="1840">
                  <c:v>0.00205364375974</c:v>
                </c:pt>
                <c:pt idx="1841">
                  <c:v>0.00205036103232</c:v>
                </c:pt>
                <c:pt idx="1842">
                  <c:v>0.0020470867429</c:v>
                </c:pt>
                <c:pt idx="1843">
                  <c:v>0.00204382085378</c:v>
                </c:pt>
                <c:pt idx="1844">
                  <c:v>0.00204056332727</c:v>
                </c:pt>
                <c:pt idx="1845">
                  <c:v>0.00203731412566</c:v>
                </c:pt>
                <c:pt idx="1846">
                  <c:v>0.00203407321124</c:v>
                </c:pt>
                <c:pt idx="1847">
                  <c:v>0.00203084054632</c:v>
                </c:pt>
                <c:pt idx="1848">
                  <c:v>0.00202761609323</c:v>
                </c:pt>
                <c:pt idx="1849">
                  <c:v>0.00202439981431</c:v>
                </c:pt>
                <c:pt idx="1850">
                  <c:v>0.00202119167197</c:v>
                </c:pt>
                <c:pt idx="1851">
                  <c:v>0.00201799162864</c:v>
                </c:pt>
                <c:pt idx="1852">
                  <c:v>0.00201479964683</c:v>
                </c:pt>
                <c:pt idx="1853">
                  <c:v>0.0020116156891</c:v>
                </c:pt>
                <c:pt idx="1854">
                  <c:v>0.00200843971811</c:v>
                </c:pt>
                <c:pt idx="1855">
                  <c:v>0.00200527169659</c:v>
                </c:pt>
                <c:pt idx="1856">
                  <c:v>0.00200211158737</c:v>
                </c:pt>
                <c:pt idx="1857">
                  <c:v>0.00199895935339</c:v>
                </c:pt>
                <c:pt idx="1858">
                  <c:v>0.00199581495773</c:v>
                </c:pt>
                <c:pt idx="1859">
                  <c:v>0.00199267836357</c:v>
                </c:pt>
                <c:pt idx="1860">
                  <c:v>0.00198954953424</c:v>
                </c:pt>
                <c:pt idx="1861">
                  <c:v>0.00198642843323</c:v>
                </c:pt>
                <c:pt idx="1862">
                  <c:v>0.00198331502416</c:v>
                </c:pt>
                <c:pt idx="1863">
                  <c:v>0.00198020927087</c:v>
                </c:pt>
                <c:pt idx="1864">
                  <c:v>0.00197711113732</c:v>
                </c:pt>
                <c:pt idx="1865">
                  <c:v>0.00197402058771</c:v>
                </c:pt>
                <c:pt idx="1866">
                  <c:v>0.0019709375864</c:v>
                </c:pt>
                <c:pt idx="1867">
                  <c:v>0.00196786209798</c:v>
                </c:pt>
                <c:pt idx="1868">
                  <c:v>0.00196479408726</c:v>
                </c:pt>
                <c:pt idx="1869">
                  <c:v>0.00196173351927</c:v>
                </c:pt>
                <c:pt idx="1870">
                  <c:v>0.00195868035926</c:v>
                </c:pt>
                <c:pt idx="1871">
                  <c:v>0.00195563457275</c:v>
                </c:pt>
                <c:pt idx="1872">
                  <c:v>0.00195259612549</c:v>
                </c:pt>
                <c:pt idx="1873">
                  <c:v>0.00194956498352</c:v>
                </c:pt>
                <c:pt idx="1874">
                  <c:v>0.0019465411131</c:v>
                </c:pt>
                <c:pt idx="1875">
                  <c:v>0.00194352448082</c:v>
                </c:pt>
                <c:pt idx="1876">
                  <c:v>0.00194051505352</c:v>
                </c:pt>
                <c:pt idx="1877">
                  <c:v>0.00193751279834</c:v>
                </c:pt>
                <c:pt idx="1878">
                  <c:v>0.0019345176827</c:v>
                </c:pt>
                <c:pt idx="1879">
                  <c:v>0.00193152967435</c:v>
                </c:pt>
                <c:pt idx="1880">
                  <c:v>0.00192854874134</c:v>
                </c:pt>
                <c:pt idx="1881">
                  <c:v>0.00192557485201</c:v>
                </c:pt>
                <c:pt idx="1882">
                  <c:v>0.00192260797506</c:v>
                </c:pt>
                <c:pt idx="1883">
                  <c:v>0.00191964807947</c:v>
                </c:pt>
                <c:pt idx="1884">
                  <c:v>0.00191669513458</c:v>
                </c:pt>
                <c:pt idx="1885">
                  <c:v>0.00191374911004</c:v>
                </c:pt>
                <c:pt idx="1886">
                  <c:v>0.00191080997586</c:v>
                </c:pt>
                <c:pt idx="1887">
                  <c:v>0.00190787770237</c:v>
                </c:pt>
                <c:pt idx="1888">
                  <c:v>0.00190495226023</c:v>
                </c:pt>
                <c:pt idx="1889">
                  <c:v>0.00190203362047</c:v>
                </c:pt>
                <c:pt idx="1890">
                  <c:v>0.00189912175443</c:v>
                </c:pt>
                <c:pt idx="1891">
                  <c:v>0.00189621663384</c:v>
                </c:pt>
                <c:pt idx="1892">
                  <c:v>0.00189331823074</c:v>
                </c:pt>
                <c:pt idx="1893">
                  <c:v>0.00189042651752</c:v>
                </c:pt>
                <c:pt idx="1894">
                  <c:v>0.00188754146693</c:v>
                </c:pt>
                <c:pt idx="1895">
                  <c:v>0.00188466305206</c:v>
                </c:pt>
                <c:pt idx="1896">
                  <c:v>0.00188179124635</c:v>
                </c:pt>
                <c:pt idx="1897">
                  <c:v>0.00187892602357</c:v>
                </c:pt>
                <c:pt idx="1898">
                  <c:v>0.00187606735785</c:v>
                </c:pt>
                <c:pt idx="1899">
                  <c:v>0.00187321522366</c:v>
                </c:pt>
                <c:pt idx="1900">
                  <c:v>0.00187036959579</c:v>
                </c:pt>
                <c:pt idx="1901">
                  <c:v>0.00186753044938</c:v>
                </c:pt>
                <c:pt idx="1902">
                  <c:v>0.00186469775991</c:v>
                </c:pt>
                <c:pt idx="1903">
                  <c:v>0.00186187150317</c:v>
                </c:pt>
                <c:pt idx="1904">
                  <c:v>0.0018590516553</c:v>
                </c:pt>
                <c:pt idx="1905">
                  <c:v>0.00185623819274</c:v>
                </c:pt>
                <c:pt idx="1906">
                  <c:v>0.00185343109227</c:v>
                </c:pt>
                <c:pt idx="1907">
                  <c:v>0.00185063033097</c:v>
                </c:pt>
                <c:pt idx="1908">
                  <c:v>0.00184783588624</c:v>
                </c:pt>
                <c:pt idx="1909">
                  <c:v>0.00184504773578</c:v>
                </c:pt>
                <c:pt idx="1910">
                  <c:v>0.00184226585759</c:v>
                </c:pt>
                <c:pt idx="1911">
                  <c:v>0.00183949022998</c:v>
                </c:pt>
                <c:pt idx="1912">
                  <c:v>0.00183672083154</c:v>
                </c:pt>
                <c:pt idx="1913">
                  <c:v>0.00183395764114</c:v>
                </c:pt>
                <c:pt idx="1914">
                  <c:v>0.00183120063795</c:v>
                </c:pt>
                <c:pt idx="1915">
                  <c:v>0.0018284498014</c:v>
                </c:pt>
                <c:pt idx="1916">
                  <c:v>0.00182570511119</c:v>
                </c:pt>
                <c:pt idx="1917">
                  <c:v>0.00182296654729</c:v>
                </c:pt>
                <c:pt idx="1918">
                  <c:v>0.00182023408994</c:v>
                </c:pt>
                <c:pt idx="1919">
                  <c:v>0.00181750771962</c:v>
                </c:pt>
                <c:pt idx="1920">
                  <c:v>0.00181478741706</c:v>
                </c:pt>
                <c:pt idx="1921">
                  <c:v>0.00181207316323</c:v>
                </c:pt>
                <c:pt idx="1922">
                  <c:v>0.00180936493934</c:v>
                </c:pt>
                <c:pt idx="1923">
                  <c:v>0.00180666272683</c:v>
                </c:pt>
                <c:pt idx="1924">
                  <c:v>0.00180396650737</c:v>
                </c:pt>
                <c:pt idx="1925">
                  <c:v>0.00180127626285</c:v>
                </c:pt>
                <c:pt idx="1926">
                  <c:v>0.00179859197536</c:v>
                </c:pt>
                <c:pt idx="1927">
                  <c:v>0.00179591362721</c:v>
                </c:pt>
                <c:pt idx="1928">
                  <c:v>0.00179324120091</c:v>
                </c:pt>
                <c:pt idx="1929">
                  <c:v>0.00179057467918</c:v>
                </c:pt>
                <c:pt idx="1930">
                  <c:v>0.00178791404491</c:v>
                </c:pt>
                <c:pt idx="1931">
                  <c:v>0.0017852592812</c:v>
                </c:pt>
                <c:pt idx="1932">
                  <c:v>0.0017826103713</c:v>
                </c:pt>
                <c:pt idx="1933">
                  <c:v>0.00177996729868</c:v>
                </c:pt>
                <c:pt idx="1934">
                  <c:v>0.00177733004694</c:v>
                </c:pt>
                <c:pt idx="1935">
                  <c:v>0.00177469859988</c:v>
                </c:pt>
                <c:pt idx="1936">
                  <c:v>0.00177207294143</c:v>
                </c:pt>
                <c:pt idx="1937">
                  <c:v>0.00176945305571</c:v>
                </c:pt>
                <c:pt idx="1938">
                  <c:v>0.00176683892697</c:v>
                </c:pt>
                <c:pt idx="1939">
                  <c:v>0.00176423053962</c:v>
                </c:pt>
                <c:pt idx="1940">
                  <c:v>0.0017616278782</c:v>
                </c:pt>
                <c:pt idx="1941">
                  <c:v>0.00175903092741</c:v>
                </c:pt>
                <c:pt idx="1942">
                  <c:v>0.00175643967207</c:v>
                </c:pt>
                <c:pt idx="1943">
                  <c:v>0.00175385409713</c:v>
                </c:pt>
                <c:pt idx="1944">
                  <c:v>0.00175127418769</c:v>
                </c:pt>
                <c:pt idx="1945">
                  <c:v>0.00174869992893</c:v>
                </c:pt>
                <c:pt idx="1946">
                  <c:v>0.0017461313062</c:v>
                </c:pt>
                <c:pt idx="1947">
                  <c:v>0.00174356830494</c:v>
                </c:pt>
                <c:pt idx="1948">
                  <c:v>0.00174101091069</c:v>
                </c:pt>
                <c:pt idx="1949">
                  <c:v>0.00173845910914</c:v>
                </c:pt>
                <c:pt idx="1950">
                  <c:v>0.00173591288605</c:v>
                </c:pt>
                <c:pt idx="1951">
                  <c:v>0.0017333722273</c:v>
                </c:pt>
                <c:pt idx="1952">
                  <c:v>0.00173083711887</c:v>
                </c:pt>
                <c:pt idx="1953">
                  <c:v>0.00172830754683</c:v>
                </c:pt>
                <c:pt idx="1954">
                  <c:v>0.00172578349736</c:v>
                </c:pt>
                <c:pt idx="1955">
                  <c:v>0.0017232649567</c:v>
                </c:pt>
                <c:pt idx="1956">
                  <c:v>0.00172075191122</c:v>
                </c:pt>
                <c:pt idx="1957">
                  <c:v>0.00171824434736</c:v>
                </c:pt>
                <c:pt idx="1958">
                  <c:v>0.00171574225163</c:v>
                </c:pt>
                <c:pt idx="1959">
                  <c:v>0.00171324561065</c:v>
                </c:pt>
                <c:pt idx="1960">
                  <c:v>0.00171075441109</c:v>
                </c:pt>
                <c:pt idx="1961">
                  <c:v>0.00170826863973</c:v>
                </c:pt>
                <c:pt idx="1962">
                  <c:v>0.0017057882834</c:v>
                </c:pt>
                <c:pt idx="1963">
                  <c:v>0.00170331332902</c:v>
                </c:pt>
                <c:pt idx="1964">
                  <c:v>0.00170084376357</c:v>
                </c:pt>
                <c:pt idx="1965">
                  <c:v>0.00169837957412</c:v>
                </c:pt>
                <c:pt idx="1966">
                  <c:v>0.00169592074779</c:v>
                </c:pt>
                <c:pt idx="1967">
                  <c:v>0.00169346727178</c:v>
                </c:pt>
                <c:pt idx="1968">
                  <c:v>0.00169101913334</c:v>
                </c:pt>
                <c:pt idx="1969">
                  <c:v>0.0016885763198</c:v>
                </c:pt>
                <c:pt idx="1970">
                  <c:v>0.00168613881855</c:v>
                </c:pt>
                <c:pt idx="1971">
                  <c:v>0.00168370661704</c:v>
                </c:pt>
                <c:pt idx="1972">
                  <c:v>0.00168127970278</c:v>
                </c:pt>
                <c:pt idx="1973">
                  <c:v>0.00167885806335</c:v>
                </c:pt>
                <c:pt idx="1974">
                  <c:v>0.00167644168637</c:v>
                </c:pt>
                <c:pt idx="1975">
                  <c:v>0.00167403055952</c:v>
                </c:pt>
                <c:pt idx="1976">
                  <c:v>0.00167162467056</c:v>
                </c:pt>
                <c:pt idx="1977">
                  <c:v>0.00166922400729</c:v>
                </c:pt>
                <c:pt idx="1978">
                  <c:v>0.00166682855754</c:v>
                </c:pt>
                <c:pt idx="1979">
                  <c:v>0.00166443830925</c:v>
                </c:pt>
                <c:pt idx="1980">
                  <c:v>0.00166205325036</c:v>
                </c:pt>
                <c:pt idx="1981">
                  <c:v>0.00165967336889</c:v>
                </c:pt>
                <c:pt idx="1982">
                  <c:v>0.00165729865291</c:v>
                </c:pt>
                <c:pt idx="1983">
                  <c:v>0.00165492909054</c:v>
                </c:pt>
                <c:pt idx="1984">
                  <c:v>0.00165256466993</c:v>
                </c:pt>
                <c:pt idx="1985">
                  <c:v>0.00165020537932</c:v>
                </c:pt>
                <c:pt idx="1986">
                  <c:v>0.00164785120697</c:v>
                </c:pt>
                <c:pt idx="1987">
                  <c:v>0.00164550214119</c:v>
                </c:pt>
                <c:pt idx="1988">
                  <c:v>0.00164315817036</c:v>
                </c:pt>
                <c:pt idx="1989">
                  <c:v>0.00164081928289</c:v>
                </c:pt>
                <c:pt idx="1990">
                  <c:v>0.00163848546723</c:v>
                </c:pt>
                <c:pt idx="1991">
                  <c:v>0.0016361567119</c:v>
                </c:pt>
                <c:pt idx="1992">
                  <c:v>0.00163383300545</c:v>
                </c:pt>
                <c:pt idx="1993">
                  <c:v>0.0016315143365</c:v>
                </c:pt>
                <c:pt idx="1994">
                  <c:v>0.00162920069368</c:v>
                </c:pt>
                <c:pt idx="1995">
                  <c:v>0.0016268920657</c:v>
                </c:pt>
                <c:pt idx="1996">
                  <c:v>0.00162458844129</c:v>
                </c:pt>
                <c:pt idx="1997">
                  <c:v>0.00162228980925</c:v>
                </c:pt>
                <c:pt idx="1998">
                  <c:v>0.00161999615841</c:v>
                </c:pt>
                <c:pt idx="1999">
                  <c:v>0.00161770747766</c:v>
                </c:pt>
                <c:pt idx="2000">
                  <c:v>0.0016154237559</c:v>
                </c:pt>
              </c:numCache>
            </c:numRef>
          </c:yVal>
        </c:ser>
        <c:ser>
          <c:idx val="1"/>
          <c:order val="1"/>
          <c:tx>
            <c:v>spin</c:v>
          </c:tx>
          <c:spPr>
            <a:ln xmlns:a="http://schemas.openxmlformats.org/drawingml/2006/main" w="15240">
              <a:solidFill>
                <a:srgbClr val="234F91"/>
              </a:solidFill>
              <a:prstDash val="dash"/>
            </a:ln>
          </c:spPr>
          <c:marker>
            <c:symbol val="none"/>
            <c:size val="5"/>
            <c:spPr>
              <a:solidFill xmlns:a="http://schemas.openxmlformats.org/drawingml/2006/main">
                <a:srgbClr val="234F91"/>
              </a:solidFill>
            </c:spPr>
          </c:marker>
          <c:xVal>
            <c:numRef>
              <c:f>'Chart Data'!$C$2:$C$2002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Data'!$D$2:$D$2002</c:f>
              <c:numCache>
                <c:formatCode>0.0</c:formatCode>
                <c:ptCount val="2001"/>
                <c:pt idx="0">
                  <c:v>0.0718306780634</c:v>
                </c:pt>
                <c:pt idx="1">
                  <c:v>0.0722635422851</c:v>
                </c:pt>
                <c:pt idx="2">
                  <c:v>0.0727002127882</c:v>
                </c:pt>
                <c:pt idx="3">
                  <c:v>0.073140732551</c:v>
                </c:pt>
                <c:pt idx="4">
                  <c:v>0.0735851451278</c:v>
                </c:pt>
                <c:pt idx="5">
                  <c:v>0.0740334946576</c:v>
                </c:pt>
                <c:pt idx="6">
                  <c:v>0.0744858258727</c:v>
                </c:pt>
                <c:pt idx="7">
                  <c:v>0.0749421841077</c:v>
                </c:pt>
                <c:pt idx="8">
                  <c:v>0.0754026153083</c:v>
                </c:pt>
                <c:pt idx="9">
                  <c:v>0.0758671660405</c:v>
                </c:pt>
                <c:pt idx="10">
                  <c:v>0.0763358835001</c:v>
                </c:pt>
                <c:pt idx="11">
                  <c:v>0.0768088155217</c:v>
                </c:pt>
                <c:pt idx="12">
                  <c:v>0.0772860105885</c:v>
                </c:pt>
                <c:pt idx="13">
                  <c:v>0.0777675178418</c:v>
                </c:pt>
                <c:pt idx="14">
                  <c:v>0.078253387091</c:v>
                </c:pt>
                <c:pt idx="15">
                  <c:v>0.0787436688238</c:v>
                </c:pt>
                <c:pt idx="16">
                  <c:v>0.0792384142157</c:v>
                </c:pt>
                <c:pt idx="17">
                  <c:v>0.0797376751408</c:v>
                </c:pt>
                <c:pt idx="18">
                  <c:v>0.080241504182</c:v>
                </c:pt>
                <c:pt idx="19">
                  <c:v>0.0807499546418</c:v>
                </c:pt>
                <c:pt idx="20">
                  <c:v>0.0812630805527</c:v>
                </c:pt>
                <c:pt idx="21">
                  <c:v>0.0817809366886</c:v>
                </c:pt>
                <c:pt idx="22">
                  <c:v>0.0823035785752</c:v>
                </c:pt>
                <c:pt idx="23">
                  <c:v>0.0828310625017</c:v>
                </c:pt>
                <c:pt idx="24">
                  <c:v>0.0833634455322</c:v>
                </c:pt>
                <c:pt idx="25">
                  <c:v>0.083900785517</c:v>
                </c:pt>
                <c:pt idx="26">
                  <c:v>0.0844431411042</c:v>
                </c:pt>
                <c:pt idx="27">
                  <c:v>0.084990571752</c:v>
                </c:pt>
                <c:pt idx="28">
                  <c:v>0.0855431377406</c:v>
                </c:pt>
                <c:pt idx="29">
                  <c:v>0.0861009001839</c:v>
                </c:pt>
                <c:pt idx="30">
                  <c:v>0.0866639210428</c:v>
                </c:pt>
                <c:pt idx="31">
                  <c:v>0.087232263137</c:v>
                </c:pt>
                <c:pt idx="32">
                  <c:v>0.0878059901579</c:v>
                </c:pt>
                <c:pt idx="33">
                  <c:v>0.0883851666817</c:v>
                </c:pt>
                <c:pt idx="34">
                  <c:v>0.0889698581824</c:v>
                </c:pt>
                <c:pt idx="35">
                  <c:v>0.0895601310448</c:v>
                </c:pt>
                <c:pt idx="36">
                  <c:v>0.0901560525784</c:v>
                </c:pt>
                <c:pt idx="37">
                  <c:v>0.0907576910304</c:v>
                </c:pt>
                <c:pt idx="38">
                  <c:v>0.0913651156001</c:v>
                </c:pt>
                <c:pt idx="39">
                  <c:v>0.0919783964524</c:v>
                </c:pt>
                <c:pt idx="40">
                  <c:v>0.0925976047321</c:v>
                </c:pt>
                <c:pt idx="41">
                  <c:v>0.0932228125782</c:v>
                </c:pt>
                <c:pt idx="42">
                  <c:v>0.0938540931386</c:v>
                </c:pt>
                <c:pt idx="43">
                  <c:v>0.0944915205844</c:v>
                </c:pt>
                <c:pt idx="44">
                  <c:v>0.0951351701249</c:v>
                </c:pt>
                <c:pt idx="45">
                  <c:v>0.0957851180229</c:v>
                </c:pt>
                <c:pt idx="46">
                  <c:v>0.0964414416097</c:v>
                </c:pt>
                <c:pt idx="47">
                  <c:v>0.0971042193001</c:v>
                </c:pt>
                <c:pt idx="48">
                  <c:v>0.0977735306088</c:v>
                </c:pt>
                <c:pt idx="49">
                  <c:v>0.0984494561656</c:v>
                </c:pt>
                <c:pt idx="50">
                  <c:v>0.0991320777313</c:v>
                </c:pt>
                <c:pt idx="51">
                  <c:v>0.099821478214</c:v>
                </c:pt>
                <c:pt idx="52">
                  <c:v>0.100517741685</c:v>
                </c:pt>
                <c:pt idx="53">
                  <c:v>0.101220953397</c:v>
                </c:pt>
                <c:pt idx="54">
                  <c:v>0.101931199797</c:v>
                </c:pt>
                <c:pt idx="55">
                  <c:v>0.102648568546</c:v>
                </c:pt>
                <c:pt idx="56">
                  <c:v>0.103373148537</c:v>
                </c:pt>
                <c:pt idx="57">
                  <c:v>0.104105029908</c:v>
                </c:pt>
                <c:pt idx="58">
                  <c:v>0.104844304064</c:v>
                </c:pt>
                <c:pt idx="59">
                  <c:v>0.105591063689</c:v>
                </c:pt>
                <c:pt idx="60">
                  <c:v>0.106345402769</c:v>
                </c:pt>
                <c:pt idx="61">
                  <c:v>0.107107416606</c:v>
                </c:pt>
                <c:pt idx="62">
                  <c:v>0.107877201839</c:v>
                </c:pt>
                <c:pt idx="63">
                  <c:v>0.108654856457</c:v>
                </c:pt>
                <c:pt idx="64">
                  <c:v>0.109440479824</c:v>
                </c:pt>
                <c:pt idx="65">
                  <c:v>0.110234172689</c:v>
                </c:pt>
                <c:pt idx="66">
                  <c:v>0.111036037214</c:v>
                </c:pt>
                <c:pt idx="67">
                  <c:v>0.111846176982</c:v>
                </c:pt>
                <c:pt idx="68">
                  <c:v>0.112664697024</c:v>
                </c:pt>
                <c:pt idx="69">
                  <c:v>0.113491703835</c:v>
                </c:pt>
                <c:pt idx="70">
                  <c:v>0.114327305389</c:v>
                </c:pt>
                <c:pt idx="71">
                  <c:v>0.115171611163</c:v>
                </c:pt>
                <c:pt idx="72">
                  <c:v>0.116024732155</c:v>
                </c:pt>
                <c:pt idx="73">
                  <c:v>0.1168867809</c:v>
                </c:pt>
                <c:pt idx="74">
                  <c:v>0.117757871491</c:v>
                </c:pt>
                <c:pt idx="75">
                  <c:v>0.118638119597</c:v>
                </c:pt>
                <c:pt idx="76">
                  <c:v>0.119527642485</c:v>
                </c:pt>
                <c:pt idx="77">
                  <c:v>0.120426559035</c:v>
                </c:pt>
                <c:pt idx="78">
                  <c:v>0.121334989761</c:v>
                </c:pt>
                <c:pt idx="79">
                  <c:v>0.122253056829</c:v>
                </c:pt>
                <c:pt idx="80">
                  <c:v>0.123180884079</c:v>
                </c:pt>
                <c:pt idx="81">
                  <c:v>0.124118597039</c:v>
                </c:pt>
                <c:pt idx="82">
                  <c:v>0.125066322948</c:v>
                </c:pt>
                <c:pt idx="83">
                  <c:v>0.12602419077</c:v>
                </c:pt>
                <c:pt idx="84">
                  <c:v>0.12699233122</c:v>
                </c:pt>
                <c:pt idx="85">
                  <c:v>0.127970876773</c:v>
                </c:pt>
                <c:pt idx="86">
                  <c:v>0.12895996169</c:v>
                </c:pt>
                <c:pt idx="87">
                  <c:v>0.129959722033</c:v>
                </c:pt>
                <c:pt idx="88">
                  <c:v>0.130970295681</c:v>
                </c:pt>
                <c:pt idx="89">
                  <c:v>0.13199182235</c:v>
                </c:pt>
                <c:pt idx="90">
                  <c:v>0.133024443612</c:v>
                </c:pt>
                <c:pt idx="91">
                  <c:v>0.134068302905</c:v>
                </c:pt>
                <c:pt idx="92">
                  <c:v>0.135123545558</c:v>
                </c:pt>
                <c:pt idx="93">
                  <c:v>0.136190318801</c:v>
                </c:pt>
                <c:pt idx="94">
                  <c:v>0.137268771785</c:v>
                </c:pt>
                <c:pt idx="95">
                  <c:v>0.138359055594</c:v>
                </c:pt>
                <c:pt idx="96">
                  <c:v>0.13946132326</c:v>
                </c:pt>
                <c:pt idx="97">
                  <c:v>0.140575729782</c:v>
                </c:pt>
                <c:pt idx="98">
                  <c:v>0.141702432133</c:v>
                </c:pt>
                <c:pt idx="99">
                  <c:v>0.142841589277</c:v>
                </c:pt>
                <c:pt idx="100">
                  <c:v>0.143993362181</c:v>
                </c:pt>
                <c:pt idx="101">
                  <c:v>0.145157913827</c:v>
                </c:pt>
                <c:pt idx="102">
                  <c:v>0.14633540922</c:v>
                </c:pt>
                <c:pt idx="103">
                  <c:v>0.147526015401</c:v>
                </c:pt>
                <c:pt idx="104">
                  <c:v>0.148729901455</c:v>
                </c:pt>
                <c:pt idx="105">
                  <c:v>0.149947238521</c:v>
                </c:pt>
                <c:pt idx="106">
                  <c:v>0.151178199793</c:v>
                </c:pt>
                <c:pt idx="107">
                  <c:v>0.152422960534</c:v>
                </c:pt>
                <c:pt idx="108">
                  <c:v>0.153681698076</c:v>
                </c:pt>
                <c:pt idx="109">
                  <c:v>0.154954591823</c:v>
                </c:pt>
                <c:pt idx="110">
                  <c:v>0.156241823256</c:v>
                </c:pt>
                <c:pt idx="111">
                  <c:v>0.157543575932</c:v>
                </c:pt>
                <c:pt idx="112">
                  <c:v>0.158860035484</c:v>
                </c:pt>
                <c:pt idx="113">
                  <c:v>0.160191389618</c:v>
                </c:pt>
                <c:pt idx="114">
                  <c:v>0.161537828109</c:v>
                </c:pt>
                <c:pt idx="115">
                  <c:v>0.162899542796</c:v>
                </c:pt>
                <c:pt idx="116">
                  <c:v>0.164276727572</c:v>
                </c:pt>
                <c:pt idx="117">
                  <c:v>0.165669578379</c:v>
                </c:pt>
                <c:pt idx="118">
                  <c:v>0.167078293191</c:v>
                </c:pt>
                <c:pt idx="119">
                  <c:v>0.168503072002</c:v>
                </c:pt>
                <c:pt idx="120">
                  <c:v>0.169944116812</c:v>
                </c:pt>
                <c:pt idx="121">
                  <c:v>0.171401631602</c:v>
                </c:pt>
                <c:pt idx="122">
                  <c:v>0.172875822321</c:v>
                </c:pt>
                <c:pt idx="123">
                  <c:v>0.174366896853</c:v>
                </c:pt>
                <c:pt idx="124">
                  <c:v>0.175875064997</c:v>
                </c:pt>
                <c:pt idx="125">
                  <c:v>0.177400538433</c:v>
                </c:pt>
                <c:pt idx="126">
                  <c:v>0.178943530689</c:v>
                </c:pt>
                <c:pt idx="127">
                  <c:v>0.180504257107</c:v>
                </c:pt>
                <c:pt idx="128">
                  <c:v>0.182082934798</c:v>
                </c:pt>
                <c:pt idx="129">
                  <c:v>0.183679782604</c:v>
                </c:pt>
                <c:pt idx="130">
                  <c:v>0.185295021046</c:v>
                </c:pt>
                <c:pt idx="131">
                  <c:v>0.186928872274</c:v>
                </c:pt>
                <c:pt idx="132">
                  <c:v>0.188581560011</c:v>
                </c:pt>
                <c:pt idx="133">
                  <c:v>0.190253309493</c:v>
                </c:pt>
                <c:pt idx="134">
                  <c:v>0.191944347402</c:v>
                </c:pt>
                <c:pt idx="135">
                  <c:v>0.193654901799</c:v>
                </c:pt>
                <c:pt idx="136">
                  <c:v>0.195385202049</c:v>
                </c:pt>
                <c:pt idx="137">
                  <c:v>0.197135478738</c:v>
                </c:pt>
                <c:pt idx="138">
                  <c:v>0.198905963592</c:v>
                </c:pt>
                <c:pt idx="139">
                  <c:v>0.200696889381</c:v>
                </c:pt>
                <c:pt idx="140">
                  <c:v>0.202508489824</c:v>
                </c:pt>
                <c:pt idx="141">
                  <c:v>0.204340999489</c:v>
                </c:pt>
                <c:pt idx="142">
                  <c:v>0.206194653675</c:v>
                </c:pt>
                <c:pt idx="143">
                  <c:v>0.208069688303</c:v>
                </c:pt>
                <c:pt idx="144">
                  <c:v>0.20996633979</c:v>
                </c:pt>
                <c:pt idx="145">
                  <c:v>0.211884844916</c:v>
                </c:pt>
                <c:pt idx="146">
                  <c:v>0.213825440688</c:v>
                </c:pt>
                <c:pt idx="147">
                  <c:v>0.215788364193</c:v>
                </c:pt>
                <c:pt idx="148">
                  <c:v>0.217773852446</c:v>
                </c:pt>
                <c:pt idx="149">
                  <c:v>0.219782142221</c:v>
                </c:pt>
                <c:pt idx="150">
                  <c:v>0.221813469888</c:v>
                </c:pt>
                <c:pt idx="151">
                  <c:v>0.223868071226</c:v>
                </c:pt>
                <c:pt idx="152">
                  <c:v>0.225946181235</c:v>
                </c:pt>
                <c:pt idx="153">
                  <c:v>0.228048033938</c:v>
                </c:pt>
                <c:pt idx="154">
                  <c:v>0.230173862172</c:v>
                </c:pt>
                <c:pt idx="155">
                  <c:v>0.232323897366</c:v>
                </c:pt>
                <c:pt idx="156">
                  <c:v>0.234498369312</c:v>
                </c:pt>
                <c:pt idx="157">
                  <c:v>0.236697505925</c:v>
                </c:pt>
                <c:pt idx="158">
                  <c:v>0.238921532989</c:v>
                </c:pt>
                <c:pt idx="159">
                  <c:v>0.241170673894</c:v>
                </c:pt>
                <c:pt idx="160">
                  <c:v>0.24344514936</c:v>
                </c:pt>
                <c:pt idx="161">
                  <c:v>0.245745177151</c:v>
                </c:pt>
                <c:pt idx="162">
                  <c:v>0.24807097177</c:v>
                </c:pt>
                <c:pt idx="163">
                  <c:v>0.250422744153</c:v>
                </c:pt>
                <c:pt idx="164">
                  <c:v>0.252800701336</c:v>
                </c:pt>
                <c:pt idx="165">
                  <c:v>0.255205046119</c:v>
                </c:pt>
                <c:pt idx="166">
                  <c:v>0.257635976712</c:v>
                </c:pt>
                <c:pt idx="167">
                  <c:v>0.260093686366</c:v>
                </c:pt>
                <c:pt idx="168">
                  <c:v>0.262578362997</c:v>
                </c:pt>
                <c:pt idx="169">
                  <c:v>0.265090188783</c:v>
                </c:pt>
                <c:pt idx="170">
                  <c:v>0.267629339759</c:v>
                </c:pt>
                <c:pt idx="171">
                  <c:v>0.27019598539</c:v>
                </c:pt>
                <c:pt idx="172">
                  <c:v>0.272790288128</c:v>
                </c:pt>
                <c:pt idx="173">
                  <c:v>0.275412402962</c:v>
                </c:pt>
                <c:pt idx="174">
                  <c:v>0.278062476939</c:v>
                </c:pt>
                <c:pt idx="175">
                  <c:v>0.280740648687</c:v>
                </c:pt>
                <c:pt idx="176">
                  <c:v>0.283447047904</c:v>
                </c:pt>
                <c:pt idx="177">
                  <c:v>0.286181794847</c:v>
                </c:pt>
                <c:pt idx="178">
                  <c:v>0.288944999794</c:v>
                </c:pt>
                <c:pt idx="179">
                  <c:v>0.291736762497</c:v>
                </c:pt>
                <c:pt idx="180">
                  <c:v>0.294557171618</c:v>
                </c:pt>
                <c:pt idx="181">
                  <c:v>0.297406304147</c:v>
                </c:pt>
                <c:pt idx="182">
                  <c:v>0.300284224808</c:v>
                </c:pt>
                <c:pt idx="183">
                  <c:v>0.30319098545</c:v>
                </c:pt>
                <c:pt idx="184">
                  <c:v>0.306126624418</c:v>
                </c:pt>
                <c:pt idx="185">
                  <c:v>0.309091165915</c:v>
                </c:pt>
                <c:pt idx="186">
                  <c:v>0.31208461935</c:v>
                </c:pt>
                <c:pt idx="187">
                  <c:v>0.315106978666</c:v>
                </c:pt>
                <c:pt idx="188">
                  <c:v>0.318158221663</c:v>
                </c:pt>
                <c:pt idx="189">
                  <c:v>0.321238309301</c:v>
                </c:pt>
                <c:pt idx="190">
                  <c:v>0.324347184996</c:v>
                </c:pt>
                <c:pt idx="191">
                  <c:v>0.327484773903</c:v>
                </c:pt>
                <c:pt idx="192">
                  <c:v>0.330650982188</c:v>
                </c:pt>
                <c:pt idx="193">
                  <c:v>0.333845696288</c:v>
                </c:pt>
                <c:pt idx="194">
                  <c:v>0.33706878217</c:v>
                </c:pt>
                <c:pt idx="195">
                  <c:v>0.340320084573</c:v>
                </c:pt>
                <c:pt idx="196">
                  <c:v>0.343599426248</c:v>
                </c:pt>
                <c:pt idx="197">
                  <c:v>0.346906607195</c:v>
                </c:pt>
                <c:pt idx="198">
                  <c:v>0.350241403888</c:v>
                </c:pt>
                <c:pt idx="199">
                  <c:v>0.353603568506</c:v>
                </c:pt>
                <c:pt idx="200">
                  <c:v>0.356992828159</c:v>
                </c:pt>
                <c:pt idx="201">
                  <c:v>0.360408884112</c:v>
                </c:pt>
                <c:pt idx="202">
                  <c:v>0.363851411015</c:v>
                </c:pt>
                <c:pt idx="203">
                  <c:v>0.367320056134</c:v>
                </c:pt>
                <c:pt idx="204">
                  <c:v>0.370814438588</c:v>
                </c:pt>
                <c:pt idx="205">
                  <c:v>0.374334148596</c:v>
                </c:pt>
                <c:pt idx="206">
                  <c:v>0.377878746729</c:v>
                </c:pt>
                <c:pt idx="207">
                  <c:v>0.381447763176</c:v>
                </c:pt>
                <c:pt idx="208">
                  <c:v>0.385040697028</c:v>
                </c:pt>
                <c:pt idx="209">
                  <c:v>0.388657015566</c:v>
                </c:pt>
                <c:pt idx="210">
                  <c:v>0.392296153582</c:v>
                </c:pt>
                <c:pt idx="211">
                  <c:v>0.395957512709</c:v>
                </c:pt>
                <c:pt idx="212">
                  <c:v>0.399640460783</c:v>
                </c:pt>
                <c:pt idx="213">
                  <c:v>0.403344331221</c:v>
                </c:pt>
                <c:pt idx="214">
                  <c:v>0.40706842244</c:v>
                </c:pt>
                <c:pt idx="215">
                  <c:v>0.410811997294</c:v>
                </c:pt>
                <c:pt idx="216">
                  <c:v>0.414574282551</c:v>
                </c:pt>
                <c:pt idx="217">
                  <c:v>0.418354468409</c:v>
                </c:pt>
                <c:pt idx="218">
                  <c:v>0.422151708044</c:v>
                </c:pt>
                <c:pt idx="219">
                  <c:v>0.425965117203</c:v>
                </c:pt>
                <c:pt idx="220">
                  <c:v>0.429793773845</c:v>
                </c:pt>
                <c:pt idx="221">
                  <c:v>0.433636717822</c:v>
                </c:pt>
                <c:pt idx="222">
                  <c:v>0.437492950612</c:v>
                </c:pt>
                <c:pt idx="223">
                  <c:v>0.44136143511</c:v>
                </c:pt>
                <c:pt idx="224">
                  <c:v>0.445241095467</c:v>
                </c:pt>
                <c:pt idx="225">
                  <c:v>0.44913081699</c:v>
                </c:pt>
                <c:pt idx="226">
                  <c:v>0.453029446098</c:v>
                </c:pt>
                <c:pt idx="227">
                  <c:v>0.456935790348</c:v>
                </c:pt>
                <c:pt idx="228">
                  <c:v>0.460848618521</c:v>
                </c:pt>
                <c:pt idx="229">
                  <c:v>0.464766660774</c:v>
                </c:pt>
                <c:pt idx="230">
                  <c:v>0.468688608862</c:v>
                </c:pt>
                <c:pt idx="231">
                  <c:v>0.472613116436</c:v>
                </c:pt>
                <c:pt idx="232">
                  <c:v>0.476538799407</c:v>
                </c:pt>
                <c:pt idx="233">
                  <c:v>0.48046423639</c:v>
                </c:pt>
                <c:pt idx="234">
                  <c:v>0.484387969222</c:v>
                </c:pt>
                <c:pt idx="235">
                  <c:v>0.488308503559</c:v>
                </c:pt>
                <c:pt idx="236">
                  <c:v>0.492224309552</c:v>
                </c:pt>
                <c:pt idx="237">
                  <c:v>0.496133822606</c:v>
                </c:pt>
                <c:pt idx="238">
                  <c:v>0.500035444212</c:v>
                </c:pt>
                <c:pt idx="239">
                  <c:v>0.503927542874</c:v>
                </c:pt>
                <c:pt idx="240">
                  <c:v>0.507808455104</c:v>
                </c:pt>
                <c:pt idx="241">
                  <c:v>0.511676486515</c:v>
                </c:pt>
                <c:pt idx="242">
                  <c:v>0.515529912983</c:v>
                </c:pt>
                <c:pt idx="243">
                  <c:v>0.5193669819</c:v>
                </c:pt>
                <c:pt idx="244">
                  <c:v>0.523185913512</c:v>
                </c:pt>
                <c:pt idx="245">
                  <c:v>0.52698490233</c:v>
                </c:pt>
                <c:pt idx="246">
                  <c:v>0.530762118628</c:v>
                </c:pt>
                <c:pt idx="247">
                  <c:v>0.534515710025</c:v>
                </c:pt>
                <c:pt idx="248">
                  <c:v>0.538243803135</c:v>
                </c:pt>
                <c:pt idx="249">
                  <c:v>0.541944505311</c:v>
                </c:pt>
                <c:pt idx="250">
                  <c:v>0.545615906445</c:v>
                </c:pt>
                <c:pt idx="251">
                  <c:v>0.549256080861</c:v>
                </c:pt>
                <c:pt idx="252">
                  <c:v>0.552863089268</c:v>
                </c:pt>
                <c:pt idx="253">
                  <c:v>0.556434980788</c:v>
                </c:pt>
                <c:pt idx="254">
                  <c:v>0.559969795047</c:v>
                </c:pt>
                <c:pt idx="255">
                  <c:v>0.563465564335</c:v>
                </c:pt>
                <c:pt idx="256">
                  <c:v>0.566920315823</c:v>
                </c:pt>
                <c:pt idx="257">
                  <c:v>0.570332073839</c:v>
                </c:pt>
                <c:pt idx="258">
                  <c:v>0.573698862198</c:v>
                </c:pt>
                <c:pt idx="259">
                  <c:v>0.577018706585</c:v>
                </c:pt>
                <c:pt idx="260">
                  <c:v>0.580289636981</c:v>
                </c:pt>
                <c:pt idx="261">
                  <c:v>0.583509690132</c:v>
                </c:pt>
                <c:pt idx="262">
                  <c:v>0.58667691206</c:v>
                </c:pt>
                <c:pt idx="263">
                  <c:v>0.589789360598</c:v>
                </c:pt>
                <c:pt idx="264">
                  <c:v>0.592845107968</c:v>
                </c:pt>
                <c:pt idx="265">
                  <c:v>0.595842243369</c:v>
                </c:pt>
                <c:pt idx="266">
                  <c:v>0.598778875592</c:v>
                </c:pt>
                <c:pt idx="267">
                  <c:v>0.601653135642</c:v>
                </c:pt>
                <c:pt idx="268">
                  <c:v>0.60446317938</c:v>
                </c:pt>
                <c:pt idx="269">
                  <c:v>0.60720719015</c:v>
                </c:pt>
                <c:pt idx="270">
                  <c:v>0.609883381419</c:v>
                </c:pt>
                <c:pt idx="271">
                  <c:v>0.612489999395</c:v>
                </c:pt>
                <c:pt idx="272">
                  <c:v>0.615025325642</c:v>
                </c:pt>
                <c:pt idx="273">
                  <c:v>0.617487679666</c:v>
                </c:pt>
                <c:pt idx="274">
                  <c:v>0.619875421475</c:v>
                </c:pt>
                <c:pt idx="275">
                  <c:v>0.622186954111</c:v>
                </c:pt>
                <c:pt idx="276">
                  <c:v>0.624420726134</c:v>
                </c:pt>
                <c:pt idx="277">
                  <c:v>0.626575234075</c:v>
                </c:pt>
                <c:pt idx="278">
                  <c:v>0.628649024823</c:v>
                </c:pt>
                <c:pt idx="279">
                  <c:v>0.630640697961</c:v>
                </c:pt>
                <c:pt idx="280">
                  <c:v>0.632548908046</c:v>
                </c:pt>
                <c:pt idx="281">
                  <c:v>0.634372366808</c:v>
                </c:pt>
                <c:pt idx="282">
                  <c:v>0.63610984528</c:v>
                </c:pt>
                <c:pt idx="283">
                  <c:v>0.637760175852</c:v>
                </c:pt>
                <c:pt idx="284">
                  <c:v>0.639322254232</c:v>
                </c:pt>
                <c:pt idx="285">
                  <c:v>0.640795041319</c:v>
                </c:pt>
                <c:pt idx="286">
                  <c:v>0.642177564981</c:v>
                </c:pt>
                <c:pt idx="287">
                  <c:v>0.643468921733</c:v>
                </c:pt>
                <c:pt idx="288">
                  <c:v>0.644668278306</c:v>
                </c:pt>
                <c:pt idx="289">
                  <c:v>0.645774873111</c:v>
                </c:pt>
                <c:pt idx="290">
                  <c:v>0.646788017584</c:v>
                </c:pt>
                <c:pt idx="291">
                  <c:v>0.647707097416</c:v>
                </c:pt>
                <c:pt idx="292">
                  <c:v>0.648531573668</c:v>
                </c:pt>
                <c:pt idx="293">
                  <c:v>0.649260983749</c:v>
                </c:pt>
                <c:pt idx="294">
                  <c:v>0.649894942281</c:v>
                </c:pt>
                <c:pt idx="295">
                  <c:v>0.650433141826</c:v>
                </c:pt>
                <c:pt idx="296">
                  <c:v>0.650875353483</c:v>
                </c:pt>
                <c:pt idx="297">
                  <c:v>0.651221427358</c:v>
                </c:pt>
                <c:pt idx="298">
                  <c:v>0.651471292895</c:v>
                </c:pt>
                <c:pt idx="299">
                  <c:v>0.651624959071</c:v>
                </c:pt>
                <c:pt idx="300">
                  <c:v>0.651682514456</c:v>
                </c:pt>
                <c:pt idx="301">
                  <c:v>0.651644127147</c:v>
                </c:pt>
                <c:pt idx="302">
                  <c:v>0.651510044548</c:v>
                </c:pt>
                <c:pt idx="303">
                  <c:v>0.651280593032</c:v>
                </c:pt>
                <c:pt idx="304">
                  <c:v>0.650956177461</c:v>
                </c:pt>
                <c:pt idx="305">
                  <c:v>0.650537280574</c:v>
                </c:pt>
                <c:pt idx="306">
                  <c:v>0.650024462246</c:v>
                </c:pt>
                <c:pt idx="307">
                  <c:v>0.649418358614</c:v>
                </c:pt>
                <c:pt idx="308">
                  <c:v>0.648719681081</c:v>
                </c:pt>
                <c:pt idx="309">
                  <c:v>0.647929215191</c:v>
                </c:pt>
                <c:pt idx="310">
                  <c:v>0.647047819388</c:v>
                </c:pt>
                <c:pt idx="311">
                  <c:v>0.646076423646</c:v>
                </c:pt>
                <c:pt idx="312">
                  <c:v>0.645016028001</c:v>
                </c:pt>
                <c:pt idx="313">
                  <c:v>0.643867700951</c:v>
                </c:pt>
                <c:pt idx="314">
                  <c:v>0.642632577767</c:v>
                </c:pt>
                <c:pt idx="315">
                  <c:v>0.641311858689</c:v>
                </c:pt>
                <c:pt idx="316">
                  <c:v>0.639906807026</c:v>
                </c:pt>
                <c:pt idx="317">
                  <c:v>0.638418747162</c:v>
                </c:pt>
                <c:pt idx="318">
                  <c:v>0.636849062474</c:v>
                </c:pt>
                <c:pt idx="319">
                  <c:v>0.635199193156</c:v>
                </c:pt>
                <c:pt idx="320">
                  <c:v>0.633470633977</c:v>
                </c:pt>
                <c:pt idx="321">
                  <c:v>0.63166493195</c:v>
                </c:pt>
                <c:pt idx="322">
                  <c:v>0.629783683939</c:v>
                </c:pt>
                <c:pt idx="323">
                  <c:v>0.627828534199</c:v>
                </c:pt>
                <c:pt idx="324">
                  <c:v>0.625801171858</c:v>
                </c:pt>
                <c:pt idx="325">
                  <c:v>0.623703328345</c:v>
                </c:pt>
                <c:pt idx="326">
                  <c:v>0.621536774771</c:v>
                </c:pt>
                <c:pt idx="327">
                  <c:v>0.619303319263</c:v>
                </c:pt>
                <c:pt idx="328">
                  <c:v>0.617004804269</c:v>
                </c:pt>
                <c:pt idx="329">
                  <c:v>0.61464310383</c:v>
                </c:pt>
                <c:pt idx="330">
                  <c:v>0.61222012082</c:v>
                </c:pt>
                <c:pt idx="331">
                  <c:v>0.609737784181</c:v>
                </c:pt>
                <c:pt idx="332">
                  <c:v>0.607198046129</c:v>
                </c:pt>
                <c:pt idx="333">
                  <c:v>0.604602879369</c:v>
                </c:pt>
                <c:pt idx="334">
                  <c:v>0.601954274291</c:v>
                </c:pt>
                <c:pt idx="335">
                  <c:v>0.599254236189</c:v>
                </c:pt>
                <c:pt idx="336">
                  <c:v>0.596504782472</c:v>
                </c:pt>
                <c:pt idx="337">
                  <c:v>0.593707939904</c:v>
                </c:pt>
                <c:pt idx="338">
                  <c:v>0.590865741861</c:v>
                </c:pt>
                <c:pt idx="339">
                  <c:v>0.58798022561</c:v>
                </c:pt>
                <c:pt idx="340">
                  <c:v>0.585053429628</c:v>
                </c:pt>
                <c:pt idx="341">
                  <c:v>0.582087390953</c:v>
                </c:pt>
                <c:pt idx="342">
                  <c:v>0.579084142576</c:v>
                </c:pt>
                <c:pt idx="343">
                  <c:v>0.576045710889</c:v>
                </c:pt>
                <c:pt idx="344">
                  <c:v>0.572974113173</c:v>
                </c:pt>
                <c:pt idx="345">
                  <c:v>0.569871355151</c:v>
                </c:pt>
                <c:pt idx="346">
                  <c:v>0.5667394286</c:v>
                </c:pt>
                <c:pt idx="347">
                  <c:v>0.563580309024</c:v>
                </c:pt>
                <c:pt idx="348">
                  <c:v>0.560395953403</c:v>
                </c:pt>
                <c:pt idx="349">
                  <c:v>0.557188298004</c:v>
                </c:pt>
                <c:pt idx="350">
                  <c:v>0.553959256283</c:v>
                </c:pt>
                <c:pt idx="351">
                  <c:v>0.550710716846</c:v>
                </c:pt>
                <c:pt idx="352">
                  <c:v>0.547444541512</c:v>
                </c:pt>
                <c:pt idx="353">
                  <c:v>0.544162563446</c:v>
                </c:pt>
                <c:pt idx="354">
                  <c:v>0.54086658538</c:v>
                </c:pt>
                <c:pt idx="355">
                  <c:v>0.537558377934</c:v>
                </c:pt>
                <c:pt idx="356">
                  <c:v>0.534239678007</c:v>
                </c:pt>
                <c:pt idx="357">
                  <c:v>0.530912187283</c:v>
                </c:pt>
                <c:pt idx="358">
                  <c:v>0.527577570805</c:v>
                </c:pt>
                <c:pt idx="359">
                  <c:v>0.524237455665</c:v>
                </c:pt>
                <c:pt idx="360">
                  <c:v>0.520893429768</c:v>
                </c:pt>
                <c:pt idx="361">
                  <c:v>0.517547040706</c:v>
                </c:pt>
                <c:pt idx="362">
                  <c:v>0.514199794715</c:v>
                </c:pt>
                <c:pt idx="363">
                  <c:v>0.510853155728</c:v>
                </c:pt>
                <c:pt idx="364">
                  <c:v>0.507508544526</c:v>
                </c:pt>
                <c:pt idx="365">
                  <c:v>0.504167337976</c:v>
                </c:pt>
                <c:pt idx="366">
                  <c:v>0.50083086836</c:v>
                </c:pt>
                <c:pt idx="367">
                  <c:v>0.497500422796</c:v>
                </c:pt>
                <c:pt idx="368">
                  <c:v>0.494177242746</c:v>
                </c:pt>
                <c:pt idx="369">
                  <c:v>0.490862523613</c:v>
                </c:pt>
                <c:pt idx="370">
                  <c:v>0.48755741442</c:v>
                </c:pt>
                <c:pt idx="371">
                  <c:v>0.48426301757</c:v>
                </c:pt>
                <c:pt idx="372">
                  <c:v>0.480980388697</c:v>
                </c:pt>
                <c:pt idx="373">
                  <c:v>0.47771053658</c:v>
                </c:pt>
                <c:pt idx="374">
                  <c:v>0.474454423149</c:v>
                </c:pt>
                <c:pt idx="375">
                  <c:v>0.47121296355</c:v>
                </c:pt>
                <c:pt idx="376">
                  <c:v>0.467987026295</c:v>
                </c:pt>
                <c:pt idx="377">
                  <c:v>0.46477743347</c:v>
                </c:pt>
                <c:pt idx="378">
                  <c:v>0.461584961016</c:v>
                </c:pt>
                <c:pt idx="379">
                  <c:v>0.458410339067</c:v>
                </c:pt>
                <c:pt idx="380">
                  <c:v>0.455254252358</c:v>
                </c:pt>
                <c:pt idx="381">
                  <c:v>0.45211734068</c:v>
                </c:pt>
                <c:pt idx="382">
                  <c:v>0.449000199397</c:v>
                </c:pt>
                <c:pt idx="383">
                  <c:v>0.445903380016</c:v>
                </c:pt>
                <c:pt idx="384">
                  <c:v>0.442827390806</c:v>
                </c:pt>
                <c:pt idx="385">
                  <c:v>0.439772697461</c:v>
                </c:pt>
                <c:pt idx="386">
                  <c:v>0.436739723813</c:v>
                </c:pt>
                <c:pt idx="387">
                  <c:v>0.433728852582</c:v>
                </c:pt>
                <c:pt idx="388">
                  <c:v>0.430740426172</c:v>
                </c:pt>
                <c:pt idx="389">
                  <c:v>0.4277747475</c:v>
                </c:pt>
                <c:pt idx="390">
                  <c:v>0.424832080861</c:v>
                </c:pt>
                <c:pt idx="391">
                  <c:v>0.421912652821</c:v>
                </c:pt>
                <c:pt idx="392">
                  <c:v>0.419016653154</c:v>
                </c:pt>
                <c:pt idx="393">
                  <c:v>0.416144235791</c:v>
                </c:pt>
                <c:pt idx="394">
                  <c:v>0.413295519801</c:v>
                </c:pt>
                <c:pt idx="395">
                  <c:v>0.410470590403</c:v>
                </c:pt>
                <c:pt idx="396">
                  <c:v>0.407669499989</c:v>
                </c:pt>
                <c:pt idx="397">
                  <c:v>0.404892269174</c:v>
                </c:pt>
                <c:pt idx="398">
                  <c:v>0.402138887858</c:v>
                </c:pt>
                <c:pt idx="399">
                  <c:v>0.399409316312</c:v>
                </c:pt>
                <c:pt idx="400">
                  <c:v>0.396703486273</c:v>
                </c:pt>
                <c:pt idx="401">
                  <c:v>0.394021302049</c:v>
                </c:pt>
                <c:pt idx="402">
                  <c:v>0.391362641644</c:v>
                </c:pt>
                <c:pt idx="403">
                  <c:v>0.388727357883</c:v>
                </c:pt>
                <c:pt idx="404">
                  <c:v>0.386115279549</c:v>
                </c:pt>
                <c:pt idx="405">
                  <c:v>0.383526212525</c:v>
                </c:pt>
                <c:pt idx="406">
                  <c:v>0.380959940942</c:v>
                </c:pt>
                <c:pt idx="407">
                  <c:v>0.378416228326</c:v>
                </c:pt>
                <c:pt idx="408">
                  <c:v>0.375894818751</c:v>
                </c:pt>
                <c:pt idx="409">
                  <c:v>0.373395437989</c:v>
                </c:pt>
                <c:pt idx="410">
                  <c:v>0.37091779466</c:v>
                </c:pt>
                <c:pt idx="411">
                  <c:v>0.368461581376</c:v>
                </c:pt>
                <c:pt idx="412">
                  <c:v>0.366026475886</c:v>
                </c:pt>
                <c:pt idx="413">
                  <c:v>0.36361214221</c:v>
                </c:pt>
                <c:pt idx="414">
                  <c:v>0.36121823177</c:v>
                </c:pt>
                <c:pt idx="415">
                  <c:v>0.358844384508</c:v>
                </c:pt>
                <c:pt idx="416">
                  <c:v>0.356490229999</c:v>
                </c:pt>
                <c:pt idx="417">
                  <c:v>0.354155388551</c:v>
                </c:pt>
                <c:pt idx="418">
                  <c:v>0.351839472289</c:v>
                </c:pt>
                <c:pt idx="419">
                  <c:v>0.349542086232</c:v>
                </c:pt>
                <c:pt idx="420">
                  <c:v>0.347262829349</c:v>
                </c:pt>
                <c:pt idx="421">
                  <c:v>0.345001295605</c:v>
                </c:pt>
                <c:pt idx="422">
                  <c:v>0.342757074979</c:v>
                </c:pt>
                <c:pt idx="423">
                  <c:v>0.340529754476</c:v>
                </c:pt>
                <c:pt idx="424">
                  <c:v>0.338318919109</c:v>
                </c:pt>
                <c:pt idx="425">
                  <c:v>0.336124152867</c:v>
                </c:pt>
                <c:pt idx="426">
                  <c:v>0.333945039654</c:v>
                </c:pt>
                <c:pt idx="427">
                  <c:v>0.33178116421</c:v>
                </c:pt>
                <c:pt idx="428">
                  <c:v>0.329632113005</c:v>
                </c:pt>
                <c:pt idx="429">
                  <c:v>0.327497475109</c:v>
                </c:pt>
                <c:pt idx="430">
                  <c:v>0.32537684303</c:v>
                </c:pt>
                <c:pt idx="431">
                  <c:v>0.323269813533</c:v>
                </c:pt>
                <c:pt idx="432">
                  <c:v>0.321175988422</c:v>
                </c:pt>
                <c:pt idx="433">
                  <c:v>0.319094975301</c:v>
                </c:pt>
                <c:pt idx="434">
                  <c:v>0.317026388291</c:v>
                </c:pt>
                <c:pt idx="435">
                  <c:v>0.314969848733</c:v>
                </c:pt>
                <c:pt idx="436">
                  <c:v>0.312924985845</c:v>
                </c:pt>
                <c:pt idx="437">
                  <c:v>0.310891437352</c:v>
                </c:pt>
                <c:pt idx="438">
                  <c:v>0.30886885008</c:v>
                </c:pt>
                <c:pt idx="439">
                  <c:v>0.306856880519</c:v>
                </c:pt>
                <c:pt idx="440">
                  <c:v>0.304855195349</c:v>
                </c:pt>
                <c:pt idx="441">
                  <c:v>0.302863471929</c:v>
                </c:pt>
                <c:pt idx="442">
                  <c:v>0.300881398752</c:v>
                </c:pt>
                <c:pt idx="443">
                  <c:v>0.298908675865</c:v>
                </c:pt>
                <c:pt idx="444">
                  <c:v>0.296945015247</c:v>
                </c:pt>
                <c:pt idx="445">
                  <c:v>0.294990141159</c:v>
                </c:pt>
                <c:pt idx="446">
                  <c:v>0.293043790449</c:v>
                </c:pt>
                <c:pt idx="447">
                  <c:v>0.291105712819</c:v>
                </c:pt>
                <c:pt idx="448">
                  <c:v>0.289175671066</c:v>
                </c:pt>
                <c:pt idx="449">
                  <c:v>0.287253441271</c:v>
                </c:pt>
                <c:pt idx="450">
                  <c:v>0.285338812962</c:v>
                </c:pt>
                <c:pt idx="451">
                  <c:v>0.283431589233</c:v>
                </c:pt>
                <c:pt idx="452">
                  <c:v>0.281531586833</c:v>
                </c:pt>
                <c:pt idx="453">
                  <c:v>0.279638636213</c:v>
                </c:pt>
                <c:pt idx="454">
                  <c:v>0.27775258154</c:v>
                </c:pt>
                <c:pt idx="455">
                  <c:v>0.275873280674</c:v>
                </c:pt>
                <c:pt idx="456">
                  <c:v>0.274000605117</c:v>
                </c:pt>
                <c:pt idx="457">
                  <c:v>0.272134439916</c:v>
                </c:pt>
                <c:pt idx="458">
                  <c:v>0.270274683547</c:v>
                </c:pt>
                <c:pt idx="459">
                  <c:v>0.268421247756</c:v>
                </c:pt>
                <c:pt idx="460">
                  <c:v>0.266574057375</c:v>
                </c:pt>
                <c:pt idx="461">
                  <c:v>0.264733050106</c:v>
                </c:pt>
                <c:pt idx="462">
                  <c:v>0.262898176276</c:v>
                </c:pt>
                <c:pt idx="463">
                  <c:v>0.261069398568</c:v>
                </c:pt>
                <c:pt idx="464">
                  <c:v>0.259246691716</c:v>
                </c:pt>
                <c:pt idx="465">
                  <c:v>0.257430042192</c:v>
                </c:pt>
                <c:pt idx="466">
                  <c:v>0.25561944785</c:v>
                </c:pt>
                <c:pt idx="467">
                  <c:v>0.253814917563</c:v>
                </c:pt>
                <c:pt idx="468">
                  <c:v>0.252016470834</c:v>
                </c:pt>
                <c:pt idx="469">
                  <c:v>0.250224137388</c:v>
                </c:pt>
                <c:pt idx="470">
                  <c:v>0.248437956746</c:v>
                </c:pt>
                <c:pt idx="471">
                  <c:v>0.246657977788</c:v>
                </c:pt>
                <c:pt idx="472">
                  <c:v>0.244884258298</c:v>
                </c:pt>
                <c:pt idx="473">
                  <c:v>0.243116864497</c:v>
                </c:pt>
                <c:pt idx="474">
                  <c:v>0.241355870571</c:v>
                </c:pt>
                <c:pt idx="475">
                  <c:v>0.239601358183</c:v>
                </c:pt>
                <c:pt idx="476">
                  <c:v>0.237853415985</c:v>
                </c:pt>
                <c:pt idx="477">
                  <c:v>0.236112139119</c:v>
                </c:pt>
                <c:pt idx="478">
                  <c:v>0.23437762872</c:v>
                </c:pt>
                <c:pt idx="479">
                  <c:v>0.232649991414</c:v>
                </c:pt>
                <c:pt idx="480">
                  <c:v>0.230929338818</c:v>
                </c:pt>
                <c:pt idx="481">
                  <c:v>0.229215787038</c:v>
                </c:pt>
                <c:pt idx="482">
                  <c:v>0.227509456175</c:v>
                </c:pt>
                <c:pt idx="483">
                  <c:v>0.225810469834</c:v>
                </c:pt>
                <c:pt idx="484">
                  <c:v>0.224118954636</c:v>
                </c:pt>
                <c:pt idx="485">
                  <c:v>0.222435039742</c:v>
                </c:pt>
                <c:pt idx="486">
                  <c:v>0.220758856385</c:v>
                </c:pt>
                <c:pt idx="487">
                  <c:v>0.219090537406</c:v>
                </c:pt>
                <c:pt idx="488">
                  <c:v>0.217430216812</c:v>
                </c:pt>
                <c:pt idx="489">
                  <c:v>0.215778029336</c:v>
                </c:pt>
                <c:pt idx="490">
                  <c:v>0.214134110018</c:v>
                </c:pt>
                <c:pt idx="491">
                  <c:v>0.212498593793</c:v>
                </c:pt>
                <c:pt idx="492">
                  <c:v>0.210871615101</c:v>
                </c:pt>
                <c:pt idx="493">
                  <c:v>0.209253307508</c:v>
                </c:pt>
                <c:pt idx="494">
                  <c:v>0.207643803344</c:v>
                </c:pt>
                <c:pt idx="495">
                  <c:v>0.20604323336</c:v>
                </c:pt>
                <c:pt idx="496">
                  <c:v>0.204451726399</c:v>
                </c:pt>
                <c:pt idx="497">
                  <c:v>0.20286940909</c:v>
                </c:pt>
                <c:pt idx="498">
                  <c:v>0.201296405552</c:v>
                </c:pt>
                <c:pt idx="499">
                  <c:v>0.199732837123</c:v>
                </c:pt>
                <c:pt idx="500">
                  <c:v>0.198178822104</c:v>
                </c:pt>
                <c:pt idx="501">
                  <c:v>0.196634475524</c:v>
                </c:pt>
                <c:pt idx="502">
                  <c:v>0.195099908918</c:v>
                </c:pt>
                <c:pt idx="503">
                  <c:v>0.193575230129</c:v>
                </c:pt>
                <c:pt idx="504">
                  <c:v>0.192060543124</c:v>
                </c:pt>
                <c:pt idx="505">
                  <c:v>0.190555947829</c:v>
                </c:pt>
                <c:pt idx="506">
                  <c:v>0.189061539983</c:v>
                </c:pt>
                <c:pt idx="507">
                  <c:v>0.187577411006</c:v>
                </c:pt>
                <c:pt idx="508">
                  <c:v>0.186103647885</c:v>
                </c:pt>
                <c:pt idx="509">
                  <c:v>0.184640333076</c:v>
                </c:pt>
                <c:pt idx="510">
                  <c:v>0.183187544423</c:v>
                </c:pt>
                <c:pt idx="511">
                  <c:v>0.181745355092</c:v>
                </c:pt>
                <c:pt idx="512">
                  <c:v>0.180313833516</c:v>
                </c:pt>
                <c:pt idx="513">
                  <c:v>0.178893043358</c:v>
                </c:pt>
                <c:pt idx="514">
                  <c:v>0.177483043487</c:v>
                </c:pt>
                <c:pt idx="515">
                  <c:v>0.176083887966</c:v>
                </c:pt>
                <c:pt idx="516">
                  <c:v>0.174695626051</c:v>
                </c:pt>
                <c:pt idx="517">
                  <c:v>0.173318302203</c:v>
                </c:pt>
                <c:pt idx="518">
                  <c:v>0.171951956112</c:v>
                </c:pt>
                <c:pt idx="519">
                  <c:v>0.170596622729</c:v>
                </c:pt>
                <c:pt idx="520">
                  <c:v>0.169252332308</c:v>
                </c:pt>
                <c:pt idx="521">
                  <c:v>0.167919110458</c:v>
                </c:pt>
                <c:pt idx="522">
                  <c:v>0.166596978203</c:v>
                </c:pt>
                <c:pt idx="523">
                  <c:v>0.165285952048</c:v>
                </c:pt>
                <c:pt idx="524">
                  <c:v>0.163986044057</c:v>
                </c:pt>
                <c:pt idx="525">
                  <c:v>0.162697261929</c:v>
                </c:pt>
                <c:pt idx="526">
                  <c:v>0.161419609088</c:v>
                </c:pt>
                <c:pt idx="527">
                  <c:v>0.160153084775</c:v>
                </c:pt>
                <c:pt idx="528">
                  <c:v>0.158897684143</c:v>
                </c:pt>
                <c:pt idx="529">
                  <c:v>0.157653398358</c:v>
                </c:pt>
                <c:pt idx="530">
                  <c:v>0.156420214708</c:v>
                </c:pt>
                <c:pt idx="531">
                  <c:v>0.155198116703</c:v>
                </c:pt>
                <c:pt idx="532">
                  <c:v>0.153987084193</c:v>
                </c:pt>
                <c:pt idx="533">
                  <c:v>0.152787093476</c:v>
                </c:pt>
                <c:pt idx="534">
                  <c:v>0.151598117415</c:v>
                </c:pt>
                <c:pt idx="535">
                  <c:v>0.15042012555</c:v>
                </c:pt>
                <c:pt idx="536">
                  <c:v>0.149253084222</c:v>
                </c:pt>
                <c:pt idx="537">
                  <c:v>0.148096956683</c:v>
                </c:pt>
                <c:pt idx="538">
                  <c:v>0.146951703219</c:v>
                </c:pt>
                <c:pt idx="539">
                  <c:v>0.145817281265</c:v>
                </c:pt>
                <c:pt idx="540">
                  <c:v>0.144693645525</c:v>
                </c:pt>
                <c:pt idx="541">
                  <c:v>0.143580748087</c:v>
                </c:pt>
                <c:pt idx="542">
                  <c:v>0.14247853854</c:v>
                </c:pt>
                <c:pt idx="543">
                  <c:v>0.141386964088</c:v>
                </c:pt>
                <c:pt idx="544">
                  <c:v>0.140305969668</c:v>
                </c:pt>
                <c:pt idx="545">
                  <c:v>0.139235498056</c:v>
                </c:pt>
                <c:pt idx="546">
                  <c:v>0.138175489983</c:v>
                </c:pt>
                <c:pt idx="547">
                  <c:v>0.137125884241</c:v>
                </c:pt>
                <c:pt idx="548">
                  <c:v>0.136086617792</c:v>
                </c:pt>
                <c:pt idx="549">
                  <c:v>0.135057625871</c:v>
                </c:pt>
                <c:pt idx="550">
                  <c:v>0.134038842091</c:v>
                </c:pt>
                <c:pt idx="551">
                  <c:v>0.133030198539</c:v>
                </c:pt>
                <c:pt idx="552">
                  <c:v>0.132031625882</c:v>
                </c:pt>
                <c:pt idx="553">
                  <c:v>0.131043053452</c:v>
                </c:pt>
                <c:pt idx="554">
                  <c:v>0.130064409349</c:v>
                </c:pt>
                <c:pt idx="555">
                  <c:v>0.129095620526</c:v>
                </c:pt>
                <c:pt idx="556">
                  <c:v>0.128136612878</c:v>
                </c:pt>
                <c:pt idx="557">
                  <c:v>0.127187311328</c:v>
                </c:pt>
                <c:pt idx="558">
                  <c:v>0.126247639909</c:v>
                </c:pt>
                <c:pt idx="559">
                  <c:v>0.125317521846</c:v>
                </c:pt>
                <c:pt idx="560">
                  <c:v>0.124396879629</c:v>
                </c:pt>
                <c:pt idx="561">
                  <c:v>0.123485635093</c:v>
                </c:pt>
                <c:pt idx="562">
                  <c:v>0.122583709486</c:v>
                </c:pt>
                <c:pt idx="563">
                  <c:v>0.12169102354</c:v>
                </c:pt>
                <c:pt idx="564">
                  <c:v>0.12080749754</c:v>
                </c:pt>
                <c:pt idx="565">
                  <c:v>0.119933051385</c:v>
                </c:pt>
                <c:pt idx="566">
                  <c:v>0.11906760465</c:v>
                </c:pt>
                <c:pt idx="567">
                  <c:v>0.118211076647</c:v>
                </c:pt>
                <c:pt idx="568">
                  <c:v>0.117363386483</c:v>
                </c:pt>
                <c:pt idx="569">
                  <c:v>0.116524453108</c:v>
                </c:pt>
                <c:pt idx="570">
                  <c:v>0.115694195376</c:v>
                </c:pt>
                <c:pt idx="571">
                  <c:v>0.114872532087</c:v>
                </c:pt>
                <c:pt idx="572">
                  <c:v>0.114059382038</c:v>
                </c:pt>
                <c:pt idx="573">
                  <c:v>0.113254664067</c:v>
                </c:pt>
                <c:pt idx="574">
                  <c:v>0.112458297098</c:v>
                </c:pt>
                <c:pt idx="575">
                  <c:v>0.111670200179</c:v>
                </c:pt>
                <c:pt idx="576">
                  <c:v>0.110890292519</c:v>
                </c:pt>
                <c:pt idx="577">
                  <c:v>0.110118493533</c:v>
                </c:pt>
                <c:pt idx="578">
                  <c:v>0.109354722866</c:v>
                </c:pt>
                <c:pt idx="579">
                  <c:v>0.108598900434</c:v>
                </c:pt>
                <c:pt idx="580">
                  <c:v>0.10785094645</c:v>
                </c:pt>
                <c:pt idx="581">
                  <c:v>0.107110781456</c:v>
                </c:pt>
                <c:pt idx="582">
                  <c:v>0.106378326348</c:v>
                </c:pt>
                <c:pt idx="583">
                  <c:v>0.105653502405</c:v>
                </c:pt>
                <c:pt idx="584">
                  <c:v>0.10493623131</c:v>
                </c:pt>
                <c:pt idx="585">
                  <c:v>0.104226435172</c:v>
                </c:pt>
                <c:pt idx="586">
                  <c:v>0.103524036551</c:v>
                </c:pt>
                <c:pt idx="587">
                  <c:v>0.102828958473</c:v>
                </c:pt>
                <c:pt idx="588">
                  <c:v>0.102141124451</c:v>
                </c:pt>
                <c:pt idx="589">
                  <c:v>0.101460458498</c:v>
                </c:pt>
                <c:pt idx="590">
                  <c:v>0.100786885148</c:v>
                </c:pt>
                <c:pt idx="591">
                  <c:v>0.100120329465</c:v>
                </c:pt>
                <c:pt idx="592">
                  <c:v>0.0994607170585</c:v>
                </c:pt>
                <c:pt idx="593">
                  <c:v>0.0988079740924</c:v>
                </c:pt>
                <c:pt idx="594">
                  <c:v>0.0981620272991</c:v>
                </c:pt>
                <c:pt idx="595">
                  <c:v>0.0975228039861</c:v>
                </c:pt>
                <c:pt idx="596">
                  <c:v>0.0968902320457</c:v>
                </c:pt>
                <c:pt idx="597">
                  <c:v>0.0962642399616</c:v>
                </c:pt>
                <c:pt idx="598">
                  <c:v>0.0956447568157</c:v>
                </c:pt>
                <c:pt idx="599">
                  <c:v>0.0950317122931</c:v>
                </c:pt>
                <c:pt idx="600">
                  <c:v>0.0944250366873</c:v>
                </c:pt>
                <c:pt idx="601">
                  <c:v>0.093824660903</c:v>
                </c:pt>
                <c:pt idx="602">
                  <c:v>0.09323051646</c:v>
                </c:pt>
                <c:pt idx="603">
                  <c:v>0.0926425354944</c:v>
                </c:pt>
                <c:pt idx="604">
                  <c:v>0.0920606507606</c:v>
                </c:pt>
                <c:pt idx="605">
                  <c:v>0.0914847956317</c:v>
                </c:pt>
                <c:pt idx="606">
                  <c:v>0.0909149040994</c:v>
                </c:pt>
                <c:pt idx="607">
                  <c:v>0.0903509107739</c:v>
                </c:pt>
                <c:pt idx="608">
                  <c:v>0.0897927508821</c:v>
                </c:pt>
                <c:pt idx="609">
                  <c:v>0.0892403602659</c:v>
                </c:pt>
                <c:pt idx="610">
                  <c:v>0.0886936753802</c:v>
                </c:pt>
                <c:pt idx="611">
                  <c:v>0.0881526332897</c:v>
                </c:pt>
                <c:pt idx="612">
                  <c:v>0.0876171716658</c:v>
                </c:pt>
                <c:pt idx="613">
                  <c:v>0.0870872287826</c:v>
                </c:pt>
                <c:pt idx="614">
                  <c:v>0.0865627435129</c:v>
                </c:pt>
                <c:pt idx="615">
                  <c:v>0.0860436553234</c:v>
                </c:pt>
                <c:pt idx="616">
                  <c:v>0.08552990427</c:v>
                </c:pt>
                <c:pt idx="617">
                  <c:v>0.0850214309923</c:v>
                </c:pt>
                <c:pt idx="618">
                  <c:v>0.0845181767077</c:v>
                </c:pt>
                <c:pt idx="619">
                  <c:v>0.0840200832059</c:v>
                </c:pt>
                <c:pt idx="620">
                  <c:v>0.0835270928428</c:v>
                </c:pt>
                <c:pt idx="621">
                  <c:v>0.0830391485333</c:v>
                </c:pt>
                <c:pt idx="622">
                  <c:v>0.0825561937454</c:v>
                </c:pt>
                <c:pt idx="623">
                  <c:v>0.0820781724929</c:v>
                </c:pt>
                <c:pt idx="624">
                  <c:v>0.0816050293287</c:v>
                </c:pt>
                <c:pt idx="625">
                  <c:v>0.0811367093371</c:v>
                </c:pt>
                <c:pt idx="626">
                  <c:v>0.0806731581268</c:v>
                </c:pt>
                <c:pt idx="627">
                  <c:v>0.0802143218236</c:v>
                </c:pt>
                <c:pt idx="628">
                  <c:v>0.0797601470622</c:v>
                </c:pt>
                <c:pt idx="629">
                  <c:v>0.0793105809794</c:v>
                </c:pt>
                <c:pt idx="630">
                  <c:v>0.0788655712058</c:v>
                </c:pt>
                <c:pt idx="631">
                  <c:v>0.0784250658584</c:v>
                </c:pt>
                <c:pt idx="632">
                  <c:v>0.0779890135327</c:v>
                </c:pt>
                <c:pt idx="633">
                  <c:v>0.0775573632953</c:v>
                </c:pt>
                <c:pt idx="634">
                  <c:v>0.0771300646756</c:v>
                </c:pt>
                <c:pt idx="635">
                  <c:v>0.0767070676587</c:v>
                </c:pt>
                <c:pt idx="636">
                  <c:v>0.0762883226776</c:v>
                </c:pt>
                <c:pt idx="637">
                  <c:v>0.0758737806055</c:v>
                </c:pt>
                <c:pt idx="638">
                  <c:v>0.0754633927485</c:v>
                </c:pt>
                <c:pt idx="639">
                  <c:v>0.0750571108382</c:v>
                </c:pt>
                <c:pt idx="640">
                  <c:v>0.0746548870242</c:v>
                </c:pt>
                <c:pt idx="641">
                  <c:v>0.0742566738674</c:v>
                </c:pt>
                <c:pt idx="642">
                  <c:v>0.0738624243327</c:v>
                </c:pt>
                <c:pt idx="643">
                  <c:v>0.0734720917819</c:v>
                </c:pt>
                <c:pt idx="644">
                  <c:v>0.0730856299676</c:v>
                </c:pt>
                <c:pt idx="645">
                  <c:v>0.0727029930262</c:v>
                </c:pt>
                <c:pt idx="646">
                  <c:v>0.0723241354715</c:v>
                </c:pt>
                <c:pt idx="647">
                  <c:v>0.0719490121889</c:v>
                </c:pt>
                <c:pt idx="648">
                  <c:v>0.0715775784288</c:v>
                </c:pt>
                <c:pt idx="649">
                  <c:v>0.0712097898013</c:v>
                </c:pt>
                <c:pt idx="650">
                  <c:v>0.0708456022703</c:v>
                </c:pt>
                <c:pt idx="651">
                  <c:v>0.0704849721484</c:v>
                </c:pt>
                <c:pt idx="652">
                  <c:v>0.070127856091</c:v>
                </c:pt>
                <c:pt idx="653">
                  <c:v>0.0697742110921</c:v>
                </c:pt>
                <c:pt idx="654">
                  <c:v>0.069423994479</c:v>
                </c:pt>
                <c:pt idx="655">
                  <c:v>0.0690771639078</c:v>
                </c:pt>
                <c:pt idx="656">
                  <c:v>0.068733677359</c:v>
                </c:pt>
                <c:pt idx="657">
                  <c:v>0.0683934931335</c:v>
                </c:pt>
                <c:pt idx="658">
                  <c:v>0.0680565698481</c:v>
                </c:pt>
                <c:pt idx="659">
                  <c:v>0.0677228664326</c:v>
                </c:pt>
                <c:pt idx="660">
                  <c:v>0.0673923421251</c:v>
                </c:pt>
                <c:pt idx="661">
                  <c:v>0.0670649564697</c:v>
                </c:pt>
                <c:pt idx="662">
                  <c:v>0.0667406693122</c:v>
                </c:pt>
                <c:pt idx="663">
                  <c:v>0.066419440798</c:v>
                </c:pt>
                <c:pt idx="664">
                  <c:v>0.0661012313687</c:v>
                </c:pt>
                <c:pt idx="665">
                  <c:v>0.0657860017596</c:v>
                </c:pt>
                <c:pt idx="666">
                  <c:v>0.0654737129969</c:v>
                </c:pt>
                <c:pt idx="667">
                  <c:v>0.0651643263957</c:v>
                </c:pt>
                <c:pt idx="668">
                  <c:v>0.0648578035575</c:v>
                </c:pt>
                <c:pt idx="669">
                  <c:v>0.0645541063679</c:v>
                </c:pt>
                <c:pt idx="670">
                  <c:v>0.0642531969951</c:v>
                </c:pt>
                <c:pt idx="671">
                  <c:v>0.0639550378876</c:v>
                </c:pt>
                <c:pt idx="672">
                  <c:v>0.0636595917727</c:v>
                </c:pt>
                <c:pt idx="673">
                  <c:v>0.0633668216546</c:v>
                </c:pt>
                <c:pt idx="674">
                  <c:v>0.0630766908129</c:v>
                </c:pt>
                <c:pt idx="675">
                  <c:v>0.0627891628014</c:v>
                </c:pt>
                <c:pt idx="676">
                  <c:v>0.0625042014463</c:v>
                </c:pt>
                <c:pt idx="677">
                  <c:v>0.0622217708448</c:v>
                </c:pt>
                <c:pt idx="678">
                  <c:v>0.0619418353646</c:v>
                </c:pt>
                <c:pt idx="679">
                  <c:v>0.0616643596415</c:v>
                </c:pt>
                <c:pt idx="680">
                  <c:v>0.0613893085794</c:v>
                </c:pt>
                <c:pt idx="681">
                  <c:v>0.0611166473483</c:v>
                </c:pt>
                <c:pt idx="682">
                  <c:v>0.0608463413838</c:v>
                </c:pt>
                <c:pt idx="683">
                  <c:v>0.0605783563856</c:v>
                </c:pt>
                <c:pt idx="684">
                  <c:v>0.060312658317</c:v>
                </c:pt>
                <c:pt idx="685">
                  <c:v>0.0600492134036</c:v>
                </c:pt>
                <c:pt idx="686">
                  <c:v>0.0597879881323</c:v>
                </c:pt>
                <c:pt idx="687">
                  <c:v>0.0595289492508</c:v>
                </c:pt>
                <c:pt idx="688">
                  <c:v>0.0592720637663</c:v>
                </c:pt>
                <c:pt idx="689">
                  <c:v>0.0590172989448</c:v>
                </c:pt>
                <c:pt idx="690">
                  <c:v>0.0587646223103</c:v>
                </c:pt>
                <c:pt idx="691">
                  <c:v>0.0585140016441</c:v>
                </c:pt>
                <c:pt idx="692">
                  <c:v>0.058265404984</c:v>
                </c:pt>
                <c:pt idx="693">
                  <c:v>0.0580188006232</c:v>
                </c:pt>
                <c:pt idx="694">
                  <c:v>0.0577741571104</c:v>
                </c:pt>
                <c:pt idx="695">
                  <c:v>0.0575314432484</c:v>
                </c:pt>
                <c:pt idx="696">
                  <c:v>0.057290628094</c:v>
                </c:pt>
                <c:pt idx="697">
                  <c:v>0.0570516809573</c:v>
                </c:pt>
                <c:pt idx="698">
                  <c:v>0.0568145714011</c:v>
                </c:pt>
                <c:pt idx="699">
                  <c:v>0.0565792692407</c:v>
                </c:pt>
                <c:pt idx="700">
                  <c:v>0.0563457445436</c:v>
                </c:pt>
                <c:pt idx="701">
                  <c:v>0.0561139676289</c:v>
                </c:pt>
                <c:pt idx="702">
                  <c:v>0.0558839090674</c:v>
                </c:pt>
                <c:pt idx="703">
                  <c:v>0.0556555396816</c:v>
                </c:pt>
                <c:pt idx="704">
                  <c:v>0.0554288305453</c:v>
                </c:pt>
                <c:pt idx="705">
                  <c:v>0.0552037529843</c:v>
                </c:pt>
                <c:pt idx="706">
                  <c:v>0.0549802785761</c:v>
                </c:pt>
                <c:pt idx="707">
                  <c:v>0.0547583791505</c:v>
                </c:pt>
                <c:pt idx="708">
                  <c:v>0.0545380267901</c:v>
                </c:pt>
                <c:pt idx="709">
                  <c:v>0.0543191938311</c:v>
                </c:pt>
                <c:pt idx="710">
                  <c:v>0.0541018528637</c:v>
                </c:pt>
                <c:pt idx="711">
                  <c:v>0.0538859767333</c:v>
                </c:pt>
                <c:pt idx="712">
                  <c:v>0.0536715385415</c:v>
                </c:pt>
                <c:pt idx="713">
                  <c:v>0.0534585116475</c:v>
                </c:pt>
                <c:pt idx="714">
                  <c:v>0.0532468696695</c:v>
                </c:pt>
                <c:pt idx="715">
                  <c:v>0.0530365864864</c:v>
                </c:pt>
                <c:pt idx="716">
                  <c:v>0.0528276362393</c:v>
                </c:pt>
                <c:pt idx="717">
                  <c:v>0.0526199933343</c:v>
                </c:pt>
                <c:pt idx="718">
                  <c:v>0.052413632444</c:v>
                </c:pt>
                <c:pt idx="719">
                  <c:v>0.0522085285104</c:v>
                </c:pt>
                <c:pt idx="720">
                  <c:v>0.0520046567477</c:v>
                </c:pt>
                <c:pt idx="721">
                  <c:v>0.0518019926448</c:v>
                </c:pt>
                <c:pt idx="722">
                  <c:v>0.051600511969</c:v>
                </c:pt>
                <c:pt idx="723">
                  <c:v>0.051400190769</c:v>
                </c:pt>
                <c:pt idx="724">
                  <c:v>0.0512010053789</c:v>
                </c:pt>
                <c:pt idx="725">
                  <c:v>0.0510029324218</c:v>
                </c:pt>
                <c:pt idx="726">
                  <c:v>0.0508059488144</c:v>
                </c:pt>
                <c:pt idx="727">
                  <c:v>0.050610031771</c:v>
                </c:pt>
                <c:pt idx="728">
                  <c:v>0.0504151588083</c:v>
                </c:pt>
                <c:pt idx="729">
                  <c:v>0.0502213077506</c:v>
                </c:pt>
                <c:pt idx="730">
                  <c:v>0.0500284567347</c:v>
                </c:pt>
                <c:pt idx="731">
                  <c:v>0.0498365842154</c:v>
                </c:pt>
                <c:pt idx="732">
                  <c:v>0.0496456689714</c:v>
                </c:pt>
                <c:pt idx="733">
                  <c:v>0.0494556901107</c:v>
                </c:pt>
                <c:pt idx="734">
                  <c:v>0.0492666270777</c:v>
                </c:pt>
                <c:pt idx="735">
                  <c:v>0.0490784596587</c:v>
                </c:pt>
                <c:pt idx="736">
                  <c:v>0.048891167989</c:v>
                </c:pt>
                <c:pt idx="737">
                  <c:v>0.0487047325598</c:v>
                </c:pt>
                <c:pt idx="738">
                  <c:v>0.0485191342251</c:v>
                </c:pt>
                <c:pt idx="739">
                  <c:v>0.0483343542088</c:v>
                </c:pt>
                <c:pt idx="740">
                  <c:v>0.0481503741127</c:v>
                </c:pt>
                <c:pt idx="741">
                  <c:v>0.0479671759233</c:v>
                </c:pt>
                <c:pt idx="742">
                  <c:v>0.0477847420202</c:v>
                </c:pt>
                <c:pt idx="743">
                  <c:v>0.0476030551837</c:v>
                </c:pt>
                <c:pt idx="744">
                  <c:v>0.0474220986025</c:v>
                </c:pt>
                <c:pt idx="745">
                  <c:v>0.0472418558822</c:v>
                </c:pt>
                <c:pt idx="746">
                  <c:v>0.0470623110531</c:v>
                </c:pt>
                <c:pt idx="747">
                  <c:v>0.0468834485782</c:v>
                </c:pt>
                <c:pt idx="748">
                  <c:v>0.0467052533616</c:v>
                </c:pt>
                <c:pt idx="749">
                  <c:v>0.0465277107563</c:v>
                </c:pt>
                <c:pt idx="750">
                  <c:v>0.0463508065724</c:v>
                </c:pt>
                <c:pt idx="751">
                  <c:v>0.046174527085</c:v>
                </c:pt>
                <c:pt idx="752">
                  <c:v>0.0459988590417</c:v>
                </c:pt>
                <c:pt idx="753">
                  <c:v>0.0458237896704</c:v>
                </c:pt>
                <c:pt idx="754">
                  <c:v>0.0456493066869</c:v>
                </c:pt>
                <c:pt idx="755">
                  <c:v>0.0454753983015</c:v>
                </c:pt>
                <c:pt idx="756">
                  <c:v>0.0453020532265</c:v>
                </c:pt>
                <c:pt idx="757">
                  <c:v>0.0451292606823</c:v>
                </c:pt>
                <c:pt idx="758">
                  <c:v>0.0449570104036</c:v>
                </c:pt>
                <c:pt idx="759">
                  <c:v>0.0447852926454</c:v>
                </c:pt>
                <c:pt idx="760">
                  <c:v>0.0446140981884</c:v>
                </c:pt>
                <c:pt idx="761">
                  <c:v>0.0444434183434</c:v>
                </c:pt>
                <c:pt idx="762">
                  <c:v>0.0442732449559</c:v>
                </c:pt>
                <c:pt idx="763">
                  <c:v>0.0441035704101</c:v>
                </c:pt>
                <c:pt idx="764">
                  <c:v>0.0439343876314</c:v>
                </c:pt>
                <c:pt idx="765">
                  <c:v>0.0437656900896</c:v>
                </c:pt>
                <c:pt idx="766">
                  <c:v>0.0435974718004</c:v>
                </c:pt>
                <c:pt idx="767">
                  <c:v>0.0434297273266</c:v>
                </c:pt>
                <c:pt idx="768">
                  <c:v>0.0432624517782</c:v>
                </c:pt>
                <c:pt idx="769">
                  <c:v>0.0430956408127</c:v>
                </c:pt>
                <c:pt idx="770">
                  <c:v>0.0429292906332</c:v>
                </c:pt>
                <c:pt idx="771">
                  <c:v>0.0427633979868</c:v>
                </c:pt>
                <c:pt idx="772">
                  <c:v>0.0425979601616</c:v>
                </c:pt>
                <c:pt idx="773">
                  <c:v>0.0424329749832</c:v>
                </c:pt>
                <c:pt idx="774">
                  <c:v>0.0422684408097</c:v>
                </c:pt>
                <c:pt idx="775">
                  <c:v>0.0421043565267</c:v>
                </c:pt>
                <c:pt idx="776">
                  <c:v>0.0419407215406</c:v>
                </c:pt>
                <c:pt idx="777">
                  <c:v>0.0417775357714</c:v>
                </c:pt>
                <c:pt idx="778">
                  <c:v>0.0416147996448</c:v>
                </c:pt>
                <c:pt idx="779">
                  <c:v>0.0414525140827</c:v>
                </c:pt>
                <c:pt idx="780">
                  <c:v>0.0412906804937</c:v>
                </c:pt>
                <c:pt idx="781">
                  <c:v>0.041129300762</c:v>
                </c:pt>
                <c:pt idx="782">
                  <c:v>0.0409683772358</c:v>
                </c:pt>
                <c:pt idx="783">
                  <c:v>0.040807912715</c:v>
                </c:pt>
                <c:pt idx="784">
                  <c:v>0.0406479104376</c:v>
                </c:pt>
                <c:pt idx="785">
                  <c:v>0.040488374066</c:v>
                </c:pt>
                <c:pt idx="786">
                  <c:v>0.0403293076719</c:v>
                </c:pt>
                <c:pt idx="787">
                  <c:v>0.0401707157212</c:v>
                </c:pt>
                <c:pt idx="788">
                  <c:v>0.0400126030572</c:v>
                </c:pt>
                <c:pt idx="789">
                  <c:v>0.0398549748847</c:v>
                </c:pt>
                <c:pt idx="790">
                  <c:v>0.0396978367517</c:v>
                </c:pt>
                <c:pt idx="791">
                  <c:v>0.0395411945325</c:v>
                </c:pt>
                <c:pt idx="792">
                  <c:v>0.0393850544087</c:v>
                </c:pt>
                <c:pt idx="793">
                  <c:v>0.0392294228509</c:v>
                </c:pt>
                <c:pt idx="794">
                  <c:v>0.0390743065993</c:v>
                </c:pt>
                <c:pt idx="795">
                  <c:v>0.0389197126446</c:v>
                </c:pt>
                <c:pt idx="796">
                  <c:v>0.0387656482084</c:v>
                </c:pt>
                <c:pt idx="797">
                  <c:v>0.0386121207233</c:v>
                </c:pt>
                <c:pt idx="798">
                  <c:v>0.038459137813</c:v>
                </c:pt>
                <c:pt idx="799">
                  <c:v>0.0383067072726</c:v>
                </c:pt>
                <c:pt idx="800">
                  <c:v>0.0381548370483</c:v>
                </c:pt>
                <c:pt idx="801">
                  <c:v>0.0380035352179</c:v>
                </c:pt>
                <c:pt idx="802">
                  <c:v>0.0378528099708</c:v>
                </c:pt>
                <c:pt idx="803">
                  <c:v>0.0377026695886</c:v>
                </c:pt>
                <c:pt idx="804">
                  <c:v>0.0375531224256</c:v>
                </c:pt>
                <c:pt idx="805">
                  <c:v>0.0374041768897</c:v>
                </c:pt>
                <c:pt idx="806">
                  <c:v>0.037255841424</c:v>
                </c:pt>
                <c:pt idx="807">
                  <c:v>0.0371081244881</c:v>
                </c:pt>
                <c:pt idx="808">
                  <c:v>0.0369610345401</c:v>
                </c:pt>
                <c:pt idx="809">
                  <c:v>0.0368145800195</c:v>
                </c:pt>
                <c:pt idx="810">
                  <c:v>0.0366687693299</c:v>
                </c:pt>
                <c:pt idx="811">
                  <c:v>0.0365236108227</c:v>
                </c:pt>
                <c:pt idx="812">
                  <c:v>0.0363791127812</c:v>
                </c:pt>
                <c:pt idx="813">
                  <c:v>0.036235283405</c:v>
                </c:pt>
                <c:pt idx="814">
                  <c:v>0.0360921307959</c:v>
                </c:pt>
                <c:pt idx="815">
                  <c:v>0.0359496629433</c:v>
                </c:pt>
                <c:pt idx="816">
                  <c:v>0.0358078877108</c:v>
                </c:pt>
                <c:pt idx="817">
                  <c:v>0.035666812824</c:v>
                </c:pt>
                <c:pt idx="818">
                  <c:v>0.0355264458577</c:v>
                </c:pt>
                <c:pt idx="819">
                  <c:v>0.0353867942247</c:v>
                </c:pt>
                <c:pt idx="820">
                  <c:v>0.0352478651654</c:v>
                </c:pt>
                <c:pt idx="821">
                  <c:v>0.0351096657373</c:v>
                </c:pt>
                <c:pt idx="822">
                  <c:v>0.0349722028055</c:v>
                </c:pt>
                <c:pt idx="823">
                  <c:v>0.0348354830343</c:v>
                </c:pt>
                <c:pt idx="824">
                  <c:v>0.0346995128791</c:v>
                </c:pt>
                <c:pt idx="825">
                  <c:v>0.0345642985783</c:v>
                </c:pt>
                <c:pt idx="826">
                  <c:v>0.0344298461473</c:v>
                </c:pt>
                <c:pt idx="827">
                  <c:v>0.0342961613716</c:v>
                </c:pt>
                <c:pt idx="828">
                  <c:v>0.0341632498015</c:v>
                </c:pt>
                <c:pt idx="829">
                  <c:v>0.0340311167469</c:v>
                </c:pt>
                <c:pt idx="830">
                  <c:v>0.0338997672726</c:v>
                </c:pt>
                <c:pt idx="831">
                  <c:v>0.0337692061946</c:v>
                </c:pt>
                <c:pt idx="832">
                  <c:v>0.0336394380764</c:v>
                </c:pt>
                <c:pt idx="833">
                  <c:v>0.033510467226</c:v>
                </c:pt>
                <c:pt idx="834">
                  <c:v>0.0333822976932</c:v>
                </c:pt>
                <c:pt idx="835">
                  <c:v>0.0332549332679</c:v>
                </c:pt>
                <c:pt idx="836">
                  <c:v>0.0331283774777</c:v>
                </c:pt>
                <c:pt idx="837">
                  <c:v>0.0330026335872</c:v>
                </c:pt>
                <c:pt idx="838">
                  <c:v>0.0328777045966</c:v>
                </c:pt>
                <c:pt idx="839">
                  <c:v>0.0327535932412</c:v>
                </c:pt>
                <c:pt idx="840">
                  <c:v>0.0326303019913</c:v>
                </c:pt>
                <c:pt idx="841">
                  <c:v>0.0325078330516</c:v>
                </c:pt>
                <c:pt idx="842">
                  <c:v>0.0323861883623</c:v>
                </c:pt>
                <c:pt idx="843">
                  <c:v>0.0322653695986</c:v>
                </c:pt>
                <c:pt idx="844">
                  <c:v>0.0321453781725</c:v>
                </c:pt>
                <c:pt idx="845">
                  <c:v>0.0320262152331</c:v>
                </c:pt>
                <c:pt idx="846">
                  <c:v>0.0319078816678</c:v>
                </c:pt>
                <c:pt idx="847">
                  <c:v>0.031790378104</c:v>
                </c:pt>
                <c:pt idx="848">
                  <c:v>0.0316737049106</c:v>
                </c:pt>
                <c:pt idx="849">
                  <c:v>0.0315578621996</c:v>
                </c:pt>
                <c:pt idx="850">
                  <c:v>0.031442849828</c:v>
                </c:pt>
                <c:pt idx="851">
                  <c:v>0.0313286673999</c:v>
                </c:pt>
                <c:pt idx="852">
                  <c:v>0.0312153142687</c:v>
                </c:pt>
                <c:pt idx="853">
                  <c:v>0.0311027895393</c:v>
                </c:pt>
                <c:pt idx="854">
                  <c:v>0.0309910920709</c:v>
                </c:pt>
                <c:pt idx="855">
                  <c:v>0.0308802204791</c:v>
                </c:pt>
                <c:pt idx="856">
                  <c:v>0.0307701731388</c:v>
                </c:pt>
                <c:pt idx="857">
                  <c:v>0.0306609481872</c:v>
                </c:pt>
                <c:pt idx="858">
                  <c:v>0.0305525435264</c:v>
                </c:pt>
                <c:pt idx="859">
                  <c:v>0.0304449568268</c:v>
                </c:pt>
                <c:pt idx="860">
                  <c:v>0.03033818553</c:v>
                </c:pt>
                <c:pt idx="861">
                  <c:v>0.0302322268521</c:v>
                </c:pt>
                <c:pt idx="862">
                  <c:v>0.0301270777874</c:v>
                </c:pt>
                <c:pt idx="863">
                  <c:v>0.0300227351116</c:v>
                </c:pt>
                <c:pt idx="864">
                  <c:v>0.0299191953857</c:v>
                </c:pt>
                <c:pt idx="865">
                  <c:v>0.0298164549595</c:v>
                </c:pt>
                <c:pt idx="866">
                  <c:v>0.0297145099757</c:v>
                </c:pt>
                <c:pt idx="867">
                  <c:v>0.0296133563741</c:v>
                </c:pt>
                <c:pt idx="868">
                  <c:v>0.0295129898955</c:v>
                </c:pt>
                <c:pt idx="869">
                  <c:v>0.0294134060859</c:v>
                </c:pt>
                <c:pt idx="870">
                  <c:v>0.0293146003013</c:v>
                </c:pt>
                <c:pt idx="871">
                  <c:v>0.0292165677123</c:v>
                </c:pt>
                <c:pt idx="872">
                  <c:v>0.0291193033085</c:v>
                </c:pt>
                <c:pt idx="873">
                  <c:v>0.0290228019034</c:v>
                </c:pt>
                <c:pt idx="874">
                  <c:v>0.0289270581398</c:v>
                </c:pt>
                <c:pt idx="875">
                  <c:v>0.0288320664945</c:v>
                </c:pt>
                <c:pt idx="876">
                  <c:v>0.028737821284</c:v>
                </c:pt>
                <c:pt idx="877">
                  <c:v>0.0286443166696</c:v>
                </c:pt>
                <c:pt idx="878">
                  <c:v>0.0285515466634</c:v>
                </c:pt>
                <c:pt idx="879">
                  <c:v>0.0284595051335</c:v>
                </c:pt>
                <c:pt idx="880">
                  <c:v>0.0283681858103</c:v>
                </c:pt>
                <c:pt idx="881">
                  <c:v>0.0282775822925</c:v>
                </c:pt>
                <c:pt idx="882">
                  <c:v>0.028187688053</c:v>
                </c:pt>
                <c:pt idx="883">
                  <c:v>0.028098496445</c:v>
                </c:pt>
                <c:pt idx="884">
                  <c:v>0.0280100007092</c:v>
                </c:pt>
                <c:pt idx="885">
                  <c:v>0.0279221939794</c:v>
                </c:pt>
                <c:pt idx="886">
                  <c:v>0.0278350692895</c:v>
                </c:pt>
                <c:pt idx="887">
                  <c:v>0.0277486195802</c:v>
                </c:pt>
                <c:pt idx="888">
                  <c:v>0.0276628377059</c:v>
                </c:pt>
                <c:pt idx="889">
                  <c:v>0.0275777164412</c:v>
                </c:pt>
                <c:pt idx="890">
                  <c:v>0.0274932484884</c:v>
                </c:pt>
                <c:pt idx="891">
                  <c:v>0.0274094264841</c:v>
                </c:pt>
                <c:pt idx="892">
                  <c:v>0.0273262430064</c:v>
                </c:pt>
                <c:pt idx="893">
                  <c:v>0.0272436905822</c:v>
                </c:pt>
                <c:pt idx="894">
                  <c:v>0.027161761694</c:v>
                </c:pt>
                <c:pt idx="895">
                  <c:v>0.0270804487875</c:v>
                </c:pt>
                <c:pt idx="896">
                  <c:v>0.0269997442783</c:v>
                </c:pt>
                <c:pt idx="897">
                  <c:v>0.0269196405595</c:v>
                </c:pt>
                <c:pt idx="898">
                  <c:v>0.0268401300088</c:v>
                </c:pt>
                <c:pt idx="899">
                  <c:v>0.0267612049952</c:v>
                </c:pt>
                <c:pt idx="900">
                  <c:v>0.0266828578867</c:v>
                </c:pt>
                <c:pt idx="901">
                  <c:v>0.0266050810567</c:v>
                </c:pt>
                <c:pt idx="902">
                  <c:v>0.0265278668915</c:v>
                </c:pt>
                <c:pt idx="903">
                  <c:v>0.0264512077967</c:v>
                </c:pt>
                <c:pt idx="904">
                  <c:v>0.0263750962043</c:v>
                </c:pt>
                <c:pt idx="905">
                  <c:v>0.0262995245791</c:v>
                </c:pt>
                <c:pt idx="906">
                  <c:v>0.0262244854251</c:v>
                </c:pt>
                <c:pt idx="907">
                  <c:v>0.0261499712922</c:v>
                </c:pt>
                <c:pt idx="908">
                  <c:v>0.0260759747822</c:v>
                </c:pt>
                <c:pt idx="909">
                  <c:v>0.0260024885546</c:v>
                </c:pt>
                <c:pt idx="910">
                  <c:v>0.0259295053329</c:v>
                </c:pt>
                <c:pt idx="911">
                  <c:v>0.0258570179095</c:v>
                </c:pt>
                <c:pt idx="912">
                  <c:v>0.0257850191521</c:v>
                </c:pt>
                <c:pt idx="913">
                  <c:v>0.0257135020077</c:v>
                </c:pt>
                <c:pt idx="914">
                  <c:v>0.0256424595086</c:v>
                </c:pt>
                <c:pt idx="915">
                  <c:v>0.0255718847763</c:v>
                </c:pt>
                <c:pt idx="916">
                  <c:v>0.0255017710263</c:v>
                </c:pt>
                <c:pt idx="917">
                  <c:v>0.0254321115721</c:v>
                </c:pt>
                <c:pt idx="918">
                  <c:v>0.0253628998291</c:v>
                </c:pt>
                <c:pt idx="919">
                  <c:v>0.025294129318</c:v>
                </c:pt>
                <c:pt idx="920">
                  <c:v>0.0252257936684</c:v>
                </c:pt>
                <c:pt idx="921">
                  <c:v>0.0251578866212</c:v>
                </c:pt>
                <c:pt idx="922">
                  <c:v>0.0250904020316</c:v>
                </c:pt>
                <c:pt idx="923">
                  <c:v>0.0250233338715</c:v>
                </c:pt>
                <c:pt idx="924">
                  <c:v>0.0249566762309</c:v>
                </c:pt>
                <c:pt idx="925">
                  <c:v>0.0248904233202</c:v>
                </c:pt>
                <c:pt idx="926">
                  <c:v>0.024824569471</c:v>
                </c:pt>
                <c:pt idx="927">
                  <c:v>0.0247591091374</c:v>
                </c:pt>
                <c:pt idx="928">
                  <c:v>0.0246940368964</c:v>
                </c:pt>
                <c:pt idx="929">
                  <c:v>0.0246293474483</c:v>
                </c:pt>
                <c:pt idx="930">
                  <c:v>0.0245650356167</c:v>
                </c:pt>
                <c:pt idx="931">
                  <c:v>0.024501096348</c:v>
                </c:pt>
                <c:pt idx="932">
                  <c:v>0.0244375247111</c:v>
                </c:pt>
                <c:pt idx="933">
                  <c:v>0.0243743158959</c:v>
                </c:pt>
                <c:pt idx="934">
                  <c:v>0.0243114652123</c:v>
                </c:pt>
                <c:pt idx="935">
                  <c:v>0.0242489680885</c:v>
                </c:pt>
                <c:pt idx="936">
                  <c:v>0.0241868200694</c:v>
                </c:pt>
                <c:pt idx="937">
                  <c:v>0.024125016814</c:v>
                </c:pt>
                <c:pt idx="938">
                  <c:v>0.0240635540934</c:v>
                </c:pt>
                <c:pt idx="939">
                  <c:v>0.0240024277877</c:v>
                </c:pt>
                <c:pt idx="940">
                  <c:v>0.0239416338836</c:v>
                </c:pt>
                <c:pt idx="941">
                  <c:v>0.0238811684709</c:v>
                </c:pt>
                <c:pt idx="942">
                  <c:v>0.0238210277395</c:v>
                </c:pt>
                <c:pt idx="943">
                  <c:v>0.0237612079754</c:v>
                </c:pt>
                <c:pt idx="944">
                  <c:v>0.0237017055576</c:v>
                </c:pt>
                <c:pt idx="945">
                  <c:v>0.023642516954</c:v>
                </c:pt>
                <c:pt idx="946">
                  <c:v>0.0235836387176</c:v>
                </c:pt>
                <c:pt idx="947">
                  <c:v>0.0235250674821</c:v>
                </c:pt>
                <c:pt idx="948">
                  <c:v>0.0234667999583</c:v>
                </c:pt>
                <c:pt idx="949">
                  <c:v>0.0234088329295</c:v>
                </c:pt>
                <c:pt idx="950">
                  <c:v>0.0233511632475</c:v>
                </c:pt>
                <c:pt idx="951">
                  <c:v>0.023293787828</c:v>
                </c:pt>
                <c:pt idx="952">
                  <c:v>0.0232367036468</c:v>
                </c:pt>
                <c:pt idx="953">
                  <c:v>0.0231799077352</c:v>
                </c:pt>
                <c:pt idx="954">
                  <c:v>0.0231233971759</c:v>
                </c:pt>
                <c:pt idx="955">
                  <c:v>0.0230671690987</c:v>
                </c:pt>
                <c:pt idx="956">
                  <c:v>0.0230112206766</c:v>
                </c:pt>
                <c:pt idx="957">
                  <c:v>0.0229555491218</c:v>
                </c:pt>
                <c:pt idx="958">
                  <c:v>0.0229001516816</c:v>
                </c:pt>
                <c:pt idx="959">
                  <c:v>0.0228450256349</c:v>
                </c:pt>
                <c:pt idx="960">
                  <c:v>0.0227901682884</c:v>
                </c:pt>
                <c:pt idx="961">
                  <c:v>0.0227355769733</c:v>
                </c:pt>
                <c:pt idx="962">
                  <c:v>0.0226812490418</c:v>
                </c:pt>
                <c:pt idx="963">
                  <c:v>0.0226271818644</c:v>
                </c:pt>
                <c:pt idx="964">
                  <c:v>0.0225733728263</c:v>
                </c:pt>
                <c:pt idx="965">
                  <c:v>0.0225198193258</c:v>
                </c:pt>
                <c:pt idx="966">
                  <c:v>0.0224665187706</c:v>
                </c:pt>
                <c:pt idx="967">
                  <c:v>0.0224134685766</c:v>
                </c:pt>
                <c:pt idx="968">
                  <c:v>0.0223606661653</c:v>
                </c:pt>
                <c:pt idx="969">
                  <c:v>0.0223081089622</c:v>
                </c:pt>
                <c:pt idx="970">
                  <c:v>0.0222557943953</c:v>
                </c:pt>
                <c:pt idx="971">
                  <c:v>0.0222037198939</c:v>
                </c:pt>
                <c:pt idx="972">
                  <c:v>0.0221518828874</c:v>
                </c:pt>
                <c:pt idx="973">
                  <c:v>0.0221002808048</c:v>
                </c:pt>
                <c:pt idx="974">
                  <c:v>0.0220489110739</c:v>
                </c:pt>
                <c:pt idx="975">
                  <c:v>0.0219977711211</c:v>
                </c:pt>
                <c:pt idx="976">
                  <c:v>0.0219468583717</c:v>
                </c:pt>
                <c:pt idx="977">
                  <c:v>0.0218961702497</c:v>
                </c:pt>
                <c:pt idx="978">
                  <c:v>0.0218457041784</c:v>
                </c:pt>
                <c:pt idx="979">
                  <c:v>0.0217954575811</c:v>
                </c:pt>
                <c:pt idx="980">
                  <c:v>0.0217454278821</c:v>
                </c:pt>
                <c:pt idx="981">
                  <c:v>0.0216956125078</c:v>
                </c:pt>
                <c:pt idx="982">
                  <c:v>0.0216460088877</c:v>
                </c:pt>
                <c:pt idx="983">
                  <c:v>0.0215966144565</c:v>
                </c:pt>
                <c:pt idx="984">
                  <c:v>0.0215474266553</c:v>
                </c:pt>
                <c:pt idx="985">
                  <c:v>0.0214984429339</c:v>
                </c:pt>
                <c:pt idx="986">
                  <c:v>0.0214496607523</c:v>
                </c:pt>
                <c:pt idx="987">
                  <c:v>0.0214010775836</c:v>
                </c:pt>
                <c:pt idx="988">
                  <c:v>0.0213526909156</c:v>
                </c:pt>
                <c:pt idx="989">
                  <c:v>0.0213044982538</c:v>
                </c:pt>
                <c:pt idx="990">
                  <c:v>0.0212564971236</c:v>
                </c:pt>
                <c:pt idx="991">
                  <c:v>0.0212086850731</c:v>
                </c:pt>
                <c:pt idx="992">
                  <c:v>0.0211610596757</c:v>
                </c:pt>
                <c:pt idx="993">
                  <c:v>0.0211136185331</c:v>
                </c:pt>
                <c:pt idx="994">
                  <c:v>0.0210663592778</c:v>
                </c:pt>
                <c:pt idx="995">
                  <c:v>0.0210192795762</c:v>
                </c:pt>
                <c:pt idx="996">
                  <c:v>0.0209723771312</c:v>
                </c:pt>
                <c:pt idx="997">
                  <c:v>0.0209256496854</c:v>
                </c:pt>
                <c:pt idx="998">
                  <c:v>0.0208790950236</c:v>
                </c:pt>
                <c:pt idx="999">
                  <c:v>0.0208327109759</c:v>
                </c:pt>
                <c:pt idx="1000">
                  <c:v>0.0207864954201</c:v>
                </c:pt>
                <c:pt idx="1001">
                  <c:v>0.0207404462849</c:v>
                </c:pt>
                <c:pt idx="1002">
                  <c:v>0.0206945615519</c:v>
                </c:pt>
                <c:pt idx="1003">
                  <c:v>0.0206488392586</c:v>
                </c:pt>
                <c:pt idx="1004">
                  <c:v>0.0206032775008</c:v>
                </c:pt>
                <c:pt idx="1005">
                  <c:v>0.0205578744345</c:v>
                </c:pt>
                <c:pt idx="1006">
                  <c:v>0.0205126282784</c:v>
                </c:pt>
                <c:pt idx="1007">
                  <c:v>0.020467537316</c:v>
                </c:pt>
                <c:pt idx="1008">
                  <c:v>0.0204225998973</c:v>
                </c:pt>
                <c:pt idx="1009">
                  <c:v>0.0203778144405</c:v>
                </c:pt>
                <c:pt idx="1010">
                  <c:v>0.0203331794336</c:v>
                </c:pt>
                <c:pt idx="1011">
                  <c:v>0.0202886934358</c:v>
                </c:pt>
                <c:pt idx="1012">
                  <c:v>0.0202443550785</c:v>
                </c:pt>
                <c:pt idx="1013">
                  <c:v>0.0202001630666</c:v>
                </c:pt>
                <c:pt idx="1014">
                  <c:v>0.0201561161788</c:v>
                </c:pt>
                <c:pt idx="1015">
                  <c:v>0.0201122132687</c:v>
                </c:pt>
                <c:pt idx="1016">
                  <c:v>0.0200684532646</c:v>
                </c:pt>
                <c:pt idx="1017">
                  <c:v>0.02002483517</c:v>
                </c:pt>
                <c:pt idx="1018">
                  <c:v>0.0199813580634</c:v>
                </c:pt>
                <c:pt idx="1019">
                  <c:v>0.0199380210981</c:v>
                </c:pt>
                <c:pt idx="1020">
                  <c:v>0.0198948235015</c:v>
                </c:pt>
                <c:pt idx="1021">
                  <c:v>0.0198517645743</c:v>
                </c:pt>
                <c:pt idx="1022">
                  <c:v>0.01980884369</c:v>
                </c:pt>
                <c:pt idx="1023">
                  <c:v>0.0197660602931</c:v>
                </c:pt>
                <c:pt idx="1024">
                  <c:v>0.0197234138984</c:v>
                </c:pt>
                <c:pt idx="1025">
                  <c:v>0.0196809040888</c:v>
                </c:pt>
                <c:pt idx="1026">
                  <c:v>0.019638530514</c:v>
                </c:pt>
                <c:pt idx="1027">
                  <c:v>0.0195962928883</c:v>
                </c:pt>
                <c:pt idx="1028">
                  <c:v>0.0195541909885</c:v>
                </c:pt>
                <c:pt idx="1029">
                  <c:v>0.0195122246518</c:v>
                </c:pt>
                <c:pt idx="1030">
                  <c:v>0.0194703937731</c:v>
                </c:pt>
                <c:pt idx="1031">
                  <c:v>0.0194286983024</c:v>
                </c:pt>
                <c:pt idx="1032">
                  <c:v>0.0193871382423</c:v>
                </c:pt>
                <c:pt idx="1033">
                  <c:v>0.0193457136447</c:v>
                </c:pt>
                <c:pt idx="1034">
                  <c:v>0.0193044246083</c:v>
                </c:pt>
                <c:pt idx="1035">
                  <c:v>0.0192632712752</c:v>
                </c:pt>
                <c:pt idx="1036">
                  <c:v>0.0192222538278</c:v>
                </c:pt>
                <c:pt idx="1037">
                  <c:v>0.0191813724855</c:v>
                </c:pt>
                <c:pt idx="1038">
                  <c:v>0.0191406275015</c:v>
                </c:pt>
                <c:pt idx="1039">
                  <c:v>0.0191000191594</c:v>
                </c:pt>
                <c:pt idx="1040">
                  <c:v>0.0190595477698</c:v>
                </c:pt>
                <c:pt idx="1041">
                  <c:v>0.019019213667</c:v>
                </c:pt>
                <c:pt idx="1042">
                  <c:v>0.0189790172052</c:v>
                </c:pt>
                <c:pt idx="1043">
                  <c:v>0.0189389587558</c:v>
                </c:pt>
                <c:pt idx="1044">
                  <c:v>0.0188990387032</c:v>
                </c:pt>
                <c:pt idx="1045">
                  <c:v>0.0188592574423</c:v>
                </c:pt>
                <c:pt idx="1046">
                  <c:v>0.0188196153745</c:v>
                </c:pt>
                <c:pt idx="1047">
                  <c:v>0.0187801129048</c:v>
                </c:pt>
                <c:pt idx="1048">
                  <c:v>0.0187407504387</c:v>
                </c:pt>
                <c:pt idx="1049">
                  <c:v>0.0187015283789</c:v>
                </c:pt>
                <c:pt idx="1050">
                  <c:v>0.0186624471225</c:v>
                </c:pt>
                <c:pt idx="1051">
                  <c:v>0.0186235070581</c:v>
                </c:pt>
                <c:pt idx="1052">
                  <c:v>0.0185847085627</c:v>
                </c:pt>
                <c:pt idx="1053">
                  <c:v>0.0185460519997</c:v>
                </c:pt>
                <c:pt idx="1054">
                  <c:v>0.0185075377158</c:v>
                </c:pt>
                <c:pt idx="1055">
                  <c:v>0.0184691660389</c:v>
                </c:pt>
                <c:pt idx="1056">
                  <c:v>0.0184309372755</c:v>
                </c:pt>
                <c:pt idx="1057">
                  <c:v>0.0183928517092</c:v>
                </c:pt>
                <c:pt idx="1058">
                  <c:v>0.0183549095981</c:v>
                </c:pt>
                <c:pt idx="1059">
                  <c:v>0.0183171111734</c:v>
                </c:pt>
                <c:pt idx="1060">
                  <c:v>0.0182794566376</c:v>
                </c:pt>
                <c:pt idx="1061">
                  <c:v>0.0182419461629</c:v>
                </c:pt>
                <c:pt idx="1062">
                  <c:v>0.0182045798901</c:v>
                </c:pt>
                <c:pt idx="1063">
                  <c:v>0.0181673579271</c:v>
                </c:pt>
                <c:pt idx="1064">
                  <c:v>0.0181302803481</c:v>
                </c:pt>
                <c:pt idx="1065">
                  <c:v>0.0180933471926</c:v>
                </c:pt>
                <c:pt idx="1066">
                  <c:v>0.0180565584648</c:v>
                </c:pt>
                <c:pt idx="1067">
                  <c:v>0.0180199141328</c:v>
                </c:pt>
                <c:pt idx="1068">
                  <c:v>0.0179834141282</c:v>
                </c:pt>
                <c:pt idx="1069">
                  <c:v>0.017947058346</c:v>
                </c:pt>
                <c:pt idx="1070">
                  <c:v>0.0179108466444</c:v>
                </c:pt>
                <c:pt idx="1071">
                  <c:v>0.0178747788445</c:v>
                </c:pt>
                <c:pt idx="1072">
                  <c:v>0.0178388547308</c:v>
                </c:pt>
                <c:pt idx="1073">
                  <c:v>0.017803074051</c:v>
                </c:pt>
                <c:pt idx="1074">
                  <c:v>0.0177674365168</c:v>
                </c:pt>
                <c:pt idx="1075">
                  <c:v>0.017731941804</c:v>
                </c:pt>
                <c:pt idx="1076">
                  <c:v>0.0176965895533</c:v>
                </c:pt>
                <c:pt idx="1077">
                  <c:v>0.0176613793709</c:v>
                </c:pt>
                <c:pt idx="1078">
                  <c:v>0.0176263108292</c:v>
                </c:pt>
                <c:pt idx="1079">
                  <c:v>0.0175913834675</c:v>
                </c:pt>
                <c:pt idx="1080">
                  <c:v>0.0175565967935</c:v>
                </c:pt>
                <c:pt idx="1081">
                  <c:v>0.0175219502835</c:v>
                </c:pt>
                <c:pt idx="1082">
                  <c:v>0.0174874433841</c:v>
                </c:pt>
                <c:pt idx="1083">
                  <c:v>0.0174530755131</c:v>
                </c:pt>
                <c:pt idx="1084">
                  <c:v>0.0174188460606</c:v>
                </c:pt>
                <c:pt idx="1085">
                  <c:v>0.0173847543903</c:v>
                </c:pt>
                <c:pt idx="1086">
                  <c:v>0.017350799841</c:v>
                </c:pt>
                <c:pt idx="1087">
                  <c:v>0.0173169817273</c:v>
                </c:pt>
                <c:pt idx="1088">
                  <c:v>0.0172832993416</c:v>
                </c:pt>
                <c:pt idx="1089">
                  <c:v>0.017249751955</c:v>
                </c:pt>
                <c:pt idx="1090">
                  <c:v>0.0172163388188</c:v>
                </c:pt>
                <c:pt idx="1091">
                  <c:v>0.0171830591661</c:v>
                </c:pt>
                <c:pt idx="1092">
                  <c:v>0.0171499122126</c:v>
                </c:pt>
                <c:pt idx="1093">
                  <c:v>0.0171168971586</c:v>
                </c:pt>
                <c:pt idx="1094">
                  <c:v>0.01708401319</c:v>
                </c:pt>
                <c:pt idx="1095">
                  <c:v>0.0170512594799</c:v>
                </c:pt>
                <c:pt idx="1096">
                  <c:v>0.0170186351895</c:v>
                </c:pt>
                <c:pt idx="1097">
                  <c:v>0.0169861394701</c:v>
                </c:pt>
                <c:pt idx="1098">
                  <c:v>0.0169537714637</c:v>
                </c:pt>
                <c:pt idx="1099">
                  <c:v>0.0169215303047</c:v>
                </c:pt>
                <c:pt idx="1100">
                  <c:v>0.0168894151209</c:v>
                </c:pt>
                <c:pt idx="1101">
                  <c:v>0.0168574250351</c:v>
                </c:pt>
                <c:pt idx="1102">
                  <c:v>0.0168255591657</c:v>
                </c:pt>
                <c:pt idx="1103">
                  <c:v>0.0167938166281</c:v>
                </c:pt>
                <c:pt idx="1104">
                  <c:v>0.0167621965358</c:v>
                </c:pt>
                <c:pt idx="1105">
                  <c:v>0.0167306980014</c:v>
                </c:pt>
                <c:pt idx="1106">
                  <c:v>0.0166993201375</c:v>
                </c:pt>
                <c:pt idx="1107">
                  <c:v>0.0166680620578</c:v>
                </c:pt>
                <c:pt idx="1108">
                  <c:v>0.0166369228776</c:v>
                </c:pt>
                <c:pt idx="1109">
                  <c:v>0.0166059017151</c:v>
                </c:pt>
                <c:pt idx="1110">
                  <c:v>0.0165749976918</c:v>
                </c:pt>
                <c:pt idx="1111">
                  <c:v>0.0165442099335</c:v>
                </c:pt>
                <c:pt idx="1112">
                  <c:v>0.0165135375707</c:v>
                </c:pt>
                <c:pt idx="1113">
                  <c:v>0.0164829797392</c:v>
                </c:pt>
                <c:pt idx="1114">
                  <c:v>0.016452535581</c:v>
                </c:pt>
                <c:pt idx="1115">
                  <c:v>0.0164222042444</c:v>
                </c:pt>
                <c:pt idx="1116">
                  <c:v>0.0163919848843</c:v>
                </c:pt>
                <c:pt idx="1117">
                  <c:v>0.0163618766634</c:v>
                </c:pt>
                <c:pt idx="1118">
                  <c:v>0.0163318787515</c:v>
                </c:pt>
                <c:pt idx="1119">
                  <c:v>0.0163019903265</c:v>
                </c:pt>
                <c:pt idx="1120">
                  <c:v>0.0162722105742</c:v>
                </c:pt>
                <c:pt idx="1121">
                  <c:v>0.0162425386887</c:v>
                </c:pt>
                <c:pt idx="1122">
                  <c:v>0.0162129738724</c:v>
                </c:pt>
                <c:pt idx="1123">
                  <c:v>0.0161835153362</c:v>
                </c:pt>
                <c:pt idx="1124">
                  <c:v>0.0161541622995</c:v>
                </c:pt>
                <c:pt idx="1125">
                  <c:v>0.0161249139899</c:v>
                </c:pt>
                <c:pt idx="1126">
                  <c:v>0.0160957696436</c:v>
                </c:pt>
                <c:pt idx="1127">
                  <c:v>0.0160667285049</c:v>
                </c:pt>
                <c:pt idx="1128">
                  <c:v>0.0160377898266</c:v>
                </c:pt>
                <c:pt idx="1129">
                  <c:v>0.016008952869</c:v>
                </c:pt>
                <c:pt idx="1130">
                  <c:v>0.0159802169006</c:v>
                </c:pt>
                <c:pt idx="1131">
                  <c:v>0.0159515811971</c:v>
                </c:pt>
                <c:pt idx="1132">
                  <c:v>0.015923045042</c:v>
                </c:pt>
                <c:pt idx="1133">
                  <c:v>0.0158946077252</c:v>
                </c:pt>
                <c:pt idx="1134">
                  <c:v>0.0158662685439</c:v>
                </c:pt>
                <c:pt idx="1135">
                  <c:v>0.0158380268013</c:v>
                </c:pt>
                <c:pt idx="1136">
                  <c:v>0.0158098818069</c:v>
                </c:pt>
                <c:pt idx="1137">
                  <c:v>0.0157818328758</c:v>
                </c:pt>
                <c:pt idx="1138">
                  <c:v>0.0157538793286</c:v>
                </c:pt>
                <c:pt idx="1139">
                  <c:v>0.0157260204908</c:v>
                </c:pt>
                <c:pt idx="1140">
                  <c:v>0.0156982556924</c:v>
                </c:pt>
                <c:pt idx="1141">
                  <c:v>0.015670584268</c:v>
                </c:pt>
                <c:pt idx="1142">
                  <c:v>0.0156430055556</c:v>
                </c:pt>
                <c:pt idx="1143">
                  <c:v>0.0156155188972</c:v>
                </c:pt>
                <c:pt idx="1144">
                  <c:v>0.0155881236373</c:v>
                </c:pt>
                <c:pt idx="1145">
                  <c:v>0.0155608191238</c:v>
                </c:pt>
                <c:pt idx="1146">
                  <c:v>0.0155336047064</c:v>
                </c:pt>
                <c:pt idx="1147">
                  <c:v>0.0155064797372</c:v>
                </c:pt>
                <c:pt idx="1148">
                  <c:v>0.0154794435699</c:v>
                </c:pt>
                <c:pt idx="1149">
                  <c:v>0.0154524955595</c:v>
                </c:pt>
                <c:pt idx="1150">
                  <c:v>0.0154256350621</c:v>
                </c:pt>
                <c:pt idx="1151">
                  <c:v>0.0153988614346</c:v>
                </c:pt>
                <c:pt idx="1152">
                  <c:v>0.0153721740342</c:v>
                </c:pt>
                <c:pt idx="1153">
                  <c:v>0.0153455722186</c:v>
                </c:pt>
                <c:pt idx="1154">
                  <c:v>0.0153190553453</c:v>
                </c:pt>
                <c:pt idx="1155">
                  <c:v>0.0152926227715</c:v>
                </c:pt>
                <c:pt idx="1156">
                  <c:v>0.0152662738542</c:v>
                </c:pt>
                <c:pt idx="1157">
                  <c:v>0.0152400079497</c:v>
                </c:pt>
                <c:pt idx="1158">
                  <c:v>0.0152138244134</c:v>
                </c:pt>
                <c:pt idx="1159">
                  <c:v>0.0151877226001</c:v>
                </c:pt>
                <c:pt idx="1160">
                  <c:v>0.0151617018633</c:v>
                </c:pt>
                <c:pt idx="1161">
                  <c:v>0.0151357615558</c:v>
                </c:pt>
                <c:pt idx="1162">
                  <c:v>0.0151099010291</c:v>
                </c:pt>
                <c:pt idx="1163">
                  <c:v>0.0150841196336</c:v>
                </c:pt>
                <c:pt idx="1164">
                  <c:v>0.0150584167184</c:v>
                </c:pt>
                <c:pt idx="1165">
                  <c:v>0.0150327916319</c:v>
                </c:pt>
                <c:pt idx="1166">
                  <c:v>0.0150072437209</c:v>
                </c:pt>
                <c:pt idx="1167">
                  <c:v>0.0149817723316</c:v>
                </c:pt>
                <c:pt idx="1168">
                  <c:v>0.0149563768091</c:v>
                </c:pt>
                <c:pt idx="1169">
                  <c:v>0.0149310564977</c:v>
                </c:pt>
                <c:pt idx="1170">
                  <c:v>0.0149058107412</c:v>
                </c:pt>
                <c:pt idx="1171">
                  <c:v>0.0148806388825</c:v>
                </c:pt>
                <c:pt idx="1172">
                  <c:v>0.0148555402644</c:v>
                </c:pt>
                <c:pt idx="1173">
                  <c:v>0.0148305142296</c:v>
                </c:pt>
                <c:pt idx="1174">
                  <c:v>0.0148055601208</c:v>
                </c:pt>
                <c:pt idx="1175">
                  <c:v>0.0147806772807</c:v>
                </c:pt>
                <c:pt idx="1176">
                  <c:v>0.0147558650528</c:v>
                </c:pt>
                <c:pt idx="1177">
                  <c:v>0.0147311227813</c:v>
                </c:pt>
                <c:pt idx="1178">
                  <c:v>0.0147064498114</c:v>
                </c:pt>
                <c:pt idx="1179">
                  <c:v>0.0146818454896</c:v>
                </c:pt>
                <c:pt idx="1180">
                  <c:v>0.014657309164</c:v>
                </c:pt>
                <c:pt idx="1181">
                  <c:v>0.0146328401844</c:v>
                </c:pt>
                <c:pt idx="1182">
                  <c:v>0.0146084379031</c:v>
                </c:pt>
                <c:pt idx="1183">
                  <c:v>0.0145841016748</c:v>
                </c:pt>
                <c:pt idx="1184">
                  <c:v>0.0145598308569</c:v>
                </c:pt>
                <c:pt idx="1185">
                  <c:v>0.01453562481</c:v>
                </c:pt>
                <c:pt idx="1186">
                  <c:v>0.0145114828982</c:v>
                </c:pt>
                <c:pt idx="1187">
                  <c:v>0.0144874044894</c:v>
                </c:pt>
                <c:pt idx="1188">
                  <c:v>0.0144633889556</c:v>
                </c:pt>
                <c:pt idx="1189">
                  <c:v>0.0144394356731</c:v>
                </c:pt>
                <c:pt idx="1190">
                  <c:v>0.0144155440231</c:v>
                </c:pt>
                <c:pt idx="1191">
                  <c:v>0.0143917133919</c:v>
                </c:pt>
                <c:pt idx="1192">
                  <c:v>0.0143679431711</c:v>
                </c:pt>
                <c:pt idx="1193">
                  <c:v>0.0143442327579</c:v>
                </c:pt>
                <c:pt idx="1194">
                  <c:v>0.0143205815556</c:v>
                </c:pt>
                <c:pt idx="1195">
                  <c:v>0.0142969889739</c:v>
                </c:pt>
                <c:pt idx="1196">
                  <c:v>0.0142734544287</c:v>
                </c:pt>
                <c:pt idx="1197">
                  <c:v>0.0142499773429</c:v>
                </c:pt>
                <c:pt idx="1198">
                  <c:v>0.0142265571467</c:v>
                </c:pt>
                <c:pt idx="1199">
                  <c:v>0.0142031932771</c:v>
                </c:pt>
                <c:pt idx="1200">
                  <c:v>0.0141798851791</c:v>
                </c:pt>
                <c:pt idx="1201">
                  <c:v>0.0141566323053</c:v>
                </c:pt>
                <c:pt idx="1202">
                  <c:v>0.0141334341162</c:v>
                </c:pt>
                <c:pt idx="1203">
                  <c:v>0.0141102900805</c:v>
                </c:pt>
                <c:pt idx="1204">
                  <c:v>0.0140871996751</c:v>
                </c:pt>
                <c:pt idx="1205">
                  <c:v>0.0140641623856</c:v>
                </c:pt>
                <c:pt idx="1206">
                  <c:v>0.0140411777059</c:v>
                </c:pt>
                <c:pt idx="1207">
                  <c:v>0.0140182451387</c:v>
                </c:pt>
                <c:pt idx="1208">
                  <c:v>0.0139953641956</c:v>
                </c:pt>
                <c:pt idx="1209">
                  <c:v>0.0139725343969</c:v>
                </c:pt>
                <c:pt idx="1210">
                  <c:v>0.0139497552718</c:v>
                </c:pt>
                <c:pt idx="1211">
                  <c:v>0.0139270263587</c:v>
                </c:pt>
                <c:pt idx="1212">
                  <c:v>0.0139043472047</c:v>
                </c:pt>
                <c:pt idx="1213">
                  <c:v>0.013881717366</c:v>
                </c:pt>
                <c:pt idx="1214">
                  <c:v>0.0138591364075</c:v>
                </c:pt>
                <c:pt idx="1215">
                  <c:v>0.0138366039033</c:v>
                </c:pt>
                <c:pt idx="1216">
                  <c:v>0.0138141194361</c:v>
                </c:pt>
                <c:pt idx="1217">
                  <c:v>0.0137916825974</c:v>
                </c:pt>
                <c:pt idx="1218">
                  <c:v>0.0137692929873</c:v>
                </c:pt>
                <c:pt idx="1219">
                  <c:v>0.0137469502143</c:v>
                </c:pt>
                <c:pt idx="1220">
                  <c:v>0.0137246538953</c:v>
                </c:pt>
                <c:pt idx="1221">
                  <c:v>0.0137024036556</c:v>
                </c:pt>
                <c:pt idx="1222">
                  <c:v>0.013680199128</c:v>
                </c:pt>
                <c:pt idx="1223">
                  <c:v>0.0136580399535</c:v>
                </c:pt>
                <c:pt idx="1224">
                  <c:v>0.0136359257806</c:v>
                </c:pt>
                <c:pt idx="1225">
                  <c:v>0.0136138562648</c:v>
                </c:pt>
                <c:pt idx="1226">
                  <c:v>0.0135918310692</c:v>
                </c:pt>
                <c:pt idx="1227">
                  <c:v>0.0135698498632</c:v>
                </c:pt>
                <c:pt idx="1228">
                  <c:v>0.0135479123231</c:v>
                </c:pt>
                <c:pt idx="1229">
                  <c:v>0.0135260181311</c:v>
                </c:pt>
                <c:pt idx="1230">
                  <c:v>0.0135041669756</c:v>
                </c:pt>
                <c:pt idx="1231">
                  <c:v>0.0134823585503</c:v>
                </c:pt>
                <c:pt idx="1232">
                  <c:v>0.0134605925544</c:v>
                </c:pt>
                <c:pt idx="1233">
                  <c:v>0.0134388686918</c:v>
                </c:pt>
                <c:pt idx="1234">
                  <c:v>0.0134171866711</c:v>
                </c:pt>
                <c:pt idx="1235">
                  <c:v>0.013395546205</c:v>
                </c:pt>
                <c:pt idx="1236">
                  <c:v>0.01337394701</c:v>
                </c:pt>
                <c:pt idx="1237">
                  <c:v>0.013352388806</c:v>
                </c:pt>
                <c:pt idx="1238">
                  <c:v>0.013330871316</c:v>
                </c:pt>
                <c:pt idx="1239">
                  <c:v>0.0133093942656</c:v>
                </c:pt>
                <c:pt idx="1240">
                  <c:v>0.0132879573827</c:v>
                </c:pt>
                <c:pt idx="1241">
                  <c:v>0.013266560397</c:v>
                </c:pt>
                <c:pt idx="1242">
                  <c:v>0.0132452030397</c:v>
                </c:pt>
                <c:pt idx="1243">
                  <c:v>0.013223885043</c:v>
                </c:pt>
                <c:pt idx="1244">
                  <c:v>0.0132026061398</c:v>
                </c:pt>
                <c:pt idx="1245">
                  <c:v>0.0131813660633</c:v>
                </c:pt>
                <c:pt idx="1246">
                  <c:v>0.0131601645465</c:v>
                </c:pt>
                <c:pt idx="1247">
                  <c:v>0.0131390013218</c:v>
                </c:pt>
                <c:pt idx="1248">
                  <c:v>0.0131178761208</c:v>
                </c:pt>
                <c:pt idx="1249">
                  <c:v>0.0130967886737</c:v>
                </c:pt>
                <c:pt idx="1250">
                  <c:v>0.013075738709</c:v>
                </c:pt>
                <c:pt idx="1251">
                  <c:v>0.0130547259532</c:v>
                </c:pt>
                <c:pt idx="1252">
                  <c:v>0.0130337501304</c:v>
                </c:pt>
                <c:pt idx="1253">
                  <c:v>0.0130128109617</c:v>
                </c:pt>
                <c:pt idx="1254">
                  <c:v>0.0129919081652</c:v>
                </c:pt>
                <c:pt idx="1255">
                  <c:v>0.0129710414554</c:v>
                </c:pt>
                <c:pt idx="1256">
                  <c:v>0.0129502105432</c:v>
                </c:pt>
                <c:pt idx="1257">
                  <c:v>0.0129294151351</c:v>
                </c:pt>
                <c:pt idx="1258">
                  <c:v>0.0129086549332</c:v>
                </c:pt>
                <c:pt idx="1259">
                  <c:v>0.0128879296347</c:v>
                </c:pt>
                <c:pt idx="1260">
                  <c:v>0.0128672389321</c:v>
                </c:pt>
                <c:pt idx="1261">
                  <c:v>0.0128465825122</c:v>
                </c:pt>
                <c:pt idx="1262">
                  <c:v>0.0128259600562</c:v>
                </c:pt>
                <c:pt idx="1263">
                  <c:v>0.0128053712395</c:v>
                </c:pt>
                <c:pt idx="1264">
                  <c:v>0.0127848157314</c:v>
                </c:pt>
                <c:pt idx="1265">
                  <c:v>0.0127642931948</c:v>
                </c:pt>
                <c:pt idx="1266">
                  <c:v>0.0127438032859</c:v>
                </c:pt>
                <c:pt idx="1267">
                  <c:v>0.0127233456543</c:v>
                </c:pt>
                <c:pt idx="1268">
                  <c:v>0.0127029199423</c:v>
                </c:pt>
                <c:pt idx="1269">
                  <c:v>0.0126825257853</c:v>
                </c:pt>
                <c:pt idx="1270">
                  <c:v>0.0126621628112</c:v>
                </c:pt>
                <c:pt idx="1271">
                  <c:v>0.0126418306402</c:v>
                </c:pt>
                <c:pt idx="1272">
                  <c:v>0.0126215288851</c:v>
                </c:pt>
                <c:pt idx="1273">
                  <c:v>0.0126012571507</c:v>
                </c:pt>
                <c:pt idx="1274">
                  <c:v>0.0125810150339</c:v>
                </c:pt>
                <c:pt idx="1275">
                  <c:v>0.0125608021233</c:v>
                </c:pt>
                <c:pt idx="1276">
                  <c:v>0.0125406179997</c:v>
                </c:pt>
                <c:pt idx="1277">
                  <c:v>0.0125204622351</c:v>
                </c:pt>
                <c:pt idx="1278">
                  <c:v>0.0125003343935</c:v>
                </c:pt>
                <c:pt idx="1279">
                  <c:v>0.0124802340303</c:v>
                </c:pt>
                <c:pt idx="1280">
                  <c:v>0.0124601606923</c:v>
                </c:pt>
                <c:pt idx="1281">
                  <c:v>0.0124401139177</c:v>
                </c:pt>
                <c:pt idx="1282">
                  <c:v>0.0124200932361</c:v>
                </c:pt>
                <c:pt idx="1283">
                  <c:v>0.0124000981685</c:v>
                </c:pt>
                <c:pt idx="1284">
                  <c:v>0.0123801282268</c:v>
                </c:pt>
                <c:pt idx="1285">
                  <c:v>0.0123601829144</c:v>
                </c:pt>
                <c:pt idx="1286">
                  <c:v>0.0123402617259</c:v>
                </c:pt>
                <c:pt idx="1287">
                  <c:v>0.0123203641469</c:v>
                </c:pt>
                <c:pt idx="1288">
                  <c:v>0.0123004896543</c:v>
                </c:pt>
                <c:pt idx="1289">
                  <c:v>0.0122806377162</c:v>
                </c:pt>
                <c:pt idx="1290">
                  <c:v>0.0122608077917</c:v>
                </c:pt>
                <c:pt idx="1291">
                  <c:v>0.0122409993313</c:v>
                </c:pt>
                <c:pt idx="1292">
                  <c:v>0.0122212117765</c:v>
                </c:pt>
                <c:pt idx="1293">
                  <c:v>0.01220144456</c:v>
                </c:pt>
                <c:pt idx="1294">
                  <c:v>0.0121816971058</c:v>
                </c:pt>
                <c:pt idx="1295">
                  <c:v>0.0121619688293</c:v>
                </c:pt>
                <c:pt idx="1296">
                  <c:v>0.0121422591368</c:v>
                </c:pt>
                <c:pt idx="1297">
                  <c:v>0.0121225674263</c:v>
                </c:pt>
                <c:pt idx="1298">
                  <c:v>0.0121028930869</c:v>
                </c:pt>
                <c:pt idx="1299">
                  <c:v>0.0120832354993</c:v>
                </c:pt>
                <c:pt idx="1300">
                  <c:v>0.0120635940354</c:v>
                </c:pt>
                <c:pt idx="1301">
                  <c:v>0.0120439680589</c:v>
                </c:pt>
                <c:pt idx="1302">
                  <c:v>0.0120243569248</c:v>
                </c:pt>
                <c:pt idx="1303">
                  <c:v>0.0120047599797</c:v>
                </c:pt>
                <c:pt idx="1304">
                  <c:v>0.0119851765621</c:v>
                </c:pt>
                <c:pt idx="1305">
                  <c:v>0.011965606002</c:v>
                </c:pt>
                <c:pt idx="1306">
                  <c:v>0.0119460476213</c:v>
                </c:pt>
                <c:pt idx="1307">
                  <c:v>0.0119265007338</c:v>
                </c:pt>
                <c:pt idx="1308">
                  <c:v>0.011906964645</c:v>
                </c:pt>
                <c:pt idx="1309">
                  <c:v>0.0118874386526</c:v>
                </c:pt>
                <c:pt idx="1310">
                  <c:v>0.0118679220464</c:v>
                </c:pt>
                <c:pt idx="1311">
                  <c:v>0.0118484141082</c:v>
                </c:pt>
                <c:pt idx="1312">
                  <c:v>0.0118289141123</c:v>
                </c:pt>
                <c:pt idx="1313">
                  <c:v>0.011809421325</c:v>
                </c:pt>
                <c:pt idx="1314">
                  <c:v>0.0117899350052</c:v>
                </c:pt>
                <c:pt idx="1315">
                  <c:v>0.0117704544043</c:v>
                </c:pt>
                <c:pt idx="1316">
                  <c:v>0.0117509787662</c:v>
                </c:pt>
                <c:pt idx="1317">
                  <c:v>0.0117315073277</c:v>
                </c:pt>
                <c:pt idx="1318">
                  <c:v>0.0117120393181</c:v>
                </c:pt>
                <c:pt idx="1319">
                  <c:v>0.0116925739599</c:v>
                </c:pt>
                <c:pt idx="1320">
                  <c:v>0.0116731104682</c:v>
                </c:pt>
                <c:pt idx="1321">
                  <c:v>0.0116536480517</c:v>
                </c:pt>
                <c:pt idx="1322">
                  <c:v>0.0116341859119</c:v>
                </c:pt>
                <c:pt idx="1323">
                  <c:v>0.0116147232439</c:v>
                </c:pt>
                <c:pt idx="1324">
                  <c:v>0.0115952592361</c:v>
                </c:pt>
                <c:pt idx="1325">
                  <c:v>0.0115757930707</c:v>
                </c:pt>
                <c:pt idx="1326">
                  <c:v>0.0115563239234</c:v>
                </c:pt>
                <c:pt idx="1327">
                  <c:v>0.0115368509637</c:v>
                </c:pt>
                <c:pt idx="1328">
                  <c:v>0.0115173733554</c:v>
                </c:pt>
                <c:pt idx="1329">
                  <c:v>0.0114978902562</c:v>
                </c:pt>
                <c:pt idx="1330">
                  <c:v>0.011478400818</c:v>
                </c:pt>
                <c:pt idx="1331">
                  <c:v>0.0114589041873</c:v>
                </c:pt>
                <c:pt idx="1332">
                  <c:v>0.0114393995052</c:v>
                </c:pt>
                <c:pt idx="1333">
                  <c:v>0.0114198859074</c:v>
                </c:pt>
                <c:pt idx="1334">
                  <c:v>0.0114003625246</c:v>
                </c:pt>
                <c:pt idx="1335">
                  <c:v>0.0113808284827</c:v>
                </c:pt>
                <c:pt idx="1336">
                  <c:v>0.0113612829026</c:v>
                </c:pt>
                <c:pt idx="1337">
                  <c:v>0.011341724901</c:v>
                </c:pt>
                <c:pt idx="1338">
                  <c:v>0.0113221535901</c:v>
                </c:pt>
                <c:pt idx="1339">
                  <c:v>0.0113025680779</c:v>
                </c:pt>
                <c:pt idx="1340">
                  <c:v>0.0112829674686</c:v>
                </c:pt>
                <c:pt idx="1341">
                  <c:v>0.0112633508627</c:v>
                </c:pt>
                <c:pt idx="1342">
                  <c:v>0.0112437173572</c:v>
                </c:pt>
                <c:pt idx="1343">
                  <c:v>0.0112240660458</c:v>
                </c:pt>
                <c:pt idx="1344">
                  <c:v>0.0112043960195</c:v>
                </c:pt>
                <c:pt idx="1345">
                  <c:v>0.0111847063661</c:v>
                </c:pt>
                <c:pt idx="1346">
                  <c:v>0.0111649961714</c:v>
                </c:pt>
                <c:pt idx="1347">
                  <c:v>0.0111452645188</c:v>
                </c:pt>
                <c:pt idx="1348">
                  <c:v>0.0111255104898</c:v>
                </c:pt>
                <c:pt idx="1349">
                  <c:v>0.0111057331644</c:v>
                </c:pt>
                <c:pt idx="1350">
                  <c:v>0.0110859316214</c:v>
                </c:pt>
                <c:pt idx="1351">
                  <c:v>0.0110661049384</c:v>
                </c:pt>
                <c:pt idx="1352">
                  <c:v>0.0110462521927</c:v>
                </c:pt>
                <c:pt idx="1353">
                  <c:v>0.0110263724612</c:v>
                </c:pt>
                <c:pt idx="1354">
                  <c:v>0.0110064648209</c:v>
                </c:pt>
                <c:pt idx="1355">
                  <c:v>0.0109865283496</c:v>
                </c:pt>
                <c:pt idx="1356">
                  <c:v>0.0109665621256</c:v>
                </c:pt>
                <c:pt idx="1357">
                  <c:v>0.0109465652288</c:v>
                </c:pt>
                <c:pt idx="1358">
                  <c:v>0.0109265367409</c:v>
                </c:pt>
                <c:pt idx="1359">
                  <c:v>0.0109064757458</c:v>
                </c:pt>
                <c:pt idx="1360">
                  <c:v>0.0108863813302</c:v>
                </c:pt>
                <c:pt idx="1361">
                  <c:v>0.0108662525837</c:v>
                </c:pt>
                <c:pt idx="1362">
                  <c:v>0.0108460886</c:v>
                </c:pt>
                <c:pt idx="1363">
                  <c:v>0.0108258884769</c:v>
                </c:pt>
                <c:pt idx="1364">
                  <c:v>0.0108056513171</c:v>
                </c:pt>
                <c:pt idx="1365">
                  <c:v>0.0107853762286</c:v>
                </c:pt>
                <c:pt idx="1366">
                  <c:v>0.0107650623255</c:v>
                </c:pt>
                <c:pt idx="1367">
                  <c:v>0.0107447087284</c:v>
                </c:pt>
                <c:pt idx="1368">
                  <c:v>0.0107243145654</c:v>
                </c:pt>
                <c:pt idx="1369">
                  <c:v>0.0107038789725</c:v>
                </c:pt>
                <c:pt idx="1370">
                  <c:v>0.0106834010942</c:v>
                </c:pt>
                <c:pt idx="1371">
                  <c:v>0.0106628800845</c:v>
                </c:pt>
                <c:pt idx="1372">
                  <c:v>0.0106423151078</c:v>
                </c:pt>
                <c:pt idx="1373">
                  <c:v>0.0106217053389</c:v>
                </c:pt>
                <c:pt idx="1374">
                  <c:v>0.0106010499648</c:v>
                </c:pt>
                <c:pt idx="1375">
                  <c:v>0.0105803481848</c:v>
                </c:pt>
                <c:pt idx="1376">
                  <c:v>0.0105595992117</c:v>
                </c:pt>
                <c:pt idx="1377">
                  <c:v>0.0105388022727</c:v>
                </c:pt>
                <c:pt idx="1378">
                  <c:v>0.0105179566101</c:v>
                </c:pt>
                <c:pt idx="1379">
                  <c:v>0.0104970614822</c:v>
                </c:pt>
                <c:pt idx="1380">
                  <c:v>0.0104761161649</c:v>
                </c:pt>
                <c:pt idx="1381">
                  <c:v>0.0104551199517</c:v>
                </c:pt>
                <c:pt idx="1382">
                  <c:v>0.0104340721556</c:v>
                </c:pt>
                <c:pt idx="1383">
                  <c:v>0.0104129721097</c:v>
                </c:pt>
                <c:pt idx="1384">
                  <c:v>0.0103918191681</c:v>
                </c:pt>
                <c:pt idx="1385">
                  <c:v>0.0103706127077</c:v>
                </c:pt>
                <c:pt idx="1386">
                  <c:v>0.0103493521285</c:v>
                </c:pt>
                <c:pt idx="1387">
                  <c:v>0.0103280368551</c:v>
                </c:pt>
                <c:pt idx="1388">
                  <c:v>0.0103066663382</c:v>
                </c:pt>
                <c:pt idx="1389">
                  <c:v>0.0102852400551</c:v>
                </c:pt>
                <c:pt idx="1390">
                  <c:v>0.0102637575113</c:v>
                </c:pt>
                <c:pt idx="1391">
                  <c:v>0.0102422182418</c:v>
                </c:pt>
                <c:pt idx="1392">
                  <c:v>0.010220621812</c:v>
                </c:pt>
                <c:pt idx="1393">
                  <c:v>0.0101989678192</c:v>
                </c:pt>
                <c:pt idx="1394">
                  <c:v>0.0101772558938</c:v>
                </c:pt>
                <c:pt idx="1395">
                  <c:v>0.0101554857003</c:v>
                </c:pt>
                <c:pt idx="1396">
                  <c:v>0.0101336569393</c:v>
                </c:pt>
                <c:pt idx="1397">
                  <c:v>0.0101117693476</c:v>
                </c:pt>
                <c:pt idx="1398">
                  <c:v>0.0100898227006</c:v>
                </c:pt>
                <c:pt idx="1399">
                  <c:v>0.010067816813</c:v>
                </c:pt>
                <c:pt idx="1400">
                  <c:v>0.01004575154</c:v>
                </c:pt>
                <c:pt idx="1401">
                  <c:v>0.0100236267788</c:v>
                </c:pt>
                <c:pt idx="1402">
                  <c:v>0.0100014424698</c:v>
                </c:pt>
                <c:pt idx="1403">
                  <c:v>0.00997919859769</c:v>
                </c:pt>
                <c:pt idx="1404">
                  <c:v>0.00995689519266</c:v>
                </c:pt>
                <c:pt idx="1405">
                  <c:v>0.00993453233173</c:v>
                </c:pt>
                <c:pt idx="1406">
                  <c:v>0.00991211013978</c:v>
                </c:pt>
                <c:pt idx="1407">
                  <c:v>0.00988962879069</c:v>
                </c:pt>
                <c:pt idx="1408">
                  <c:v>0.00986708850844</c:v>
                </c:pt>
                <c:pt idx="1409">
                  <c:v>0.0098444895681</c:v>
                </c:pt>
                <c:pt idx="1410">
                  <c:v>0.00982183229689</c:v>
                </c:pt>
                <c:pt idx="1411">
                  <c:v>0.00979911707508</c:v>
                </c:pt>
                <c:pt idx="1412">
                  <c:v>0.00977634433689</c:v>
                </c:pt>
                <c:pt idx="1413">
                  <c:v>0.00975351457135</c:v>
                </c:pt>
                <c:pt idx="1414">
                  <c:v>0.009730628323</c:v>
                </c:pt>
                <c:pt idx="1415">
                  <c:v>0.00970768619269</c:v>
                </c:pt>
                <c:pt idx="1416">
                  <c:v>0.00968468883811</c:v>
                </c:pt>
                <c:pt idx="1417">
                  <c:v>0.0096616369744</c:v>
                </c:pt>
                <c:pt idx="1418">
                  <c:v>0.00963853137462</c:v>
                </c:pt>
                <c:pt idx="1419">
                  <c:v>0.0096153728701</c:v>
                </c:pt>
                <c:pt idx="1420">
                  <c:v>0.00959216235077</c:v>
                </c:pt>
                <c:pt idx="1421">
                  <c:v>0.00956890076533</c:v>
                </c:pt>
                <c:pt idx="1422">
                  <c:v>0.00954558912138</c:v>
                </c:pt>
                <c:pt idx="1423">
                  <c:v>0.0095222284854</c:v>
                </c:pt>
                <c:pt idx="1424">
                  <c:v>0.00949881998269</c:v>
                </c:pt>
                <c:pt idx="1425">
                  <c:v>0.00947536479708</c:v>
                </c:pt>
                <c:pt idx="1426">
                  <c:v>0.00945186417072</c:v>
                </c:pt>
                <c:pt idx="1427">
                  <c:v>0.00942831940353</c:v>
                </c:pt>
                <c:pt idx="1428">
                  <c:v>0.00940473185275</c:v>
                </c:pt>
                <c:pt idx="1429">
                  <c:v>0.00938110293222</c:v>
                </c:pt>
                <c:pt idx="1430">
                  <c:v>0.00935743411162</c:v>
                </c:pt>
                <c:pt idx="1431">
                  <c:v>0.00933372691553</c:v>
                </c:pt>
                <c:pt idx="1432">
                  <c:v>0.00930998292249</c:v>
                </c:pt>
                <c:pt idx="1433">
                  <c:v>0.00928620376376</c:v>
                </c:pt>
                <c:pt idx="1434">
                  <c:v>0.00926239112212</c:v>
                </c:pt>
                <c:pt idx="1435">
                  <c:v>0.00923854673048</c:v>
                </c:pt>
                <c:pt idx="1436">
                  <c:v>0.00921467237037</c:v>
                </c:pt>
                <c:pt idx="1437">
                  <c:v>0.00919076987032</c:v>
                </c:pt>
                <c:pt idx="1438">
                  <c:v>0.00916684110416</c:v>
                </c:pt>
                <c:pt idx="1439">
                  <c:v>0.00914288798916</c:v>
                </c:pt>
                <c:pt idx="1440">
                  <c:v>0.00911891248406</c:v>
                </c:pt>
                <c:pt idx="1441">
                  <c:v>0.00909491658706</c:v>
                </c:pt>
                <c:pt idx="1442">
                  <c:v>0.00907090233365</c:v>
                </c:pt>
                <c:pt idx="1443">
                  <c:v>0.00904687179435</c:v>
                </c:pt>
                <c:pt idx="1444">
                  <c:v>0.0090228270724</c:v>
                </c:pt>
                <c:pt idx="1445">
                  <c:v>0.00899877030128</c:v>
                </c:pt>
                <c:pt idx="1446">
                  <c:v>0.00897470364228</c:v>
                </c:pt>
                <c:pt idx="1447">
                  <c:v>0.00895062928183</c:v>
                </c:pt>
                <c:pt idx="1448">
                  <c:v>0.00892654942896</c:v>
                </c:pt>
                <c:pt idx="1449">
                  <c:v>0.0089024663125</c:v>
                </c:pt>
                <c:pt idx="1450">
                  <c:v>0.00887838217836</c:v>
                </c:pt>
                <c:pt idx="1451">
                  <c:v>0.00885429928675</c:v>
                </c:pt>
                <c:pt idx="1452">
                  <c:v>0.00883021990927</c:v>
                </c:pt>
                <c:pt idx="1453">
                  <c:v>0.00880614632612</c:v>
                </c:pt>
                <c:pt idx="1454">
                  <c:v>0.00878208082313</c:v>
                </c:pt>
                <c:pt idx="1455">
                  <c:v>0.00875802568888</c:v>
                </c:pt>
                <c:pt idx="1456">
                  <c:v>0.00873398321179</c:v>
                </c:pt>
                <c:pt idx="1457">
                  <c:v>0.00870995567721</c:v>
                </c:pt>
                <c:pt idx="1458">
                  <c:v>0.00868594536447</c:v>
                </c:pt>
                <c:pt idx="1459">
                  <c:v>0.00866195454407</c:v>
                </c:pt>
                <c:pt idx="1460">
                  <c:v>0.00863798547475</c:v>
                </c:pt>
                <c:pt idx="1461">
                  <c:v>0.0086140404007</c:v>
                </c:pt>
                <c:pt idx="1462">
                  <c:v>0.00859012154877</c:v>
                </c:pt>
                <c:pt idx="1463">
                  <c:v>0.00856623112573</c:v>
                </c:pt>
                <c:pt idx="1464">
                  <c:v>0.0085423713156</c:v>
                </c:pt>
                <c:pt idx="1465">
                  <c:v>0.00851854427705</c:v>
                </c:pt>
                <c:pt idx="1466">
                  <c:v>0.00849475214082</c:v>
                </c:pt>
                <c:pt idx="1467">
                  <c:v>0.00847099700729</c:v>
                </c:pt>
                <c:pt idx="1468">
                  <c:v>0.0084472809441</c:v>
                </c:pt>
                <c:pt idx="1469">
                  <c:v>0.00842360598383</c:v>
                </c:pt>
                <c:pt idx="1470">
                  <c:v>0.00839997412181</c:v>
                </c:pt>
                <c:pt idx="1471">
                  <c:v>0.00837638731404</c:v>
                </c:pt>
                <c:pt idx="1472">
                  <c:v>0.00835284747518</c:v>
                </c:pt>
                <c:pt idx="1473">
                  <c:v>0.00832935647667</c:v>
                </c:pt>
                <c:pt idx="1474">
                  <c:v>0.00830591614491</c:v>
                </c:pt>
                <c:pt idx="1475">
                  <c:v>0.00828252825968</c:v>
                </c:pt>
                <c:pt idx="1476">
                  <c:v>0.00825919455252</c:v>
                </c:pt>
                <c:pt idx="1477">
                  <c:v>0.00823591670534</c:v>
                </c:pt>
                <c:pt idx="1478">
                  <c:v>0.00821269634909</c:v>
                </c:pt>
                <c:pt idx="1479">
                  <c:v>0.00818953506259</c:v>
                </c:pt>
                <c:pt idx="1480">
                  <c:v>0.00816643437147</c:v>
                </c:pt>
                <c:pt idx="1481">
                  <c:v>0.00814339574722</c:v>
                </c:pt>
                <c:pt idx="1482">
                  <c:v>0.00812042060638</c:v>
                </c:pt>
                <c:pt idx="1483">
                  <c:v>0.00809751030982</c:v>
                </c:pt>
                <c:pt idx="1484">
                  <c:v>0.00807466616221</c:v>
                </c:pt>
                <c:pt idx="1485">
                  <c:v>0.00805188941152</c:v>
                </c:pt>
                <c:pt idx="1486">
                  <c:v>0.00802918124871</c:v>
                </c:pt>
                <c:pt idx="1487">
                  <c:v>0.00800654280749</c:v>
                </c:pt>
                <c:pt idx="1488">
                  <c:v>0.00798397516423</c:v>
                </c:pt>
                <c:pt idx="1489">
                  <c:v>0.00796147933793</c:v>
                </c:pt>
                <c:pt idx="1490">
                  <c:v>0.00793905629038</c:v>
                </c:pt>
                <c:pt idx="1491">
                  <c:v>0.00791670692631</c:v>
                </c:pt>
                <c:pt idx="1492">
                  <c:v>0.00789443209377</c:v>
                </c:pt>
                <c:pt idx="1493">
                  <c:v>0.00787223258449</c:v>
                </c:pt>
                <c:pt idx="1494">
                  <c:v>0.00785010913442</c:v>
                </c:pt>
                <c:pt idx="1495">
                  <c:v>0.00782806242429</c:v>
                </c:pt>
                <c:pt idx="1496">
                  <c:v>0.00780609308033</c:v>
                </c:pt>
                <c:pt idx="1497">
                  <c:v>0.00778420167501</c:v>
                </c:pt>
                <c:pt idx="1498">
                  <c:v>0.00776238872786</c:v>
                </c:pt>
                <c:pt idx="1499">
                  <c:v>0.00774065470642</c:v>
                </c:pt>
                <c:pt idx="1500">
                  <c:v>0.00771900002721</c:v>
                </c:pt>
                <c:pt idx="1501">
                  <c:v>0.00769742505672</c:v>
                </c:pt>
                <c:pt idx="1502">
                  <c:v>0.00767593011261</c:v>
                </c:pt>
                <c:pt idx="1503">
                  <c:v>0.00765451546476</c:v>
                </c:pt>
                <c:pt idx="1504">
                  <c:v>0.00763318133657</c:v>
                </c:pt>
                <c:pt idx="1505">
                  <c:v>0.00761192790616</c:v>
                </c:pt>
                <c:pt idx="1506">
                  <c:v>0.00759075530768</c:v>
                </c:pt>
                <c:pt idx="1507">
                  <c:v>0.00756966363265</c:v>
                </c:pt>
                <c:pt idx="1508">
                  <c:v>0.00754865293133</c:v>
                </c:pt>
                <c:pt idx="1509">
                  <c:v>0.00752772321411</c:v>
                </c:pt>
                <c:pt idx="1510">
                  <c:v>0.00750687445295</c:v>
                </c:pt>
                <c:pt idx="1511">
                  <c:v>0.00748610658284</c:v>
                </c:pt>
                <c:pt idx="1512">
                  <c:v>0.00746541950321</c:v>
                </c:pt>
                <c:pt idx="1513">
                  <c:v>0.00744481307949</c:v>
                </c:pt>
                <c:pt idx="1514">
                  <c:v>0.00742428714457</c:v>
                </c:pt>
                <c:pt idx="1515">
                  <c:v>0.00740384150031</c:v>
                </c:pt>
                <c:pt idx="1516">
                  <c:v>0.00738347591904</c:v>
                </c:pt>
                <c:pt idx="1517">
                  <c:v>0.00736319014512</c:v>
                </c:pt>
                <c:pt idx="1518">
                  <c:v>0.00734298389639</c:v>
                </c:pt>
                <c:pt idx="1519">
                  <c:v>0.00732285686577</c:v>
                </c:pt>
                <c:pt idx="1520">
                  <c:v>0.00730280872269</c:v>
                </c:pt>
                <c:pt idx="1521">
                  <c:v>0.00728283911466</c:v>
                </c:pt>
                <c:pt idx="1522">
                  <c:v>0.00726294766871</c:v>
                </c:pt>
                <c:pt idx="1523">
                  <c:v>0.00724313399293</c:v>
                </c:pt>
                <c:pt idx="1524">
                  <c:v>0.0072233976779</c:v>
                </c:pt>
                <c:pt idx="1525">
                  <c:v>0.00720373829818</c:v>
                </c:pt>
                <c:pt idx="1526">
                  <c:v>0.00718415541373</c:v>
                </c:pt>
                <c:pt idx="1527">
                  <c:v>0.00716464857133</c:v>
                </c:pt>
                <c:pt idx="1528">
                  <c:v>0.00714521730601</c:v>
                </c:pt>
                <c:pt idx="1529">
                  <c:v>0.00712586114241</c:v>
                </c:pt>
                <c:pt idx="1530">
                  <c:v>0.00710657959615</c:v>
                </c:pt>
                <c:pt idx="1531">
                  <c:v>0.00708737217518</c:v>
                </c:pt>
                <c:pt idx="1532">
                  <c:v>0.00706823838104</c:v>
                </c:pt>
                <c:pt idx="1533">
                  <c:v>0.00704917771024</c:v>
                </c:pt>
                <c:pt idx="1534">
                  <c:v>0.0070301896554</c:v>
                </c:pt>
                <c:pt idx="1535">
                  <c:v>0.00701127370661</c:v>
                </c:pt>
                <c:pt idx="1536">
                  <c:v>0.0069924293525</c:v>
                </c:pt>
                <c:pt idx="1537">
                  <c:v>0.00697365608154</c:v>
                </c:pt>
                <c:pt idx="1538">
                  <c:v>0.00695495338309</c:v>
                </c:pt>
                <c:pt idx="1539">
                  <c:v>0.00693632074854</c:v>
                </c:pt>
                <c:pt idx="1540">
                  <c:v>0.00691775767241</c:v>
                </c:pt>
                <c:pt idx="1541">
                  <c:v>0.00689926365336</c:v>
                </c:pt>
                <c:pt idx="1542">
                  <c:v>0.00688083819524</c:v>
                </c:pt>
                <c:pt idx="1543">
                  <c:v>0.00686248080801</c:v>
                </c:pt>
                <c:pt idx="1544">
                  <c:v>0.00684419100877</c:v>
                </c:pt>
                <c:pt idx="1545">
                  <c:v>0.00682596832258</c:v>
                </c:pt>
                <c:pt idx="1546">
                  <c:v>0.00680781228338</c:v>
                </c:pt>
                <c:pt idx="1547">
                  <c:v>0.00678972243484</c:v>
                </c:pt>
                <c:pt idx="1548">
                  <c:v>0.00677169833109</c:v>
                </c:pt>
                <c:pt idx="1549">
                  <c:v>0.00675373953758</c:v>
                </c:pt>
                <c:pt idx="1550">
                  <c:v>0.00673584563172</c:v>
                </c:pt>
                <c:pt idx="1551">
                  <c:v>0.0067180162036</c:v>
                </c:pt>
                <c:pt idx="1552">
                  <c:v>0.00670025085663</c:v>
                </c:pt>
                <c:pt idx="1553">
                  <c:v>0.00668254920818</c:v>
                </c:pt>
                <c:pt idx="1554">
                  <c:v>0.0066649108901</c:v>
                </c:pt>
                <c:pt idx="1555">
                  <c:v>0.00664733554927</c:v>
                </c:pt>
                <c:pt idx="1556">
                  <c:v>0.0066298228481</c:v>
                </c:pt>
                <c:pt idx="1557">
                  <c:v>0.00661237246496</c:v>
                </c:pt>
                <c:pt idx="1558">
                  <c:v>0.0065949840946</c:v>
                </c:pt>
                <c:pt idx="1559">
                  <c:v>0.00657765744853</c:v>
                </c:pt>
                <c:pt idx="1560">
                  <c:v>0.00656039225532</c:v>
                </c:pt>
                <c:pt idx="1561">
                  <c:v>0.00654318826092</c:v>
                </c:pt>
                <c:pt idx="1562">
                  <c:v>0.00652604522887</c:v>
                </c:pt>
                <c:pt idx="1563">
                  <c:v>0.00650896294052</c:v>
                </c:pt>
                <c:pt idx="1564">
                  <c:v>0.00649194119522</c:v>
                </c:pt>
                <c:pt idx="1565">
                  <c:v>0.00647497981041</c:v>
                </c:pt>
                <c:pt idx="1566">
                  <c:v>0.00645807862172</c:v>
                </c:pt>
                <c:pt idx="1567">
                  <c:v>0.006441237483</c:v>
                </c:pt>
                <c:pt idx="1568">
                  <c:v>0.00642445626634</c:v>
                </c:pt>
                <c:pt idx="1569">
                  <c:v>0.00640773486203</c:v>
                </c:pt>
                <c:pt idx="1570">
                  <c:v>0.00639107317848</c:v>
                </c:pt>
                <c:pt idx="1571">
                  <c:v>0.0063744711421</c:v>
                </c:pt>
                <c:pt idx="1572">
                  <c:v>0.00635792869714</c:v>
                </c:pt>
                <c:pt idx="1573">
                  <c:v>0.00634144580555</c:v>
                </c:pt>
                <c:pt idx="1574">
                  <c:v>0.00632502244667</c:v>
                </c:pt>
                <c:pt idx="1575">
                  <c:v>0.00630865861705</c:v>
                </c:pt>
                <c:pt idx="1576">
                  <c:v>0.00629235433008</c:v>
                </c:pt>
                <c:pt idx="1577">
                  <c:v>0.00627610961572</c:v>
                </c:pt>
                <c:pt idx="1578">
                  <c:v>0.00625992452006</c:v>
                </c:pt>
                <c:pt idx="1579">
                  <c:v>0.00624379910499</c:v>
                </c:pt>
                <c:pt idx="1580">
                  <c:v>0.00622773344773</c:v>
                </c:pt>
                <c:pt idx="1581">
                  <c:v>0.00621172764037</c:v>
                </c:pt>
                <c:pt idx="1582">
                  <c:v>0.00619578178938</c:v>
                </c:pt>
                <c:pt idx="1583">
                  <c:v>0.0061798960151</c:v>
                </c:pt>
                <c:pt idx="1584">
                  <c:v>0.0061640704512</c:v>
                </c:pt>
                <c:pt idx="1585">
                  <c:v>0.00614830524407</c:v>
                </c:pt>
                <c:pt idx="1586">
                  <c:v>0.00613260055228</c:v>
                </c:pt>
                <c:pt idx="1587">
                  <c:v>0.00611695654594</c:v>
                </c:pt>
                <c:pt idx="1588">
                  <c:v>0.00610137340603</c:v>
                </c:pt>
                <c:pt idx="1589">
                  <c:v>0.0060858513238</c:v>
                </c:pt>
                <c:pt idx="1590">
                  <c:v>0.00607039050008</c:v>
                </c:pt>
                <c:pt idx="1591">
                  <c:v>0.00605499114457</c:v>
                </c:pt>
                <c:pt idx="1592">
                  <c:v>0.00603965347517</c:v>
                </c:pt>
                <c:pt idx="1593">
                  <c:v>0.00602437771726</c:v>
                </c:pt>
                <c:pt idx="1594">
                  <c:v>0.00600916410294</c:v>
                </c:pt>
                <c:pt idx="1595">
                  <c:v>0.00599401287036</c:v>
                </c:pt>
                <c:pt idx="1596">
                  <c:v>0.00597892426297</c:v>
                </c:pt>
                <c:pt idx="1597">
                  <c:v>0.00596389852872</c:v>
                </c:pt>
                <c:pt idx="1598">
                  <c:v>0.00594893591942</c:v>
                </c:pt>
                <c:pt idx="1599">
                  <c:v>0.00593403668991</c:v>
                </c:pt>
                <c:pt idx="1600">
                  <c:v>0.00591920109735</c:v>
                </c:pt>
                <c:pt idx="1601">
                  <c:v>0.0059044294005</c:v>
                </c:pt>
                <c:pt idx="1602">
                  <c:v>0.00588972185897</c:v>
                </c:pt>
                <c:pt idx="1603">
                  <c:v>0.00587507873248</c:v>
                </c:pt>
                <c:pt idx="1604">
                  <c:v>0.00586050028019</c:v>
                </c:pt>
                <c:pt idx="1605">
                  <c:v>0.00584598675994</c:v>
                </c:pt>
                <c:pt idx="1606">
                  <c:v>0.00583153842759</c:v>
                </c:pt>
                <c:pt idx="1607">
                  <c:v>0.00581715553633</c:v>
                </c:pt>
                <c:pt idx="1608">
                  <c:v>0.00580283833603</c:v>
                </c:pt>
                <c:pt idx="1609">
                  <c:v>0.00578858707258</c:v>
                </c:pt>
                <c:pt idx="1610">
                  <c:v>0.00577440198724</c:v>
                </c:pt>
                <c:pt idx="1611">
                  <c:v>0.00576028331606</c:v>
                </c:pt>
                <c:pt idx="1612">
                  <c:v>0.00574623128931</c:v>
                </c:pt>
                <c:pt idx="1613">
                  <c:v>0.00573224613086</c:v>
                </c:pt>
                <c:pt idx="1614">
                  <c:v>0.00571832805766</c:v>
                </c:pt>
                <c:pt idx="1615">
                  <c:v>0.00570447727924</c:v>
                </c:pt>
                <c:pt idx="1616">
                  <c:v>0.0056906939972</c:v>
                </c:pt>
                <c:pt idx="1617">
                  <c:v>0.00567697840474</c:v>
                </c:pt>
                <c:pt idx="1618">
                  <c:v>0.00566333068621</c:v>
                </c:pt>
                <c:pt idx="1619">
                  <c:v>0.00564975101672</c:v>
                </c:pt>
                <c:pt idx="1620">
                  <c:v>0.00563623956173</c:v>
                </c:pt>
                <c:pt idx="1621">
                  <c:v>0.0056227964767</c:v>
                </c:pt>
                <c:pt idx="1622">
                  <c:v>0.00560942190677</c:v>
                </c:pt>
                <c:pt idx="1623">
                  <c:v>0.00559611598642</c:v>
                </c:pt>
                <c:pt idx="1624">
                  <c:v>0.00558287883926</c:v>
                </c:pt>
                <c:pt idx="1625">
                  <c:v>0.00556971057771</c:v>
                </c:pt>
                <c:pt idx="1626">
                  <c:v>0.00555661130285</c:v>
                </c:pt>
                <c:pt idx="1627">
                  <c:v>0.00554358110418</c:v>
                </c:pt>
                <c:pt idx="1628">
                  <c:v>0.00553062005949</c:v>
                </c:pt>
                <c:pt idx="1629">
                  <c:v>0.00551772823473</c:v>
                </c:pt>
                <c:pt idx="1630">
                  <c:v>0.00550490568387</c:v>
                </c:pt>
                <c:pt idx="1631">
                  <c:v>0.00549215244888</c:v>
                </c:pt>
                <c:pt idx="1632">
                  <c:v>0.00547946855959</c:v>
                </c:pt>
                <c:pt idx="1633">
                  <c:v>0.00546685403376</c:v>
                </c:pt>
                <c:pt idx="1634">
                  <c:v>0.00545430887701</c:v>
                </c:pt>
                <c:pt idx="1635">
                  <c:v>0.00544183308287</c:v>
                </c:pt>
                <c:pt idx="1636">
                  <c:v>0.00542942663279</c:v>
                </c:pt>
                <c:pt idx="1637">
                  <c:v>0.00541708949626</c:v>
                </c:pt>
                <c:pt idx="1638">
                  <c:v>0.00540482163087</c:v>
                </c:pt>
                <c:pt idx="1639">
                  <c:v>0.00539262298238</c:v>
                </c:pt>
                <c:pt idx="1640">
                  <c:v>0.00538049348492</c:v>
                </c:pt>
                <c:pt idx="1641">
                  <c:v>0.00536843306106</c:v>
                </c:pt>
                <c:pt idx="1642">
                  <c:v>0.00535644162205</c:v>
                </c:pt>
                <c:pt idx="1643">
                  <c:v>0.00534451906792</c:v>
                </c:pt>
                <c:pt idx="1644">
                  <c:v>0.00533266528772</c:v>
                </c:pt>
                <c:pt idx="1645">
                  <c:v>0.00532088015971</c:v>
                </c:pt>
                <c:pt idx="1646">
                  <c:v>0.00530916355158</c:v>
                </c:pt>
                <c:pt idx="1647">
                  <c:v>0.00529751532069</c:v>
                </c:pt>
                <c:pt idx="1648">
                  <c:v>0.0052859353143</c:v>
                </c:pt>
                <c:pt idx="1649">
                  <c:v>0.00527442336983</c:v>
                </c:pt>
                <c:pt idx="1650">
                  <c:v>0.00526297931509</c:v>
                </c:pt>
                <c:pt idx="1651">
                  <c:v>0.0052516029686</c:v>
                </c:pt>
                <c:pt idx="1652">
                  <c:v>0.00524029413982</c:v>
                </c:pt>
                <c:pt idx="1653">
                  <c:v>0.00522905262942</c:v>
                </c:pt>
                <c:pt idx="1654">
                  <c:v>0.00521787822961</c:v>
                </c:pt>
                <c:pt idx="1655">
                  <c:v>0.00520677072439</c:v>
                </c:pt>
                <c:pt idx="1656">
                  <c:v>0.00519572988983</c:v>
                </c:pt>
                <c:pt idx="1657">
                  <c:v>0.0051847554944</c:v>
                </c:pt>
                <c:pt idx="1658">
                  <c:v>0.00517384729921</c:v>
                </c:pt>
                <c:pt idx="1659">
                  <c:v>0.00516300505835</c:v>
                </c:pt>
                <c:pt idx="1660">
                  <c:v>0.00515222851914</c:v>
                </c:pt>
                <c:pt idx="1661">
                  <c:v>0.00514151742245</c:v>
                </c:pt>
                <c:pt idx="1662">
                  <c:v>0.00513087150294</c:v>
                </c:pt>
                <c:pt idx="1663">
                  <c:v>0.00512029048942</c:v>
                </c:pt>
                <c:pt idx="1664">
                  <c:v>0.00510977410504</c:v>
                </c:pt>
                <c:pt idx="1665">
                  <c:v>0.00509932206763</c:v>
                </c:pt>
                <c:pt idx="1666">
                  <c:v>0.00508893408995</c:v>
                </c:pt>
                <c:pt idx="1667">
                  <c:v>0.00507860987995</c:v>
                </c:pt>
                <c:pt idx="1668">
                  <c:v>0.00506834914105</c:v>
                </c:pt>
                <c:pt idx="1669">
                  <c:v>0.00505815157236</c:v>
                </c:pt>
                <c:pt idx="1670">
                  <c:v>0.00504801686897</c:v>
                </c:pt>
                <c:pt idx="1671">
                  <c:v>0.00503794472216</c:v>
                </c:pt>
                <c:pt idx="1672">
                  <c:v>0.00502793481965</c:v>
                </c:pt>
                <c:pt idx="1673">
                  <c:v>0.00501798684581</c:v>
                </c:pt>
                <c:pt idx="1674">
                  <c:v>0.00500810048192</c:v>
                </c:pt>
                <c:pt idx="1675">
                  <c:v>0.00499827540633</c:v>
                </c:pt>
                <c:pt idx="1676">
                  <c:v>0.00498851129471</c:v>
                </c:pt>
                <c:pt idx="1677">
                  <c:v>0.00497880782022</c:v>
                </c:pt>
                <c:pt idx="1678">
                  <c:v>0.00496916465369</c:v>
                </c:pt>
                <c:pt idx="1679">
                  <c:v>0.00495958146385</c:v>
                </c:pt>
                <c:pt idx="1680">
                  <c:v>0.00495005791744</c:v>
                </c:pt>
                <c:pt idx="1681">
                  <c:v>0.00494059367941</c:v>
                </c:pt>
                <c:pt idx="1682">
                  <c:v>0.00493118841307</c:v>
                </c:pt>
                <c:pt idx="1683">
                  <c:v>0.00492184178026</c:v>
                </c:pt>
                <c:pt idx="1684">
                  <c:v>0.00491255344143</c:v>
                </c:pt>
                <c:pt idx="1685">
                  <c:v>0.00490332305585</c:v>
                </c:pt>
                <c:pt idx="1686">
                  <c:v>0.00489415028165</c:v>
                </c:pt>
                <c:pt idx="1687">
                  <c:v>0.00488503477603</c:v>
                </c:pt>
                <c:pt idx="1688">
                  <c:v>0.00487597619528</c:v>
                </c:pt>
                <c:pt idx="1689">
                  <c:v>0.00486697419496</c:v>
                </c:pt>
                <c:pt idx="1690">
                  <c:v>0.00485802842995</c:v>
                </c:pt>
                <c:pt idx="1691">
                  <c:v>0.00484913855452</c:v>
                </c:pt>
                <c:pt idx="1692">
                  <c:v>0.00484030422248</c:v>
                </c:pt>
                <c:pt idx="1693">
                  <c:v>0.0048315250872</c:v>
                </c:pt>
                <c:pt idx="1694">
                  <c:v>0.00482280080169</c:v>
                </c:pt>
                <c:pt idx="1695">
                  <c:v>0.00481413101867</c:v>
                </c:pt>
                <c:pt idx="1696">
                  <c:v>0.00480551539064</c:v>
                </c:pt>
                <c:pt idx="1697">
                  <c:v>0.00479695356991</c:v>
                </c:pt>
                <c:pt idx="1698">
                  <c:v>0.00478844520867</c:v>
                </c:pt>
                <c:pt idx="1699">
                  <c:v>0.004779989959</c:v>
                </c:pt>
                <c:pt idx="1700">
                  <c:v>0.00477158747295</c:v>
                </c:pt>
                <c:pt idx="1701">
                  <c:v>0.00476323740256</c:v>
                </c:pt>
                <c:pt idx="1702">
                  <c:v>0.00475493939989</c:v>
                </c:pt>
                <c:pt idx="1703">
                  <c:v>0.00474669311703</c:v>
                </c:pt>
                <c:pt idx="1704">
                  <c:v>0.00473849820618</c:v>
                </c:pt>
                <c:pt idx="1705">
                  <c:v>0.00473035431961</c:v>
                </c:pt>
                <c:pt idx="1706">
                  <c:v>0.00472226110971</c:v>
                </c:pt>
                <c:pt idx="1707">
                  <c:v>0.00471421822904</c:v>
                </c:pt>
                <c:pt idx="1708">
                  <c:v>0.0047062253303</c:v>
                </c:pt>
                <c:pt idx="1709">
                  <c:v>0.00469828206635</c:v>
                </c:pt>
                <c:pt idx="1710">
                  <c:v>0.00469038809028</c:v>
                </c:pt>
                <c:pt idx="1711">
                  <c:v>0.00468254305536</c:v>
                </c:pt>
                <c:pt idx="1712">
                  <c:v>0.00467474661511</c:v>
                </c:pt>
                <c:pt idx="1713">
                  <c:v>0.00466699842326</c:v>
                </c:pt>
                <c:pt idx="1714">
                  <c:v>0.00465929813384</c:v>
                </c:pt>
                <c:pt idx="1715">
                  <c:v>0.00465164540111</c:v>
                </c:pt>
                <c:pt idx="1716">
                  <c:v>0.00464403987967</c:v>
                </c:pt>
                <c:pt idx="1717">
                  <c:v>0.00463648122441</c:v>
                </c:pt>
                <c:pt idx="1718">
                  <c:v>0.00462896909055</c:v>
                </c:pt>
                <c:pt idx="1719">
                  <c:v>0.0046215031337</c:v>
                </c:pt>
                <c:pt idx="1720">
                  <c:v>0.00461408300983</c:v>
                </c:pt>
                <c:pt idx="1721">
                  <c:v>0.00460670837532</c:v>
                </c:pt>
                <c:pt idx="1722">
                  <c:v>0.00459937888702</c:v>
                </c:pt>
                <c:pt idx="1723">
                  <c:v>0.00459209420222</c:v>
                </c:pt>
                <c:pt idx="1724">
                  <c:v>0.00458485397874</c:v>
                </c:pt>
                <c:pt idx="1725">
                  <c:v>0.00457765787494</c:v>
                </c:pt>
                <c:pt idx="1726">
                  <c:v>0.00457050554977</c:v>
                </c:pt>
                <c:pt idx="1727">
                  <c:v>0.0045633966628</c:v>
                </c:pt>
                <c:pt idx="1728">
                  <c:v>0.00455633087428</c:v>
                </c:pt>
                <c:pt idx="1729">
                  <c:v>0.00454930784518</c:v>
                </c:pt>
                <c:pt idx="1730">
                  <c:v>0.00454232723723</c:v>
                </c:pt>
                <c:pt idx="1731">
                  <c:v>0.00453538871302</c:v>
                </c:pt>
                <c:pt idx="1732">
                  <c:v>0.00452849193598</c:v>
                </c:pt>
                <c:pt idx="1733">
                  <c:v>0.00452163657052</c:v>
                </c:pt>
                <c:pt idx="1734">
                  <c:v>0.00451482228202</c:v>
                </c:pt>
                <c:pt idx="1735">
                  <c:v>0.00450804873695</c:v>
                </c:pt>
                <c:pt idx="1736">
                  <c:v>0.00450131560291</c:v>
                </c:pt>
                <c:pt idx="1737">
                  <c:v>0.00449462254867</c:v>
                </c:pt>
                <c:pt idx="1738">
                  <c:v>0.00448796924433</c:v>
                </c:pt>
                <c:pt idx="1739">
                  <c:v>0.00448135536127</c:v>
                </c:pt>
                <c:pt idx="1740">
                  <c:v>0.00447478057233</c:v>
                </c:pt>
                <c:pt idx="1741">
                  <c:v>0.00446824455182</c:v>
                </c:pt>
                <c:pt idx="1742">
                  <c:v>0.00446174697563</c:v>
                </c:pt>
                <c:pt idx="1743">
                  <c:v>0.00445528752128</c:v>
                </c:pt>
                <c:pt idx="1744">
                  <c:v>0.00444886586803</c:v>
                </c:pt>
                <c:pt idx="1745">
                  <c:v>0.00444248169694</c:v>
                </c:pt>
                <c:pt idx="1746">
                  <c:v>0.00443613469094</c:v>
                </c:pt>
                <c:pt idx="1747">
                  <c:v>0.00442982453494</c:v>
                </c:pt>
                <c:pt idx="1748">
                  <c:v>0.00442355091587</c:v>
                </c:pt>
                <c:pt idx="1749">
                  <c:v>0.0044173135228</c:v>
                </c:pt>
                <c:pt idx="1750">
                  <c:v>0.00441111204699</c:v>
                </c:pt>
                <c:pt idx="1751">
                  <c:v>0.00440494618199</c:v>
                </c:pt>
                <c:pt idx="1752">
                  <c:v>0.00439881562369</c:v>
                </c:pt>
                <c:pt idx="1753">
                  <c:v>0.00439272007043</c:v>
                </c:pt>
                <c:pt idx="1754">
                  <c:v>0.00438665922305</c:v>
                </c:pt>
                <c:pt idx="1755">
                  <c:v>0.00438063278498</c:v>
                </c:pt>
                <c:pt idx="1756">
                  <c:v>0.00437464046231</c:v>
                </c:pt>
                <c:pt idx="1757">
                  <c:v>0.00436868196386</c:v>
                </c:pt>
                <c:pt idx="1758">
                  <c:v>0.00436275700122</c:v>
                </c:pt>
                <c:pt idx="1759">
                  <c:v>0.00435686528888</c:v>
                </c:pt>
                <c:pt idx="1760">
                  <c:v>0.00435100654424</c:v>
                </c:pt>
                <c:pt idx="1761">
                  <c:v>0.00434518048768</c:v>
                </c:pt>
                <c:pt idx="1762">
                  <c:v>0.00433938684266</c:v>
                </c:pt>
                <c:pt idx="1763">
                  <c:v>0.00433362533571</c:v>
                </c:pt>
                <c:pt idx="1764">
                  <c:v>0.00432789569654</c:v>
                </c:pt>
                <c:pt idx="1765">
                  <c:v>0.00432219765805</c:v>
                </c:pt>
                <c:pt idx="1766">
                  <c:v>0.0043165309564</c:v>
                </c:pt>
                <c:pt idx="1767">
                  <c:v>0.00431089533104</c:v>
                </c:pt>
                <c:pt idx="1768">
                  <c:v>0.00430529052475</c:v>
                </c:pt>
                <c:pt idx="1769">
                  <c:v>0.00429971628367</c:v>
                </c:pt>
                <c:pt idx="1770">
                  <c:v>0.00429417235735</c:v>
                </c:pt>
                <c:pt idx="1771">
                  <c:v>0.00428865849872</c:v>
                </c:pt>
                <c:pt idx="1772">
                  <c:v>0.00428317446418</c:v>
                </c:pt>
                <c:pt idx="1773">
                  <c:v>0.00427772001356</c:v>
                </c:pt>
                <c:pt idx="1774">
                  <c:v>0.00427229491015</c:v>
                </c:pt>
                <c:pt idx="1775">
                  <c:v>0.00426689892071</c:v>
                </c:pt>
                <c:pt idx="1776">
                  <c:v>0.00426153181545</c:v>
                </c:pt>
                <c:pt idx="1777">
                  <c:v>0.00425619336804</c:v>
                </c:pt>
                <c:pt idx="1778">
                  <c:v>0.00425088335557</c:v>
                </c:pt>
                <c:pt idx="1779">
                  <c:v>0.00424560155857</c:v>
                </c:pt>
                <c:pt idx="1780">
                  <c:v>0.00424034776095</c:v>
                </c:pt>
                <c:pt idx="1781">
                  <c:v>0.00423512174998</c:v>
                </c:pt>
                <c:pt idx="1782">
                  <c:v>0.00422992331627</c:v>
                </c:pt>
                <c:pt idx="1783">
                  <c:v>0.00422475225369</c:v>
                </c:pt>
                <c:pt idx="1784">
                  <c:v>0.00421960835936</c:v>
                </c:pt>
                <c:pt idx="1785">
                  <c:v>0.00421449143355</c:v>
                </c:pt>
                <c:pt idx="1786">
                  <c:v>0.00420940127967</c:v>
                </c:pt>
                <c:pt idx="1787">
                  <c:v>0.00420433770417</c:v>
                </c:pt>
                <c:pt idx="1788">
                  <c:v>0.00419930051646</c:v>
                </c:pt>
                <c:pt idx="1789">
                  <c:v>0.00419428952885</c:v>
                </c:pt>
                <c:pt idx="1790">
                  <c:v>0.00418930455647</c:v>
                </c:pt>
                <c:pt idx="1791">
                  <c:v>0.00418434541717</c:v>
                </c:pt>
                <c:pt idx="1792">
                  <c:v>0.00417941193141</c:v>
                </c:pt>
                <c:pt idx="1793">
                  <c:v>0.0041745039222</c:v>
                </c:pt>
                <c:pt idx="1794">
                  <c:v>0.00416962121494</c:v>
                </c:pt>
                <c:pt idx="1795">
                  <c:v>0.00416476363739</c:v>
                </c:pt>
                <c:pt idx="1796">
                  <c:v>0.00415993101947</c:v>
                </c:pt>
                <c:pt idx="1797">
                  <c:v>0.00415512319323</c:v>
                </c:pt>
                <c:pt idx="1798">
                  <c:v>0.00415033999266</c:v>
                </c:pt>
                <c:pt idx="1799">
                  <c:v>0.00414558125361</c:v>
                </c:pt>
                <c:pt idx="1800">
                  <c:v>0.00414084681365</c:v>
                </c:pt>
                <c:pt idx="1801">
                  <c:v>0.00413613651195</c:v>
                </c:pt>
                <c:pt idx="1802">
                  <c:v>0.00413145018916</c:v>
                </c:pt>
                <c:pt idx="1803">
                  <c:v>0.00412678768726</c:v>
                </c:pt>
                <c:pt idx="1804">
                  <c:v>0.00412214884944</c:v>
                </c:pt>
                <c:pt idx="1805">
                  <c:v>0.00411753351998</c:v>
                </c:pt>
                <c:pt idx="1806">
                  <c:v>0.00411294154411</c:v>
                </c:pt>
                <c:pt idx="1807">
                  <c:v>0.00410837276787</c:v>
                </c:pt>
                <c:pt idx="1808">
                  <c:v>0.00410382703799</c:v>
                </c:pt>
                <c:pt idx="1809">
                  <c:v>0.00409930420177</c:v>
                </c:pt>
                <c:pt idx="1810">
                  <c:v>0.00409480410694</c:v>
                </c:pt>
                <c:pt idx="1811">
                  <c:v>0.00409032660152</c:v>
                </c:pt>
                <c:pt idx="1812">
                  <c:v>0.00408587153374</c:v>
                </c:pt>
                <c:pt idx="1813">
                  <c:v>0.00408143875187</c:v>
                </c:pt>
                <c:pt idx="1814">
                  <c:v>0.00407702810415</c:v>
                </c:pt>
                <c:pt idx="1815">
                  <c:v>0.00407263943862</c:v>
                </c:pt>
                <c:pt idx="1816">
                  <c:v>0.00406827260307</c:v>
                </c:pt>
                <c:pt idx="1817">
                  <c:v>0.00406392744487</c:v>
                </c:pt>
                <c:pt idx="1818">
                  <c:v>0.00405960381094</c:v>
                </c:pt>
                <c:pt idx="1819">
                  <c:v>0.00405530154758</c:v>
                </c:pt>
                <c:pt idx="1820">
                  <c:v>0.00405102050044</c:v>
                </c:pt>
                <c:pt idx="1821">
                  <c:v>0.00404676051437</c:v>
                </c:pt>
                <c:pt idx="1822">
                  <c:v>0.00404252143339</c:v>
                </c:pt>
                <c:pt idx="1823">
                  <c:v>0.00403830310061</c:v>
                </c:pt>
                <c:pt idx="1824">
                  <c:v>0.00403410535813</c:v>
                </c:pt>
                <c:pt idx="1825">
                  <c:v>0.00402992804698</c:v>
                </c:pt>
                <c:pt idx="1826">
                  <c:v>0.00402577100712</c:v>
                </c:pt>
                <c:pt idx="1827">
                  <c:v>0.00402163407729</c:v>
                </c:pt>
                <c:pt idx="1828">
                  <c:v>0.00401751709506</c:v>
                </c:pt>
                <c:pt idx="1829">
                  <c:v>0.00401341989676</c:v>
                </c:pt>
                <c:pt idx="1830">
                  <c:v>0.00400934231741</c:v>
                </c:pt>
                <c:pt idx="1831">
                  <c:v>0.00400528419077</c:v>
                </c:pt>
                <c:pt idx="1832">
                  <c:v>0.00400124534927</c:v>
                </c:pt>
                <c:pt idx="1833">
                  <c:v>0.00399722562403</c:v>
                </c:pt>
                <c:pt idx="1834">
                  <c:v>0.00399322484484</c:v>
                </c:pt>
                <c:pt idx="1835">
                  <c:v>0.00398924284018</c:v>
                </c:pt>
                <c:pt idx="1836">
                  <c:v>0.00398527943723</c:v>
                </c:pt>
                <c:pt idx="1837">
                  <c:v>0.00398133446188</c:v>
                </c:pt>
                <c:pt idx="1838">
                  <c:v>0.00397740773879</c:v>
                </c:pt>
                <c:pt idx="1839">
                  <c:v>0.00397349909136</c:v>
                </c:pt>
                <c:pt idx="1840">
                  <c:v>0.00396960834184</c:v>
                </c:pt>
                <c:pt idx="1841">
                  <c:v>0.00396573531133</c:v>
                </c:pt>
                <c:pt idx="1842">
                  <c:v>0.00396187981986</c:v>
                </c:pt>
                <c:pt idx="1843">
                  <c:v>0.00395804168644</c:v>
                </c:pt>
                <c:pt idx="1844">
                  <c:v>0.00395422072911</c:v>
                </c:pt>
                <c:pt idx="1845">
                  <c:v>0.00395041676502</c:v>
                </c:pt>
                <c:pt idx="1846">
                  <c:v>0.00394662961053</c:v>
                </c:pt>
                <c:pt idx="1847">
                  <c:v>0.00394285908125</c:v>
                </c:pt>
                <c:pt idx="1848">
                  <c:v>0.00393910499215</c:v>
                </c:pt>
                <c:pt idx="1849">
                  <c:v>0.00393536715766</c:v>
                </c:pt>
                <c:pt idx="1850">
                  <c:v>0.00393164539172</c:v>
                </c:pt>
                <c:pt idx="1851">
                  <c:v>0.00392793950794</c:v>
                </c:pt>
                <c:pt idx="1852">
                  <c:v>0.00392424931965</c:v>
                </c:pt>
                <c:pt idx="1853">
                  <c:v>0.00392057464004</c:v>
                </c:pt>
                <c:pt idx="1854">
                  <c:v>0.00391691528226</c:v>
                </c:pt>
                <c:pt idx="1855">
                  <c:v>0.00391327105952</c:v>
                </c:pt>
                <c:pt idx="1856">
                  <c:v>0.00390964178522</c:v>
                </c:pt>
                <c:pt idx="1857">
                  <c:v>0.00390602727307</c:v>
                </c:pt>
                <c:pt idx="1858">
                  <c:v>0.00390242733718</c:v>
                </c:pt>
                <c:pt idx="1859">
                  <c:v>0.00389884179223</c:v>
                </c:pt>
                <c:pt idx="1860">
                  <c:v>0.00389527045356</c:v>
                </c:pt>
                <c:pt idx="1861">
                  <c:v>0.00389171313731</c:v>
                </c:pt>
                <c:pt idx="1862">
                  <c:v>0.00388816966052</c:v>
                </c:pt>
                <c:pt idx="1863">
                  <c:v>0.00388463984129</c:v>
                </c:pt>
                <c:pt idx="1864">
                  <c:v>0.00388112349889</c:v>
                </c:pt>
                <c:pt idx="1865">
                  <c:v>0.0038776204539</c:v>
                </c:pt>
                <c:pt idx="1866">
                  <c:v>0.00387413052832</c:v>
                </c:pt>
                <c:pt idx="1867">
                  <c:v>0.00387065354571</c:v>
                </c:pt>
                <c:pt idx="1868">
                  <c:v>0.0038671893313</c:v>
                </c:pt>
                <c:pt idx="1869">
                  <c:v>0.00386373771215</c:v>
                </c:pt>
                <c:pt idx="1870">
                  <c:v>0.00386029851722</c:v>
                </c:pt>
                <c:pt idx="1871">
                  <c:v>0.00385687157756</c:v>
                </c:pt>
                <c:pt idx="1872">
                  <c:v>0.00385345672638</c:v>
                </c:pt>
                <c:pt idx="1873">
                  <c:v>0.00385005379917</c:v>
                </c:pt>
                <c:pt idx="1874">
                  <c:v>0.00384666263385</c:v>
                </c:pt>
                <c:pt idx="1875">
                  <c:v>0.00384328307085</c:v>
                </c:pt>
                <c:pt idx="1876">
                  <c:v>0.00383991495325</c:v>
                </c:pt>
                <c:pt idx="1877">
                  <c:v>0.00383655812685</c:v>
                </c:pt>
                <c:pt idx="1878">
                  <c:v>0.00383321244031</c:v>
                </c:pt>
                <c:pt idx="1879">
                  <c:v>0.00382987774523</c:v>
                </c:pt>
                <c:pt idx="1880">
                  <c:v>0.00382655389624</c:v>
                </c:pt>
                <c:pt idx="1881">
                  <c:v>0.00382324075111</c:v>
                </c:pt>
                <c:pt idx="1882">
                  <c:v>0.00381993817084</c:v>
                </c:pt>
                <c:pt idx="1883">
                  <c:v>0.00381664601969</c:v>
                </c:pt>
                <c:pt idx="1884">
                  <c:v>0.00381336416534</c:v>
                </c:pt>
                <c:pt idx="1885">
                  <c:v>0.00381009247889</c:v>
                </c:pt>
                <c:pt idx="1886">
                  <c:v>0.00380683083497</c:v>
                </c:pt>
                <c:pt idx="1887">
                  <c:v>0.00380357911178</c:v>
                </c:pt>
                <c:pt idx="1888">
                  <c:v>0.00380033719117</c:v>
                </c:pt>
                <c:pt idx="1889">
                  <c:v>0.00379710495866</c:v>
                </c:pt>
                <c:pt idx="1890">
                  <c:v>0.0037938823035</c:v>
                </c:pt>
                <c:pt idx="1891">
                  <c:v>0.00379066911873</c:v>
                </c:pt>
                <c:pt idx="1892">
                  <c:v>0.0037874653012</c:v>
                </c:pt>
                <c:pt idx="1893">
                  <c:v>0.00378427075157</c:v>
                </c:pt>
                <c:pt idx="1894">
                  <c:v>0.0037810853744</c:v>
                </c:pt>
                <c:pt idx="1895">
                  <c:v>0.0037779090781</c:v>
                </c:pt>
                <c:pt idx="1896">
                  <c:v>0.00377474177502</c:v>
                </c:pt>
                <c:pt idx="1897">
                  <c:v>0.00377158338137</c:v>
                </c:pt>
                <c:pt idx="1898">
                  <c:v>0.0037684338173</c:v>
                </c:pt>
                <c:pt idx="1899">
                  <c:v>0.00376529300688</c:v>
                </c:pt>
                <c:pt idx="1900">
                  <c:v>0.00376216087807</c:v>
                </c:pt>
                <c:pt idx="1901">
                  <c:v>0.00375903736274</c:v>
                </c:pt>
                <c:pt idx="1902">
                  <c:v>0.00375592239663</c:v>
                </c:pt>
                <c:pt idx="1903">
                  <c:v>0.00375281591938</c:v>
                </c:pt>
                <c:pt idx="1904">
                  <c:v>0.00374971787444</c:v>
                </c:pt>
                <c:pt idx="1905">
                  <c:v>0.00374662820912</c:v>
                </c:pt>
                <c:pt idx="1906">
                  <c:v>0.00374354687448</c:v>
                </c:pt>
                <c:pt idx="1907">
                  <c:v>0.00374047382537</c:v>
                </c:pt>
                <c:pt idx="1908">
                  <c:v>0.00373740902037</c:v>
                </c:pt>
                <c:pt idx="1909">
                  <c:v>0.00373435242172</c:v>
                </c:pt>
                <c:pt idx="1910">
                  <c:v>0.00373130399532</c:v>
                </c:pt>
                <c:pt idx="1911">
                  <c:v>0.00372826371068</c:v>
                </c:pt>
                <c:pt idx="1912">
                  <c:v>0.00372523154084</c:v>
                </c:pt>
                <c:pt idx="1913">
                  <c:v>0.00372220746236</c:v>
                </c:pt>
                <c:pt idx="1914">
                  <c:v>0.00371919145525</c:v>
                </c:pt>
                <c:pt idx="1915">
                  <c:v>0.00371618350292</c:v>
                </c:pt>
                <c:pt idx="1916">
                  <c:v>0.00371318359212</c:v>
                </c:pt>
                <c:pt idx="1917">
                  <c:v>0.00371019171289</c:v>
                </c:pt>
                <c:pt idx="1918">
                  <c:v>0.00370720785851</c:v>
                </c:pt>
                <c:pt idx="1919">
                  <c:v>0.00370423202539</c:v>
                </c:pt>
                <c:pt idx="1920">
                  <c:v>0.00370126421311</c:v>
                </c:pt>
                <c:pt idx="1921">
                  <c:v>0.00369830442423</c:v>
                </c:pt>
                <c:pt idx="1922">
                  <c:v>0.00369535266435</c:v>
                </c:pt>
                <c:pt idx="1923">
                  <c:v>0.00369240894197</c:v>
                </c:pt>
                <c:pt idx="1924">
                  <c:v>0.00368947326843</c:v>
                </c:pt>
                <c:pt idx="1925">
                  <c:v>0.0036865456579</c:v>
                </c:pt>
                <c:pt idx="1926">
                  <c:v>0.00368362612725</c:v>
                </c:pt>
                <c:pt idx="1927">
                  <c:v>0.00368071469604</c:v>
                </c:pt>
                <c:pt idx="1928">
                  <c:v>0.00367781138641</c:v>
                </c:pt>
                <c:pt idx="1929">
                  <c:v>0.00367491622307</c:v>
                </c:pt>
                <c:pt idx="1930">
                  <c:v>0.00367202923318</c:v>
                </c:pt>
                <c:pt idx="1931">
                  <c:v>0.00366915044634</c:v>
                </c:pt>
                <c:pt idx="1932">
                  <c:v>0.00366627989447</c:v>
                </c:pt>
                <c:pt idx="1933">
                  <c:v>0.00366341761182</c:v>
                </c:pt>
                <c:pt idx="1934">
                  <c:v>0.00366056363484</c:v>
                </c:pt>
                <c:pt idx="1935">
                  <c:v>0.00365771800218</c:v>
                </c:pt>
                <c:pt idx="1936">
                  <c:v>0.00365488075459</c:v>
                </c:pt>
                <c:pt idx="1937">
                  <c:v>0.00365205193488</c:v>
                </c:pt>
                <c:pt idx="1938">
                  <c:v>0.00364923158786</c:v>
                </c:pt>
                <c:pt idx="1939">
                  <c:v>0.00364641976029</c:v>
                </c:pt>
                <c:pt idx="1940">
                  <c:v>0.00364361650083</c:v>
                </c:pt>
                <c:pt idx="1941">
                  <c:v>0.00364082185998</c:v>
                </c:pt>
                <c:pt idx="1942">
                  <c:v>0.00363803589001</c:v>
                </c:pt>
                <c:pt idx="1943">
                  <c:v>0.00363525864496</c:v>
                </c:pt>
                <c:pt idx="1944">
                  <c:v>0.00363249018055</c:v>
                </c:pt>
                <c:pt idx="1945">
                  <c:v>0.00362973055415</c:v>
                </c:pt>
                <c:pt idx="1946">
                  <c:v>0.00362697982471</c:v>
                </c:pt>
                <c:pt idx="1947">
                  <c:v>0.00362423805276</c:v>
                </c:pt>
                <c:pt idx="1948">
                  <c:v>0.00362150530035</c:v>
                </c:pt>
                <c:pt idx="1949">
                  <c:v>0.00361878163097</c:v>
                </c:pt>
                <c:pt idx="1950">
                  <c:v>0.00361606710957</c:v>
                </c:pt>
                <c:pt idx="1951">
                  <c:v>0.00361336180248</c:v>
                </c:pt>
                <c:pt idx="1952">
                  <c:v>0.00361066577741</c:v>
                </c:pt>
                <c:pt idx="1953">
                  <c:v>0.00360797910336</c:v>
                </c:pt>
                <c:pt idx="1954">
                  <c:v>0.00360530185064</c:v>
                </c:pt>
                <c:pt idx="1955">
                  <c:v>0.00360263409081</c:v>
                </c:pt>
                <c:pt idx="1956">
                  <c:v>0.00359997589667</c:v>
                </c:pt>
                <c:pt idx="1957">
                  <c:v>0.00359732734218</c:v>
                </c:pt>
                <c:pt idx="1958">
                  <c:v>0.00359468850251</c:v>
                </c:pt>
                <c:pt idx="1959">
                  <c:v>0.00359205945394</c:v>
                </c:pt>
                <c:pt idx="1960">
                  <c:v>0.00358944027388</c:v>
                </c:pt>
                <c:pt idx="1961">
                  <c:v>0.00358683104083</c:v>
                </c:pt>
                <c:pt idx="1962">
                  <c:v>0.00358423183436</c:v>
                </c:pt>
                <c:pt idx="1963">
                  <c:v>0.00358164273509</c:v>
                </c:pt>
                <c:pt idx="1964">
                  <c:v>0.00357906382466</c:v>
                </c:pt>
                <c:pt idx="1965">
                  <c:v>0.00357649518572</c:v>
                </c:pt>
                <c:pt idx="1966">
                  <c:v>0.00357393690193</c:v>
                </c:pt>
                <c:pt idx="1967">
                  <c:v>0.00357138905792</c:v>
                </c:pt>
                <c:pt idx="1968">
                  <c:v>0.00356885173927</c:v>
                </c:pt>
                <c:pt idx="1969">
                  <c:v>0.00356632503252</c:v>
                </c:pt>
                <c:pt idx="1970">
                  <c:v>0.00356380902515</c:v>
                </c:pt>
                <c:pt idx="1971">
                  <c:v>0.00356130380555</c:v>
                </c:pt>
                <c:pt idx="1972">
                  <c:v>0.00355880946304</c:v>
                </c:pt>
                <c:pt idx="1973">
                  <c:v>0.00355632608785</c:v>
                </c:pt>
                <c:pt idx="1974">
                  <c:v>0.00355385377108</c:v>
                </c:pt>
                <c:pt idx="1975">
                  <c:v>0.00355139260476</c:v>
                </c:pt>
                <c:pt idx="1976">
                  <c:v>0.00354894268177</c:v>
                </c:pt>
                <c:pt idx="1977">
                  <c:v>0.00354650409589</c:v>
                </c:pt>
                <c:pt idx="1978">
                  <c:v>0.00354407694177</c:v>
                </c:pt>
                <c:pt idx="1979">
                  <c:v>0.00354166131492</c:v>
                </c:pt>
                <c:pt idx="1980">
                  <c:v>0.00353925731173</c:v>
                </c:pt>
                <c:pt idx="1981">
                  <c:v>0.00353686502946</c:v>
                </c:pt>
                <c:pt idx="1982">
                  <c:v>0.00353448456622</c:v>
                </c:pt>
                <c:pt idx="1983">
                  <c:v>0.003532116021</c:v>
                </c:pt>
                <c:pt idx="1984">
                  <c:v>0.00352975949363</c:v>
                </c:pt>
                <c:pt idx="1985">
                  <c:v>0.00352741508483</c:v>
                </c:pt>
                <c:pt idx="1986">
                  <c:v>0.00352508289617</c:v>
                </c:pt>
                <c:pt idx="1987">
                  <c:v>0.0035227630301</c:v>
                </c:pt>
                <c:pt idx="1988">
                  <c:v>0.00352045558993</c:v>
                </c:pt>
                <c:pt idx="1989">
                  <c:v>0.00351816067984</c:v>
                </c:pt>
                <c:pt idx="1990">
                  <c:v>0.0035158784049</c:v>
                </c:pt>
                <c:pt idx="1991">
                  <c:v>0.00351360887106</c:v>
                </c:pt>
                <c:pt idx="1992">
                  <c:v>0.00351135218514</c:v>
                </c:pt>
                <c:pt idx="1993">
                  <c:v>0.00350910845485</c:v>
                </c:pt>
                <c:pt idx="1994">
                  <c:v>0.00350687778882</c:v>
                </c:pt>
                <c:pt idx="1995">
                  <c:v>0.00350466029655</c:v>
                </c:pt>
                <c:pt idx="1996">
                  <c:v>0.00350245608847</c:v>
                </c:pt>
                <c:pt idx="1997">
                  <c:v>0.00350026527591</c:v>
                </c:pt>
                <c:pt idx="1998">
                  <c:v>0.00349808797112</c:v>
                </c:pt>
                <c:pt idx="1999">
                  <c:v>0.00349592428729</c:v>
                </c:pt>
                <c:pt idx="2000">
                  <c:v>0.00349377433851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0.75"/>
          <c:min val="0"/>
        </c:scaling>
        <c:delete val="0"/>
        <c:axPos val="l"/>
        <c:majorGridlines>
          <c:spPr>
            <a:ln xmlns:a="http://schemas.openxmlformats.org/drawingml/2006/main" w="4763">
              <a:solidFill>
                <a:srgbClr val="EEEEEE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2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majorUnit val="1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17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U/t = 0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222222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scatterChart>
        <c:scatterStyle val="lineMarker"/>
        <c:varyColors val="0"/>
        <c:ser>
          <c:idx val="0"/>
          <c:order val="0"/>
          <c:tx>
            <c:v>charge</c:v>
          </c:tx>
          <c:spPr>
            <a:ln xmlns:a="http://schemas.openxmlformats.org/drawingml/2006/main" w="15240">
              <a:solidFill>
                <a:srgbClr val="C43C64"/>
              </a:solidFill>
              <a:prstDash val="solid"/>
            </a:ln>
          </c:spPr>
          <c:marker>
            <c:symbol val="none"/>
            <c:size val="5"/>
            <c:spPr>
              <a:solidFill xmlns:a="http://schemas.openxmlformats.org/drawingml/2006/main">
                <a:srgbClr val="C43C64"/>
              </a:solidFill>
            </c:spPr>
          </c:marker>
          <c:xVal>
            <c:numRef>
              <c:f>'Chart Data'!$A$2:$A$2002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Data'!$B$2:$B$2002</c:f>
              <c:numCache>
                <c:formatCode>0.0</c:formatCode>
                <c:ptCount val="2001"/>
                <c:pt idx="0">
                  <c:v>0.00478150310359</c:v>
                </c:pt>
                <c:pt idx="1">
                  <c:v>0.0047898206824</c:v>
                </c:pt>
                <c:pt idx="2">
                  <c:v>0.00479816001791</c:v>
                </c:pt>
                <c:pt idx="3">
                  <c:v>0.00480652118619</c:v>
                </c:pt>
                <c:pt idx="4">
                  <c:v>0.00481490426363</c:v>
                </c:pt>
                <c:pt idx="5">
                  <c:v>0.00482330932699</c:v>
                </c:pt>
                <c:pt idx="6">
                  <c:v>0.00483173645332</c:v>
                </c:pt>
                <c:pt idx="7">
                  <c:v>0.00484018572005</c:v>
                </c:pt>
                <c:pt idx="8">
                  <c:v>0.00484865720493</c:v>
                </c:pt>
                <c:pt idx="9">
                  <c:v>0.00485715098604</c:v>
                </c:pt>
                <c:pt idx="10">
                  <c:v>0.00486566714184</c:v>
                </c:pt>
                <c:pt idx="11">
                  <c:v>0.0048742057511</c:v>
                </c:pt>
                <c:pt idx="12">
                  <c:v>0.00488276689295</c:v>
                </c:pt>
                <c:pt idx="13">
                  <c:v>0.00489135064689</c:v>
                </c:pt>
                <c:pt idx="14">
                  <c:v>0.00489995709274</c:v>
                </c:pt>
                <c:pt idx="15">
                  <c:v>0.00490858631068</c:v>
                </c:pt>
                <c:pt idx="16">
                  <c:v>0.00491723838127</c:v>
                </c:pt>
                <c:pt idx="17">
                  <c:v>0.00492591338539</c:v>
                </c:pt>
                <c:pt idx="18">
                  <c:v>0.00493461140431</c:v>
                </c:pt>
                <c:pt idx="19">
                  <c:v>0.00494333251964</c:v>
                </c:pt>
                <c:pt idx="20">
                  <c:v>0.00495207681337</c:v>
                </c:pt>
                <c:pt idx="21">
                  <c:v>0.00496084436784</c:v>
                </c:pt>
                <c:pt idx="22">
                  <c:v>0.00496963526575</c:v>
                </c:pt>
                <c:pt idx="23">
                  <c:v>0.0049784495902</c:v>
                </c:pt>
                <c:pt idx="24">
                  <c:v>0.00498728742464</c:v>
                </c:pt>
                <c:pt idx="25">
                  <c:v>0.00499614885288</c:v>
                </c:pt>
                <c:pt idx="26">
                  <c:v>0.00500503395913</c:v>
                </c:pt>
                <c:pt idx="27">
                  <c:v>0.00501394282796</c:v>
                </c:pt>
                <c:pt idx="28">
                  <c:v>0.00502287554432</c:v>
                </c:pt>
                <c:pt idx="29">
                  <c:v>0.00503183219355</c:v>
                </c:pt>
                <c:pt idx="30">
                  <c:v>0.00504081286136</c:v>
                </c:pt>
                <c:pt idx="31">
                  <c:v>0.00504981763386</c:v>
                </c:pt>
                <c:pt idx="32">
                  <c:v>0.00505884659754</c:v>
                </c:pt>
                <c:pt idx="33">
                  <c:v>0.00506789983926</c:v>
                </c:pt>
                <c:pt idx="34">
                  <c:v>0.00507697744631</c:v>
                </c:pt>
                <c:pt idx="35">
                  <c:v>0.00508607950633</c:v>
                </c:pt>
                <c:pt idx="36">
                  <c:v>0.0050952061074</c:v>
                </c:pt>
                <c:pt idx="37">
                  <c:v>0.00510435733795</c:v>
                </c:pt>
                <c:pt idx="38">
                  <c:v>0.00511353328684</c:v>
                </c:pt>
                <c:pt idx="39">
                  <c:v>0.00512273404334</c:v>
                </c:pt>
                <c:pt idx="40">
                  <c:v>0.00513195969709</c:v>
                </c:pt>
                <c:pt idx="41">
                  <c:v>0.00514121033817</c:v>
                </c:pt>
                <c:pt idx="42">
                  <c:v>0.00515048605704</c:v>
                </c:pt>
                <c:pt idx="43">
                  <c:v>0.0051597869446</c:v>
                </c:pt>
                <c:pt idx="44">
                  <c:v>0.00516911309213</c:v>
                </c:pt>
                <c:pt idx="45">
                  <c:v>0.00517846459135</c:v>
                </c:pt>
                <c:pt idx="46">
                  <c:v>0.00518784153439</c:v>
                </c:pt>
                <c:pt idx="47">
                  <c:v>0.0051972440138</c:v>
                </c:pt>
                <c:pt idx="48">
                  <c:v>0.00520667212254</c:v>
                </c:pt>
                <c:pt idx="49">
                  <c:v>0.00521612595401</c:v>
                </c:pt>
                <c:pt idx="50">
                  <c:v>0.00522560560204</c:v>
                </c:pt>
                <c:pt idx="51">
                  <c:v>0.00523511116088</c:v>
                </c:pt>
                <c:pt idx="52">
                  <c:v>0.00524464272519</c:v>
                </c:pt>
                <c:pt idx="53">
                  <c:v>0.00525420039011</c:v>
                </c:pt>
                <c:pt idx="54">
                  <c:v>0.00526378425118</c:v>
                </c:pt>
                <c:pt idx="55">
                  <c:v>0.00527339440439</c:v>
                </c:pt>
                <c:pt idx="56">
                  <c:v>0.00528303094617</c:v>
                </c:pt>
                <c:pt idx="57">
                  <c:v>0.0052926939734</c:v>
                </c:pt>
                <c:pt idx="58">
                  <c:v>0.00530238358339</c:v>
                </c:pt>
                <c:pt idx="59">
                  <c:v>0.00531209987391</c:v>
                </c:pt>
                <c:pt idx="60">
                  <c:v>0.00532184294318</c:v>
                </c:pt>
                <c:pt idx="61">
                  <c:v>0.00533161288987</c:v>
                </c:pt>
                <c:pt idx="62">
                  <c:v>0.0053414098131</c:v>
                </c:pt>
                <c:pt idx="63">
                  <c:v>0.00535123381247</c:v>
                </c:pt>
                <c:pt idx="64">
                  <c:v>0.00536108498802</c:v>
                </c:pt>
                <c:pt idx="65">
                  <c:v>0.00537096344026</c:v>
                </c:pt>
                <c:pt idx="66">
                  <c:v>0.00538086927015</c:v>
                </c:pt>
                <c:pt idx="67">
                  <c:v>0.00539080257916</c:v>
                </c:pt>
                <c:pt idx="68">
                  <c:v>0.00540076346918</c:v>
                </c:pt>
                <c:pt idx="69">
                  <c:v>0.00541075204262</c:v>
                </c:pt>
                <c:pt idx="70">
                  <c:v>0.00542076840233</c:v>
                </c:pt>
                <c:pt idx="71">
                  <c:v>0.00543081265165</c:v>
                </c:pt>
                <c:pt idx="72">
                  <c:v>0.00544088489442</c:v>
                </c:pt>
                <c:pt idx="73">
                  <c:v>0.00545098523495</c:v>
                </c:pt>
                <c:pt idx="74">
                  <c:v>0.00546111377802</c:v>
                </c:pt>
                <c:pt idx="75">
                  <c:v>0.00547127062893</c:v>
                </c:pt>
                <c:pt idx="76">
                  <c:v>0.00548145589347</c:v>
                </c:pt>
                <c:pt idx="77">
                  <c:v>0.00549166967789</c:v>
                </c:pt>
                <c:pt idx="78">
                  <c:v>0.00550191208898</c:v>
                </c:pt>
                <c:pt idx="79">
                  <c:v>0.00551218323401</c:v>
                </c:pt>
                <c:pt idx="80">
                  <c:v>0.00552248322077</c:v>
                </c:pt>
                <c:pt idx="81">
                  <c:v>0.00553281215753</c:v>
                </c:pt>
                <c:pt idx="82">
                  <c:v>0.00554317015308</c:v>
                </c:pt>
                <c:pt idx="83">
                  <c:v>0.00555355731675</c:v>
                </c:pt>
                <c:pt idx="84">
                  <c:v>0.00556397375834</c:v>
                </c:pt>
                <c:pt idx="85">
                  <c:v>0.0055744195882</c:v>
                </c:pt>
                <c:pt idx="86">
                  <c:v>0.0055848949172</c:v>
                </c:pt>
                <c:pt idx="87">
                  <c:v>0.00559539985671</c:v>
                </c:pt>
                <c:pt idx="88">
                  <c:v>0.00560593451866</c:v>
                </c:pt>
                <c:pt idx="89">
                  <c:v>0.00561649901548</c:v>
                </c:pt>
                <c:pt idx="90">
                  <c:v>0.00562709346016</c:v>
                </c:pt>
                <c:pt idx="91">
                  <c:v>0.0056377179662</c:v>
                </c:pt>
                <c:pt idx="92">
                  <c:v>0.00564837264766</c:v>
                </c:pt>
                <c:pt idx="93">
                  <c:v>0.00565905761913</c:v>
                </c:pt>
                <c:pt idx="94">
                  <c:v>0.00566977299575</c:v>
                </c:pt>
                <c:pt idx="95">
                  <c:v>0.00568051889321</c:v>
                </c:pt>
                <c:pt idx="96">
                  <c:v>0.00569129542776</c:v>
                </c:pt>
                <c:pt idx="97">
                  <c:v>0.00570210271619</c:v>
                </c:pt>
                <c:pt idx="98">
                  <c:v>0.00571294087585</c:v>
                </c:pt>
                <c:pt idx="99">
                  <c:v>0.00572381002465</c:v>
                </c:pt>
                <c:pt idx="100">
                  <c:v>0.00573471028108</c:v>
                </c:pt>
                <c:pt idx="101">
                  <c:v>0.00574564176419</c:v>
                </c:pt>
                <c:pt idx="102">
                  <c:v>0.00575660459358</c:v>
                </c:pt>
                <c:pt idx="103">
                  <c:v>0.00576759888947</c:v>
                </c:pt>
                <c:pt idx="104">
                  <c:v>0.00577862477261</c:v>
                </c:pt>
                <c:pt idx="105">
                  <c:v>0.00578968236435</c:v>
                </c:pt>
                <c:pt idx="106">
                  <c:v>0.00580077178664</c:v>
                </c:pt>
                <c:pt idx="107">
                  <c:v>0.005811893162</c:v>
                </c:pt>
                <c:pt idx="108">
                  <c:v>0.00582304661354</c:v>
                </c:pt>
                <c:pt idx="109">
                  <c:v>0.00583423226497</c:v>
                </c:pt>
                <c:pt idx="110">
                  <c:v>0.0058454502406</c:v>
                </c:pt>
                <c:pt idx="111">
                  <c:v>0.00585670066534</c:v>
                </c:pt>
                <c:pt idx="112">
                  <c:v>0.0058679836647</c:v>
                </c:pt>
                <c:pt idx="113">
                  <c:v>0.00587929936481</c:v>
                </c:pt>
                <c:pt idx="114">
                  <c:v>0.0058906478924</c:v>
                </c:pt>
                <c:pt idx="115">
                  <c:v>0.00590202937483</c:v>
                </c:pt>
                <c:pt idx="116">
                  <c:v>0.00591344394005</c:v>
                </c:pt>
                <c:pt idx="117">
                  <c:v>0.00592489171668</c:v>
                </c:pt>
                <c:pt idx="118">
                  <c:v>0.00593637283391</c:v>
                </c:pt>
                <c:pt idx="119">
                  <c:v>0.00594788742162</c:v>
                </c:pt>
                <c:pt idx="120">
                  <c:v>0.00595943561027</c:v>
                </c:pt>
                <c:pt idx="121">
                  <c:v>0.00597101753099</c:v>
                </c:pt>
                <c:pt idx="122">
                  <c:v>0.00598263331555</c:v>
                </c:pt>
                <c:pt idx="123">
                  <c:v>0.00599428309635</c:v>
                </c:pt>
                <c:pt idx="124">
                  <c:v>0.00600596700645</c:v>
                </c:pt>
                <c:pt idx="125">
                  <c:v>0.00601768517957</c:v>
                </c:pt>
                <c:pt idx="126">
                  <c:v>0.00602943775005</c:v>
                </c:pt>
                <c:pt idx="127">
                  <c:v>0.00604122485295</c:v>
                </c:pt>
                <c:pt idx="128">
                  <c:v>0.00605304662393</c:v>
                </c:pt>
                <c:pt idx="129">
                  <c:v>0.00606490319938</c:v>
                </c:pt>
                <c:pt idx="130">
                  <c:v>0.00607679471632</c:v>
                </c:pt>
                <c:pt idx="131">
                  <c:v>0.00608872131245</c:v>
                </c:pt>
                <c:pt idx="132">
                  <c:v>0.00610068312617</c:v>
                </c:pt>
                <c:pt idx="133">
                  <c:v>0.00611268029656</c:v>
                </c:pt>
                <c:pt idx="134">
                  <c:v>0.00612471296337</c:v>
                </c:pt>
                <c:pt idx="135">
                  <c:v>0.00613678126706</c:v>
                </c:pt>
                <c:pt idx="136">
                  <c:v>0.00614888534879</c:v>
                </c:pt>
                <c:pt idx="137">
                  <c:v>0.00616102535039</c:v>
                </c:pt>
                <c:pt idx="138">
                  <c:v>0.00617320141444</c:v>
                </c:pt>
                <c:pt idx="139">
                  <c:v>0.00618541368421</c:v>
                </c:pt>
                <c:pt idx="140">
                  <c:v>0.00619766230366</c:v>
                </c:pt>
                <c:pt idx="141">
                  <c:v>0.0062099474175</c:v>
                </c:pt>
                <c:pt idx="142">
                  <c:v>0.00622226917115</c:v>
                </c:pt>
                <c:pt idx="143">
                  <c:v>0.00623462771077</c:v>
                </c:pt>
                <c:pt idx="144">
                  <c:v>0.00624702318321</c:v>
                </c:pt>
                <c:pt idx="145">
                  <c:v>0.00625945573611</c:v>
                </c:pt>
                <c:pt idx="146">
                  <c:v>0.00627192551781</c:v>
                </c:pt>
                <c:pt idx="147">
                  <c:v>0.0062844326774</c:v>
                </c:pt>
                <c:pt idx="148">
                  <c:v>0.00629697736475</c:v>
                </c:pt>
                <c:pt idx="149">
                  <c:v>0.00630955973043</c:v>
                </c:pt>
                <c:pt idx="150">
                  <c:v>0.00632217992582</c:v>
                </c:pt>
                <c:pt idx="151">
                  <c:v>0.00633483810303</c:v>
                </c:pt>
                <c:pt idx="152">
                  <c:v>0.00634753441494</c:v>
                </c:pt>
                <c:pt idx="153">
                  <c:v>0.00636026901522</c:v>
                </c:pt>
                <c:pt idx="154">
                  <c:v>0.00637304205829</c:v>
                </c:pt>
                <c:pt idx="155">
                  <c:v>0.00638585369938</c:v>
                </c:pt>
                <c:pt idx="156">
                  <c:v>0.00639870409447</c:v>
                </c:pt>
                <c:pt idx="157">
                  <c:v>0.00641159340037</c:v>
                </c:pt>
                <c:pt idx="158">
                  <c:v>0.00642452177466</c:v>
                </c:pt>
                <c:pt idx="159">
                  <c:v>0.00643748937573</c:v>
                </c:pt>
                <c:pt idx="160">
                  <c:v>0.00645049636276</c:v>
                </c:pt>
                <c:pt idx="161">
                  <c:v>0.00646354289576</c:v>
                </c:pt>
                <c:pt idx="162">
                  <c:v>0.00647662913555</c:v>
                </c:pt>
                <c:pt idx="163">
                  <c:v>0.00648975524375</c:v>
                </c:pt>
                <c:pt idx="164">
                  <c:v>0.00650292138285</c:v>
                </c:pt>
                <c:pt idx="165">
                  <c:v>0.00651612771611</c:v>
                </c:pt>
                <c:pt idx="166">
                  <c:v>0.00652937440768</c:v>
                </c:pt>
                <c:pt idx="167">
                  <c:v>0.00654266162251</c:v>
                </c:pt>
                <c:pt idx="168">
                  <c:v>0.00655598952643</c:v>
                </c:pt>
                <c:pt idx="169">
                  <c:v>0.00656935828609</c:v>
                </c:pt>
                <c:pt idx="170">
                  <c:v>0.00658276806901</c:v>
                </c:pt>
                <c:pt idx="171">
                  <c:v>0.00659621904358</c:v>
                </c:pt>
                <c:pt idx="172">
                  <c:v>0.00660971137903</c:v>
                </c:pt>
                <c:pt idx="173">
                  <c:v>0.0066232452455</c:v>
                </c:pt>
                <c:pt idx="174">
                  <c:v>0.00663682081397</c:v>
                </c:pt>
                <c:pt idx="175">
                  <c:v>0.00665043825632</c:v>
                </c:pt>
                <c:pt idx="176">
                  <c:v>0.00666409774533</c:v>
                </c:pt>
                <c:pt idx="177">
                  <c:v>0.00667779945465</c:v>
                </c:pt>
                <c:pt idx="178">
                  <c:v>0.00669154355884</c:v>
                </c:pt>
                <c:pt idx="179">
                  <c:v>0.00670533023337</c:v>
                </c:pt>
                <c:pt idx="180">
                  <c:v>0.00671915965461</c:v>
                </c:pt>
                <c:pt idx="181">
                  <c:v>0.00673303199986</c:v>
                </c:pt>
                <c:pt idx="182">
                  <c:v>0.00674694744733</c:v>
                </c:pt>
                <c:pt idx="183">
                  <c:v>0.00676090617617</c:v>
                </c:pt>
                <c:pt idx="184">
                  <c:v>0.00677490836644</c:v>
                </c:pt>
                <c:pt idx="185">
                  <c:v>0.00678895419917</c:v>
                </c:pt>
                <c:pt idx="186">
                  <c:v>0.00680304385631</c:v>
                </c:pt>
                <c:pt idx="187">
                  <c:v>0.00681717752078</c:v>
                </c:pt>
                <c:pt idx="188">
                  <c:v>0.00683135537644</c:v>
                </c:pt>
                <c:pt idx="189">
                  <c:v>0.00684557760813</c:v>
                </c:pt>
                <c:pt idx="190">
                  <c:v>0.00685984440165</c:v>
                </c:pt>
                <c:pt idx="191">
                  <c:v>0.00687415594378</c:v>
                </c:pt>
                <c:pt idx="192">
                  <c:v>0.00688851242228</c:v>
                </c:pt>
                <c:pt idx="193">
                  <c:v>0.00690291402588</c:v>
                </c:pt>
                <c:pt idx="194">
                  <c:v>0.00691736094435</c:v>
                </c:pt>
                <c:pt idx="195">
                  <c:v>0.00693185336841</c:v>
                </c:pt>
                <c:pt idx="196">
                  <c:v>0.00694639148981</c:v>
                </c:pt>
                <c:pt idx="197">
                  <c:v>0.00696097550132</c:v>
                </c:pt>
                <c:pt idx="198">
                  <c:v>0.00697560559672</c:v>
                </c:pt>
                <c:pt idx="199">
                  <c:v>0.00699028197081</c:v>
                </c:pt>
                <c:pt idx="200">
                  <c:v>0.00700500481944</c:v>
                </c:pt>
                <c:pt idx="201">
                  <c:v>0.00701977433948</c:v>
                </c:pt>
                <c:pt idx="202">
                  <c:v>0.00703459072887</c:v>
                </c:pt>
                <c:pt idx="203">
                  <c:v>0.00704945418657</c:v>
                </c:pt>
                <c:pt idx="204">
                  <c:v>0.00706436491262</c:v>
                </c:pt>
                <c:pt idx="205">
                  <c:v>0.00707932310813</c:v>
                </c:pt>
                <c:pt idx="206">
                  <c:v>0.00709432897528</c:v>
                </c:pt>
                <c:pt idx="207">
                  <c:v>0.00710938271731</c:v>
                </c:pt>
                <c:pt idx="208">
                  <c:v>0.00712448453858</c:v>
                </c:pt>
                <c:pt idx="209">
                  <c:v>0.00713963464452</c:v>
                </c:pt>
                <c:pt idx="210">
                  <c:v>0.00715483324167</c:v>
                </c:pt>
                <c:pt idx="211">
                  <c:v>0.00717008053767</c:v>
                </c:pt>
                <c:pt idx="212">
                  <c:v>0.00718537674128</c:v>
                </c:pt>
                <c:pt idx="213">
                  <c:v>0.00720072206239</c:v>
                </c:pt>
                <c:pt idx="214">
                  <c:v>0.007216116712</c:v>
                </c:pt>
                <c:pt idx="215">
                  <c:v>0.00723156090227</c:v>
                </c:pt>
                <c:pt idx="216">
                  <c:v>0.0072470548465</c:v>
                </c:pt>
                <c:pt idx="217">
                  <c:v>0.00726259875912</c:v>
                </c:pt>
                <c:pt idx="218">
                  <c:v>0.00727819285574</c:v>
                </c:pt>
                <c:pt idx="219">
                  <c:v>0.00729383735313</c:v>
                </c:pt>
                <c:pt idx="220">
                  <c:v>0.00730953246923</c:v>
                </c:pt>
                <c:pt idx="221">
                  <c:v>0.00732527842318</c:v>
                </c:pt>
                <c:pt idx="222">
                  <c:v>0.00734107543529</c:v>
                </c:pt>
                <c:pt idx="223">
                  <c:v>0.00735692372707</c:v>
                </c:pt>
                <c:pt idx="224">
                  <c:v>0.00737282352125</c:v>
                </c:pt>
                <c:pt idx="225">
                  <c:v>0.00738877504175</c:v>
                </c:pt>
                <c:pt idx="226">
                  <c:v>0.00740477851374</c:v>
                </c:pt>
                <c:pt idx="227">
                  <c:v>0.00742083416358</c:v>
                </c:pt>
                <c:pt idx="228">
                  <c:v>0.00743694221891</c:v>
                </c:pt>
                <c:pt idx="229">
                  <c:v>0.00745310290859</c:v>
                </c:pt>
                <c:pt idx="230">
                  <c:v>0.00746931646274</c:v>
                </c:pt>
                <c:pt idx="231">
                  <c:v>0.00748558311274</c:v>
                </c:pt>
                <c:pt idx="232">
                  <c:v>0.00750190309124</c:v>
                </c:pt>
                <c:pt idx="233">
                  <c:v>0.00751827663216</c:v>
                </c:pt>
                <c:pt idx="234">
                  <c:v>0.00753470397074</c:v>
                </c:pt>
                <c:pt idx="235">
                  <c:v>0.00755118534347</c:v>
                </c:pt>
                <c:pt idx="236">
                  <c:v>0.00756772098817</c:v>
                </c:pt>
                <c:pt idx="237">
                  <c:v>0.00758431114398</c:v>
                </c:pt>
                <c:pt idx="238">
                  <c:v>0.00760095605135</c:v>
                </c:pt>
                <c:pt idx="239">
                  <c:v>0.00761765595204</c:v>
                </c:pt>
                <c:pt idx="240">
                  <c:v>0.0076344110892</c:v>
                </c:pt>
                <c:pt idx="241">
                  <c:v>0.00765122170727</c:v>
                </c:pt>
                <c:pt idx="242">
                  <c:v>0.00766808805209</c:v>
                </c:pt>
                <c:pt idx="243">
                  <c:v>0.00768501037086</c:v>
                </c:pt>
                <c:pt idx="244">
                  <c:v>0.00770198891212</c:v>
                </c:pt>
                <c:pt idx="245">
                  <c:v>0.00771902392584</c:v>
                </c:pt>
                <c:pt idx="246">
                  <c:v>0.00773611566337</c:v>
                </c:pt>
                <c:pt idx="247">
                  <c:v>0.00775326437744</c:v>
                </c:pt>
                <c:pt idx="248">
                  <c:v>0.00777047032222</c:v>
                </c:pt>
                <c:pt idx="249">
                  <c:v>0.00778773375329</c:v>
                </c:pt>
                <c:pt idx="250">
                  <c:v>0.00780505492766</c:v>
                </c:pt>
                <c:pt idx="251">
                  <c:v>0.0078224341038</c:v>
                </c:pt>
                <c:pt idx="252">
                  <c:v>0.0078398715416</c:v>
                </c:pt>
                <c:pt idx="253">
                  <c:v>0.00785736750244</c:v>
                </c:pt>
                <c:pt idx="254">
                  <c:v>0.00787492224915</c:v>
                </c:pt>
                <c:pt idx="255">
                  <c:v>0.00789253604605</c:v>
                </c:pt>
                <c:pt idx="256">
                  <c:v>0.00791020915894</c:v>
                </c:pt>
                <c:pt idx="257">
                  <c:v>0.00792794185515</c:v>
                </c:pt>
                <c:pt idx="258">
                  <c:v>0.00794573440349</c:v>
                </c:pt>
                <c:pt idx="259">
                  <c:v>0.00796358707429</c:v>
                </c:pt>
                <c:pt idx="260">
                  <c:v>0.00798150013945</c:v>
                </c:pt>
                <c:pt idx="261">
                  <c:v>0.00799947387237</c:v>
                </c:pt>
                <c:pt idx="262">
                  <c:v>0.00801750854801</c:v>
                </c:pt>
                <c:pt idx="263">
                  <c:v>0.00803560444293</c:v>
                </c:pt>
                <c:pt idx="264">
                  <c:v>0.00805376183521</c:v>
                </c:pt>
                <c:pt idx="265">
                  <c:v>0.00807198100455</c:v>
                </c:pt>
                <c:pt idx="266">
                  <c:v>0.00809026223223</c:v>
                </c:pt>
                <c:pt idx="267">
                  <c:v>0.00810860580116</c:v>
                </c:pt>
                <c:pt idx="268">
                  <c:v>0.00812701199584</c:v>
                </c:pt>
                <c:pt idx="269">
                  <c:v>0.0081454811024</c:v>
                </c:pt>
                <c:pt idx="270">
                  <c:v>0.00816401340863</c:v>
                </c:pt>
                <c:pt idx="271">
                  <c:v>0.00818260920396</c:v>
                </c:pt>
                <c:pt idx="272">
                  <c:v>0.00820126877949</c:v>
                </c:pt>
                <c:pt idx="273">
                  <c:v>0.00821999242797</c:v>
                </c:pt>
                <c:pt idx="274">
                  <c:v>0.00823878044386</c:v>
                </c:pt>
                <c:pt idx="275">
                  <c:v>0.00825763312332</c:v>
                </c:pt>
                <c:pt idx="276">
                  <c:v>0.0082765507642</c:v>
                </c:pt>
                <c:pt idx="277">
                  <c:v>0.00829553366608</c:v>
                </c:pt>
                <c:pt idx="278">
                  <c:v>0.00831458213029</c:v>
                </c:pt>
                <c:pt idx="279">
                  <c:v>0.00833369645987</c:v>
                </c:pt>
                <c:pt idx="280">
                  <c:v>0.00835287695964</c:v>
                </c:pt>
                <c:pt idx="281">
                  <c:v>0.0083721239362</c:v>
                </c:pt>
                <c:pt idx="282">
                  <c:v>0.00839143769791</c:v>
                </c:pt>
                <c:pt idx="283">
                  <c:v>0.00841081855492</c:v>
                </c:pt>
                <c:pt idx="284">
                  <c:v>0.00843026681922</c:v>
                </c:pt>
                <c:pt idx="285">
                  <c:v>0.00844978280459</c:v>
                </c:pt>
                <c:pt idx="286">
                  <c:v>0.00846936682666</c:v>
                </c:pt>
                <c:pt idx="287">
                  <c:v>0.00848901920288</c:v>
                </c:pt>
                <c:pt idx="288">
                  <c:v>0.00850874025259</c:v>
                </c:pt>
                <c:pt idx="289">
                  <c:v>0.00852853029698</c:v>
                </c:pt>
                <c:pt idx="290">
                  <c:v>0.00854838965914</c:v>
                </c:pt>
                <c:pt idx="291">
                  <c:v>0.00856831866404</c:v>
                </c:pt>
                <c:pt idx="292">
                  <c:v>0.00858831763857</c:v>
                </c:pt>
                <c:pt idx="293">
                  <c:v>0.00860838691156</c:v>
                </c:pt>
                <c:pt idx="294">
                  <c:v>0.00862852681375</c:v>
                </c:pt>
                <c:pt idx="295">
                  <c:v>0.00864873767786</c:v>
                </c:pt>
                <c:pt idx="296">
                  <c:v>0.00866901983855</c:v>
                </c:pt>
                <c:pt idx="297">
                  <c:v>0.00868937363248</c:v>
                </c:pt>
                <c:pt idx="298">
                  <c:v>0.0087097993983</c:v>
                </c:pt>
                <c:pt idx="299">
                  <c:v>0.00873029747665</c:v>
                </c:pt>
                <c:pt idx="300">
                  <c:v>0.00875086821023</c:v>
                </c:pt>
                <c:pt idx="301">
                  <c:v>0.00877151194375</c:v>
                </c:pt>
                <c:pt idx="302">
                  <c:v>0.00879222902397</c:v>
                </c:pt>
                <c:pt idx="303">
                  <c:v>0.00881301979973</c:v>
                </c:pt>
                <c:pt idx="304">
                  <c:v>0.00883388462195</c:v>
                </c:pt>
                <c:pt idx="305">
                  <c:v>0.00885482384363</c:v>
                </c:pt>
                <c:pt idx="306">
                  <c:v>0.00887583781991</c:v>
                </c:pt>
                <c:pt idx="307">
                  <c:v>0.00889692690803</c:v>
                </c:pt>
                <c:pt idx="308">
                  <c:v>0.00891809146738</c:v>
                </c:pt>
                <c:pt idx="309">
                  <c:v>0.00893933185952</c:v>
                </c:pt>
                <c:pt idx="310">
                  <c:v>0.00896064844817</c:v>
                </c:pt>
                <c:pt idx="311">
                  <c:v>0.00898204159924</c:v>
                </c:pt>
                <c:pt idx="312">
                  <c:v>0.00900351168084</c:v>
                </c:pt>
                <c:pt idx="313">
                  <c:v>0.00902505906331</c:v>
                </c:pt>
                <c:pt idx="314">
                  <c:v>0.00904668411923</c:v>
                </c:pt>
                <c:pt idx="315">
                  <c:v>0.00906838722343</c:v>
                </c:pt>
                <c:pt idx="316">
                  <c:v>0.00909016875299</c:v>
                </c:pt>
                <c:pt idx="317">
                  <c:v>0.00911202908731</c:v>
                </c:pt>
                <c:pt idx="318">
                  <c:v>0.00913396860806</c:v>
                </c:pt>
                <c:pt idx="319">
                  <c:v>0.00915598769925</c:v>
                </c:pt>
                <c:pt idx="320">
                  <c:v>0.00917808674723</c:v>
                </c:pt>
                <c:pt idx="321">
                  <c:v>0.00920026614068</c:v>
                </c:pt>
                <c:pt idx="322">
                  <c:v>0.00922252627066</c:v>
                </c:pt>
                <c:pt idx="323">
                  <c:v>0.00924486753065</c:v>
                </c:pt>
                <c:pt idx="324">
                  <c:v>0.00926729031648</c:v>
                </c:pt>
                <c:pt idx="325">
                  <c:v>0.00928979502645</c:v>
                </c:pt>
                <c:pt idx="326">
                  <c:v>0.00931238206127</c:v>
                </c:pt>
                <c:pt idx="327">
                  <c:v>0.00933505182414</c:v>
                </c:pt>
                <c:pt idx="328">
                  <c:v>0.00935780472071</c:v>
                </c:pt>
                <c:pt idx="329">
                  <c:v>0.00938064115914</c:v>
                </c:pt>
                <c:pt idx="330">
                  <c:v>0.0094035615501</c:v>
                </c:pt>
                <c:pt idx="331">
                  <c:v>0.00942656630679</c:v>
                </c:pt>
                <c:pt idx="332">
                  <c:v>0.00944965584496</c:v>
                </c:pt>
                <c:pt idx="333">
                  <c:v>0.00947283058296</c:v>
                </c:pt>
                <c:pt idx="334">
                  <c:v>0.00949609094169</c:v>
                </c:pt>
                <c:pt idx="335">
                  <c:v>0.00951943734467</c:v>
                </c:pt>
                <c:pt idx="336">
                  <c:v>0.00954287021806</c:v>
                </c:pt>
                <c:pt idx="337">
                  <c:v>0.00956638999067</c:v>
                </c:pt>
                <c:pt idx="338">
                  <c:v>0.00958999709397</c:v>
                </c:pt>
                <c:pt idx="339">
                  <c:v>0.0096136919621</c:v>
                </c:pt>
                <c:pt idx="340">
                  <c:v>0.00963747503195</c:v>
                </c:pt>
                <c:pt idx="341">
                  <c:v>0.00966134674311</c:v>
                </c:pt>
                <c:pt idx="342">
                  <c:v>0.00968530753791</c:v>
                </c:pt>
                <c:pt idx="343">
                  <c:v>0.00970935786149</c:v>
                </c:pt>
                <c:pt idx="344">
                  <c:v>0.00973349816174</c:v>
                </c:pt>
                <c:pt idx="345">
                  <c:v>0.00975772888937</c:v>
                </c:pt>
                <c:pt idx="346">
                  <c:v>0.00978205049795</c:v>
                </c:pt>
                <c:pt idx="347">
                  <c:v>0.00980646344387</c:v>
                </c:pt>
                <c:pt idx="348">
                  <c:v>0.00983096818642</c:v>
                </c:pt>
                <c:pt idx="349">
                  <c:v>0.00985556518778</c:v>
                </c:pt>
                <c:pt idx="350">
                  <c:v>0.00988025491304</c:v>
                </c:pt>
                <c:pt idx="351">
                  <c:v>0.00990503783024</c:v>
                </c:pt>
                <c:pt idx="352">
                  <c:v>0.0099299144104</c:v>
                </c:pt>
                <c:pt idx="353">
                  <c:v>0.0099548851275</c:v>
                </c:pt>
                <c:pt idx="354">
                  <c:v>0.00997995045855</c:v>
                </c:pt>
                <c:pt idx="355">
                  <c:v>0.0100051108836</c:v>
                </c:pt>
                <c:pt idx="356">
                  <c:v>0.0100303668857</c:v>
                </c:pt>
                <c:pt idx="357">
                  <c:v>0.0100557189511</c:v>
                </c:pt>
                <c:pt idx="358">
                  <c:v>0.0100811675689</c:v>
                </c:pt>
                <c:pt idx="359">
                  <c:v>0.0101067132318</c:v>
                </c:pt>
                <c:pt idx="360">
                  <c:v>0.010132356435</c:v>
                </c:pt>
                <c:pt idx="361">
                  <c:v>0.0101580976775</c:v>
                </c:pt>
                <c:pt idx="362">
                  <c:v>0.0101839374612</c:v>
                </c:pt>
                <c:pt idx="363">
                  <c:v>0.0102098762911</c:v>
                </c:pt>
                <c:pt idx="364">
                  <c:v>0.0102359146757</c:v>
                </c:pt>
                <c:pt idx="365">
                  <c:v>0.0102620531267</c:v>
                </c:pt>
                <c:pt idx="366">
                  <c:v>0.0102882921591</c:v>
                </c:pt>
                <c:pt idx="367">
                  <c:v>0.0103146322911</c:v>
                </c:pt>
                <c:pt idx="368">
                  <c:v>0.0103410740444</c:v>
                </c:pt>
                <c:pt idx="369">
                  <c:v>0.0103676179441</c:v>
                </c:pt>
                <c:pt idx="370">
                  <c:v>0.0103942645185</c:v>
                </c:pt>
                <c:pt idx="371">
                  <c:v>0.0104210142996</c:v>
                </c:pt>
                <c:pt idx="372">
                  <c:v>0.0104478678227</c:v>
                </c:pt>
                <c:pt idx="373">
                  <c:v>0.0104748256266</c:v>
                </c:pt>
                <c:pt idx="374">
                  <c:v>0.0105018882536</c:v>
                </c:pt>
                <c:pt idx="375">
                  <c:v>0.0105290562495</c:v>
                </c:pt>
                <c:pt idx="376">
                  <c:v>0.0105563301639</c:v>
                </c:pt>
                <c:pt idx="377">
                  <c:v>0.0105837105497</c:v>
                </c:pt>
                <c:pt idx="378">
                  <c:v>0.0106111979635</c:v>
                </c:pt>
                <c:pt idx="379">
                  <c:v>0.0106387929658</c:v>
                </c:pt>
                <c:pt idx="380">
                  <c:v>0.0106664961204</c:v>
                </c:pt>
                <c:pt idx="381">
                  <c:v>0.010694307995</c:v>
                </c:pt>
                <c:pt idx="382">
                  <c:v>0.0107222291612</c:v>
                </c:pt>
                <c:pt idx="383">
                  <c:v>0.010750260194</c:v>
                </c:pt>
                <c:pt idx="384">
                  <c:v>0.0107784016725</c:v>
                </c:pt>
                <c:pt idx="385">
                  <c:v>0.0108066541795</c:v>
                </c:pt>
                <c:pt idx="386">
                  <c:v>0.0108350183018</c:v>
                </c:pt>
                <c:pt idx="387">
                  <c:v>0.0108634946298</c:v>
                </c:pt>
                <c:pt idx="388">
                  <c:v>0.010892083758</c:v>
                </c:pt>
                <c:pt idx="389">
                  <c:v>0.0109207862851</c:v>
                </c:pt>
                <c:pt idx="390">
                  <c:v>0.0109496028133</c:v>
                </c:pt>
                <c:pt idx="391">
                  <c:v>0.0109785339491</c:v>
                </c:pt>
                <c:pt idx="392">
                  <c:v>0.0110075803031</c:v>
                </c:pt>
                <c:pt idx="393">
                  <c:v>0.0110367424898</c:v>
                </c:pt>
                <c:pt idx="394">
                  <c:v>0.0110660211279</c:v>
                </c:pt>
                <c:pt idx="395">
                  <c:v>0.0110954168403</c:v>
                </c:pt>
                <c:pt idx="396">
                  <c:v>0.011124930254</c:v>
                </c:pt>
                <c:pt idx="397">
                  <c:v>0.0111545620002</c:v>
                </c:pt>
                <c:pt idx="398">
                  <c:v>0.0111843127145</c:v>
                </c:pt>
                <c:pt idx="399">
                  <c:v>0.0112141830365</c:v>
                </c:pt>
                <c:pt idx="400">
                  <c:v>0.0112441736105</c:v>
                </c:pt>
                <c:pt idx="401">
                  <c:v>0.0112742850849</c:v>
                </c:pt>
                <c:pt idx="402">
                  <c:v>0.0113045181124</c:v>
                </c:pt>
                <c:pt idx="403">
                  <c:v>0.0113348733504</c:v>
                </c:pt>
                <c:pt idx="404">
                  <c:v>0.0113653514605</c:v>
                </c:pt>
                <c:pt idx="405">
                  <c:v>0.011395953109</c:v>
                </c:pt>
                <c:pt idx="406">
                  <c:v>0.0114266789667</c:v>
                </c:pt>
                <c:pt idx="407">
                  <c:v>0.0114575297088</c:v>
                </c:pt>
                <c:pt idx="408">
                  <c:v>0.0114885060153</c:v>
                </c:pt>
                <c:pt idx="409">
                  <c:v>0.0115196085708</c:v>
                </c:pt>
                <c:pt idx="410">
                  <c:v>0.0115508380644</c:v>
                </c:pt>
                <c:pt idx="411">
                  <c:v>0.0115821951903</c:v>
                </c:pt>
                <c:pt idx="412">
                  <c:v>0.0116136806471</c:v>
                </c:pt>
                <c:pt idx="413">
                  <c:v>0.0116452951384</c:v>
                </c:pt>
                <c:pt idx="414">
                  <c:v>0.0116770393726</c:v>
                </c:pt>
                <c:pt idx="415">
                  <c:v>0.0117089140629</c:v>
                </c:pt>
                <c:pt idx="416">
                  <c:v>0.0117409199276</c:v>
                </c:pt>
                <c:pt idx="417">
                  <c:v>0.0117730576897</c:v>
                </c:pt>
                <c:pt idx="418">
                  <c:v>0.0118053280775</c:v>
                </c:pt>
                <c:pt idx="419">
                  <c:v>0.0118377318241</c:v>
                </c:pt>
                <c:pt idx="420">
                  <c:v>0.0118702696678</c:v>
                </c:pt>
                <c:pt idx="421">
                  <c:v>0.011902942352</c:v>
                </c:pt>
                <c:pt idx="422">
                  <c:v>0.0119357506254</c:v>
                </c:pt>
                <c:pt idx="423">
                  <c:v>0.0119686952418</c:v>
                </c:pt>
                <c:pt idx="424">
                  <c:v>0.0120017769601</c:v>
                </c:pt>
                <c:pt idx="425">
                  <c:v>0.0120349965448</c:v>
                </c:pt>
                <c:pt idx="426">
                  <c:v>0.0120683547655</c:v>
                </c:pt>
                <c:pt idx="427">
                  <c:v>0.0121018523975</c:v>
                </c:pt>
                <c:pt idx="428">
                  <c:v>0.0121354902212</c:v>
                </c:pt>
                <c:pt idx="429">
                  <c:v>0.0121692690228</c:v>
                </c:pt>
                <c:pt idx="430">
                  <c:v>0.0122031895936</c:v>
                </c:pt>
                <c:pt idx="431">
                  <c:v>0.012237252731</c:v>
                </c:pt>
                <c:pt idx="432">
                  <c:v>0.0122714592376</c:v>
                </c:pt>
                <c:pt idx="433">
                  <c:v>0.012305809922</c:v>
                </c:pt>
                <c:pt idx="434">
                  <c:v>0.0123403055982</c:v>
                </c:pt>
                <c:pt idx="435">
                  <c:v>0.0123749470863</c:v>
                </c:pt>
                <c:pt idx="436">
                  <c:v>0.0124097352119</c:v>
                </c:pt>
                <c:pt idx="437">
                  <c:v>0.0124446708067</c:v>
                </c:pt>
                <c:pt idx="438">
                  <c:v>0.0124797547083</c:v>
                </c:pt>
                <c:pt idx="439">
                  <c:v>0.0125149877602</c:v>
                </c:pt>
                <c:pt idx="440">
                  <c:v>0.0125503708118</c:v>
                </c:pt>
                <c:pt idx="441">
                  <c:v>0.0125859047189</c:v>
                </c:pt>
                <c:pt idx="442">
                  <c:v>0.0126215903431</c:v>
                </c:pt>
                <c:pt idx="443">
                  <c:v>0.0126574285524</c:v>
                </c:pt>
                <c:pt idx="444">
                  <c:v>0.0126934202209</c:v>
                </c:pt>
                <c:pt idx="445">
                  <c:v>0.0127295662291</c:v>
                </c:pt>
                <c:pt idx="446">
                  <c:v>0.0127658674637</c:v>
                </c:pt>
                <c:pt idx="447">
                  <c:v>0.0128023248179</c:v>
                </c:pt>
                <c:pt idx="448">
                  <c:v>0.0128389391912</c:v>
                </c:pt>
                <c:pt idx="449">
                  <c:v>0.0128757114899</c:v>
                </c:pt>
                <c:pt idx="450">
                  <c:v>0.0129126426267</c:v>
                </c:pt>
                <c:pt idx="451">
                  <c:v>0.0129497335207</c:v>
                </c:pt>
                <c:pt idx="452">
                  <c:v>0.0129869850981</c:v>
                </c:pt>
                <c:pt idx="453">
                  <c:v>0.0130243982915</c:v>
                </c:pt>
                <c:pt idx="454">
                  <c:v>0.0130619740405</c:v>
                </c:pt>
                <c:pt idx="455">
                  <c:v>0.0130997132913</c:v>
                </c:pt>
                <c:pt idx="456">
                  <c:v>0.0131376169974</c:v>
                </c:pt>
                <c:pt idx="457">
                  <c:v>0.013175686119</c:v>
                </c:pt>
                <c:pt idx="458">
                  <c:v>0.0132139216233</c:v>
                </c:pt>
                <c:pt idx="459">
                  <c:v>0.0132523244849</c:v>
                </c:pt>
                <c:pt idx="460">
                  <c:v>0.0132908956852</c:v>
                </c:pt>
                <c:pt idx="461">
                  <c:v>0.013329636213</c:v>
                </c:pt>
                <c:pt idx="462">
                  <c:v>0.0133685470644</c:v>
                </c:pt>
                <c:pt idx="463">
                  <c:v>0.0134076292428</c:v>
                </c:pt>
                <c:pt idx="464">
                  <c:v>0.0134468837592</c:v>
                </c:pt>
                <c:pt idx="465">
                  <c:v>0.0134863116318</c:v>
                </c:pt>
                <c:pt idx="466">
                  <c:v>0.0135259138865</c:v>
                </c:pt>
                <c:pt idx="467">
                  <c:v>0.0135656915569</c:v>
                </c:pt>
                <c:pt idx="468">
                  <c:v>0.0136056456841</c:v>
                </c:pt>
                <c:pt idx="469">
                  <c:v>0.0136457773171</c:v>
                </c:pt>
                <c:pt idx="470">
                  <c:v>0.0136860875126</c:v>
                </c:pt>
                <c:pt idx="471">
                  <c:v>0.0137265773355</c:v>
                </c:pt>
                <c:pt idx="472">
                  <c:v>0.0137672478582</c:v>
                </c:pt>
                <c:pt idx="473">
                  <c:v>0.0138081001614</c:v>
                </c:pt>
                <c:pt idx="474">
                  <c:v>0.0138491353341</c:v>
                </c:pt>
                <c:pt idx="475">
                  <c:v>0.0138903544731</c:v>
                </c:pt>
                <c:pt idx="476">
                  <c:v>0.0139317586837</c:v>
                </c:pt>
                <c:pt idx="477">
                  <c:v>0.0139733490795</c:v>
                </c:pt>
                <c:pt idx="478">
                  <c:v>0.0140151267825</c:v>
                </c:pt>
                <c:pt idx="479">
                  <c:v>0.014057092923</c:v>
                </c:pt>
                <c:pt idx="480">
                  <c:v>0.0140992486403</c:v>
                </c:pt>
                <c:pt idx="481">
                  <c:v>0.0141415950818</c:v>
                </c:pt>
                <c:pt idx="482">
                  <c:v>0.0141841334041</c:v>
                </c:pt>
                <c:pt idx="483">
                  <c:v>0.0142268647723</c:v>
                </c:pt>
                <c:pt idx="484">
                  <c:v>0.0142697903605</c:v>
                </c:pt>
                <c:pt idx="485">
                  <c:v>0.0143129113517</c:v>
                </c:pt>
                <c:pt idx="486">
                  <c:v>0.014356228938</c:v>
                </c:pt>
                <c:pt idx="487">
                  <c:v>0.0143997443206</c:v>
                </c:pt>
                <c:pt idx="488">
                  <c:v>0.0144434587099</c:v>
                </c:pt>
                <c:pt idx="489">
                  <c:v>0.0144873733257</c:v>
                </c:pt>
                <c:pt idx="490">
                  <c:v>0.014531489397</c:v>
                </c:pt>
                <c:pt idx="491">
                  <c:v>0.0145758081624</c:v>
                </c:pt>
                <c:pt idx="492">
                  <c:v>0.0146203308701</c:v>
                </c:pt>
                <c:pt idx="493">
                  <c:v>0.0146650587777</c:v>
                </c:pt>
                <c:pt idx="494">
                  <c:v>0.0147099931528</c:v>
                </c:pt>
                <c:pt idx="495">
                  <c:v>0.0147551352728</c:v>
                </c:pt>
                <c:pt idx="496">
                  <c:v>0.0148004864247</c:v>
                </c:pt>
                <c:pt idx="497">
                  <c:v>0.014846047906</c:v>
                </c:pt>
                <c:pt idx="498">
                  <c:v>0.014891821024</c:v>
                </c:pt>
                <c:pt idx="499">
                  <c:v>0.0149378070962</c:v>
                </c:pt>
                <c:pt idx="500">
                  <c:v>0.0149840074505</c:v>
                </c:pt>
                <c:pt idx="501">
                  <c:v>0.0150304234251</c:v>
                </c:pt>
                <c:pt idx="502">
                  <c:v>0.0150770563687</c:v>
                </c:pt>
                <c:pt idx="503">
                  <c:v>0.0151239076407</c:v>
                </c:pt>
                <c:pt idx="504">
                  <c:v>0.015170978611</c:v>
                </c:pt>
                <c:pt idx="505">
                  <c:v>0.0152182706605</c:v>
                </c:pt>
                <c:pt idx="506">
                  <c:v>0.0152657851808</c:v>
                </c:pt>
                <c:pt idx="507">
                  <c:v>0.0153135235746</c:v>
                </c:pt>
                <c:pt idx="508">
                  <c:v>0.0153614872557</c:v>
                </c:pt>
                <c:pt idx="509">
                  <c:v>0.0154096776491</c:v>
                </c:pt>
                <c:pt idx="510">
                  <c:v>0.015458096191</c:v>
                </c:pt>
                <c:pt idx="511">
                  <c:v>0.0155067443291</c:v>
                </c:pt>
                <c:pt idx="512">
                  <c:v>0.0155556235227</c:v>
                </c:pt>
                <c:pt idx="513">
                  <c:v>0.0156047352427</c:v>
                </c:pt>
                <c:pt idx="514">
                  <c:v>0.0156540809716</c:v>
                </c:pt>
                <c:pt idx="515">
                  <c:v>0.0157036622039</c:v>
                </c:pt>
                <c:pt idx="516">
                  <c:v>0.0157534804462</c:v>
                </c:pt>
                <c:pt idx="517">
                  <c:v>0.0158035372169</c:v>
                </c:pt>
                <c:pt idx="518">
                  <c:v>0.0158538340468</c:v>
                </c:pt>
                <c:pt idx="519">
                  <c:v>0.0159043724791</c:v>
                </c:pt>
                <c:pt idx="520">
                  <c:v>0.0159551540691</c:v>
                </c:pt>
                <c:pt idx="521">
                  <c:v>0.0160061803851</c:v>
                </c:pt>
                <c:pt idx="522">
                  <c:v>0.0160574530078</c:v>
                </c:pt>
                <c:pt idx="523">
                  <c:v>0.0161089735307</c:v>
                </c:pt>
                <c:pt idx="524">
                  <c:v>0.0161607435606</c:v>
                </c:pt>
                <c:pt idx="525">
                  <c:v>0.0162127647168</c:v>
                </c:pt>
                <c:pt idx="526">
                  <c:v>0.0162650386323</c:v>
                </c:pt>
                <c:pt idx="527">
                  <c:v>0.0163175669532</c:v>
                </c:pt>
                <c:pt idx="528">
                  <c:v>0.0163703513389</c:v>
                </c:pt>
                <c:pt idx="529">
                  <c:v>0.0164233934626</c:v>
                </c:pt>
                <c:pt idx="530">
                  <c:v>0.0164766950113</c:v>
                </c:pt>
                <c:pt idx="531">
                  <c:v>0.0165302576855</c:v>
                </c:pt>
                <c:pt idx="532">
                  <c:v>0.0165840832</c:v>
                </c:pt>
                <c:pt idx="533">
                  <c:v>0.0166381732837</c:v>
                </c:pt>
                <c:pt idx="534">
                  <c:v>0.0166925296796</c:v>
                </c:pt>
                <c:pt idx="535">
                  <c:v>0.0167471541451</c:v>
                </c:pt>
                <c:pt idx="536">
                  <c:v>0.0168020484524</c:v>
                </c:pt>
                <c:pt idx="537">
                  <c:v>0.0168572143882</c:v>
                </c:pt>
                <c:pt idx="538">
                  <c:v>0.0169126537541</c:v>
                </c:pt>
                <c:pt idx="539">
                  <c:v>0.0169683683666</c:v>
                </c:pt>
                <c:pt idx="540">
                  <c:v>0.0170243600575</c:v>
                </c:pt>
                <c:pt idx="541">
                  <c:v>0.0170806306738</c:v>
                </c:pt>
                <c:pt idx="542">
                  <c:v>0.0171371820779</c:v>
                </c:pt>
                <c:pt idx="543">
                  <c:v>0.0171940161478</c:v>
                </c:pt>
                <c:pt idx="544">
                  <c:v>0.0172511347774</c:v>
                </c:pt>
                <c:pt idx="545">
                  <c:v>0.0173085398764</c:v>
                </c:pt>
                <c:pt idx="546">
                  <c:v>0.0173662333707</c:v>
                </c:pt>
                <c:pt idx="547">
                  <c:v>0.0174242172021</c:v>
                </c:pt>
                <c:pt idx="548">
                  <c:v>0.0174824933293</c:v>
                </c:pt>
                <c:pt idx="549">
                  <c:v>0.0175410637271</c:v>
                </c:pt>
                <c:pt idx="550">
                  <c:v>0.0175999303873</c:v>
                </c:pt>
                <c:pt idx="551">
                  <c:v>0.0176590953187</c:v>
                </c:pt>
                <c:pt idx="552">
                  <c:v>0.0177185605469</c:v>
                </c:pt>
                <c:pt idx="553">
                  <c:v>0.0177783281149</c:v>
                </c:pt>
                <c:pt idx="554">
                  <c:v>0.0178384000832</c:v>
                </c:pt>
                <c:pt idx="555">
                  <c:v>0.0178987785298</c:v>
                </c:pt>
                <c:pt idx="556">
                  <c:v>0.0179594655505</c:v>
                </c:pt>
                <c:pt idx="557">
                  <c:v>0.0180204632592</c:v>
                </c:pt>
                <c:pt idx="558">
                  <c:v>0.0180817737877</c:v>
                </c:pt>
                <c:pt idx="559">
                  <c:v>0.0181433992864</c:v>
                </c:pt>
                <c:pt idx="560">
                  <c:v>0.0182053419242</c:v>
                </c:pt>
                <c:pt idx="561">
                  <c:v>0.0182676038886</c:v>
                </c:pt>
                <c:pt idx="562">
                  <c:v>0.0183301873862</c:v>
                </c:pt>
                <c:pt idx="563">
                  <c:v>0.0183930946424</c:v>
                </c:pt>
                <c:pt idx="564">
                  <c:v>0.0184563279024</c:v>
                </c:pt>
                <c:pt idx="565">
                  <c:v>0.0185198894304</c:v>
                </c:pt>
                <c:pt idx="566">
                  <c:v>0.0185837815107</c:v>
                </c:pt>
                <c:pt idx="567">
                  <c:v>0.0186480064474</c:v>
                </c:pt>
                <c:pt idx="568">
                  <c:v>0.0187125665648</c:v>
                </c:pt>
                <c:pt idx="569">
                  <c:v>0.0187774642073</c:v>
                </c:pt>
                <c:pt idx="570">
                  <c:v>0.0188427017403</c:v>
                </c:pt>
                <c:pt idx="571">
                  <c:v>0.0189082815495</c:v>
                </c:pt>
                <c:pt idx="572">
                  <c:v>0.0189742060419</c:v>
                </c:pt>
                <c:pt idx="573">
                  <c:v>0.0190404776457</c:v>
                </c:pt>
                <c:pt idx="574">
                  <c:v>0.0191070988105</c:v>
                </c:pt>
                <c:pt idx="575">
                  <c:v>0.0191740720075</c:v>
                </c:pt>
                <c:pt idx="576">
                  <c:v>0.0192413997298</c:v>
                </c:pt>
                <c:pt idx="577">
                  <c:v>0.0193090844928</c:v>
                </c:pt>
                <c:pt idx="578">
                  <c:v>0.0193771288342</c:v>
                </c:pt>
                <c:pt idx="579">
                  <c:v>0.0194455353142</c:v>
                </c:pt>
                <c:pt idx="580">
                  <c:v>0.0195143065159</c:v>
                </c:pt>
                <c:pt idx="581">
                  <c:v>0.0195834450456</c:v>
                </c:pt>
                <c:pt idx="582">
                  <c:v>0.0196529535328</c:v>
                </c:pt>
                <c:pt idx="583">
                  <c:v>0.0197228346306</c:v>
                </c:pt>
                <c:pt idx="584">
                  <c:v>0.0197930910161</c:v>
                </c:pt>
                <c:pt idx="585">
                  <c:v>0.0198637253904</c:v>
                </c:pt>
                <c:pt idx="586">
                  <c:v>0.0199347404789</c:v>
                </c:pt>
                <c:pt idx="587">
                  <c:v>0.0200061390317</c:v>
                </c:pt>
                <c:pt idx="588">
                  <c:v>0.0200779238239</c:v>
                </c:pt>
                <c:pt idx="589">
                  <c:v>0.0201500976555</c:v>
                </c:pt>
                <c:pt idx="590">
                  <c:v>0.0202226633521</c:v>
                </c:pt>
                <c:pt idx="591">
                  <c:v>0.0202956237651</c:v>
                </c:pt>
                <c:pt idx="592">
                  <c:v>0.0203689817718</c:v>
                </c:pt>
                <c:pt idx="593">
                  <c:v>0.0204427402756</c:v>
                </c:pt>
                <c:pt idx="594">
                  <c:v>0.0205169022069</c:v>
                </c:pt>
                <c:pt idx="595">
                  <c:v>0.0205914705225</c:v>
                </c:pt>
                <c:pt idx="596">
                  <c:v>0.0206664482067</c:v>
                </c:pt>
                <c:pt idx="597">
                  <c:v>0.0207418382709</c:v>
                </c:pt>
                <c:pt idx="598">
                  <c:v>0.0208176437547</c:v>
                </c:pt>
                <c:pt idx="599">
                  <c:v>0.0208938677254</c:v>
                </c:pt>
                <c:pt idx="600">
                  <c:v>0.0209705132788</c:v>
                </c:pt>
                <c:pt idx="601">
                  <c:v>0.0210475835394</c:v>
                </c:pt>
                <c:pt idx="602">
                  <c:v>0.0211250816606</c:v>
                </c:pt>
                <c:pt idx="603">
                  <c:v>0.0212030108253</c:v>
                </c:pt>
                <c:pt idx="604">
                  <c:v>0.0212813742459</c:v>
                </c:pt>
                <c:pt idx="605">
                  <c:v>0.0213601751649</c:v>
                </c:pt>
                <c:pt idx="606">
                  <c:v>0.0214394168549</c:v>
                </c:pt>
                <c:pt idx="607">
                  <c:v>0.0215191026196</c:v>
                </c:pt>
                <c:pt idx="608">
                  <c:v>0.0215992357931</c:v>
                </c:pt>
                <c:pt idx="609">
                  <c:v>0.0216798197414</c:v>
                </c:pt>
                <c:pt idx="610">
                  <c:v>0.0217608578619</c:v>
                </c:pt>
                <c:pt idx="611">
                  <c:v>0.021842353584</c:v>
                </c:pt>
                <c:pt idx="612">
                  <c:v>0.0219243103699</c:v>
                </c:pt>
                <c:pt idx="613">
                  <c:v>0.0220067317141</c:v>
                </c:pt>
                <c:pt idx="614">
                  <c:v>0.0220896211446</c:v>
                </c:pt>
                <c:pt idx="615">
                  <c:v>0.0221729822229</c:v>
                </c:pt>
                <c:pt idx="616">
                  <c:v>0.0222568185442</c:v>
                </c:pt>
                <c:pt idx="617">
                  <c:v>0.0223411337382</c:v>
                </c:pt>
                <c:pt idx="618">
                  <c:v>0.0224259314694</c:v>
                </c:pt>
                <c:pt idx="619">
                  <c:v>0.022511215437</c:v>
                </c:pt>
                <c:pt idx="620">
                  <c:v>0.0225969893762</c:v>
                </c:pt>
                <c:pt idx="621">
                  <c:v>0.0226832570576</c:v>
                </c:pt>
                <c:pt idx="622">
                  <c:v>0.0227700222884</c:v>
                </c:pt>
                <c:pt idx="623">
                  <c:v>0.0228572889126</c:v>
                </c:pt>
                <c:pt idx="624">
                  <c:v>0.0229450608111</c:v>
                </c:pt>
                <c:pt idx="625">
                  <c:v>0.0230333419026</c:v>
                </c:pt>
                <c:pt idx="626">
                  <c:v>0.0231221361437</c:v>
                </c:pt>
                <c:pt idx="627">
                  <c:v>0.0232114475295</c:v>
                </c:pt>
                <c:pt idx="628">
                  <c:v>0.023301280094</c:v>
                </c:pt>
                <c:pt idx="629">
                  <c:v>0.0233916379105</c:v>
                </c:pt>
                <c:pt idx="630">
                  <c:v>0.0234825250924</c:v>
                </c:pt>
                <c:pt idx="631">
                  <c:v>0.0235739457929</c:v>
                </c:pt>
                <c:pt idx="632">
                  <c:v>0.0236659042063</c:v>
                </c:pt>
                <c:pt idx="633">
                  <c:v>0.0237584045682</c:v>
                </c:pt>
                <c:pt idx="634">
                  <c:v>0.0238514511555</c:v>
                </c:pt>
                <c:pt idx="635">
                  <c:v>0.0239450482878</c:v>
                </c:pt>
                <c:pt idx="636">
                  <c:v>0.024039200327</c:v>
                </c:pt>
                <c:pt idx="637">
                  <c:v>0.0241339116785</c:v>
                </c:pt>
                <c:pt idx="638">
                  <c:v>0.0242291867911</c:v>
                </c:pt>
                <c:pt idx="639">
                  <c:v>0.0243250301583</c:v>
                </c:pt>
                <c:pt idx="640">
                  <c:v>0.0244214463178</c:v>
                </c:pt>
                <c:pt idx="641">
                  <c:v>0.0245184398531</c:v>
                </c:pt>
                <c:pt idx="642">
                  <c:v>0.0246160153932</c:v>
                </c:pt>
                <c:pt idx="643">
                  <c:v>0.0247141776136</c:v>
                </c:pt>
                <c:pt idx="644">
                  <c:v>0.0248129312366</c:v>
                </c:pt>
                <c:pt idx="645">
                  <c:v>0.0249122810323</c:v>
                </c:pt>
                <c:pt idx="646">
                  <c:v>0.0250122318185</c:v>
                </c:pt>
                <c:pt idx="647">
                  <c:v>0.0251127884619</c:v>
                </c:pt>
                <c:pt idx="648">
                  <c:v>0.0252139558783</c:v>
                </c:pt>
                <c:pt idx="649">
                  <c:v>0.0253157390332</c:v>
                </c:pt>
                <c:pt idx="650">
                  <c:v>0.0254181429429</c:v>
                </c:pt>
                <c:pt idx="651">
                  <c:v>0.0255211726743</c:v>
                </c:pt>
                <c:pt idx="652">
                  <c:v>0.0256248333462</c:v>
                </c:pt>
                <c:pt idx="653">
                  <c:v>0.0257291301296</c:v>
                </c:pt>
                <c:pt idx="654">
                  <c:v>0.0258340682484</c:v>
                </c:pt>
                <c:pt idx="655">
                  <c:v>0.0259396529801</c:v>
                </c:pt>
                <c:pt idx="656">
                  <c:v>0.0260458896563</c:v>
                </c:pt>
                <c:pt idx="657">
                  <c:v>0.0261527836635</c:v>
                </c:pt>
                <c:pt idx="658">
                  <c:v>0.0262603404438</c:v>
                </c:pt>
                <c:pt idx="659">
                  <c:v>0.0263685654956</c:v>
                </c:pt>
                <c:pt idx="660">
                  <c:v>0.026477464374</c:v>
                </c:pt>
                <c:pt idx="661">
                  <c:v>0.0265870426919</c:v>
                </c:pt>
                <c:pt idx="662">
                  <c:v>0.0266973061203</c:v>
                </c:pt>
                <c:pt idx="663">
                  <c:v>0.0268082603894</c:v>
                </c:pt>
                <c:pt idx="664">
                  <c:v>0.0269199112893</c:v>
                </c:pt>
                <c:pt idx="665">
                  <c:v>0.0270322646703</c:v>
                </c:pt>
                <c:pt idx="666">
                  <c:v>0.0271453264442</c:v>
                </c:pt>
                <c:pt idx="667">
                  <c:v>0.0272591025848</c:v>
                </c:pt>
                <c:pt idx="668">
                  <c:v>0.0273735991286</c:v>
                </c:pt>
                <c:pt idx="669">
                  <c:v>0.0274888221757</c:v>
                </c:pt>
                <c:pt idx="670">
                  <c:v>0.0276047778907</c:v>
                </c:pt>
                <c:pt idx="671">
                  <c:v>0.0277214725032</c:v>
                </c:pt>
                <c:pt idx="672">
                  <c:v>0.027838912309</c:v>
                </c:pt>
                <c:pt idx="673">
                  <c:v>0.0279571036706</c:v>
                </c:pt>
                <c:pt idx="674">
                  <c:v>0.0280760530181</c:v>
                </c:pt>
                <c:pt idx="675">
                  <c:v>0.0281957668504</c:v>
                </c:pt>
                <c:pt idx="676">
                  <c:v>0.0283162517355</c:v>
                </c:pt>
                <c:pt idx="677">
                  <c:v>0.0284375143119</c:v>
                </c:pt>
                <c:pt idx="678">
                  <c:v>0.028559561289</c:v>
                </c:pt>
                <c:pt idx="679">
                  <c:v>0.0286823994486</c:v>
                </c:pt>
                <c:pt idx="680">
                  <c:v>0.0288060356451</c:v>
                </c:pt>
                <c:pt idx="681">
                  <c:v>0.0289304768072</c:v>
                </c:pt>
                <c:pt idx="682">
                  <c:v>0.0290557299381</c:v>
                </c:pt>
                <c:pt idx="683">
                  <c:v>0.0291818021171</c:v>
                </c:pt>
                <c:pt idx="684">
                  <c:v>0.0293087005</c:v>
                </c:pt>
                <c:pt idx="685">
                  <c:v>0.0294364323207</c:v>
                </c:pt>
                <c:pt idx="686">
                  <c:v>0.0295650048915</c:v>
                </c:pt>
                <c:pt idx="687">
                  <c:v>0.0296944256049</c:v>
                </c:pt>
                <c:pt idx="688">
                  <c:v>0.0298247019337</c:v>
                </c:pt>
                <c:pt idx="689">
                  <c:v>0.029955841433</c:v>
                </c:pt>
                <c:pt idx="690">
                  <c:v>0.0300878517406</c:v>
                </c:pt>
                <c:pt idx="691">
                  <c:v>0.0302207405783</c:v>
                </c:pt>
                <c:pt idx="692">
                  <c:v>0.030354515753</c:v>
                </c:pt>
                <c:pt idx="693">
                  <c:v>0.0304891851578</c:v>
                </c:pt>
                <c:pt idx="694">
                  <c:v>0.030624756773</c:v>
                </c:pt>
                <c:pt idx="695">
                  <c:v>0.0307612386676</c:v>
                </c:pt>
                <c:pt idx="696">
                  <c:v>0.0308986389998</c:v>
                </c:pt>
                <c:pt idx="697">
                  <c:v>0.031036966019</c:v>
                </c:pt>
                <c:pt idx="698">
                  <c:v>0.0311762280662</c:v>
                </c:pt>
                <c:pt idx="699">
                  <c:v>0.0313164335758</c:v>
                </c:pt>
                <c:pt idx="700">
                  <c:v>0.0314575910765</c:v>
                </c:pt>
                <c:pt idx="701">
                  <c:v>0.0315997091927</c:v>
                </c:pt>
                <c:pt idx="702">
                  <c:v>0.0317427966455</c:v>
                </c:pt>
                <c:pt idx="703">
                  <c:v>0.0318868622545</c:v>
                </c:pt>
                <c:pt idx="704">
                  <c:v>0.0320319149385</c:v>
                </c:pt>
                <c:pt idx="705">
                  <c:v>0.0321779637173</c:v>
                </c:pt>
                <c:pt idx="706">
                  <c:v>0.0323250177127</c:v>
                </c:pt>
                <c:pt idx="707">
                  <c:v>0.0324730861501</c:v>
                </c:pt>
                <c:pt idx="708">
                  <c:v>0.0326221783596</c:v>
                </c:pt>
                <c:pt idx="709">
                  <c:v>0.0327723037777</c:v>
                </c:pt>
                <c:pt idx="710">
                  <c:v>0.0329234719487</c:v>
                </c:pt>
                <c:pt idx="711">
                  <c:v>0.0330756925258</c:v>
                </c:pt>
                <c:pt idx="712">
                  <c:v>0.0332289752729</c:v>
                </c:pt>
                <c:pt idx="713">
                  <c:v>0.0333833300662</c:v>
                </c:pt>
                <c:pt idx="714">
                  <c:v>0.033538766895</c:v>
                </c:pt>
                <c:pt idx="715">
                  <c:v>0.0336952958642</c:v>
                </c:pt>
                <c:pt idx="716">
                  <c:v>0.0338529271951</c:v>
                </c:pt>
                <c:pt idx="717">
                  <c:v>0.0340116712274</c:v>
                </c:pt>
                <c:pt idx="718">
                  <c:v>0.0341715384204</c:v>
                </c:pt>
                <c:pt idx="719">
                  <c:v>0.0343325393552</c:v>
                </c:pt>
                <c:pt idx="720">
                  <c:v>0.0344946847358</c:v>
                </c:pt>
                <c:pt idx="721">
                  <c:v>0.034657985391</c:v>
                </c:pt>
                <c:pt idx="722">
                  <c:v>0.0348224522761</c:v>
                </c:pt>
                <c:pt idx="723">
                  <c:v>0.0349880964747</c:v>
                </c:pt>
                <c:pt idx="724">
                  <c:v>0.0351549292004</c:v>
                </c:pt>
                <c:pt idx="725">
                  <c:v>0.0353229617983</c:v>
                </c:pt>
                <c:pt idx="726">
                  <c:v>0.0354922057472</c:v>
                </c:pt>
                <c:pt idx="727">
                  <c:v>0.0356626726612</c:v>
                </c:pt>
                <c:pt idx="728">
                  <c:v>0.0358343742917</c:v>
                </c:pt>
                <c:pt idx="729">
                  <c:v>0.0360073225293</c:v>
                </c:pt>
                <c:pt idx="730">
                  <c:v>0.0361815294053</c:v>
                </c:pt>
                <c:pt idx="731">
                  <c:v>0.0363570070943</c:v>
                </c:pt>
                <c:pt idx="732">
                  <c:v>0.0365337679156</c:v>
                </c:pt>
                <c:pt idx="733">
                  <c:v>0.0367118243356</c:v>
                </c:pt>
                <c:pt idx="734">
                  <c:v>0.0368911889696</c:v>
                </c:pt>
                <c:pt idx="735">
                  <c:v>0.037071874584</c:v>
                </c:pt>
                <c:pt idx="736">
                  <c:v>0.0372538940981</c:v>
                </c:pt>
                <c:pt idx="737">
                  <c:v>0.0374372605869</c:v>
                </c:pt>
                <c:pt idx="738">
                  <c:v>0.0376219872823</c:v>
                </c:pt>
                <c:pt idx="739">
                  <c:v>0.0378080875761</c:v>
                </c:pt>
                <c:pt idx="740">
                  <c:v>0.0379955750218</c:v>
                </c:pt>
                <c:pt idx="741">
                  <c:v>0.0381844633372</c:v>
                </c:pt>
                <c:pt idx="742">
                  <c:v>0.0383747664061</c:v>
                </c:pt>
                <c:pt idx="743">
                  <c:v>0.0385664982814</c:v>
                </c:pt>
                <c:pt idx="744">
                  <c:v>0.0387596731867</c:v>
                </c:pt>
                <c:pt idx="745">
                  <c:v>0.0389543055193</c:v>
                </c:pt>
                <c:pt idx="746">
                  <c:v>0.0391504098522</c:v>
                </c:pt>
                <c:pt idx="747">
                  <c:v>0.0393480009369</c:v>
                </c:pt>
                <c:pt idx="748">
                  <c:v>0.0395470937057</c:v>
                </c:pt>
                <c:pt idx="749">
                  <c:v>0.0397477032742</c:v>
                </c:pt>
                <c:pt idx="750">
                  <c:v>0.0399498449442</c:v>
                </c:pt>
                <c:pt idx="751">
                  <c:v>0.040153534206</c:v>
                </c:pt>
                <c:pt idx="752">
                  <c:v>0.040358786741</c:v>
                </c:pt>
                <c:pt idx="753">
                  <c:v>0.0405656184248</c:v>
                </c:pt>
                <c:pt idx="754">
                  <c:v>0.0407740453296</c:v>
                </c:pt>
                <c:pt idx="755">
                  <c:v>0.040984083727</c:v>
                </c:pt>
                <c:pt idx="756">
                  <c:v>0.0411957500911</c:v>
                </c:pt>
                <c:pt idx="757">
                  <c:v>0.0414090611011</c:v>
                </c:pt>
                <c:pt idx="758">
                  <c:v>0.041624033644</c:v>
                </c:pt>
                <c:pt idx="759">
                  <c:v>0.0418406848183</c:v>
                </c:pt>
                <c:pt idx="760">
                  <c:v>0.0420590319361</c:v>
                </c:pt>
                <c:pt idx="761">
                  <c:v>0.0422790925269</c:v>
                </c:pt>
                <c:pt idx="762">
                  <c:v>0.0425008843401</c:v>
                </c:pt>
                <c:pt idx="763">
                  <c:v>0.0427244253484</c:v>
                </c:pt>
                <c:pt idx="764">
                  <c:v>0.0429497337511</c:v>
                </c:pt>
                <c:pt idx="765">
                  <c:v>0.0431768279769</c:v>
                </c:pt>
                <c:pt idx="766">
                  <c:v>0.0434057266878</c:v>
                </c:pt>
                <c:pt idx="767">
                  <c:v>0.0436364487817</c:v>
                </c:pt>
                <c:pt idx="768">
                  <c:v>0.0438690133964</c:v>
                </c:pt>
                <c:pt idx="769">
                  <c:v>0.0441034399124</c:v>
                </c:pt>
                <c:pt idx="770">
                  <c:v>0.0443397479571</c:v>
                </c:pt>
                <c:pt idx="771">
                  <c:v>0.0445779574076</c:v>
                </c:pt>
                <c:pt idx="772">
                  <c:v>0.0448180883946</c:v>
                </c:pt>
                <c:pt idx="773">
                  <c:v>0.0450601613063</c:v>
                </c:pt>
                <c:pt idx="774">
                  <c:v>0.0453041967913</c:v>
                </c:pt>
                <c:pt idx="775">
                  <c:v>0.0455502157632</c:v>
                </c:pt>
                <c:pt idx="776">
                  <c:v>0.0457982394035</c:v>
                </c:pt>
                <c:pt idx="777">
                  <c:v>0.0460482891664</c:v>
                </c:pt>
                <c:pt idx="778">
                  <c:v>0.0463003867817</c:v>
                </c:pt>
                <c:pt idx="779">
                  <c:v>0.0465545542594</c:v>
                </c:pt>
                <c:pt idx="780">
                  <c:v>0.0468108138936</c:v>
                </c:pt>
                <c:pt idx="781">
                  <c:v>0.0470691882661</c:v>
                </c:pt>
                <c:pt idx="782">
                  <c:v>0.0473297002511</c:v>
                </c:pt>
                <c:pt idx="783">
                  <c:v>0.047592373019</c:v>
                </c:pt>
                <c:pt idx="784">
                  <c:v>0.0478572300407</c:v>
                </c:pt>
                <c:pt idx="785">
                  <c:v>0.0481242950919</c:v>
                </c:pt>
                <c:pt idx="786">
                  <c:v>0.0483935922573</c:v>
                </c:pt>
                <c:pt idx="787">
                  <c:v>0.0486651459351</c:v>
                </c:pt>
                <c:pt idx="788">
                  <c:v>0.0489389808417</c:v>
                </c:pt>
                <c:pt idx="789">
                  <c:v>0.0492151220156</c:v>
                </c:pt>
                <c:pt idx="790">
                  <c:v>0.0494935948225</c:v>
                </c:pt>
                <c:pt idx="791">
                  <c:v>0.0497744249596</c:v>
                </c:pt>
                <c:pt idx="792">
                  <c:v>0.0500576384606</c:v>
                </c:pt>
                <c:pt idx="793">
                  <c:v>0.0503432617001</c:v>
                </c:pt>
                <c:pt idx="794">
                  <c:v>0.0506313213987</c:v>
                </c:pt>
                <c:pt idx="795">
                  <c:v>0.0509218446276</c:v>
                </c:pt>
                <c:pt idx="796">
                  <c:v>0.0512148588137</c:v>
                </c:pt>
                <c:pt idx="797">
                  <c:v>0.0515103917445</c:v>
                </c:pt>
                <c:pt idx="798">
                  <c:v>0.0518084715734</c:v>
                </c:pt>
                <c:pt idx="799">
                  <c:v>0.0521091268243</c:v>
                </c:pt>
                <c:pt idx="800">
                  <c:v>0.0524123863973</c:v>
                </c:pt>
                <c:pt idx="801">
                  <c:v>0.0527182795736</c:v>
                </c:pt>
                <c:pt idx="802">
                  <c:v>0.0530268360209</c:v>
                </c:pt>
                <c:pt idx="803">
                  <c:v>0.0533380857987</c:v>
                </c:pt>
                <c:pt idx="804">
                  <c:v>0.0536520593639</c:v>
                </c:pt>
                <c:pt idx="805">
                  <c:v>0.053968787576</c:v>
                </c:pt>
                <c:pt idx="806">
                  <c:v>0.0542883017027</c:v>
                </c:pt>
                <c:pt idx="807">
                  <c:v>0.0546106334257</c:v>
                </c:pt>
                <c:pt idx="808">
                  <c:v>0.054935814846</c:v>
                </c:pt>
                <c:pt idx="809">
                  <c:v>0.0552638784901</c:v>
                </c:pt>
                <c:pt idx="810">
                  <c:v>0.0555948573152</c:v>
                </c:pt>
                <c:pt idx="811">
                  <c:v>0.0559287847153</c:v>
                </c:pt>
                <c:pt idx="812">
                  <c:v>0.0562656945271</c:v>
                </c:pt>
                <c:pt idx="813">
                  <c:v>0.0566056210361</c:v>
                </c:pt>
                <c:pt idx="814">
                  <c:v>0.0569485989819</c:v>
                </c:pt>
                <c:pt idx="815">
                  <c:v>0.0572946635652</c:v>
                </c:pt>
                <c:pt idx="816">
                  <c:v>0.0576438504531</c:v>
                </c:pt>
                <c:pt idx="817">
                  <c:v>0.0579961957856</c:v>
                </c:pt>
                <c:pt idx="818">
                  <c:v>0.0583517361816</c:v>
                </c:pt>
                <c:pt idx="819">
                  <c:v>0.0587105087455</c:v>
                </c:pt>
                <c:pt idx="820">
                  <c:v>0.059072551073</c:v>
                </c:pt>
                <c:pt idx="821">
                  <c:v>0.0594379012576</c:v>
                </c:pt>
                <c:pt idx="822">
                  <c:v>0.0598065978972</c:v>
                </c:pt>
                <c:pt idx="823">
                  <c:v>0.0601786801001</c:v>
                </c:pt>
                <c:pt idx="824">
                  <c:v>0.0605541874916</c:v>
                </c:pt>
                <c:pt idx="825">
                  <c:v>0.0609331602206</c:v>
                </c:pt>
                <c:pt idx="826">
                  <c:v>0.0613156389658</c:v>
                </c:pt>
                <c:pt idx="827">
                  <c:v>0.0617016649424</c:v>
                </c:pt>
                <c:pt idx="828">
                  <c:v>0.0620912799088</c:v>
                </c:pt>
                <c:pt idx="829">
                  <c:v>0.0624845261728</c:v>
                </c:pt>
                <c:pt idx="830">
                  <c:v>0.0628814465982</c:v>
                </c:pt>
                <c:pt idx="831">
                  <c:v>0.0632820846119</c:v>
                </c:pt>
                <c:pt idx="832">
                  <c:v>0.0636864842099</c:v>
                </c:pt>
                <c:pt idx="833">
                  <c:v>0.064094689964</c:v>
                </c:pt>
                <c:pt idx="834">
                  <c:v>0.0645067470288</c:v>
                </c:pt>
                <c:pt idx="835">
                  <c:v>0.0649227011478</c:v>
                </c:pt>
                <c:pt idx="836">
                  <c:v>0.0653425986602</c:v>
                </c:pt>
                <c:pt idx="837">
                  <c:v>0.0657664865075</c:v>
                </c:pt>
                <c:pt idx="838">
                  <c:v>0.0661944122398</c:v>
                </c:pt>
                <c:pt idx="839">
                  <c:v>0.0666264240227</c:v>
                </c:pt>
                <c:pt idx="840">
                  <c:v>0.0670625706433</c:v>
                </c:pt>
                <c:pt idx="841">
                  <c:v>0.0675029015168</c:v>
                </c:pt>
                <c:pt idx="842">
                  <c:v>0.067947466693</c:v>
                </c:pt>
                <c:pt idx="843">
                  <c:v>0.0683963168624</c:v>
                </c:pt>
                <c:pt idx="844">
                  <c:v>0.0688495033626</c:v>
                </c:pt>
                <c:pt idx="845">
                  <c:v>0.0693070781843</c:v>
                </c:pt>
                <c:pt idx="846">
                  <c:v>0.0697690939774</c:v>
                </c:pt>
                <c:pt idx="847">
                  <c:v>0.0702356040569</c:v>
                </c:pt>
                <c:pt idx="848">
                  <c:v>0.070706662409</c:v>
                </c:pt>
                <c:pt idx="849">
                  <c:v>0.0711823236965</c:v>
                </c:pt>
                <c:pt idx="850">
                  <c:v>0.0716626432647</c:v>
                </c:pt>
                <c:pt idx="851">
                  <c:v>0.0721476771465</c:v>
                </c:pt>
                <c:pt idx="852">
                  <c:v>0.0726374820681</c:v>
                </c:pt>
                <c:pt idx="853">
                  <c:v>0.0731321154538</c:v>
                </c:pt>
                <c:pt idx="854">
                  <c:v>0.0736316354313</c:v>
                </c:pt>
                <c:pt idx="855">
                  <c:v>0.0741361008358</c:v>
                </c:pt>
                <c:pt idx="856">
                  <c:v>0.0746455712154</c:v>
                </c:pt>
                <c:pt idx="857">
                  <c:v>0.0751601068346</c:v>
                </c:pt>
                <c:pt idx="858">
                  <c:v>0.0756797686788</c:v>
                </c:pt>
                <c:pt idx="859">
                  <c:v>0.076204618458</c:v>
                </c:pt>
                <c:pt idx="860">
                  <c:v>0.0767347186102</c:v>
                </c:pt>
                <c:pt idx="861">
                  <c:v>0.0772701323047</c:v>
                </c:pt>
                <c:pt idx="862">
                  <c:v>0.0778109234447</c:v>
                </c:pt>
                <c:pt idx="863">
                  <c:v>0.0783571566702</c:v>
                </c:pt>
                <c:pt idx="864">
                  <c:v>0.07890889736</c:v>
                </c:pt>
                <c:pt idx="865">
                  <c:v>0.0794662116334</c:v>
                </c:pt>
                <c:pt idx="866">
                  <c:v>0.0800291663514</c:v>
                </c:pt>
                <c:pt idx="867">
                  <c:v>0.0805978291179</c:v>
                </c:pt>
                <c:pt idx="868">
                  <c:v>0.08117226828</c:v>
                </c:pt>
                <c:pt idx="869">
                  <c:v>0.0817525529279</c:v>
                </c:pt>
                <c:pt idx="870">
                  <c:v>0.0823387528943</c:v>
                </c:pt>
                <c:pt idx="871">
                  <c:v>0.0829309387533</c:v>
                </c:pt>
                <c:pt idx="872">
                  <c:v>0.0835291818187</c:v>
                </c:pt>
                <c:pt idx="873">
                  <c:v>0.0841335541415</c:v>
                </c:pt>
                <c:pt idx="874">
                  <c:v>0.0847441285073</c:v>
                </c:pt>
                <c:pt idx="875">
                  <c:v>0.0853609784322</c:v>
                </c:pt>
                <c:pt idx="876">
                  <c:v>0.0859841781584</c:v>
                </c:pt>
                <c:pt idx="877">
                  <c:v>0.0866138026496</c:v>
                </c:pt>
                <c:pt idx="878">
                  <c:v>0.0872499275842</c:v>
                </c:pt>
                <c:pt idx="879">
                  <c:v>0.0878926293495</c:v>
                </c:pt>
                <c:pt idx="880">
                  <c:v>0.0885419850332</c:v>
                </c:pt>
                <c:pt idx="881">
                  <c:v>0.0891980724152</c:v>
                </c:pt>
                <c:pt idx="882">
                  <c:v>0.0898609699581</c:v>
                </c:pt>
                <c:pt idx="883">
                  <c:v>0.0905307567967</c:v>
                </c:pt>
                <c:pt idx="884">
                  <c:v>0.0912075127261</c:v>
                </c:pt>
                <c:pt idx="885">
                  <c:v>0.0918913181894</c:v>
                </c:pt>
                <c:pt idx="886">
                  <c:v>0.0925822542636</c:v>
                </c:pt>
                <c:pt idx="887">
                  <c:v>0.0932804026447</c:v>
                </c:pt>
                <c:pt idx="888">
                  <c:v>0.0939858456311</c:v>
                </c:pt>
                <c:pt idx="889">
                  <c:v>0.0946986661066</c:v>
                </c:pt>
                <c:pt idx="890">
                  <c:v>0.0954189475209</c:v>
                </c:pt>
                <c:pt idx="891">
                  <c:v>0.0961467738695</c:v>
                </c:pt>
                <c:pt idx="892">
                  <c:v>0.0968822296715</c:v>
                </c:pt>
                <c:pt idx="893">
                  <c:v>0.0976253999469</c:v>
                </c:pt>
                <c:pt idx="894">
                  <c:v>0.0983763701908</c:v>
                </c:pt>
                <c:pt idx="895">
                  <c:v>0.0991352263475</c:v>
                </c:pt>
                <c:pt idx="896">
                  <c:v>0.0999020547817</c:v>
                </c:pt>
                <c:pt idx="897">
                  <c:v>0.100676942249</c:v>
                </c:pt>
                <c:pt idx="898">
                  <c:v>0.101459975862</c:v>
                </c:pt>
                <c:pt idx="899">
                  <c:v>0.102251243059</c:v>
                </c:pt>
                <c:pt idx="900">
                  <c:v>0.103050831568</c:v>
                </c:pt>
                <c:pt idx="901">
                  <c:v>0.103858829367</c:v>
                </c:pt>
                <c:pt idx="902">
                  <c:v>0.104675324644</c:v>
                </c:pt>
                <c:pt idx="903">
                  <c:v>0.105500405756</c:v>
                </c:pt>
                <c:pt idx="904">
                  <c:v>0.106334161187</c:v>
                </c:pt>
                <c:pt idx="905">
                  <c:v>0.107176679496</c:v>
                </c:pt>
                <c:pt idx="906">
                  <c:v>0.108028049272</c:v>
                </c:pt>
                <c:pt idx="907">
                  <c:v>0.10888835908</c:v>
                </c:pt>
                <c:pt idx="908">
                  <c:v>0.10975769741</c:v>
                </c:pt>
                <c:pt idx="909">
                  <c:v>0.110636152618</c:v>
                </c:pt>
                <c:pt idx="910">
                  <c:v>0.111523812868</c:v>
                </c:pt>
                <c:pt idx="911">
                  <c:v>0.11242076607</c:v>
                </c:pt>
                <c:pt idx="912">
                  <c:v>0.113327099814</c:v>
                </c:pt>
                <c:pt idx="913">
                  <c:v>0.114242901305</c:v>
                </c:pt>
                <c:pt idx="914">
                  <c:v>0.115168257293</c:v>
                </c:pt>
                <c:pt idx="915">
                  <c:v>0.116103253996</c:v>
                </c:pt>
                <c:pt idx="916">
                  <c:v>0.11704797703</c:v>
                </c:pt>
                <c:pt idx="917">
                  <c:v>0.118002511323</c:v>
                </c:pt>
                <c:pt idx="918">
                  <c:v>0.118966941039</c:v>
                </c:pt>
                <c:pt idx="919">
                  <c:v>0.119941349491</c:v>
                </c:pt>
                <c:pt idx="920">
                  <c:v>0.120925819051</c:v>
                </c:pt>
                <c:pt idx="921">
                  <c:v>0.12192043106</c:v>
                </c:pt>
                <c:pt idx="922">
                  <c:v>0.122925265735</c:v>
                </c:pt>
                <c:pt idx="923">
                  <c:v>0.123940402069</c:v>
                </c:pt>
                <c:pt idx="924">
                  <c:v>0.124965917732</c:v>
                </c:pt>
                <c:pt idx="925">
                  <c:v>0.126001888966</c:v>
                </c:pt>
                <c:pt idx="926">
                  <c:v>0.12704839048</c:v>
                </c:pt>
                <c:pt idx="927">
                  <c:v>0.128105495338</c:v>
                </c:pt>
                <c:pt idx="928">
                  <c:v>0.129173274846</c:v>
                </c:pt>
                <c:pt idx="929">
                  <c:v>0.130251798438</c:v>
                </c:pt>
                <c:pt idx="930">
                  <c:v>0.131341133555</c:v>
                </c:pt>
                <c:pt idx="931">
                  <c:v>0.132441345524</c:v>
                </c:pt>
                <c:pt idx="932">
                  <c:v>0.133552497433</c:v>
                </c:pt>
                <c:pt idx="933">
                  <c:v>0.134674650005</c:v>
                </c:pt>
                <c:pt idx="934">
                  <c:v>0.135807861465</c:v>
                </c:pt>
                <c:pt idx="935">
                  <c:v>0.13695218741</c:v>
                </c:pt>
                <c:pt idx="936">
                  <c:v>0.138107680674</c:v>
                </c:pt>
                <c:pt idx="937">
                  <c:v>0.139274391193</c:v>
                </c:pt>
                <c:pt idx="938">
                  <c:v>0.140452365859</c:v>
                </c:pt>
                <c:pt idx="939">
                  <c:v>0.14164164839</c:v>
                </c:pt>
                <c:pt idx="940">
                  <c:v>0.142842279178</c:v>
                </c:pt>
                <c:pt idx="941">
                  <c:v>0.14405429515</c:v>
                </c:pt>
                <c:pt idx="942">
                  <c:v>0.145277729625</c:v>
                </c:pt>
                <c:pt idx="943">
                  <c:v>0.146512612163</c:v>
                </c:pt>
                <c:pt idx="944">
                  <c:v>0.147758968423</c:v>
                </c:pt>
                <c:pt idx="945">
                  <c:v>0.149016820015</c:v>
                </c:pt>
                <c:pt idx="946">
                  <c:v>0.150286184355</c:v>
                </c:pt>
                <c:pt idx="947">
                  <c:v>0.151567074515</c:v>
                </c:pt>
                <c:pt idx="948">
                  <c:v>0.152859499083</c:v>
                </c:pt>
                <c:pt idx="949">
                  <c:v>0.154163462015</c:v>
                </c:pt>
                <c:pt idx="950">
                  <c:v>0.155478962492</c:v>
                </c:pt>
                <c:pt idx="951">
                  <c:v>0.156805994782</c:v>
                </c:pt>
                <c:pt idx="952">
                  <c:v>0.158144548099</c:v>
                </c:pt>
                <c:pt idx="953">
                  <c:v>0.159494606469</c:v>
                </c:pt>
                <c:pt idx="954">
                  <c:v>0.160856148595</c:v>
                </c:pt>
                <c:pt idx="955">
                  <c:v>0.162229147731</c:v>
                </c:pt>
                <c:pt idx="956">
                  <c:v>0.163613571557</c:v>
                </c:pt>
                <c:pt idx="957">
                  <c:v>0.165009382057</c:v>
                </c:pt>
                <c:pt idx="958">
                  <c:v>0.166416535406</c:v>
                </c:pt>
                <c:pt idx="959">
                  <c:v>0.167834981862</c:v>
                </c:pt>
                <c:pt idx="960">
                  <c:v>0.16926466566</c:v>
                </c:pt>
                <c:pt idx="961">
                  <c:v>0.170705524919</c:v>
                </c:pt>
                <c:pt idx="962">
                  <c:v>0.172157491554</c:v>
                </c:pt>
                <c:pt idx="963">
                  <c:v>0.173620491191</c:v>
                </c:pt>
                <c:pt idx="964">
                  <c:v>0.175094443099</c:v>
                </c:pt>
                <c:pt idx="965">
                  <c:v>0.176579260123</c:v>
                </c:pt>
                <c:pt idx="966">
                  <c:v>0.178074848633</c:v>
                </c:pt>
                <c:pt idx="967">
                  <c:v>0.179581108476</c:v>
                </c:pt>
                <c:pt idx="968">
                  <c:v>0.181097932944</c:v>
                </c:pt>
                <c:pt idx="969">
                  <c:v>0.182625208749</c:v>
                </c:pt>
                <c:pt idx="970">
                  <c:v>0.184162816014</c:v>
                </c:pt>
                <c:pt idx="971">
                  <c:v>0.185710628269</c:v>
                </c:pt>
                <c:pt idx="972">
                  <c:v>0.187268512464</c:v>
                </c:pt>
                <c:pt idx="973">
                  <c:v>0.188836328991</c:v>
                </c:pt>
                <c:pt idx="974">
                  <c:v>0.190413931726</c:v>
                </c:pt>
                <c:pt idx="975">
                  <c:v>0.192001168069</c:v>
                </c:pt>
                <c:pt idx="976">
                  <c:v>0.193597879016</c:v>
                </c:pt>
                <c:pt idx="977">
                  <c:v>0.19520389923</c:v>
                </c:pt>
                <c:pt idx="978">
                  <c:v>0.19681905713</c:v>
                </c:pt>
                <c:pt idx="979">
                  <c:v>0.198443174996</c:v>
                </c:pt>
                <c:pt idx="980">
                  <c:v>0.200076069086</c:v>
                </c:pt>
                <c:pt idx="981">
                  <c:v>0.201717549764</c:v>
                </c:pt>
                <c:pt idx="982">
                  <c:v>0.203367421647</c:v>
                </c:pt>
                <c:pt idx="983">
                  <c:v>0.20502548376</c:v>
                </c:pt>
                <c:pt idx="984">
                  <c:v>0.206691529707</c:v>
                </c:pt>
                <c:pt idx="985">
                  <c:v>0.208365347856</c:v>
                </c:pt>
                <c:pt idx="986">
                  <c:v>0.210046721535</c:v>
                </c:pt>
                <c:pt idx="987">
                  <c:v>0.211735429242</c:v>
                </c:pt>
                <c:pt idx="988">
                  <c:v>0.213431244863</c:v>
                </c:pt>
                <c:pt idx="989">
                  <c:v>0.215133937906</c:v>
                </c:pt>
                <c:pt idx="990">
                  <c:v>0.216843273748</c:v>
                </c:pt>
                <c:pt idx="991">
                  <c:v>0.218559013883</c:v>
                </c:pt>
                <c:pt idx="992">
                  <c:v>0.220280916189</c:v>
                </c:pt>
                <c:pt idx="993">
                  <c:v>0.222008735202</c:v>
                </c:pt>
                <c:pt idx="994">
                  <c:v>0.223742222395</c:v>
                </c:pt>
                <c:pt idx="995">
                  <c:v>0.225481126466</c:v>
                </c:pt>
                <c:pt idx="996">
                  <c:v>0.227225193639</c:v>
                </c:pt>
                <c:pt idx="997">
                  <c:v>0.228974167959</c:v>
                </c:pt>
                <c:pt idx="998">
                  <c:v>0.230727791604</c:v>
                </c:pt>
                <c:pt idx="999">
                  <c:v>0.232485805194</c:v>
                </c:pt>
                <c:pt idx="1000">
                  <c:v>0.234247948103</c:v>
                </c:pt>
                <c:pt idx="1001">
                  <c:v>0.236013958783</c:v>
                </c:pt>
                <c:pt idx="1002">
                  <c:v>0.237783575072</c:v>
                </c:pt>
                <c:pt idx="1003">
                  <c:v>0.239556534519</c:v>
                </c:pt>
                <c:pt idx="1004">
                  <c:v>0.241332574703</c:v>
                </c:pt>
                <c:pt idx="1005">
                  <c:v>0.243111433544</c:v>
                </c:pt>
                <c:pt idx="1006">
                  <c:v>0.24489284962</c:v>
                </c:pt>
                <c:pt idx="1007">
                  <c:v>0.246676562477</c:v>
                </c:pt>
                <c:pt idx="1008">
                  <c:v>0.248462312935</c:v>
                </c:pt>
                <c:pt idx="1009">
                  <c:v>0.250249843392</c:v>
                </c:pt>
                <c:pt idx="1010">
                  <c:v>0.252038898111</c:v>
                </c:pt>
                <c:pt idx="1011">
                  <c:v>0.253829223517</c:v>
                </c:pt>
                <c:pt idx="1012">
                  <c:v>0.255620568471</c:v>
                </c:pt>
                <c:pt idx="1013">
                  <c:v>0.257412684544</c:v>
                </c:pt>
                <c:pt idx="1014">
                  <c:v>0.259205326279</c:v>
                </c:pt>
                <c:pt idx="1015">
                  <c:v>0.260998251442</c:v>
                </c:pt>
                <c:pt idx="1016">
                  <c:v>0.262791221269</c:v>
                </c:pt>
                <c:pt idx="1017">
                  <c:v>0.26458400069</c:v>
                </c:pt>
                <c:pt idx="1018">
                  <c:v>0.266376358554</c:v>
                </c:pt>
                <c:pt idx="1019">
                  <c:v>0.268168067833</c:v>
                </c:pt>
                <c:pt idx="1020">
                  <c:v>0.269958905817</c:v>
                </c:pt>
                <c:pt idx="1021">
                  <c:v>0.2717486543</c:v>
                </c:pt>
                <c:pt idx="1022">
                  <c:v>0.273537099742</c:v>
                </c:pt>
                <c:pt idx="1023">
                  <c:v>0.27532403343</c:v>
                </c:pt>
                <c:pt idx="1024">
                  <c:v>0.27710925162</c:v>
                </c:pt>
                <c:pt idx="1025">
                  <c:v>0.278892555662</c:v>
                </c:pt>
                <c:pt idx="1026">
                  <c:v>0.280673752116</c:v>
                </c:pt>
                <c:pt idx="1027">
                  <c:v>0.282452652854</c:v>
                </c:pt>
                <c:pt idx="1028">
                  <c:v>0.28422907515</c:v>
                </c:pt>
                <c:pt idx="1029">
                  <c:v>0.286002841746</c:v>
                </c:pt>
                <c:pt idx="1030">
                  <c:v>0.287773780919</c:v>
                </c:pt>
                <c:pt idx="1031">
                  <c:v>0.289541726526</c:v>
                </c:pt>
                <c:pt idx="1032">
                  <c:v>0.291306518039</c:v>
                </c:pt>
                <c:pt idx="1033">
                  <c:v>0.293068000563</c:v>
                </c:pt>
                <c:pt idx="1034">
                  <c:v>0.294826024849</c:v>
                </c:pt>
                <c:pt idx="1035">
                  <c:v>0.296580447284</c:v>
                </c:pt>
                <c:pt idx="1036">
                  <c:v>0.298331129886</c:v>
                </c:pt>
                <c:pt idx="1037">
                  <c:v>0.300077940264</c:v>
                </c:pt>
                <c:pt idx="1038">
                  <c:v>0.301820751593</c:v>
                </c:pt>
                <c:pt idx="1039">
                  <c:v>0.303559442557</c:v>
                </c:pt>
                <c:pt idx="1040">
                  <c:v>0.305293897292</c:v>
                </c:pt>
                <c:pt idx="1041">
                  <c:v>0.30702400532</c:v>
                </c:pt>
                <c:pt idx="1042">
                  <c:v>0.308749661469</c:v>
                </c:pt>
                <c:pt idx="1043">
                  <c:v>0.310470765789</c:v>
                </c:pt>
                <c:pt idx="1044">
                  <c:v>0.312187223453</c:v>
                </c:pt>
                <c:pt idx="1045">
                  <c:v>0.31389894466</c:v>
                </c:pt>
                <c:pt idx="1046">
                  <c:v>0.31560584452</c:v>
                </c:pt>
                <c:pt idx="1047">
                  <c:v>0.317307842941</c:v>
                </c:pt>
                <c:pt idx="1048">
                  <c:v>0.319004864505</c:v>
                </c:pt>
                <c:pt idx="1049">
                  <c:v>0.320696838336</c:v>
                </c:pt>
                <c:pt idx="1050">
                  <c:v>0.32238369797</c:v>
                </c:pt>
                <c:pt idx="1051">
                  <c:v>0.324065381213</c:v>
                </c:pt>
                <c:pt idx="1052">
                  <c:v>0.325741829997</c:v>
                </c:pt>
                <c:pt idx="1053">
                  <c:v>0.327412990234</c:v>
                </c:pt>
                <c:pt idx="1054">
                  <c:v>0.329078811661</c:v>
                </c:pt>
                <c:pt idx="1055">
                  <c:v>0.330739247687</c:v>
                </c:pt>
                <c:pt idx="1056">
                  <c:v>0.332394255234</c:v>
                </c:pt>
                <c:pt idx="1057">
                  <c:v>0.334043794577</c:v>
                </c:pt>
                <c:pt idx="1058">
                  <c:v>0.335687829182</c:v>
                </c:pt>
                <c:pt idx="1059">
                  <c:v>0.33732632554</c:v>
                </c:pt>
                <c:pt idx="1060">
                  <c:v>0.338959252999</c:v>
                </c:pt>
                <c:pt idx="1061">
                  <c:v>0.3405865836</c:v>
                </c:pt>
                <c:pt idx="1062">
                  <c:v>0.342208291909</c:v>
                </c:pt>
                <c:pt idx="1063">
                  <c:v>0.343824354843</c:v>
                </c:pt>
                <c:pt idx="1064">
                  <c:v>0.345434751505</c:v>
                </c:pt>
                <c:pt idx="1065">
                  <c:v>0.347039463011</c:v>
                </c:pt>
                <c:pt idx="1066">
                  <c:v>0.348638472322</c:v>
                </c:pt>
                <c:pt idx="1067">
                  <c:v>0.350231764074</c:v>
                </c:pt>
                <c:pt idx="1068">
                  <c:v>0.351819324407</c:v>
                </c:pt>
                <c:pt idx="1069">
                  <c:v>0.353401140797</c:v>
                </c:pt>
                <c:pt idx="1070">
                  <c:v>0.354977201887</c:v>
                </c:pt>
                <c:pt idx="1071">
                  <c:v>0.356547497321</c:v>
                </c:pt>
                <c:pt idx="1072">
                  <c:v>0.358112017574</c:v>
                </c:pt>
                <c:pt idx="1073">
                  <c:v>0.359670753788</c:v>
                </c:pt>
                <c:pt idx="1074">
                  <c:v>0.361223697607</c:v>
                </c:pt>
                <c:pt idx="1075">
                  <c:v>0.362770841012</c:v>
                </c:pt>
                <c:pt idx="1076">
                  <c:v>0.36431217616</c:v>
                </c:pt>
                <c:pt idx="1077">
                  <c:v>0.365847695219</c:v>
                </c:pt>
                <c:pt idx="1078">
                  <c:v>0.367377390212</c:v>
                </c:pt>
                <c:pt idx="1079">
                  <c:v>0.368901252853</c:v>
                </c:pt>
                <c:pt idx="1080">
                  <c:v>0.370419274393</c:v>
                </c:pt>
                <c:pt idx="1081">
                  <c:v>0.371931445461</c:v>
                </c:pt>
                <c:pt idx="1082">
                  <c:v>0.373437755908</c:v>
                </c:pt>
                <c:pt idx="1083">
                  <c:v>0.374938194653</c:v>
                </c:pt>
                <c:pt idx="1084">
                  <c:v>0.376432749532</c:v>
                </c:pt>
                <c:pt idx="1085">
                  <c:v>0.37792140714</c:v>
                </c:pt>
                <c:pt idx="1086">
                  <c:v>0.379404152688</c:v>
                </c:pt>
                <c:pt idx="1087">
                  <c:v>0.380880969845</c:v>
                </c:pt>
                <c:pt idx="1088">
                  <c:v>0.382351840595</c:v>
                </c:pt>
                <c:pt idx="1089">
                  <c:v>0.383816745084</c:v>
                </c:pt>
                <c:pt idx="1090">
                  <c:v>0.385275661478</c:v>
                </c:pt>
                <c:pt idx="1091">
                  <c:v>0.386728565812</c:v>
                </c:pt>
                <c:pt idx="1092">
                  <c:v>0.388175431848</c:v>
                </c:pt>
                <c:pt idx="1093">
                  <c:v>0.389616230926</c:v>
                </c:pt>
                <c:pt idx="1094">
                  <c:v>0.391050931825</c:v>
                </c:pt>
                <c:pt idx="1095">
                  <c:v>0.392479500615</c:v>
                </c:pt>
                <c:pt idx="1096">
                  <c:v>0.393901900517</c:v>
                </c:pt>
                <c:pt idx="1097">
                  <c:v>0.395318091758</c:v>
                </c:pt>
                <c:pt idx="1098">
                  <c:v>0.396728031431</c:v>
                </c:pt>
                <c:pt idx="1099">
                  <c:v>0.398131673349</c:v>
                </c:pt>
                <c:pt idx="1100">
                  <c:v>0.399528967911</c:v>
                </c:pt>
                <c:pt idx="1101">
                  <c:v>0.400919861951</c:v>
                </c:pt>
                <c:pt idx="1102">
                  <c:v>0.402304298605</c:v>
                </c:pt>
                <c:pt idx="1103">
                  <c:v>0.403682217166</c:v>
                </c:pt>
                <c:pt idx="1104">
                  <c:v>0.405053552941</c:v>
                </c:pt>
                <c:pt idx="1105">
                  <c:v>0.406418237115</c:v>
                </c:pt>
                <c:pt idx="1106">
                  <c:v>0.407776196605</c:v>
                </c:pt>
                <c:pt idx="1107">
                  <c:v>0.409127353923</c:v>
                </c:pt>
                <c:pt idx="1108">
                  <c:v>0.410471627031</c:v>
                </c:pt>
                <c:pt idx="1109">
                  <c:v>0.4118089292</c:v>
                </c:pt>
                <c:pt idx="1110">
                  <c:v>0.413139168872</c:v>
                </c:pt>
                <c:pt idx="1111">
                  <c:v>0.414462249514</c:v>
                </c:pt>
                <c:pt idx="1112">
                  <c:v>0.415778069478</c:v>
                </c:pt>
                <c:pt idx="1113">
                  <c:v>0.417086521858</c:v>
                </c:pt>
                <c:pt idx="1114">
                  <c:v>0.418387494349</c:v>
                </c:pt>
                <c:pt idx="1115">
                  <c:v>0.419680869103</c:v>
                </c:pt>
                <c:pt idx="1116">
                  <c:v>0.420966522587</c:v>
                </c:pt>
                <c:pt idx="1117">
                  <c:v>0.422244325442</c:v>
                </c:pt>
                <c:pt idx="1118">
                  <c:v>0.423514142338</c:v>
                </c:pt>
                <c:pt idx="1119">
                  <c:v>0.424775831831</c:v>
                </c:pt>
                <c:pt idx="1120">
                  <c:v>0.426029246223</c:v>
                </c:pt>
                <c:pt idx="1121">
                  <c:v>0.42727423142</c:v>
                </c:pt>
                <c:pt idx="1122">
                  <c:v>0.428510626786</c:v>
                </c:pt>
                <c:pt idx="1123">
                  <c:v>0.429738265005</c:v>
                </c:pt>
                <c:pt idx="1124">
                  <c:v>0.430956971938</c:v>
                </c:pt>
                <c:pt idx="1125">
                  <c:v>0.432166566484</c:v>
                </c:pt>
                <c:pt idx="1126">
                  <c:v>0.43336686044</c:v>
                </c:pt>
                <c:pt idx="1127">
                  <c:v>0.434557658362</c:v>
                </c:pt>
                <c:pt idx="1128">
                  <c:v>0.435738757427</c:v>
                </c:pt>
                <c:pt idx="1129">
                  <c:v>0.436909947298</c:v>
                </c:pt>
                <c:pt idx="1130">
                  <c:v>0.438071009991</c:v>
                </c:pt>
                <c:pt idx="1131">
                  <c:v>0.439221719739</c:v>
                </c:pt>
                <c:pt idx="1132">
                  <c:v>0.440361842865</c:v>
                </c:pt>
                <c:pt idx="1133">
                  <c:v>0.441491137651</c:v>
                </c:pt>
                <c:pt idx="1134">
                  <c:v>0.442609354216</c:v>
                </c:pt>
                <c:pt idx="1135">
                  <c:v>0.443716234391</c:v>
                </c:pt>
                <c:pt idx="1136">
                  <c:v>0.444811511602</c:v>
                </c:pt>
                <c:pt idx="1137">
                  <c:v>0.445894910756</c:v>
                </c:pt>
                <c:pt idx="1138">
                  <c:v>0.446966148127</c:v>
                </c:pt>
                <c:pt idx="1139">
                  <c:v>0.448024931251</c:v>
                </c:pt>
                <c:pt idx="1140">
                  <c:v>0.449070958827</c:v>
                </c:pt>
                <c:pt idx="1141">
                  <c:v>0.450103920621</c:v>
                </c:pt>
                <c:pt idx="1142">
                  <c:v>0.451123497373</c:v>
                </c:pt>
                <c:pt idx="1143">
                  <c:v>0.452129360719</c:v>
                </c:pt>
                <c:pt idx="1144">
                  <c:v>0.453121173111</c:v>
                </c:pt>
                <c:pt idx="1145">
                  <c:v>0.454098587752</c:v>
                </c:pt>
                <c:pt idx="1146">
                  <c:v>0.455061248534</c:v>
                </c:pt>
                <c:pt idx="1147">
                  <c:v>0.45600878999</c:v>
                </c:pt>
                <c:pt idx="1148">
                  <c:v>0.456940837249</c:v>
                </c:pt>
                <c:pt idx="1149">
                  <c:v>0.457857006009</c:v>
                </c:pt>
                <c:pt idx="1150">
                  <c:v>0.458756902515</c:v>
                </c:pt>
                <c:pt idx="1151">
                  <c:v>0.459640123552</c:v>
                </c:pt>
                <c:pt idx="1152">
                  <c:v>0.46050625645</c:v>
                </c:pt>
                <c:pt idx="1153">
                  <c:v>0.461354879101</c:v>
                </c:pt>
                <c:pt idx="1154">
                  <c:v>0.462185559993</c:v>
                </c:pt>
                <c:pt idx="1155">
                  <c:v>0.462997858256</c:v>
                </c:pt>
                <c:pt idx="1156">
                  <c:v>0.463791323725</c:v>
                </c:pt>
                <c:pt idx="1157">
                  <c:v>0.464565497022</c:v>
                </c:pt>
                <c:pt idx="1158">
                  <c:v>0.465319909654</c:v>
                </c:pt>
                <c:pt idx="1159">
                  <c:v>0.466054084128</c:v>
                </c:pt>
                <c:pt idx="1160">
                  <c:v>0.466767534089</c:v>
                </c:pt>
                <c:pt idx="1161">
                  <c:v>0.467459764478</c:v>
                </c:pt>
                <c:pt idx="1162">
                  <c:v>0.468130271708</c:v>
                </c:pt>
                <c:pt idx="1163">
                  <c:v>0.468778543866</c:v>
                </c:pt>
                <c:pt idx="1164">
                  <c:v>0.469404060942</c:v>
                </c:pt>
                <c:pt idx="1165">
                  <c:v>0.470006295072</c:v>
                </c:pt>
                <c:pt idx="1166">
                  <c:v>0.470584710818</c:v>
                </c:pt>
                <c:pt idx="1167">
                  <c:v>0.471138765467</c:v>
                </c:pt>
                <c:pt idx="1168">
                  <c:v>0.471667909361</c:v>
                </c:pt>
                <c:pt idx="1169">
                  <c:v>0.472171586254</c:v>
                </c:pt>
                <c:pt idx="1170">
                  <c:v>0.472649233699</c:v>
                </c:pt>
                <c:pt idx="1171">
                  <c:v>0.473100283464</c:v>
                </c:pt>
                <c:pt idx="1172">
                  <c:v>0.473524161978</c:v>
                </c:pt>
                <c:pt idx="1173">
                  <c:v>0.473920290816</c:v>
                </c:pt>
                <c:pt idx="1174">
                  <c:v>0.474288087203</c:v>
                </c:pt>
                <c:pt idx="1175">
                  <c:v>0.474626964566</c:v>
                </c:pt>
                <c:pt idx="1176">
                  <c:v>0.474936333108</c:v>
                </c:pt>
                <c:pt idx="1177">
                  <c:v>0.475215600424</c:v>
                </c:pt>
                <c:pt idx="1178">
                  <c:v>0.475464172144</c:v>
                </c:pt>
                <c:pt idx="1179">
                  <c:v>0.47568145262</c:v>
                </c:pt>
                <c:pt idx="1180">
                  <c:v>0.475866845642</c:v>
                </c:pt>
                <c:pt idx="1181">
                  <c:v>0.476019755189</c:v>
                </c:pt>
                <c:pt idx="1182">
                  <c:v>0.476139586218</c:v>
                </c:pt>
                <c:pt idx="1183">
                  <c:v>0.476225745488</c:v>
                </c:pt>
                <c:pt idx="1184">
                  <c:v>0.476277642416</c:v>
                </c:pt>
                <c:pt idx="1185">
                  <c:v>0.476294689971</c:v>
                </c:pt>
                <c:pt idx="1186">
                  <c:v>0.476276305596</c:v>
                </c:pt>
                <c:pt idx="1187">
                  <c:v>0.476221912171</c:v>
                </c:pt>
                <c:pt idx="1188">
                  <c:v>0.476130938998</c:v>
                </c:pt>
                <c:pt idx="1189">
                  <c:v>0.476002822827</c:v>
                </c:pt>
                <c:pt idx="1190">
                  <c:v>0.475837008903</c:v>
                </c:pt>
                <c:pt idx="1191">
                  <c:v>0.475632952045</c:v>
                </c:pt>
                <c:pt idx="1192">
                  <c:v>0.475390117751</c:v>
                </c:pt>
                <c:pt idx="1193">
                  <c:v>0.475107983322</c:v>
                </c:pt>
                <c:pt idx="1194">
                  <c:v>0.474786039017</c:v>
                </c:pt>
                <c:pt idx="1195">
                  <c:v>0.47442378922</c:v>
                </c:pt>
                <c:pt idx="1196">
                  <c:v>0.474020753623</c:v>
                </c:pt>
                <c:pt idx="1197">
                  <c:v>0.47357646843</c:v>
                </c:pt>
                <c:pt idx="1198">
                  <c:v>0.473090487566</c:v>
                </c:pt>
                <c:pt idx="1199">
                  <c:v>0.472562383894</c:v>
                </c:pt>
                <c:pt idx="1200">
                  <c:v>0.471991750438</c:v>
                </c:pt>
                <c:pt idx="1201">
                  <c:v>0.471378201604</c:v>
                </c:pt>
                <c:pt idx="1202">
                  <c:v>0.470721374403</c:v>
                </c:pt>
                <c:pt idx="1203">
                  <c:v>0.470020929657</c:v>
                </c:pt>
                <c:pt idx="1204">
                  <c:v>0.469276553202</c:v>
                </c:pt>
                <c:pt idx="1205">
                  <c:v>0.468487957067</c:v>
                </c:pt>
                <c:pt idx="1206">
                  <c:v>0.467654880645</c:v>
                </c:pt>
                <c:pt idx="1207">
                  <c:v>0.466777091818</c:v>
                </c:pt>
                <c:pt idx="1208">
                  <c:v>0.465854388075</c:v>
                </c:pt>
                <c:pt idx="1209">
                  <c:v>0.464886597579</c:v>
                </c:pt>
                <c:pt idx="1210">
                  <c:v>0.463873580199</c:v>
                </c:pt>
                <c:pt idx="1211">
                  <c:v>0.4628152285</c:v>
                </c:pt>
                <c:pt idx="1212">
                  <c:v>0.461711468682</c:v>
                </c:pt>
                <c:pt idx="1213">
                  <c:v>0.460562261463</c:v>
                </c:pt>
                <c:pt idx="1214">
                  <c:v>0.459367602904</c:v>
                </c:pt>
                <c:pt idx="1215">
                  <c:v>0.458127525175</c:v>
                </c:pt>
                <c:pt idx="1216">
                  <c:v>0.456842097246</c:v>
                </c:pt>
                <c:pt idx="1217">
                  <c:v>0.455511425509</c:v>
                </c:pt>
                <c:pt idx="1218">
                  <c:v>0.454135654327</c:v>
                </c:pt>
                <c:pt idx="1219">
                  <c:v>0.452714966495</c:v>
                </c:pt>
                <c:pt idx="1220">
                  <c:v>0.451249583627</c:v>
                </c:pt>
                <c:pt idx="1221">
                  <c:v>0.449739766445</c:v>
                </c:pt>
                <c:pt idx="1222">
                  <c:v>0.448185814988</c:v>
                </c:pt>
                <c:pt idx="1223">
                  <c:v>0.446588068722</c:v>
                </c:pt>
                <c:pt idx="1224">
                  <c:v>0.444946906557</c:v>
                </c:pt>
                <c:pt idx="1225">
                  <c:v>0.443262746767</c:v>
                </c:pt>
                <c:pt idx="1226">
                  <c:v>0.441536046815</c:v>
                </c:pt>
                <c:pt idx="1227">
                  <c:v>0.43976730307</c:v>
                </c:pt>
                <c:pt idx="1228">
                  <c:v>0.437957050435</c:v>
                </c:pt>
                <c:pt idx="1229">
                  <c:v>0.43610586187</c:v>
                </c:pt>
                <c:pt idx="1230">
                  <c:v>0.434214347816</c:v>
                </c:pt>
                <c:pt idx="1231">
                  <c:v>0.43228315552</c:v>
                </c:pt>
                <c:pt idx="1232">
                  <c:v>0.430312968268</c:v>
                </c:pt>
                <c:pt idx="1233">
                  <c:v>0.428304504518</c:v>
                </c:pt>
                <c:pt idx="1234">
                  <c:v>0.426258516939</c:v>
                </c:pt>
                <c:pt idx="1235">
                  <c:v>0.424175791371</c:v>
                </c:pt>
                <c:pt idx="1236">
                  <c:v>0.422057145687</c:v>
                </c:pt>
                <c:pt idx="1237">
                  <c:v>0.419903428577</c:v>
                </c:pt>
                <c:pt idx="1238">
                  <c:v>0.417715518258</c:v>
                </c:pt>
                <c:pt idx="1239">
                  <c:v>0.415494321101</c:v>
                </c:pt>
                <c:pt idx="1240">
                  <c:v>0.413240770199</c:v>
                </c:pt>
                <c:pt idx="1241">
                  <c:v>0.410955823866</c:v>
                </c:pt>
                <c:pt idx="1242">
                  <c:v>0.40864046408</c:v>
                </c:pt>
                <c:pt idx="1243">
                  <c:v>0.40629569487</c:v>
                </c:pt>
                <c:pt idx="1244">
                  <c:v>0.403922540664</c:v>
                </c:pt>
                <c:pt idx="1245">
                  <c:v>0.401522044593</c:v>
                </c:pt>
                <c:pt idx="1246">
                  <c:v>0.399095266756</c:v>
                </c:pt>
                <c:pt idx="1247">
                  <c:v>0.396643282473</c:v>
                </c:pt>
                <c:pt idx="1248">
                  <c:v>0.394167180499</c:v>
                </c:pt>
                <c:pt idx="1249">
                  <c:v>0.391668061239</c:v>
                </c:pt>
                <c:pt idx="1250">
                  <c:v>0.389147034946</c:v>
                </c:pt>
                <c:pt idx="1251">
                  <c:v>0.386605219922</c:v>
                </c:pt>
                <c:pt idx="1252">
                  <c:v>0.384043740723</c:v>
                </c:pt>
                <c:pt idx="1253">
                  <c:v>0.381463726377</c:v>
                </c:pt>
                <c:pt idx="1254">
                  <c:v>0.378866308613</c:v>
                </c:pt>
                <c:pt idx="1255">
                  <c:v>0.376252620123</c:v>
                </c:pt>
                <c:pt idx="1256">
                  <c:v>0.373623792843</c:v>
                </c:pt>
                <c:pt idx="1257">
                  <c:v>0.370980956277</c:v>
                </c:pt>
                <c:pt idx="1258">
                  <c:v>0.368325235849</c:v>
                </c:pt>
                <c:pt idx="1259">
                  <c:v>0.365657751306</c:v>
                </c:pt>
                <c:pt idx="1260">
                  <c:v>0.362979615171</c:v>
                </c:pt>
                <c:pt idx="1261">
                  <c:v>0.360291931238</c:v>
                </c:pt>
                <c:pt idx="1262">
                  <c:v>0.35759579313</c:v>
                </c:pt>
                <c:pt idx="1263">
                  <c:v>0.354892282918</c:v>
                </c:pt>
                <c:pt idx="1264">
                  <c:v>0.352182469791</c:v>
                </c:pt>
                <c:pt idx="1265">
                  <c:v>0.349467408799</c:v>
                </c:pt>
                <c:pt idx="1266">
                  <c:v>0.346748139659</c:v>
                </c:pt>
                <c:pt idx="1267">
                  <c:v>0.34402568563</c:v>
                </c:pt>
                <c:pt idx="1268">
                  <c:v>0.341301052458</c:v>
                </c:pt>
                <c:pt idx="1269">
                  <c:v>0.338575227383</c:v>
                </c:pt>
                <c:pt idx="1270">
                  <c:v>0.335849178234</c:v>
                </c:pt>
                <c:pt idx="1271">
                  <c:v>0.333123852575</c:v>
                </c:pt>
                <c:pt idx="1272">
                  <c:v>0.33040017694</c:v>
                </c:pt>
                <c:pt idx="1273">
                  <c:v>0.327679056127</c:v>
                </c:pt>
                <c:pt idx="1274">
                  <c:v>0.324961372568</c:v>
                </c:pt>
                <c:pt idx="1275">
                  <c:v>0.322247985768</c:v>
                </c:pt>
                <c:pt idx="1276">
                  <c:v>0.319539731812</c:v>
                </c:pt>
                <c:pt idx="1277">
                  <c:v>0.316837422939</c:v>
                </c:pt>
                <c:pt idx="1278">
                  <c:v>0.31414184718</c:v>
                </c:pt>
                <c:pt idx="1279">
                  <c:v>0.311453768064</c:v>
                </c:pt>
                <c:pt idx="1280">
                  <c:v>0.308773924382</c:v>
                </c:pt>
                <c:pt idx="1281">
                  <c:v>0.306103030012</c:v>
                </c:pt>
                <c:pt idx="1282">
                  <c:v>0.303441773804</c:v>
                </c:pt>
                <c:pt idx="1283">
                  <c:v>0.300790819514</c:v>
                </c:pt>
                <c:pt idx="1284">
                  <c:v>0.298150805802</c:v>
                </c:pt>
                <c:pt idx="1285">
                  <c:v>0.295522346265</c:v>
                </c:pt>
                <c:pt idx="1286">
                  <c:v>0.292906029535</c:v>
                </c:pt>
                <c:pt idx="1287">
                  <c:v>0.290302419406</c:v>
                </c:pt>
                <c:pt idx="1288">
                  <c:v>0.287712055017</c:v>
                </c:pt>
                <c:pt idx="1289">
                  <c:v>0.285135451067</c:v>
                </c:pt>
                <c:pt idx="1290">
                  <c:v>0.282573098068</c:v>
                </c:pt>
                <c:pt idx="1291">
                  <c:v>0.280025462638</c:v>
                </c:pt>
                <c:pt idx="1292">
                  <c:v>0.277492987819</c:v>
                </c:pt>
                <c:pt idx="1293">
                  <c:v>0.27497609343</c:v>
                </c:pt>
                <c:pt idx="1294">
                  <c:v>0.272475176446</c:v>
                </c:pt>
                <c:pt idx="1295">
                  <c:v>0.269990611399</c:v>
                </c:pt>
                <c:pt idx="1296">
                  <c:v>0.267522750804</c:v>
                </c:pt>
                <c:pt idx="1297">
                  <c:v>0.265071925602</c:v>
                </c:pt>
                <c:pt idx="1298">
                  <c:v>0.262638445627</c:v>
                </c:pt>
                <c:pt idx="1299">
                  <c:v>0.260222600081</c:v>
                </c:pt>
                <c:pt idx="1300">
                  <c:v>0.257824658025</c:v>
                </c:pt>
                <c:pt idx="1301">
                  <c:v>0.255444868883</c:v>
                </c:pt>
                <c:pt idx="1302">
                  <c:v>0.253083462957</c:v>
                </c:pt>
                <c:pt idx="1303">
                  <c:v>0.250740651944</c:v>
                </c:pt>
                <c:pt idx="1304">
                  <c:v>0.248416629462</c:v>
                </c:pt>
                <c:pt idx="1305">
                  <c:v>0.246111571584</c:v>
                </c:pt>
                <c:pt idx="1306">
                  <c:v>0.243825637368</c:v>
                </c:pt>
                <c:pt idx="1307">
                  <c:v>0.241558969396</c:v>
                </c:pt>
                <c:pt idx="1308">
                  <c:v>0.239311694304</c:v>
                </c:pt>
                <c:pt idx="1309">
                  <c:v>0.23708392332</c:v>
                </c:pt>
                <c:pt idx="1310">
                  <c:v>0.234875752793</c:v>
                </c:pt>
                <c:pt idx="1311">
                  <c:v>0.232687264723</c:v>
                </c:pt>
                <c:pt idx="1312">
                  <c:v>0.230518527284</c:v>
                </c:pt>
                <c:pt idx="1313">
                  <c:v>0.228369595342</c:v>
                </c:pt>
                <c:pt idx="1314">
                  <c:v>0.226240510966</c:v>
                </c:pt>
                <c:pt idx="1315">
                  <c:v>0.224131303937</c:v>
                </c:pt>
                <c:pt idx="1316">
                  <c:v>0.222041992241</c:v>
                </c:pt>
                <c:pt idx="1317">
                  <c:v>0.219972582563</c:v>
                </c:pt>
                <c:pt idx="1318">
                  <c:v>0.217923070763</c:v>
                </c:pt>
                <c:pt idx="1319">
                  <c:v>0.215893442352</c:v>
                </c:pt>
                <c:pt idx="1320">
                  <c:v>0.213883672951</c:v>
                </c:pt>
                <c:pt idx="1321">
                  <c:v>0.211893728744</c:v>
                </c:pt>
                <c:pt idx="1322">
                  <c:v>0.209923566919</c:v>
                </c:pt>
                <c:pt idx="1323">
                  <c:v>0.207973136098</c:v>
                </c:pt>
                <c:pt idx="1324">
                  <c:v>0.206042376758</c:v>
                </c:pt>
                <c:pt idx="1325">
                  <c:v>0.204131221642</c:v>
                </c:pt>
                <c:pt idx="1326">
                  <c:v>0.202239596152</c:v>
                </c:pt>
                <c:pt idx="1327">
                  <c:v>0.200367418741</c:v>
                </c:pt>
                <c:pt idx="1328">
                  <c:v>0.198514601285</c:v>
                </c:pt>
                <c:pt idx="1329">
                  <c:v>0.196681049449</c:v>
                </c:pt>
                <c:pt idx="1330">
                  <c:v>0.19486666304</c:v>
                </c:pt>
                <c:pt idx="1331">
                  <c:v>0.193071336347</c:v>
                </c:pt>
                <c:pt idx="1332">
                  <c:v>0.191294958474</c:v>
                </c:pt>
                <c:pt idx="1333">
                  <c:v>0.189537413659</c:v>
                </c:pt>
                <c:pt idx="1334">
                  <c:v>0.187798581581</c:v>
                </c:pt>
                <c:pt idx="1335">
                  <c:v>0.186078337661</c:v>
                </c:pt>
                <c:pt idx="1336">
                  <c:v>0.184376553347</c:v>
                </c:pt>
                <c:pt idx="1337">
                  <c:v>0.182693096388</c:v>
                </c:pt>
                <c:pt idx="1338">
                  <c:v>0.181027831109</c:v>
                </c:pt>
                <c:pt idx="1339">
                  <c:v>0.179380618657</c:v>
                </c:pt>
                <c:pt idx="1340">
                  <c:v>0.177751317255</c:v>
                </c:pt>
                <c:pt idx="1341">
                  <c:v>0.176139782432</c:v>
                </c:pt>
                <c:pt idx="1342">
                  <c:v>0.174545867258</c:v>
                </c:pt>
                <c:pt idx="1343">
                  <c:v>0.172969422555</c:v>
                </c:pt>
                <c:pt idx="1344">
                  <c:v>0.171410297107</c:v>
                </c:pt>
                <c:pt idx="1345">
                  <c:v>0.169868337861</c:v>
                </c:pt>
                <c:pt idx="1346">
                  <c:v>0.168343390119</c:v>
                </c:pt>
                <c:pt idx="1347">
                  <c:v>0.16683529772</c:v>
                </c:pt>
                <c:pt idx="1348">
                  <c:v>0.165343903211</c:v>
                </c:pt>
                <c:pt idx="1349">
                  <c:v>0.16386904802</c:v>
                </c:pt>
                <c:pt idx="1350">
                  <c:v>0.162410572611</c:v>
                </c:pt>
                <c:pt idx="1351">
                  <c:v>0.160968316637</c:v>
                </c:pt>
                <c:pt idx="1352">
                  <c:v>0.159542119082</c:v>
                </c:pt>
                <c:pt idx="1353">
                  <c:v>0.158131818403</c:v>
                </c:pt>
                <c:pt idx="1354">
                  <c:v>0.156737252655</c:v>
                </c:pt>
                <c:pt idx="1355">
                  <c:v>0.15535825962</c:v>
                </c:pt>
                <c:pt idx="1356">
                  <c:v>0.153994676923</c:v>
                </c:pt>
                <c:pt idx="1357">
                  <c:v>0.152646342143</c:v>
                </c:pt>
                <c:pt idx="1358">
                  <c:v>0.151313092919</c:v>
                </c:pt>
                <c:pt idx="1359">
                  <c:v>0.149994767053</c:v>
                </c:pt>
                <c:pt idx="1360">
                  <c:v>0.1486912026</c:v>
                </c:pt>
                <c:pt idx="1361">
                  <c:v>0.147402237961</c:v>
                </c:pt>
                <c:pt idx="1362">
                  <c:v>0.146127711968</c:v>
                </c:pt>
                <c:pt idx="1363">
                  <c:v>0.14486746396</c:v>
                </c:pt>
                <c:pt idx="1364">
                  <c:v>0.143621333864</c:v>
                </c:pt>
                <c:pt idx="1365">
                  <c:v>0.142389162258</c:v>
                </c:pt>
                <c:pt idx="1366">
                  <c:v>0.141170790443</c:v>
                </c:pt>
                <c:pt idx="1367">
                  <c:v>0.139966060505</c:v>
                </c:pt>
                <c:pt idx="1368">
                  <c:v>0.13877481537</c:v>
                </c:pt>
                <c:pt idx="1369">
                  <c:v>0.13759689886</c:v>
                </c:pt>
                <c:pt idx="1370">
                  <c:v>0.136432155745</c:v>
                </c:pt>
                <c:pt idx="1371">
                  <c:v>0.135280431787</c:v>
                </c:pt>
                <c:pt idx="1372">
                  <c:v>0.13414157379</c:v>
                </c:pt>
                <c:pt idx="1373">
                  <c:v>0.133015429635</c:v>
                </c:pt>
                <c:pt idx="1374">
                  <c:v>0.131901848319</c:v>
                </c:pt>
                <c:pt idx="1375">
                  <c:v>0.130800679994</c:v>
                </c:pt>
                <c:pt idx="1376">
                  <c:v>0.129711775995</c:v>
                </c:pt>
                <c:pt idx="1377">
                  <c:v>0.128634988869</c:v>
                </c:pt>
                <c:pt idx="1378">
                  <c:v>0.127570172408</c:v>
                </c:pt>
                <c:pt idx="1379">
                  <c:v>0.126517181665</c:v>
                </c:pt>
                <c:pt idx="1380">
                  <c:v>0.125475872984</c:v>
                </c:pt>
                <c:pt idx="1381">
                  <c:v>0.124446104018</c:v>
                </c:pt>
                <c:pt idx="1382">
                  <c:v>0.123427733743</c:v>
                </c:pt>
                <c:pt idx="1383">
                  <c:v>0.12242062248</c:v>
                </c:pt>
                <c:pt idx="1384">
                  <c:v>0.121424631907</c:v>
                </c:pt>
                <c:pt idx="1385">
                  <c:v>0.120439625072</c:v>
                </c:pt>
                <c:pt idx="1386">
                  <c:v>0.119465466401</c:v>
                </c:pt>
                <c:pt idx="1387">
                  <c:v>0.118502021712</c:v>
                </c:pt>
                <c:pt idx="1388">
                  <c:v>0.11754915822</c:v>
                </c:pt>
                <c:pt idx="1389">
                  <c:v>0.116606744544</c:v>
                </c:pt>
                <c:pt idx="1390">
                  <c:v>0.115674650711</c:v>
                </c:pt>
                <c:pt idx="1391">
                  <c:v>0.114752748162</c:v>
                </c:pt>
                <c:pt idx="1392">
                  <c:v>0.113840909753</c:v>
                </c:pt>
                <c:pt idx="1393">
                  <c:v>0.112939009756</c:v>
                </c:pt>
                <c:pt idx="1394">
                  <c:v>0.11204692386</c:v>
                </c:pt>
                <c:pt idx="1395">
                  <c:v>0.11116452917</c:v>
                </c:pt>
                <c:pt idx="1396">
                  <c:v>0.110291704206</c:v>
                </c:pt>
                <c:pt idx="1397">
                  <c:v>0.1094283289</c:v>
                </c:pt>
                <c:pt idx="1398">
                  <c:v>0.108574284592</c:v>
                </c:pt>
                <c:pt idx="1399">
                  <c:v>0.107729454026</c:v>
                </c:pt>
                <c:pt idx="1400">
                  <c:v>0.106893721346</c:v>
                </c:pt>
                <c:pt idx="1401">
                  <c:v>0.10606697209</c:v>
                </c:pt>
                <c:pt idx="1402">
                  <c:v>0.105249093182</c:v>
                </c:pt>
                <c:pt idx="1403">
                  <c:v>0.104439972928</c:v>
                </c:pt>
                <c:pt idx="1404">
                  <c:v>0.103639501005</c:v>
                </c:pt>
                <c:pt idx="1405">
                  <c:v>0.102847568458</c:v>
                </c:pt>
                <c:pt idx="1406">
                  <c:v>0.102064067685</c:v>
                </c:pt>
                <c:pt idx="1407">
                  <c:v>0.101288892433</c:v>
                </c:pt>
                <c:pt idx="1408">
                  <c:v>0.100521937788</c:v>
                </c:pt>
                <c:pt idx="1409">
                  <c:v>0.0997631001619</c:v>
                </c:pt>
                <c:pt idx="1410">
                  <c:v>0.0990122772864</c:v>
                </c:pt>
                <c:pt idx="1411">
                  <c:v>0.0982693682</c:v>
                </c:pt>
                <c:pt idx="1412">
                  <c:v>0.0975342732382</c:v>
                </c:pt>
                <c:pt idx="1413">
                  <c:v>0.0968068940221</c:v>
                </c:pt>
                <c:pt idx="1414">
                  <c:v>0.096087133447</c:v>
                </c:pt>
                <c:pt idx="1415">
                  <c:v>0.0953748956711</c:v>
                </c:pt>
                <c:pt idx="1416">
                  <c:v>0.0946700861035</c:v>
                </c:pt>
                <c:pt idx="1417">
                  <c:v>0.0939726113922</c:v>
                </c:pt>
                <c:pt idx="1418">
                  <c:v>0.0932823794123</c:v>
                </c:pt>
                <c:pt idx="1419">
                  <c:v>0.0925992992533</c:v>
                </c:pt>
                <c:pt idx="1420">
                  <c:v>0.0919232812068</c:v>
                </c:pt>
                <c:pt idx="1421">
                  <c:v>0.0912542367542</c:v>
                </c:pt>
                <c:pt idx="1422">
                  <c:v>0.0905920785539</c:v>
                </c:pt>
                <c:pt idx="1423">
                  <c:v>0.0899367204284</c:v>
                </c:pt>
                <c:pt idx="1424">
                  <c:v>0.0892880773519</c:v>
                </c:pt>
                <c:pt idx="1425">
                  <c:v>0.0886460654372</c:v>
                </c:pt>
                <c:pt idx="1426">
                  <c:v>0.0880106019229</c:v>
                </c:pt>
                <c:pt idx="1427">
                  <c:v>0.0873816051605</c:v>
                </c:pt>
                <c:pt idx="1428">
                  <c:v>0.0867589946016</c:v>
                </c:pt>
                <c:pt idx="1429">
                  <c:v>0.0861426907847</c:v>
                </c:pt>
                <c:pt idx="1430">
                  <c:v>0.0855326153225</c:v>
                </c:pt>
                <c:pt idx="1431">
                  <c:v>0.0849286908889</c:v>
                </c:pt>
                <c:pt idx="1432">
                  <c:v>0.0843308412063</c:v>
                </c:pt>
                <c:pt idx="1433">
                  <c:v>0.0837389910323</c:v>
                </c:pt>
                <c:pt idx="1434">
                  <c:v>0.0831530661473</c:v>
                </c:pt>
                <c:pt idx="1435">
                  <c:v>0.0825729933415</c:v>
                </c:pt>
                <c:pt idx="1436">
                  <c:v>0.0819987004023</c:v>
                </c:pt>
                <c:pt idx="1437">
                  <c:v>0.0814301161016</c:v>
                </c:pt>
                <c:pt idx="1438">
                  <c:v>0.0808671701831</c:v>
                </c:pt>
                <c:pt idx="1439">
                  <c:v>0.0803097933498</c:v>
                </c:pt>
                <c:pt idx="1440">
                  <c:v>0.0797579172519</c:v>
                </c:pt>
                <c:pt idx="1441">
                  <c:v>0.0792114744736</c:v>
                </c:pt>
                <c:pt idx="1442">
                  <c:v>0.0786703985217</c:v>
                </c:pt>
                <c:pt idx="1443">
                  <c:v>0.0781346238129</c:v>
                </c:pt>
                <c:pt idx="1444">
                  <c:v>0.0776040856617</c:v>
                </c:pt>
                <c:pt idx="1445">
                  <c:v>0.0770787202686</c:v>
                </c:pt>
                <c:pt idx="1446">
                  <c:v>0.0765584647081</c:v>
                </c:pt>
                <c:pt idx="1447">
                  <c:v>0.0760432569166</c:v>
                </c:pt>
                <c:pt idx="1448">
                  <c:v>0.0755330356813</c:v>
                </c:pt>
                <c:pt idx="1449">
                  <c:v>0.0750277406279</c:v>
                </c:pt>
                <c:pt idx="1450">
                  <c:v>0.0745273122096</c:v>
                </c:pt>
                <c:pt idx="1451">
                  <c:v>0.0740316916955</c:v>
                </c:pt>
                <c:pt idx="1452">
                  <c:v>0.0735408211595</c:v>
                </c:pt>
                <c:pt idx="1453">
                  <c:v>0.0730546434689</c:v>
                </c:pt>
                <c:pt idx="1454">
                  <c:v>0.0725731022735</c:v>
                </c:pt>
                <c:pt idx="1455">
                  <c:v>0.0720961419948</c:v>
                </c:pt>
                <c:pt idx="1456">
                  <c:v>0.0716237078149</c:v>
                </c:pt>
                <c:pt idx="1457">
                  <c:v>0.0711557456661</c:v>
                </c:pt>
                <c:pt idx="1458">
                  <c:v>0.0706922022202</c:v>
                </c:pt>
                <c:pt idx="1459">
                  <c:v>0.0702330248779</c:v>
                </c:pt>
                <c:pt idx="1460">
                  <c:v>0.069778161759</c:v>
                </c:pt>
                <c:pt idx="1461">
                  <c:v>0.0693275616915</c:v>
                </c:pt>
                <c:pt idx="1462">
                  <c:v>0.0688811742022</c:v>
                </c:pt>
                <c:pt idx="1463">
                  <c:v>0.0684389495061</c:v>
                </c:pt>
                <c:pt idx="1464">
                  <c:v>0.0680008384971</c:v>
                </c:pt>
                <c:pt idx="1465">
                  <c:v>0.067566792738</c:v>
                </c:pt>
                <c:pt idx="1466">
                  <c:v>0.0671367644509</c:v>
                </c:pt>
                <c:pt idx="1467">
                  <c:v>0.066710706508</c:v>
                </c:pt>
                <c:pt idx="1468">
                  <c:v>0.0662885724219</c:v>
                </c:pt>
                <c:pt idx="1469">
                  <c:v>0.0658703163364</c:v>
                </c:pt>
                <c:pt idx="1470">
                  <c:v>0.0654558930178</c:v>
                </c:pt>
                <c:pt idx="1471">
                  <c:v>0.0650452578456</c:v>
                </c:pt>
                <c:pt idx="1472">
                  <c:v>0.0646383668033</c:v>
                </c:pt>
                <c:pt idx="1473">
                  <c:v>0.0642351764705</c:v>
                </c:pt>
                <c:pt idx="1474">
                  <c:v>0.0638356440134</c:v>
                </c:pt>
                <c:pt idx="1475">
                  <c:v>0.0634397271768</c:v>
                </c:pt>
                <c:pt idx="1476">
                  <c:v>0.0630473842755</c:v>
                </c:pt>
                <c:pt idx="1477">
                  <c:v>0.0626585741862</c:v>
                </c:pt>
                <c:pt idx="1478">
                  <c:v>0.062273256339</c:v>
                </c:pt>
                <c:pt idx="1479">
                  <c:v>0.0618913907096</c:v>
                </c:pt>
                <c:pt idx="1480">
                  <c:v>0.0615129378114</c:v>
                </c:pt>
                <c:pt idx="1481">
                  <c:v>0.0611378586875</c:v>
                </c:pt>
                <c:pt idx="1482">
                  <c:v>0.0607661149029</c:v>
                </c:pt>
                <c:pt idx="1483">
                  <c:v>0.0603976685371</c:v>
                </c:pt>
                <c:pt idx="1484">
                  <c:v>0.0600324821766</c:v>
                </c:pt>
                <c:pt idx="1485">
                  <c:v>0.0596705189074</c:v>
                </c:pt>
                <c:pt idx="1486">
                  <c:v>0.0593117423074</c:v>
                </c:pt>
                <c:pt idx="1487">
                  <c:v>0.0589561164401</c:v>
                </c:pt>
                <c:pt idx="1488">
                  <c:v>0.0586036058464</c:v>
                </c:pt>
                <c:pt idx="1489">
                  <c:v>0.0582541755385</c:v>
                </c:pt>
                <c:pt idx="1490">
                  <c:v>0.0579077909927</c:v>
                </c:pt>
                <c:pt idx="1491">
                  <c:v>0.0575644181423</c:v>
                </c:pt>
                <c:pt idx="1492">
                  <c:v>0.0572240233716</c:v>
                </c:pt>
                <c:pt idx="1493">
                  <c:v>0.0568865735087</c:v>
                </c:pt>
                <c:pt idx="1494">
                  <c:v>0.0565520358194</c:v>
                </c:pt>
                <c:pt idx="1495">
                  <c:v>0.0562203780007</c:v>
                </c:pt>
                <c:pt idx="1496">
                  <c:v>0.0558915681744</c:v>
                </c:pt>
                <c:pt idx="1497">
                  <c:v>0.055565574881</c:v>
                </c:pt>
                <c:pt idx="1498">
                  <c:v>0.0552423670738</c:v>
                </c:pt>
                <c:pt idx="1499">
                  <c:v>0.0549219141123</c:v>
                </c:pt>
                <c:pt idx="1500">
                  <c:v>0.054604185757</c:v>
                </c:pt>
                <c:pt idx="1501">
                  <c:v>0.0542891521629</c:v>
                </c:pt>
                <c:pt idx="1502">
                  <c:v>0.0539767838744</c:v>
                </c:pt>
                <c:pt idx="1503">
                  <c:v>0.053667051819</c:v>
                </c:pt>
                <c:pt idx="1504">
                  <c:v>0.0533599273023</c:v>
                </c:pt>
                <c:pt idx="1505">
                  <c:v>0.0530553820019</c:v>
                </c:pt>
                <c:pt idx="1506">
                  <c:v>0.0527533879626</c:v>
                </c:pt>
                <c:pt idx="1507">
                  <c:v>0.0524539175908</c:v>
                </c:pt>
                <c:pt idx="1508">
                  <c:v>0.0521569436491</c:v>
                </c:pt>
                <c:pt idx="1509">
                  <c:v>0.0518624392513</c:v>
                </c:pt>
                <c:pt idx="1510">
                  <c:v>0.0515703778574</c:v>
                </c:pt>
                <c:pt idx="1511">
                  <c:v>0.0512807332684</c:v>
                </c:pt>
                <c:pt idx="1512">
                  <c:v>0.0509934796216</c:v>
                </c:pt>
                <c:pt idx="1513">
                  <c:v>0.0507085913855</c:v>
                </c:pt>
                <c:pt idx="1514">
                  <c:v>0.0504260433549</c:v>
                </c:pt>
                <c:pt idx="1515">
                  <c:v>0.0501458106469</c:v>
                </c:pt>
                <c:pt idx="1516">
                  <c:v>0.0498678686952</c:v>
                </c:pt>
                <c:pt idx="1517">
                  <c:v>0.0495921932465</c:v>
                </c:pt>
                <c:pt idx="1518">
                  <c:v>0.0493187603555</c:v>
                </c:pt>
                <c:pt idx="1519">
                  <c:v>0.0490475463804</c:v>
                </c:pt>
                <c:pt idx="1520">
                  <c:v>0.048778527979</c:v>
                </c:pt>
                <c:pt idx="1521">
                  <c:v>0.0485116821037</c:v>
                </c:pt>
                <c:pt idx="1522">
                  <c:v>0.0482469859981</c:v>
                </c:pt>
                <c:pt idx="1523">
                  <c:v>0.0479844171922</c:v>
                </c:pt>
                <c:pt idx="1524">
                  <c:v>0.0477239534986</c:v>
                </c:pt>
                <c:pt idx="1525">
                  <c:v>0.0474655730082</c:v>
                </c:pt>
                <c:pt idx="1526">
                  <c:v>0.0472092540866</c:v>
                </c:pt>
                <c:pt idx="1527">
                  <c:v>0.04695497537</c:v>
                </c:pt>
                <c:pt idx="1528">
                  <c:v>0.0467027157613</c:v>
                </c:pt>
                <c:pt idx="1529">
                  <c:v>0.0464524544262</c:v>
                </c:pt>
                <c:pt idx="1530">
                  <c:v>0.0462041707898</c:v>
                </c:pt>
                <c:pt idx="1531">
                  <c:v>0.0459578445326</c:v>
                </c:pt>
                <c:pt idx="1532">
                  <c:v>0.0457134555871</c:v>
                </c:pt>
                <c:pt idx="1533">
                  <c:v>0.0454709841341</c:v>
                </c:pt>
                <c:pt idx="1534">
                  <c:v>0.0452304105992</c:v>
                </c:pt>
                <c:pt idx="1535">
                  <c:v>0.0449917156495</c:v>
                </c:pt>
                <c:pt idx="1536">
                  <c:v>0.0447548801899</c:v>
                </c:pt>
                <c:pt idx="1537">
                  <c:v>0.0445198853599</c:v>
                </c:pt>
                <c:pt idx="1538">
                  <c:v>0.0442867125306</c:v>
                </c:pt>
                <c:pt idx="1539">
                  <c:v>0.0440553433007</c:v>
                </c:pt>
                <c:pt idx="1540">
                  <c:v>0.0438257594942</c:v>
                </c:pt>
                <c:pt idx="1541">
                  <c:v>0.0435979431565</c:v>
                </c:pt>
                <c:pt idx="1542">
                  <c:v>0.0433718765519</c:v>
                </c:pt>
                <c:pt idx="1543">
                  <c:v>0.0431475421599</c:v>
                </c:pt>
                <c:pt idx="1544">
                  <c:v>0.0429249226727</c:v>
                </c:pt>
                <c:pt idx="1545">
                  <c:v>0.0427040009923</c:v>
                </c:pt>
                <c:pt idx="1546">
                  <c:v>0.0424847602269</c:v>
                </c:pt>
                <c:pt idx="1547">
                  <c:v>0.0422671836889</c:v>
                </c:pt>
                <c:pt idx="1548">
                  <c:v>0.0420512548914</c:v>
                </c:pt>
                <c:pt idx="1549">
                  <c:v>0.0418369575459</c:v>
                </c:pt>
                <c:pt idx="1550">
                  <c:v>0.0416242755591</c:v>
                </c:pt>
                <c:pt idx="1551">
                  <c:v>0.0414131930304</c:v>
                </c:pt>
                <c:pt idx="1552">
                  <c:v>0.0412036942496</c:v>
                </c:pt>
                <c:pt idx="1553">
                  <c:v>0.0409957636936</c:v>
                </c:pt>
                <c:pt idx="1554">
                  <c:v>0.0407893860243</c:v>
                </c:pt>
                <c:pt idx="1555">
                  <c:v>0.0405845460859</c:v>
                </c:pt>
                <c:pt idx="1556">
                  <c:v>0.0403812289024</c:v>
                </c:pt>
                <c:pt idx="1557">
                  <c:v>0.0401794196753</c:v>
                </c:pt>
                <c:pt idx="1558">
                  <c:v>0.0399791037807</c:v>
                </c:pt>
                <c:pt idx="1559">
                  <c:v>0.0397802667677</c:v>
                </c:pt>
                <c:pt idx="1560">
                  <c:v>0.0395828943551</c:v>
                </c:pt>
                <c:pt idx="1561">
                  <c:v>0.0393869724299</c:v>
                </c:pt>
                <c:pt idx="1562">
                  <c:v>0.0391924870445</c:v>
                </c:pt>
                <c:pt idx="1563">
                  <c:v>0.0389994244149</c:v>
                </c:pt>
                <c:pt idx="1564">
                  <c:v>0.0388077709177</c:v>
                </c:pt>
                <c:pt idx="1565">
                  <c:v>0.0386175130891</c:v>
                </c:pt>
                <c:pt idx="1566">
                  <c:v>0.0384286376214</c:v>
                </c:pt>
                <c:pt idx="1567">
                  <c:v>0.0382411313621</c:v>
                </c:pt>
                <c:pt idx="1568">
                  <c:v>0.0380549813111</c:v>
                </c:pt>
                <c:pt idx="1569">
                  <c:v>0.0378701746187</c:v>
                </c:pt>
                <c:pt idx="1570">
                  <c:v>0.0376866985839</c:v>
                </c:pt>
                <c:pt idx="1571">
                  <c:v>0.0375045406521</c:v>
                </c:pt>
                <c:pt idx="1572">
                  <c:v>0.0373236884133</c:v>
                </c:pt>
                <c:pt idx="1573">
                  <c:v>0.0371441296</c:v>
                </c:pt>
                <c:pt idx="1574">
                  <c:v>0.0369658520857</c:v>
                </c:pt>
                <c:pt idx="1575">
                  <c:v>0.0367888438824</c:v>
                </c:pt>
                <c:pt idx="1576">
                  <c:v>0.0366130931393</c:v>
                </c:pt>
                <c:pt idx="1577">
                  <c:v>0.0364385881406</c:v>
                </c:pt>
                <c:pt idx="1578">
                  <c:v>0.0362653173042</c:v>
                </c:pt>
                <c:pt idx="1579">
                  <c:v>0.0360932691791</c:v>
                </c:pt>
                <c:pt idx="1580">
                  <c:v>0.0359224324446</c:v>
                </c:pt>
                <c:pt idx="1581">
                  <c:v>0.035752795908</c:v>
                </c:pt>
                <c:pt idx="1582">
                  <c:v>0.035584348503</c:v>
                </c:pt>
                <c:pt idx="1583">
                  <c:v>0.0354170792882</c:v>
                </c:pt>
                <c:pt idx="1584">
                  <c:v>0.0352509774453</c:v>
                </c:pt>
                <c:pt idx="1585">
                  <c:v>0.0350860322776</c:v>
                </c:pt>
                <c:pt idx="1586">
                  <c:v>0.0349222332081</c:v>
                </c:pt>
                <c:pt idx="1587">
                  <c:v>0.0347595697786</c:v>
                </c:pt>
                <c:pt idx="1588">
                  <c:v>0.0345980316473</c:v>
                </c:pt>
                <c:pt idx="1589">
                  <c:v>0.034437608588</c:v>
                </c:pt>
                <c:pt idx="1590">
                  <c:v>0.0342782904883</c:v>
                </c:pt>
                <c:pt idx="1591">
                  <c:v>0.034120067348</c:v>
                </c:pt>
                <c:pt idx="1592">
                  <c:v>0.0339629292778</c:v>
                </c:pt>
                <c:pt idx="1593">
                  <c:v>0.0338068664978</c:v>
                </c:pt>
                <c:pt idx="1594">
                  <c:v>0.0336518693362</c:v>
                </c:pt>
                <c:pt idx="1595">
                  <c:v>0.033497928228</c:v>
                </c:pt>
                <c:pt idx="1596">
                  <c:v>0.033345033713</c:v>
                </c:pt>
                <c:pt idx="1597">
                  <c:v>0.0331931764353</c:v>
                </c:pt>
                <c:pt idx="1598">
                  <c:v>0.0330423471413</c:v>
                </c:pt>
                <c:pt idx="1599">
                  <c:v>0.032892536679</c:v>
                </c:pt>
                <c:pt idx="1600">
                  <c:v>0.0327437359959</c:v>
                </c:pt>
                <c:pt idx="1601">
                  <c:v>0.0325959361385</c:v>
                </c:pt>
                <c:pt idx="1602">
                  <c:v>0.0324491282506</c:v>
                </c:pt>
                <c:pt idx="1603">
                  <c:v>0.0323033035721</c:v>
                </c:pt>
                <c:pt idx="1604">
                  <c:v>0.0321584534381</c:v>
                </c:pt>
                <c:pt idx="1605">
                  <c:v>0.0320145692772</c:v>
                </c:pt>
                <c:pt idx="1606">
                  <c:v>0.0318716426107</c:v>
                </c:pt>
                <c:pt idx="1607">
                  <c:v>0.0317296650511</c:v>
                </c:pt>
                <c:pt idx="1608">
                  <c:v>0.0315886283014</c:v>
                </c:pt>
                <c:pt idx="1609">
                  <c:v>0.0314485241535</c:v>
                </c:pt>
                <c:pt idx="1610">
                  <c:v>0.0313093444873</c:v>
                </c:pt>
                <c:pt idx="1611">
                  <c:v>0.0311710812697</c:v>
                </c:pt>
                <c:pt idx="1612">
                  <c:v>0.0310337265532</c:v>
                </c:pt>
                <c:pt idx="1613">
                  <c:v>0.0308972724751</c:v>
                </c:pt>
                <c:pt idx="1614">
                  <c:v>0.0307617112563</c:v>
                </c:pt>
                <c:pt idx="1615">
                  <c:v>0.0306270352003</c:v>
                </c:pt>
                <c:pt idx="1616">
                  <c:v>0.0304932366922</c:v>
                </c:pt>
                <c:pt idx="1617">
                  <c:v>0.0303603081977</c:v>
                </c:pt>
                <c:pt idx="1618">
                  <c:v>0.030228242262</c:v>
                </c:pt>
                <c:pt idx="1619">
                  <c:v>0.0300970315087</c:v>
                </c:pt>
                <c:pt idx="1620">
                  <c:v>0.0299666686394</c:v>
                </c:pt>
                <c:pt idx="1621">
                  <c:v>0.0298371464319</c:v>
                </c:pt>
                <c:pt idx="1622">
                  <c:v>0.02970845774</c:v>
                </c:pt>
                <c:pt idx="1623">
                  <c:v>0.0295805954921</c:v>
                </c:pt>
                <c:pt idx="1624">
                  <c:v>0.0294535526904</c:v>
                </c:pt>
                <c:pt idx="1625">
                  <c:v>0.0293273224103</c:v>
                </c:pt>
                <c:pt idx="1626">
                  <c:v>0.0292018977989</c:v>
                </c:pt>
                <c:pt idx="1627">
                  <c:v>0.0290772720746</c:v>
                </c:pt>
                <c:pt idx="1628">
                  <c:v>0.0289534385262</c:v>
                </c:pt>
                <c:pt idx="1629">
                  <c:v>0.0288303905117</c:v>
                </c:pt>
                <c:pt idx="1630">
                  <c:v>0.0287081214579</c:v>
                </c:pt>
                <c:pt idx="1631">
                  <c:v>0.0285866248592</c:v>
                </c:pt>
                <c:pt idx="1632">
                  <c:v>0.028465894277</c:v>
                </c:pt>
                <c:pt idx="1633">
                  <c:v>0.0283459233389</c:v>
                </c:pt>
                <c:pt idx="1634">
                  <c:v>0.0282267057376</c:v>
                </c:pt>
                <c:pt idx="1635">
                  <c:v>0.0281082352305</c:v>
                </c:pt>
                <c:pt idx="1636">
                  <c:v>0.0279905056388</c:v>
                </c:pt>
                <c:pt idx="1637">
                  <c:v>0.0278735108465</c:v>
                </c:pt>
                <c:pt idx="1638">
                  <c:v>0.0277572448</c:v>
                </c:pt>
                <c:pt idx="1639">
                  <c:v>0.0276417015071</c:v>
                </c:pt>
                <c:pt idx="1640">
                  <c:v>0.0275268750364</c:v>
                </c:pt>
                <c:pt idx="1641">
                  <c:v>0.0274127595164</c:v>
                </c:pt>
                <c:pt idx="1642">
                  <c:v>0.027299349135</c:v>
                </c:pt>
                <c:pt idx="1643">
                  <c:v>0.0271866381388</c:v>
                </c:pt>
                <c:pt idx="1644">
                  <c:v>0.0270746208321</c:v>
                </c:pt>
                <c:pt idx="1645">
                  <c:v>0.0269632915766</c:v>
                </c:pt>
                <c:pt idx="1646">
                  <c:v>0.0268526447904</c:v>
                </c:pt>
                <c:pt idx="1647">
                  <c:v>0.0267426749475</c:v>
                </c:pt>
                <c:pt idx="1648">
                  <c:v>0.0266333765772</c:v>
                </c:pt>
                <c:pt idx="1649">
                  <c:v>0.0265247442633</c:v>
                </c:pt>
                <c:pt idx="1650">
                  <c:v>0.0264167726435</c:v>
                </c:pt>
                <c:pt idx="1651">
                  <c:v>0.0263094564088</c:v>
                </c:pt>
                <c:pt idx="1652">
                  <c:v>0.0262027903028</c:v>
                </c:pt>
                <c:pt idx="1653">
                  <c:v>0.0260967691213</c:v>
                </c:pt>
                <c:pt idx="1654">
                  <c:v>0.0259913877113</c:v>
                </c:pt>
                <c:pt idx="1655">
                  <c:v>0.025886640971</c:v>
                </c:pt>
                <c:pt idx="1656">
                  <c:v>0.0257825238484</c:v>
                </c:pt>
                <c:pt idx="1657">
                  <c:v>0.0256790313414</c:v>
                </c:pt>
                <c:pt idx="1658">
                  <c:v>0.025576158497</c:v>
                </c:pt>
                <c:pt idx="1659">
                  <c:v>0.0254739004107</c:v>
                </c:pt>
                <c:pt idx="1660">
                  <c:v>0.0253722522258</c:v>
                </c:pt>
                <c:pt idx="1661">
                  <c:v>0.0252712091333</c:v>
                </c:pt>
                <c:pt idx="1662">
                  <c:v>0.0251707663706</c:v>
                </c:pt>
                <c:pt idx="1663">
                  <c:v>0.0250709192219</c:v>
                </c:pt>
                <c:pt idx="1664">
                  <c:v>0.0249716630169</c:v>
                </c:pt>
                <c:pt idx="1665">
                  <c:v>0.0248729931305</c:v>
                </c:pt>
                <c:pt idx="1666">
                  <c:v>0.0247749049826</c:v>
                </c:pt>
                <c:pt idx="1667">
                  <c:v>0.024677394037</c:v>
                </c:pt>
                <c:pt idx="1668">
                  <c:v>0.0245804558015</c:v>
                </c:pt>
                <c:pt idx="1669">
                  <c:v>0.024484085827</c:v>
                </c:pt>
                <c:pt idx="1670">
                  <c:v>0.024388279707</c:v>
                </c:pt>
                <c:pt idx="1671">
                  <c:v>0.0242930330776</c:v>
                </c:pt>
                <c:pt idx="1672">
                  <c:v>0.0241983416162</c:v>
                </c:pt>
                <c:pt idx="1673">
                  <c:v>0.024104201042</c:v>
                </c:pt>
                <c:pt idx="1674">
                  <c:v>0.0240106071145</c:v>
                </c:pt>
                <c:pt idx="1675">
                  <c:v>0.0239175556339</c:v>
                </c:pt>
                <c:pt idx="1676">
                  <c:v>0.0238250424403</c:v>
                </c:pt>
                <c:pt idx="1677">
                  <c:v>0.0237330634132</c:v>
                </c:pt>
                <c:pt idx="1678">
                  <c:v>0.023641614471</c:v>
                </c:pt>
                <c:pt idx="1679">
                  <c:v>0.0235506915708</c:v>
                </c:pt>
                <c:pt idx="1680">
                  <c:v>0.0234602907079</c:v>
                </c:pt>
                <c:pt idx="1681">
                  <c:v>0.0233704079153</c:v>
                </c:pt>
                <c:pt idx="1682">
                  <c:v>0.0232810392631</c:v>
                </c:pt>
                <c:pt idx="1683">
                  <c:v>0.0231921808586</c:v>
                </c:pt>
                <c:pt idx="1684">
                  <c:v>0.0231038288453</c:v>
                </c:pt>
                <c:pt idx="1685">
                  <c:v>0.023015979403</c:v>
                </c:pt>
                <c:pt idx="1686">
                  <c:v>0.022928628747</c:v>
                </c:pt>
                <c:pt idx="1687">
                  <c:v>0.022841773128</c:v>
                </c:pt>
                <c:pt idx="1688">
                  <c:v>0.0227554088314</c:v>
                </c:pt>
                <c:pt idx="1689">
                  <c:v>0.0226695321774</c:v>
                </c:pt>
                <c:pt idx="1690">
                  <c:v>0.02258413952</c:v>
                </c:pt>
                <c:pt idx="1691">
                  <c:v>0.0224992272472</c:v>
                </c:pt>
                <c:pt idx="1692">
                  <c:v>0.0224147917803</c:v>
                </c:pt>
                <c:pt idx="1693">
                  <c:v>0.0223308295735</c:v>
                </c:pt>
                <c:pt idx="1694">
                  <c:v>0.0222473371138</c:v>
                </c:pt>
                <c:pt idx="1695">
                  <c:v>0.0221643109204</c:v>
                </c:pt>
                <c:pt idx="1696">
                  <c:v>0.0220817475445</c:v>
                </c:pt>
                <c:pt idx="1697">
                  <c:v>0.0219996435689</c:v>
                </c:pt>
                <c:pt idx="1698">
                  <c:v>0.0219179956077</c:v>
                </c:pt>
                <c:pt idx="1699">
                  <c:v>0.0218368003057</c:v>
                </c:pt>
                <c:pt idx="1700">
                  <c:v>0.0217560543385</c:v>
                </c:pt>
                <c:pt idx="1701">
                  <c:v>0.0216757544118</c:v>
                </c:pt>
                <c:pt idx="1702">
                  <c:v>0.0215958972614</c:v>
                </c:pt>
                <c:pt idx="1703">
                  <c:v>0.0215164796525</c:v>
                </c:pt>
                <c:pt idx="1704">
                  <c:v>0.0214374983797</c:v>
                </c:pt>
                <c:pt idx="1705">
                  <c:v>0.0213589502665</c:v>
                </c:pt>
                <c:pt idx="1706">
                  <c:v>0.0212808321652</c:v>
                </c:pt>
                <c:pt idx="1707">
                  <c:v>0.0212031409563</c:v>
                </c:pt>
                <c:pt idx="1708">
                  <c:v>0.0211258735483</c:v>
                </c:pt>
                <c:pt idx="1709">
                  <c:v>0.0210490268776</c:v>
                </c:pt>
                <c:pt idx="1710">
                  <c:v>0.0209725979081</c:v>
                </c:pt>
                <c:pt idx="1711">
                  <c:v>0.0208965836305</c:v>
                </c:pt>
                <c:pt idx="1712">
                  <c:v>0.0208209810628</c:v>
                </c:pt>
                <c:pt idx="1713">
                  <c:v>0.0207457872494</c:v>
                </c:pt>
                <c:pt idx="1714">
                  <c:v>0.0206709992609</c:v>
                </c:pt>
                <c:pt idx="1715">
                  <c:v>0.0205966141941</c:v>
                </c:pt>
                <c:pt idx="1716">
                  <c:v>0.0205226291715</c:v>
                </c:pt>
                <c:pt idx="1717">
                  <c:v>0.020449041341</c:v>
                </c:pt>
                <c:pt idx="1718">
                  <c:v>0.0203758478759</c:v>
                </c:pt>
                <c:pt idx="1719">
                  <c:v>0.0203030459742</c:v>
                </c:pt>
                <c:pt idx="1720">
                  <c:v>0.0202306328588</c:v>
                </c:pt>
                <c:pt idx="1721">
                  <c:v>0.020158605777</c:v>
                </c:pt>
                <c:pt idx="1722">
                  <c:v>0.0200869620001</c:v>
                </c:pt>
                <c:pt idx="1723">
                  <c:v>0.0200156988234</c:v>
                </c:pt>
                <c:pt idx="1724">
                  <c:v>0.0199448135661</c:v>
                </c:pt>
                <c:pt idx="1725">
                  <c:v>0.0198743035705</c:v>
                </c:pt>
                <c:pt idx="1726">
                  <c:v>0.0198041662022</c:v>
                </c:pt>
                <c:pt idx="1727">
                  <c:v>0.0197343988499</c:v>
                </c:pt>
                <c:pt idx="1728">
                  <c:v>0.0196649989247</c:v>
                </c:pt>
                <c:pt idx="1729">
                  <c:v>0.0195959638605</c:v>
                </c:pt>
                <c:pt idx="1730">
                  <c:v>0.0195272911131</c:v>
                </c:pt>
                <c:pt idx="1731">
                  <c:v>0.0194589781607</c:v>
                </c:pt>
                <c:pt idx="1732">
                  <c:v>0.0193910225029</c:v>
                </c:pt>
                <c:pt idx="1733">
                  <c:v>0.0193234216611</c:v>
                </c:pt>
                <c:pt idx="1734">
                  <c:v>0.019256173178</c:v>
                </c:pt>
                <c:pt idx="1735">
                  <c:v>0.0191892746173</c:v>
                </c:pt>
                <c:pt idx="1736">
                  <c:v>0.0191227235637</c:v>
                </c:pt>
                <c:pt idx="1737">
                  <c:v>0.0190565176227</c:v>
                </c:pt>
                <c:pt idx="1738">
                  <c:v>0.01899065442</c:v>
                </c:pt>
                <c:pt idx="1739">
                  <c:v>0.0189251316019</c:v>
                </c:pt>
                <c:pt idx="1740">
                  <c:v>0.0188599468345</c:v>
                </c:pt>
                <c:pt idx="1741">
                  <c:v>0.0187950978039</c:v>
                </c:pt>
                <c:pt idx="1742">
                  <c:v>0.0187305822159</c:v>
                </c:pt>
                <c:pt idx="1743">
                  <c:v>0.0186663977955</c:v>
                </c:pt>
                <c:pt idx="1744">
                  <c:v>0.0186025422874</c:v>
                </c:pt>
                <c:pt idx="1745">
                  <c:v>0.0185390134549</c:v>
                </c:pt>
                <c:pt idx="1746">
                  <c:v>0.0184758090806</c:v>
                </c:pt>
                <c:pt idx="1747">
                  <c:v>0.0184129269655</c:v>
                </c:pt>
                <c:pt idx="1748">
                  <c:v>0.0183503649293</c:v>
                </c:pt>
                <c:pt idx="1749">
                  <c:v>0.0182881208098</c:v>
                </c:pt>
                <c:pt idx="1750">
                  <c:v>0.0182261924631</c:v>
                </c:pt>
                <c:pt idx="1751">
                  <c:v>0.0181645777633</c:v>
                </c:pt>
                <c:pt idx="1752">
                  <c:v>0.0181032746022</c:v>
                </c:pt>
                <c:pt idx="1753">
                  <c:v>0.0180422808891</c:v>
                </c:pt>
                <c:pt idx="1754">
                  <c:v>0.0179815945508</c:v>
                </c:pt>
                <c:pt idx="1755">
                  <c:v>0.0179212135314</c:v>
                </c:pt>
                <c:pt idx="1756">
                  <c:v>0.0178611357922</c:v>
                </c:pt>
                <c:pt idx="1757">
                  <c:v>0.017801359311</c:v>
                </c:pt>
                <c:pt idx="1758">
                  <c:v>0.0177418820828</c:v>
                </c:pt>
                <c:pt idx="1759">
                  <c:v>0.0176827021189</c:v>
                </c:pt>
                <c:pt idx="1760">
                  <c:v>0.0176238174471</c:v>
                </c:pt>
                <c:pt idx="1761">
                  <c:v>0.0175652261114</c:v>
                </c:pt>
                <c:pt idx="1762">
                  <c:v>0.0175069261721</c:v>
                </c:pt>
                <c:pt idx="1763">
                  <c:v>0.0174489157052</c:v>
                </c:pt>
                <c:pt idx="1764">
                  <c:v>0.0173911928026</c:v>
                </c:pt>
                <c:pt idx="1765">
                  <c:v>0.0173337555718</c:v>
                </c:pt>
                <c:pt idx="1766">
                  <c:v>0.0172766021357</c:v>
                </c:pt>
                <c:pt idx="1767">
                  <c:v>0.0172197306327</c:v>
                </c:pt>
                <c:pt idx="1768">
                  <c:v>0.0171631392162</c:v>
                </c:pt>
                <c:pt idx="1769">
                  <c:v>0.0171068260547</c:v>
                </c:pt>
                <c:pt idx="1770">
                  <c:v>0.0170507893317</c:v>
                </c:pt>
                <c:pt idx="1771">
                  <c:v>0.0169950272452</c:v>
                </c:pt>
                <c:pt idx="1772">
                  <c:v>0.0169395380079</c:v>
                </c:pt>
                <c:pt idx="1773">
                  <c:v>0.0168843198471</c:v>
                </c:pt>
                <c:pt idx="1774">
                  <c:v>0.0168293710042</c:v>
                </c:pt>
                <c:pt idx="1775">
                  <c:v>0.016774689735</c:v>
                </c:pt>
                <c:pt idx="1776">
                  <c:v>0.016720274309</c:v>
                </c:pt>
                <c:pt idx="1777">
                  <c:v>0.01666612301</c:v>
                </c:pt>
                <c:pt idx="1778">
                  <c:v>0.0166122341353</c:v>
                </c:pt>
                <c:pt idx="1779">
                  <c:v>0.016558605996</c:v>
                </c:pt>
                <c:pt idx="1780">
                  <c:v>0.0165052369167</c:v>
                </c:pt>
                <c:pt idx="1781">
                  <c:v>0.0164521252352</c:v>
                </c:pt>
                <c:pt idx="1782">
                  <c:v>0.0163992693027</c:v>
                </c:pt>
                <c:pt idx="1783">
                  <c:v>0.0163466674837</c:v>
                </c:pt>
                <c:pt idx="1784">
                  <c:v>0.0162943181553</c:v>
                </c:pt>
                <c:pt idx="1785">
                  <c:v>0.0162422197079</c:v>
                </c:pt>
                <c:pt idx="1786">
                  <c:v>0.0161903705444</c:v>
                </c:pt>
                <c:pt idx="1787">
                  <c:v>0.0161387690804</c:v>
                </c:pt>
                <c:pt idx="1788">
                  <c:v>0.016087413744</c:v>
                </c:pt>
                <c:pt idx="1789">
                  <c:v>0.0160363029758</c:v>
                </c:pt>
                <c:pt idx="1790">
                  <c:v>0.0159854352286</c:v>
                </c:pt>
                <c:pt idx="1791">
                  <c:v>0.0159348089674</c:v>
                </c:pt>
                <c:pt idx="1792">
                  <c:v>0.0158844226693</c:v>
                </c:pt>
                <c:pt idx="1793">
                  <c:v>0.0158342748232</c:v>
                </c:pt>
                <c:pt idx="1794">
                  <c:v>0.0157843639299</c:v>
                </c:pt>
                <c:pt idx="1795">
                  <c:v>0.0157346885021</c:v>
                </c:pt>
                <c:pt idx="1796">
                  <c:v>0.0156852470639</c:v>
                </c:pt>
                <c:pt idx="1797">
                  <c:v>0.015636038151</c:v>
                </c:pt>
                <c:pt idx="1798">
                  <c:v>0.0155870603103</c:v>
                </c:pt>
                <c:pt idx="1799">
                  <c:v>0.0155383121004</c:v>
                </c:pt>
                <c:pt idx="1800">
                  <c:v>0.0154897920907</c:v>
                </c:pt>
                <c:pt idx="1801">
                  <c:v>0.0154414988618</c:v>
                </c:pt>
                <c:pt idx="1802">
                  <c:v>0.0153934310054</c:v>
                </c:pt>
                <c:pt idx="1803">
                  <c:v>0.0153455871239</c:v>
                </c:pt>
                <c:pt idx="1804">
                  <c:v>0.0152979658307</c:v>
                </c:pt>
                <c:pt idx="1805">
                  <c:v>0.0152505657496</c:v>
                </c:pt>
                <c:pt idx="1806">
                  <c:v>0.0152033855152</c:v>
                </c:pt>
                <c:pt idx="1807">
                  <c:v>0.0151564237726</c:v>
                </c:pt>
                <c:pt idx="1808">
                  <c:v>0.0151096791771</c:v>
                </c:pt>
                <c:pt idx="1809">
                  <c:v>0.0150631503944</c:v>
                </c:pt>
                <c:pt idx="1810">
                  <c:v>0.0150168361005</c:v>
                </c:pt>
                <c:pt idx="1811">
                  <c:v>0.0149707349813</c:v>
                </c:pt>
                <c:pt idx="1812">
                  <c:v>0.0149248457329</c:v>
                </c:pt>
                <c:pt idx="1813">
                  <c:v>0.0148791670613</c:v>
                </c:pt>
                <c:pt idx="1814">
                  <c:v>0.0148336976821</c:v>
                </c:pt>
                <c:pt idx="1815">
                  <c:v>0.014788436321</c:v>
                </c:pt>
                <c:pt idx="1816">
                  <c:v>0.0147433817132</c:v>
                </c:pt>
                <c:pt idx="1817">
                  <c:v>0.0146985326033</c:v>
                </c:pt>
                <c:pt idx="1818">
                  <c:v>0.0146538877457</c:v>
                </c:pt>
                <c:pt idx="1819">
                  <c:v>0.0146094459039</c:v>
                </c:pt>
                <c:pt idx="1820">
                  <c:v>0.014565205851</c:v>
                </c:pt>
                <c:pt idx="1821">
                  <c:v>0.014521166369</c:v>
                </c:pt>
                <c:pt idx="1822">
                  <c:v>0.0144773262495</c:v>
                </c:pt>
                <c:pt idx="1823">
                  <c:v>0.0144336842926</c:v>
                </c:pt>
                <c:pt idx="1824">
                  <c:v>0.0143902393078</c:v>
                </c:pt>
                <c:pt idx="1825">
                  <c:v>0.0143469901134</c:v>
                </c:pt>
                <c:pt idx="1826">
                  <c:v>0.0143039355365</c:v>
                </c:pt>
                <c:pt idx="1827">
                  <c:v>0.014261074413</c:v>
                </c:pt>
                <c:pt idx="1828">
                  <c:v>0.0142184055873</c:v>
                </c:pt>
                <c:pt idx="1829">
                  <c:v>0.0141759279126</c:v>
                </c:pt>
                <c:pt idx="1830">
                  <c:v>0.0141336402504</c:v>
                </c:pt>
                <c:pt idx="1831">
                  <c:v>0.0140915414709</c:v>
                </c:pt>
                <c:pt idx="1832">
                  <c:v>0.0140496304525</c:v>
                </c:pt>
                <c:pt idx="1833">
                  <c:v>0.0140079060818</c:v>
                </c:pt>
                <c:pt idx="1834">
                  <c:v>0.0139663672539</c:v>
                </c:pt>
                <c:pt idx="1835">
                  <c:v>0.0139250128717</c:v>
                </c:pt>
                <c:pt idx="1836">
                  <c:v>0.0138838418465</c:v>
                </c:pt>
                <c:pt idx="1837">
                  <c:v>0.0138428530974</c:v>
                </c:pt>
                <c:pt idx="1838">
                  <c:v>0.0138020455515</c:v>
                </c:pt>
                <c:pt idx="1839">
                  <c:v>0.0137614181437</c:v>
                </c:pt>
                <c:pt idx="1840">
                  <c:v>0.0137209698168</c:v>
                </c:pt>
                <c:pt idx="1841">
                  <c:v>0.0136806995212</c:v>
                </c:pt>
                <c:pt idx="1842">
                  <c:v>0.0136406062151</c:v>
                </c:pt>
                <c:pt idx="1843">
                  <c:v>0.0136006888641</c:v>
                </c:pt>
                <c:pt idx="1844">
                  <c:v>0.0135609464416</c:v>
                </c:pt>
                <c:pt idx="1845">
                  <c:v>0.0135213779282</c:v>
                </c:pt>
                <c:pt idx="1846">
                  <c:v>0.013481982312</c:v>
                </c:pt>
                <c:pt idx="1847">
                  <c:v>0.0134427585884</c:v>
                </c:pt>
                <c:pt idx="1848">
                  <c:v>0.0134037057602</c:v>
                </c:pt>
                <c:pt idx="1849">
                  <c:v>0.0133648228372</c:v>
                </c:pt>
                <c:pt idx="1850">
                  <c:v>0.0133261088365</c:v>
                </c:pt>
                <c:pt idx="1851">
                  <c:v>0.0132875627822</c:v>
                </c:pt>
                <c:pt idx="1852">
                  <c:v>0.0132491837054</c:v>
                </c:pt>
                <c:pt idx="1853">
                  <c:v>0.0132109706444</c:v>
                </c:pt>
                <c:pt idx="1854">
                  <c:v>0.013172922644</c:v>
                </c:pt>
                <c:pt idx="1855">
                  <c:v>0.0131350387561</c:v>
                </c:pt>
                <c:pt idx="1856">
                  <c:v>0.0130973180394</c:v>
                </c:pt>
                <c:pt idx="1857">
                  <c:v>0.0130597595592</c:v>
                </c:pt>
                <c:pt idx="1858">
                  <c:v>0.0130223623875</c:v>
                </c:pt>
                <c:pt idx="1859">
                  <c:v>0.012985125603</c:v>
                </c:pt>
                <c:pt idx="1860">
                  <c:v>0.0129480482908</c:v>
                </c:pt>
                <c:pt idx="1861">
                  <c:v>0.0129111295427</c:v>
                </c:pt>
                <c:pt idx="1862">
                  <c:v>0.0128743684568</c:v>
                </c:pt>
                <c:pt idx="1863">
                  <c:v>0.0128377641375</c:v>
                </c:pt>
                <c:pt idx="1864">
                  <c:v>0.0128013156958</c:v>
                </c:pt>
                <c:pt idx="1865">
                  <c:v>0.0127650222489</c:v>
                </c:pt>
                <c:pt idx="1866">
                  <c:v>0.0127288829199</c:v>
                </c:pt>
                <c:pt idx="1867">
                  <c:v>0.0126928968386</c:v>
                </c:pt>
                <c:pt idx="1868">
                  <c:v>0.0126570631405</c:v>
                </c:pt>
                <c:pt idx="1869">
                  <c:v>0.0126213809675</c:v>
                </c:pt>
                <c:pt idx="1870">
                  <c:v>0.0125858494672</c:v>
                </c:pt>
                <c:pt idx="1871">
                  <c:v>0.0125504677934</c:v>
                </c:pt>
                <c:pt idx="1872">
                  <c:v>0.0125152351057</c:v>
                </c:pt>
                <c:pt idx="1873">
                  <c:v>0.0124801505698</c:v>
                </c:pt>
                <c:pt idx="1874">
                  <c:v>0.0124452133568</c:v>
                </c:pt>
                <c:pt idx="1875">
                  <c:v>0.012410422644</c:v>
                </c:pt>
                <c:pt idx="1876">
                  <c:v>0.0123757776142</c:v>
                </c:pt>
                <c:pt idx="1877">
                  <c:v>0.0123412774558</c:v>
                </c:pt>
                <c:pt idx="1878">
                  <c:v>0.0123069213632</c:v>
                </c:pt>
                <c:pt idx="1879">
                  <c:v>0.012272708536</c:v>
                </c:pt>
                <c:pt idx="1880">
                  <c:v>0.0122386381794</c:v>
                </c:pt>
                <c:pt idx="1881">
                  <c:v>0.0122047095043</c:v>
                </c:pt>
                <c:pt idx="1882">
                  <c:v>0.0121709217269</c:v>
                </c:pt>
                <c:pt idx="1883">
                  <c:v>0.0121372740688</c:v>
                </c:pt>
                <c:pt idx="1884">
                  <c:v>0.012103765757</c:v>
                </c:pt>
                <c:pt idx="1885">
                  <c:v>0.0120703960238</c:v>
                </c:pt>
                <c:pt idx="1886">
                  <c:v>0.0120371641067</c:v>
                </c:pt>
                <c:pt idx="1887">
                  <c:v>0.0120040692485</c:v>
                </c:pt>
                <c:pt idx="1888">
                  <c:v>0.0119711106972</c:v>
                </c:pt>
                <c:pt idx="1889">
                  <c:v>0.011938287706</c:v>
                </c:pt>
                <c:pt idx="1890">
                  <c:v>0.011905599533</c:v>
                </c:pt>
                <c:pt idx="1891">
                  <c:v>0.0118730454415</c:v>
                </c:pt>
                <c:pt idx="1892">
                  <c:v>0.0118406246998</c:v>
                </c:pt>
                <c:pt idx="1893">
                  <c:v>0.0118083365811</c:v>
                </c:pt>
                <c:pt idx="1894">
                  <c:v>0.0117761803637</c:v>
                </c:pt>
                <c:pt idx="1895">
                  <c:v>0.0117441553307</c:v>
                </c:pt>
                <c:pt idx="1896">
                  <c:v>0.01171226077</c:v>
                </c:pt>
                <c:pt idx="1897">
                  <c:v>0.0116804959744</c:v>
                </c:pt>
                <c:pt idx="1898">
                  <c:v>0.0116488602414</c:v>
                </c:pt>
                <c:pt idx="1899">
                  <c:v>0.0116173528733</c:v>
                </c:pt>
                <c:pt idx="1900">
                  <c:v>0.0115859731771</c:v>
                </c:pt>
                <c:pt idx="1901">
                  <c:v>0.0115547204645</c:v>
                </c:pt>
                <c:pt idx="1902">
                  <c:v>0.0115235940517</c:v>
                </c:pt>
                <c:pt idx="1903">
                  <c:v>0.0114925932595</c:v>
                </c:pt>
                <c:pt idx="1904">
                  <c:v>0.0114617174135</c:v>
                </c:pt>
                <c:pt idx="1905">
                  <c:v>0.0114309658435</c:v>
                </c:pt>
                <c:pt idx="1906">
                  <c:v>0.0114003378839</c:v>
                </c:pt>
                <c:pt idx="1907">
                  <c:v>0.0113698328737</c:v>
                </c:pt>
                <c:pt idx="1908">
                  <c:v>0.0113394501559</c:v>
                </c:pt>
                <c:pt idx="1909">
                  <c:v>0.0113091890784</c:v>
                </c:pt>
                <c:pt idx="1910">
                  <c:v>0.0112790489929</c:v>
                </c:pt>
                <c:pt idx="1911">
                  <c:v>0.0112490292559</c:v>
                </c:pt>
                <c:pt idx="1912">
                  <c:v>0.0112191292279</c:v>
                </c:pt>
                <c:pt idx="1913">
                  <c:v>0.0111893482736</c:v>
                </c:pt>
                <c:pt idx="1914">
                  <c:v>0.011159685762</c:v>
                </c:pt>
                <c:pt idx="1915">
                  <c:v>0.0111301410662</c:v>
                </c:pt>
                <c:pt idx="1916">
                  <c:v>0.0111007135636</c:v>
                </c:pt>
                <c:pt idx="1917">
                  <c:v>0.0110714026355</c:v>
                </c:pt>
                <c:pt idx="1918">
                  <c:v>0.0110422076674</c:v>
                </c:pt>
                <c:pt idx="1919">
                  <c:v>0.0110131280487</c:v>
                </c:pt>
                <c:pt idx="1920">
                  <c:v>0.010984163173</c:v>
                </c:pt>
                <c:pt idx="1921">
                  <c:v>0.0109553124377</c:v>
                </c:pt>
                <c:pt idx="1922">
                  <c:v>0.0109265752443</c:v>
                </c:pt>
                <c:pt idx="1923">
                  <c:v>0.0108979509981</c:v>
                </c:pt>
                <c:pt idx="1924">
                  <c:v>0.0108694391083</c:v>
                </c:pt>
                <c:pt idx="1925">
                  <c:v>0.010841038988</c:v>
                </c:pt>
                <c:pt idx="1926">
                  <c:v>0.010812750054</c:v>
                </c:pt>
                <c:pt idx="1927">
                  <c:v>0.0107845717271</c:v>
                </c:pt>
                <c:pt idx="1928">
                  <c:v>0.0107565034317</c:v>
                </c:pt>
                <c:pt idx="1929">
                  <c:v>0.0107285445959</c:v>
                </c:pt>
                <c:pt idx="1930">
                  <c:v>0.0107006946517</c:v>
                </c:pt>
                <c:pt idx="1931">
                  <c:v>0.0106729530347</c:v>
                </c:pt>
                <c:pt idx="1932">
                  <c:v>0.0106453191839</c:v>
                </c:pt>
                <c:pt idx="1933">
                  <c:v>0.0106177925423</c:v>
                </c:pt>
                <c:pt idx="1934">
                  <c:v>0.0105903725563</c:v>
                </c:pt>
                <c:pt idx="1935">
                  <c:v>0.0105630586758</c:v>
                </c:pt>
                <c:pt idx="1936">
                  <c:v>0.0105358503544</c:v>
                </c:pt>
                <c:pt idx="1937">
                  <c:v>0.0105087470491</c:v>
                </c:pt>
                <c:pt idx="1938">
                  <c:v>0.0104817482204</c:v>
                </c:pt>
                <c:pt idx="1939">
                  <c:v>0.0104548533323</c:v>
                </c:pt>
                <c:pt idx="1940">
                  <c:v>0.0104280618521</c:v>
                </c:pt>
                <c:pt idx="1941">
                  <c:v>0.0104013732508</c:v>
                </c:pt>
                <c:pt idx="1942">
                  <c:v>0.0103747870024</c:v>
                </c:pt>
                <c:pt idx="1943">
                  <c:v>0.0103483025845</c:v>
                </c:pt>
                <c:pt idx="1944">
                  <c:v>0.0103219194779</c:v>
                </c:pt>
                <c:pt idx="1945">
                  <c:v>0.0102956371668</c:v>
                </c:pt>
                <c:pt idx="1946">
                  <c:v>0.0102694551386</c:v>
                </c:pt>
                <c:pt idx="1947">
                  <c:v>0.010243372884</c:v>
                </c:pt>
                <c:pt idx="1948">
                  <c:v>0.0102173898969</c:v>
                </c:pt>
                <c:pt idx="1949">
                  <c:v>0.0101915056744</c:v>
                </c:pt>
                <c:pt idx="1950">
                  <c:v>0.0101657197167</c:v>
                </c:pt>
                <c:pt idx="1951">
                  <c:v>0.0101400315274</c:v>
                </c:pt>
                <c:pt idx="1952">
                  <c:v>0.010114440613</c:v>
                </c:pt>
                <c:pt idx="1953">
                  <c:v>0.0100889464831</c:v>
                </c:pt>
                <c:pt idx="1954">
                  <c:v>0.0100635486505</c:v>
                </c:pt>
                <c:pt idx="1955">
                  <c:v>0.0100382466311</c:v>
                </c:pt>
                <c:pt idx="1956">
                  <c:v>0.0100130399436</c:v>
                </c:pt>
                <c:pt idx="1957">
                  <c:v>0.0099879281099</c:v>
                </c:pt>
                <c:pt idx="1958">
                  <c:v>0.00996291065489</c:v>
                </c:pt>
                <c:pt idx="1959">
                  <c:v>0.00993798710637</c:v>
                </c:pt>
                <c:pt idx="1960">
                  <c:v>0.00991315699511</c:v>
                </c:pt>
                <c:pt idx="1961">
                  <c:v>0.0098884198548</c:v>
                </c:pt>
                <c:pt idx="1962">
                  <c:v>0.00986377522202</c:v>
                </c:pt>
                <c:pt idx="1963">
                  <c:v>0.00983922263625</c:v>
                </c:pt>
                <c:pt idx="1964">
                  <c:v>0.00981476163982</c:v>
                </c:pt>
                <c:pt idx="1965">
                  <c:v>0.00979039177791</c:v>
                </c:pt>
                <c:pt idx="1966">
                  <c:v>0.00976611259849</c:v>
                </c:pt>
                <c:pt idx="1967">
                  <c:v>0.00974192365236</c:v>
                </c:pt>
                <c:pt idx="1968">
                  <c:v>0.00971782449307</c:v>
                </c:pt>
                <c:pt idx="1969">
                  <c:v>0.00969381467693</c:v>
                </c:pt>
                <c:pt idx="1970">
                  <c:v>0.009669893763</c:v>
                </c:pt>
                <c:pt idx="1971">
                  <c:v>0.00964606131303</c:v>
                </c:pt>
                <c:pt idx="1972">
                  <c:v>0.00962231689148</c:v>
                </c:pt>
                <c:pt idx="1973">
                  <c:v>0.00959866006548</c:v>
                </c:pt>
                <c:pt idx="1974">
                  <c:v>0.00957509040483</c:v>
                </c:pt>
                <c:pt idx="1975">
                  <c:v>0.00955160748193</c:v>
                </c:pt>
                <c:pt idx="1976">
                  <c:v>0.00952821087184</c:v>
                </c:pt>
                <c:pt idx="1977">
                  <c:v>0.00950490015217</c:v>
                </c:pt>
                <c:pt idx="1978">
                  <c:v>0.00948167490316</c:v>
                </c:pt>
                <c:pt idx="1979">
                  <c:v>0.00945853470756</c:v>
                </c:pt>
                <c:pt idx="1980">
                  <c:v>0.0094354791507</c:v>
                </c:pt>
                <c:pt idx="1981">
                  <c:v>0.0094125078204</c:v>
                </c:pt>
                <c:pt idx="1982">
                  <c:v>0.009389620307</c:v>
                </c:pt>
                <c:pt idx="1983">
                  <c:v>0.00936681620334</c:v>
                </c:pt>
                <c:pt idx="1984">
                  <c:v>0.00934409510469</c:v>
                </c:pt>
                <c:pt idx="1985">
                  <c:v>0.0093214566088</c:v>
                </c:pt>
                <c:pt idx="1986">
                  <c:v>0.00929890031585</c:v>
                </c:pt>
                <c:pt idx="1987">
                  <c:v>0.00927642582841</c:v>
                </c:pt>
                <c:pt idx="1988">
                  <c:v>0.00925403275148</c:v>
                </c:pt>
                <c:pt idx="1989">
                  <c:v>0.0092317206924</c:v>
                </c:pt>
                <c:pt idx="1990">
                  <c:v>0.00920948926092</c:v>
                </c:pt>
                <c:pt idx="1991">
                  <c:v>0.00918733806909</c:v>
                </c:pt>
                <c:pt idx="1992">
                  <c:v>0.00916526673133</c:v>
                </c:pt>
                <c:pt idx="1993">
                  <c:v>0.00914327486432</c:v>
                </c:pt>
                <c:pt idx="1994">
                  <c:v>0.0091213620871</c:v>
                </c:pt>
                <c:pt idx="1995">
                  <c:v>0.00909952802092</c:v>
                </c:pt>
                <c:pt idx="1996">
                  <c:v>0.00907777228935</c:v>
                </c:pt>
                <c:pt idx="1997">
                  <c:v>0.00905609451817</c:v>
                </c:pt>
                <c:pt idx="1998">
                  <c:v>0.00903449433541</c:v>
                </c:pt>
                <c:pt idx="1999">
                  <c:v>0.00901297137131</c:v>
                </c:pt>
                <c:pt idx="2000">
                  <c:v>0.00899152525829</c:v>
                </c:pt>
              </c:numCache>
            </c:numRef>
          </c:yVal>
        </c:ser>
        <c:ser>
          <c:idx val="1"/>
          <c:order val="1"/>
          <c:tx>
            <c:v>spin</c:v>
          </c:tx>
          <c:spPr>
            <a:ln xmlns:a="http://schemas.openxmlformats.org/drawingml/2006/main" w="15240">
              <a:solidFill>
                <a:srgbClr val="234F91"/>
              </a:solidFill>
              <a:prstDash val="dash"/>
            </a:ln>
          </c:spPr>
          <c:marker>
            <c:symbol val="none"/>
            <c:size val="5"/>
            <c:spPr>
              <a:solidFill xmlns:a="http://schemas.openxmlformats.org/drawingml/2006/main">
                <a:srgbClr val="234F91"/>
              </a:solidFill>
            </c:spPr>
          </c:marker>
          <c:xVal>
            <c:numRef>
              <c:f>'Chart Data'!$C$2:$C$2002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Data'!$D$2:$D$2002</c:f>
              <c:numCache>
                <c:formatCode>0.0</c:formatCode>
                <c:ptCount val="2001"/>
                <c:pt idx="0">
                  <c:v>0.00478150310359</c:v>
                </c:pt>
                <c:pt idx="1">
                  <c:v>0.0047898206824</c:v>
                </c:pt>
                <c:pt idx="2">
                  <c:v>0.00479816001791</c:v>
                </c:pt>
                <c:pt idx="3">
                  <c:v>0.00480652118619</c:v>
                </c:pt>
                <c:pt idx="4">
                  <c:v>0.00481490426363</c:v>
                </c:pt>
                <c:pt idx="5">
                  <c:v>0.00482330932699</c:v>
                </c:pt>
                <c:pt idx="6">
                  <c:v>0.00483173645332</c:v>
                </c:pt>
                <c:pt idx="7">
                  <c:v>0.00484018572005</c:v>
                </c:pt>
                <c:pt idx="8">
                  <c:v>0.00484865720493</c:v>
                </c:pt>
                <c:pt idx="9">
                  <c:v>0.00485715098604</c:v>
                </c:pt>
                <c:pt idx="10">
                  <c:v>0.00486566714184</c:v>
                </c:pt>
                <c:pt idx="11">
                  <c:v>0.0048742057511</c:v>
                </c:pt>
                <c:pt idx="12">
                  <c:v>0.00488276689295</c:v>
                </c:pt>
                <c:pt idx="13">
                  <c:v>0.00489135064689</c:v>
                </c:pt>
                <c:pt idx="14">
                  <c:v>0.00489995709274</c:v>
                </c:pt>
                <c:pt idx="15">
                  <c:v>0.00490858631068</c:v>
                </c:pt>
                <c:pt idx="16">
                  <c:v>0.00491723838127</c:v>
                </c:pt>
                <c:pt idx="17">
                  <c:v>0.00492591338539</c:v>
                </c:pt>
                <c:pt idx="18">
                  <c:v>0.00493461140431</c:v>
                </c:pt>
                <c:pt idx="19">
                  <c:v>0.00494333251964</c:v>
                </c:pt>
                <c:pt idx="20">
                  <c:v>0.00495207681337</c:v>
                </c:pt>
                <c:pt idx="21">
                  <c:v>0.00496084436784</c:v>
                </c:pt>
                <c:pt idx="22">
                  <c:v>0.00496963526575</c:v>
                </c:pt>
                <c:pt idx="23">
                  <c:v>0.0049784495902</c:v>
                </c:pt>
                <c:pt idx="24">
                  <c:v>0.00498728742464</c:v>
                </c:pt>
                <c:pt idx="25">
                  <c:v>0.00499614885288</c:v>
                </c:pt>
                <c:pt idx="26">
                  <c:v>0.00500503395913</c:v>
                </c:pt>
                <c:pt idx="27">
                  <c:v>0.00501394282796</c:v>
                </c:pt>
                <c:pt idx="28">
                  <c:v>0.00502287554432</c:v>
                </c:pt>
                <c:pt idx="29">
                  <c:v>0.00503183219355</c:v>
                </c:pt>
                <c:pt idx="30">
                  <c:v>0.00504081286136</c:v>
                </c:pt>
                <c:pt idx="31">
                  <c:v>0.00504981763386</c:v>
                </c:pt>
                <c:pt idx="32">
                  <c:v>0.00505884659754</c:v>
                </c:pt>
                <c:pt idx="33">
                  <c:v>0.00506789983926</c:v>
                </c:pt>
                <c:pt idx="34">
                  <c:v>0.00507697744631</c:v>
                </c:pt>
                <c:pt idx="35">
                  <c:v>0.00508607950633</c:v>
                </c:pt>
                <c:pt idx="36">
                  <c:v>0.0050952061074</c:v>
                </c:pt>
                <c:pt idx="37">
                  <c:v>0.00510435733795</c:v>
                </c:pt>
                <c:pt idx="38">
                  <c:v>0.00511353328684</c:v>
                </c:pt>
                <c:pt idx="39">
                  <c:v>0.00512273404334</c:v>
                </c:pt>
                <c:pt idx="40">
                  <c:v>0.00513195969709</c:v>
                </c:pt>
                <c:pt idx="41">
                  <c:v>0.00514121033817</c:v>
                </c:pt>
                <c:pt idx="42">
                  <c:v>0.00515048605704</c:v>
                </c:pt>
                <c:pt idx="43">
                  <c:v>0.0051597869446</c:v>
                </c:pt>
                <c:pt idx="44">
                  <c:v>0.00516911309213</c:v>
                </c:pt>
                <c:pt idx="45">
                  <c:v>0.00517846459135</c:v>
                </c:pt>
                <c:pt idx="46">
                  <c:v>0.00518784153439</c:v>
                </c:pt>
                <c:pt idx="47">
                  <c:v>0.0051972440138</c:v>
                </c:pt>
                <c:pt idx="48">
                  <c:v>0.00520667212254</c:v>
                </c:pt>
                <c:pt idx="49">
                  <c:v>0.00521612595401</c:v>
                </c:pt>
                <c:pt idx="50">
                  <c:v>0.00522560560204</c:v>
                </c:pt>
                <c:pt idx="51">
                  <c:v>0.00523511116088</c:v>
                </c:pt>
                <c:pt idx="52">
                  <c:v>0.00524464272519</c:v>
                </c:pt>
                <c:pt idx="53">
                  <c:v>0.00525420039011</c:v>
                </c:pt>
                <c:pt idx="54">
                  <c:v>0.00526378425118</c:v>
                </c:pt>
                <c:pt idx="55">
                  <c:v>0.00527339440439</c:v>
                </c:pt>
                <c:pt idx="56">
                  <c:v>0.00528303094617</c:v>
                </c:pt>
                <c:pt idx="57">
                  <c:v>0.0052926939734</c:v>
                </c:pt>
                <c:pt idx="58">
                  <c:v>0.00530238358339</c:v>
                </c:pt>
                <c:pt idx="59">
                  <c:v>0.00531209987391</c:v>
                </c:pt>
                <c:pt idx="60">
                  <c:v>0.00532184294318</c:v>
                </c:pt>
                <c:pt idx="61">
                  <c:v>0.00533161288987</c:v>
                </c:pt>
                <c:pt idx="62">
                  <c:v>0.0053414098131</c:v>
                </c:pt>
                <c:pt idx="63">
                  <c:v>0.00535123381247</c:v>
                </c:pt>
                <c:pt idx="64">
                  <c:v>0.00536108498802</c:v>
                </c:pt>
                <c:pt idx="65">
                  <c:v>0.00537096344026</c:v>
                </c:pt>
                <c:pt idx="66">
                  <c:v>0.00538086927015</c:v>
                </c:pt>
                <c:pt idx="67">
                  <c:v>0.00539080257916</c:v>
                </c:pt>
                <c:pt idx="68">
                  <c:v>0.00540076346918</c:v>
                </c:pt>
                <c:pt idx="69">
                  <c:v>0.00541075204262</c:v>
                </c:pt>
                <c:pt idx="70">
                  <c:v>0.00542076840233</c:v>
                </c:pt>
                <c:pt idx="71">
                  <c:v>0.00543081265165</c:v>
                </c:pt>
                <c:pt idx="72">
                  <c:v>0.00544088489442</c:v>
                </c:pt>
                <c:pt idx="73">
                  <c:v>0.00545098523495</c:v>
                </c:pt>
                <c:pt idx="74">
                  <c:v>0.00546111377802</c:v>
                </c:pt>
                <c:pt idx="75">
                  <c:v>0.00547127062893</c:v>
                </c:pt>
                <c:pt idx="76">
                  <c:v>0.00548145589347</c:v>
                </c:pt>
                <c:pt idx="77">
                  <c:v>0.00549166967789</c:v>
                </c:pt>
                <c:pt idx="78">
                  <c:v>0.00550191208898</c:v>
                </c:pt>
                <c:pt idx="79">
                  <c:v>0.00551218323401</c:v>
                </c:pt>
                <c:pt idx="80">
                  <c:v>0.00552248322077</c:v>
                </c:pt>
                <c:pt idx="81">
                  <c:v>0.00553281215753</c:v>
                </c:pt>
                <c:pt idx="82">
                  <c:v>0.00554317015308</c:v>
                </c:pt>
                <c:pt idx="83">
                  <c:v>0.00555355731675</c:v>
                </c:pt>
                <c:pt idx="84">
                  <c:v>0.00556397375834</c:v>
                </c:pt>
                <c:pt idx="85">
                  <c:v>0.0055744195882</c:v>
                </c:pt>
                <c:pt idx="86">
                  <c:v>0.0055848949172</c:v>
                </c:pt>
                <c:pt idx="87">
                  <c:v>0.00559539985671</c:v>
                </c:pt>
                <c:pt idx="88">
                  <c:v>0.00560593451866</c:v>
                </c:pt>
                <c:pt idx="89">
                  <c:v>0.00561649901548</c:v>
                </c:pt>
                <c:pt idx="90">
                  <c:v>0.00562709346016</c:v>
                </c:pt>
                <c:pt idx="91">
                  <c:v>0.0056377179662</c:v>
                </c:pt>
                <c:pt idx="92">
                  <c:v>0.00564837264766</c:v>
                </c:pt>
                <c:pt idx="93">
                  <c:v>0.00565905761913</c:v>
                </c:pt>
                <c:pt idx="94">
                  <c:v>0.00566977299575</c:v>
                </c:pt>
                <c:pt idx="95">
                  <c:v>0.00568051889321</c:v>
                </c:pt>
                <c:pt idx="96">
                  <c:v>0.00569129542776</c:v>
                </c:pt>
                <c:pt idx="97">
                  <c:v>0.00570210271619</c:v>
                </c:pt>
                <c:pt idx="98">
                  <c:v>0.00571294087585</c:v>
                </c:pt>
                <c:pt idx="99">
                  <c:v>0.00572381002465</c:v>
                </c:pt>
                <c:pt idx="100">
                  <c:v>0.00573471028108</c:v>
                </c:pt>
                <c:pt idx="101">
                  <c:v>0.00574564176419</c:v>
                </c:pt>
                <c:pt idx="102">
                  <c:v>0.00575660459358</c:v>
                </c:pt>
                <c:pt idx="103">
                  <c:v>0.00576759888947</c:v>
                </c:pt>
                <c:pt idx="104">
                  <c:v>0.00577862477261</c:v>
                </c:pt>
                <c:pt idx="105">
                  <c:v>0.00578968236435</c:v>
                </c:pt>
                <c:pt idx="106">
                  <c:v>0.00580077178664</c:v>
                </c:pt>
                <c:pt idx="107">
                  <c:v>0.005811893162</c:v>
                </c:pt>
                <c:pt idx="108">
                  <c:v>0.00582304661354</c:v>
                </c:pt>
                <c:pt idx="109">
                  <c:v>0.00583423226497</c:v>
                </c:pt>
                <c:pt idx="110">
                  <c:v>0.0058454502406</c:v>
                </c:pt>
                <c:pt idx="111">
                  <c:v>0.00585670066534</c:v>
                </c:pt>
                <c:pt idx="112">
                  <c:v>0.0058679836647</c:v>
                </c:pt>
                <c:pt idx="113">
                  <c:v>0.00587929936481</c:v>
                </c:pt>
                <c:pt idx="114">
                  <c:v>0.0058906478924</c:v>
                </c:pt>
                <c:pt idx="115">
                  <c:v>0.00590202937483</c:v>
                </c:pt>
                <c:pt idx="116">
                  <c:v>0.00591344394005</c:v>
                </c:pt>
                <c:pt idx="117">
                  <c:v>0.00592489171668</c:v>
                </c:pt>
                <c:pt idx="118">
                  <c:v>0.00593637283391</c:v>
                </c:pt>
                <c:pt idx="119">
                  <c:v>0.00594788742162</c:v>
                </c:pt>
                <c:pt idx="120">
                  <c:v>0.00595943561027</c:v>
                </c:pt>
                <c:pt idx="121">
                  <c:v>0.00597101753099</c:v>
                </c:pt>
                <c:pt idx="122">
                  <c:v>0.00598263331555</c:v>
                </c:pt>
                <c:pt idx="123">
                  <c:v>0.00599428309635</c:v>
                </c:pt>
                <c:pt idx="124">
                  <c:v>0.00600596700645</c:v>
                </c:pt>
                <c:pt idx="125">
                  <c:v>0.00601768517957</c:v>
                </c:pt>
                <c:pt idx="126">
                  <c:v>0.00602943775005</c:v>
                </c:pt>
                <c:pt idx="127">
                  <c:v>0.00604122485295</c:v>
                </c:pt>
                <c:pt idx="128">
                  <c:v>0.00605304662393</c:v>
                </c:pt>
                <c:pt idx="129">
                  <c:v>0.00606490319938</c:v>
                </c:pt>
                <c:pt idx="130">
                  <c:v>0.00607679471632</c:v>
                </c:pt>
                <c:pt idx="131">
                  <c:v>0.00608872131245</c:v>
                </c:pt>
                <c:pt idx="132">
                  <c:v>0.00610068312617</c:v>
                </c:pt>
                <c:pt idx="133">
                  <c:v>0.00611268029656</c:v>
                </c:pt>
                <c:pt idx="134">
                  <c:v>0.00612471296337</c:v>
                </c:pt>
                <c:pt idx="135">
                  <c:v>0.00613678126706</c:v>
                </c:pt>
                <c:pt idx="136">
                  <c:v>0.00614888534879</c:v>
                </c:pt>
                <c:pt idx="137">
                  <c:v>0.00616102535039</c:v>
                </c:pt>
                <c:pt idx="138">
                  <c:v>0.00617320141444</c:v>
                </c:pt>
                <c:pt idx="139">
                  <c:v>0.00618541368421</c:v>
                </c:pt>
                <c:pt idx="140">
                  <c:v>0.00619766230366</c:v>
                </c:pt>
                <c:pt idx="141">
                  <c:v>0.0062099474175</c:v>
                </c:pt>
                <c:pt idx="142">
                  <c:v>0.00622226917115</c:v>
                </c:pt>
                <c:pt idx="143">
                  <c:v>0.00623462771077</c:v>
                </c:pt>
                <c:pt idx="144">
                  <c:v>0.00624702318321</c:v>
                </c:pt>
                <c:pt idx="145">
                  <c:v>0.00625945573611</c:v>
                </c:pt>
                <c:pt idx="146">
                  <c:v>0.00627192551781</c:v>
                </c:pt>
                <c:pt idx="147">
                  <c:v>0.0062844326774</c:v>
                </c:pt>
                <c:pt idx="148">
                  <c:v>0.00629697736475</c:v>
                </c:pt>
                <c:pt idx="149">
                  <c:v>0.00630955973043</c:v>
                </c:pt>
                <c:pt idx="150">
                  <c:v>0.00632217992582</c:v>
                </c:pt>
                <c:pt idx="151">
                  <c:v>0.00633483810303</c:v>
                </c:pt>
                <c:pt idx="152">
                  <c:v>0.00634753441494</c:v>
                </c:pt>
                <c:pt idx="153">
                  <c:v>0.00636026901522</c:v>
                </c:pt>
                <c:pt idx="154">
                  <c:v>0.00637304205829</c:v>
                </c:pt>
                <c:pt idx="155">
                  <c:v>0.00638585369938</c:v>
                </c:pt>
                <c:pt idx="156">
                  <c:v>0.00639870409447</c:v>
                </c:pt>
                <c:pt idx="157">
                  <c:v>0.00641159340037</c:v>
                </c:pt>
                <c:pt idx="158">
                  <c:v>0.00642452177466</c:v>
                </c:pt>
                <c:pt idx="159">
                  <c:v>0.00643748937573</c:v>
                </c:pt>
                <c:pt idx="160">
                  <c:v>0.00645049636276</c:v>
                </c:pt>
                <c:pt idx="161">
                  <c:v>0.00646354289576</c:v>
                </c:pt>
                <c:pt idx="162">
                  <c:v>0.00647662913555</c:v>
                </c:pt>
                <c:pt idx="163">
                  <c:v>0.00648975524375</c:v>
                </c:pt>
                <c:pt idx="164">
                  <c:v>0.00650292138285</c:v>
                </c:pt>
                <c:pt idx="165">
                  <c:v>0.00651612771611</c:v>
                </c:pt>
                <c:pt idx="166">
                  <c:v>0.00652937440768</c:v>
                </c:pt>
                <c:pt idx="167">
                  <c:v>0.00654266162251</c:v>
                </c:pt>
                <c:pt idx="168">
                  <c:v>0.00655598952643</c:v>
                </c:pt>
                <c:pt idx="169">
                  <c:v>0.00656935828609</c:v>
                </c:pt>
                <c:pt idx="170">
                  <c:v>0.00658276806901</c:v>
                </c:pt>
                <c:pt idx="171">
                  <c:v>0.00659621904358</c:v>
                </c:pt>
                <c:pt idx="172">
                  <c:v>0.00660971137903</c:v>
                </c:pt>
                <c:pt idx="173">
                  <c:v>0.0066232452455</c:v>
                </c:pt>
                <c:pt idx="174">
                  <c:v>0.00663682081397</c:v>
                </c:pt>
                <c:pt idx="175">
                  <c:v>0.00665043825632</c:v>
                </c:pt>
                <c:pt idx="176">
                  <c:v>0.00666409774533</c:v>
                </c:pt>
                <c:pt idx="177">
                  <c:v>0.00667779945465</c:v>
                </c:pt>
                <c:pt idx="178">
                  <c:v>0.00669154355884</c:v>
                </c:pt>
                <c:pt idx="179">
                  <c:v>0.00670533023337</c:v>
                </c:pt>
                <c:pt idx="180">
                  <c:v>0.00671915965461</c:v>
                </c:pt>
                <c:pt idx="181">
                  <c:v>0.00673303199986</c:v>
                </c:pt>
                <c:pt idx="182">
                  <c:v>0.00674694744733</c:v>
                </c:pt>
                <c:pt idx="183">
                  <c:v>0.00676090617617</c:v>
                </c:pt>
                <c:pt idx="184">
                  <c:v>0.00677490836644</c:v>
                </c:pt>
                <c:pt idx="185">
                  <c:v>0.00678895419917</c:v>
                </c:pt>
                <c:pt idx="186">
                  <c:v>0.00680304385631</c:v>
                </c:pt>
                <c:pt idx="187">
                  <c:v>0.00681717752078</c:v>
                </c:pt>
                <c:pt idx="188">
                  <c:v>0.00683135537644</c:v>
                </c:pt>
                <c:pt idx="189">
                  <c:v>0.00684557760813</c:v>
                </c:pt>
                <c:pt idx="190">
                  <c:v>0.00685984440165</c:v>
                </c:pt>
                <c:pt idx="191">
                  <c:v>0.00687415594378</c:v>
                </c:pt>
                <c:pt idx="192">
                  <c:v>0.00688851242228</c:v>
                </c:pt>
                <c:pt idx="193">
                  <c:v>0.00690291402588</c:v>
                </c:pt>
                <c:pt idx="194">
                  <c:v>0.00691736094435</c:v>
                </c:pt>
                <c:pt idx="195">
                  <c:v>0.00693185336841</c:v>
                </c:pt>
                <c:pt idx="196">
                  <c:v>0.00694639148981</c:v>
                </c:pt>
                <c:pt idx="197">
                  <c:v>0.00696097550132</c:v>
                </c:pt>
                <c:pt idx="198">
                  <c:v>0.00697560559672</c:v>
                </c:pt>
                <c:pt idx="199">
                  <c:v>0.00699028197081</c:v>
                </c:pt>
                <c:pt idx="200">
                  <c:v>0.00700500481944</c:v>
                </c:pt>
                <c:pt idx="201">
                  <c:v>0.00701977433948</c:v>
                </c:pt>
                <c:pt idx="202">
                  <c:v>0.00703459072887</c:v>
                </c:pt>
                <c:pt idx="203">
                  <c:v>0.00704945418657</c:v>
                </c:pt>
                <c:pt idx="204">
                  <c:v>0.00706436491262</c:v>
                </c:pt>
                <c:pt idx="205">
                  <c:v>0.00707932310813</c:v>
                </c:pt>
                <c:pt idx="206">
                  <c:v>0.00709432897528</c:v>
                </c:pt>
                <c:pt idx="207">
                  <c:v>0.00710938271731</c:v>
                </c:pt>
                <c:pt idx="208">
                  <c:v>0.00712448453858</c:v>
                </c:pt>
                <c:pt idx="209">
                  <c:v>0.00713963464452</c:v>
                </c:pt>
                <c:pt idx="210">
                  <c:v>0.00715483324167</c:v>
                </c:pt>
                <c:pt idx="211">
                  <c:v>0.00717008053767</c:v>
                </c:pt>
                <c:pt idx="212">
                  <c:v>0.00718537674128</c:v>
                </c:pt>
                <c:pt idx="213">
                  <c:v>0.00720072206239</c:v>
                </c:pt>
                <c:pt idx="214">
                  <c:v>0.007216116712</c:v>
                </c:pt>
                <c:pt idx="215">
                  <c:v>0.00723156090227</c:v>
                </c:pt>
                <c:pt idx="216">
                  <c:v>0.0072470548465</c:v>
                </c:pt>
                <c:pt idx="217">
                  <c:v>0.00726259875912</c:v>
                </c:pt>
                <c:pt idx="218">
                  <c:v>0.00727819285574</c:v>
                </c:pt>
                <c:pt idx="219">
                  <c:v>0.00729383735313</c:v>
                </c:pt>
                <c:pt idx="220">
                  <c:v>0.00730953246923</c:v>
                </c:pt>
                <c:pt idx="221">
                  <c:v>0.00732527842318</c:v>
                </c:pt>
                <c:pt idx="222">
                  <c:v>0.00734107543529</c:v>
                </c:pt>
                <c:pt idx="223">
                  <c:v>0.00735692372707</c:v>
                </c:pt>
                <c:pt idx="224">
                  <c:v>0.00737282352125</c:v>
                </c:pt>
                <c:pt idx="225">
                  <c:v>0.00738877504175</c:v>
                </c:pt>
                <c:pt idx="226">
                  <c:v>0.00740477851374</c:v>
                </c:pt>
                <c:pt idx="227">
                  <c:v>0.00742083416358</c:v>
                </c:pt>
                <c:pt idx="228">
                  <c:v>0.00743694221891</c:v>
                </c:pt>
                <c:pt idx="229">
                  <c:v>0.00745310290859</c:v>
                </c:pt>
                <c:pt idx="230">
                  <c:v>0.00746931646274</c:v>
                </c:pt>
                <c:pt idx="231">
                  <c:v>0.00748558311274</c:v>
                </c:pt>
                <c:pt idx="232">
                  <c:v>0.00750190309124</c:v>
                </c:pt>
                <c:pt idx="233">
                  <c:v>0.00751827663216</c:v>
                </c:pt>
                <c:pt idx="234">
                  <c:v>0.00753470397074</c:v>
                </c:pt>
                <c:pt idx="235">
                  <c:v>0.00755118534347</c:v>
                </c:pt>
                <c:pt idx="236">
                  <c:v>0.00756772098817</c:v>
                </c:pt>
                <c:pt idx="237">
                  <c:v>0.00758431114398</c:v>
                </c:pt>
                <c:pt idx="238">
                  <c:v>0.00760095605135</c:v>
                </c:pt>
                <c:pt idx="239">
                  <c:v>0.00761765595204</c:v>
                </c:pt>
                <c:pt idx="240">
                  <c:v>0.0076344110892</c:v>
                </c:pt>
                <c:pt idx="241">
                  <c:v>0.00765122170727</c:v>
                </c:pt>
                <c:pt idx="242">
                  <c:v>0.00766808805209</c:v>
                </c:pt>
                <c:pt idx="243">
                  <c:v>0.00768501037086</c:v>
                </c:pt>
                <c:pt idx="244">
                  <c:v>0.00770198891212</c:v>
                </c:pt>
                <c:pt idx="245">
                  <c:v>0.00771902392584</c:v>
                </c:pt>
                <c:pt idx="246">
                  <c:v>0.00773611566337</c:v>
                </c:pt>
                <c:pt idx="247">
                  <c:v>0.00775326437744</c:v>
                </c:pt>
                <c:pt idx="248">
                  <c:v>0.00777047032222</c:v>
                </c:pt>
                <c:pt idx="249">
                  <c:v>0.00778773375329</c:v>
                </c:pt>
                <c:pt idx="250">
                  <c:v>0.00780505492766</c:v>
                </c:pt>
                <c:pt idx="251">
                  <c:v>0.0078224341038</c:v>
                </c:pt>
                <c:pt idx="252">
                  <c:v>0.0078398715416</c:v>
                </c:pt>
                <c:pt idx="253">
                  <c:v>0.00785736750244</c:v>
                </c:pt>
                <c:pt idx="254">
                  <c:v>0.00787492224915</c:v>
                </c:pt>
                <c:pt idx="255">
                  <c:v>0.00789253604605</c:v>
                </c:pt>
                <c:pt idx="256">
                  <c:v>0.00791020915894</c:v>
                </c:pt>
                <c:pt idx="257">
                  <c:v>0.00792794185515</c:v>
                </c:pt>
                <c:pt idx="258">
                  <c:v>0.00794573440349</c:v>
                </c:pt>
                <c:pt idx="259">
                  <c:v>0.00796358707429</c:v>
                </c:pt>
                <c:pt idx="260">
                  <c:v>0.00798150013945</c:v>
                </c:pt>
                <c:pt idx="261">
                  <c:v>0.00799947387237</c:v>
                </c:pt>
                <c:pt idx="262">
                  <c:v>0.00801750854801</c:v>
                </c:pt>
                <c:pt idx="263">
                  <c:v>0.00803560444293</c:v>
                </c:pt>
                <c:pt idx="264">
                  <c:v>0.00805376183521</c:v>
                </c:pt>
                <c:pt idx="265">
                  <c:v>0.00807198100455</c:v>
                </c:pt>
                <c:pt idx="266">
                  <c:v>0.00809026223223</c:v>
                </c:pt>
                <c:pt idx="267">
                  <c:v>0.00810860580116</c:v>
                </c:pt>
                <c:pt idx="268">
                  <c:v>0.00812701199584</c:v>
                </c:pt>
                <c:pt idx="269">
                  <c:v>0.0081454811024</c:v>
                </c:pt>
                <c:pt idx="270">
                  <c:v>0.00816401340863</c:v>
                </c:pt>
                <c:pt idx="271">
                  <c:v>0.00818260920396</c:v>
                </c:pt>
                <c:pt idx="272">
                  <c:v>0.00820126877949</c:v>
                </c:pt>
                <c:pt idx="273">
                  <c:v>0.00821999242797</c:v>
                </c:pt>
                <c:pt idx="274">
                  <c:v>0.00823878044386</c:v>
                </c:pt>
                <c:pt idx="275">
                  <c:v>0.00825763312332</c:v>
                </c:pt>
                <c:pt idx="276">
                  <c:v>0.0082765507642</c:v>
                </c:pt>
                <c:pt idx="277">
                  <c:v>0.00829553366608</c:v>
                </c:pt>
                <c:pt idx="278">
                  <c:v>0.00831458213029</c:v>
                </c:pt>
                <c:pt idx="279">
                  <c:v>0.00833369645987</c:v>
                </c:pt>
                <c:pt idx="280">
                  <c:v>0.00835287695964</c:v>
                </c:pt>
                <c:pt idx="281">
                  <c:v>0.0083721239362</c:v>
                </c:pt>
                <c:pt idx="282">
                  <c:v>0.00839143769791</c:v>
                </c:pt>
                <c:pt idx="283">
                  <c:v>0.00841081855492</c:v>
                </c:pt>
                <c:pt idx="284">
                  <c:v>0.00843026681922</c:v>
                </c:pt>
                <c:pt idx="285">
                  <c:v>0.00844978280459</c:v>
                </c:pt>
                <c:pt idx="286">
                  <c:v>0.00846936682666</c:v>
                </c:pt>
                <c:pt idx="287">
                  <c:v>0.00848901920288</c:v>
                </c:pt>
                <c:pt idx="288">
                  <c:v>0.00850874025259</c:v>
                </c:pt>
                <c:pt idx="289">
                  <c:v>0.00852853029698</c:v>
                </c:pt>
                <c:pt idx="290">
                  <c:v>0.00854838965914</c:v>
                </c:pt>
                <c:pt idx="291">
                  <c:v>0.00856831866404</c:v>
                </c:pt>
                <c:pt idx="292">
                  <c:v>0.00858831763857</c:v>
                </c:pt>
                <c:pt idx="293">
                  <c:v>0.00860838691156</c:v>
                </c:pt>
                <c:pt idx="294">
                  <c:v>0.00862852681375</c:v>
                </c:pt>
                <c:pt idx="295">
                  <c:v>0.00864873767786</c:v>
                </c:pt>
                <c:pt idx="296">
                  <c:v>0.00866901983855</c:v>
                </c:pt>
                <c:pt idx="297">
                  <c:v>0.00868937363248</c:v>
                </c:pt>
                <c:pt idx="298">
                  <c:v>0.0087097993983</c:v>
                </c:pt>
                <c:pt idx="299">
                  <c:v>0.00873029747665</c:v>
                </c:pt>
                <c:pt idx="300">
                  <c:v>0.00875086821023</c:v>
                </c:pt>
                <c:pt idx="301">
                  <c:v>0.00877151194375</c:v>
                </c:pt>
                <c:pt idx="302">
                  <c:v>0.00879222902397</c:v>
                </c:pt>
                <c:pt idx="303">
                  <c:v>0.00881301979973</c:v>
                </c:pt>
                <c:pt idx="304">
                  <c:v>0.00883388462195</c:v>
                </c:pt>
                <c:pt idx="305">
                  <c:v>0.00885482384363</c:v>
                </c:pt>
                <c:pt idx="306">
                  <c:v>0.00887583781991</c:v>
                </c:pt>
                <c:pt idx="307">
                  <c:v>0.00889692690803</c:v>
                </c:pt>
                <c:pt idx="308">
                  <c:v>0.00891809146738</c:v>
                </c:pt>
                <c:pt idx="309">
                  <c:v>0.00893933185952</c:v>
                </c:pt>
                <c:pt idx="310">
                  <c:v>0.00896064844817</c:v>
                </c:pt>
                <c:pt idx="311">
                  <c:v>0.00898204159924</c:v>
                </c:pt>
                <c:pt idx="312">
                  <c:v>0.00900351168084</c:v>
                </c:pt>
                <c:pt idx="313">
                  <c:v>0.00902505906331</c:v>
                </c:pt>
                <c:pt idx="314">
                  <c:v>0.00904668411923</c:v>
                </c:pt>
                <c:pt idx="315">
                  <c:v>0.00906838722343</c:v>
                </c:pt>
                <c:pt idx="316">
                  <c:v>0.00909016875299</c:v>
                </c:pt>
                <c:pt idx="317">
                  <c:v>0.00911202908731</c:v>
                </c:pt>
                <c:pt idx="318">
                  <c:v>0.00913396860806</c:v>
                </c:pt>
                <c:pt idx="319">
                  <c:v>0.00915598769925</c:v>
                </c:pt>
                <c:pt idx="320">
                  <c:v>0.00917808674723</c:v>
                </c:pt>
                <c:pt idx="321">
                  <c:v>0.00920026614068</c:v>
                </c:pt>
                <c:pt idx="322">
                  <c:v>0.00922252627066</c:v>
                </c:pt>
                <c:pt idx="323">
                  <c:v>0.00924486753065</c:v>
                </c:pt>
                <c:pt idx="324">
                  <c:v>0.00926729031648</c:v>
                </c:pt>
                <c:pt idx="325">
                  <c:v>0.00928979502645</c:v>
                </c:pt>
                <c:pt idx="326">
                  <c:v>0.00931238206127</c:v>
                </c:pt>
                <c:pt idx="327">
                  <c:v>0.00933505182414</c:v>
                </c:pt>
                <c:pt idx="328">
                  <c:v>0.00935780472071</c:v>
                </c:pt>
                <c:pt idx="329">
                  <c:v>0.00938064115914</c:v>
                </c:pt>
                <c:pt idx="330">
                  <c:v>0.0094035615501</c:v>
                </c:pt>
                <c:pt idx="331">
                  <c:v>0.00942656630679</c:v>
                </c:pt>
                <c:pt idx="332">
                  <c:v>0.00944965584496</c:v>
                </c:pt>
                <c:pt idx="333">
                  <c:v>0.00947283058296</c:v>
                </c:pt>
                <c:pt idx="334">
                  <c:v>0.00949609094169</c:v>
                </c:pt>
                <c:pt idx="335">
                  <c:v>0.00951943734467</c:v>
                </c:pt>
                <c:pt idx="336">
                  <c:v>0.00954287021806</c:v>
                </c:pt>
                <c:pt idx="337">
                  <c:v>0.00956638999067</c:v>
                </c:pt>
                <c:pt idx="338">
                  <c:v>0.00958999709397</c:v>
                </c:pt>
                <c:pt idx="339">
                  <c:v>0.0096136919621</c:v>
                </c:pt>
                <c:pt idx="340">
                  <c:v>0.00963747503195</c:v>
                </c:pt>
                <c:pt idx="341">
                  <c:v>0.00966134674311</c:v>
                </c:pt>
                <c:pt idx="342">
                  <c:v>0.00968530753791</c:v>
                </c:pt>
                <c:pt idx="343">
                  <c:v>0.00970935786149</c:v>
                </c:pt>
                <c:pt idx="344">
                  <c:v>0.00973349816174</c:v>
                </c:pt>
                <c:pt idx="345">
                  <c:v>0.00975772888937</c:v>
                </c:pt>
                <c:pt idx="346">
                  <c:v>0.00978205049795</c:v>
                </c:pt>
                <c:pt idx="347">
                  <c:v>0.00980646344387</c:v>
                </c:pt>
                <c:pt idx="348">
                  <c:v>0.00983096818642</c:v>
                </c:pt>
                <c:pt idx="349">
                  <c:v>0.00985556518778</c:v>
                </c:pt>
                <c:pt idx="350">
                  <c:v>0.00988025491304</c:v>
                </c:pt>
                <c:pt idx="351">
                  <c:v>0.00990503783024</c:v>
                </c:pt>
                <c:pt idx="352">
                  <c:v>0.0099299144104</c:v>
                </c:pt>
                <c:pt idx="353">
                  <c:v>0.0099548851275</c:v>
                </c:pt>
                <c:pt idx="354">
                  <c:v>0.00997995045855</c:v>
                </c:pt>
                <c:pt idx="355">
                  <c:v>0.0100051108836</c:v>
                </c:pt>
                <c:pt idx="356">
                  <c:v>0.0100303668857</c:v>
                </c:pt>
                <c:pt idx="357">
                  <c:v>0.0100557189511</c:v>
                </c:pt>
                <c:pt idx="358">
                  <c:v>0.0100811675689</c:v>
                </c:pt>
                <c:pt idx="359">
                  <c:v>0.0101067132318</c:v>
                </c:pt>
                <c:pt idx="360">
                  <c:v>0.010132356435</c:v>
                </c:pt>
                <c:pt idx="361">
                  <c:v>0.0101580976775</c:v>
                </c:pt>
                <c:pt idx="362">
                  <c:v>0.0101839374612</c:v>
                </c:pt>
                <c:pt idx="363">
                  <c:v>0.0102098762911</c:v>
                </c:pt>
                <c:pt idx="364">
                  <c:v>0.0102359146757</c:v>
                </c:pt>
                <c:pt idx="365">
                  <c:v>0.0102620531267</c:v>
                </c:pt>
                <c:pt idx="366">
                  <c:v>0.0102882921591</c:v>
                </c:pt>
                <c:pt idx="367">
                  <c:v>0.0103146322911</c:v>
                </c:pt>
                <c:pt idx="368">
                  <c:v>0.0103410740444</c:v>
                </c:pt>
                <c:pt idx="369">
                  <c:v>0.0103676179441</c:v>
                </c:pt>
                <c:pt idx="370">
                  <c:v>0.0103942645185</c:v>
                </c:pt>
                <c:pt idx="371">
                  <c:v>0.0104210142996</c:v>
                </c:pt>
                <c:pt idx="372">
                  <c:v>0.0104478678227</c:v>
                </c:pt>
                <c:pt idx="373">
                  <c:v>0.0104748256266</c:v>
                </c:pt>
                <c:pt idx="374">
                  <c:v>0.0105018882536</c:v>
                </c:pt>
                <c:pt idx="375">
                  <c:v>0.0105290562495</c:v>
                </c:pt>
                <c:pt idx="376">
                  <c:v>0.0105563301639</c:v>
                </c:pt>
                <c:pt idx="377">
                  <c:v>0.0105837105497</c:v>
                </c:pt>
                <c:pt idx="378">
                  <c:v>0.0106111979635</c:v>
                </c:pt>
                <c:pt idx="379">
                  <c:v>0.0106387929658</c:v>
                </c:pt>
                <c:pt idx="380">
                  <c:v>0.0106664961204</c:v>
                </c:pt>
                <c:pt idx="381">
                  <c:v>0.010694307995</c:v>
                </c:pt>
                <c:pt idx="382">
                  <c:v>0.0107222291612</c:v>
                </c:pt>
                <c:pt idx="383">
                  <c:v>0.010750260194</c:v>
                </c:pt>
                <c:pt idx="384">
                  <c:v>0.0107784016725</c:v>
                </c:pt>
                <c:pt idx="385">
                  <c:v>0.0108066541795</c:v>
                </c:pt>
                <c:pt idx="386">
                  <c:v>0.0108350183018</c:v>
                </c:pt>
                <c:pt idx="387">
                  <c:v>0.0108634946298</c:v>
                </c:pt>
                <c:pt idx="388">
                  <c:v>0.010892083758</c:v>
                </c:pt>
                <c:pt idx="389">
                  <c:v>0.0109207862851</c:v>
                </c:pt>
                <c:pt idx="390">
                  <c:v>0.0109496028133</c:v>
                </c:pt>
                <c:pt idx="391">
                  <c:v>0.0109785339491</c:v>
                </c:pt>
                <c:pt idx="392">
                  <c:v>0.0110075803031</c:v>
                </c:pt>
                <c:pt idx="393">
                  <c:v>0.0110367424898</c:v>
                </c:pt>
                <c:pt idx="394">
                  <c:v>0.0110660211279</c:v>
                </c:pt>
                <c:pt idx="395">
                  <c:v>0.0110954168403</c:v>
                </c:pt>
                <c:pt idx="396">
                  <c:v>0.011124930254</c:v>
                </c:pt>
                <c:pt idx="397">
                  <c:v>0.0111545620002</c:v>
                </c:pt>
                <c:pt idx="398">
                  <c:v>0.0111843127145</c:v>
                </c:pt>
                <c:pt idx="399">
                  <c:v>0.0112141830365</c:v>
                </c:pt>
                <c:pt idx="400">
                  <c:v>0.0112441736105</c:v>
                </c:pt>
                <c:pt idx="401">
                  <c:v>0.0112742850849</c:v>
                </c:pt>
                <c:pt idx="402">
                  <c:v>0.0113045181124</c:v>
                </c:pt>
                <c:pt idx="403">
                  <c:v>0.0113348733504</c:v>
                </c:pt>
                <c:pt idx="404">
                  <c:v>0.0113653514605</c:v>
                </c:pt>
                <c:pt idx="405">
                  <c:v>0.011395953109</c:v>
                </c:pt>
                <c:pt idx="406">
                  <c:v>0.0114266789667</c:v>
                </c:pt>
                <c:pt idx="407">
                  <c:v>0.0114575297088</c:v>
                </c:pt>
                <c:pt idx="408">
                  <c:v>0.0114885060153</c:v>
                </c:pt>
                <c:pt idx="409">
                  <c:v>0.0115196085708</c:v>
                </c:pt>
                <c:pt idx="410">
                  <c:v>0.0115508380644</c:v>
                </c:pt>
                <c:pt idx="411">
                  <c:v>0.0115821951903</c:v>
                </c:pt>
                <c:pt idx="412">
                  <c:v>0.0116136806471</c:v>
                </c:pt>
                <c:pt idx="413">
                  <c:v>0.0116452951384</c:v>
                </c:pt>
                <c:pt idx="414">
                  <c:v>0.0116770393726</c:v>
                </c:pt>
                <c:pt idx="415">
                  <c:v>0.0117089140629</c:v>
                </c:pt>
                <c:pt idx="416">
                  <c:v>0.0117409199276</c:v>
                </c:pt>
                <c:pt idx="417">
                  <c:v>0.0117730576897</c:v>
                </c:pt>
                <c:pt idx="418">
                  <c:v>0.0118053280775</c:v>
                </c:pt>
                <c:pt idx="419">
                  <c:v>0.0118377318241</c:v>
                </c:pt>
                <c:pt idx="420">
                  <c:v>0.0118702696678</c:v>
                </c:pt>
                <c:pt idx="421">
                  <c:v>0.011902942352</c:v>
                </c:pt>
                <c:pt idx="422">
                  <c:v>0.0119357506254</c:v>
                </c:pt>
                <c:pt idx="423">
                  <c:v>0.0119686952418</c:v>
                </c:pt>
                <c:pt idx="424">
                  <c:v>0.0120017769601</c:v>
                </c:pt>
                <c:pt idx="425">
                  <c:v>0.0120349965448</c:v>
                </c:pt>
                <c:pt idx="426">
                  <c:v>0.0120683547655</c:v>
                </c:pt>
                <c:pt idx="427">
                  <c:v>0.0121018523975</c:v>
                </c:pt>
                <c:pt idx="428">
                  <c:v>0.0121354902212</c:v>
                </c:pt>
                <c:pt idx="429">
                  <c:v>0.0121692690228</c:v>
                </c:pt>
                <c:pt idx="430">
                  <c:v>0.0122031895936</c:v>
                </c:pt>
                <c:pt idx="431">
                  <c:v>0.012237252731</c:v>
                </c:pt>
                <c:pt idx="432">
                  <c:v>0.0122714592376</c:v>
                </c:pt>
                <c:pt idx="433">
                  <c:v>0.012305809922</c:v>
                </c:pt>
                <c:pt idx="434">
                  <c:v>0.0123403055982</c:v>
                </c:pt>
                <c:pt idx="435">
                  <c:v>0.0123749470863</c:v>
                </c:pt>
                <c:pt idx="436">
                  <c:v>0.0124097352119</c:v>
                </c:pt>
                <c:pt idx="437">
                  <c:v>0.0124446708067</c:v>
                </c:pt>
                <c:pt idx="438">
                  <c:v>0.0124797547083</c:v>
                </c:pt>
                <c:pt idx="439">
                  <c:v>0.0125149877602</c:v>
                </c:pt>
                <c:pt idx="440">
                  <c:v>0.0125503708118</c:v>
                </c:pt>
                <c:pt idx="441">
                  <c:v>0.0125859047189</c:v>
                </c:pt>
                <c:pt idx="442">
                  <c:v>0.0126215903431</c:v>
                </c:pt>
                <c:pt idx="443">
                  <c:v>0.0126574285524</c:v>
                </c:pt>
                <c:pt idx="444">
                  <c:v>0.0126934202209</c:v>
                </c:pt>
                <c:pt idx="445">
                  <c:v>0.0127295662291</c:v>
                </c:pt>
                <c:pt idx="446">
                  <c:v>0.0127658674637</c:v>
                </c:pt>
                <c:pt idx="447">
                  <c:v>0.0128023248179</c:v>
                </c:pt>
                <c:pt idx="448">
                  <c:v>0.0128389391912</c:v>
                </c:pt>
                <c:pt idx="449">
                  <c:v>0.0128757114899</c:v>
                </c:pt>
                <c:pt idx="450">
                  <c:v>0.0129126426267</c:v>
                </c:pt>
                <c:pt idx="451">
                  <c:v>0.0129497335207</c:v>
                </c:pt>
                <c:pt idx="452">
                  <c:v>0.0129869850981</c:v>
                </c:pt>
                <c:pt idx="453">
                  <c:v>0.0130243982915</c:v>
                </c:pt>
                <c:pt idx="454">
                  <c:v>0.0130619740405</c:v>
                </c:pt>
                <c:pt idx="455">
                  <c:v>0.0130997132913</c:v>
                </c:pt>
                <c:pt idx="456">
                  <c:v>0.0131376169974</c:v>
                </c:pt>
                <c:pt idx="457">
                  <c:v>0.013175686119</c:v>
                </c:pt>
                <c:pt idx="458">
                  <c:v>0.0132139216233</c:v>
                </c:pt>
                <c:pt idx="459">
                  <c:v>0.0132523244849</c:v>
                </c:pt>
                <c:pt idx="460">
                  <c:v>0.0132908956852</c:v>
                </c:pt>
                <c:pt idx="461">
                  <c:v>0.013329636213</c:v>
                </c:pt>
                <c:pt idx="462">
                  <c:v>0.0133685470644</c:v>
                </c:pt>
                <c:pt idx="463">
                  <c:v>0.0134076292428</c:v>
                </c:pt>
                <c:pt idx="464">
                  <c:v>0.0134468837592</c:v>
                </c:pt>
                <c:pt idx="465">
                  <c:v>0.0134863116318</c:v>
                </c:pt>
                <c:pt idx="466">
                  <c:v>0.0135259138865</c:v>
                </c:pt>
                <c:pt idx="467">
                  <c:v>0.0135656915569</c:v>
                </c:pt>
                <c:pt idx="468">
                  <c:v>0.0136056456841</c:v>
                </c:pt>
                <c:pt idx="469">
                  <c:v>0.0136457773171</c:v>
                </c:pt>
                <c:pt idx="470">
                  <c:v>0.0136860875126</c:v>
                </c:pt>
                <c:pt idx="471">
                  <c:v>0.0137265773355</c:v>
                </c:pt>
                <c:pt idx="472">
                  <c:v>0.0137672478582</c:v>
                </c:pt>
                <c:pt idx="473">
                  <c:v>0.0138081001614</c:v>
                </c:pt>
                <c:pt idx="474">
                  <c:v>0.0138491353341</c:v>
                </c:pt>
                <c:pt idx="475">
                  <c:v>0.0138903544731</c:v>
                </c:pt>
                <c:pt idx="476">
                  <c:v>0.0139317586837</c:v>
                </c:pt>
                <c:pt idx="477">
                  <c:v>0.0139733490795</c:v>
                </c:pt>
                <c:pt idx="478">
                  <c:v>0.0140151267825</c:v>
                </c:pt>
                <c:pt idx="479">
                  <c:v>0.014057092923</c:v>
                </c:pt>
                <c:pt idx="480">
                  <c:v>0.0140992486403</c:v>
                </c:pt>
                <c:pt idx="481">
                  <c:v>0.0141415950818</c:v>
                </c:pt>
                <c:pt idx="482">
                  <c:v>0.0141841334041</c:v>
                </c:pt>
                <c:pt idx="483">
                  <c:v>0.0142268647723</c:v>
                </c:pt>
                <c:pt idx="484">
                  <c:v>0.0142697903605</c:v>
                </c:pt>
                <c:pt idx="485">
                  <c:v>0.0143129113517</c:v>
                </c:pt>
                <c:pt idx="486">
                  <c:v>0.014356228938</c:v>
                </c:pt>
                <c:pt idx="487">
                  <c:v>0.0143997443206</c:v>
                </c:pt>
                <c:pt idx="488">
                  <c:v>0.0144434587099</c:v>
                </c:pt>
                <c:pt idx="489">
                  <c:v>0.0144873733257</c:v>
                </c:pt>
                <c:pt idx="490">
                  <c:v>0.014531489397</c:v>
                </c:pt>
                <c:pt idx="491">
                  <c:v>0.0145758081624</c:v>
                </c:pt>
                <c:pt idx="492">
                  <c:v>0.0146203308701</c:v>
                </c:pt>
                <c:pt idx="493">
                  <c:v>0.0146650587777</c:v>
                </c:pt>
                <c:pt idx="494">
                  <c:v>0.0147099931528</c:v>
                </c:pt>
                <c:pt idx="495">
                  <c:v>0.0147551352728</c:v>
                </c:pt>
                <c:pt idx="496">
                  <c:v>0.0148004864247</c:v>
                </c:pt>
                <c:pt idx="497">
                  <c:v>0.014846047906</c:v>
                </c:pt>
                <c:pt idx="498">
                  <c:v>0.014891821024</c:v>
                </c:pt>
                <c:pt idx="499">
                  <c:v>0.0149378070962</c:v>
                </c:pt>
                <c:pt idx="500">
                  <c:v>0.0149840074505</c:v>
                </c:pt>
                <c:pt idx="501">
                  <c:v>0.0150304234251</c:v>
                </c:pt>
                <c:pt idx="502">
                  <c:v>0.0150770563687</c:v>
                </c:pt>
                <c:pt idx="503">
                  <c:v>0.0151239076407</c:v>
                </c:pt>
                <c:pt idx="504">
                  <c:v>0.015170978611</c:v>
                </c:pt>
                <c:pt idx="505">
                  <c:v>0.0152182706605</c:v>
                </c:pt>
                <c:pt idx="506">
                  <c:v>0.0152657851808</c:v>
                </c:pt>
                <c:pt idx="507">
                  <c:v>0.0153135235746</c:v>
                </c:pt>
                <c:pt idx="508">
                  <c:v>0.0153614872557</c:v>
                </c:pt>
                <c:pt idx="509">
                  <c:v>0.0154096776491</c:v>
                </c:pt>
                <c:pt idx="510">
                  <c:v>0.015458096191</c:v>
                </c:pt>
                <c:pt idx="511">
                  <c:v>0.0155067443291</c:v>
                </c:pt>
                <c:pt idx="512">
                  <c:v>0.0155556235227</c:v>
                </c:pt>
                <c:pt idx="513">
                  <c:v>0.0156047352427</c:v>
                </c:pt>
                <c:pt idx="514">
                  <c:v>0.0156540809716</c:v>
                </c:pt>
                <c:pt idx="515">
                  <c:v>0.0157036622039</c:v>
                </c:pt>
                <c:pt idx="516">
                  <c:v>0.0157534804462</c:v>
                </c:pt>
                <c:pt idx="517">
                  <c:v>0.0158035372169</c:v>
                </c:pt>
                <c:pt idx="518">
                  <c:v>0.0158538340468</c:v>
                </c:pt>
                <c:pt idx="519">
                  <c:v>0.0159043724791</c:v>
                </c:pt>
                <c:pt idx="520">
                  <c:v>0.0159551540691</c:v>
                </c:pt>
                <c:pt idx="521">
                  <c:v>0.0160061803851</c:v>
                </c:pt>
                <c:pt idx="522">
                  <c:v>0.0160574530078</c:v>
                </c:pt>
                <c:pt idx="523">
                  <c:v>0.0161089735307</c:v>
                </c:pt>
                <c:pt idx="524">
                  <c:v>0.0161607435606</c:v>
                </c:pt>
                <c:pt idx="525">
                  <c:v>0.0162127647168</c:v>
                </c:pt>
                <c:pt idx="526">
                  <c:v>0.0162650386323</c:v>
                </c:pt>
                <c:pt idx="527">
                  <c:v>0.0163175669532</c:v>
                </c:pt>
                <c:pt idx="528">
                  <c:v>0.0163703513389</c:v>
                </c:pt>
                <c:pt idx="529">
                  <c:v>0.0164233934626</c:v>
                </c:pt>
                <c:pt idx="530">
                  <c:v>0.0164766950113</c:v>
                </c:pt>
                <c:pt idx="531">
                  <c:v>0.0165302576855</c:v>
                </c:pt>
                <c:pt idx="532">
                  <c:v>0.0165840832</c:v>
                </c:pt>
                <c:pt idx="533">
                  <c:v>0.0166381732837</c:v>
                </c:pt>
                <c:pt idx="534">
                  <c:v>0.0166925296796</c:v>
                </c:pt>
                <c:pt idx="535">
                  <c:v>0.0167471541451</c:v>
                </c:pt>
                <c:pt idx="536">
                  <c:v>0.0168020484524</c:v>
                </c:pt>
                <c:pt idx="537">
                  <c:v>0.0168572143882</c:v>
                </c:pt>
                <c:pt idx="538">
                  <c:v>0.0169126537541</c:v>
                </c:pt>
                <c:pt idx="539">
                  <c:v>0.0169683683666</c:v>
                </c:pt>
                <c:pt idx="540">
                  <c:v>0.0170243600575</c:v>
                </c:pt>
                <c:pt idx="541">
                  <c:v>0.0170806306738</c:v>
                </c:pt>
                <c:pt idx="542">
                  <c:v>0.0171371820779</c:v>
                </c:pt>
                <c:pt idx="543">
                  <c:v>0.0171940161478</c:v>
                </c:pt>
                <c:pt idx="544">
                  <c:v>0.0172511347774</c:v>
                </c:pt>
                <c:pt idx="545">
                  <c:v>0.0173085398764</c:v>
                </c:pt>
                <c:pt idx="546">
                  <c:v>0.0173662333707</c:v>
                </c:pt>
                <c:pt idx="547">
                  <c:v>0.0174242172021</c:v>
                </c:pt>
                <c:pt idx="548">
                  <c:v>0.0174824933293</c:v>
                </c:pt>
                <c:pt idx="549">
                  <c:v>0.0175410637271</c:v>
                </c:pt>
                <c:pt idx="550">
                  <c:v>0.0175999303873</c:v>
                </c:pt>
                <c:pt idx="551">
                  <c:v>0.0176590953187</c:v>
                </c:pt>
                <c:pt idx="552">
                  <c:v>0.0177185605469</c:v>
                </c:pt>
                <c:pt idx="553">
                  <c:v>0.0177783281149</c:v>
                </c:pt>
                <c:pt idx="554">
                  <c:v>0.0178384000832</c:v>
                </c:pt>
                <c:pt idx="555">
                  <c:v>0.0178987785298</c:v>
                </c:pt>
                <c:pt idx="556">
                  <c:v>0.0179594655505</c:v>
                </c:pt>
                <c:pt idx="557">
                  <c:v>0.0180204632592</c:v>
                </c:pt>
                <c:pt idx="558">
                  <c:v>0.0180817737877</c:v>
                </c:pt>
                <c:pt idx="559">
                  <c:v>0.0181433992864</c:v>
                </c:pt>
                <c:pt idx="560">
                  <c:v>0.0182053419242</c:v>
                </c:pt>
                <c:pt idx="561">
                  <c:v>0.0182676038886</c:v>
                </c:pt>
                <c:pt idx="562">
                  <c:v>0.0183301873862</c:v>
                </c:pt>
                <c:pt idx="563">
                  <c:v>0.0183930946424</c:v>
                </c:pt>
                <c:pt idx="564">
                  <c:v>0.0184563279024</c:v>
                </c:pt>
                <c:pt idx="565">
                  <c:v>0.0185198894304</c:v>
                </c:pt>
                <c:pt idx="566">
                  <c:v>0.0185837815107</c:v>
                </c:pt>
                <c:pt idx="567">
                  <c:v>0.0186480064474</c:v>
                </c:pt>
                <c:pt idx="568">
                  <c:v>0.0187125665648</c:v>
                </c:pt>
                <c:pt idx="569">
                  <c:v>0.0187774642073</c:v>
                </c:pt>
                <c:pt idx="570">
                  <c:v>0.0188427017403</c:v>
                </c:pt>
                <c:pt idx="571">
                  <c:v>0.0189082815495</c:v>
                </c:pt>
                <c:pt idx="572">
                  <c:v>0.0189742060419</c:v>
                </c:pt>
                <c:pt idx="573">
                  <c:v>0.0190404776457</c:v>
                </c:pt>
                <c:pt idx="574">
                  <c:v>0.0191070988105</c:v>
                </c:pt>
                <c:pt idx="575">
                  <c:v>0.0191740720075</c:v>
                </c:pt>
                <c:pt idx="576">
                  <c:v>0.0192413997298</c:v>
                </c:pt>
                <c:pt idx="577">
                  <c:v>0.0193090844928</c:v>
                </c:pt>
                <c:pt idx="578">
                  <c:v>0.0193771288342</c:v>
                </c:pt>
                <c:pt idx="579">
                  <c:v>0.0194455353142</c:v>
                </c:pt>
                <c:pt idx="580">
                  <c:v>0.0195143065159</c:v>
                </c:pt>
                <c:pt idx="581">
                  <c:v>0.0195834450456</c:v>
                </c:pt>
                <c:pt idx="582">
                  <c:v>0.0196529535328</c:v>
                </c:pt>
                <c:pt idx="583">
                  <c:v>0.0197228346306</c:v>
                </c:pt>
                <c:pt idx="584">
                  <c:v>0.0197930910161</c:v>
                </c:pt>
                <c:pt idx="585">
                  <c:v>0.0198637253904</c:v>
                </c:pt>
                <c:pt idx="586">
                  <c:v>0.0199347404789</c:v>
                </c:pt>
                <c:pt idx="587">
                  <c:v>0.0200061390317</c:v>
                </c:pt>
                <c:pt idx="588">
                  <c:v>0.0200779238239</c:v>
                </c:pt>
                <c:pt idx="589">
                  <c:v>0.0201500976555</c:v>
                </c:pt>
                <c:pt idx="590">
                  <c:v>0.0202226633521</c:v>
                </c:pt>
                <c:pt idx="591">
                  <c:v>0.0202956237651</c:v>
                </c:pt>
                <c:pt idx="592">
                  <c:v>0.0203689817718</c:v>
                </c:pt>
                <c:pt idx="593">
                  <c:v>0.0204427402756</c:v>
                </c:pt>
                <c:pt idx="594">
                  <c:v>0.0205169022069</c:v>
                </c:pt>
                <c:pt idx="595">
                  <c:v>0.0205914705225</c:v>
                </c:pt>
                <c:pt idx="596">
                  <c:v>0.0206664482067</c:v>
                </c:pt>
                <c:pt idx="597">
                  <c:v>0.0207418382709</c:v>
                </c:pt>
                <c:pt idx="598">
                  <c:v>0.0208176437547</c:v>
                </c:pt>
                <c:pt idx="599">
                  <c:v>0.0208938677254</c:v>
                </c:pt>
                <c:pt idx="600">
                  <c:v>0.0209705132788</c:v>
                </c:pt>
                <c:pt idx="601">
                  <c:v>0.0210475835394</c:v>
                </c:pt>
                <c:pt idx="602">
                  <c:v>0.0211250816606</c:v>
                </c:pt>
                <c:pt idx="603">
                  <c:v>0.0212030108253</c:v>
                </c:pt>
                <c:pt idx="604">
                  <c:v>0.0212813742459</c:v>
                </c:pt>
                <c:pt idx="605">
                  <c:v>0.0213601751649</c:v>
                </c:pt>
                <c:pt idx="606">
                  <c:v>0.0214394168549</c:v>
                </c:pt>
                <c:pt idx="607">
                  <c:v>0.0215191026196</c:v>
                </c:pt>
                <c:pt idx="608">
                  <c:v>0.0215992357931</c:v>
                </c:pt>
                <c:pt idx="609">
                  <c:v>0.0216798197414</c:v>
                </c:pt>
                <c:pt idx="610">
                  <c:v>0.0217608578619</c:v>
                </c:pt>
                <c:pt idx="611">
                  <c:v>0.021842353584</c:v>
                </c:pt>
                <c:pt idx="612">
                  <c:v>0.0219243103699</c:v>
                </c:pt>
                <c:pt idx="613">
                  <c:v>0.0220067317141</c:v>
                </c:pt>
                <c:pt idx="614">
                  <c:v>0.0220896211446</c:v>
                </c:pt>
                <c:pt idx="615">
                  <c:v>0.0221729822229</c:v>
                </c:pt>
                <c:pt idx="616">
                  <c:v>0.0222568185442</c:v>
                </c:pt>
                <c:pt idx="617">
                  <c:v>0.0223411337382</c:v>
                </c:pt>
                <c:pt idx="618">
                  <c:v>0.0224259314694</c:v>
                </c:pt>
                <c:pt idx="619">
                  <c:v>0.022511215437</c:v>
                </c:pt>
                <c:pt idx="620">
                  <c:v>0.0225969893762</c:v>
                </c:pt>
                <c:pt idx="621">
                  <c:v>0.0226832570576</c:v>
                </c:pt>
                <c:pt idx="622">
                  <c:v>0.0227700222884</c:v>
                </c:pt>
                <c:pt idx="623">
                  <c:v>0.0228572889126</c:v>
                </c:pt>
                <c:pt idx="624">
                  <c:v>0.0229450608111</c:v>
                </c:pt>
                <c:pt idx="625">
                  <c:v>0.0230333419026</c:v>
                </c:pt>
                <c:pt idx="626">
                  <c:v>0.0231221361437</c:v>
                </c:pt>
                <c:pt idx="627">
                  <c:v>0.0232114475295</c:v>
                </c:pt>
                <c:pt idx="628">
                  <c:v>0.023301280094</c:v>
                </c:pt>
                <c:pt idx="629">
                  <c:v>0.0233916379105</c:v>
                </c:pt>
                <c:pt idx="630">
                  <c:v>0.0234825250924</c:v>
                </c:pt>
                <c:pt idx="631">
                  <c:v>0.0235739457929</c:v>
                </c:pt>
                <c:pt idx="632">
                  <c:v>0.0236659042063</c:v>
                </c:pt>
                <c:pt idx="633">
                  <c:v>0.0237584045682</c:v>
                </c:pt>
                <c:pt idx="634">
                  <c:v>0.0238514511555</c:v>
                </c:pt>
                <c:pt idx="635">
                  <c:v>0.0239450482878</c:v>
                </c:pt>
                <c:pt idx="636">
                  <c:v>0.024039200327</c:v>
                </c:pt>
                <c:pt idx="637">
                  <c:v>0.0241339116785</c:v>
                </c:pt>
                <c:pt idx="638">
                  <c:v>0.0242291867911</c:v>
                </c:pt>
                <c:pt idx="639">
                  <c:v>0.0243250301583</c:v>
                </c:pt>
                <c:pt idx="640">
                  <c:v>0.0244214463178</c:v>
                </c:pt>
                <c:pt idx="641">
                  <c:v>0.0245184398531</c:v>
                </c:pt>
                <c:pt idx="642">
                  <c:v>0.0246160153932</c:v>
                </c:pt>
                <c:pt idx="643">
                  <c:v>0.0247141776136</c:v>
                </c:pt>
                <c:pt idx="644">
                  <c:v>0.0248129312366</c:v>
                </c:pt>
                <c:pt idx="645">
                  <c:v>0.0249122810323</c:v>
                </c:pt>
                <c:pt idx="646">
                  <c:v>0.0250122318185</c:v>
                </c:pt>
                <c:pt idx="647">
                  <c:v>0.0251127884619</c:v>
                </c:pt>
                <c:pt idx="648">
                  <c:v>0.0252139558783</c:v>
                </c:pt>
                <c:pt idx="649">
                  <c:v>0.0253157390332</c:v>
                </c:pt>
                <c:pt idx="650">
                  <c:v>0.0254181429429</c:v>
                </c:pt>
                <c:pt idx="651">
                  <c:v>0.0255211726743</c:v>
                </c:pt>
                <c:pt idx="652">
                  <c:v>0.0256248333462</c:v>
                </c:pt>
                <c:pt idx="653">
                  <c:v>0.0257291301296</c:v>
                </c:pt>
                <c:pt idx="654">
                  <c:v>0.0258340682484</c:v>
                </c:pt>
                <c:pt idx="655">
                  <c:v>0.0259396529801</c:v>
                </c:pt>
                <c:pt idx="656">
                  <c:v>0.0260458896563</c:v>
                </c:pt>
                <c:pt idx="657">
                  <c:v>0.0261527836635</c:v>
                </c:pt>
                <c:pt idx="658">
                  <c:v>0.0262603404438</c:v>
                </c:pt>
                <c:pt idx="659">
                  <c:v>0.0263685654956</c:v>
                </c:pt>
                <c:pt idx="660">
                  <c:v>0.026477464374</c:v>
                </c:pt>
                <c:pt idx="661">
                  <c:v>0.0265870426919</c:v>
                </c:pt>
                <c:pt idx="662">
                  <c:v>0.0266973061203</c:v>
                </c:pt>
                <c:pt idx="663">
                  <c:v>0.0268082603894</c:v>
                </c:pt>
                <c:pt idx="664">
                  <c:v>0.0269199112893</c:v>
                </c:pt>
                <c:pt idx="665">
                  <c:v>0.0270322646703</c:v>
                </c:pt>
                <c:pt idx="666">
                  <c:v>0.0271453264442</c:v>
                </c:pt>
                <c:pt idx="667">
                  <c:v>0.0272591025848</c:v>
                </c:pt>
                <c:pt idx="668">
                  <c:v>0.0273735991286</c:v>
                </c:pt>
                <c:pt idx="669">
                  <c:v>0.0274888221757</c:v>
                </c:pt>
                <c:pt idx="670">
                  <c:v>0.0276047778907</c:v>
                </c:pt>
                <c:pt idx="671">
                  <c:v>0.0277214725032</c:v>
                </c:pt>
                <c:pt idx="672">
                  <c:v>0.027838912309</c:v>
                </c:pt>
                <c:pt idx="673">
                  <c:v>0.0279571036706</c:v>
                </c:pt>
                <c:pt idx="674">
                  <c:v>0.0280760530181</c:v>
                </c:pt>
                <c:pt idx="675">
                  <c:v>0.0281957668504</c:v>
                </c:pt>
                <c:pt idx="676">
                  <c:v>0.0283162517355</c:v>
                </c:pt>
                <c:pt idx="677">
                  <c:v>0.0284375143119</c:v>
                </c:pt>
                <c:pt idx="678">
                  <c:v>0.028559561289</c:v>
                </c:pt>
                <c:pt idx="679">
                  <c:v>0.0286823994486</c:v>
                </c:pt>
                <c:pt idx="680">
                  <c:v>0.0288060356451</c:v>
                </c:pt>
                <c:pt idx="681">
                  <c:v>0.0289304768072</c:v>
                </c:pt>
                <c:pt idx="682">
                  <c:v>0.0290557299381</c:v>
                </c:pt>
                <c:pt idx="683">
                  <c:v>0.0291818021171</c:v>
                </c:pt>
                <c:pt idx="684">
                  <c:v>0.0293087005</c:v>
                </c:pt>
                <c:pt idx="685">
                  <c:v>0.0294364323207</c:v>
                </c:pt>
                <c:pt idx="686">
                  <c:v>0.0295650048915</c:v>
                </c:pt>
                <c:pt idx="687">
                  <c:v>0.0296944256049</c:v>
                </c:pt>
                <c:pt idx="688">
                  <c:v>0.0298247019337</c:v>
                </c:pt>
                <c:pt idx="689">
                  <c:v>0.029955841433</c:v>
                </c:pt>
                <c:pt idx="690">
                  <c:v>0.0300878517406</c:v>
                </c:pt>
                <c:pt idx="691">
                  <c:v>0.0302207405783</c:v>
                </c:pt>
                <c:pt idx="692">
                  <c:v>0.030354515753</c:v>
                </c:pt>
                <c:pt idx="693">
                  <c:v>0.0304891851578</c:v>
                </c:pt>
                <c:pt idx="694">
                  <c:v>0.030624756773</c:v>
                </c:pt>
                <c:pt idx="695">
                  <c:v>0.0307612386676</c:v>
                </c:pt>
                <c:pt idx="696">
                  <c:v>0.0308986389998</c:v>
                </c:pt>
                <c:pt idx="697">
                  <c:v>0.031036966019</c:v>
                </c:pt>
                <c:pt idx="698">
                  <c:v>0.0311762280662</c:v>
                </c:pt>
                <c:pt idx="699">
                  <c:v>0.0313164335758</c:v>
                </c:pt>
                <c:pt idx="700">
                  <c:v>0.0314575910765</c:v>
                </c:pt>
                <c:pt idx="701">
                  <c:v>0.0315997091927</c:v>
                </c:pt>
                <c:pt idx="702">
                  <c:v>0.0317427966455</c:v>
                </c:pt>
                <c:pt idx="703">
                  <c:v>0.0318868622545</c:v>
                </c:pt>
                <c:pt idx="704">
                  <c:v>0.0320319149385</c:v>
                </c:pt>
                <c:pt idx="705">
                  <c:v>0.0321779637173</c:v>
                </c:pt>
                <c:pt idx="706">
                  <c:v>0.0323250177127</c:v>
                </c:pt>
                <c:pt idx="707">
                  <c:v>0.0324730861501</c:v>
                </c:pt>
                <c:pt idx="708">
                  <c:v>0.0326221783596</c:v>
                </c:pt>
                <c:pt idx="709">
                  <c:v>0.0327723037777</c:v>
                </c:pt>
                <c:pt idx="710">
                  <c:v>0.0329234719487</c:v>
                </c:pt>
                <c:pt idx="711">
                  <c:v>0.0330756925258</c:v>
                </c:pt>
                <c:pt idx="712">
                  <c:v>0.0332289752729</c:v>
                </c:pt>
                <c:pt idx="713">
                  <c:v>0.0333833300662</c:v>
                </c:pt>
                <c:pt idx="714">
                  <c:v>0.033538766895</c:v>
                </c:pt>
                <c:pt idx="715">
                  <c:v>0.0336952958642</c:v>
                </c:pt>
                <c:pt idx="716">
                  <c:v>0.0338529271951</c:v>
                </c:pt>
                <c:pt idx="717">
                  <c:v>0.0340116712274</c:v>
                </c:pt>
                <c:pt idx="718">
                  <c:v>0.0341715384204</c:v>
                </c:pt>
                <c:pt idx="719">
                  <c:v>0.0343325393552</c:v>
                </c:pt>
                <c:pt idx="720">
                  <c:v>0.0344946847358</c:v>
                </c:pt>
                <c:pt idx="721">
                  <c:v>0.034657985391</c:v>
                </c:pt>
                <c:pt idx="722">
                  <c:v>0.0348224522761</c:v>
                </c:pt>
                <c:pt idx="723">
                  <c:v>0.0349880964747</c:v>
                </c:pt>
                <c:pt idx="724">
                  <c:v>0.0351549292004</c:v>
                </c:pt>
                <c:pt idx="725">
                  <c:v>0.0353229617983</c:v>
                </c:pt>
                <c:pt idx="726">
                  <c:v>0.0354922057472</c:v>
                </c:pt>
                <c:pt idx="727">
                  <c:v>0.0356626726612</c:v>
                </c:pt>
                <c:pt idx="728">
                  <c:v>0.0358343742917</c:v>
                </c:pt>
                <c:pt idx="729">
                  <c:v>0.0360073225293</c:v>
                </c:pt>
                <c:pt idx="730">
                  <c:v>0.0361815294053</c:v>
                </c:pt>
                <c:pt idx="731">
                  <c:v>0.0363570070943</c:v>
                </c:pt>
                <c:pt idx="732">
                  <c:v>0.0365337679156</c:v>
                </c:pt>
                <c:pt idx="733">
                  <c:v>0.0367118243356</c:v>
                </c:pt>
                <c:pt idx="734">
                  <c:v>0.0368911889696</c:v>
                </c:pt>
                <c:pt idx="735">
                  <c:v>0.037071874584</c:v>
                </c:pt>
                <c:pt idx="736">
                  <c:v>0.0372538940981</c:v>
                </c:pt>
                <c:pt idx="737">
                  <c:v>0.0374372605869</c:v>
                </c:pt>
                <c:pt idx="738">
                  <c:v>0.0376219872823</c:v>
                </c:pt>
                <c:pt idx="739">
                  <c:v>0.0378080875761</c:v>
                </c:pt>
                <c:pt idx="740">
                  <c:v>0.0379955750218</c:v>
                </c:pt>
                <c:pt idx="741">
                  <c:v>0.0381844633372</c:v>
                </c:pt>
                <c:pt idx="742">
                  <c:v>0.0383747664061</c:v>
                </c:pt>
                <c:pt idx="743">
                  <c:v>0.0385664982814</c:v>
                </c:pt>
                <c:pt idx="744">
                  <c:v>0.0387596731867</c:v>
                </c:pt>
                <c:pt idx="745">
                  <c:v>0.0389543055193</c:v>
                </c:pt>
                <c:pt idx="746">
                  <c:v>0.0391504098522</c:v>
                </c:pt>
                <c:pt idx="747">
                  <c:v>0.0393480009369</c:v>
                </c:pt>
                <c:pt idx="748">
                  <c:v>0.0395470937057</c:v>
                </c:pt>
                <c:pt idx="749">
                  <c:v>0.0397477032742</c:v>
                </c:pt>
                <c:pt idx="750">
                  <c:v>0.0399498449442</c:v>
                </c:pt>
                <c:pt idx="751">
                  <c:v>0.040153534206</c:v>
                </c:pt>
                <c:pt idx="752">
                  <c:v>0.040358786741</c:v>
                </c:pt>
                <c:pt idx="753">
                  <c:v>0.0405656184248</c:v>
                </c:pt>
                <c:pt idx="754">
                  <c:v>0.0407740453296</c:v>
                </c:pt>
                <c:pt idx="755">
                  <c:v>0.040984083727</c:v>
                </c:pt>
                <c:pt idx="756">
                  <c:v>0.0411957500911</c:v>
                </c:pt>
                <c:pt idx="757">
                  <c:v>0.0414090611011</c:v>
                </c:pt>
                <c:pt idx="758">
                  <c:v>0.041624033644</c:v>
                </c:pt>
                <c:pt idx="759">
                  <c:v>0.0418406848183</c:v>
                </c:pt>
                <c:pt idx="760">
                  <c:v>0.0420590319361</c:v>
                </c:pt>
                <c:pt idx="761">
                  <c:v>0.0422790925269</c:v>
                </c:pt>
                <c:pt idx="762">
                  <c:v>0.0425008843401</c:v>
                </c:pt>
                <c:pt idx="763">
                  <c:v>0.0427244253484</c:v>
                </c:pt>
                <c:pt idx="764">
                  <c:v>0.0429497337511</c:v>
                </c:pt>
                <c:pt idx="765">
                  <c:v>0.0431768279769</c:v>
                </c:pt>
                <c:pt idx="766">
                  <c:v>0.0434057266878</c:v>
                </c:pt>
                <c:pt idx="767">
                  <c:v>0.0436364487817</c:v>
                </c:pt>
                <c:pt idx="768">
                  <c:v>0.0438690133964</c:v>
                </c:pt>
                <c:pt idx="769">
                  <c:v>0.0441034399124</c:v>
                </c:pt>
                <c:pt idx="770">
                  <c:v>0.0443397479571</c:v>
                </c:pt>
                <c:pt idx="771">
                  <c:v>0.0445779574076</c:v>
                </c:pt>
                <c:pt idx="772">
                  <c:v>0.0448180883946</c:v>
                </c:pt>
                <c:pt idx="773">
                  <c:v>0.0450601613063</c:v>
                </c:pt>
                <c:pt idx="774">
                  <c:v>0.0453041967913</c:v>
                </c:pt>
                <c:pt idx="775">
                  <c:v>0.0455502157632</c:v>
                </c:pt>
                <c:pt idx="776">
                  <c:v>0.0457982394035</c:v>
                </c:pt>
                <c:pt idx="777">
                  <c:v>0.0460482891664</c:v>
                </c:pt>
                <c:pt idx="778">
                  <c:v>0.0463003867817</c:v>
                </c:pt>
                <c:pt idx="779">
                  <c:v>0.0465545542594</c:v>
                </c:pt>
                <c:pt idx="780">
                  <c:v>0.0468108138936</c:v>
                </c:pt>
                <c:pt idx="781">
                  <c:v>0.0470691882661</c:v>
                </c:pt>
                <c:pt idx="782">
                  <c:v>0.0473297002511</c:v>
                </c:pt>
                <c:pt idx="783">
                  <c:v>0.047592373019</c:v>
                </c:pt>
                <c:pt idx="784">
                  <c:v>0.0478572300407</c:v>
                </c:pt>
                <c:pt idx="785">
                  <c:v>0.0481242950919</c:v>
                </c:pt>
                <c:pt idx="786">
                  <c:v>0.0483935922573</c:v>
                </c:pt>
                <c:pt idx="787">
                  <c:v>0.0486651459351</c:v>
                </c:pt>
                <c:pt idx="788">
                  <c:v>0.0489389808417</c:v>
                </c:pt>
                <c:pt idx="789">
                  <c:v>0.0492151220156</c:v>
                </c:pt>
                <c:pt idx="790">
                  <c:v>0.0494935948225</c:v>
                </c:pt>
                <c:pt idx="791">
                  <c:v>0.0497744249596</c:v>
                </c:pt>
                <c:pt idx="792">
                  <c:v>0.0500576384606</c:v>
                </c:pt>
                <c:pt idx="793">
                  <c:v>0.0503432617001</c:v>
                </c:pt>
                <c:pt idx="794">
                  <c:v>0.0506313213987</c:v>
                </c:pt>
                <c:pt idx="795">
                  <c:v>0.0509218446276</c:v>
                </c:pt>
                <c:pt idx="796">
                  <c:v>0.0512148588137</c:v>
                </c:pt>
                <c:pt idx="797">
                  <c:v>0.0515103917445</c:v>
                </c:pt>
                <c:pt idx="798">
                  <c:v>0.0518084715734</c:v>
                </c:pt>
                <c:pt idx="799">
                  <c:v>0.0521091268243</c:v>
                </c:pt>
                <c:pt idx="800">
                  <c:v>0.0524123863973</c:v>
                </c:pt>
                <c:pt idx="801">
                  <c:v>0.0527182795736</c:v>
                </c:pt>
                <c:pt idx="802">
                  <c:v>0.0530268360209</c:v>
                </c:pt>
                <c:pt idx="803">
                  <c:v>0.0533380857987</c:v>
                </c:pt>
                <c:pt idx="804">
                  <c:v>0.0536520593639</c:v>
                </c:pt>
                <c:pt idx="805">
                  <c:v>0.053968787576</c:v>
                </c:pt>
                <c:pt idx="806">
                  <c:v>0.0542883017027</c:v>
                </c:pt>
                <c:pt idx="807">
                  <c:v>0.0546106334257</c:v>
                </c:pt>
                <c:pt idx="808">
                  <c:v>0.054935814846</c:v>
                </c:pt>
                <c:pt idx="809">
                  <c:v>0.0552638784901</c:v>
                </c:pt>
                <c:pt idx="810">
                  <c:v>0.0555948573152</c:v>
                </c:pt>
                <c:pt idx="811">
                  <c:v>0.0559287847153</c:v>
                </c:pt>
                <c:pt idx="812">
                  <c:v>0.0562656945271</c:v>
                </c:pt>
                <c:pt idx="813">
                  <c:v>0.0566056210361</c:v>
                </c:pt>
                <c:pt idx="814">
                  <c:v>0.0569485989819</c:v>
                </c:pt>
                <c:pt idx="815">
                  <c:v>0.0572946635652</c:v>
                </c:pt>
                <c:pt idx="816">
                  <c:v>0.0576438504531</c:v>
                </c:pt>
                <c:pt idx="817">
                  <c:v>0.0579961957856</c:v>
                </c:pt>
                <c:pt idx="818">
                  <c:v>0.0583517361816</c:v>
                </c:pt>
                <c:pt idx="819">
                  <c:v>0.0587105087455</c:v>
                </c:pt>
                <c:pt idx="820">
                  <c:v>0.059072551073</c:v>
                </c:pt>
                <c:pt idx="821">
                  <c:v>0.0594379012576</c:v>
                </c:pt>
                <c:pt idx="822">
                  <c:v>0.0598065978972</c:v>
                </c:pt>
                <c:pt idx="823">
                  <c:v>0.0601786801001</c:v>
                </c:pt>
                <c:pt idx="824">
                  <c:v>0.0605541874916</c:v>
                </c:pt>
                <c:pt idx="825">
                  <c:v>0.0609331602206</c:v>
                </c:pt>
                <c:pt idx="826">
                  <c:v>0.0613156389658</c:v>
                </c:pt>
                <c:pt idx="827">
                  <c:v>0.0617016649424</c:v>
                </c:pt>
                <c:pt idx="828">
                  <c:v>0.0620912799088</c:v>
                </c:pt>
                <c:pt idx="829">
                  <c:v>0.0624845261728</c:v>
                </c:pt>
                <c:pt idx="830">
                  <c:v>0.0628814465982</c:v>
                </c:pt>
                <c:pt idx="831">
                  <c:v>0.0632820846119</c:v>
                </c:pt>
                <c:pt idx="832">
                  <c:v>0.0636864842099</c:v>
                </c:pt>
                <c:pt idx="833">
                  <c:v>0.064094689964</c:v>
                </c:pt>
                <c:pt idx="834">
                  <c:v>0.0645067470288</c:v>
                </c:pt>
                <c:pt idx="835">
                  <c:v>0.0649227011478</c:v>
                </c:pt>
                <c:pt idx="836">
                  <c:v>0.0653425986602</c:v>
                </c:pt>
                <c:pt idx="837">
                  <c:v>0.0657664865075</c:v>
                </c:pt>
                <c:pt idx="838">
                  <c:v>0.0661944122398</c:v>
                </c:pt>
                <c:pt idx="839">
                  <c:v>0.0666264240227</c:v>
                </c:pt>
                <c:pt idx="840">
                  <c:v>0.0670625706433</c:v>
                </c:pt>
                <c:pt idx="841">
                  <c:v>0.0675029015168</c:v>
                </c:pt>
                <c:pt idx="842">
                  <c:v>0.067947466693</c:v>
                </c:pt>
                <c:pt idx="843">
                  <c:v>0.0683963168624</c:v>
                </c:pt>
                <c:pt idx="844">
                  <c:v>0.0688495033626</c:v>
                </c:pt>
                <c:pt idx="845">
                  <c:v>0.0693070781843</c:v>
                </c:pt>
                <c:pt idx="846">
                  <c:v>0.0697690939774</c:v>
                </c:pt>
                <c:pt idx="847">
                  <c:v>0.0702356040569</c:v>
                </c:pt>
                <c:pt idx="848">
                  <c:v>0.070706662409</c:v>
                </c:pt>
                <c:pt idx="849">
                  <c:v>0.0711823236965</c:v>
                </c:pt>
                <c:pt idx="850">
                  <c:v>0.0716626432647</c:v>
                </c:pt>
                <c:pt idx="851">
                  <c:v>0.0721476771465</c:v>
                </c:pt>
                <c:pt idx="852">
                  <c:v>0.0726374820681</c:v>
                </c:pt>
                <c:pt idx="853">
                  <c:v>0.0731321154538</c:v>
                </c:pt>
                <c:pt idx="854">
                  <c:v>0.0736316354313</c:v>
                </c:pt>
                <c:pt idx="855">
                  <c:v>0.0741361008358</c:v>
                </c:pt>
                <c:pt idx="856">
                  <c:v>0.0746455712154</c:v>
                </c:pt>
                <c:pt idx="857">
                  <c:v>0.0751601068346</c:v>
                </c:pt>
                <c:pt idx="858">
                  <c:v>0.0756797686788</c:v>
                </c:pt>
                <c:pt idx="859">
                  <c:v>0.076204618458</c:v>
                </c:pt>
                <c:pt idx="860">
                  <c:v>0.0767347186102</c:v>
                </c:pt>
                <c:pt idx="861">
                  <c:v>0.0772701323047</c:v>
                </c:pt>
                <c:pt idx="862">
                  <c:v>0.0778109234447</c:v>
                </c:pt>
                <c:pt idx="863">
                  <c:v>0.0783571566702</c:v>
                </c:pt>
                <c:pt idx="864">
                  <c:v>0.07890889736</c:v>
                </c:pt>
                <c:pt idx="865">
                  <c:v>0.0794662116334</c:v>
                </c:pt>
                <c:pt idx="866">
                  <c:v>0.0800291663514</c:v>
                </c:pt>
                <c:pt idx="867">
                  <c:v>0.0805978291179</c:v>
                </c:pt>
                <c:pt idx="868">
                  <c:v>0.08117226828</c:v>
                </c:pt>
                <c:pt idx="869">
                  <c:v>0.0817525529279</c:v>
                </c:pt>
                <c:pt idx="870">
                  <c:v>0.0823387528943</c:v>
                </c:pt>
                <c:pt idx="871">
                  <c:v>0.0829309387533</c:v>
                </c:pt>
                <c:pt idx="872">
                  <c:v>0.0835291818187</c:v>
                </c:pt>
                <c:pt idx="873">
                  <c:v>0.0841335541415</c:v>
                </c:pt>
                <c:pt idx="874">
                  <c:v>0.0847441285073</c:v>
                </c:pt>
                <c:pt idx="875">
                  <c:v>0.0853609784322</c:v>
                </c:pt>
                <c:pt idx="876">
                  <c:v>0.0859841781584</c:v>
                </c:pt>
                <c:pt idx="877">
                  <c:v>0.0866138026496</c:v>
                </c:pt>
                <c:pt idx="878">
                  <c:v>0.0872499275842</c:v>
                </c:pt>
                <c:pt idx="879">
                  <c:v>0.0878926293495</c:v>
                </c:pt>
                <c:pt idx="880">
                  <c:v>0.0885419850332</c:v>
                </c:pt>
                <c:pt idx="881">
                  <c:v>0.0891980724152</c:v>
                </c:pt>
                <c:pt idx="882">
                  <c:v>0.0898609699581</c:v>
                </c:pt>
                <c:pt idx="883">
                  <c:v>0.0905307567967</c:v>
                </c:pt>
                <c:pt idx="884">
                  <c:v>0.0912075127261</c:v>
                </c:pt>
                <c:pt idx="885">
                  <c:v>0.0918913181894</c:v>
                </c:pt>
                <c:pt idx="886">
                  <c:v>0.0925822542636</c:v>
                </c:pt>
                <c:pt idx="887">
                  <c:v>0.0932804026447</c:v>
                </c:pt>
                <c:pt idx="888">
                  <c:v>0.0939858456311</c:v>
                </c:pt>
                <c:pt idx="889">
                  <c:v>0.0946986661066</c:v>
                </c:pt>
                <c:pt idx="890">
                  <c:v>0.0954189475209</c:v>
                </c:pt>
                <c:pt idx="891">
                  <c:v>0.0961467738695</c:v>
                </c:pt>
                <c:pt idx="892">
                  <c:v>0.0968822296715</c:v>
                </c:pt>
                <c:pt idx="893">
                  <c:v>0.0976253999469</c:v>
                </c:pt>
                <c:pt idx="894">
                  <c:v>0.0983763701908</c:v>
                </c:pt>
                <c:pt idx="895">
                  <c:v>0.0991352263475</c:v>
                </c:pt>
                <c:pt idx="896">
                  <c:v>0.0999020547817</c:v>
                </c:pt>
                <c:pt idx="897">
                  <c:v>0.100676942249</c:v>
                </c:pt>
                <c:pt idx="898">
                  <c:v>0.101459975862</c:v>
                </c:pt>
                <c:pt idx="899">
                  <c:v>0.102251243059</c:v>
                </c:pt>
                <c:pt idx="900">
                  <c:v>0.103050831568</c:v>
                </c:pt>
                <c:pt idx="901">
                  <c:v>0.103858829367</c:v>
                </c:pt>
                <c:pt idx="902">
                  <c:v>0.104675324644</c:v>
                </c:pt>
                <c:pt idx="903">
                  <c:v>0.105500405756</c:v>
                </c:pt>
                <c:pt idx="904">
                  <c:v>0.106334161187</c:v>
                </c:pt>
                <c:pt idx="905">
                  <c:v>0.107176679496</c:v>
                </c:pt>
                <c:pt idx="906">
                  <c:v>0.108028049272</c:v>
                </c:pt>
                <c:pt idx="907">
                  <c:v>0.10888835908</c:v>
                </c:pt>
                <c:pt idx="908">
                  <c:v>0.10975769741</c:v>
                </c:pt>
                <c:pt idx="909">
                  <c:v>0.110636152618</c:v>
                </c:pt>
                <c:pt idx="910">
                  <c:v>0.111523812868</c:v>
                </c:pt>
                <c:pt idx="911">
                  <c:v>0.11242076607</c:v>
                </c:pt>
                <c:pt idx="912">
                  <c:v>0.113327099814</c:v>
                </c:pt>
                <c:pt idx="913">
                  <c:v>0.114242901305</c:v>
                </c:pt>
                <c:pt idx="914">
                  <c:v>0.115168257293</c:v>
                </c:pt>
                <c:pt idx="915">
                  <c:v>0.116103253996</c:v>
                </c:pt>
                <c:pt idx="916">
                  <c:v>0.11704797703</c:v>
                </c:pt>
                <c:pt idx="917">
                  <c:v>0.118002511323</c:v>
                </c:pt>
                <c:pt idx="918">
                  <c:v>0.118966941039</c:v>
                </c:pt>
                <c:pt idx="919">
                  <c:v>0.119941349491</c:v>
                </c:pt>
                <c:pt idx="920">
                  <c:v>0.120925819051</c:v>
                </c:pt>
                <c:pt idx="921">
                  <c:v>0.12192043106</c:v>
                </c:pt>
                <c:pt idx="922">
                  <c:v>0.122925265735</c:v>
                </c:pt>
                <c:pt idx="923">
                  <c:v>0.123940402069</c:v>
                </c:pt>
                <c:pt idx="924">
                  <c:v>0.124965917732</c:v>
                </c:pt>
                <c:pt idx="925">
                  <c:v>0.126001888966</c:v>
                </c:pt>
                <c:pt idx="926">
                  <c:v>0.12704839048</c:v>
                </c:pt>
                <c:pt idx="927">
                  <c:v>0.128105495338</c:v>
                </c:pt>
                <c:pt idx="928">
                  <c:v>0.129173274846</c:v>
                </c:pt>
                <c:pt idx="929">
                  <c:v>0.130251798438</c:v>
                </c:pt>
                <c:pt idx="930">
                  <c:v>0.131341133555</c:v>
                </c:pt>
                <c:pt idx="931">
                  <c:v>0.132441345524</c:v>
                </c:pt>
                <c:pt idx="932">
                  <c:v>0.133552497433</c:v>
                </c:pt>
                <c:pt idx="933">
                  <c:v>0.134674650005</c:v>
                </c:pt>
                <c:pt idx="934">
                  <c:v>0.135807861465</c:v>
                </c:pt>
                <c:pt idx="935">
                  <c:v>0.13695218741</c:v>
                </c:pt>
                <c:pt idx="936">
                  <c:v>0.138107680674</c:v>
                </c:pt>
                <c:pt idx="937">
                  <c:v>0.139274391193</c:v>
                </c:pt>
                <c:pt idx="938">
                  <c:v>0.140452365859</c:v>
                </c:pt>
                <c:pt idx="939">
                  <c:v>0.14164164839</c:v>
                </c:pt>
                <c:pt idx="940">
                  <c:v>0.142842279178</c:v>
                </c:pt>
                <c:pt idx="941">
                  <c:v>0.14405429515</c:v>
                </c:pt>
                <c:pt idx="942">
                  <c:v>0.145277729625</c:v>
                </c:pt>
                <c:pt idx="943">
                  <c:v>0.146512612163</c:v>
                </c:pt>
                <c:pt idx="944">
                  <c:v>0.147758968423</c:v>
                </c:pt>
                <c:pt idx="945">
                  <c:v>0.149016820015</c:v>
                </c:pt>
                <c:pt idx="946">
                  <c:v>0.150286184355</c:v>
                </c:pt>
                <c:pt idx="947">
                  <c:v>0.151567074515</c:v>
                </c:pt>
                <c:pt idx="948">
                  <c:v>0.152859499083</c:v>
                </c:pt>
                <c:pt idx="949">
                  <c:v>0.154163462015</c:v>
                </c:pt>
                <c:pt idx="950">
                  <c:v>0.155478962492</c:v>
                </c:pt>
                <c:pt idx="951">
                  <c:v>0.156805994782</c:v>
                </c:pt>
                <c:pt idx="952">
                  <c:v>0.158144548099</c:v>
                </c:pt>
                <c:pt idx="953">
                  <c:v>0.159494606469</c:v>
                </c:pt>
                <c:pt idx="954">
                  <c:v>0.160856148595</c:v>
                </c:pt>
                <c:pt idx="955">
                  <c:v>0.162229147731</c:v>
                </c:pt>
                <c:pt idx="956">
                  <c:v>0.163613571557</c:v>
                </c:pt>
                <c:pt idx="957">
                  <c:v>0.165009382057</c:v>
                </c:pt>
                <c:pt idx="958">
                  <c:v>0.166416535406</c:v>
                </c:pt>
                <c:pt idx="959">
                  <c:v>0.167834981862</c:v>
                </c:pt>
                <c:pt idx="960">
                  <c:v>0.16926466566</c:v>
                </c:pt>
                <c:pt idx="961">
                  <c:v>0.170705524919</c:v>
                </c:pt>
                <c:pt idx="962">
                  <c:v>0.172157491554</c:v>
                </c:pt>
                <c:pt idx="963">
                  <c:v>0.173620491191</c:v>
                </c:pt>
                <c:pt idx="964">
                  <c:v>0.175094443099</c:v>
                </c:pt>
                <c:pt idx="965">
                  <c:v>0.176579260123</c:v>
                </c:pt>
                <c:pt idx="966">
                  <c:v>0.178074848633</c:v>
                </c:pt>
                <c:pt idx="967">
                  <c:v>0.179581108476</c:v>
                </c:pt>
                <c:pt idx="968">
                  <c:v>0.181097932944</c:v>
                </c:pt>
                <c:pt idx="969">
                  <c:v>0.182625208749</c:v>
                </c:pt>
                <c:pt idx="970">
                  <c:v>0.184162816014</c:v>
                </c:pt>
                <c:pt idx="971">
                  <c:v>0.185710628269</c:v>
                </c:pt>
                <c:pt idx="972">
                  <c:v>0.187268512464</c:v>
                </c:pt>
                <c:pt idx="973">
                  <c:v>0.188836328991</c:v>
                </c:pt>
                <c:pt idx="974">
                  <c:v>0.190413931726</c:v>
                </c:pt>
                <c:pt idx="975">
                  <c:v>0.192001168069</c:v>
                </c:pt>
                <c:pt idx="976">
                  <c:v>0.193597879016</c:v>
                </c:pt>
                <c:pt idx="977">
                  <c:v>0.19520389923</c:v>
                </c:pt>
                <c:pt idx="978">
                  <c:v>0.19681905713</c:v>
                </c:pt>
                <c:pt idx="979">
                  <c:v>0.198443174996</c:v>
                </c:pt>
                <c:pt idx="980">
                  <c:v>0.200076069086</c:v>
                </c:pt>
                <c:pt idx="981">
                  <c:v>0.201717549764</c:v>
                </c:pt>
                <c:pt idx="982">
                  <c:v>0.203367421647</c:v>
                </c:pt>
                <c:pt idx="983">
                  <c:v>0.20502548376</c:v>
                </c:pt>
                <c:pt idx="984">
                  <c:v>0.206691529707</c:v>
                </c:pt>
                <c:pt idx="985">
                  <c:v>0.208365347856</c:v>
                </c:pt>
                <c:pt idx="986">
                  <c:v>0.210046721535</c:v>
                </c:pt>
                <c:pt idx="987">
                  <c:v>0.211735429242</c:v>
                </c:pt>
                <c:pt idx="988">
                  <c:v>0.213431244863</c:v>
                </c:pt>
                <c:pt idx="989">
                  <c:v>0.215133937906</c:v>
                </c:pt>
                <c:pt idx="990">
                  <c:v>0.216843273748</c:v>
                </c:pt>
                <c:pt idx="991">
                  <c:v>0.218559013883</c:v>
                </c:pt>
                <c:pt idx="992">
                  <c:v>0.220280916189</c:v>
                </c:pt>
                <c:pt idx="993">
                  <c:v>0.222008735202</c:v>
                </c:pt>
                <c:pt idx="994">
                  <c:v>0.223742222395</c:v>
                </c:pt>
                <c:pt idx="995">
                  <c:v>0.225481126466</c:v>
                </c:pt>
                <c:pt idx="996">
                  <c:v>0.227225193639</c:v>
                </c:pt>
                <c:pt idx="997">
                  <c:v>0.228974167959</c:v>
                </c:pt>
                <c:pt idx="998">
                  <c:v>0.230727791604</c:v>
                </c:pt>
                <c:pt idx="999">
                  <c:v>0.232485805194</c:v>
                </c:pt>
                <c:pt idx="1000">
                  <c:v>0.234247948103</c:v>
                </c:pt>
                <c:pt idx="1001">
                  <c:v>0.236013958783</c:v>
                </c:pt>
                <c:pt idx="1002">
                  <c:v>0.237783575072</c:v>
                </c:pt>
                <c:pt idx="1003">
                  <c:v>0.239556534519</c:v>
                </c:pt>
                <c:pt idx="1004">
                  <c:v>0.241332574703</c:v>
                </c:pt>
                <c:pt idx="1005">
                  <c:v>0.243111433544</c:v>
                </c:pt>
                <c:pt idx="1006">
                  <c:v>0.24489284962</c:v>
                </c:pt>
                <c:pt idx="1007">
                  <c:v>0.246676562477</c:v>
                </c:pt>
                <c:pt idx="1008">
                  <c:v>0.248462312935</c:v>
                </c:pt>
                <c:pt idx="1009">
                  <c:v>0.250249843392</c:v>
                </c:pt>
                <c:pt idx="1010">
                  <c:v>0.252038898111</c:v>
                </c:pt>
                <c:pt idx="1011">
                  <c:v>0.253829223517</c:v>
                </c:pt>
                <c:pt idx="1012">
                  <c:v>0.255620568471</c:v>
                </c:pt>
                <c:pt idx="1013">
                  <c:v>0.257412684544</c:v>
                </c:pt>
                <c:pt idx="1014">
                  <c:v>0.259205326279</c:v>
                </c:pt>
                <c:pt idx="1015">
                  <c:v>0.260998251442</c:v>
                </c:pt>
                <c:pt idx="1016">
                  <c:v>0.262791221269</c:v>
                </c:pt>
                <c:pt idx="1017">
                  <c:v>0.26458400069</c:v>
                </c:pt>
                <c:pt idx="1018">
                  <c:v>0.266376358554</c:v>
                </c:pt>
                <c:pt idx="1019">
                  <c:v>0.268168067833</c:v>
                </c:pt>
                <c:pt idx="1020">
                  <c:v>0.269958905817</c:v>
                </c:pt>
                <c:pt idx="1021">
                  <c:v>0.2717486543</c:v>
                </c:pt>
                <c:pt idx="1022">
                  <c:v>0.273537099742</c:v>
                </c:pt>
                <c:pt idx="1023">
                  <c:v>0.27532403343</c:v>
                </c:pt>
                <c:pt idx="1024">
                  <c:v>0.27710925162</c:v>
                </c:pt>
                <c:pt idx="1025">
                  <c:v>0.278892555662</c:v>
                </c:pt>
                <c:pt idx="1026">
                  <c:v>0.280673752116</c:v>
                </c:pt>
                <c:pt idx="1027">
                  <c:v>0.282452652854</c:v>
                </c:pt>
                <c:pt idx="1028">
                  <c:v>0.28422907515</c:v>
                </c:pt>
                <c:pt idx="1029">
                  <c:v>0.286002841746</c:v>
                </c:pt>
                <c:pt idx="1030">
                  <c:v>0.287773780919</c:v>
                </c:pt>
                <c:pt idx="1031">
                  <c:v>0.289541726526</c:v>
                </c:pt>
                <c:pt idx="1032">
                  <c:v>0.291306518039</c:v>
                </c:pt>
                <c:pt idx="1033">
                  <c:v>0.293068000563</c:v>
                </c:pt>
                <c:pt idx="1034">
                  <c:v>0.294826024849</c:v>
                </c:pt>
                <c:pt idx="1035">
                  <c:v>0.296580447284</c:v>
                </c:pt>
                <c:pt idx="1036">
                  <c:v>0.298331129886</c:v>
                </c:pt>
                <c:pt idx="1037">
                  <c:v>0.300077940264</c:v>
                </c:pt>
                <c:pt idx="1038">
                  <c:v>0.301820751593</c:v>
                </c:pt>
                <c:pt idx="1039">
                  <c:v>0.303559442557</c:v>
                </c:pt>
                <c:pt idx="1040">
                  <c:v>0.305293897292</c:v>
                </c:pt>
                <c:pt idx="1041">
                  <c:v>0.30702400532</c:v>
                </c:pt>
                <c:pt idx="1042">
                  <c:v>0.308749661469</c:v>
                </c:pt>
                <c:pt idx="1043">
                  <c:v>0.310470765789</c:v>
                </c:pt>
                <c:pt idx="1044">
                  <c:v>0.312187223453</c:v>
                </c:pt>
                <c:pt idx="1045">
                  <c:v>0.31389894466</c:v>
                </c:pt>
                <c:pt idx="1046">
                  <c:v>0.31560584452</c:v>
                </c:pt>
                <c:pt idx="1047">
                  <c:v>0.317307842941</c:v>
                </c:pt>
                <c:pt idx="1048">
                  <c:v>0.319004864505</c:v>
                </c:pt>
                <c:pt idx="1049">
                  <c:v>0.320696838336</c:v>
                </c:pt>
                <c:pt idx="1050">
                  <c:v>0.32238369797</c:v>
                </c:pt>
                <c:pt idx="1051">
                  <c:v>0.324065381213</c:v>
                </c:pt>
                <c:pt idx="1052">
                  <c:v>0.325741829997</c:v>
                </c:pt>
                <c:pt idx="1053">
                  <c:v>0.327412990234</c:v>
                </c:pt>
                <c:pt idx="1054">
                  <c:v>0.329078811661</c:v>
                </c:pt>
                <c:pt idx="1055">
                  <c:v>0.330739247687</c:v>
                </c:pt>
                <c:pt idx="1056">
                  <c:v>0.332394255234</c:v>
                </c:pt>
                <c:pt idx="1057">
                  <c:v>0.334043794577</c:v>
                </c:pt>
                <c:pt idx="1058">
                  <c:v>0.335687829182</c:v>
                </c:pt>
                <c:pt idx="1059">
                  <c:v>0.33732632554</c:v>
                </c:pt>
                <c:pt idx="1060">
                  <c:v>0.338959252999</c:v>
                </c:pt>
                <c:pt idx="1061">
                  <c:v>0.3405865836</c:v>
                </c:pt>
                <c:pt idx="1062">
                  <c:v>0.342208291909</c:v>
                </c:pt>
                <c:pt idx="1063">
                  <c:v>0.343824354843</c:v>
                </c:pt>
                <c:pt idx="1064">
                  <c:v>0.345434751505</c:v>
                </c:pt>
                <c:pt idx="1065">
                  <c:v>0.347039463011</c:v>
                </c:pt>
                <c:pt idx="1066">
                  <c:v>0.348638472322</c:v>
                </c:pt>
                <c:pt idx="1067">
                  <c:v>0.350231764074</c:v>
                </c:pt>
                <c:pt idx="1068">
                  <c:v>0.351819324407</c:v>
                </c:pt>
                <c:pt idx="1069">
                  <c:v>0.353401140797</c:v>
                </c:pt>
                <c:pt idx="1070">
                  <c:v>0.354977201887</c:v>
                </c:pt>
                <c:pt idx="1071">
                  <c:v>0.356547497321</c:v>
                </c:pt>
                <c:pt idx="1072">
                  <c:v>0.358112017574</c:v>
                </c:pt>
                <c:pt idx="1073">
                  <c:v>0.359670753788</c:v>
                </c:pt>
                <c:pt idx="1074">
                  <c:v>0.361223697607</c:v>
                </c:pt>
                <c:pt idx="1075">
                  <c:v>0.362770841012</c:v>
                </c:pt>
                <c:pt idx="1076">
                  <c:v>0.36431217616</c:v>
                </c:pt>
                <c:pt idx="1077">
                  <c:v>0.365847695219</c:v>
                </c:pt>
                <c:pt idx="1078">
                  <c:v>0.367377390212</c:v>
                </c:pt>
                <c:pt idx="1079">
                  <c:v>0.368901252853</c:v>
                </c:pt>
                <c:pt idx="1080">
                  <c:v>0.370419274393</c:v>
                </c:pt>
                <c:pt idx="1081">
                  <c:v>0.371931445461</c:v>
                </c:pt>
                <c:pt idx="1082">
                  <c:v>0.373437755908</c:v>
                </c:pt>
                <c:pt idx="1083">
                  <c:v>0.374938194653</c:v>
                </c:pt>
                <c:pt idx="1084">
                  <c:v>0.376432749532</c:v>
                </c:pt>
                <c:pt idx="1085">
                  <c:v>0.37792140714</c:v>
                </c:pt>
                <c:pt idx="1086">
                  <c:v>0.379404152688</c:v>
                </c:pt>
                <c:pt idx="1087">
                  <c:v>0.380880969845</c:v>
                </c:pt>
                <c:pt idx="1088">
                  <c:v>0.382351840595</c:v>
                </c:pt>
                <c:pt idx="1089">
                  <c:v>0.383816745084</c:v>
                </c:pt>
                <c:pt idx="1090">
                  <c:v>0.385275661478</c:v>
                </c:pt>
                <c:pt idx="1091">
                  <c:v>0.386728565812</c:v>
                </c:pt>
                <c:pt idx="1092">
                  <c:v>0.388175431848</c:v>
                </c:pt>
                <c:pt idx="1093">
                  <c:v>0.389616230926</c:v>
                </c:pt>
                <c:pt idx="1094">
                  <c:v>0.391050931825</c:v>
                </c:pt>
                <c:pt idx="1095">
                  <c:v>0.392479500615</c:v>
                </c:pt>
                <c:pt idx="1096">
                  <c:v>0.393901900517</c:v>
                </c:pt>
                <c:pt idx="1097">
                  <c:v>0.395318091758</c:v>
                </c:pt>
                <c:pt idx="1098">
                  <c:v>0.396728031431</c:v>
                </c:pt>
                <c:pt idx="1099">
                  <c:v>0.398131673349</c:v>
                </c:pt>
                <c:pt idx="1100">
                  <c:v>0.399528967911</c:v>
                </c:pt>
                <c:pt idx="1101">
                  <c:v>0.400919861951</c:v>
                </c:pt>
                <c:pt idx="1102">
                  <c:v>0.402304298605</c:v>
                </c:pt>
                <c:pt idx="1103">
                  <c:v>0.403682217166</c:v>
                </c:pt>
                <c:pt idx="1104">
                  <c:v>0.405053552941</c:v>
                </c:pt>
                <c:pt idx="1105">
                  <c:v>0.406418237115</c:v>
                </c:pt>
                <c:pt idx="1106">
                  <c:v>0.407776196605</c:v>
                </c:pt>
                <c:pt idx="1107">
                  <c:v>0.409127353923</c:v>
                </c:pt>
                <c:pt idx="1108">
                  <c:v>0.410471627031</c:v>
                </c:pt>
                <c:pt idx="1109">
                  <c:v>0.4118089292</c:v>
                </c:pt>
                <c:pt idx="1110">
                  <c:v>0.413139168872</c:v>
                </c:pt>
                <c:pt idx="1111">
                  <c:v>0.414462249514</c:v>
                </c:pt>
                <c:pt idx="1112">
                  <c:v>0.415778069478</c:v>
                </c:pt>
                <c:pt idx="1113">
                  <c:v>0.417086521858</c:v>
                </c:pt>
                <c:pt idx="1114">
                  <c:v>0.418387494349</c:v>
                </c:pt>
                <c:pt idx="1115">
                  <c:v>0.419680869103</c:v>
                </c:pt>
                <c:pt idx="1116">
                  <c:v>0.420966522587</c:v>
                </c:pt>
                <c:pt idx="1117">
                  <c:v>0.422244325442</c:v>
                </c:pt>
                <c:pt idx="1118">
                  <c:v>0.423514142338</c:v>
                </c:pt>
                <c:pt idx="1119">
                  <c:v>0.424775831831</c:v>
                </c:pt>
                <c:pt idx="1120">
                  <c:v>0.426029246223</c:v>
                </c:pt>
                <c:pt idx="1121">
                  <c:v>0.42727423142</c:v>
                </c:pt>
                <c:pt idx="1122">
                  <c:v>0.428510626786</c:v>
                </c:pt>
                <c:pt idx="1123">
                  <c:v>0.429738265005</c:v>
                </c:pt>
                <c:pt idx="1124">
                  <c:v>0.430956971938</c:v>
                </c:pt>
                <c:pt idx="1125">
                  <c:v>0.432166566484</c:v>
                </c:pt>
                <c:pt idx="1126">
                  <c:v>0.43336686044</c:v>
                </c:pt>
                <c:pt idx="1127">
                  <c:v>0.434557658362</c:v>
                </c:pt>
                <c:pt idx="1128">
                  <c:v>0.435738757427</c:v>
                </c:pt>
                <c:pt idx="1129">
                  <c:v>0.436909947298</c:v>
                </c:pt>
                <c:pt idx="1130">
                  <c:v>0.438071009991</c:v>
                </c:pt>
                <c:pt idx="1131">
                  <c:v>0.439221719739</c:v>
                </c:pt>
                <c:pt idx="1132">
                  <c:v>0.440361842865</c:v>
                </c:pt>
                <c:pt idx="1133">
                  <c:v>0.441491137651</c:v>
                </c:pt>
                <c:pt idx="1134">
                  <c:v>0.442609354216</c:v>
                </c:pt>
                <c:pt idx="1135">
                  <c:v>0.443716234391</c:v>
                </c:pt>
                <c:pt idx="1136">
                  <c:v>0.444811511602</c:v>
                </c:pt>
                <c:pt idx="1137">
                  <c:v>0.445894910756</c:v>
                </c:pt>
                <c:pt idx="1138">
                  <c:v>0.446966148127</c:v>
                </c:pt>
                <c:pt idx="1139">
                  <c:v>0.448024931251</c:v>
                </c:pt>
                <c:pt idx="1140">
                  <c:v>0.449070958827</c:v>
                </c:pt>
                <c:pt idx="1141">
                  <c:v>0.450103920621</c:v>
                </c:pt>
                <c:pt idx="1142">
                  <c:v>0.451123497373</c:v>
                </c:pt>
                <c:pt idx="1143">
                  <c:v>0.452129360719</c:v>
                </c:pt>
                <c:pt idx="1144">
                  <c:v>0.453121173111</c:v>
                </c:pt>
                <c:pt idx="1145">
                  <c:v>0.454098587752</c:v>
                </c:pt>
                <c:pt idx="1146">
                  <c:v>0.455061248534</c:v>
                </c:pt>
                <c:pt idx="1147">
                  <c:v>0.45600878999</c:v>
                </c:pt>
                <c:pt idx="1148">
                  <c:v>0.456940837249</c:v>
                </c:pt>
                <c:pt idx="1149">
                  <c:v>0.457857006009</c:v>
                </c:pt>
                <c:pt idx="1150">
                  <c:v>0.458756902515</c:v>
                </c:pt>
                <c:pt idx="1151">
                  <c:v>0.459640123552</c:v>
                </c:pt>
                <c:pt idx="1152">
                  <c:v>0.46050625645</c:v>
                </c:pt>
                <c:pt idx="1153">
                  <c:v>0.461354879101</c:v>
                </c:pt>
                <c:pt idx="1154">
                  <c:v>0.462185559993</c:v>
                </c:pt>
                <c:pt idx="1155">
                  <c:v>0.462997858256</c:v>
                </c:pt>
                <c:pt idx="1156">
                  <c:v>0.463791323725</c:v>
                </c:pt>
                <c:pt idx="1157">
                  <c:v>0.464565497022</c:v>
                </c:pt>
                <c:pt idx="1158">
                  <c:v>0.465319909654</c:v>
                </c:pt>
                <c:pt idx="1159">
                  <c:v>0.466054084128</c:v>
                </c:pt>
                <c:pt idx="1160">
                  <c:v>0.466767534089</c:v>
                </c:pt>
                <c:pt idx="1161">
                  <c:v>0.467459764478</c:v>
                </c:pt>
                <c:pt idx="1162">
                  <c:v>0.468130271708</c:v>
                </c:pt>
                <c:pt idx="1163">
                  <c:v>0.468778543866</c:v>
                </c:pt>
                <c:pt idx="1164">
                  <c:v>0.469404060942</c:v>
                </c:pt>
                <c:pt idx="1165">
                  <c:v>0.470006295072</c:v>
                </c:pt>
                <c:pt idx="1166">
                  <c:v>0.470584710818</c:v>
                </c:pt>
                <c:pt idx="1167">
                  <c:v>0.471138765467</c:v>
                </c:pt>
                <c:pt idx="1168">
                  <c:v>0.471667909361</c:v>
                </c:pt>
                <c:pt idx="1169">
                  <c:v>0.472171586254</c:v>
                </c:pt>
                <c:pt idx="1170">
                  <c:v>0.472649233699</c:v>
                </c:pt>
                <c:pt idx="1171">
                  <c:v>0.473100283464</c:v>
                </c:pt>
                <c:pt idx="1172">
                  <c:v>0.473524161978</c:v>
                </c:pt>
                <c:pt idx="1173">
                  <c:v>0.473920290816</c:v>
                </c:pt>
                <c:pt idx="1174">
                  <c:v>0.474288087203</c:v>
                </c:pt>
                <c:pt idx="1175">
                  <c:v>0.474626964566</c:v>
                </c:pt>
                <c:pt idx="1176">
                  <c:v>0.474936333108</c:v>
                </c:pt>
                <c:pt idx="1177">
                  <c:v>0.475215600424</c:v>
                </c:pt>
                <c:pt idx="1178">
                  <c:v>0.475464172144</c:v>
                </c:pt>
                <c:pt idx="1179">
                  <c:v>0.47568145262</c:v>
                </c:pt>
                <c:pt idx="1180">
                  <c:v>0.475866845642</c:v>
                </c:pt>
                <c:pt idx="1181">
                  <c:v>0.476019755189</c:v>
                </c:pt>
                <c:pt idx="1182">
                  <c:v>0.476139586218</c:v>
                </c:pt>
                <c:pt idx="1183">
                  <c:v>0.476225745488</c:v>
                </c:pt>
                <c:pt idx="1184">
                  <c:v>0.476277642416</c:v>
                </c:pt>
                <c:pt idx="1185">
                  <c:v>0.476294689971</c:v>
                </c:pt>
                <c:pt idx="1186">
                  <c:v>0.476276305596</c:v>
                </c:pt>
                <c:pt idx="1187">
                  <c:v>0.476221912171</c:v>
                </c:pt>
                <c:pt idx="1188">
                  <c:v>0.476130938998</c:v>
                </c:pt>
                <c:pt idx="1189">
                  <c:v>0.476002822827</c:v>
                </c:pt>
                <c:pt idx="1190">
                  <c:v>0.475837008903</c:v>
                </c:pt>
                <c:pt idx="1191">
                  <c:v>0.475632952045</c:v>
                </c:pt>
                <c:pt idx="1192">
                  <c:v>0.475390117751</c:v>
                </c:pt>
                <c:pt idx="1193">
                  <c:v>0.475107983322</c:v>
                </c:pt>
                <c:pt idx="1194">
                  <c:v>0.474786039017</c:v>
                </c:pt>
                <c:pt idx="1195">
                  <c:v>0.47442378922</c:v>
                </c:pt>
                <c:pt idx="1196">
                  <c:v>0.474020753623</c:v>
                </c:pt>
                <c:pt idx="1197">
                  <c:v>0.47357646843</c:v>
                </c:pt>
                <c:pt idx="1198">
                  <c:v>0.473090487566</c:v>
                </c:pt>
                <c:pt idx="1199">
                  <c:v>0.472562383894</c:v>
                </c:pt>
                <c:pt idx="1200">
                  <c:v>0.471991750438</c:v>
                </c:pt>
                <c:pt idx="1201">
                  <c:v>0.471378201604</c:v>
                </c:pt>
                <c:pt idx="1202">
                  <c:v>0.470721374403</c:v>
                </c:pt>
                <c:pt idx="1203">
                  <c:v>0.470020929657</c:v>
                </c:pt>
                <c:pt idx="1204">
                  <c:v>0.469276553202</c:v>
                </c:pt>
                <c:pt idx="1205">
                  <c:v>0.468487957067</c:v>
                </c:pt>
                <c:pt idx="1206">
                  <c:v>0.467654880645</c:v>
                </c:pt>
                <c:pt idx="1207">
                  <c:v>0.466777091818</c:v>
                </c:pt>
                <c:pt idx="1208">
                  <c:v>0.465854388075</c:v>
                </c:pt>
                <c:pt idx="1209">
                  <c:v>0.464886597579</c:v>
                </c:pt>
                <c:pt idx="1210">
                  <c:v>0.463873580199</c:v>
                </c:pt>
                <c:pt idx="1211">
                  <c:v>0.4628152285</c:v>
                </c:pt>
                <c:pt idx="1212">
                  <c:v>0.461711468682</c:v>
                </c:pt>
                <c:pt idx="1213">
                  <c:v>0.460562261463</c:v>
                </c:pt>
                <c:pt idx="1214">
                  <c:v>0.459367602904</c:v>
                </c:pt>
                <c:pt idx="1215">
                  <c:v>0.458127525175</c:v>
                </c:pt>
                <c:pt idx="1216">
                  <c:v>0.456842097246</c:v>
                </c:pt>
                <c:pt idx="1217">
                  <c:v>0.455511425509</c:v>
                </c:pt>
                <c:pt idx="1218">
                  <c:v>0.454135654327</c:v>
                </c:pt>
                <c:pt idx="1219">
                  <c:v>0.452714966495</c:v>
                </c:pt>
                <c:pt idx="1220">
                  <c:v>0.451249583627</c:v>
                </c:pt>
                <c:pt idx="1221">
                  <c:v>0.449739766445</c:v>
                </c:pt>
                <c:pt idx="1222">
                  <c:v>0.448185814988</c:v>
                </c:pt>
                <c:pt idx="1223">
                  <c:v>0.446588068722</c:v>
                </c:pt>
                <c:pt idx="1224">
                  <c:v>0.444946906557</c:v>
                </c:pt>
                <c:pt idx="1225">
                  <c:v>0.443262746767</c:v>
                </c:pt>
                <c:pt idx="1226">
                  <c:v>0.441536046815</c:v>
                </c:pt>
                <c:pt idx="1227">
                  <c:v>0.43976730307</c:v>
                </c:pt>
                <c:pt idx="1228">
                  <c:v>0.437957050435</c:v>
                </c:pt>
                <c:pt idx="1229">
                  <c:v>0.43610586187</c:v>
                </c:pt>
                <c:pt idx="1230">
                  <c:v>0.434214347816</c:v>
                </c:pt>
                <c:pt idx="1231">
                  <c:v>0.43228315552</c:v>
                </c:pt>
                <c:pt idx="1232">
                  <c:v>0.430312968268</c:v>
                </c:pt>
                <c:pt idx="1233">
                  <c:v>0.428304504518</c:v>
                </c:pt>
                <c:pt idx="1234">
                  <c:v>0.426258516939</c:v>
                </c:pt>
                <c:pt idx="1235">
                  <c:v>0.424175791371</c:v>
                </c:pt>
                <c:pt idx="1236">
                  <c:v>0.422057145687</c:v>
                </c:pt>
                <c:pt idx="1237">
                  <c:v>0.419903428577</c:v>
                </c:pt>
                <c:pt idx="1238">
                  <c:v>0.417715518258</c:v>
                </c:pt>
                <c:pt idx="1239">
                  <c:v>0.415494321101</c:v>
                </c:pt>
                <c:pt idx="1240">
                  <c:v>0.413240770199</c:v>
                </c:pt>
                <c:pt idx="1241">
                  <c:v>0.410955823866</c:v>
                </c:pt>
                <c:pt idx="1242">
                  <c:v>0.40864046408</c:v>
                </c:pt>
                <c:pt idx="1243">
                  <c:v>0.40629569487</c:v>
                </c:pt>
                <c:pt idx="1244">
                  <c:v>0.403922540664</c:v>
                </c:pt>
                <c:pt idx="1245">
                  <c:v>0.401522044593</c:v>
                </c:pt>
                <c:pt idx="1246">
                  <c:v>0.399095266756</c:v>
                </c:pt>
                <c:pt idx="1247">
                  <c:v>0.396643282473</c:v>
                </c:pt>
                <c:pt idx="1248">
                  <c:v>0.394167180499</c:v>
                </c:pt>
                <c:pt idx="1249">
                  <c:v>0.391668061239</c:v>
                </c:pt>
                <c:pt idx="1250">
                  <c:v>0.389147034946</c:v>
                </c:pt>
                <c:pt idx="1251">
                  <c:v>0.386605219922</c:v>
                </c:pt>
                <c:pt idx="1252">
                  <c:v>0.384043740723</c:v>
                </c:pt>
                <c:pt idx="1253">
                  <c:v>0.381463726377</c:v>
                </c:pt>
                <c:pt idx="1254">
                  <c:v>0.378866308613</c:v>
                </c:pt>
                <c:pt idx="1255">
                  <c:v>0.376252620123</c:v>
                </c:pt>
                <c:pt idx="1256">
                  <c:v>0.373623792843</c:v>
                </c:pt>
                <c:pt idx="1257">
                  <c:v>0.370980956277</c:v>
                </c:pt>
                <c:pt idx="1258">
                  <c:v>0.368325235849</c:v>
                </c:pt>
                <c:pt idx="1259">
                  <c:v>0.365657751306</c:v>
                </c:pt>
                <c:pt idx="1260">
                  <c:v>0.362979615171</c:v>
                </c:pt>
                <c:pt idx="1261">
                  <c:v>0.360291931238</c:v>
                </c:pt>
                <c:pt idx="1262">
                  <c:v>0.35759579313</c:v>
                </c:pt>
                <c:pt idx="1263">
                  <c:v>0.354892282918</c:v>
                </c:pt>
                <c:pt idx="1264">
                  <c:v>0.352182469791</c:v>
                </c:pt>
                <c:pt idx="1265">
                  <c:v>0.349467408799</c:v>
                </c:pt>
                <c:pt idx="1266">
                  <c:v>0.346748139659</c:v>
                </c:pt>
                <c:pt idx="1267">
                  <c:v>0.34402568563</c:v>
                </c:pt>
                <c:pt idx="1268">
                  <c:v>0.341301052458</c:v>
                </c:pt>
                <c:pt idx="1269">
                  <c:v>0.338575227383</c:v>
                </c:pt>
                <c:pt idx="1270">
                  <c:v>0.335849178234</c:v>
                </c:pt>
                <c:pt idx="1271">
                  <c:v>0.333123852575</c:v>
                </c:pt>
                <c:pt idx="1272">
                  <c:v>0.33040017694</c:v>
                </c:pt>
                <c:pt idx="1273">
                  <c:v>0.327679056127</c:v>
                </c:pt>
                <c:pt idx="1274">
                  <c:v>0.324961372568</c:v>
                </c:pt>
                <c:pt idx="1275">
                  <c:v>0.322247985768</c:v>
                </c:pt>
                <c:pt idx="1276">
                  <c:v>0.319539731812</c:v>
                </c:pt>
                <c:pt idx="1277">
                  <c:v>0.316837422939</c:v>
                </c:pt>
                <c:pt idx="1278">
                  <c:v>0.31414184718</c:v>
                </c:pt>
                <c:pt idx="1279">
                  <c:v>0.311453768064</c:v>
                </c:pt>
                <c:pt idx="1280">
                  <c:v>0.308773924382</c:v>
                </c:pt>
                <c:pt idx="1281">
                  <c:v>0.306103030012</c:v>
                </c:pt>
                <c:pt idx="1282">
                  <c:v>0.303441773804</c:v>
                </c:pt>
                <c:pt idx="1283">
                  <c:v>0.300790819514</c:v>
                </c:pt>
                <c:pt idx="1284">
                  <c:v>0.298150805802</c:v>
                </c:pt>
                <c:pt idx="1285">
                  <c:v>0.295522346265</c:v>
                </c:pt>
                <c:pt idx="1286">
                  <c:v>0.292906029535</c:v>
                </c:pt>
                <c:pt idx="1287">
                  <c:v>0.290302419406</c:v>
                </c:pt>
                <c:pt idx="1288">
                  <c:v>0.287712055017</c:v>
                </c:pt>
                <c:pt idx="1289">
                  <c:v>0.285135451067</c:v>
                </c:pt>
                <c:pt idx="1290">
                  <c:v>0.282573098068</c:v>
                </c:pt>
                <c:pt idx="1291">
                  <c:v>0.280025462638</c:v>
                </c:pt>
                <c:pt idx="1292">
                  <c:v>0.277492987819</c:v>
                </c:pt>
                <c:pt idx="1293">
                  <c:v>0.27497609343</c:v>
                </c:pt>
                <c:pt idx="1294">
                  <c:v>0.272475176446</c:v>
                </c:pt>
                <c:pt idx="1295">
                  <c:v>0.269990611399</c:v>
                </c:pt>
                <c:pt idx="1296">
                  <c:v>0.267522750804</c:v>
                </c:pt>
                <c:pt idx="1297">
                  <c:v>0.265071925602</c:v>
                </c:pt>
                <c:pt idx="1298">
                  <c:v>0.262638445627</c:v>
                </c:pt>
                <c:pt idx="1299">
                  <c:v>0.260222600081</c:v>
                </c:pt>
                <c:pt idx="1300">
                  <c:v>0.257824658025</c:v>
                </c:pt>
                <c:pt idx="1301">
                  <c:v>0.255444868883</c:v>
                </c:pt>
                <c:pt idx="1302">
                  <c:v>0.253083462957</c:v>
                </c:pt>
                <c:pt idx="1303">
                  <c:v>0.250740651944</c:v>
                </c:pt>
                <c:pt idx="1304">
                  <c:v>0.248416629462</c:v>
                </c:pt>
                <c:pt idx="1305">
                  <c:v>0.246111571584</c:v>
                </c:pt>
                <c:pt idx="1306">
                  <c:v>0.243825637368</c:v>
                </c:pt>
                <c:pt idx="1307">
                  <c:v>0.241558969396</c:v>
                </c:pt>
                <c:pt idx="1308">
                  <c:v>0.239311694304</c:v>
                </c:pt>
                <c:pt idx="1309">
                  <c:v>0.23708392332</c:v>
                </c:pt>
                <c:pt idx="1310">
                  <c:v>0.234875752793</c:v>
                </c:pt>
                <c:pt idx="1311">
                  <c:v>0.232687264723</c:v>
                </c:pt>
                <c:pt idx="1312">
                  <c:v>0.230518527284</c:v>
                </c:pt>
                <c:pt idx="1313">
                  <c:v>0.228369595342</c:v>
                </c:pt>
                <c:pt idx="1314">
                  <c:v>0.226240510966</c:v>
                </c:pt>
                <c:pt idx="1315">
                  <c:v>0.224131303937</c:v>
                </c:pt>
                <c:pt idx="1316">
                  <c:v>0.222041992241</c:v>
                </c:pt>
                <c:pt idx="1317">
                  <c:v>0.219972582563</c:v>
                </c:pt>
                <c:pt idx="1318">
                  <c:v>0.217923070763</c:v>
                </c:pt>
                <c:pt idx="1319">
                  <c:v>0.215893442352</c:v>
                </c:pt>
                <c:pt idx="1320">
                  <c:v>0.213883672951</c:v>
                </c:pt>
                <c:pt idx="1321">
                  <c:v>0.211893728744</c:v>
                </c:pt>
                <c:pt idx="1322">
                  <c:v>0.209923566919</c:v>
                </c:pt>
                <c:pt idx="1323">
                  <c:v>0.207973136098</c:v>
                </c:pt>
                <c:pt idx="1324">
                  <c:v>0.206042376758</c:v>
                </c:pt>
                <c:pt idx="1325">
                  <c:v>0.204131221642</c:v>
                </c:pt>
                <c:pt idx="1326">
                  <c:v>0.202239596152</c:v>
                </c:pt>
                <c:pt idx="1327">
                  <c:v>0.200367418741</c:v>
                </c:pt>
                <c:pt idx="1328">
                  <c:v>0.198514601285</c:v>
                </c:pt>
                <c:pt idx="1329">
                  <c:v>0.196681049449</c:v>
                </c:pt>
                <c:pt idx="1330">
                  <c:v>0.19486666304</c:v>
                </c:pt>
                <c:pt idx="1331">
                  <c:v>0.193071336347</c:v>
                </c:pt>
                <c:pt idx="1332">
                  <c:v>0.191294958474</c:v>
                </c:pt>
                <c:pt idx="1333">
                  <c:v>0.189537413659</c:v>
                </c:pt>
                <c:pt idx="1334">
                  <c:v>0.187798581581</c:v>
                </c:pt>
                <c:pt idx="1335">
                  <c:v>0.186078337661</c:v>
                </c:pt>
                <c:pt idx="1336">
                  <c:v>0.184376553347</c:v>
                </c:pt>
                <c:pt idx="1337">
                  <c:v>0.182693096388</c:v>
                </c:pt>
                <c:pt idx="1338">
                  <c:v>0.181027831109</c:v>
                </c:pt>
                <c:pt idx="1339">
                  <c:v>0.179380618657</c:v>
                </c:pt>
                <c:pt idx="1340">
                  <c:v>0.177751317255</c:v>
                </c:pt>
                <c:pt idx="1341">
                  <c:v>0.176139782432</c:v>
                </c:pt>
                <c:pt idx="1342">
                  <c:v>0.174545867258</c:v>
                </c:pt>
                <c:pt idx="1343">
                  <c:v>0.172969422555</c:v>
                </c:pt>
                <c:pt idx="1344">
                  <c:v>0.171410297107</c:v>
                </c:pt>
                <c:pt idx="1345">
                  <c:v>0.169868337861</c:v>
                </c:pt>
                <c:pt idx="1346">
                  <c:v>0.168343390119</c:v>
                </c:pt>
                <c:pt idx="1347">
                  <c:v>0.16683529772</c:v>
                </c:pt>
                <c:pt idx="1348">
                  <c:v>0.165343903211</c:v>
                </c:pt>
                <c:pt idx="1349">
                  <c:v>0.16386904802</c:v>
                </c:pt>
                <c:pt idx="1350">
                  <c:v>0.162410572611</c:v>
                </c:pt>
                <c:pt idx="1351">
                  <c:v>0.160968316637</c:v>
                </c:pt>
                <c:pt idx="1352">
                  <c:v>0.159542119082</c:v>
                </c:pt>
                <c:pt idx="1353">
                  <c:v>0.158131818403</c:v>
                </c:pt>
                <c:pt idx="1354">
                  <c:v>0.156737252655</c:v>
                </c:pt>
                <c:pt idx="1355">
                  <c:v>0.15535825962</c:v>
                </c:pt>
                <c:pt idx="1356">
                  <c:v>0.153994676923</c:v>
                </c:pt>
                <c:pt idx="1357">
                  <c:v>0.152646342143</c:v>
                </c:pt>
                <c:pt idx="1358">
                  <c:v>0.151313092919</c:v>
                </c:pt>
                <c:pt idx="1359">
                  <c:v>0.149994767053</c:v>
                </c:pt>
                <c:pt idx="1360">
                  <c:v>0.1486912026</c:v>
                </c:pt>
                <c:pt idx="1361">
                  <c:v>0.147402237961</c:v>
                </c:pt>
                <c:pt idx="1362">
                  <c:v>0.146127711968</c:v>
                </c:pt>
                <c:pt idx="1363">
                  <c:v>0.14486746396</c:v>
                </c:pt>
                <c:pt idx="1364">
                  <c:v>0.143621333864</c:v>
                </c:pt>
                <c:pt idx="1365">
                  <c:v>0.142389162258</c:v>
                </c:pt>
                <c:pt idx="1366">
                  <c:v>0.141170790443</c:v>
                </c:pt>
                <c:pt idx="1367">
                  <c:v>0.139966060505</c:v>
                </c:pt>
                <c:pt idx="1368">
                  <c:v>0.13877481537</c:v>
                </c:pt>
                <c:pt idx="1369">
                  <c:v>0.13759689886</c:v>
                </c:pt>
                <c:pt idx="1370">
                  <c:v>0.136432155745</c:v>
                </c:pt>
                <c:pt idx="1371">
                  <c:v>0.135280431787</c:v>
                </c:pt>
                <c:pt idx="1372">
                  <c:v>0.13414157379</c:v>
                </c:pt>
                <c:pt idx="1373">
                  <c:v>0.133015429635</c:v>
                </c:pt>
                <c:pt idx="1374">
                  <c:v>0.131901848319</c:v>
                </c:pt>
                <c:pt idx="1375">
                  <c:v>0.130800679994</c:v>
                </c:pt>
                <c:pt idx="1376">
                  <c:v>0.129711775995</c:v>
                </c:pt>
                <c:pt idx="1377">
                  <c:v>0.128634988869</c:v>
                </c:pt>
                <c:pt idx="1378">
                  <c:v>0.127570172408</c:v>
                </c:pt>
                <c:pt idx="1379">
                  <c:v>0.126517181665</c:v>
                </c:pt>
                <c:pt idx="1380">
                  <c:v>0.125475872984</c:v>
                </c:pt>
                <c:pt idx="1381">
                  <c:v>0.124446104018</c:v>
                </c:pt>
                <c:pt idx="1382">
                  <c:v>0.123427733743</c:v>
                </c:pt>
                <c:pt idx="1383">
                  <c:v>0.12242062248</c:v>
                </c:pt>
                <c:pt idx="1384">
                  <c:v>0.121424631907</c:v>
                </c:pt>
                <c:pt idx="1385">
                  <c:v>0.120439625072</c:v>
                </c:pt>
                <c:pt idx="1386">
                  <c:v>0.119465466401</c:v>
                </c:pt>
                <c:pt idx="1387">
                  <c:v>0.118502021712</c:v>
                </c:pt>
                <c:pt idx="1388">
                  <c:v>0.11754915822</c:v>
                </c:pt>
                <c:pt idx="1389">
                  <c:v>0.116606744544</c:v>
                </c:pt>
                <c:pt idx="1390">
                  <c:v>0.115674650711</c:v>
                </c:pt>
                <c:pt idx="1391">
                  <c:v>0.114752748162</c:v>
                </c:pt>
                <c:pt idx="1392">
                  <c:v>0.113840909753</c:v>
                </c:pt>
                <c:pt idx="1393">
                  <c:v>0.112939009756</c:v>
                </c:pt>
                <c:pt idx="1394">
                  <c:v>0.11204692386</c:v>
                </c:pt>
                <c:pt idx="1395">
                  <c:v>0.11116452917</c:v>
                </c:pt>
                <c:pt idx="1396">
                  <c:v>0.110291704206</c:v>
                </c:pt>
                <c:pt idx="1397">
                  <c:v>0.1094283289</c:v>
                </c:pt>
                <c:pt idx="1398">
                  <c:v>0.108574284592</c:v>
                </c:pt>
                <c:pt idx="1399">
                  <c:v>0.107729454026</c:v>
                </c:pt>
                <c:pt idx="1400">
                  <c:v>0.106893721346</c:v>
                </c:pt>
                <c:pt idx="1401">
                  <c:v>0.10606697209</c:v>
                </c:pt>
                <c:pt idx="1402">
                  <c:v>0.105249093182</c:v>
                </c:pt>
                <c:pt idx="1403">
                  <c:v>0.104439972928</c:v>
                </c:pt>
                <c:pt idx="1404">
                  <c:v>0.103639501005</c:v>
                </c:pt>
                <c:pt idx="1405">
                  <c:v>0.102847568458</c:v>
                </c:pt>
                <c:pt idx="1406">
                  <c:v>0.102064067685</c:v>
                </c:pt>
                <c:pt idx="1407">
                  <c:v>0.101288892433</c:v>
                </c:pt>
                <c:pt idx="1408">
                  <c:v>0.100521937788</c:v>
                </c:pt>
                <c:pt idx="1409">
                  <c:v>0.0997631001619</c:v>
                </c:pt>
                <c:pt idx="1410">
                  <c:v>0.0990122772864</c:v>
                </c:pt>
                <c:pt idx="1411">
                  <c:v>0.0982693682</c:v>
                </c:pt>
                <c:pt idx="1412">
                  <c:v>0.0975342732382</c:v>
                </c:pt>
                <c:pt idx="1413">
                  <c:v>0.0968068940221</c:v>
                </c:pt>
                <c:pt idx="1414">
                  <c:v>0.096087133447</c:v>
                </c:pt>
                <c:pt idx="1415">
                  <c:v>0.0953748956711</c:v>
                </c:pt>
                <c:pt idx="1416">
                  <c:v>0.0946700861035</c:v>
                </c:pt>
                <c:pt idx="1417">
                  <c:v>0.0939726113922</c:v>
                </c:pt>
                <c:pt idx="1418">
                  <c:v>0.0932823794123</c:v>
                </c:pt>
                <c:pt idx="1419">
                  <c:v>0.0925992992533</c:v>
                </c:pt>
                <c:pt idx="1420">
                  <c:v>0.0919232812068</c:v>
                </c:pt>
                <c:pt idx="1421">
                  <c:v>0.0912542367542</c:v>
                </c:pt>
                <c:pt idx="1422">
                  <c:v>0.0905920785539</c:v>
                </c:pt>
                <c:pt idx="1423">
                  <c:v>0.0899367204284</c:v>
                </c:pt>
                <c:pt idx="1424">
                  <c:v>0.0892880773519</c:v>
                </c:pt>
                <c:pt idx="1425">
                  <c:v>0.0886460654372</c:v>
                </c:pt>
                <c:pt idx="1426">
                  <c:v>0.0880106019229</c:v>
                </c:pt>
                <c:pt idx="1427">
                  <c:v>0.0873816051605</c:v>
                </c:pt>
                <c:pt idx="1428">
                  <c:v>0.0867589946016</c:v>
                </c:pt>
                <c:pt idx="1429">
                  <c:v>0.0861426907847</c:v>
                </c:pt>
                <c:pt idx="1430">
                  <c:v>0.0855326153225</c:v>
                </c:pt>
                <c:pt idx="1431">
                  <c:v>0.0849286908889</c:v>
                </c:pt>
                <c:pt idx="1432">
                  <c:v>0.0843308412063</c:v>
                </c:pt>
                <c:pt idx="1433">
                  <c:v>0.0837389910323</c:v>
                </c:pt>
                <c:pt idx="1434">
                  <c:v>0.0831530661473</c:v>
                </c:pt>
                <c:pt idx="1435">
                  <c:v>0.0825729933415</c:v>
                </c:pt>
                <c:pt idx="1436">
                  <c:v>0.0819987004023</c:v>
                </c:pt>
                <c:pt idx="1437">
                  <c:v>0.0814301161016</c:v>
                </c:pt>
                <c:pt idx="1438">
                  <c:v>0.0808671701831</c:v>
                </c:pt>
                <c:pt idx="1439">
                  <c:v>0.0803097933498</c:v>
                </c:pt>
                <c:pt idx="1440">
                  <c:v>0.0797579172519</c:v>
                </c:pt>
                <c:pt idx="1441">
                  <c:v>0.0792114744736</c:v>
                </c:pt>
                <c:pt idx="1442">
                  <c:v>0.0786703985217</c:v>
                </c:pt>
                <c:pt idx="1443">
                  <c:v>0.0781346238129</c:v>
                </c:pt>
                <c:pt idx="1444">
                  <c:v>0.0776040856617</c:v>
                </c:pt>
                <c:pt idx="1445">
                  <c:v>0.0770787202686</c:v>
                </c:pt>
                <c:pt idx="1446">
                  <c:v>0.0765584647081</c:v>
                </c:pt>
                <c:pt idx="1447">
                  <c:v>0.0760432569166</c:v>
                </c:pt>
                <c:pt idx="1448">
                  <c:v>0.0755330356813</c:v>
                </c:pt>
                <c:pt idx="1449">
                  <c:v>0.0750277406279</c:v>
                </c:pt>
                <c:pt idx="1450">
                  <c:v>0.0745273122096</c:v>
                </c:pt>
                <c:pt idx="1451">
                  <c:v>0.0740316916955</c:v>
                </c:pt>
                <c:pt idx="1452">
                  <c:v>0.0735408211595</c:v>
                </c:pt>
                <c:pt idx="1453">
                  <c:v>0.0730546434689</c:v>
                </c:pt>
                <c:pt idx="1454">
                  <c:v>0.0725731022735</c:v>
                </c:pt>
                <c:pt idx="1455">
                  <c:v>0.0720961419948</c:v>
                </c:pt>
                <c:pt idx="1456">
                  <c:v>0.0716237078149</c:v>
                </c:pt>
                <c:pt idx="1457">
                  <c:v>0.0711557456661</c:v>
                </c:pt>
                <c:pt idx="1458">
                  <c:v>0.0706922022202</c:v>
                </c:pt>
                <c:pt idx="1459">
                  <c:v>0.0702330248779</c:v>
                </c:pt>
                <c:pt idx="1460">
                  <c:v>0.069778161759</c:v>
                </c:pt>
                <c:pt idx="1461">
                  <c:v>0.0693275616915</c:v>
                </c:pt>
                <c:pt idx="1462">
                  <c:v>0.0688811742022</c:v>
                </c:pt>
                <c:pt idx="1463">
                  <c:v>0.0684389495061</c:v>
                </c:pt>
                <c:pt idx="1464">
                  <c:v>0.0680008384971</c:v>
                </c:pt>
                <c:pt idx="1465">
                  <c:v>0.067566792738</c:v>
                </c:pt>
                <c:pt idx="1466">
                  <c:v>0.0671367644509</c:v>
                </c:pt>
                <c:pt idx="1467">
                  <c:v>0.066710706508</c:v>
                </c:pt>
                <c:pt idx="1468">
                  <c:v>0.0662885724219</c:v>
                </c:pt>
                <c:pt idx="1469">
                  <c:v>0.0658703163364</c:v>
                </c:pt>
                <c:pt idx="1470">
                  <c:v>0.0654558930178</c:v>
                </c:pt>
                <c:pt idx="1471">
                  <c:v>0.0650452578456</c:v>
                </c:pt>
                <c:pt idx="1472">
                  <c:v>0.0646383668033</c:v>
                </c:pt>
                <c:pt idx="1473">
                  <c:v>0.0642351764705</c:v>
                </c:pt>
                <c:pt idx="1474">
                  <c:v>0.0638356440134</c:v>
                </c:pt>
                <c:pt idx="1475">
                  <c:v>0.0634397271768</c:v>
                </c:pt>
                <c:pt idx="1476">
                  <c:v>0.0630473842755</c:v>
                </c:pt>
                <c:pt idx="1477">
                  <c:v>0.0626585741862</c:v>
                </c:pt>
                <c:pt idx="1478">
                  <c:v>0.062273256339</c:v>
                </c:pt>
                <c:pt idx="1479">
                  <c:v>0.0618913907096</c:v>
                </c:pt>
                <c:pt idx="1480">
                  <c:v>0.0615129378114</c:v>
                </c:pt>
                <c:pt idx="1481">
                  <c:v>0.0611378586875</c:v>
                </c:pt>
                <c:pt idx="1482">
                  <c:v>0.0607661149029</c:v>
                </c:pt>
                <c:pt idx="1483">
                  <c:v>0.0603976685371</c:v>
                </c:pt>
                <c:pt idx="1484">
                  <c:v>0.0600324821766</c:v>
                </c:pt>
                <c:pt idx="1485">
                  <c:v>0.0596705189074</c:v>
                </c:pt>
                <c:pt idx="1486">
                  <c:v>0.0593117423074</c:v>
                </c:pt>
                <c:pt idx="1487">
                  <c:v>0.0589561164401</c:v>
                </c:pt>
                <c:pt idx="1488">
                  <c:v>0.0586036058464</c:v>
                </c:pt>
                <c:pt idx="1489">
                  <c:v>0.0582541755385</c:v>
                </c:pt>
                <c:pt idx="1490">
                  <c:v>0.0579077909927</c:v>
                </c:pt>
                <c:pt idx="1491">
                  <c:v>0.0575644181423</c:v>
                </c:pt>
                <c:pt idx="1492">
                  <c:v>0.0572240233716</c:v>
                </c:pt>
                <c:pt idx="1493">
                  <c:v>0.0568865735087</c:v>
                </c:pt>
                <c:pt idx="1494">
                  <c:v>0.0565520358194</c:v>
                </c:pt>
                <c:pt idx="1495">
                  <c:v>0.0562203780007</c:v>
                </c:pt>
                <c:pt idx="1496">
                  <c:v>0.0558915681744</c:v>
                </c:pt>
                <c:pt idx="1497">
                  <c:v>0.055565574881</c:v>
                </c:pt>
                <c:pt idx="1498">
                  <c:v>0.0552423670738</c:v>
                </c:pt>
                <c:pt idx="1499">
                  <c:v>0.0549219141123</c:v>
                </c:pt>
                <c:pt idx="1500">
                  <c:v>0.054604185757</c:v>
                </c:pt>
                <c:pt idx="1501">
                  <c:v>0.0542891521629</c:v>
                </c:pt>
                <c:pt idx="1502">
                  <c:v>0.0539767838744</c:v>
                </c:pt>
                <c:pt idx="1503">
                  <c:v>0.053667051819</c:v>
                </c:pt>
                <c:pt idx="1504">
                  <c:v>0.0533599273023</c:v>
                </c:pt>
                <c:pt idx="1505">
                  <c:v>0.0530553820019</c:v>
                </c:pt>
                <c:pt idx="1506">
                  <c:v>0.0527533879626</c:v>
                </c:pt>
                <c:pt idx="1507">
                  <c:v>0.0524539175908</c:v>
                </c:pt>
                <c:pt idx="1508">
                  <c:v>0.0521569436491</c:v>
                </c:pt>
                <c:pt idx="1509">
                  <c:v>0.0518624392513</c:v>
                </c:pt>
                <c:pt idx="1510">
                  <c:v>0.0515703778574</c:v>
                </c:pt>
                <c:pt idx="1511">
                  <c:v>0.0512807332684</c:v>
                </c:pt>
                <c:pt idx="1512">
                  <c:v>0.0509934796216</c:v>
                </c:pt>
                <c:pt idx="1513">
                  <c:v>0.0507085913855</c:v>
                </c:pt>
                <c:pt idx="1514">
                  <c:v>0.0504260433549</c:v>
                </c:pt>
                <c:pt idx="1515">
                  <c:v>0.0501458106469</c:v>
                </c:pt>
                <c:pt idx="1516">
                  <c:v>0.0498678686952</c:v>
                </c:pt>
                <c:pt idx="1517">
                  <c:v>0.0495921932465</c:v>
                </c:pt>
                <c:pt idx="1518">
                  <c:v>0.0493187603555</c:v>
                </c:pt>
                <c:pt idx="1519">
                  <c:v>0.0490475463804</c:v>
                </c:pt>
                <c:pt idx="1520">
                  <c:v>0.048778527979</c:v>
                </c:pt>
                <c:pt idx="1521">
                  <c:v>0.0485116821037</c:v>
                </c:pt>
                <c:pt idx="1522">
                  <c:v>0.0482469859981</c:v>
                </c:pt>
                <c:pt idx="1523">
                  <c:v>0.0479844171922</c:v>
                </c:pt>
                <c:pt idx="1524">
                  <c:v>0.0477239534986</c:v>
                </c:pt>
                <c:pt idx="1525">
                  <c:v>0.0474655730082</c:v>
                </c:pt>
                <c:pt idx="1526">
                  <c:v>0.0472092540866</c:v>
                </c:pt>
                <c:pt idx="1527">
                  <c:v>0.04695497537</c:v>
                </c:pt>
                <c:pt idx="1528">
                  <c:v>0.0467027157613</c:v>
                </c:pt>
                <c:pt idx="1529">
                  <c:v>0.0464524544262</c:v>
                </c:pt>
                <c:pt idx="1530">
                  <c:v>0.0462041707898</c:v>
                </c:pt>
                <c:pt idx="1531">
                  <c:v>0.0459578445326</c:v>
                </c:pt>
                <c:pt idx="1532">
                  <c:v>0.0457134555871</c:v>
                </c:pt>
                <c:pt idx="1533">
                  <c:v>0.0454709841341</c:v>
                </c:pt>
                <c:pt idx="1534">
                  <c:v>0.0452304105992</c:v>
                </c:pt>
                <c:pt idx="1535">
                  <c:v>0.0449917156495</c:v>
                </c:pt>
                <c:pt idx="1536">
                  <c:v>0.0447548801899</c:v>
                </c:pt>
                <c:pt idx="1537">
                  <c:v>0.0445198853599</c:v>
                </c:pt>
                <c:pt idx="1538">
                  <c:v>0.0442867125306</c:v>
                </c:pt>
                <c:pt idx="1539">
                  <c:v>0.0440553433007</c:v>
                </c:pt>
                <c:pt idx="1540">
                  <c:v>0.0438257594942</c:v>
                </c:pt>
                <c:pt idx="1541">
                  <c:v>0.0435979431565</c:v>
                </c:pt>
                <c:pt idx="1542">
                  <c:v>0.0433718765519</c:v>
                </c:pt>
                <c:pt idx="1543">
                  <c:v>0.0431475421599</c:v>
                </c:pt>
                <c:pt idx="1544">
                  <c:v>0.0429249226727</c:v>
                </c:pt>
                <c:pt idx="1545">
                  <c:v>0.0427040009923</c:v>
                </c:pt>
                <c:pt idx="1546">
                  <c:v>0.0424847602269</c:v>
                </c:pt>
                <c:pt idx="1547">
                  <c:v>0.0422671836889</c:v>
                </c:pt>
                <c:pt idx="1548">
                  <c:v>0.0420512548914</c:v>
                </c:pt>
                <c:pt idx="1549">
                  <c:v>0.0418369575459</c:v>
                </c:pt>
                <c:pt idx="1550">
                  <c:v>0.0416242755591</c:v>
                </c:pt>
                <c:pt idx="1551">
                  <c:v>0.0414131930304</c:v>
                </c:pt>
                <c:pt idx="1552">
                  <c:v>0.0412036942496</c:v>
                </c:pt>
                <c:pt idx="1553">
                  <c:v>0.0409957636936</c:v>
                </c:pt>
                <c:pt idx="1554">
                  <c:v>0.0407893860243</c:v>
                </c:pt>
                <c:pt idx="1555">
                  <c:v>0.0405845460859</c:v>
                </c:pt>
                <c:pt idx="1556">
                  <c:v>0.0403812289024</c:v>
                </c:pt>
                <c:pt idx="1557">
                  <c:v>0.0401794196753</c:v>
                </c:pt>
                <c:pt idx="1558">
                  <c:v>0.0399791037807</c:v>
                </c:pt>
                <c:pt idx="1559">
                  <c:v>0.0397802667677</c:v>
                </c:pt>
                <c:pt idx="1560">
                  <c:v>0.0395828943551</c:v>
                </c:pt>
                <c:pt idx="1561">
                  <c:v>0.0393869724299</c:v>
                </c:pt>
                <c:pt idx="1562">
                  <c:v>0.0391924870445</c:v>
                </c:pt>
                <c:pt idx="1563">
                  <c:v>0.0389994244149</c:v>
                </c:pt>
                <c:pt idx="1564">
                  <c:v>0.0388077709177</c:v>
                </c:pt>
                <c:pt idx="1565">
                  <c:v>0.0386175130891</c:v>
                </c:pt>
                <c:pt idx="1566">
                  <c:v>0.0384286376214</c:v>
                </c:pt>
                <c:pt idx="1567">
                  <c:v>0.0382411313621</c:v>
                </c:pt>
                <c:pt idx="1568">
                  <c:v>0.0380549813111</c:v>
                </c:pt>
                <c:pt idx="1569">
                  <c:v>0.0378701746187</c:v>
                </c:pt>
                <c:pt idx="1570">
                  <c:v>0.0376866985839</c:v>
                </c:pt>
                <c:pt idx="1571">
                  <c:v>0.0375045406521</c:v>
                </c:pt>
                <c:pt idx="1572">
                  <c:v>0.0373236884133</c:v>
                </c:pt>
                <c:pt idx="1573">
                  <c:v>0.0371441296</c:v>
                </c:pt>
                <c:pt idx="1574">
                  <c:v>0.0369658520857</c:v>
                </c:pt>
                <c:pt idx="1575">
                  <c:v>0.0367888438824</c:v>
                </c:pt>
                <c:pt idx="1576">
                  <c:v>0.0366130931393</c:v>
                </c:pt>
                <c:pt idx="1577">
                  <c:v>0.0364385881406</c:v>
                </c:pt>
                <c:pt idx="1578">
                  <c:v>0.0362653173042</c:v>
                </c:pt>
                <c:pt idx="1579">
                  <c:v>0.0360932691791</c:v>
                </c:pt>
                <c:pt idx="1580">
                  <c:v>0.0359224324446</c:v>
                </c:pt>
                <c:pt idx="1581">
                  <c:v>0.035752795908</c:v>
                </c:pt>
                <c:pt idx="1582">
                  <c:v>0.035584348503</c:v>
                </c:pt>
                <c:pt idx="1583">
                  <c:v>0.0354170792882</c:v>
                </c:pt>
                <c:pt idx="1584">
                  <c:v>0.0352509774453</c:v>
                </c:pt>
                <c:pt idx="1585">
                  <c:v>0.0350860322776</c:v>
                </c:pt>
                <c:pt idx="1586">
                  <c:v>0.0349222332081</c:v>
                </c:pt>
                <c:pt idx="1587">
                  <c:v>0.0347595697786</c:v>
                </c:pt>
                <c:pt idx="1588">
                  <c:v>0.0345980316473</c:v>
                </c:pt>
                <c:pt idx="1589">
                  <c:v>0.034437608588</c:v>
                </c:pt>
                <c:pt idx="1590">
                  <c:v>0.0342782904883</c:v>
                </c:pt>
                <c:pt idx="1591">
                  <c:v>0.034120067348</c:v>
                </c:pt>
                <c:pt idx="1592">
                  <c:v>0.0339629292778</c:v>
                </c:pt>
                <c:pt idx="1593">
                  <c:v>0.0338068664978</c:v>
                </c:pt>
                <c:pt idx="1594">
                  <c:v>0.0336518693362</c:v>
                </c:pt>
                <c:pt idx="1595">
                  <c:v>0.033497928228</c:v>
                </c:pt>
                <c:pt idx="1596">
                  <c:v>0.033345033713</c:v>
                </c:pt>
                <c:pt idx="1597">
                  <c:v>0.0331931764353</c:v>
                </c:pt>
                <c:pt idx="1598">
                  <c:v>0.0330423471413</c:v>
                </c:pt>
                <c:pt idx="1599">
                  <c:v>0.032892536679</c:v>
                </c:pt>
                <c:pt idx="1600">
                  <c:v>0.0327437359959</c:v>
                </c:pt>
                <c:pt idx="1601">
                  <c:v>0.0325959361385</c:v>
                </c:pt>
                <c:pt idx="1602">
                  <c:v>0.0324491282506</c:v>
                </c:pt>
                <c:pt idx="1603">
                  <c:v>0.0323033035721</c:v>
                </c:pt>
                <c:pt idx="1604">
                  <c:v>0.0321584534381</c:v>
                </c:pt>
                <c:pt idx="1605">
                  <c:v>0.0320145692772</c:v>
                </c:pt>
                <c:pt idx="1606">
                  <c:v>0.0318716426107</c:v>
                </c:pt>
                <c:pt idx="1607">
                  <c:v>0.0317296650511</c:v>
                </c:pt>
                <c:pt idx="1608">
                  <c:v>0.0315886283014</c:v>
                </c:pt>
                <c:pt idx="1609">
                  <c:v>0.0314485241535</c:v>
                </c:pt>
                <c:pt idx="1610">
                  <c:v>0.0313093444873</c:v>
                </c:pt>
                <c:pt idx="1611">
                  <c:v>0.0311710812697</c:v>
                </c:pt>
                <c:pt idx="1612">
                  <c:v>0.0310337265532</c:v>
                </c:pt>
                <c:pt idx="1613">
                  <c:v>0.0308972724751</c:v>
                </c:pt>
                <c:pt idx="1614">
                  <c:v>0.0307617112563</c:v>
                </c:pt>
                <c:pt idx="1615">
                  <c:v>0.0306270352003</c:v>
                </c:pt>
                <c:pt idx="1616">
                  <c:v>0.0304932366922</c:v>
                </c:pt>
                <c:pt idx="1617">
                  <c:v>0.0303603081977</c:v>
                </c:pt>
                <c:pt idx="1618">
                  <c:v>0.030228242262</c:v>
                </c:pt>
                <c:pt idx="1619">
                  <c:v>0.0300970315087</c:v>
                </c:pt>
                <c:pt idx="1620">
                  <c:v>0.0299666686394</c:v>
                </c:pt>
                <c:pt idx="1621">
                  <c:v>0.0298371464319</c:v>
                </c:pt>
                <c:pt idx="1622">
                  <c:v>0.02970845774</c:v>
                </c:pt>
                <c:pt idx="1623">
                  <c:v>0.0295805954921</c:v>
                </c:pt>
                <c:pt idx="1624">
                  <c:v>0.0294535526904</c:v>
                </c:pt>
                <c:pt idx="1625">
                  <c:v>0.0293273224103</c:v>
                </c:pt>
                <c:pt idx="1626">
                  <c:v>0.0292018977989</c:v>
                </c:pt>
                <c:pt idx="1627">
                  <c:v>0.0290772720746</c:v>
                </c:pt>
                <c:pt idx="1628">
                  <c:v>0.0289534385262</c:v>
                </c:pt>
                <c:pt idx="1629">
                  <c:v>0.0288303905117</c:v>
                </c:pt>
                <c:pt idx="1630">
                  <c:v>0.0287081214579</c:v>
                </c:pt>
                <c:pt idx="1631">
                  <c:v>0.0285866248592</c:v>
                </c:pt>
                <c:pt idx="1632">
                  <c:v>0.028465894277</c:v>
                </c:pt>
                <c:pt idx="1633">
                  <c:v>0.0283459233389</c:v>
                </c:pt>
                <c:pt idx="1634">
                  <c:v>0.0282267057376</c:v>
                </c:pt>
                <c:pt idx="1635">
                  <c:v>0.0281082352305</c:v>
                </c:pt>
                <c:pt idx="1636">
                  <c:v>0.0279905056388</c:v>
                </c:pt>
                <c:pt idx="1637">
                  <c:v>0.0278735108465</c:v>
                </c:pt>
                <c:pt idx="1638">
                  <c:v>0.0277572448</c:v>
                </c:pt>
                <c:pt idx="1639">
                  <c:v>0.0276417015071</c:v>
                </c:pt>
                <c:pt idx="1640">
                  <c:v>0.0275268750364</c:v>
                </c:pt>
                <c:pt idx="1641">
                  <c:v>0.0274127595164</c:v>
                </c:pt>
                <c:pt idx="1642">
                  <c:v>0.027299349135</c:v>
                </c:pt>
                <c:pt idx="1643">
                  <c:v>0.0271866381388</c:v>
                </c:pt>
                <c:pt idx="1644">
                  <c:v>0.0270746208321</c:v>
                </c:pt>
                <c:pt idx="1645">
                  <c:v>0.0269632915766</c:v>
                </c:pt>
                <c:pt idx="1646">
                  <c:v>0.0268526447904</c:v>
                </c:pt>
                <c:pt idx="1647">
                  <c:v>0.0267426749475</c:v>
                </c:pt>
                <c:pt idx="1648">
                  <c:v>0.0266333765772</c:v>
                </c:pt>
                <c:pt idx="1649">
                  <c:v>0.0265247442633</c:v>
                </c:pt>
                <c:pt idx="1650">
                  <c:v>0.0264167726435</c:v>
                </c:pt>
                <c:pt idx="1651">
                  <c:v>0.0263094564088</c:v>
                </c:pt>
                <c:pt idx="1652">
                  <c:v>0.0262027903028</c:v>
                </c:pt>
                <c:pt idx="1653">
                  <c:v>0.0260967691213</c:v>
                </c:pt>
                <c:pt idx="1654">
                  <c:v>0.0259913877113</c:v>
                </c:pt>
                <c:pt idx="1655">
                  <c:v>0.025886640971</c:v>
                </c:pt>
                <c:pt idx="1656">
                  <c:v>0.0257825238484</c:v>
                </c:pt>
                <c:pt idx="1657">
                  <c:v>0.0256790313414</c:v>
                </c:pt>
                <c:pt idx="1658">
                  <c:v>0.025576158497</c:v>
                </c:pt>
                <c:pt idx="1659">
                  <c:v>0.0254739004107</c:v>
                </c:pt>
                <c:pt idx="1660">
                  <c:v>0.0253722522258</c:v>
                </c:pt>
                <c:pt idx="1661">
                  <c:v>0.0252712091333</c:v>
                </c:pt>
                <c:pt idx="1662">
                  <c:v>0.0251707663706</c:v>
                </c:pt>
                <c:pt idx="1663">
                  <c:v>0.0250709192219</c:v>
                </c:pt>
                <c:pt idx="1664">
                  <c:v>0.0249716630169</c:v>
                </c:pt>
                <c:pt idx="1665">
                  <c:v>0.0248729931305</c:v>
                </c:pt>
                <c:pt idx="1666">
                  <c:v>0.0247749049826</c:v>
                </c:pt>
                <c:pt idx="1667">
                  <c:v>0.024677394037</c:v>
                </c:pt>
                <c:pt idx="1668">
                  <c:v>0.0245804558015</c:v>
                </c:pt>
                <c:pt idx="1669">
                  <c:v>0.024484085827</c:v>
                </c:pt>
                <c:pt idx="1670">
                  <c:v>0.024388279707</c:v>
                </c:pt>
                <c:pt idx="1671">
                  <c:v>0.0242930330776</c:v>
                </c:pt>
                <c:pt idx="1672">
                  <c:v>0.0241983416162</c:v>
                </c:pt>
                <c:pt idx="1673">
                  <c:v>0.024104201042</c:v>
                </c:pt>
                <c:pt idx="1674">
                  <c:v>0.0240106071145</c:v>
                </c:pt>
                <c:pt idx="1675">
                  <c:v>0.0239175556339</c:v>
                </c:pt>
                <c:pt idx="1676">
                  <c:v>0.0238250424403</c:v>
                </c:pt>
                <c:pt idx="1677">
                  <c:v>0.0237330634132</c:v>
                </c:pt>
                <c:pt idx="1678">
                  <c:v>0.023641614471</c:v>
                </c:pt>
                <c:pt idx="1679">
                  <c:v>0.0235506915708</c:v>
                </c:pt>
                <c:pt idx="1680">
                  <c:v>0.0234602907079</c:v>
                </c:pt>
                <c:pt idx="1681">
                  <c:v>0.0233704079153</c:v>
                </c:pt>
                <c:pt idx="1682">
                  <c:v>0.0232810392631</c:v>
                </c:pt>
                <c:pt idx="1683">
                  <c:v>0.0231921808586</c:v>
                </c:pt>
                <c:pt idx="1684">
                  <c:v>0.0231038288453</c:v>
                </c:pt>
                <c:pt idx="1685">
                  <c:v>0.023015979403</c:v>
                </c:pt>
                <c:pt idx="1686">
                  <c:v>0.022928628747</c:v>
                </c:pt>
                <c:pt idx="1687">
                  <c:v>0.022841773128</c:v>
                </c:pt>
                <c:pt idx="1688">
                  <c:v>0.0227554088314</c:v>
                </c:pt>
                <c:pt idx="1689">
                  <c:v>0.0226695321774</c:v>
                </c:pt>
                <c:pt idx="1690">
                  <c:v>0.02258413952</c:v>
                </c:pt>
                <c:pt idx="1691">
                  <c:v>0.0224992272472</c:v>
                </c:pt>
                <c:pt idx="1692">
                  <c:v>0.0224147917803</c:v>
                </c:pt>
                <c:pt idx="1693">
                  <c:v>0.0223308295735</c:v>
                </c:pt>
                <c:pt idx="1694">
                  <c:v>0.0222473371138</c:v>
                </c:pt>
                <c:pt idx="1695">
                  <c:v>0.0221643109204</c:v>
                </c:pt>
                <c:pt idx="1696">
                  <c:v>0.0220817475445</c:v>
                </c:pt>
                <c:pt idx="1697">
                  <c:v>0.0219996435689</c:v>
                </c:pt>
                <c:pt idx="1698">
                  <c:v>0.0219179956077</c:v>
                </c:pt>
                <c:pt idx="1699">
                  <c:v>0.0218368003057</c:v>
                </c:pt>
                <c:pt idx="1700">
                  <c:v>0.0217560543385</c:v>
                </c:pt>
                <c:pt idx="1701">
                  <c:v>0.0216757544118</c:v>
                </c:pt>
                <c:pt idx="1702">
                  <c:v>0.0215958972614</c:v>
                </c:pt>
                <c:pt idx="1703">
                  <c:v>0.0215164796525</c:v>
                </c:pt>
                <c:pt idx="1704">
                  <c:v>0.0214374983797</c:v>
                </c:pt>
                <c:pt idx="1705">
                  <c:v>0.0213589502665</c:v>
                </c:pt>
                <c:pt idx="1706">
                  <c:v>0.0212808321652</c:v>
                </c:pt>
                <c:pt idx="1707">
                  <c:v>0.0212031409563</c:v>
                </c:pt>
                <c:pt idx="1708">
                  <c:v>0.0211258735483</c:v>
                </c:pt>
                <c:pt idx="1709">
                  <c:v>0.0210490268776</c:v>
                </c:pt>
                <c:pt idx="1710">
                  <c:v>0.0209725979081</c:v>
                </c:pt>
                <c:pt idx="1711">
                  <c:v>0.0208965836305</c:v>
                </c:pt>
                <c:pt idx="1712">
                  <c:v>0.0208209810628</c:v>
                </c:pt>
                <c:pt idx="1713">
                  <c:v>0.0207457872494</c:v>
                </c:pt>
                <c:pt idx="1714">
                  <c:v>0.0206709992609</c:v>
                </c:pt>
                <c:pt idx="1715">
                  <c:v>0.0205966141941</c:v>
                </c:pt>
                <c:pt idx="1716">
                  <c:v>0.0205226291715</c:v>
                </c:pt>
                <c:pt idx="1717">
                  <c:v>0.020449041341</c:v>
                </c:pt>
                <c:pt idx="1718">
                  <c:v>0.0203758478759</c:v>
                </c:pt>
                <c:pt idx="1719">
                  <c:v>0.0203030459742</c:v>
                </c:pt>
                <c:pt idx="1720">
                  <c:v>0.0202306328588</c:v>
                </c:pt>
                <c:pt idx="1721">
                  <c:v>0.020158605777</c:v>
                </c:pt>
                <c:pt idx="1722">
                  <c:v>0.0200869620001</c:v>
                </c:pt>
                <c:pt idx="1723">
                  <c:v>0.0200156988234</c:v>
                </c:pt>
                <c:pt idx="1724">
                  <c:v>0.0199448135661</c:v>
                </c:pt>
                <c:pt idx="1725">
                  <c:v>0.0198743035705</c:v>
                </c:pt>
                <c:pt idx="1726">
                  <c:v>0.0198041662022</c:v>
                </c:pt>
                <c:pt idx="1727">
                  <c:v>0.0197343988499</c:v>
                </c:pt>
                <c:pt idx="1728">
                  <c:v>0.0196649989247</c:v>
                </c:pt>
                <c:pt idx="1729">
                  <c:v>0.0195959638605</c:v>
                </c:pt>
                <c:pt idx="1730">
                  <c:v>0.0195272911131</c:v>
                </c:pt>
                <c:pt idx="1731">
                  <c:v>0.0194589781607</c:v>
                </c:pt>
                <c:pt idx="1732">
                  <c:v>0.0193910225029</c:v>
                </c:pt>
                <c:pt idx="1733">
                  <c:v>0.0193234216611</c:v>
                </c:pt>
                <c:pt idx="1734">
                  <c:v>0.019256173178</c:v>
                </c:pt>
                <c:pt idx="1735">
                  <c:v>0.0191892746173</c:v>
                </c:pt>
                <c:pt idx="1736">
                  <c:v>0.0191227235637</c:v>
                </c:pt>
                <c:pt idx="1737">
                  <c:v>0.0190565176227</c:v>
                </c:pt>
                <c:pt idx="1738">
                  <c:v>0.01899065442</c:v>
                </c:pt>
                <c:pt idx="1739">
                  <c:v>0.0189251316019</c:v>
                </c:pt>
                <c:pt idx="1740">
                  <c:v>0.0188599468345</c:v>
                </c:pt>
                <c:pt idx="1741">
                  <c:v>0.0187950978039</c:v>
                </c:pt>
                <c:pt idx="1742">
                  <c:v>0.0187305822159</c:v>
                </c:pt>
                <c:pt idx="1743">
                  <c:v>0.0186663977955</c:v>
                </c:pt>
                <c:pt idx="1744">
                  <c:v>0.0186025422874</c:v>
                </c:pt>
                <c:pt idx="1745">
                  <c:v>0.0185390134549</c:v>
                </c:pt>
                <c:pt idx="1746">
                  <c:v>0.0184758090806</c:v>
                </c:pt>
                <c:pt idx="1747">
                  <c:v>0.0184129269655</c:v>
                </c:pt>
                <c:pt idx="1748">
                  <c:v>0.0183503649293</c:v>
                </c:pt>
                <c:pt idx="1749">
                  <c:v>0.0182881208098</c:v>
                </c:pt>
                <c:pt idx="1750">
                  <c:v>0.0182261924631</c:v>
                </c:pt>
                <c:pt idx="1751">
                  <c:v>0.0181645777633</c:v>
                </c:pt>
                <c:pt idx="1752">
                  <c:v>0.0181032746022</c:v>
                </c:pt>
                <c:pt idx="1753">
                  <c:v>0.0180422808891</c:v>
                </c:pt>
                <c:pt idx="1754">
                  <c:v>0.0179815945508</c:v>
                </c:pt>
                <c:pt idx="1755">
                  <c:v>0.0179212135314</c:v>
                </c:pt>
                <c:pt idx="1756">
                  <c:v>0.0178611357922</c:v>
                </c:pt>
                <c:pt idx="1757">
                  <c:v>0.017801359311</c:v>
                </c:pt>
                <c:pt idx="1758">
                  <c:v>0.0177418820828</c:v>
                </c:pt>
                <c:pt idx="1759">
                  <c:v>0.0176827021189</c:v>
                </c:pt>
                <c:pt idx="1760">
                  <c:v>0.0176238174471</c:v>
                </c:pt>
                <c:pt idx="1761">
                  <c:v>0.0175652261114</c:v>
                </c:pt>
                <c:pt idx="1762">
                  <c:v>0.0175069261721</c:v>
                </c:pt>
                <c:pt idx="1763">
                  <c:v>0.0174489157052</c:v>
                </c:pt>
                <c:pt idx="1764">
                  <c:v>0.0173911928026</c:v>
                </c:pt>
                <c:pt idx="1765">
                  <c:v>0.0173337555718</c:v>
                </c:pt>
                <c:pt idx="1766">
                  <c:v>0.0172766021357</c:v>
                </c:pt>
                <c:pt idx="1767">
                  <c:v>0.0172197306327</c:v>
                </c:pt>
                <c:pt idx="1768">
                  <c:v>0.0171631392162</c:v>
                </c:pt>
                <c:pt idx="1769">
                  <c:v>0.0171068260547</c:v>
                </c:pt>
                <c:pt idx="1770">
                  <c:v>0.0170507893317</c:v>
                </c:pt>
                <c:pt idx="1771">
                  <c:v>0.0169950272452</c:v>
                </c:pt>
                <c:pt idx="1772">
                  <c:v>0.0169395380079</c:v>
                </c:pt>
                <c:pt idx="1773">
                  <c:v>0.0168843198471</c:v>
                </c:pt>
                <c:pt idx="1774">
                  <c:v>0.0168293710042</c:v>
                </c:pt>
                <c:pt idx="1775">
                  <c:v>0.016774689735</c:v>
                </c:pt>
                <c:pt idx="1776">
                  <c:v>0.016720274309</c:v>
                </c:pt>
                <c:pt idx="1777">
                  <c:v>0.01666612301</c:v>
                </c:pt>
                <c:pt idx="1778">
                  <c:v>0.0166122341353</c:v>
                </c:pt>
                <c:pt idx="1779">
                  <c:v>0.016558605996</c:v>
                </c:pt>
                <c:pt idx="1780">
                  <c:v>0.0165052369167</c:v>
                </c:pt>
                <c:pt idx="1781">
                  <c:v>0.0164521252352</c:v>
                </c:pt>
                <c:pt idx="1782">
                  <c:v>0.0163992693027</c:v>
                </c:pt>
                <c:pt idx="1783">
                  <c:v>0.0163466674837</c:v>
                </c:pt>
                <c:pt idx="1784">
                  <c:v>0.0162943181553</c:v>
                </c:pt>
                <c:pt idx="1785">
                  <c:v>0.0162422197079</c:v>
                </c:pt>
                <c:pt idx="1786">
                  <c:v>0.0161903705444</c:v>
                </c:pt>
                <c:pt idx="1787">
                  <c:v>0.0161387690804</c:v>
                </c:pt>
                <c:pt idx="1788">
                  <c:v>0.016087413744</c:v>
                </c:pt>
                <c:pt idx="1789">
                  <c:v>0.0160363029758</c:v>
                </c:pt>
                <c:pt idx="1790">
                  <c:v>0.0159854352286</c:v>
                </c:pt>
                <c:pt idx="1791">
                  <c:v>0.0159348089674</c:v>
                </c:pt>
                <c:pt idx="1792">
                  <c:v>0.0158844226693</c:v>
                </c:pt>
                <c:pt idx="1793">
                  <c:v>0.0158342748232</c:v>
                </c:pt>
                <c:pt idx="1794">
                  <c:v>0.0157843639299</c:v>
                </c:pt>
                <c:pt idx="1795">
                  <c:v>0.0157346885021</c:v>
                </c:pt>
                <c:pt idx="1796">
                  <c:v>0.0156852470639</c:v>
                </c:pt>
                <c:pt idx="1797">
                  <c:v>0.015636038151</c:v>
                </c:pt>
                <c:pt idx="1798">
                  <c:v>0.0155870603103</c:v>
                </c:pt>
                <c:pt idx="1799">
                  <c:v>0.0155383121004</c:v>
                </c:pt>
                <c:pt idx="1800">
                  <c:v>0.0154897920907</c:v>
                </c:pt>
                <c:pt idx="1801">
                  <c:v>0.0154414988618</c:v>
                </c:pt>
                <c:pt idx="1802">
                  <c:v>0.0153934310054</c:v>
                </c:pt>
                <c:pt idx="1803">
                  <c:v>0.0153455871239</c:v>
                </c:pt>
                <c:pt idx="1804">
                  <c:v>0.0152979658307</c:v>
                </c:pt>
                <c:pt idx="1805">
                  <c:v>0.0152505657496</c:v>
                </c:pt>
                <c:pt idx="1806">
                  <c:v>0.0152033855152</c:v>
                </c:pt>
                <c:pt idx="1807">
                  <c:v>0.0151564237726</c:v>
                </c:pt>
                <c:pt idx="1808">
                  <c:v>0.0151096791771</c:v>
                </c:pt>
                <c:pt idx="1809">
                  <c:v>0.0150631503944</c:v>
                </c:pt>
                <c:pt idx="1810">
                  <c:v>0.0150168361005</c:v>
                </c:pt>
                <c:pt idx="1811">
                  <c:v>0.0149707349813</c:v>
                </c:pt>
                <c:pt idx="1812">
                  <c:v>0.0149248457329</c:v>
                </c:pt>
                <c:pt idx="1813">
                  <c:v>0.0148791670613</c:v>
                </c:pt>
                <c:pt idx="1814">
                  <c:v>0.0148336976821</c:v>
                </c:pt>
                <c:pt idx="1815">
                  <c:v>0.014788436321</c:v>
                </c:pt>
                <c:pt idx="1816">
                  <c:v>0.0147433817132</c:v>
                </c:pt>
                <c:pt idx="1817">
                  <c:v>0.0146985326033</c:v>
                </c:pt>
                <c:pt idx="1818">
                  <c:v>0.0146538877457</c:v>
                </c:pt>
                <c:pt idx="1819">
                  <c:v>0.0146094459039</c:v>
                </c:pt>
                <c:pt idx="1820">
                  <c:v>0.014565205851</c:v>
                </c:pt>
                <c:pt idx="1821">
                  <c:v>0.014521166369</c:v>
                </c:pt>
                <c:pt idx="1822">
                  <c:v>0.0144773262495</c:v>
                </c:pt>
                <c:pt idx="1823">
                  <c:v>0.0144336842926</c:v>
                </c:pt>
                <c:pt idx="1824">
                  <c:v>0.0143902393078</c:v>
                </c:pt>
                <c:pt idx="1825">
                  <c:v>0.0143469901134</c:v>
                </c:pt>
                <c:pt idx="1826">
                  <c:v>0.0143039355365</c:v>
                </c:pt>
                <c:pt idx="1827">
                  <c:v>0.014261074413</c:v>
                </c:pt>
                <c:pt idx="1828">
                  <c:v>0.0142184055873</c:v>
                </c:pt>
                <c:pt idx="1829">
                  <c:v>0.0141759279126</c:v>
                </c:pt>
                <c:pt idx="1830">
                  <c:v>0.0141336402504</c:v>
                </c:pt>
                <c:pt idx="1831">
                  <c:v>0.0140915414709</c:v>
                </c:pt>
                <c:pt idx="1832">
                  <c:v>0.0140496304525</c:v>
                </c:pt>
                <c:pt idx="1833">
                  <c:v>0.0140079060818</c:v>
                </c:pt>
                <c:pt idx="1834">
                  <c:v>0.0139663672539</c:v>
                </c:pt>
                <c:pt idx="1835">
                  <c:v>0.0139250128717</c:v>
                </c:pt>
                <c:pt idx="1836">
                  <c:v>0.0138838418465</c:v>
                </c:pt>
                <c:pt idx="1837">
                  <c:v>0.0138428530974</c:v>
                </c:pt>
                <c:pt idx="1838">
                  <c:v>0.0138020455515</c:v>
                </c:pt>
                <c:pt idx="1839">
                  <c:v>0.0137614181437</c:v>
                </c:pt>
                <c:pt idx="1840">
                  <c:v>0.0137209698168</c:v>
                </c:pt>
                <c:pt idx="1841">
                  <c:v>0.0136806995212</c:v>
                </c:pt>
                <c:pt idx="1842">
                  <c:v>0.0136406062151</c:v>
                </c:pt>
                <c:pt idx="1843">
                  <c:v>0.0136006888641</c:v>
                </c:pt>
                <c:pt idx="1844">
                  <c:v>0.0135609464416</c:v>
                </c:pt>
                <c:pt idx="1845">
                  <c:v>0.0135213779282</c:v>
                </c:pt>
                <c:pt idx="1846">
                  <c:v>0.013481982312</c:v>
                </c:pt>
                <c:pt idx="1847">
                  <c:v>0.0134427585884</c:v>
                </c:pt>
                <c:pt idx="1848">
                  <c:v>0.0134037057602</c:v>
                </c:pt>
                <c:pt idx="1849">
                  <c:v>0.0133648228372</c:v>
                </c:pt>
                <c:pt idx="1850">
                  <c:v>0.0133261088365</c:v>
                </c:pt>
                <c:pt idx="1851">
                  <c:v>0.0132875627822</c:v>
                </c:pt>
                <c:pt idx="1852">
                  <c:v>0.0132491837054</c:v>
                </c:pt>
                <c:pt idx="1853">
                  <c:v>0.0132109706444</c:v>
                </c:pt>
                <c:pt idx="1854">
                  <c:v>0.013172922644</c:v>
                </c:pt>
                <c:pt idx="1855">
                  <c:v>0.0131350387561</c:v>
                </c:pt>
                <c:pt idx="1856">
                  <c:v>0.0130973180394</c:v>
                </c:pt>
                <c:pt idx="1857">
                  <c:v>0.0130597595592</c:v>
                </c:pt>
                <c:pt idx="1858">
                  <c:v>0.0130223623875</c:v>
                </c:pt>
                <c:pt idx="1859">
                  <c:v>0.012985125603</c:v>
                </c:pt>
                <c:pt idx="1860">
                  <c:v>0.0129480482908</c:v>
                </c:pt>
                <c:pt idx="1861">
                  <c:v>0.0129111295427</c:v>
                </c:pt>
                <c:pt idx="1862">
                  <c:v>0.0128743684568</c:v>
                </c:pt>
                <c:pt idx="1863">
                  <c:v>0.0128377641375</c:v>
                </c:pt>
                <c:pt idx="1864">
                  <c:v>0.0128013156958</c:v>
                </c:pt>
                <c:pt idx="1865">
                  <c:v>0.0127650222489</c:v>
                </c:pt>
                <c:pt idx="1866">
                  <c:v>0.0127288829199</c:v>
                </c:pt>
                <c:pt idx="1867">
                  <c:v>0.0126928968386</c:v>
                </c:pt>
                <c:pt idx="1868">
                  <c:v>0.0126570631405</c:v>
                </c:pt>
                <c:pt idx="1869">
                  <c:v>0.0126213809675</c:v>
                </c:pt>
                <c:pt idx="1870">
                  <c:v>0.0125858494672</c:v>
                </c:pt>
                <c:pt idx="1871">
                  <c:v>0.0125504677934</c:v>
                </c:pt>
                <c:pt idx="1872">
                  <c:v>0.0125152351057</c:v>
                </c:pt>
                <c:pt idx="1873">
                  <c:v>0.0124801505698</c:v>
                </c:pt>
                <c:pt idx="1874">
                  <c:v>0.0124452133568</c:v>
                </c:pt>
                <c:pt idx="1875">
                  <c:v>0.012410422644</c:v>
                </c:pt>
                <c:pt idx="1876">
                  <c:v>0.0123757776142</c:v>
                </c:pt>
                <c:pt idx="1877">
                  <c:v>0.0123412774558</c:v>
                </c:pt>
                <c:pt idx="1878">
                  <c:v>0.0123069213632</c:v>
                </c:pt>
                <c:pt idx="1879">
                  <c:v>0.012272708536</c:v>
                </c:pt>
                <c:pt idx="1880">
                  <c:v>0.0122386381794</c:v>
                </c:pt>
                <c:pt idx="1881">
                  <c:v>0.0122047095043</c:v>
                </c:pt>
                <c:pt idx="1882">
                  <c:v>0.0121709217269</c:v>
                </c:pt>
                <c:pt idx="1883">
                  <c:v>0.0121372740688</c:v>
                </c:pt>
                <c:pt idx="1884">
                  <c:v>0.012103765757</c:v>
                </c:pt>
                <c:pt idx="1885">
                  <c:v>0.0120703960238</c:v>
                </c:pt>
                <c:pt idx="1886">
                  <c:v>0.0120371641067</c:v>
                </c:pt>
                <c:pt idx="1887">
                  <c:v>0.0120040692485</c:v>
                </c:pt>
                <c:pt idx="1888">
                  <c:v>0.0119711106972</c:v>
                </c:pt>
                <c:pt idx="1889">
                  <c:v>0.011938287706</c:v>
                </c:pt>
                <c:pt idx="1890">
                  <c:v>0.011905599533</c:v>
                </c:pt>
                <c:pt idx="1891">
                  <c:v>0.0118730454415</c:v>
                </c:pt>
                <c:pt idx="1892">
                  <c:v>0.0118406246998</c:v>
                </c:pt>
                <c:pt idx="1893">
                  <c:v>0.0118083365811</c:v>
                </c:pt>
                <c:pt idx="1894">
                  <c:v>0.0117761803637</c:v>
                </c:pt>
                <c:pt idx="1895">
                  <c:v>0.0117441553307</c:v>
                </c:pt>
                <c:pt idx="1896">
                  <c:v>0.01171226077</c:v>
                </c:pt>
                <c:pt idx="1897">
                  <c:v>0.0116804959744</c:v>
                </c:pt>
                <c:pt idx="1898">
                  <c:v>0.0116488602414</c:v>
                </c:pt>
                <c:pt idx="1899">
                  <c:v>0.0116173528733</c:v>
                </c:pt>
                <c:pt idx="1900">
                  <c:v>0.0115859731771</c:v>
                </c:pt>
                <c:pt idx="1901">
                  <c:v>0.0115547204645</c:v>
                </c:pt>
                <c:pt idx="1902">
                  <c:v>0.0115235940517</c:v>
                </c:pt>
                <c:pt idx="1903">
                  <c:v>0.0114925932595</c:v>
                </c:pt>
                <c:pt idx="1904">
                  <c:v>0.0114617174135</c:v>
                </c:pt>
                <c:pt idx="1905">
                  <c:v>0.0114309658435</c:v>
                </c:pt>
                <c:pt idx="1906">
                  <c:v>0.0114003378839</c:v>
                </c:pt>
                <c:pt idx="1907">
                  <c:v>0.0113698328737</c:v>
                </c:pt>
                <c:pt idx="1908">
                  <c:v>0.0113394501559</c:v>
                </c:pt>
                <c:pt idx="1909">
                  <c:v>0.0113091890784</c:v>
                </c:pt>
                <c:pt idx="1910">
                  <c:v>0.0112790489929</c:v>
                </c:pt>
                <c:pt idx="1911">
                  <c:v>0.0112490292559</c:v>
                </c:pt>
                <c:pt idx="1912">
                  <c:v>0.0112191292279</c:v>
                </c:pt>
                <c:pt idx="1913">
                  <c:v>0.0111893482736</c:v>
                </c:pt>
                <c:pt idx="1914">
                  <c:v>0.011159685762</c:v>
                </c:pt>
                <c:pt idx="1915">
                  <c:v>0.0111301410662</c:v>
                </c:pt>
                <c:pt idx="1916">
                  <c:v>0.0111007135636</c:v>
                </c:pt>
                <c:pt idx="1917">
                  <c:v>0.0110714026355</c:v>
                </c:pt>
                <c:pt idx="1918">
                  <c:v>0.0110422076674</c:v>
                </c:pt>
                <c:pt idx="1919">
                  <c:v>0.0110131280487</c:v>
                </c:pt>
                <c:pt idx="1920">
                  <c:v>0.010984163173</c:v>
                </c:pt>
                <c:pt idx="1921">
                  <c:v>0.0109553124377</c:v>
                </c:pt>
                <c:pt idx="1922">
                  <c:v>0.0109265752443</c:v>
                </c:pt>
                <c:pt idx="1923">
                  <c:v>0.0108979509981</c:v>
                </c:pt>
                <c:pt idx="1924">
                  <c:v>0.0108694391083</c:v>
                </c:pt>
                <c:pt idx="1925">
                  <c:v>0.010841038988</c:v>
                </c:pt>
                <c:pt idx="1926">
                  <c:v>0.010812750054</c:v>
                </c:pt>
                <c:pt idx="1927">
                  <c:v>0.0107845717271</c:v>
                </c:pt>
                <c:pt idx="1928">
                  <c:v>0.0107565034317</c:v>
                </c:pt>
                <c:pt idx="1929">
                  <c:v>0.0107285445959</c:v>
                </c:pt>
                <c:pt idx="1930">
                  <c:v>0.0107006946517</c:v>
                </c:pt>
                <c:pt idx="1931">
                  <c:v>0.0106729530347</c:v>
                </c:pt>
                <c:pt idx="1932">
                  <c:v>0.0106453191839</c:v>
                </c:pt>
                <c:pt idx="1933">
                  <c:v>0.0106177925423</c:v>
                </c:pt>
                <c:pt idx="1934">
                  <c:v>0.0105903725563</c:v>
                </c:pt>
                <c:pt idx="1935">
                  <c:v>0.0105630586758</c:v>
                </c:pt>
                <c:pt idx="1936">
                  <c:v>0.0105358503544</c:v>
                </c:pt>
                <c:pt idx="1937">
                  <c:v>0.0105087470491</c:v>
                </c:pt>
                <c:pt idx="1938">
                  <c:v>0.0104817482204</c:v>
                </c:pt>
                <c:pt idx="1939">
                  <c:v>0.0104548533323</c:v>
                </c:pt>
                <c:pt idx="1940">
                  <c:v>0.0104280618521</c:v>
                </c:pt>
                <c:pt idx="1941">
                  <c:v>0.0104013732508</c:v>
                </c:pt>
                <c:pt idx="1942">
                  <c:v>0.0103747870024</c:v>
                </c:pt>
                <c:pt idx="1943">
                  <c:v>0.0103483025845</c:v>
                </c:pt>
                <c:pt idx="1944">
                  <c:v>0.0103219194779</c:v>
                </c:pt>
                <c:pt idx="1945">
                  <c:v>0.0102956371668</c:v>
                </c:pt>
                <c:pt idx="1946">
                  <c:v>0.0102694551386</c:v>
                </c:pt>
                <c:pt idx="1947">
                  <c:v>0.010243372884</c:v>
                </c:pt>
                <c:pt idx="1948">
                  <c:v>0.0102173898969</c:v>
                </c:pt>
                <c:pt idx="1949">
                  <c:v>0.0101915056744</c:v>
                </c:pt>
                <c:pt idx="1950">
                  <c:v>0.0101657197167</c:v>
                </c:pt>
                <c:pt idx="1951">
                  <c:v>0.0101400315274</c:v>
                </c:pt>
                <c:pt idx="1952">
                  <c:v>0.010114440613</c:v>
                </c:pt>
                <c:pt idx="1953">
                  <c:v>0.0100889464831</c:v>
                </c:pt>
                <c:pt idx="1954">
                  <c:v>0.0100635486505</c:v>
                </c:pt>
                <c:pt idx="1955">
                  <c:v>0.0100382466311</c:v>
                </c:pt>
                <c:pt idx="1956">
                  <c:v>0.0100130399436</c:v>
                </c:pt>
                <c:pt idx="1957">
                  <c:v>0.0099879281099</c:v>
                </c:pt>
                <c:pt idx="1958">
                  <c:v>0.00996291065489</c:v>
                </c:pt>
                <c:pt idx="1959">
                  <c:v>0.00993798710637</c:v>
                </c:pt>
                <c:pt idx="1960">
                  <c:v>0.00991315699511</c:v>
                </c:pt>
                <c:pt idx="1961">
                  <c:v>0.0098884198548</c:v>
                </c:pt>
                <c:pt idx="1962">
                  <c:v>0.00986377522202</c:v>
                </c:pt>
                <c:pt idx="1963">
                  <c:v>0.00983922263625</c:v>
                </c:pt>
                <c:pt idx="1964">
                  <c:v>0.00981476163982</c:v>
                </c:pt>
                <c:pt idx="1965">
                  <c:v>0.00979039177791</c:v>
                </c:pt>
                <c:pt idx="1966">
                  <c:v>0.00976611259849</c:v>
                </c:pt>
                <c:pt idx="1967">
                  <c:v>0.00974192365236</c:v>
                </c:pt>
                <c:pt idx="1968">
                  <c:v>0.00971782449307</c:v>
                </c:pt>
                <c:pt idx="1969">
                  <c:v>0.00969381467693</c:v>
                </c:pt>
                <c:pt idx="1970">
                  <c:v>0.009669893763</c:v>
                </c:pt>
                <c:pt idx="1971">
                  <c:v>0.00964606131303</c:v>
                </c:pt>
                <c:pt idx="1972">
                  <c:v>0.00962231689148</c:v>
                </c:pt>
                <c:pt idx="1973">
                  <c:v>0.00959866006548</c:v>
                </c:pt>
                <c:pt idx="1974">
                  <c:v>0.00957509040483</c:v>
                </c:pt>
                <c:pt idx="1975">
                  <c:v>0.00955160748193</c:v>
                </c:pt>
                <c:pt idx="1976">
                  <c:v>0.00952821087184</c:v>
                </c:pt>
                <c:pt idx="1977">
                  <c:v>0.00950490015217</c:v>
                </c:pt>
                <c:pt idx="1978">
                  <c:v>0.00948167490316</c:v>
                </c:pt>
                <c:pt idx="1979">
                  <c:v>0.00945853470756</c:v>
                </c:pt>
                <c:pt idx="1980">
                  <c:v>0.0094354791507</c:v>
                </c:pt>
                <c:pt idx="1981">
                  <c:v>0.0094125078204</c:v>
                </c:pt>
                <c:pt idx="1982">
                  <c:v>0.009389620307</c:v>
                </c:pt>
                <c:pt idx="1983">
                  <c:v>0.00936681620334</c:v>
                </c:pt>
                <c:pt idx="1984">
                  <c:v>0.00934409510469</c:v>
                </c:pt>
                <c:pt idx="1985">
                  <c:v>0.0093214566088</c:v>
                </c:pt>
                <c:pt idx="1986">
                  <c:v>0.00929890031585</c:v>
                </c:pt>
                <c:pt idx="1987">
                  <c:v>0.00927642582841</c:v>
                </c:pt>
                <c:pt idx="1988">
                  <c:v>0.00925403275148</c:v>
                </c:pt>
                <c:pt idx="1989">
                  <c:v>0.0092317206924</c:v>
                </c:pt>
                <c:pt idx="1990">
                  <c:v>0.00920948926092</c:v>
                </c:pt>
                <c:pt idx="1991">
                  <c:v>0.00918733806909</c:v>
                </c:pt>
                <c:pt idx="1992">
                  <c:v>0.00916526673133</c:v>
                </c:pt>
                <c:pt idx="1993">
                  <c:v>0.00914327486432</c:v>
                </c:pt>
                <c:pt idx="1994">
                  <c:v>0.0091213620871</c:v>
                </c:pt>
                <c:pt idx="1995">
                  <c:v>0.00909952802092</c:v>
                </c:pt>
                <c:pt idx="1996">
                  <c:v>0.00907777228935</c:v>
                </c:pt>
                <c:pt idx="1997">
                  <c:v>0.00905609451817</c:v>
                </c:pt>
                <c:pt idx="1998">
                  <c:v>0.00903449433541</c:v>
                </c:pt>
                <c:pt idx="1999">
                  <c:v>0.00901297137131</c:v>
                </c:pt>
                <c:pt idx="2000">
                  <c:v>0.00899152525829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0.75"/>
          <c:min val="0"/>
        </c:scaling>
        <c:delete val="0"/>
        <c:axPos val="l"/>
        <c:majorGridlines>
          <c:spPr>
            <a:ln xmlns:a="http://schemas.openxmlformats.org/drawingml/2006/main" w="4763">
              <a:solidFill>
                <a:srgbClr val="EEEEEE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2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majorUnit val="1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18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U/t = 1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222222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scatterChart>
        <c:scatterStyle val="lineMarker"/>
        <c:varyColors val="0"/>
        <c:ser>
          <c:idx val="0"/>
          <c:order val="0"/>
          <c:tx>
            <c:v>charge</c:v>
          </c:tx>
          <c:spPr>
            <a:ln xmlns:a="http://schemas.openxmlformats.org/drawingml/2006/main" w="15240">
              <a:solidFill>
                <a:srgbClr val="C43C64"/>
              </a:solidFill>
              <a:prstDash val="solid"/>
            </a:ln>
          </c:spPr>
          <c:marker>
            <c:symbol val="none"/>
            <c:size val="5"/>
            <c:spPr>
              <a:solidFill xmlns:a="http://schemas.openxmlformats.org/drawingml/2006/main">
                <a:srgbClr val="C43C64"/>
              </a:solidFill>
            </c:spPr>
          </c:marker>
          <c:xVal>
            <c:numRef>
              <c:f>'Chart Data'!$A$2:$A$2002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Data'!$B$2:$B$2002</c:f>
              <c:numCache>
                <c:formatCode>0.0</c:formatCode>
                <c:ptCount val="2001"/>
                <c:pt idx="0">
                  <c:v>0.00378226170843</c:v>
                </c:pt>
                <c:pt idx="1">
                  <c:v>0.0037884094529</c:v>
                </c:pt>
                <c:pt idx="2">
                  <c:v>0.0037945722284</c:v>
                </c:pt>
                <c:pt idx="3">
                  <c:v>0.00380075008406</c:v>
                </c:pt>
                <c:pt idx="4">
                  <c:v>0.00380694306922</c:v>
                </c:pt>
                <c:pt idx="5">
                  <c:v>0.00381315123339</c:v>
                </c:pt>
                <c:pt idx="6">
                  <c:v>0.00381937462633</c:v>
                </c:pt>
                <c:pt idx="7">
                  <c:v>0.00382561329797</c:v>
                </c:pt>
                <c:pt idx="8">
                  <c:v>0.00383186729845</c:v>
                </c:pt>
                <c:pt idx="9">
                  <c:v>0.00383813667813</c:v>
                </c:pt>
                <c:pt idx="10">
                  <c:v>0.00384442148757</c:v>
                </c:pt>
                <c:pt idx="11">
                  <c:v>0.00385072177754</c:v>
                </c:pt>
                <c:pt idx="12">
                  <c:v>0.003857037599</c:v>
                </c:pt>
                <c:pt idx="13">
                  <c:v>0.00386336900316</c:v>
                </c:pt>
                <c:pt idx="14">
                  <c:v>0.0038697160414</c:v>
                </c:pt>
                <c:pt idx="15">
                  <c:v>0.00387607876534</c:v>
                </c:pt>
                <c:pt idx="16">
                  <c:v>0.00388245722681</c:v>
                </c:pt>
                <c:pt idx="17">
                  <c:v>0.00388885147784</c:v>
                </c:pt>
                <c:pt idx="18">
                  <c:v>0.00389526157069</c:v>
                </c:pt>
                <c:pt idx="19">
                  <c:v>0.00390168755783</c:v>
                </c:pt>
                <c:pt idx="20">
                  <c:v>0.00390812949195</c:v>
                </c:pt>
                <c:pt idx="21">
                  <c:v>0.00391458742596</c:v>
                </c:pt>
                <c:pt idx="22">
                  <c:v>0.00392106141298</c:v>
                </c:pt>
                <c:pt idx="23">
                  <c:v>0.00392755150638</c:v>
                </c:pt>
                <c:pt idx="24">
                  <c:v>0.00393405775972</c:v>
                </c:pt>
                <c:pt idx="25">
                  <c:v>0.00394058022679</c:v>
                </c:pt>
                <c:pt idx="26">
                  <c:v>0.00394711896162</c:v>
                </c:pt>
                <c:pt idx="27">
                  <c:v>0.00395367401845</c:v>
                </c:pt>
                <c:pt idx="28">
                  <c:v>0.00396024545175</c:v>
                </c:pt>
                <c:pt idx="29">
                  <c:v>0.00396683331623</c:v>
                </c:pt>
                <c:pt idx="30">
                  <c:v>0.00397343766681</c:v>
                </c:pt>
                <c:pt idx="31">
                  <c:v>0.00398005855865</c:v>
                </c:pt>
                <c:pt idx="32">
                  <c:v>0.00398669604715</c:v>
                </c:pt>
                <c:pt idx="33">
                  <c:v>0.00399335018793</c:v>
                </c:pt>
                <c:pt idx="34">
                  <c:v>0.00400002103684</c:v>
                </c:pt>
                <c:pt idx="35">
                  <c:v>0.00400670864997</c:v>
                </c:pt>
                <c:pt idx="36">
                  <c:v>0.00401341308366</c:v>
                </c:pt>
                <c:pt idx="37">
                  <c:v>0.00402013439447</c:v>
                </c:pt>
                <c:pt idx="38">
                  <c:v>0.0040268726392</c:v>
                </c:pt>
                <c:pt idx="39">
                  <c:v>0.00403362787489</c:v>
                </c:pt>
                <c:pt idx="40">
                  <c:v>0.00404040015884</c:v>
                </c:pt>
                <c:pt idx="41">
                  <c:v>0.00404718954856</c:v>
                </c:pt>
                <c:pt idx="42">
                  <c:v>0.00405399610183</c:v>
                </c:pt>
                <c:pt idx="43">
                  <c:v>0.00406081987666</c:v>
                </c:pt>
                <c:pt idx="44">
                  <c:v>0.00406766093132</c:v>
                </c:pt>
                <c:pt idx="45">
                  <c:v>0.00407451932429</c:v>
                </c:pt>
                <c:pt idx="46">
                  <c:v>0.00408139511436</c:v>
                </c:pt>
                <c:pt idx="47">
                  <c:v>0.00408828836051</c:v>
                </c:pt>
                <c:pt idx="48">
                  <c:v>0.004095199122</c:v>
                </c:pt>
                <c:pt idx="49">
                  <c:v>0.00410212745835</c:v>
                </c:pt>
                <c:pt idx="50">
                  <c:v>0.00410907342931</c:v>
                </c:pt>
                <c:pt idx="51">
                  <c:v>0.00411603709491</c:v>
                </c:pt>
                <c:pt idx="52">
                  <c:v>0.0041230185154</c:v>
                </c:pt>
                <c:pt idx="53">
                  <c:v>0.00413001775133</c:v>
                </c:pt>
                <c:pt idx="54">
                  <c:v>0.00413703486348</c:v>
                </c:pt>
                <c:pt idx="55">
                  <c:v>0.0041440699129</c:v>
                </c:pt>
                <c:pt idx="56">
                  <c:v>0.0041511229609</c:v>
                </c:pt>
                <c:pt idx="57">
                  <c:v>0.00415819406906</c:v>
                </c:pt>
                <c:pt idx="58">
                  <c:v>0.0041652832992</c:v>
                </c:pt>
                <c:pt idx="59">
                  <c:v>0.00417239071344</c:v>
                </c:pt>
                <c:pt idx="60">
                  <c:v>0.00417951637413</c:v>
                </c:pt>
                <c:pt idx="61">
                  <c:v>0.00418666034393</c:v>
                </c:pt>
                <c:pt idx="62">
                  <c:v>0.00419382268573</c:v>
                </c:pt>
                <c:pt idx="63">
                  <c:v>0.00420100346271</c:v>
                </c:pt>
                <c:pt idx="64">
                  <c:v>0.00420820273833</c:v>
                </c:pt>
                <c:pt idx="65">
                  <c:v>0.0042154205763</c:v>
                </c:pt>
                <c:pt idx="66">
                  <c:v>0.00422265704064</c:v>
                </c:pt>
                <c:pt idx="67">
                  <c:v>0.0042299121956</c:v>
                </c:pt>
                <c:pt idx="68">
                  <c:v>0.00423718610575</c:v>
                </c:pt>
                <c:pt idx="69">
                  <c:v>0.00424447883592</c:v>
                </c:pt>
                <c:pt idx="70">
                  <c:v>0.00425179045123</c:v>
                </c:pt>
                <c:pt idx="71">
                  <c:v>0.00425912101706</c:v>
                </c:pt>
                <c:pt idx="72">
                  <c:v>0.00426647059911</c:v>
                </c:pt>
                <c:pt idx="73">
                  <c:v>0.00427383926334</c:v>
                </c:pt>
                <c:pt idx="74">
                  <c:v>0.004281227076</c:v>
                </c:pt>
                <c:pt idx="75">
                  <c:v>0.00428863410364</c:v>
                </c:pt>
                <c:pt idx="76">
                  <c:v>0.00429606041308</c:v>
                </c:pt>
                <c:pt idx="77">
                  <c:v>0.00430350607145</c:v>
                </c:pt>
                <c:pt idx="78">
                  <c:v>0.00431097114617</c:v>
                </c:pt>
                <c:pt idx="79">
                  <c:v>0.00431845570494</c:v>
                </c:pt>
                <c:pt idx="80">
                  <c:v>0.00432595981578</c:v>
                </c:pt>
                <c:pt idx="81">
                  <c:v>0.00433348354698</c:v>
                </c:pt>
                <c:pt idx="82">
                  <c:v>0.00434102696715</c:v>
                </c:pt>
                <c:pt idx="83">
                  <c:v>0.0043485901452</c:v>
                </c:pt>
                <c:pt idx="84">
                  <c:v>0.00435617315033</c:v>
                </c:pt>
                <c:pt idx="85">
                  <c:v>0.00436377605206</c:v>
                </c:pt>
                <c:pt idx="86">
                  <c:v>0.00437139892019</c:v>
                </c:pt>
                <c:pt idx="87">
                  <c:v>0.00437904182486</c:v>
                </c:pt>
                <c:pt idx="88">
                  <c:v>0.00438670483649</c:v>
                </c:pt>
                <c:pt idx="89">
                  <c:v>0.00439438802582</c:v>
                </c:pt>
                <c:pt idx="90">
                  <c:v>0.00440209146392</c:v>
                </c:pt>
                <c:pt idx="91">
                  <c:v>0.00440981522216</c:v>
                </c:pt>
                <c:pt idx="92">
                  <c:v>0.0044175593722</c:v>
                </c:pt>
                <c:pt idx="93">
                  <c:v>0.00442532398607</c:v>
                </c:pt>
                <c:pt idx="94">
                  <c:v>0.00443310913607</c:v>
                </c:pt>
                <c:pt idx="95">
                  <c:v>0.00444091489484</c:v>
                </c:pt>
                <c:pt idx="96">
                  <c:v>0.00444874133536</c:v>
                </c:pt>
                <c:pt idx="97">
                  <c:v>0.0044565885309</c:v>
                </c:pt>
                <c:pt idx="98">
                  <c:v>0.00446445655509</c:v>
                </c:pt>
                <c:pt idx="99">
                  <c:v>0.00447234548185</c:v>
                </c:pt>
                <c:pt idx="100">
                  <c:v>0.00448025538546</c:v>
                </c:pt>
                <c:pt idx="101">
                  <c:v>0.00448818634051</c:v>
                </c:pt>
                <c:pt idx="102">
                  <c:v>0.00449613842195</c:v>
                </c:pt>
                <c:pt idx="103">
                  <c:v>0.00450411170503</c:v>
                </c:pt>
                <c:pt idx="104">
                  <c:v>0.00451210626536</c:v>
                </c:pt>
                <c:pt idx="105">
                  <c:v>0.00452012217889</c:v>
                </c:pt>
                <c:pt idx="106">
                  <c:v>0.00452815952189</c:v>
                </c:pt>
                <c:pt idx="107">
                  <c:v>0.00453621837098</c:v>
                </c:pt>
                <c:pt idx="108">
                  <c:v>0.00454429880314</c:v>
                </c:pt>
                <c:pt idx="109">
                  <c:v>0.00455240089567</c:v>
                </c:pt>
                <c:pt idx="110">
                  <c:v>0.00456052472623</c:v>
                </c:pt>
                <c:pt idx="111">
                  <c:v>0.00456867037284</c:v>
                </c:pt>
                <c:pt idx="112">
                  <c:v>0.00457683791386</c:v>
                </c:pt>
                <c:pt idx="113">
                  <c:v>0.00458502742798</c:v>
                </c:pt>
                <c:pt idx="114">
                  <c:v>0.00459323899429</c:v>
                </c:pt>
                <c:pt idx="115">
                  <c:v>0.00460147269221</c:v>
                </c:pt>
                <c:pt idx="116">
                  <c:v>0.00460972860152</c:v>
                </c:pt>
                <c:pt idx="117">
                  <c:v>0.00461800680237</c:v>
                </c:pt>
                <c:pt idx="118">
                  <c:v>0.00462630737525</c:v>
                </c:pt>
                <c:pt idx="119">
                  <c:v>0.00463463040105</c:v>
                </c:pt>
                <c:pt idx="120">
                  <c:v>0.004642975961</c:v>
                </c:pt>
                <c:pt idx="121">
                  <c:v>0.00465134413671</c:v>
                </c:pt>
                <c:pt idx="122">
                  <c:v>0.00465973501015</c:v>
                </c:pt>
                <c:pt idx="123">
                  <c:v>0.00466814866368</c:v>
                </c:pt>
                <c:pt idx="124">
                  <c:v>0.00467658518002</c:v>
                </c:pt>
                <c:pt idx="125">
                  <c:v>0.00468504464227</c:v>
                </c:pt>
                <c:pt idx="126">
                  <c:v>0.00469352713391</c:v>
                </c:pt>
                <c:pt idx="127">
                  <c:v>0.00470203273881</c:v>
                </c:pt>
                <c:pt idx="128">
                  <c:v>0.0047105615412</c:v>
                </c:pt>
                <c:pt idx="129">
                  <c:v>0.00471911362572</c:v>
                </c:pt>
                <c:pt idx="130">
                  <c:v>0.00472768907738</c:v>
                </c:pt>
                <c:pt idx="131">
                  <c:v>0.0047362879816</c:v>
                </c:pt>
                <c:pt idx="132">
                  <c:v>0.00474491042416</c:v>
                </c:pt>
                <c:pt idx="133">
                  <c:v>0.00475355649127</c:v>
                </c:pt>
                <c:pt idx="134">
                  <c:v>0.0047622262695</c:v>
                </c:pt>
                <c:pt idx="135">
                  <c:v>0.00477091984584</c:v>
                </c:pt>
                <c:pt idx="136">
                  <c:v>0.00477963730768</c:v>
                </c:pt>
                <c:pt idx="137">
                  <c:v>0.00478837874281</c:v>
                </c:pt>
                <c:pt idx="138">
                  <c:v>0.00479714423942</c:v>
                </c:pt>
                <c:pt idx="139">
                  <c:v>0.00480593388611</c:v>
                </c:pt>
                <c:pt idx="140">
                  <c:v>0.00481474777189</c:v>
                </c:pt>
                <c:pt idx="141">
                  <c:v>0.00482358598618</c:v>
                </c:pt>
                <c:pt idx="142">
                  <c:v>0.00483244861881</c:v>
                </c:pt>
                <c:pt idx="143">
                  <c:v>0.00484133576004</c:v>
                </c:pt>
                <c:pt idx="144">
                  <c:v>0.00485024750053</c:v>
                </c:pt>
                <c:pt idx="145">
                  <c:v>0.00485918393138</c:v>
                </c:pt>
                <c:pt idx="146">
                  <c:v>0.0048681451441</c:v>
                </c:pt>
                <c:pt idx="147">
                  <c:v>0.00487713123062</c:v>
                </c:pt>
                <c:pt idx="148">
                  <c:v>0.00488614228331</c:v>
                </c:pt>
                <c:pt idx="149">
                  <c:v>0.00489517839498</c:v>
                </c:pt>
                <c:pt idx="150">
                  <c:v>0.00490423965884</c:v>
                </c:pt>
                <c:pt idx="151">
                  <c:v>0.00491332616857</c:v>
                </c:pt>
                <c:pt idx="152">
                  <c:v>0.00492243801827</c:v>
                </c:pt>
                <c:pt idx="153">
                  <c:v>0.00493157530247</c:v>
                </c:pt>
                <c:pt idx="154">
                  <c:v>0.00494073811617</c:v>
                </c:pt>
                <c:pt idx="155">
                  <c:v>0.00494992655479</c:v>
                </c:pt>
                <c:pt idx="156">
                  <c:v>0.00495914071421</c:v>
                </c:pt>
                <c:pt idx="157">
                  <c:v>0.00496838069076</c:v>
                </c:pt>
                <c:pt idx="158">
                  <c:v>0.00497764658122</c:v>
                </c:pt>
                <c:pt idx="159">
                  <c:v>0.00498693848282</c:v>
                </c:pt>
                <c:pt idx="160">
                  <c:v>0.00499625649326</c:v>
                </c:pt>
                <c:pt idx="161">
                  <c:v>0.00500560071069</c:v>
                </c:pt>
                <c:pt idx="162">
                  <c:v>0.00501497123372</c:v>
                </c:pt>
                <c:pt idx="163">
                  <c:v>0.00502436816144</c:v>
                </c:pt>
                <c:pt idx="164">
                  <c:v>0.0050337915934</c:v>
                </c:pt>
                <c:pt idx="165">
                  <c:v>0.00504324162962</c:v>
                </c:pt>
                <c:pt idx="166">
                  <c:v>0.00505271837059</c:v>
                </c:pt>
                <c:pt idx="167">
                  <c:v>0.00506222191729</c:v>
                </c:pt>
                <c:pt idx="168">
                  <c:v>0.00507175237116</c:v>
                </c:pt>
                <c:pt idx="169">
                  <c:v>0.00508130983414</c:v>
                </c:pt>
                <c:pt idx="170">
                  <c:v>0.00509089440864</c:v>
                </c:pt>
                <c:pt idx="171">
                  <c:v>0.00510050619756</c:v>
                </c:pt>
                <c:pt idx="172">
                  <c:v>0.00511014530431</c:v>
                </c:pt>
                <c:pt idx="173">
                  <c:v>0.00511981183276</c:v>
                </c:pt>
                <c:pt idx="174">
                  <c:v>0.0051295058873</c:v>
                </c:pt>
                <c:pt idx="175">
                  <c:v>0.00513922757281</c:v>
                </c:pt>
                <c:pt idx="176">
                  <c:v>0.00514897699467</c:v>
                </c:pt>
                <c:pt idx="177">
                  <c:v>0.00515875425876</c:v>
                </c:pt>
                <c:pt idx="178">
                  <c:v>0.00516855947149</c:v>
                </c:pt>
                <c:pt idx="179">
                  <c:v>0.00517839273976</c:v>
                </c:pt>
                <c:pt idx="180">
                  <c:v>0.00518825417097</c:v>
                </c:pt>
                <c:pt idx="181">
                  <c:v>0.00519814387308</c:v>
                </c:pt>
                <c:pt idx="182">
                  <c:v>0.00520806195452</c:v>
                </c:pt>
                <c:pt idx="183">
                  <c:v>0.00521800852427</c:v>
                </c:pt>
                <c:pt idx="184">
                  <c:v>0.00522798369183</c:v>
                </c:pt>
                <c:pt idx="185">
                  <c:v>0.00523798756724</c:v>
                </c:pt>
                <c:pt idx="186">
                  <c:v>0.00524802026104</c:v>
                </c:pt>
                <c:pt idx="187">
                  <c:v>0.00525808188433</c:v>
                </c:pt>
                <c:pt idx="188">
                  <c:v>0.00526817254875</c:v>
                </c:pt>
                <c:pt idx="189">
                  <c:v>0.00527829236646</c:v>
                </c:pt>
                <c:pt idx="190">
                  <c:v>0.00528844145017</c:v>
                </c:pt>
                <c:pt idx="191">
                  <c:v>0.00529861991316</c:v>
                </c:pt>
                <c:pt idx="192">
                  <c:v>0.00530882786923</c:v>
                </c:pt>
                <c:pt idx="193">
                  <c:v>0.00531906543274</c:v>
                </c:pt>
                <c:pt idx="194">
                  <c:v>0.00532933271863</c:v>
                </c:pt>
                <c:pt idx="195">
                  <c:v>0.00533962984236</c:v>
                </c:pt>
                <c:pt idx="196">
                  <c:v>0.00534995691999</c:v>
                </c:pt>
                <c:pt idx="197">
                  <c:v>0.00536031406813</c:v>
                </c:pt>
                <c:pt idx="198">
                  <c:v>0.00537070140396</c:v>
                </c:pt>
                <c:pt idx="199">
                  <c:v>0.00538111904522</c:v>
                </c:pt>
                <c:pt idx="200">
                  <c:v>0.00539156711026</c:v>
                </c:pt>
                <c:pt idx="201">
                  <c:v>0.00540204571799</c:v>
                </c:pt>
                <c:pt idx="202">
                  <c:v>0.00541255498788</c:v>
                </c:pt>
                <c:pt idx="203">
                  <c:v>0.00542309504004</c:v>
                </c:pt>
                <c:pt idx="204">
                  <c:v>0.00543366599513</c:v>
                </c:pt>
                <c:pt idx="205">
                  <c:v>0.0054442679744</c:v>
                </c:pt>
                <c:pt idx="206">
                  <c:v>0.00545490109974</c:v>
                </c:pt>
                <c:pt idx="207">
                  <c:v>0.00546556549359</c:v>
                </c:pt>
                <c:pt idx="208">
                  <c:v>0.00547626127902</c:v>
                </c:pt>
                <c:pt idx="209">
                  <c:v>0.00548698857972</c:v>
                </c:pt>
                <c:pt idx="210">
                  <c:v>0.00549774751996</c:v>
                </c:pt>
                <c:pt idx="211">
                  <c:v>0.00550853822465</c:v>
                </c:pt>
                <c:pt idx="212">
                  <c:v>0.00551936081931</c:v>
                </c:pt>
                <c:pt idx="213">
                  <c:v>0.00553021543008</c:v>
                </c:pt>
                <c:pt idx="214">
                  <c:v>0.00554110218373</c:v>
                </c:pt>
                <c:pt idx="215">
                  <c:v>0.00555202120767</c:v>
                </c:pt>
                <c:pt idx="216">
                  <c:v>0.00556297262992</c:v>
                </c:pt>
                <c:pt idx="217">
                  <c:v>0.00557395657916</c:v>
                </c:pt>
                <c:pt idx="218">
                  <c:v>0.0055849731847</c:v>
                </c:pt>
                <c:pt idx="219">
                  <c:v>0.00559602257651</c:v>
                </c:pt>
                <c:pt idx="220">
                  <c:v>0.00560710488518</c:v>
                </c:pt>
                <c:pt idx="221">
                  <c:v>0.00561822024197</c:v>
                </c:pt>
                <c:pt idx="222">
                  <c:v>0.00562936877882</c:v>
                </c:pt>
                <c:pt idx="223">
                  <c:v>0.00564055062828</c:v>
                </c:pt>
                <c:pt idx="224">
                  <c:v>0.00565176592362</c:v>
                </c:pt>
                <c:pt idx="225">
                  <c:v>0.00566301479874</c:v>
                </c:pt>
                <c:pt idx="226">
                  <c:v>0.00567429738822</c:v>
                </c:pt>
                <c:pt idx="227">
                  <c:v>0.00568561382734</c:v>
                </c:pt>
                <c:pt idx="228">
                  <c:v>0.00569696425203</c:v>
                </c:pt>
                <c:pt idx="229">
                  <c:v>0.00570834879893</c:v>
                </c:pt>
                <c:pt idx="230">
                  <c:v>0.00571976760536</c:v>
                </c:pt>
                <c:pt idx="231">
                  <c:v>0.00573122080933</c:v>
                </c:pt>
                <c:pt idx="232">
                  <c:v>0.00574270854955</c:v>
                </c:pt>
                <c:pt idx="233">
                  <c:v>0.00575423096543</c:v>
                </c:pt>
                <c:pt idx="234">
                  <c:v>0.0057657881971</c:v>
                </c:pt>
                <c:pt idx="235">
                  <c:v>0.00577738038539</c:v>
                </c:pt>
                <c:pt idx="236">
                  <c:v>0.00578900767185</c:v>
                </c:pt>
                <c:pt idx="237">
                  <c:v>0.00580067019873</c:v>
                </c:pt>
                <c:pt idx="238">
                  <c:v>0.00581236810904</c:v>
                </c:pt>
                <c:pt idx="239">
                  <c:v>0.00582410154649</c:v>
                </c:pt>
                <c:pt idx="240">
                  <c:v>0.00583587065554</c:v>
                </c:pt>
                <c:pt idx="241">
                  <c:v>0.00584767558137</c:v>
                </c:pt>
                <c:pt idx="242">
                  <c:v>0.00585951646991</c:v>
                </c:pt>
                <c:pt idx="243">
                  <c:v>0.00587139346784</c:v>
                </c:pt>
                <c:pt idx="244">
                  <c:v>0.0058833067226</c:v>
                </c:pt>
                <c:pt idx="245">
                  <c:v>0.00589525638237</c:v>
                </c:pt>
                <c:pt idx="246">
                  <c:v>0.00590724259609</c:v>
                </c:pt>
                <c:pt idx="247">
                  <c:v>0.00591926551347</c:v>
                </c:pt>
                <c:pt idx="248">
                  <c:v>0.00593132528501</c:v>
                </c:pt>
                <c:pt idx="249">
                  <c:v>0.00594342206194</c:v>
                </c:pt>
                <c:pt idx="250">
                  <c:v>0.00595555599631</c:v>
                </c:pt>
                <c:pt idx="251">
                  <c:v>0.00596772724094</c:v>
                </c:pt>
                <c:pt idx="252">
                  <c:v>0.00597993594944</c:v>
                </c:pt>
                <c:pt idx="253">
                  <c:v>0.0059921822762</c:v>
                </c:pt>
                <c:pt idx="254">
                  <c:v>0.00600446637644</c:v>
                </c:pt>
                <c:pt idx="255">
                  <c:v>0.00601678840616</c:v>
                </c:pt>
                <c:pt idx="256">
                  <c:v>0.00602914852217</c:v>
                </c:pt>
                <c:pt idx="257">
                  <c:v>0.00604154688212</c:v>
                </c:pt>
                <c:pt idx="258">
                  <c:v>0.00605398364443</c:v>
                </c:pt>
                <c:pt idx="259">
                  <c:v>0.0060664589684</c:v>
                </c:pt>
                <c:pt idx="260">
                  <c:v>0.00607897301412</c:v>
                </c:pt>
                <c:pt idx="261">
                  <c:v>0.00609152594253</c:v>
                </c:pt>
                <c:pt idx="262">
                  <c:v>0.00610411791542</c:v>
                </c:pt>
                <c:pt idx="263">
                  <c:v>0.0061167490954</c:v>
                </c:pt>
                <c:pt idx="264">
                  <c:v>0.00612941964595</c:v>
                </c:pt>
                <c:pt idx="265">
                  <c:v>0.00614212973141</c:v>
                </c:pt>
                <c:pt idx="266">
                  <c:v>0.00615487951696</c:v>
                </c:pt>
                <c:pt idx="267">
                  <c:v>0.00616766916866</c:v>
                </c:pt>
                <c:pt idx="268">
                  <c:v>0.00618049885346</c:v>
                </c:pt>
                <c:pt idx="269">
                  <c:v>0.00619336873915</c:v>
                </c:pt>
                <c:pt idx="270">
                  <c:v>0.00620627899443</c:v>
                </c:pt>
                <c:pt idx="271">
                  <c:v>0.00621922978888</c:v>
                </c:pt>
                <c:pt idx="272">
                  <c:v>0.00623222129299</c:v>
                </c:pt>
                <c:pt idx="273">
                  <c:v>0.00624525367813</c:v>
                </c:pt>
                <c:pt idx="274">
                  <c:v>0.00625832711659</c:v>
                </c:pt>
                <c:pt idx="275">
                  <c:v>0.00627144178156</c:v>
                </c:pt>
                <c:pt idx="276">
                  <c:v>0.00628459784716</c:v>
                </c:pt>
                <c:pt idx="277">
                  <c:v>0.00629779548843</c:v>
                </c:pt>
                <c:pt idx="278">
                  <c:v>0.00631103488133</c:v>
                </c:pt>
                <c:pt idx="279">
                  <c:v>0.00632431620277</c:v>
                </c:pt>
                <c:pt idx="280">
                  <c:v>0.0063376396306</c:v>
                </c:pt>
                <c:pt idx="281">
                  <c:v>0.00635100534361</c:v>
                </c:pt>
                <c:pt idx="282">
                  <c:v>0.00636441352154</c:v>
                </c:pt>
                <c:pt idx="283">
                  <c:v>0.00637786434511</c:v>
                </c:pt>
                <c:pt idx="284">
                  <c:v>0.00639135799599</c:v>
                </c:pt>
                <c:pt idx="285">
                  <c:v>0.00640489465682</c:v>
                </c:pt>
                <c:pt idx="286">
                  <c:v>0.00641847451122</c:v>
                </c:pt>
                <c:pt idx="287">
                  <c:v>0.00643209774382</c:v>
                </c:pt>
                <c:pt idx="288">
                  <c:v>0.0064457645402</c:v>
                </c:pt>
                <c:pt idx="289">
                  <c:v>0.00645947508697</c:v>
                </c:pt>
                <c:pt idx="290">
                  <c:v>0.00647322957173</c:v>
                </c:pt>
                <c:pt idx="291">
                  <c:v>0.0064870281831</c:v>
                </c:pt>
                <c:pt idx="292">
                  <c:v>0.0065008711107</c:v>
                </c:pt>
                <c:pt idx="293">
                  <c:v>0.00651475854519</c:v>
                </c:pt>
                <c:pt idx="294">
                  <c:v>0.00652869067825</c:v>
                </c:pt>
                <c:pt idx="295">
                  <c:v>0.00654266770262</c:v>
                </c:pt>
                <c:pt idx="296">
                  <c:v>0.00655668981206</c:v>
                </c:pt>
                <c:pt idx="297">
                  <c:v>0.00657075720138</c:v>
                </c:pt>
                <c:pt idx="298">
                  <c:v>0.00658487006646</c:v>
                </c:pt>
                <c:pt idx="299">
                  <c:v>0.00659902860424</c:v>
                </c:pt>
                <c:pt idx="300">
                  <c:v>0.00661323301275</c:v>
                </c:pt>
                <c:pt idx="301">
                  <c:v>0.00662748349106</c:v>
                </c:pt>
                <c:pt idx="302">
                  <c:v>0.00664178023936</c:v>
                </c:pt>
                <c:pt idx="303">
                  <c:v>0.00665612345891</c:v>
                </c:pt>
                <c:pt idx="304">
                  <c:v>0.0066705133521</c:v>
                </c:pt>
                <c:pt idx="305">
                  <c:v>0.00668495012239</c:v>
                </c:pt>
                <c:pt idx="306">
                  <c:v>0.00669943397439</c:v>
                </c:pt>
                <c:pt idx="307">
                  <c:v>0.00671396511381</c:v>
                </c:pt>
                <c:pt idx="308">
                  <c:v>0.00672854374748</c:v>
                </c:pt>
                <c:pt idx="309">
                  <c:v>0.00674317008341</c:v>
                </c:pt>
                <c:pt idx="310">
                  <c:v>0.00675784433071</c:v>
                </c:pt>
                <c:pt idx="311">
                  <c:v>0.00677256669967</c:v>
                </c:pt>
                <c:pt idx="312">
                  <c:v>0.00678733740172</c:v>
                </c:pt>
                <c:pt idx="313">
                  <c:v>0.00680215664948</c:v>
                </c:pt>
                <c:pt idx="314">
                  <c:v>0.00681702465673</c:v>
                </c:pt>
                <c:pt idx="315">
                  <c:v>0.00683194163843</c:v>
                </c:pt>
                <c:pt idx="316">
                  <c:v>0.00684690781074</c:v>
                </c:pt>
                <c:pt idx="317">
                  <c:v>0.00686192339103</c:v>
                </c:pt>
                <c:pt idx="318">
                  <c:v>0.00687698859785</c:v>
                </c:pt>
                <c:pt idx="319">
                  <c:v>0.00689210365099</c:v>
                </c:pt>
                <c:pt idx="320">
                  <c:v>0.00690726877145</c:v>
                </c:pt>
                <c:pt idx="321">
                  <c:v>0.00692248418147</c:v>
                </c:pt>
                <c:pt idx="322">
                  <c:v>0.00693775010452</c:v>
                </c:pt>
                <c:pt idx="323">
                  <c:v>0.00695306676533</c:v>
                </c:pt>
                <c:pt idx="324">
                  <c:v>0.00696843438987</c:v>
                </c:pt>
                <c:pt idx="325">
                  <c:v>0.00698385320541</c:v>
                </c:pt>
                <c:pt idx="326">
                  <c:v>0.00699932344045</c:v>
                </c:pt>
                <c:pt idx="327">
                  <c:v>0.0070148453248</c:v>
                </c:pt>
                <c:pt idx="328">
                  <c:v>0.00703041908956</c:v>
                </c:pt>
                <c:pt idx="329">
                  <c:v>0.00704604496711</c:v>
                </c:pt>
                <c:pt idx="330">
                  <c:v>0.00706172319118</c:v>
                </c:pt>
                <c:pt idx="331">
                  <c:v>0.00707745399676</c:v>
                </c:pt>
                <c:pt idx="332">
                  <c:v>0.00709323762022</c:v>
                </c:pt>
                <c:pt idx="333">
                  <c:v>0.00710907429924</c:v>
                </c:pt>
                <c:pt idx="334">
                  <c:v>0.00712496427285</c:v>
                </c:pt>
                <c:pt idx="335">
                  <c:v>0.00714090778142</c:v>
                </c:pt>
                <c:pt idx="336">
                  <c:v>0.00715690506671</c:v>
                </c:pt>
                <c:pt idx="337">
                  <c:v>0.00717295637184</c:v>
                </c:pt>
                <c:pt idx="338">
                  <c:v>0.00718906194131</c:v>
                </c:pt>
                <c:pt idx="339">
                  <c:v>0.00720522202101</c:v>
                </c:pt>
                <c:pt idx="340">
                  <c:v>0.00722143685823</c:v>
                </c:pt>
                <c:pt idx="341">
                  <c:v>0.00723770670169</c:v>
                </c:pt>
                <c:pt idx="342">
                  <c:v>0.0072540318015</c:v>
                </c:pt>
                <c:pt idx="343">
                  <c:v>0.00727041240923</c:v>
                </c:pt>
                <c:pt idx="344">
                  <c:v>0.00728684877787</c:v>
                </c:pt>
                <c:pt idx="345">
                  <c:v>0.00730334116186</c:v>
                </c:pt>
                <c:pt idx="346">
                  <c:v>0.00731988981712</c:v>
                </c:pt>
                <c:pt idx="347">
                  <c:v>0.00733649500103</c:v>
                </c:pt>
                <c:pt idx="348">
                  <c:v>0.00735315697243</c:v>
                </c:pt>
                <c:pt idx="349">
                  <c:v>0.00736987599169</c:v>
                </c:pt>
                <c:pt idx="350">
                  <c:v>0.00738665232065</c:v>
                </c:pt>
                <c:pt idx="351">
                  <c:v>0.00740348622268</c:v>
                </c:pt>
                <c:pt idx="352">
                  <c:v>0.00742037796265</c:v>
                </c:pt>
                <c:pt idx="353">
                  <c:v>0.007437327807</c:v>
                </c:pt>
                <c:pt idx="354">
                  <c:v>0.00745433602367</c:v>
                </c:pt>
                <c:pt idx="355">
                  <c:v>0.00747140288219</c:v>
                </c:pt>
                <c:pt idx="356">
                  <c:v>0.00748852865364</c:v>
                </c:pt>
                <c:pt idx="357">
                  <c:v>0.00750571361068</c:v>
                </c:pt>
                <c:pt idx="358">
                  <c:v>0.00752295802755</c:v>
                </c:pt>
                <c:pt idx="359">
                  <c:v>0.0075402621801</c:v>
                </c:pt>
                <c:pt idx="360">
                  <c:v>0.00755762634578</c:v>
                </c:pt>
                <c:pt idx="361">
                  <c:v>0.00757505080366</c:v>
                </c:pt>
                <c:pt idx="362">
                  <c:v>0.00759253583447</c:v>
                </c:pt>
                <c:pt idx="363">
                  <c:v>0.00761008172054</c:v>
                </c:pt>
                <c:pt idx="364">
                  <c:v>0.0076276887459</c:v>
                </c:pt>
                <c:pt idx="365">
                  <c:v>0.00764535719621</c:v>
                </c:pt>
                <c:pt idx="366">
                  <c:v>0.00766308735883</c:v>
                </c:pt>
                <c:pt idx="367">
                  <c:v>0.00768087952281</c:v>
                </c:pt>
                <c:pt idx="368">
                  <c:v>0.0076987339789</c:v>
                </c:pt>
                <c:pt idx="369">
                  <c:v>0.00771665101957</c:v>
                </c:pt>
                <c:pt idx="370">
                  <c:v>0.00773463093901</c:v>
                </c:pt>
                <c:pt idx="371">
                  <c:v>0.00775267403316</c:v>
                </c:pt>
                <c:pt idx="372">
                  <c:v>0.00777078059971</c:v>
                </c:pt>
                <c:pt idx="373">
                  <c:v>0.00778895093811</c:v>
                </c:pt>
                <c:pt idx="374">
                  <c:v>0.00780718534959</c:v>
                </c:pt>
                <c:pt idx="375">
                  <c:v>0.00782548413717</c:v>
                </c:pt>
                <c:pt idx="376">
                  <c:v>0.00784384760568</c:v>
                </c:pt>
                <c:pt idx="377">
                  <c:v>0.00786227606177</c:v>
                </c:pt>
                <c:pt idx="378">
                  <c:v>0.00788076981389</c:v>
                </c:pt>
                <c:pt idx="379">
                  <c:v>0.00789932917238</c:v>
                </c:pt>
                <c:pt idx="380">
                  <c:v>0.00791795444939</c:v>
                </c:pt>
                <c:pt idx="381">
                  <c:v>0.00793664595898</c:v>
                </c:pt>
                <c:pt idx="382">
                  <c:v>0.00795540401705</c:v>
                </c:pt>
                <c:pt idx="383">
                  <c:v>0.00797422894144</c:v>
                </c:pt>
                <c:pt idx="384">
                  <c:v>0.00799312105188</c:v>
                </c:pt>
                <c:pt idx="385">
                  <c:v>0.00801208067002</c:v>
                </c:pt>
                <c:pt idx="386">
                  <c:v>0.00803110811945</c:v>
                </c:pt>
                <c:pt idx="387">
                  <c:v>0.00805020372573</c:v>
                </c:pt>
                <c:pt idx="388">
                  <c:v>0.00806936781636</c:v>
                </c:pt>
                <c:pt idx="389">
                  <c:v>0.00808860072085</c:v>
                </c:pt>
                <c:pt idx="390">
                  <c:v>0.00810790277068</c:v>
                </c:pt>
                <c:pt idx="391">
                  <c:v>0.00812727429935</c:v>
                </c:pt>
                <c:pt idx="392">
                  <c:v>0.0081467156424</c:v>
                </c:pt>
                <c:pt idx="393">
                  <c:v>0.00816622713738</c:v>
                </c:pt>
                <c:pt idx="394">
                  <c:v>0.00818580912393</c:v>
                </c:pt>
                <c:pt idx="395">
                  <c:v>0.00820546194372</c:v>
                </c:pt>
                <c:pt idx="396">
                  <c:v>0.00822518594055</c:v>
                </c:pt>
                <c:pt idx="397">
                  <c:v>0.00824498146028</c:v>
                </c:pt>
                <c:pt idx="398">
                  <c:v>0.00826484885092</c:v>
                </c:pt>
                <c:pt idx="399">
                  <c:v>0.00828478846259</c:v>
                </c:pt>
                <c:pt idx="400">
                  <c:v>0.00830480064757</c:v>
                </c:pt>
                <c:pt idx="401">
                  <c:v>0.00832488576029</c:v>
                </c:pt>
                <c:pt idx="402">
                  <c:v>0.00834504415737</c:v>
                </c:pt>
                <c:pt idx="403">
                  <c:v>0.00836527619764</c:v>
                </c:pt>
                <c:pt idx="404">
                  <c:v>0.00838558224211</c:v>
                </c:pt>
                <c:pt idx="405">
                  <c:v>0.00840596265404</c:v>
                </c:pt>
                <c:pt idx="406">
                  <c:v>0.00842641779894</c:v>
                </c:pt>
                <c:pt idx="407">
                  <c:v>0.00844694804457</c:v>
                </c:pt>
                <c:pt idx="408">
                  <c:v>0.00846755376098</c:v>
                </c:pt>
                <c:pt idx="409">
                  <c:v>0.00848823532051</c:v>
                </c:pt>
                <c:pt idx="410">
                  <c:v>0.00850899309781</c:v>
                </c:pt>
                <c:pt idx="411">
                  <c:v>0.00852982746986</c:v>
                </c:pt>
                <c:pt idx="412">
                  <c:v>0.00855073881601</c:v>
                </c:pt>
                <c:pt idx="413">
                  <c:v>0.00857172751796</c:v>
                </c:pt>
                <c:pt idx="414">
                  <c:v>0.00859279395979</c:v>
                </c:pt>
                <c:pt idx="415">
                  <c:v>0.008613938528</c:v>
                </c:pt>
                <c:pt idx="416">
                  <c:v>0.00863516161148</c:v>
                </c:pt>
                <c:pt idx="417">
                  <c:v>0.0086564636016</c:v>
                </c:pt>
                <c:pt idx="418">
                  <c:v>0.00867784489215</c:v>
                </c:pt>
                <c:pt idx="419">
                  <c:v>0.00869930587942</c:v>
                </c:pt>
                <c:pt idx="420">
                  <c:v>0.00872084696219</c:v>
                </c:pt>
                <c:pt idx="421">
                  <c:v>0.00874246854174</c:v>
                </c:pt>
                <c:pt idx="422">
                  <c:v>0.00876417102192</c:v>
                </c:pt>
                <c:pt idx="423">
                  <c:v>0.00878595480908</c:v>
                </c:pt>
                <c:pt idx="424">
                  <c:v>0.00880782031219</c:v>
                </c:pt>
                <c:pt idx="425">
                  <c:v>0.00882976794278</c:v>
                </c:pt>
                <c:pt idx="426">
                  <c:v>0.00885179811501</c:v>
                </c:pt>
                <c:pt idx="427">
                  <c:v>0.00887391124566</c:v>
                </c:pt>
                <c:pt idx="428">
                  <c:v>0.00889610775418</c:v>
                </c:pt>
                <c:pt idx="429">
                  <c:v>0.00891838806268</c:v>
                </c:pt>
                <c:pt idx="430">
                  <c:v>0.00894075259596</c:v>
                </c:pt>
                <c:pt idx="431">
                  <c:v>0.00896320178153</c:v>
                </c:pt>
                <c:pt idx="432">
                  <c:v>0.00898573604966</c:v>
                </c:pt>
                <c:pt idx="433">
                  <c:v>0.00900835583335</c:v>
                </c:pt>
                <c:pt idx="434">
                  <c:v>0.00903106156839</c:v>
                </c:pt>
                <c:pt idx="435">
                  <c:v>0.00905385369337</c:v>
                </c:pt>
                <c:pt idx="436">
                  <c:v>0.00907673264969</c:v>
                </c:pt>
                <c:pt idx="437">
                  <c:v>0.00909969888162</c:v>
                </c:pt>
                <c:pt idx="438">
                  <c:v>0.00912275283626</c:v>
                </c:pt>
                <c:pt idx="439">
                  <c:v>0.00914589496362</c:v>
                </c:pt>
                <c:pt idx="440">
                  <c:v>0.00916912571662</c:v>
                </c:pt>
                <c:pt idx="441">
                  <c:v>0.00919244555111</c:v>
                </c:pt>
                <c:pt idx="442">
                  <c:v>0.00921585492588</c:v>
                </c:pt>
                <c:pt idx="443">
                  <c:v>0.00923935430273</c:v>
                </c:pt>
                <c:pt idx="444">
                  <c:v>0.00926294414643</c:v>
                </c:pt>
                <c:pt idx="445">
                  <c:v>0.00928662492481</c:v>
                </c:pt>
                <c:pt idx="446">
                  <c:v>0.00931039710873</c:v>
                </c:pt>
                <c:pt idx="447">
                  <c:v>0.00933426117213</c:v>
                </c:pt>
                <c:pt idx="448">
                  <c:v>0.00935821759204</c:v>
                </c:pt>
                <c:pt idx="449">
                  <c:v>0.00938226684862</c:v>
                </c:pt>
                <c:pt idx="450">
                  <c:v>0.00940640942519</c:v>
                </c:pt>
                <c:pt idx="451">
                  <c:v>0.00943064580823</c:v>
                </c:pt>
                <c:pt idx="452">
                  <c:v>0.00945497648741</c:v>
                </c:pt>
                <c:pt idx="453">
                  <c:v>0.00947940195564</c:v>
                </c:pt>
                <c:pt idx="454">
                  <c:v>0.00950392270909</c:v>
                </c:pt>
                <c:pt idx="455">
                  <c:v>0.00952853924717</c:v>
                </c:pt>
                <c:pt idx="456">
                  <c:v>0.00955325207262</c:v>
                </c:pt>
                <c:pt idx="457">
                  <c:v>0.0095780616915</c:v>
                </c:pt>
                <c:pt idx="458">
                  <c:v>0.00960296861323</c:v>
                </c:pt>
                <c:pt idx="459">
                  <c:v>0.00962797335061</c:v>
                </c:pt>
                <c:pt idx="460">
                  <c:v>0.00965307641984</c:v>
                </c:pt>
                <c:pt idx="461">
                  <c:v>0.00967827834058</c:v>
                </c:pt>
                <c:pt idx="462">
                  <c:v>0.00970357963592</c:v>
                </c:pt>
                <c:pt idx="463">
                  <c:v>0.00972898083247</c:v>
                </c:pt>
                <c:pt idx="464">
                  <c:v>0.00975448246036</c:v>
                </c:pt>
                <c:pt idx="465">
                  <c:v>0.00978008505326</c:v>
                </c:pt>
                <c:pt idx="466">
                  <c:v>0.00980578914842</c:v>
                </c:pt>
                <c:pt idx="467">
                  <c:v>0.00983159528669</c:v>
                </c:pt>
                <c:pt idx="468">
                  <c:v>0.00985750401258</c:v>
                </c:pt>
                <c:pt idx="469">
                  <c:v>0.00988351587424</c:v>
                </c:pt>
                <c:pt idx="470">
                  <c:v>0.00990963142354</c:v>
                </c:pt>
                <c:pt idx="471">
                  <c:v>0.00993585121606</c:v>
                </c:pt>
                <c:pt idx="472">
                  <c:v>0.00996217581114</c:v>
                </c:pt>
                <c:pt idx="473">
                  <c:v>0.00998860577191</c:v>
                </c:pt>
                <c:pt idx="474">
                  <c:v>0.0100151416653</c:v>
                </c:pt>
                <c:pt idx="475">
                  <c:v>0.0100417840622</c:v>
                </c:pt>
                <c:pt idx="476">
                  <c:v>0.0100685335372</c:v>
                </c:pt>
                <c:pt idx="477">
                  <c:v>0.0100953906689</c:v>
                </c:pt>
                <c:pt idx="478">
                  <c:v>0.0101223560399</c:v>
                </c:pt>
                <c:pt idx="479">
                  <c:v>0.0101494302367</c:v>
                </c:pt>
                <c:pt idx="480">
                  <c:v>0.0101766138498</c:v>
                </c:pt>
                <c:pt idx="481">
                  <c:v>0.0102039074738</c:v>
                </c:pt>
                <c:pt idx="482">
                  <c:v>0.0102313117074</c:v>
                </c:pt>
                <c:pt idx="483">
                  <c:v>0.0102588271534</c:v>
                </c:pt>
                <c:pt idx="484">
                  <c:v>0.0102864544186</c:v>
                </c:pt>
                <c:pt idx="485">
                  <c:v>0.0103141941142</c:v>
                </c:pt>
                <c:pt idx="486">
                  <c:v>0.0103420468555</c:v>
                </c:pt>
                <c:pt idx="487">
                  <c:v>0.0103700132621</c:v>
                </c:pt>
                <c:pt idx="488">
                  <c:v>0.0103980939579</c:v>
                </c:pt>
                <c:pt idx="489">
                  <c:v>0.0104262895709</c:v>
                </c:pt>
                <c:pt idx="490">
                  <c:v>0.0104546007339</c:v>
                </c:pt>
                <c:pt idx="491">
                  <c:v>0.0104830280837</c:v>
                </c:pt>
                <c:pt idx="492">
                  <c:v>0.0105115722617</c:v>
                </c:pt>
                <c:pt idx="493">
                  <c:v>0.0105402339138</c:v>
                </c:pt>
                <c:pt idx="494">
                  <c:v>0.0105690136903</c:v>
                </c:pt>
                <c:pt idx="495">
                  <c:v>0.0105979122462</c:v>
                </c:pt>
                <c:pt idx="496">
                  <c:v>0.0106269302409</c:v>
                </c:pt>
                <c:pt idx="497">
                  <c:v>0.0106560683387</c:v>
                </c:pt>
                <c:pt idx="498">
                  <c:v>0.0106853272081</c:v>
                </c:pt>
                <c:pt idx="499">
                  <c:v>0.0107147075229</c:v>
                </c:pt>
                <c:pt idx="500">
                  <c:v>0.0107442099611</c:v>
                </c:pt>
                <c:pt idx="501">
                  <c:v>0.0107738352059</c:v>
                </c:pt>
                <c:pt idx="502">
                  <c:v>0.0108035839451</c:v>
                </c:pt>
                <c:pt idx="503">
                  <c:v>0.0108334568714</c:v>
                </c:pt>
                <c:pt idx="504">
                  <c:v>0.0108634546825</c:v>
                </c:pt>
                <c:pt idx="505">
                  <c:v>0.010893578081</c:v>
                </c:pt>
                <c:pt idx="506">
                  <c:v>0.0109238277743</c:v>
                </c:pt>
                <c:pt idx="507">
                  <c:v>0.0109542044753</c:v>
                </c:pt>
                <c:pt idx="508">
                  <c:v>0.0109847089014</c:v>
                </c:pt>
                <c:pt idx="509">
                  <c:v>0.0110153417757</c:v>
                </c:pt>
                <c:pt idx="510">
                  <c:v>0.0110461038261</c:v>
                </c:pt>
                <c:pt idx="511">
                  <c:v>0.0110769957858</c:v>
                </c:pt>
                <c:pt idx="512">
                  <c:v>0.0111080183933</c:v>
                </c:pt>
                <c:pt idx="513">
                  <c:v>0.0111391723924</c:v>
                </c:pt>
                <c:pt idx="514">
                  <c:v>0.0111704585322</c:v>
                </c:pt>
                <c:pt idx="515">
                  <c:v>0.0112018775673</c:v>
                </c:pt>
                <c:pt idx="516">
                  <c:v>0.0112334302576</c:v>
                </c:pt>
                <c:pt idx="517">
                  <c:v>0.0112651173687</c:v>
                </c:pt>
                <c:pt idx="518">
                  <c:v>0.0112969396716</c:v>
                </c:pt>
                <c:pt idx="519">
                  <c:v>0.0113288979428</c:v>
                </c:pt>
                <c:pt idx="520">
                  <c:v>0.0113609929647</c:v>
                </c:pt>
                <c:pt idx="521">
                  <c:v>0.0113932255252</c:v>
                </c:pt>
                <c:pt idx="522">
                  <c:v>0.0114255964181</c:v>
                </c:pt>
                <c:pt idx="523">
                  <c:v>0.0114581064427</c:v>
                </c:pt>
                <c:pt idx="524">
                  <c:v>0.0114907564044</c:v>
                </c:pt>
                <c:pt idx="525">
                  <c:v>0.0115235471145</c:v>
                </c:pt>
                <c:pt idx="526">
                  <c:v>0.0115564793902</c:v>
                </c:pt>
                <c:pt idx="527">
                  <c:v>0.0115895540546</c:v>
                </c:pt>
                <c:pt idx="528">
                  <c:v>0.0116227719369</c:v>
                </c:pt>
                <c:pt idx="529">
                  <c:v>0.0116561338725</c:v>
                </c:pt>
                <c:pt idx="530">
                  <c:v>0.011689640703</c:v>
                </c:pt>
                <c:pt idx="531">
                  <c:v>0.0117232932761</c:v>
                </c:pt>
                <c:pt idx="532">
                  <c:v>0.0117570924456</c:v>
                </c:pt>
                <c:pt idx="533">
                  <c:v>0.0117910390721</c:v>
                </c:pt>
                <c:pt idx="534">
                  <c:v>0.0118251340223</c:v>
                </c:pt>
                <c:pt idx="535">
                  <c:v>0.0118593781692</c:v>
                </c:pt>
                <c:pt idx="536">
                  <c:v>0.0118937723926</c:v>
                </c:pt>
                <c:pt idx="537">
                  <c:v>0.0119283175788</c:v>
                </c:pt>
                <c:pt idx="538">
                  <c:v>0.0119630146206</c:v>
                </c:pt>
                <c:pt idx="539">
                  <c:v>0.0119978644175</c:v>
                </c:pt>
                <c:pt idx="540">
                  <c:v>0.0120328678759</c:v>
                </c:pt>
                <c:pt idx="541">
                  <c:v>0.0120680259089</c:v>
                </c:pt>
                <c:pt idx="542">
                  <c:v>0.0121033394364</c:v>
                </c:pt>
                <c:pt idx="543">
                  <c:v>0.0121388093853</c:v>
                </c:pt>
                <c:pt idx="544">
                  <c:v>0.0121744366897</c:v>
                </c:pt>
                <c:pt idx="545">
                  <c:v>0.0122102222903</c:v>
                </c:pt>
                <c:pt idx="546">
                  <c:v>0.0122461671354</c:v>
                </c:pt>
                <c:pt idx="547">
                  <c:v>0.0122822721801</c:v>
                </c:pt>
                <c:pt idx="548">
                  <c:v>0.0123185383871</c:v>
                </c:pt>
                <c:pt idx="549">
                  <c:v>0.0123549667262</c:v>
                </c:pt>
                <c:pt idx="550">
                  <c:v>0.0123915581746</c:v>
                </c:pt>
                <c:pt idx="551">
                  <c:v>0.012428313717</c:v>
                </c:pt>
                <c:pt idx="552">
                  <c:v>0.0124652343457</c:v>
                </c:pt>
                <c:pt idx="553">
                  <c:v>0.0125023210606</c:v>
                </c:pt>
                <c:pt idx="554">
                  <c:v>0.0125395748691</c:v>
                </c:pt>
                <c:pt idx="555">
                  <c:v>0.0125769967864</c:v>
                </c:pt>
                <c:pt idx="556">
                  <c:v>0.0126145878358</c:v>
                </c:pt>
                <c:pt idx="557">
                  <c:v>0.012652349048</c:v>
                </c:pt>
                <c:pt idx="558">
                  <c:v>0.012690281462</c:v>
                </c:pt>
                <c:pt idx="559">
                  <c:v>0.0127283861249</c:v>
                </c:pt>
                <c:pt idx="560">
                  <c:v>0.0127666640916</c:v>
                </c:pt>
                <c:pt idx="561">
                  <c:v>0.0128051164253</c:v>
                </c:pt>
                <c:pt idx="562">
                  <c:v>0.0128437441977</c:v>
                </c:pt>
                <c:pt idx="563">
                  <c:v>0.0128825484886</c:v>
                </c:pt>
                <c:pt idx="564">
                  <c:v>0.0129215303863</c:v>
                </c:pt>
                <c:pt idx="565">
                  <c:v>0.0129606909875</c:v>
                </c:pt>
                <c:pt idx="566">
                  <c:v>0.0130000313977</c:v>
                </c:pt>
                <c:pt idx="567">
                  <c:v>0.0130395527309</c:v>
                </c:pt>
                <c:pt idx="568">
                  <c:v>0.0130792561099</c:v>
                </c:pt>
                <c:pt idx="569">
                  <c:v>0.0131191426663</c:v>
                </c:pt>
                <c:pt idx="570">
                  <c:v>0.0131592135407</c:v>
                </c:pt>
                <c:pt idx="571">
                  <c:v>0.0131994698825</c:v>
                </c:pt>
                <c:pt idx="572">
                  <c:v>0.0132399128506</c:v>
                </c:pt>
                <c:pt idx="573">
                  <c:v>0.0132805436125</c:v>
                </c:pt>
                <c:pt idx="574">
                  <c:v>0.0133213633456</c:v>
                </c:pt>
                <c:pt idx="575">
                  <c:v>0.0133623732361</c:v>
                </c:pt>
                <c:pt idx="576">
                  <c:v>0.01340357448</c:v>
                </c:pt>
                <c:pt idx="577">
                  <c:v>0.0134449682827</c:v>
                </c:pt>
                <c:pt idx="578">
                  <c:v>0.0134865558592</c:v>
                </c:pt>
                <c:pt idx="579">
                  <c:v>0.0135283384344</c:v>
                </c:pt>
                <c:pt idx="580">
                  <c:v>0.0135703172427</c:v>
                </c:pt>
                <c:pt idx="581">
                  <c:v>0.0136124935288</c:v>
                </c:pt>
                <c:pt idx="582">
                  <c:v>0.0136548685472</c:v>
                </c:pt>
                <c:pt idx="583">
                  <c:v>0.0136974435624</c:v>
                </c:pt>
                <c:pt idx="584">
                  <c:v>0.0137402198493</c:v>
                </c:pt>
                <c:pt idx="585">
                  <c:v>0.0137831986931</c:v>
                </c:pt>
                <c:pt idx="586">
                  <c:v>0.0138263813894</c:v>
                </c:pt>
                <c:pt idx="587">
                  <c:v>0.0138697692441</c:v>
                </c:pt>
                <c:pt idx="588">
                  <c:v>0.0139133635741</c:v>
                </c:pt>
                <c:pt idx="589">
                  <c:v>0.0139571657067</c:v>
                </c:pt>
                <c:pt idx="590">
                  <c:v>0.0140011769802</c:v>
                </c:pt>
                <c:pt idx="591">
                  <c:v>0.0140453987437</c:v>
                </c:pt>
                <c:pt idx="592">
                  <c:v>0.0140898323575</c:v>
                </c:pt>
                <c:pt idx="593">
                  <c:v>0.014134479193</c:v>
                </c:pt>
                <c:pt idx="594">
                  <c:v>0.0141793406329</c:v>
                </c:pt>
                <c:pt idx="595">
                  <c:v>0.0142244180711</c:v>
                </c:pt>
                <c:pt idx="596">
                  <c:v>0.0142697129132</c:v>
                </c:pt>
                <c:pt idx="597">
                  <c:v>0.0143152265764</c:v>
                </c:pt>
                <c:pt idx="598">
                  <c:v>0.0143609604895</c:v>
                </c:pt>
                <c:pt idx="599">
                  <c:v>0.0144069160932</c:v>
                </c:pt>
                <c:pt idx="600">
                  <c:v>0.0144530948402</c:v>
                </c:pt>
                <c:pt idx="601">
                  <c:v>0.0144994981954</c:v>
                </c:pt>
                <c:pt idx="602">
                  <c:v>0.0145461276355</c:v>
                </c:pt>
                <c:pt idx="603">
                  <c:v>0.0145929846501</c:v>
                </c:pt>
                <c:pt idx="604">
                  <c:v>0.0146400707408</c:v>
                </c:pt>
                <c:pt idx="605">
                  <c:v>0.014687387422</c:v>
                </c:pt>
                <c:pt idx="606">
                  <c:v>0.0147349362207</c:v>
                </c:pt>
                <c:pt idx="607">
                  <c:v>0.0147827186769</c:v>
                </c:pt>
                <c:pt idx="608">
                  <c:v>0.0148307363434</c:v>
                </c:pt>
                <c:pt idx="609">
                  <c:v>0.0148789907864</c:v>
                </c:pt>
                <c:pt idx="610">
                  <c:v>0.0149274835849</c:v>
                </c:pt>
                <c:pt idx="611">
                  <c:v>0.0149762163316</c:v>
                </c:pt>
                <c:pt idx="612">
                  <c:v>0.0150251906326</c:v>
                </c:pt>
                <c:pt idx="613">
                  <c:v>0.0150744081078</c:v>
                </c:pt>
                <c:pt idx="614">
                  <c:v>0.0151238703907</c:v>
                </c:pt>
                <c:pt idx="615">
                  <c:v>0.0151735791289</c:v>
                </c:pt>
                <c:pt idx="616">
                  <c:v>0.0152235359841</c:v>
                </c:pt>
                <c:pt idx="617">
                  <c:v>0.0152737426319</c:v>
                </c:pt>
                <c:pt idx="618">
                  <c:v>0.0153242007628</c:v>
                </c:pt>
                <c:pt idx="619">
                  <c:v>0.0153749120814</c:v>
                </c:pt>
                <c:pt idx="620">
                  <c:v>0.0154258783073</c:v>
                </c:pt>
                <c:pt idx="621">
                  <c:v>0.0154771011748</c:v>
                </c:pt>
                <c:pt idx="622">
                  <c:v>0.0155285824331</c:v>
                </c:pt>
                <c:pt idx="623">
                  <c:v>0.0155803238466</c:v>
                </c:pt>
                <c:pt idx="624">
                  <c:v>0.0156323271953</c:v>
                </c:pt>
                <c:pt idx="625">
                  <c:v>0.0156845942742</c:v>
                </c:pt>
                <c:pt idx="626">
                  <c:v>0.0157371268943</c:v>
                </c:pt>
                <c:pt idx="627">
                  <c:v>0.0157899268823</c:v>
                </c:pt>
                <c:pt idx="628">
                  <c:v>0.0158429960808</c:v>
                </c:pt>
                <c:pt idx="629">
                  <c:v>0.0158963363486</c:v>
                </c:pt>
                <c:pt idx="630">
                  <c:v>0.0159499495608</c:v>
                </c:pt>
                <c:pt idx="631">
                  <c:v>0.0160038376091</c:v>
                </c:pt>
                <c:pt idx="632">
                  <c:v>0.0160580024016</c:v>
                </c:pt>
                <c:pt idx="633">
                  <c:v>0.0161124458636</c:v>
                </c:pt>
                <c:pt idx="634">
                  <c:v>0.0161671699372</c:v>
                </c:pt>
                <c:pt idx="635">
                  <c:v>0.0162221765817</c:v>
                </c:pt>
                <c:pt idx="636">
                  <c:v>0.0162774677738</c:v>
                </c:pt>
                <c:pt idx="637">
                  <c:v>0.0163330455079</c:v>
                </c:pt>
                <c:pt idx="638">
                  <c:v>0.0163889117961</c:v>
                </c:pt>
                <c:pt idx="639">
                  <c:v>0.0164450686684</c:v>
                </c:pt>
                <c:pt idx="640">
                  <c:v>0.0165015181731</c:v>
                </c:pt>
                <c:pt idx="641">
                  <c:v>0.0165582623767</c:v>
                </c:pt>
                <c:pt idx="642">
                  <c:v>0.0166153033644</c:v>
                </c:pt>
                <c:pt idx="643">
                  <c:v>0.0166726432401</c:v>
                </c:pt>
                <c:pt idx="644">
                  <c:v>0.0167302841267</c:v>
                </c:pt>
                <c:pt idx="645">
                  <c:v>0.0167882281661</c:v>
                </c:pt>
                <c:pt idx="646">
                  <c:v>0.0168464775199</c:v>
                </c:pt>
                <c:pt idx="647">
                  <c:v>0.016905034369</c:v>
                </c:pt>
                <c:pt idx="648">
                  <c:v>0.0169639009143</c:v>
                </c:pt>
                <c:pt idx="649">
                  <c:v>0.0170230793765</c:v>
                </c:pt>
                <c:pt idx="650">
                  <c:v>0.017082571997</c:v>
                </c:pt>
                <c:pt idx="651">
                  <c:v>0.0171423810371</c:v>
                </c:pt>
                <c:pt idx="652">
                  <c:v>0.0172025087794</c:v>
                </c:pt>
                <c:pt idx="653">
                  <c:v>0.0172629575268</c:v>
                </c:pt>
                <c:pt idx="654">
                  <c:v>0.017323729604</c:v>
                </c:pt>
                <c:pt idx="655">
                  <c:v>0.0173848273566</c:v>
                </c:pt>
                <c:pt idx="656">
                  <c:v>0.0174462531522</c:v>
                </c:pt>
                <c:pt idx="657">
                  <c:v>0.0175080093801</c:v>
                </c:pt>
                <c:pt idx="658">
                  <c:v>0.0175700984516</c:v>
                </c:pt>
                <c:pt idx="659">
                  <c:v>0.0176325228008</c:v>
                </c:pt>
                <c:pt idx="660">
                  <c:v>0.0176952848839</c:v>
                </c:pt>
                <c:pt idx="661">
                  <c:v>0.0177583871805</c:v>
                </c:pt>
                <c:pt idx="662">
                  <c:v>0.017821832193</c:v>
                </c:pt>
                <c:pt idx="663">
                  <c:v>0.0178856224473</c:v>
                </c:pt>
                <c:pt idx="664">
                  <c:v>0.0179497604931</c:v>
                </c:pt>
                <c:pt idx="665">
                  <c:v>0.0180142489037</c:v>
                </c:pt>
                <c:pt idx="666">
                  <c:v>0.018079090277</c:v>
                </c:pt>
                <c:pt idx="667">
                  <c:v>0.0181442872352</c:v>
                </c:pt>
                <c:pt idx="668">
                  <c:v>0.0182098424253</c:v>
                </c:pt>
                <c:pt idx="669">
                  <c:v>0.0182757585193</c:v>
                </c:pt>
                <c:pt idx="670">
                  <c:v>0.0183420382146</c:v>
                </c:pt>
                <c:pt idx="671">
                  <c:v>0.0184086842342</c:v>
                </c:pt>
                <c:pt idx="672">
                  <c:v>0.018475699327</c:v>
                </c:pt>
                <c:pt idx="673">
                  <c:v>0.0185430862681</c:v>
                </c:pt>
                <c:pt idx="674">
                  <c:v>0.0186108478593</c:v>
                </c:pt>
                <c:pt idx="675">
                  <c:v>0.018678986929</c:v>
                </c:pt>
                <c:pt idx="676">
                  <c:v>0.0187475063329</c:v>
                </c:pt>
                <c:pt idx="677">
                  <c:v>0.018816408954</c:v>
                </c:pt>
                <c:pt idx="678">
                  <c:v>0.0188856977032</c:v>
                </c:pt>
                <c:pt idx="679">
                  <c:v>0.0189553755194</c:v>
                </c:pt>
                <c:pt idx="680">
                  <c:v>0.01902544537</c:v>
                </c:pt>
                <c:pt idx="681">
                  <c:v>0.0190959102512</c:v>
                </c:pt>
                <c:pt idx="682">
                  <c:v>0.019166773188</c:v>
                </c:pt>
                <c:pt idx="683">
                  <c:v>0.0192380372353</c:v>
                </c:pt>
                <c:pt idx="684">
                  <c:v>0.0193097054772</c:v>
                </c:pt>
                <c:pt idx="685">
                  <c:v>0.0193817810285</c:v>
                </c:pt>
                <c:pt idx="686">
                  <c:v>0.0194542670339</c:v>
                </c:pt>
                <c:pt idx="687">
                  <c:v>0.0195271666695</c:v>
                </c:pt>
                <c:pt idx="688">
                  <c:v>0.0196004831421</c:v>
                </c:pt>
                <c:pt idx="689">
                  <c:v>0.0196742196904</c:v>
                </c:pt>
                <c:pt idx="690">
                  <c:v>0.0197483795848</c:v>
                </c:pt>
                <c:pt idx="691">
                  <c:v>0.0198229661283</c:v>
                </c:pt>
                <c:pt idx="692">
                  <c:v>0.0198979826562</c:v>
                </c:pt>
                <c:pt idx="693">
                  <c:v>0.0199734325372</c:v>
                </c:pt>
                <c:pt idx="694">
                  <c:v>0.0200493191733</c:v>
                </c:pt>
                <c:pt idx="695">
                  <c:v>0.0201256460006</c:v>
                </c:pt>
                <c:pt idx="696">
                  <c:v>0.0202024164891</c:v>
                </c:pt>
                <c:pt idx="697">
                  <c:v>0.0202796341439</c:v>
                </c:pt>
                <c:pt idx="698">
                  <c:v>0.0203573025049</c:v>
                </c:pt>
                <c:pt idx="699">
                  <c:v>0.0204354251475</c:v>
                </c:pt>
                <c:pt idx="700">
                  <c:v>0.0205140056834</c:v>
                </c:pt>
                <c:pt idx="701">
                  <c:v>0.0205930477602</c:v>
                </c:pt>
                <c:pt idx="702">
                  <c:v>0.0206725550627</c:v>
                </c:pt>
                <c:pt idx="703">
                  <c:v>0.0207525313127</c:v>
                </c:pt>
                <c:pt idx="704">
                  <c:v>0.0208329802698</c:v>
                </c:pt>
                <c:pt idx="705">
                  <c:v>0.0209139057317</c:v>
                </c:pt>
                <c:pt idx="706">
                  <c:v>0.0209953115348</c:v>
                </c:pt>
                <c:pt idx="707">
                  <c:v>0.0210772015544</c:v>
                </c:pt>
                <c:pt idx="708">
                  <c:v>0.0211595797057</c:v>
                </c:pt>
                <c:pt idx="709">
                  <c:v>0.0212424499434</c:v>
                </c:pt>
                <c:pt idx="710">
                  <c:v>0.0213258162632</c:v>
                </c:pt>
                <c:pt idx="711">
                  <c:v>0.0214096827016</c:v>
                </c:pt>
                <c:pt idx="712">
                  <c:v>0.0214940533365</c:v>
                </c:pt>
                <c:pt idx="713">
                  <c:v>0.0215789322879</c:v>
                </c:pt>
                <c:pt idx="714">
                  <c:v>0.0216643237184</c:v>
                </c:pt>
                <c:pt idx="715">
                  <c:v>0.0217502318334</c:v>
                </c:pt>
                <c:pt idx="716">
                  <c:v>0.0218366608821</c:v>
                </c:pt>
                <c:pt idx="717">
                  <c:v>0.0219236151575</c:v>
                </c:pt>
                <c:pt idx="718">
                  <c:v>0.0220110989975</c:v>
                </c:pt>
                <c:pt idx="719">
                  <c:v>0.022099116785</c:v>
                </c:pt>
                <c:pt idx="720">
                  <c:v>0.0221876729486</c:v>
                </c:pt>
                <c:pt idx="721">
                  <c:v>0.0222767719631</c:v>
                </c:pt>
                <c:pt idx="722">
                  <c:v>0.0223664183503</c:v>
                </c:pt>
                <c:pt idx="723">
                  <c:v>0.0224566166794</c:v>
                </c:pt>
                <c:pt idx="724">
                  <c:v>0.0225473715673</c:v>
                </c:pt>
                <c:pt idx="725">
                  <c:v>0.0226386876798</c:v>
                </c:pt>
                <c:pt idx="726">
                  <c:v>0.0227305697316</c:v>
                </c:pt>
                <c:pt idx="727">
                  <c:v>0.0228230224872</c:v>
                </c:pt>
                <c:pt idx="728">
                  <c:v>0.0229160507617</c:v>
                </c:pt>
                <c:pt idx="729">
                  <c:v>0.0230096594209</c:v>
                </c:pt>
                <c:pt idx="730">
                  <c:v>0.0231038533823</c:v>
                </c:pt>
                <c:pt idx="731">
                  <c:v>0.0231986376155</c:v>
                </c:pt>
                <c:pt idx="732">
                  <c:v>0.0232940171433</c:v>
                </c:pt>
                <c:pt idx="733">
                  <c:v>0.0233899970416</c:v>
                </c:pt>
                <c:pt idx="734">
                  <c:v>0.0234865824407</c:v>
                </c:pt>
                <c:pt idx="735">
                  <c:v>0.0235837785258</c:v>
                </c:pt>
                <c:pt idx="736">
                  <c:v>0.0236815905373</c:v>
                </c:pt>
                <c:pt idx="737">
                  <c:v>0.0237800237721</c:v>
                </c:pt>
                <c:pt idx="738">
                  <c:v>0.0238790835837</c:v>
                </c:pt>
                <c:pt idx="739">
                  <c:v>0.0239787753832</c:v>
                </c:pt>
                <c:pt idx="740">
                  <c:v>0.0240791046401</c:v>
                </c:pt>
                <c:pt idx="741">
                  <c:v>0.0241800768826</c:v>
                </c:pt>
                <c:pt idx="742">
                  <c:v>0.0242816976987</c:v>
                </c:pt>
                <c:pt idx="743">
                  <c:v>0.024383972737</c:v>
                </c:pt>
                <c:pt idx="744">
                  <c:v>0.0244869077067</c:v>
                </c:pt>
                <c:pt idx="745">
                  <c:v>0.0245905083794</c:v>
                </c:pt>
                <c:pt idx="746">
                  <c:v>0.0246947805889</c:v>
                </c:pt>
                <c:pt idx="747">
                  <c:v>0.0247997302327</c:v>
                </c:pt>
                <c:pt idx="748">
                  <c:v>0.0249053632721</c:v>
                </c:pt>
                <c:pt idx="749">
                  <c:v>0.0250116857335</c:v>
                </c:pt>
                <c:pt idx="750">
                  <c:v>0.0251187037089</c:v>
                </c:pt>
                <c:pt idx="751">
                  <c:v>0.0252264233569</c:v>
                </c:pt>
                <c:pt idx="752">
                  <c:v>0.025334850903</c:v>
                </c:pt>
                <c:pt idx="753">
                  <c:v>0.0254439926412</c:v>
                </c:pt>
                <c:pt idx="754">
                  <c:v>0.025553854934</c:v>
                </c:pt>
                <c:pt idx="755">
                  <c:v>0.0256644442137</c:v>
                </c:pt>
                <c:pt idx="756">
                  <c:v>0.0257757669832</c:v>
                </c:pt>
                <c:pt idx="757">
                  <c:v>0.0258878298165</c:v>
                </c:pt>
                <c:pt idx="758">
                  <c:v>0.0260006393601</c:v>
                </c:pt>
                <c:pt idx="759">
                  <c:v>0.0261142023331</c:v>
                </c:pt>
                <c:pt idx="760">
                  <c:v>0.0262285255289</c:v>
                </c:pt>
                <c:pt idx="761">
                  <c:v>0.0263436158152</c:v>
                </c:pt>
                <c:pt idx="762">
                  <c:v>0.0264594801355</c:v>
                </c:pt>
                <c:pt idx="763">
                  <c:v>0.0265761255099</c:v>
                </c:pt>
                <c:pt idx="764">
                  <c:v>0.0266935590354</c:v>
                </c:pt>
                <c:pt idx="765">
                  <c:v>0.0268117878878</c:v>
                </c:pt>
                <c:pt idx="766">
                  <c:v>0.0269308193214</c:v>
                </c:pt>
                <c:pt idx="767">
                  <c:v>0.0270506606709</c:v>
                </c:pt>
                <c:pt idx="768">
                  <c:v>0.0271713193517</c:v>
                </c:pt>
                <c:pt idx="769">
                  <c:v>0.0272928028612</c:v>
                </c:pt>
                <c:pt idx="770">
                  <c:v>0.0274151187792</c:v>
                </c:pt>
                <c:pt idx="771">
                  <c:v>0.0275382747694</c:v>
                </c:pt>
                <c:pt idx="772">
                  <c:v>0.0276622785799</c:v>
                </c:pt>
                <c:pt idx="773">
                  <c:v>0.0277871380442</c:v>
                </c:pt>
                <c:pt idx="774">
                  <c:v>0.0279128610824</c:v>
                </c:pt>
                <c:pt idx="775">
                  <c:v>0.0280394557015</c:v>
                </c:pt>
                <c:pt idx="776">
                  <c:v>0.0281669299972</c:v>
                </c:pt>
                <c:pt idx="777">
                  <c:v>0.0282952921539</c:v>
                </c:pt>
                <c:pt idx="778">
                  <c:v>0.0284245504464</c:v>
                </c:pt>
                <c:pt idx="779">
                  <c:v>0.0285547132404</c:v>
                </c:pt>
                <c:pt idx="780">
                  <c:v>0.0286857889935</c:v>
                </c:pt>
                <c:pt idx="781">
                  <c:v>0.0288177862562</c:v>
                </c:pt>
                <c:pt idx="782">
                  <c:v>0.0289507136728</c:v>
                </c:pt>
                <c:pt idx="783">
                  <c:v>0.0290845799823</c:v>
                </c:pt>
                <c:pt idx="784">
                  <c:v>0.0292193940193</c:v>
                </c:pt>
                <c:pt idx="785">
                  <c:v>0.0293551647149</c:v>
                </c:pt>
                <c:pt idx="786">
                  <c:v>0.029491901098</c:v>
                </c:pt>
                <c:pt idx="787">
                  <c:v>0.0296296122954</c:v>
                </c:pt>
                <c:pt idx="788">
                  <c:v>0.0297683075334</c:v>
                </c:pt>
                <c:pt idx="789">
                  <c:v>0.0299079961386</c:v>
                </c:pt>
                <c:pt idx="790">
                  <c:v>0.0300486875384</c:v>
                </c:pt>
                <c:pt idx="791">
                  <c:v>0.0301903912622</c:v>
                </c:pt>
                <c:pt idx="792">
                  <c:v>0.0303331169423</c:v>
                </c:pt>
                <c:pt idx="793">
                  <c:v>0.0304768743145</c:v>
                </c:pt>
                <c:pt idx="794">
                  <c:v>0.0306216732192</c:v>
                </c:pt>
                <c:pt idx="795">
                  <c:v>0.0307675236018</c:v>
                </c:pt>
                <c:pt idx="796">
                  <c:v>0.0309144355143</c:v>
                </c:pt>
                <c:pt idx="797">
                  <c:v>0.0310624191153</c:v>
                </c:pt>
                <c:pt idx="798">
                  <c:v>0.0312114846709</c:v>
                </c:pt>
                <c:pt idx="799">
                  <c:v>0.0313616425561</c:v>
                </c:pt>
                <c:pt idx="800">
                  <c:v>0.0315129032546</c:v>
                </c:pt>
                <c:pt idx="801">
                  <c:v>0.0316652773601</c:v>
                </c:pt>
                <c:pt idx="802">
                  <c:v>0.0318187755771</c:v>
                </c:pt>
                <c:pt idx="803">
                  <c:v>0.0319734087209</c:v>
                </c:pt>
                <c:pt idx="804">
                  <c:v>0.0321291877188</c:v>
                </c:pt>
                <c:pt idx="805">
                  <c:v>0.0322861236105</c:v>
                </c:pt>
                <c:pt idx="806">
                  <c:v>0.0324442275485</c:v>
                </c:pt>
                <c:pt idx="807">
                  <c:v>0.0326035107991</c:v>
                </c:pt>
                <c:pt idx="808">
                  <c:v>0.0327639847423</c:v>
                </c:pt>
                <c:pt idx="809">
                  <c:v>0.0329256608725</c:v>
                </c:pt>
                <c:pt idx="810">
                  <c:v>0.033088550799</c:v>
                </c:pt>
                <c:pt idx="811">
                  <c:v>0.0332526662463</c:v>
                </c:pt>
                <c:pt idx="812">
                  <c:v>0.0334180190541</c:v>
                </c:pt>
                <c:pt idx="813">
                  <c:v>0.033584621178</c:v>
                </c:pt>
                <c:pt idx="814">
                  <c:v>0.0337524846896</c:v>
                </c:pt>
                <c:pt idx="815">
                  <c:v>0.0339216217763</c:v>
                </c:pt>
                <c:pt idx="816">
                  <c:v>0.0340920447417</c:v>
                </c:pt>
                <c:pt idx="817">
                  <c:v>0.0342637660056</c:v>
                </c:pt>
                <c:pt idx="818">
                  <c:v>0.0344367981039</c:v>
                </c:pt>
                <c:pt idx="819">
                  <c:v>0.0346111536883</c:v>
                </c:pt>
                <c:pt idx="820">
                  <c:v>0.0347868455263</c:v>
                </c:pt>
                <c:pt idx="821">
                  <c:v>0.0349638865011</c:v>
                </c:pt>
                <c:pt idx="822">
                  <c:v>0.0351422896107</c:v>
                </c:pt>
                <c:pt idx="823">
                  <c:v>0.035322067968</c:v>
                </c:pt>
                <c:pt idx="824">
                  <c:v>0.0355032348</c:v>
                </c:pt>
                <c:pt idx="825">
                  <c:v>0.0356858034472</c:v>
                </c:pt>
                <c:pt idx="826">
                  <c:v>0.0358697873629</c:v>
                </c:pt>
                <c:pt idx="827">
                  <c:v>0.0360552001123</c:v>
                </c:pt>
                <c:pt idx="828">
                  <c:v>0.0362420553718</c:v>
                </c:pt>
                <c:pt idx="829">
                  <c:v>0.0364303669277</c:v>
                </c:pt>
                <c:pt idx="830">
                  <c:v>0.0366201486751</c:v>
                </c:pt>
                <c:pt idx="831">
                  <c:v>0.0368114146167</c:v>
                </c:pt>
                <c:pt idx="832">
                  <c:v>0.0370041788611</c:v>
                </c:pt>
                <c:pt idx="833">
                  <c:v>0.037198455622</c:v>
                </c:pt>
                <c:pt idx="834">
                  <c:v>0.0373942592155</c:v>
                </c:pt>
                <c:pt idx="835">
                  <c:v>0.0375916040592</c:v>
                </c:pt>
                <c:pt idx="836">
                  <c:v>0.0377905046696</c:v>
                </c:pt>
                <c:pt idx="837">
                  <c:v>0.0379909756604</c:v>
                </c:pt>
                <c:pt idx="838">
                  <c:v>0.03819303174</c:v>
                </c:pt>
                <c:pt idx="839">
                  <c:v>0.0383966877092</c:v>
                </c:pt>
                <c:pt idx="840">
                  <c:v>0.0386019584585</c:v>
                </c:pt>
                <c:pt idx="841">
                  <c:v>0.0388088589655</c:v>
                </c:pt>
                <c:pt idx="842">
                  <c:v>0.039017404292</c:v>
                </c:pt>
                <c:pt idx="843">
                  <c:v>0.0392276095804</c:v>
                </c:pt>
                <c:pt idx="844">
                  <c:v>0.0394394900511</c:v>
                </c:pt>
                <c:pt idx="845">
                  <c:v>0.0396530609987</c:v>
                </c:pt>
                <c:pt idx="846">
                  <c:v>0.0398683377879</c:v>
                </c:pt>
                <c:pt idx="847">
                  <c:v>0.0400853358505</c:v>
                </c:pt>
                <c:pt idx="848">
                  <c:v>0.0403040706807</c:v>
                </c:pt>
                <c:pt idx="849">
                  <c:v>0.0405245578307</c:v>
                </c:pt>
                <c:pt idx="850">
                  <c:v>0.0407468129067</c:v>
                </c:pt>
                <c:pt idx="851">
                  <c:v>0.040970851564</c:v>
                </c:pt>
                <c:pt idx="852">
                  <c:v>0.041196689502</c:v>
                </c:pt>
                <c:pt idx="853">
                  <c:v>0.0414243424588</c:v>
                </c:pt>
                <c:pt idx="854">
                  <c:v>0.0416538262066</c:v>
                </c:pt>
                <c:pt idx="855">
                  <c:v>0.0418851565452</c:v>
                </c:pt>
                <c:pt idx="856">
                  <c:v>0.0421183492969</c:v>
                </c:pt>
                <c:pt idx="857">
                  <c:v>0.0423534203002</c:v>
                </c:pt>
                <c:pt idx="858">
                  <c:v>0.0425903854035</c:v>
                </c:pt>
                <c:pt idx="859">
                  <c:v>0.0428292604586</c:v>
                </c:pt>
                <c:pt idx="860">
                  <c:v>0.0430700613143</c:v>
                </c:pt>
                <c:pt idx="861">
                  <c:v>0.0433128038092</c:v>
                </c:pt>
                <c:pt idx="862">
                  <c:v>0.0435575037646</c:v>
                </c:pt>
                <c:pt idx="863">
                  <c:v>0.0438041769774</c:v>
                </c:pt>
                <c:pt idx="864">
                  <c:v>0.0440528392125</c:v>
                </c:pt>
                <c:pt idx="865">
                  <c:v>0.0443035061947</c:v>
                </c:pt>
                <c:pt idx="866">
                  <c:v>0.0445561936014</c:v>
                </c:pt>
                <c:pt idx="867">
                  <c:v>0.0448109170541</c:v>
                </c:pt>
                <c:pt idx="868">
                  <c:v>0.0450676921104</c:v>
                </c:pt>
                <c:pt idx="869">
                  <c:v>0.0453265342554</c:v>
                </c:pt>
                <c:pt idx="870">
                  <c:v>0.0455874588932</c:v>
                </c:pt>
                <c:pt idx="871">
                  <c:v>0.0458504813385</c:v>
                </c:pt>
                <c:pt idx="872">
                  <c:v>0.0461156168073</c:v>
                </c:pt>
                <c:pt idx="873">
                  <c:v>0.0463828804087</c:v>
                </c:pt>
                <c:pt idx="874">
                  <c:v>0.0466522871357</c:v>
                </c:pt>
                <c:pt idx="875">
                  <c:v>0.046923851856</c:v>
                </c:pt>
                <c:pt idx="876">
                  <c:v>0.0471975893034</c:v>
                </c:pt>
                <c:pt idx="877">
                  <c:v>0.047473514069</c:v>
                </c:pt>
                <c:pt idx="878">
                  <c:v>0.0477516405917</c:v>
                </c:pt>
                <c:pt idx="879">
                  <c:v>0.0480319831499</c:v>
                </c:pt>
                <c:pt idx="880">
                  <c:v>0.0483145558527</c:v>
                </c:pt>
                <c:pt idx="881">
                  <c:v>0.0485993726312</c:v>
                </c:pt>
                <c:pt idx="882">
                  <c:v>0.0488864472304</c:v>
                </c:pt>
                <c:pt idx="883">
                  <c:v>0.0491757932008</c:v>
                </c:pt>
                <c:pt idx="884">
                  <c:v>0.0494674238909</c:v>
                </c:pt>
                <c:pt idx="885">
                  <c:v>0.0497613524392</c:v>
                </c:pt>
                <c:pt idx="886">
                  <c:v>0.0500575917677</c:v>
                </c:pt>
                <c:pt idx="887">
                  <c:v>0.0503561545747</c:v>
                </c:pt>
                <c:pt idx="888">
                  <c:v>0.0506570533289</c:v>
                </c:pt>
                <c:pt idx="889">
                  <c:v>0.0509603002637</c:v>
                </c:pt>
                <c:pt idx="890">
                  <c:v>0.051265907372</c:v>
                </c:pt>
                <c:pt idx="891">
                  <c:v>0.051573886402</c:v>
                </c:pt>
                <c:pt idx="892">
                  <c:v>0.0518842488537</c:v>
                </c:pt>
                <c:pt idx="893">
                  <c:v>0.0521970059759</c:v>
                </c:pt>
                <c:pt idx="894">
                  <c:v>0.0525121687641</c:v>
                </c:pt>
                <c:pt idx="895">
                  <c:v>0.05282974796</c:v>
                </c:pt>
                <c:pt idx="896">
                  <c:v>0.0531497540513</c:v>
                </c:pt>
                <c:pt idx="897">
                  <c:v>0.0534721972726</c:v>
                </c:pt>
                <c:pt idx="898">
                  <c:v>0.0537970876081</c:v>
                </c:pt>
                <c:pt idx="899">
                  <c:v>0.0541244347951</c:v>
                </c:pt>
                <c:pt idx="900">
                  <c:v>0.0544542483287</c:v>
                </c:pt>
                <c:pt idx="901">
                  <c:v>0.0547865374683</c:v>
                </c:pt>
                <c:pt idx="902">
                  <c:v>0.0551213112453</c:v>
                </c:pt>
                <c:pt idx="903">
                  <c:v>0.0554585784726</c:v>
                </c:pt>
                <c:pt idx="904">
                  <c:v>0.0557983477551</c:v>
                </c:pt>
                <c:pt idx="905">
                  <c:v>0.056140627503</c:v>
                </c:pt>
                <c:pt idx="906">
                  <c:v>0.056485425946</c:v>
                </c:pt>
                <c:pt idx="907">
                  <c:v>0.0568327511493</c:v>
                </c:pt>
                <c:pt idx="908">
                  <c:v>0.0571826110322</c:v>
                </c:pt>
                <c:pt idx="909">
                  <c:v>0.0575350133882</c:v>
                </c:pt>
                <c:pt idx="910">
                  <c:v>0.0578899659068</c:v>
                </c:pt>
                <c:pt idx="911">
                  <c:v>0.0582474761982</c:v>
                </c:pt>
                <c:pt idx="912">
                  <c:v>0.0586075518195</c:v>
                </c:pt>
                <c:pt idx="913">
                  <c:v>0.0589702003028</c:v>
                </c:pt>
                <c:pt idx="914">
                  <c:v>0.0593354291866</c:v>
                </c:pt>
                <c:pt idx="915">
                  <c:v>0.059703246048</c:v>
                </c:pt>
                <c:pt idx="916">
                  <c:v>0.060073658538</c:v>
                </c:pt>
                <c:pt idx="917">
                  <c:v>0.0604466744188</c:v>
                </c:pt>
                <c:pt idx="918">
                  <c:v>0.0608223016033</c:v>
                </c:pt>
                <c:pt idx="919">
                  <c:v>0.0612005481965</c:v>
                </c:pt>
                <c:pt idx="920">
                  <c:v>0.0615814225396</c:v>
                </c:pt>
                <c:pt idx="921">
                  <c:v>0.0619649332556</c:v>
                </c:pt>
                <c:pt idx="922">
                  <c:v>0.0623510892977</c:v>
                </c:pt>
                <c:pt idx="923">
                  <c:v>0.0627398999988</c:v>
                </c:pt>
                <c:pt idx="924">
                  <c:v>0.0631313751236</c:v>
                </c:pt>
                <c:pt idx="925">
                  <c:v>0.0635255249225</c:v>
                </c:pt>
                <c:pt idx="926">
                  <c:v>0.0639223601866</c:v>
                </c:pt>
                <c:pt idx="927">
                  <c:v>0.0643218923052</c:v>
                </c:pt>
                <c:pt idx="928">
                  <c:v>0.064724133324</c:v>
                </c:pt>
                <c:pt idx="929">
                  <c:v>0.0651290960052</c:v>
                </c:pt>
                <c:pt idx="930">
                  <c:v>0.0655367938885</c:v>
                </c:pt>
                <c:pt idx="931">
                  <c:v>0.0659472413533</c:v>
                </c:pt>
                <c:pt idx="932">
                  <c:v>0.0663604536814</c:v>
                </c:pt>
                <c:pt idx="933">
                  <c:v>0.0667764471209</c:v>
                </c:pt>
                <c:pt idx="934">
                  <c:v>0.06719523895</c:v>
                </c:pt>
                <c:pt idx="935">
                  <c:v>0.0676168475417</c:v>
                </c:pt>
                <c:pt idx="936">
                  <c:v>0.0680412924278</c:v>
                </c:pt>
                <c:pt idx="937">
                  <c:v>0.0684685943635</c:v>
                </c:pt>
                <c:pt idx="938">
                  <c:v>0.068898775391</c:v>
                </c:pt>
                <c:pt idx="939">
                  <c:v>0.0693318589027</c:v>
                </c:pt>
                <c:pt idx="940">
                  <c:v>0.0697678697036</c:v>
                </c:pt>
                <c:pt idx="941">
                  <c:v>0.0702068340723</c:v>
                </c:pt>
                <c:pt idx="942">
                  <c:v>0.0706487798214</c:v>
                </c:pt>
                <c:pt idx="943">
                  <c:v>0.0710937363552</c:v>
                </c:pt>
                <c:pt idx="944">
                  <c:v>0.0715417347265</c:v>
                </c:pt>
                <c:pt idx="945">
                  <c:v>0.0719928076911</c:v>
                </c:pt>
                <c:pt idx="946">
                  <c:v>0.0724469897598</c:v>
                </c:pt>
                <c:pt idx="947">
                  <c:v>0.0729043172483</c:v>
                </c:pt>
                <c:pt idx="948">
                  <c:v>0.073364828324</c:v>
                </c:pt>
                <c:pt idx="949">
                  <c:v>0.0738285630503</c:v>
                </c:pt>
                <c:pt idx="950">
                  <c:v>0.0742955634276</c:v>
                </c:pt>
                <c:pt idx="951">
                  <c:v>0.0747658734311</c:v>
                </c:pt>
                <c:pt idx="952">
                  <c:v>0.0752395390451</c:v>
                </c:pt>
                <c:pt idx="953">
                  <c:v>0.075716608294</c:v>
                </c:pt>
                <c:pt idx="954">
                  <c:v>0.0761971312694</c:v>
                </c:pt>
                <c:pt idx="955">
                  <c:v>0.0766811601535</c:v>
                </c:pt>
                <c:pt idx="956">
                  <c:v>0.0771687492386</c:v>
                </c:pt>
                <c:pt idx="957">
                  <c:v>0.0776599549428</c:v>
                </c:pt>
                <c:pt idx="958">
                  <c:v>0.0781548358211</c:v>
                </c:pt>
                <c:pt idx="959">
                  <c:v>0.0786534525735</c:v>
                </c:pt>
                <c:pt idx="960">
                  <c:v>0.0791558680482</c:v>
                </c:pt>
                <c:pt idx="961">
                  <c:v>0.0796621472412</c:v>
                </c:pt>
                <c:pt idx="962">
                  <c:v>0.0801723572912</c:v>
                </c:pt>
                <c:pt idx="963">
                  <c:v>0.080686567472</c:v>
                </c:pt>
                <c:pt idx="964">
                  <c:v>0.081204849179</c:v>
                </c:pt>
                <c:pt idx="965">
                  <c:v>0.0817272759138</c:v>
                </c:pt>
                <c:pt idx="966">
                  <c:v>0.0822539232638</c:v>
                </c:pt>
                <c:pt idx="967">
                  <c:v>0.0827848688787</c:v>
                </c:pt>
                <c:pt idx="968">
                  <c:v>0.0833201924434</c:v>
                </c:pt>
                <c:pt idx="969">
                  <c:v>0.0838599756476</c:v>
                </c:pt>
                <c:pt idx="970">
                  <c:v>0.0844043021526</c:v>
                </c:pt>
                <c:pt idx="971">
                  <c:v>0.0849532575543</c:v>
                </c:pt>
                <c:pt idx="972">
                  <c:v>0.0855069293442</c:v>
                </c:pt>
                <c:pt idx="973">
                  <c:v>0.0860654068671</c:v>
                </c:pt>
                <c:pt idx="974">
                  <c:v>0.0866287812771</c:v>
                </c:pt>
                <c:pt idx="975">
                  <c:v>0.0871971454909</c:v>
                </c:pt>
                <c:pt idx="976">
                  <c:v>0.0877705941388</c:v>
                </c:pt>
                <c:pt idx="977">
                  <c:v>0.0883492235148</c:v>
                </c:pt>
                <c:pt idx="978">
                  <c:v>0.0889331315241</c:v>
                </c:pt>
                <c:pt idx="979">
                  <c:v>0.0895224176301</c:v>
                </c:pt>
                <c:pt idx="980">
                  <c:v>0.0901171827994</c:v>
                </c:pt>
                <c:pt idx="981">
                  <c:v>0.0907175294462</c:v>
                </c:pt>
                <c:pt idx="982">
                  <c:v>0.0913235613761</c:v>
                </c:pt>
                <c:pt idx="983">
                  <c:v>0.0919353837291</c:v>
                </c:pt>
                <c:pt idx="984">
                  <c:v>0.0925531029218</c:v>
                </c:pt>
                <c:pt idx="985">
                  <c:v>0.0931768265901</c:v>
                </c:pt>
                <c:pt idx="986">
                  <c:v>0.093806663531</c:v>
                </c:pt>
                <c:pt idx="987">
                  <c:v>0.0944427236452</c:v>
                </c:pt>
                <c:pt idx="988">
                  <c:v>0.0950851178796</c:v>
                </c:pt>
                <c:pt idx="989">
                  <c:v>0.0957339581694</c:v>
                </c:pt>
                <c:pt idx="990">
                  <c:v>0.0963893573823</c:v>
                </c:pt>
                <c:pt idx="991">
                  <c:v>0.0970514292616</c:v>
                </c:pt>
                <c:pt idx="992">
                  <c:v>0.0977202883704</c:v>
                </c:pt>
                <c:pt idx="993">
                  <c:v>0.0983960500374</c:v>
                </c:pt>
                <c:pt idx="994">
                  <c:v>0.0990788303021</c:v>
                </c:pt>
                <c:pt idx="995">
                  <c:v>0.0997687458614</c:v>
                </c:pt>
                <c:pt idx="996">
                  <c:v>0.100465914018</c:v>
                </c:pt>
                <c:pt idx="997">
                  <c:v>0.101170452626</c:v>
                </c:pt>
                <c:pt idx="998">
                  <c:v>0.101882480044</c:v>
                </c:pt>
                <c:pt idx="999">
                  <c:v>0.102602115082</c:v>
                </c:pt>
                <c:pt idx="1000">
                  <c:v>0.103329476953</c:v>
                </c:pt>
                <c:pt idx="1001">
                  <c:v>0.104064685225</c:v>
                </c:pt>
                <c:pt idx="1002">
                  <c:v>0.104807859774</c:v>
                </c:pt>
                <c:pt idx="1003">
                  <c:v>0.105559120732</c:v>
                </c:pt>
                <c:pt idx="1004">
                  <c:v>0.106318588449</c:v>
                </c:pt>
                <c:pt idx="1005">
                  <c:v>0.10708638344</c:v>
                </c:pt>
                <c:pt idx="1006">
                  <c:v>0.107862626343</c:v>
                </c:pt>
                <c:pt idx="1007">
                  <c:v>0.108647437871</c:v>
                </c:pt>
                <c:pt idx="1008">
                  <c:v>0.10944093877</c:v>
                </c:pt>
                <c:pt idx="1009">
                  <c:v>0.110243249773</c:v>
                </c:pt>
                <c:pt idx="1010">
                  <c:v>0.111054491555</c:v>
                </c:pt>
                <c:pt idx="1011">
                  <c:v>0.111874784688</c:v>
                </c:pt>
                <c:pt idx="1012">
                  <c:v>0.112704249597</c:v>
                </c:pt>
                <c:pt idx="1013">
                  <c:v>0.11354300651</c:v>
                </c:pt>
                <c:pt idx="1014">
                  <c:v>0.114391175419</c:v>
                </c:pt>
                <c:pt idx="1015">
                  <c:v>0.115248876027</c:v>
                </c:pt>
                <c:pt idx="1016">
                  <c:v>0.116116227703</c:v>
                </c:pt>
                <c:pt idx="1017">
                  <c:v>0.116993349434</c:v>
                </c:pt>
                <c:pt idx="1018">
                  <c:v>0.117880359774</c:v>
                </c:pt>
                <c:pt idx="1019">
                  <c:v>0.118777376793</c:v>
                </c:pt>
                <c:pt idx="1020">
                  <c:v>0.119684518026</c:v>
                </c:pt>
                <c:pt idx="1021">
                  <c:v>0.120601900418</c:v>
                </c:pt>
                <c:pt idx="1022">
                  <c:v>0.121529640269</c:v>
                </c:pt>
                <c:pt idx="1023">
                  <c:v>0.122467853179</c:v>
                </c:pt>
                <c:pt idx="1024">
                  <c:v>0.123416653983</c:v>
                </c:pt>
                <c:pt idx="1025">
                  <c:v>0.124376156697</c:v>
                </c:pt>
                <c:pt idx="1026">
                  <c:v>0.125346474448</c:v>
                </c:pt>
                <c:pt idx="1027">
                  <c:v>0.126327719413</c:v>
                </c:pt>
                <c:pt idx="1028">
                  <c:v>0.12732000275</c:v>
                </c:pt>
                <c:pt idx="1029">
                  <c:v>0.128323434527</c:v>
                </c:pt>
                <c:pt idx="1030">
                  <c:v>0.129338123647</c:v>
                </c:pt>
                <c:pt idx="1031">
                  <c:v>0.130364177774</c:v>
                </c:pt>
                <c:pt idx="1032">
                  <c:v>0.131401703256</c:v>
                </c:pt>
                <c:pt idx="1033">
                  <c:v>0.13245080504</c:v>
                </c:pt>
                <c:pt idx="1034">
                  <c:v>0.133511586591</c:v>
                </c:pt>
                <c:pt idx="1035">
                  <c:v>0.1345841498</c:v>
                </c:pt>
                <c:pt idx="1036">
                  <c:v>0.135668594901</c:v>
                </c:pt>
                <c:pt idx="1037">
                  <c:v>0.136765020369</c:v>
                </c:pt>
                <c:pt idx="1038">
                  <c:v>0.13787352283</c:v>
                </c:pt>
                <c:pt idx="1039">
                  <c:v>0.138994196959</c:v>
                </c:pt>
                <c:pt idx="1040">
                  <c:v>0.140127135379</c:v>
                </c:pt>
                <c:pt idx="1041">
                  <c:v>0.141272428551</c:v>
                </c:pt>
                <c:pt idx="1042">
                  <c:v>0.142430164671</c:v>
                </c:pt>
                <c:pt idx="1043">
                  <c:v>0.143600429555</c:v>
                </c:pt>
                <c:pt idx="1044">
                  <c:v>0.144783306528</c:v>
                </c:pt>
                <c:pt idx="1045">
                  <c:v>0.145978876301</c:v>
                </c:pt>
                <c:pt idx="1046">
                  <c:v>0.147187216857</c:v>
                </c:pt>
                <c:pt idx="1047">
                  <c:v>0.148408403324</c:v>
                </c:pt>
                <c:pt idx="1048">
                  <c:v>0.149642507854</c:v>
                </c:pt>
                <c:pt idx="1049">
                  <c:v>0.150889599493</c:v>
                </c:pt>
                <c:pt idx="1050">
                  <c:v>0.152149744052</c:v>
                </c:pt>
                <c:pt idx="1051">
                  <c:v>0.153423003978</c:v>
                </c:pt>
                <c:pt idx="1052">
                  <c:v>0.154709438216</c:v>
                </c:pt>
                <c:pt idx="1053">
                  <c:v>0.156009102081</c:v>
                </c:pt>
                <c:pt idx="1054">
                  <c:v>0.157322047115</c:v>
                </c:pt>
                <c:pt idx="1055">
                  <c:v>0.158648320958</c:v>
                </c:pt>
                <c:pt idx="1056">
                  <c:v>0.159987967203</c:v>
                </c:pt>
                <c:pt idx="1057">
                  <c:v>0.161341025263</c:v>
                </c:pt>
                <c:pt idx="1058">
                  <c:v>0.162707530231</c:v>
                </c:pt>
                <c:pt idx="1059">
                  <c:v>0.164087512745</c:v>
                </c:pt>
                <c:pt idx="1060">
                  <c:v>0.165480998845</c:v>
                </c:pt>
                <c:pt idx="1061">
                  <c:v>0.166888009845</c:v>
                </c:pt>
                <c:pt idx="1062">
                  <c:v>0.168308562191</c:v>
                </c:pt>
                <c:pt idx="1063">
                  <c:v>0.169742667333</c:v>
                </c:pt>
                <c:pt idx="1064">
                  <c:v>0.171190331593</c:v>
                </c:pt>
                <c:pt idx="1065">
                  <c:v>0.172651556037</c:v>
                </c:pt>
                <c:pt idx="1066">
                  <c:v>0.174126336349</c:v>
                </c:pt>
                <c:pt idx="1067">
                  <c:v>0.175614662716</c:v>
                </c:pt>
                <c:pt idx="1068">
                  <c:v>0.177116519703</c:v>
                </c:pt>
                <c:pt idx="1069">
                  <c:v>0.178631886146</c:v>
                </c:pt>
                <c:pt idx="1070">
                  <c:v>0.180160735045</c:v>
                </c:pt>
                <c:pt idx="1071">
                  <c:v>0.18170303346</c:v>
                </c:pt>
                <c:pt idx="1072">
                  <c:v>0.183258742418</c:v>
                </c:pt>
                <c:pt idx="1073">
                  <c:v>0.184827816824</c:v>
                </c:pt>
                <c:pt idx="1074">
                  <c:v>0.186410205377</c:v>
                </c:pt>
                <c:pt idx="1075">
                  <c:v>0.188005850501</c:v>
                </c:pt>
                <c:pt idx="1076">
                  <c:v>0.189614688274</c:v>
                </c:pt>
                <c:pt idx="1077">
                  <c:v>0.191236648374</c:v>
                </c:pt>
                <c:pt idx="1078">
                  <c:v>0.192871654032</c:v>
                </c:pt>
                <c:pt idx="1079">
                  <c:v>0.194519621987</c:v>
                </c:pt>
                <c:pt idx="1080">
                  <c:v>0.196180462466</c:v>
                </c:pt>
                <c:pt idx="1081">
                  <c:v>0.197854079159</c:v>
                </c:pt>
                <c:pt idx="1082">
                  <c:v>0.199540369213</c:v>
                </c:pt>
                <c:pt idx="1083">
                  <c:v>0.201239223235</c:v>
                </c:pt>
                <c:pt idx="1084">
                  <c:v>0.202950525308</c:v>
                </c:pt>
                <c:pt idx="1085">
                  <c:v>0.204674153013</c:v>
                </c:pt>
                <c:pt idx="1086">
                  <c:v>0.206409977471</c:v>
                </c:pt>
                <c:pt idx="1087">
                  <c:v>0.20815786339</c:v>
                </c:pt>
                <c:pt idx="1088">
                  <c:v>0.209917669125</c:v>
                </c:pt>
                <c:pt idx="1089">
                  <c:v>0.211689246756</c:v>
                </c:pt>
                <c:pt idx="1090">
                  <c:v>0.21347244217</c:v>
                </c:pt>
                <c:pt idx="1091">
                  <c:v>0.21526709516</c:v>
                </c:pt>
                <c:pt idx="1092">
                  <c:v>0.217073039534</c:v>
                </c:pt>
                <c:pt idx="1093">
                  <c:v>0.218890103237</c:v>
                </c:pt>
                <c:pt idx="1094">
                  <c:v>0.220718108487</c:v>
                </c:pt>
                <c:pt idx="1095">
                  <c:v>0.222556871914</c:v>
                </c:pt>
                <c:pt idx="1096">
                  <c:v>0.224406204721</c:v>
                </c:pt>
                <c:pt idx="1097">
                  <c:v>0.226265912847</c:v>
                </c:pt>
                <c:pt idx="1098">
                  <c:v>0.228135797145</c:v>
                </c:pt>
                <c:pt idx="1099">
                  <c:v>0.230015653568</c:v>
                </c:pt>
                <c:pt idx="1100">
                  <c:v>0.231905273365</c:v>
                </c:pt>
                <c:pt idx="1101">
                  <c:v>0.233804443281</c:v>
                </c:pt>
                <c:pt idx="1102">
                  <c:v>0.235712945778</c:v>
                </c:pt>
                <c:pt idx="1103">
                  <c:v>0.237630559243</c:v>
                </c:pt>
                <c:pt idx="1104">
                  <c:v>0.239557058222</c:v>
                </c:pt>
                <c:pt idx="1105">
                  <c:v>0.241492213647</c:v>
                </c:pt>
                <c:pt idx="1106">
                  <c:v>0.243435793072</c:v>
                </c:pt>
                <c:pt idx="1107">
                  <c:v>0.245387560915</c:v>
                </c:pt>
                <c:pt idx="1108">
                  <c:v>0.247347278699</c:v>
                </c:pt>
                <c:pt idx="1109">
                  <c:v>0.249314705296</c:v>
                </c:pt>
                <c:pt idx="1110">
                  <c:v>0.251289597176</c:v>
                </c:pt>
                <c:pt idx="1111">
                  <c:v>0.253271708651</c:v>
                </c:pt>
                <c:pt idx="1112">
                  <c:v>0.255260792122</c:v>
                </c:pt>
                <c:pt idx="1113">
                  <c:v>0.25725659832</c:v>
                </c:pt>
                <c:pt idx="1114">
                  <c:v>0.259258876551</c:v>
                </c:pt>
                <c:pt idx="1115">
                  <c:v>0.261267374927</c:v>
                </c:pt>
                <c:pt idx="1116">
                  <c:v>0.263281840608</c:v>
                </c:pt>
                <c:pt idx="1117">
                  <c:v>0.265302020019</c:v>
                </c:pt>
                <c:pt idx="1118">
                  <c:v>0.267327659077</c:v>
                </c:pt>
                <c:pt idx="1119">
                  <c:v>0.269358503404</c:v>
                </c:pt>
                <c:pt idx="1120">
                  <c:v>0.271394298528</c:v>
                </c:pt>
                <c:pt idx="1121">
                  <c:v>0.273434790084</c:v>
                </c:pt>
                <c:pt idx="1122">
                  <c:v>0.275479723996</c:v>
                </c:pt>
                <c:pt idx="1123">
                  <c:v>0.277528846659</c:v>
                </c:pt>
                <c:pt idx="1124">
                  <c:v>0.279581905096</c:v>
                </c:pt>
                <c:pt idx="1125">
                  <c:v>0.281638647118</c:v>
                </c:pt>
                <c:pt idx="1126">
                  <c:v>0.283698821463</c:v>
                </c:pt>
                <c:pt idx="1127">
                  <c:v>0.285762177922</c:v>
                </c:pt>
                <c:pt idx="1128">
                  <c:v>0.287828467456</c:v>
                </c:pt>
                <c:pt idx="1129">
                  <c:v>0.289897442299</c:v>
                </c:pt>
                <c:pt idx="1130">
                  <c:v>0.291968856044</c:v>
                </c:pt>
                <c:pt idx="1131">
                  <c:v>0.294042463716</c:v>
                </c:pt>
                <c:pt idx="1132">
                  <c:v>0.296118021833</c:v>
                </c:pt>
                <c:pt idx="1133">
                  <c:v>0.29819528845</c:v>
                </c:pt>
                <c:pt idx="1134">
                  <c:v>0.300274023193</c:v>
                </c:pt>
                <c:pt idx="1135">
                  <c:v>0.302353987269</c:v>
                </c:pt>
                <c:pt idx="1136">
                  <c:v>0.304434943473</c:v>
                </c:pt>
                <c:pt idx="1137">
                  <c:v>0.306516656174</c:v>
                </c:pt>
                <c:pt idx="1138">
                  <c:v>0.308598891287</c:v>
                </c:pt>
                <c:pt idx="1139">
                  <c:v>0.310681416235</c:v>
                </c:pt>
                <c:pt idx="1140">
                  <c:v>0.312763999893</c:v>
                </c:pt>
                <c:pt idx="1141">
                  <c:v>0.314846412521</c:v>
                </c:pt>
                <c:pt idx="1142">
                  <c:v>0.316928425683</c:v>
                </c:pt>
                <c:pt idx="1143">
                  <c:v>0.319009812156</c:v>
                </c:pt>
                <c:pt idx="1144">
                  <c:v>0.321090345822</c:v>
                </c:pt>
                <c:pt idx="1145">
                  <c:v>0.323169801549</c:v>
                </c:pt>
                <c:pt idx="1146">
                  <c:v>0.325247955069</c:v>
                </c:pt>
                <c:pt idx="1147">
                  <c:v>0.327324582831</c:v>
                </c:pt>
                <c:pt idx="1148">
                  <c:v>0.329399461856</c:v>
                </c:pt>
                <c:pt idx="1149">
                  <c:v>0.331472369574</c:v>
                </c:pt>
                <c:pt idx="1150">
                  <c:v>0.333543083657</c:v>
                </c:pt>
                <c:pt idx="1151">
                  <c:v>0.335611381839</c:v>
                </c:pt>
                <c:pt idx="1152">
                  <c:v>0.337677041731</c:v>
                </c:pt>
                <c:pt idx="1153">
                  <c:v>0.339739840625</c:v>
                </c:pt>
                <c:pt idx="1154">
                  <c:v>0.341799555294</c:v>
                </c:pt>
                <c:pt idx="1155">
                  <c:v>0.343855961781</c:v>
                </c:pt>
                <c:pt idx="1156">
                  <c:v>0.345908835186</c:v>
                </c:pt>
                <c:pt idx="1157">
                  <c:v>0.347957949445</c:v>
                </c:pt>
                <c:pt idx="1158">
                  <c:v>0.350003077103</c:v>
                </c:pt>
                <c:pt idx="1159">
                  <c:v>0.352043989082</c:v>
                </c:pt>
                <c:pt idx="1160">
                  <c:v>0.354080454449</c:v>
                </c:pt>
                <c:pt idx="1161">
                  <c:v>0.356112240171</c:v>
                </c:pt>
                <c:pt idx="1162">
                  <c:v>0.358139110875</c:v>
                </c:pt>
                <c:pt idx="1163">
                  <c:v>0.360160828601</c:v>
                </c:pt>
                <c:pt idx="1164">
                  <c:v>0.36217715255</c:v>
                </c:pt>
                <c:pt idx="1165">
                  <c:v>0.364187838834</c:v>
                </c:pt>
                <c:pt idx="1166">
                  <c:v>0.366192640221</c:v>
                </c:pt>
                <c:pt idx="1167">
                  <c:v>0.368191305876</c:v>
                </c:pt>
                <c:pt idx="1168">
                  <c:v>0.370183581107</c:v>
                </c:pt>
                <c:pt idx="1169">
                  <c:v>0.3721692071</c:v>
                </c:pt>
                <c:pt idx="1170">
                  <c:v>0.374147920662</c:v>
                </c:pt>
                <c:pt idx="1171">
                  <c:v>0.37611945396</c:v>
                </c:pt>
                <c:pt idx="1172">
                  <c:v>0.378083534252</c:v>
                </c:pt>
                <c:pt idx="1173">
                  <c:v>0.380039883635</c:v>
                </c:pt>
                <c:pt idx="1174">
                  <c:v>0.38198821877</c:v>
                </c:pt>
                <c:pt idx="1175">
                  <c:v>0.383928250631</c:v>
                </c:pt>
                <c:pt idx="1176">
                  <c:v>0.385859684234</c:v>
                </c:pt>
                <c:pt idx="1177">
                  <c:v>0.387782218377</c:v>
                </c:pt>
                <c:pt idx="1178">
                  <c:v>0.389695545386</c:v>
                </c:pt>
                <c:pt idx="1179">
                  <c:v>0.391599350843</c:v>
                </c:pt>
                <c:pt idx="1180">
                  <c:v>0.393493313341</c:v>
                </c:pt>
                <c:pt idx="1181">
                  <c:v>0.395377104219</c:v>
                </c:pt>
                <c:pt idx="1182">
                  <c:v>0.39725038731</c:v>
                </c:pt>
                <c:pt idx="1183">
                  <c:v>0.399112818692</c:v>
                </c:pt>
                <c:pt idx="1184">
                  <c:v>0.400964046436</c:v>
                </c:pt>
                <c:pt idx="1185">
                  <c:v>0.402803710365</c:v>
                </c:pt>
                <c:pt idx="1186">
                  <c:v>0.404631441808</c:v>
                </c:pt>
                <c:pt idx="1187">
                  <c:v>0.406446863368</c:v>
                </c:pt>
                <c:pt idx="1188">
                  <c:v>0.408249588686</c:v>
                </c:pt>
                <c:pt idx="1189">
                  <c:v>0.410039222219</c:v>
                </c:pt>
                <c:pt idx="1190">
                  <c:v>0.411815359017</c:v>
                </c:pt>
                <c:pt idx="1191">
                  <c:v>0.413577584513</c:v>
                </c:pt>
                <c:pt idx="1192">
                  <c:v>0.415325474315</c:v>
                </c:pt>
                <c:pt idx="1193">
                  <c:v>0.417058594009</c:v>
                </c:pt>
                <c:pt idx="1194">
                  <c:v>0.418776498978</c:v>
                </c:pt>
                <c:pt idx="1195">
                  <c:v>0.420478734218</c:v>
                </c:pt>
                <c:pt idx="1196">
                  <c:v>0.422164834173</c:v>
                </c:pt>
                <c:pt idx="1197">
                  <c:v>0.423834322588</c:v>
                </c:pt>
                <c:pt idx="1198">
                  <c:v>0.42548671236</c:v>
                </c:pt>
                <c:pt idx="1199">
                  <c:v>0.427121505421</c:v>
                </c:pt>
                <c:pt idx="1200">
                  <c:v>0.428738192619</c:v>
                </c:pt>
                <c:pt idx="1201">
                  <c:v>0.430336253633</c:v>
                </c:pt>
                <c:pt idx="1202">
                  <c:v>0.431915156892</c:v>
                </c:pt>
                <c:pt idx="1203">
                  <c:v>0.43347435952</c:v>
                </c:pt>
                <c:pt idx="1204">
                  <c:v>0.435013307304</c:v>
                </c:pt>
                <c:pt idx="1205">
                  <c:v>0.436531434675</c:v>
                </c:pt>
                <c:pt idx="1206">
                  <c:v>0.43802816472</c:v>
                </c:pt>
                <c:pt idx="1207">
                  <c:v>0.43950290922</c:v>
                </c:pt>
                <c:pt idx="1208">
                  <c:v>0.440955068705</c:v>
                </c:pt>
                <c:pt idx="1209">
                  <c:v>0.442384032544</c:v>
                </c:pt>
                <c:pt idx="1210">
                  <c:v>0.443789179064</c:v>
                </c:pt>
                <c:pt idx="1211">
                  <c:v>0.445169875698</c:v>
                </c:pt>
                <c:pt idx="1212">
                  <c:v>0.44652547916</c:v>
                </c:pt>
                <c:pt idx="1213">
                  <c:v>0.447855335663</c:v>
                </c:pt>
                <c:pt idx="1214">
                  <c:v>0.449158781165</c:v>
                </c:pt>
                <c:pt idx="1215">
                  <c:v>0.450435141651</c:v>
                </c:pt>
                <c:pt idx="1216">
                  <c:v>0.451683733457</c:v>
                </c:pt>
                <c:pt idx="1217">
                  <c:v>0.452903863627</c:v>
                </c:pt>
                <c:pt idx="1218">
                  <c:v>0.454094830318</c:v>
                </c:pt>
                <c:pt idx="1219">
                  <c:v>0.455255923236</c:v>
                </c:pt>
                <c:pt idx="1220">
                  <c:v>0.456386424121</c:v>
                </c:pt>
                <c:pt idx="1221">
                  <c:v>0.457485607277</c:v>
                </c:pt>
                <c:pt idx="1222">
                  <c:v>0.458552740138</c:v>
                </c:pt>
                <c:pt idx="1223">
                  <c:v>0.459587083888</c:v>
                </c:pt>
                <c:pt idx="1224">
                  <c:v>0.460587894122</c:v>
                </c:pt>
                <c:pt idx="1225">
                  <c:v>0.461554421554</c:v>
                </c:pt>
                <c:pt idx="1226">
                  <c:v>0.462485912774</c:v>
                </c:pt>
                <c:pt idx="1227">
                  <c:v>0.463381611045</c:v>
                </c:pt>
                <c:pt idx="1228">
                  <c:v>0.464240757158</c:v>
                </c:pt>
                <c:pt idx="1229">
                  <c:v>0.465062590328</c:v>
                </c:pt>
                <c:pt idx="1230">
                  <c:v>0.465846349135</c:v>
                </c:pt>
                <c:pt idx="1231">
                  <c:v>0.466591272514</c:v>
                </c:pt>
                <c:pt idx="1232">
                  <c:v>0.467296600796</c:v>
                </c:pt>
                <c:pt idx="1233">
                  <c:v>0.467961576781</c:v>
                </c:pt>
                <c:pt idx="1234">
                  <c:v>0.468585446873</c:v>
                </c:pt>
                <c:pt idx="1235">
                  <c:v>0.46916746224</c:v>
                </c:pt>
                <c:pt idx="1236">
                  <c:v>0.469706880026</c:v>
                </c:pt>
                <c:pt idx="1237">
                  <c:v>0.470202964602</c:v>
                </c:pt>
                <c:pt idx="1238">
                  <c:v>0.47065498885</c:v>
                </c:pt>
                <c:pt idx="1239">
                  <c:v>0.471062235486</c:v>
                </c:pt>
                <c:pt idx="1240">
                  <c:v>0.471423998415</c:v>
                </c:pt>
                <c:pt idx="1241">
                  <c:v>0.471739584114</c:v>
                </c:pt>
                <c:pt idx="1242">
                  <c:v>0.472008313048</c:v>
                </c:pt>
                <c:pt idx="1243">
                  <c:v>0.472229521102</c:v>
                </c:pt>
                <c:pt idx="1244">
                  <c:v>0.472402561041</c:v>
                </c:pt>
                <c:pt idx="1245">
                  <c:v>0.472526803981</c:v>
                </c:pt>
                <c:pt idx="1246">
                  <c:v>0.472601640876</c:v>
                </c:pt>
                <c:pt idx="1247">
                  <c:v>0.472626484017</c:v>
                </c:pt>
                <c:pt idx="1248">
                  <c:v>0.472600768524</c:v>
                </c:pt>
                <c:pt idx="1249">
                  <c:v>0.472523953853</c:v>
                </c:pt>
                <c:pt idx="1250">
                  <c:v>0.472395525286</c:v>
                </c:pt>
                <c:pt idx="1251">
                  <c:v>0.472214995418</c:v>
                </c:pt>
                <c:pt idx="1252">
                  <c:v>0.471981905624</c:v>
                </c:pt>
                <c:pt idx="1253">
                  <c:v>0.471695827513</c:v>
                </c:pt>
                <c:pt idx="1254">
                  <c:v>0.471356364348</c:v>
                </c:pt>
                <c:pt idx="1255">
                  <c:v>0.470963152443</c:v>
                </c:pt>
                <c:pt idx="1256">
                  <c:v>0.470515862518</c:v>
                </c:pt>
                <c:pt idx="1257">
                  <c:v>0.470014201015</c:v>
                </c:pt>
                <c:pt idx="1258">
                  <c:v>0.46945791137</c:v>
                </c:pt>
                <c:pt idx="1259">
                  <c:v>0.468846775221</c:v>
                </c:pt>
                <c:pt idx="1260">
                  <c:v>0.468180613574</c:v>
                </c:pt>
                <c:pt idx="1261">
                  <c:v>0.467459287892</c:v>
                </c:pt>
                <c:pt idx="1262">
                  <c:v>0.46668270112</c:v>
                </c:pt>
                <c:pt idx="1263">
                  <c:v>0.465850798639</c:v>
                </c:pt>
                <c:pt idx="1264">
                  <c:v>0.464963569137</c:v>
                </c:pt>
                <c:pt idx="1265">
                  <c:v>0.464021045397</c:v>
                </c:pt>
                <c:pt idx="1266">
                  <c:v>0.463023304999</c:v>
                </c:pt>
                <c:pt idx="1267">
                  <c:v>0.461970470931</c:v>
                </c:pt>
                <c:pt idx="1268">
                  <c:v>0.460862712096</c:v>
                </c:pt>
                <c:pt idx="1269">
                  <c:v>0.459700243728</c:v>
                </c:pt>
                <c:pt idx="1270">
                  <c:v>0.458483327701</c:v>
                </c:pt>
                <c:pt idx="1271">
                  <c:v>0.457212272733</c:v>
                </c:pt>
                <c:pt idx="1272">
                  <c:v>0.45588743448</c:v>
                </c:pt>
                <c:pt idx="1273">
                  <c:v>0.454509215521</c:v>
                </c:pt>
                <c:pt idx="1274">
                  <c:v>0.453078065232</c:v>
                </c:pt>
                <c:pt idx="1275">
                  <c:v>0.451594479544</c:v>
                </c:pt>
                <c:pt idx="1276">
                  <c:v>0.45005900059</c:v>
                </c:pt>
                <c:pt idx="1277">
                  <c:v>0.448472216236</c:v>
                </c:pt>
                <c:pt idx="1278">
                  <c:v>0.446834759504</c:v>
                </c:pt>
                <c:pt idx="1279">
                  <c:v>0.445147307871</c:v>
                </c:pt>
                <c:pt idx="1280">
                  <c:v>0.443410582472</c:v>
                </c:pt>
                <c:pt idx="1281">
                  <c:v>0.44162534718</c:v>
                </c:pt>
                <c:pt idx="1282">
                  <c:v>0.43979240759</c:v>
                </c:pt>
                <c:pt idx="1283">
                  <c:v>0.43791260989</c:v>
                </c:pt>
                <c:pt idx="1284">
                  <c:v>0.435986839643</c:v>
                </c:pt>
                <c:pt idx="1285">
                  <c:v>0.434016020457</c:v>
                </c:pt>
                <c:pt idx="1286">
                  <c:v>0.432001112582</c:v>
                </c:pt>
                <c:pt idx="1287">
                  <c:v>0.4299431114</c:v>
                </c:pt>
                <c:pt idx="1288">
                  <c:v>0.427843045851</c:v>
                </c:pt>
                <c:pt idx="1289">
                  <c:v>0.425701976768</c:v>
                </c:pt>
                <c:pt idx="1290">
                  <c:v>0.423520995149</c:v>
                </c:pt>
                <c:pt idx="1291">
                  <c:v>0.421301220366</c:v>
                </c:pt>
                <c:pt idx="1292">
                  <c:v>0.419043798308</c:v>
                </c:pt>
                <c:pt idx="1293">
                  <c:v>0.416749899479</c:v>
                </c:pt>
                <c:pt idx="1294">
                  <c:v>0.414420717054</c:v>
                </c:pt>
                <c:pt idx="1295">
                  <c:v>0.412057464889</c:v>
                </c:pt>
                <c:pt idx="1296">
                  <c:v>0.409661375506</c:v>
                </c:pt>
                <c:pt idx="1297">
                  <c:v>0.407233698057</c:v>
                </c:pt>
                <c:pt idx="1298">
                  <c:v>0.404775696266</c:v>
                </c:pt>
                <c:pt idx="1299">
                  <c:v>0.402288646366</c:v>
                </c:pt>
                <c:pt idx="1300">
                  <c:v>0.399773835038</c:v>
                </c:pt>
                <c:pt idx="1301">
                  <c:v>0.397232557341</c:v>
                </c:pt>
                <c:pt idx="1302">
                  <c:v>0.394666114676</c:v>
                </c:pt>
                <c:pt idx="1303">
                  <c:v>0.392075812745</c:v>
                </c:pt>
                <c:pt idx="1304">
                  <c:v>0.389462959557</c:v>
                </c:pt>
                <c:pt idx="1305">
                  <c:v>0.386828863445</c:v>
                </c:pt>
                <c:pt idx="1306">
                  <c:v>0.384174831139</c:v>
                </c:pt>
                <c:pt idx="1307">
                  <c:v>0.381502165866</c:v>
                </c:pt>
                <c:pt idx="1308">
                  <c:v>0.378812165508</c:v>
                </c:pt>
                <c:pt idx="1309">
                  <c:v>0.376106120807</c:v>
                </c:pt>
                <c:pt idx="1310">
                  <c:v>0.373385313633</c:v>
                </c:pt>
                <c:pt idx="1311">
                  <c:v>0.370651015306</c:v>
                </c:pt>
                <c:pt idx="1312">
                  <c:v>0.367904484991</c:v>
                </c:pt>
                <c:pt idx="1313">
                  <c:v>0.365146968153</c:v>
                </c:pt>
                <c:pt idx="1314">
                  <c:v>0.362379695094</c:v>
                </c:pt>
                <c:pt idx="1315">
                  <c:v>0.359603879551</c:v>
                </c:pt>
                <c:pt idx="1316">
                  <c:v>0.356820717382</c:v>
                </c:pt>
                <c:pt idx="1317">
                  <c:v>0.35403138532</c:v>
                </c:pt>
                <c:pt idx="1318">
                  <c:v>0.351237039815</c:v>
                </c:pt>
                <c:pt idx="1319">
                  <c:v>0.348438815944</c:v>
                </c:pt>
                <c:pt idx="1320">
                  <c:v>0.345637826414</c:v>
                </c:pt>
                <c:pt idx="1321">
                  <c:v>0.342835160638</c:v>
                </c:pt>
                <c:pt idx="1322">
                  <c:v>0.340031883892</c:v>
                </c:pt>
                <c:pt idx="1323">
                  <c:v>0.337229036552</c:v>
                </c:pt>
                <c:pt idx="1324">
                  <c:v>0.334427633411</c:v>
                </c:pt>
                <c:pt idx="1325">
                  <c:v>0.331628663076</c:v>
                </c:pt>
                <c:pt idx="1326">
                  <c:v>0.328833087432</c:v>
                </c:pt>
                <c:pt idx="1327">
                  <c:v>0.326041841198</c:v>
                </c:pt>
                <c:pt idx="1328">
                  <c:v>0.323255831534</c:v>
                </c:pt>
                <c:pt idx="1329">
                  <c:v>0.320475937741</c:v>
                </c:pt>
                <c:pt idx="1330">
                  <c:v>0.31770301101</c:v>
                </c:pt>
                <c:pt idx="1331">
                  <c:v>0.314937874254</c:v>
                </c:pt>
                <c:pt idx="1332">
                  <c:v>0.312181321993</c:v>
                </c:pt>
                <c:pt idx="1333">
                  <c:v>0.309434120302</c:v>
                </c:pt>
                <c:pt idx="1334">
                  <c:v>0.306697006825</c:v>
                </c:pt>
                <c:pt idx="1335">
                  <c:v>0.303970690829</c:v>
                </c:pt>
                <c:pt idx="1336">
                  <c:v>0.301255853329</c:v>
                </c:pt>
                <c:pt idx="1337">
                  <c:v>0.29855314725</c:v>
                </c:pt>
                <c:pt idx="1338">
                  <c:v>0.295863197639</c:v>
                </c:pt>
                <c:pt idx="1339">
                  <c:v>0.293186601927</c:v>
                </c:pt>
                <c:pt idx="1340">
                  <c:v>0.290523930217</c:v>
                </c:pt>
                <c:pt idx="1341">
                  <c:v>0.287875725633</c:v>
                </c:pt>
                <c:pt idx="1342">
                  <c:v>0.285242504677</c:v>
                </c:pt>
                <c:pt idx="1343">
                  <c:v>0.282624757643</c:v>
                </c:pt>
                <c:pt idx="1344">
                  <c:v>0.280022949047</c:v>
                </c:pt>
                <c:pt idx="1345">
                  <c:v>0.277437518082</c:v>
                </c:pt>
                <c:pt idx="1346">
                  <c:v>0.274868879108</c:v>
                </c:pt>
                <c:pt idx="1347">
                  <c:v>0.272317422156</c:v>
                </c:pt>
                <c:pt idx="1348">
                  <c:v>0.269783513451</c:v>
                </c:pt>
                <c:pt idx="1349">
                  <c:v>0.267267495952</c:v>
                </c:pt>
                <c:pt idx="1350">
                  <c:v>0.264769689914</c:v>
                </c:pt>
                <c:pt idx="1351">
                  <c:v>0.262290393449</c:v>
                </c:pt>
                <c:pt idx="1352">
                  <c:v>0.259829883109</c:v>
                </c:pt>
                <c:pt idx="1353">
                  <c:v>0.25738841447</c:v>
                </c:pt>
                <c:pt idx="1354">
                  <c:v>0.254966222727</c:v>
                </c:pt>
                <c:pt idx="1355">
                  <c:v>0.252563523287</c:v>
                </c:pt>
                <c:pt idx="1356">
                  <c:v>0.250180512374</c:v>
                </c:pt>
                <c:pt idx="1357">
                  <c:v>0.247817367628</c:v>
                </c:pt>
                <c:pt idx="1358">
                  <c:v>0.245474248703</c:v>
                </c:pt>
                <c:pt idx="1359">
                  <c:v>0.243151297874</c:v>
                </c:pt>
                <c:pt idx="1360">
                  <c:v>0.240848640624</c:v>
                </c:pt>
                <c:pt idx="1361">
                  <c:v>0.238566386243</c:v>
                </c:pt>
                <c:pt idx="1362">
                  <c:v>0.236304628414</c:v>
                </c:pt>
                <c:pt idx="1363">
                  <c:v>0.234063445792</c:v>
                </c:pt>
                <c:pt idx="1364">
                  <c:v>0.23184290258</c:v>
                </c:pt>
                <c:pt idx="1365">
                  <c:v>0.229643049094</c:v>
                </c:pt>
                <c:pt idx="1366">
                  <c:v>0.22746392232</c:v>
                </c:pt>
                <c:pt idx="1367">
                  <c:v>0.225305546464</c:v>
                </c:pt>
                <c:pt idx="1368">
                  <c:v>0.223167933488</c:v>
                </c:pt>
                <c:pt idx="1369">
                  <c:v>0.22105108364</c:v>
                </c:pt>
                <c:pt idx="1370">
                  <c:v>0.218954985968</c:v>
                </c:pt>
                <c:pt idx="1371">
                  <c:v>0.216879618827</c:v>
                </c:pt>
                <c:pt idx="1372">
                  <c:v>0.214824950375</c:v>
                </c:pt>
                <c:pt idx="1373">
                  <c:v>0.212790939051</c:v>
                </c:pt>
                <c:pt idx="1374">
                  <c:v>0.210777534048</c:v>
                </c:pt>
                <c:pt idx="1375">
                  <c:v>0.20878467577</c:v>
                </c:pt>
                <c:pt idx="1376">
                  <c:v>0.206812296276</c:v>
                </c:pt>
                <c:pt idx="1377">
                  <c:v>0.204860319714</c:v>
                </c:pt>
                <c:pt idx="1378">
                  <c:v>0.202928662739</c:v>
                </c:pt>
                <c:pt idx="1379">
                  <c:v>0.201017234925</c:v>
                </c:pt>
                <c:pt idx="1380">
                  <c:v>0.199125939154</c:v>
                </c:pt>
                <c:pt idx="1381">
                  <c:v>0.197254672002</c:v>
                </c:pt>
                <c:pt idx="1382">
                  <c:v>0.195403324109</c:v>
                </c:pt>
                <c:pt idx="1383">
                  <c:v>0.193571780535</c:v>
                </c:pt>
                <c:pt idx="1384">
                  <c:v>0.191759921106</c:v>
                </c:pt>
                <c:pt idx="1385">
                  <c:v>0.189967620747</c:v>
                </c:pt>
                <c:pt idx="1386">
                  <c:v>0.188194749805</c:v>
                </c:pt>
                <c:pt idx="1387">
                  <c:v>0.186441174357</c:v>
                </c:pt>
                <c:pt idx="1388">
                  <c:v>0.184706756509</c:v>
                </c:pt>
                <c:pt idx="1389">
                  <c:v>0.18299135468</c:v>
                </c:pt>
                <c:pt idx="1390">
                  <c:v>0.181294823884</c:v>
                </c:pt>
                <c:pt idx="1391">
                  <c:v>0.179617015989</c:v>
                </c:pt>
                <c:pt idx="1392">
                  <c:v>0.177957779972</c:v>
                </c:pt>
                <c:pt idx="1393">
                  <c:v>0.176316962168</c:v>
                </c:pt>
                <c:pt idx="1394">
                  <c:v>0.174694406497</c:v>
                </c:pt>
                <c:pt idx="1395">
                  <c:v>0.173089954693</c:v>
                </c:pt>
                <c:pt idx="1396">
                  <c:v>0.171503446514</c:v>
                </c:pt>
                <c:pt idx="1397">
                  <c:v>0.169934719952</c:v>
                </c:pt>
                <c:pt idx="1398">
                  <c:v>0.168383611425</c:v>
                </c:pt>
                <c:pt idx="1399">
                  <c:v>0.166849955965</c:v>
                </c:pt>
                <c:pt idx="1400">
                  <c:v>0.165333587397</c:v>
                </c:pt>
                <c:pt idx="1401">
                  <c:v>0.163834338509</c:v>
                </c:pt>
                <c:pt idx="1402">
                  <c:v>0.162352041215</c:v>
                </c:pt>
                <c:pt idx="1403">
                  <c:v>0.160886526708</c:v>
                </c:pt>
                <c:pt idx="1404">
                  <c:v>0.159437625608</c:v>
                </c:pt>
                <c:pt idx="1405">
                  <c:v>0.1580051681</c:v>
                </c:pt>
                <c:pt idx="1406">
                  <c:v>0.156588984071</c:v>
                </c:pt>
                <c:pt idx="1407">
                  <c:v>0.155188903229</c:v>
                </c:pt>
                <c:pt idx="1408">
                  <c:v>0.153804755229</c:v>
                </c:pt>
                <c:pt idx="1409">
                  <c:v>0.152436369782</c:v>
                </c:pt>
                <c:pt idx="1410">
                  <c:v>0.151083576762</c:v>
                </c:pt>
                <c:pt idx="1411">
                  <c:v>0.149746206311</c:v>
                </c:pt>
                <c:pt idx="1412">
                  <c:v>0.14842408893</c:v>
                </c:pt>
                <c:pt idx="1413">
                  <c:v>0.14711705557</c:v>
                </c:pt>
                <c:pt idx="1414">
                  <c:v>0.145824937721</c:v>
                </c:pt>
                <c:pt idx="1415">
                  <c:v>0.144547567487</c:v>
                </c:pt>
                <c:pt idx="1416">
                  <c:v>0.143284777662</c:v>
                </c:pt>
                <c:pt idx="1417">
                  <c:v>0.142036401804</c:v>
                </c:pt>
                <c:pt idx="1418">
                  <c:v>0.140802274297</c:v>
                </c:pt>
                <c:pt idx="1419">
                  <c:v>0.139582230417</c:v>
                </c:pt>
                <c:pt idx="1420">
                  <c:v>0.138376106385</c:v>
                </c:pt>
                <c:pt idx="1421">
                  <c:v>0.137183739426</c:v>
                </c:pt>
                <c:pt idx="1422">
                  <c:v>0.136004967818</c:v>
                </c:pt>
                <c:pt idx="1423">
                  <c:v>0.134839630936</c:v>
                </c:pt>
                <c:pt idx="1424">
                  <c:v>0.133687569299</c:v>
                </c:pt>
                <c:pt idx="1425">
                  <c:v>0.132548624609</c:v>
                </c:pt>
                <c:pt idx="1426">
                  <c:v>0.131422639788</c:v>
                </c:pt>
                <c:pt idx="1427">
                  <c:v>0.130309459013</c:v>
                </c:pt>
                <c:pt idx="1428">
                  <c:v>0.129208927745</c:v>
                </c:pt>
                <c:pt idx="1429">
                  <c:v>0.128120892763</c:v>
                </c:pt>
                <c:pt idx="1430">
                  <c:v>0.127045202184</c:v>
                </c:pt>
                <c:pt idx="1431">
                  <c:v>0.12598170549</c:v>
                </c:pt>
                <c:pt idx="1432">
                  <c:v>0.124930253551</c:v>
                </c:pt>
                <c:pt idx="1433">
                  <c:v>0.12389069864</c:v>
                </c:pt>
                <c:pt idx="1434">
                  <c:v>0.122862894456</c:v>
                </c:pt>
                <c:pt idx="1435">
                  <c:v>0.121846696134</c:v>
                </c:pt>
                <c:pt idx="1436">
                  <c:v>0.120841960259</c:v>
                </c:pt>
                <c:pt idx="1437">
                  <c:v>0.119848544882</c:v>
                </c:pt>
                <c:pt idx="1438">
                  <c:v>0.118866309525</c:v>
                </c:pt>
                <c:pt idx="1439">
                  <c:v>0.117895115192</c:v>
                </c:pt>
                <c:pt idx="1440">
                  <c:v>0.116934824375</c:v>
                </c:pt>
                <c:pt idx="1441">
                  <c:v>0.115985301058</c:v>
                </c:pt>
                <c:pt idx="1442">
                  <c:v>0.115046410723</c:v>
                </c:pt>
                <c:pt idx="1443">
                  <c:v>0.114118020354</c:v>
                </c:pt>
                <c:pt idx="1444">
                  <c:v>0.113199998433</c:v>
                </c:pt>
                <c:pt idx="1445">
                  <c:v>0.112292214947</c:v>
                </c:pt>
                <c:pt idx="1446">
                  <c:v>0.111394541381</c:v>
                </c:pt>
                <c:pt idx="1447">
                  <c:v>0.110506850723</c:v>
                </c:pt>
                <c:pt idx="1448">
                  <c:v>0.109629017455</c:v>
                </c:pt>
                <c:pt idx="1449">
                  <c:v>0.108760917552</c:v>
                </c:pt>
                <c:pt idx="1450">
                  <c:v>0.107902428481</c:v>
                </c:pt>
                <c:pt idx="1451">
                  <c:v>0.107053429188</c:v>
                </c:pt>
                <c:pt idx="1452">
                  <c:v>0.1062138001</c:v>
                </c:pt>
                <c:pt idx="1453">
                  <c:v>0.105383423113</c:v>
                </c:pt>
                <c:pt idx="1454">
                  <c:v>0.104562181588</c:v>
                </c:pt>
                <c:pt idx="1455">
                  <c:v>0.10374996034</c:v>
                </c:pt>
                <c:pt idx="1456">
                  <c:v>0.102946645632</c:v>
                </c:pt>
                <c:pt idx="1457">
                  <c:v>0.102152125167</c:v>
                </c:pt>
                <c:pt idx="1458">
                  <c:v>0.101366288075</c:v>
                </c:pt>
                <c:pt idx="1459">
                  <c:v>0.100589024904</c:v>
                </c:pt>
                <c:pt idx="1460">
                  <c:v>0.0998202276132</c:v>
                </c:pt>
                <c:pt idx="1461">
                  <c:v>0.0990597895582</c:v>
                </c:pt>
                <c:pt idx="1462">
                  <c:v>0.0983076054818</c:v>
                </c:pt>
                <c:pt idx="1463">
                  <c:v>0.0975635715023</c:v>
                </c:pt>
                <c:pt idx="1464">
                  <c:v>0.0968275851017</c:v>
                </c:pt>
                <c:pt idx="1465">
                  <c:v>0.0960995451141</c:v>
                </c:pt>
                <c:pt idx="1466">
                  <c:v>0.0953793517133</c:v>
                </c:pt>
                <c:pt idx="1467">
                  <c:v>0.0946669064004</c:v>
                </c:pt>
                <c:pt idx="1468">
                  <c:v>0.0939621119912</c:v>
                </c:pt>
                <c:pt idx="1469">
                  <c:v>0.0932648726036</c:v>
                </c:pt>
                <c:pt idx="1470">
                  <c:v>0.0925750936445</c:v>
                </c:pt>
                <c:pt idx="1471">
                  <c:v>0.0918926817968</c:v>
                </c:pt>
                <c:pt idx="1472">
                  <c:v>0.0912175450062</c:v>
                </c:pt>
                <c:pt idx="1473">
                  <c:v>0.0905495924681</c:v>
                </c:pt>
                <c:pt idx="1474">
                  <c:v>0.0898887346141</c:v>
                </c:pt>
                <c:pt idx="1475">
                  <c:v>0.0892348830982</c:v>
                </c:pt>
                <c:pt idx="1476">
                  <c:v>0.0885879507842</c:v>
                </c:pt>
                <c:pt idx="1477">
                  <c:v>0.0879478517314</c:v>
                </c:pt>
                <c:pt idx="1478">
                  <c:v>0.0873145011812</c:v>
                </c:pt>
                <c:pt idx="1479">
                  <c:v>0.086687815544</c:v>
                </c:pt>
                <c:pt idx="1480">
                  <c:v>0.0860677123849</c:v>
                </c:pt>
                <c:pt idx="1481">
                  <c:v>0.0854541104108</c:v>
                </c:pt>
                <c:pt idx="1482">
                  <c:v>0.0848469294562</c:v>
                </c:pt>
                <c:pt idx="1483">
                  <c:v>0.0842460904705</c:v>
                </c:pt>
                <c:pt idx="1484">
                  <c:v>0.0836515155036</c:v>
                </c:pt>
                <c:pt idx="1485">
                  <c:v>0.0830631276931</c:v>
                </c:pt>
                <c:pt idx="1486">
                  <c:v>0.0824808512507</c:v>
                </c:pt>
                <c:pt idx="1487">
                  <c:v>0.0819046114487</c:v>
                </c:pt>
                <c:pt idx="1488">
                  <c:v>0.0813343346069</c:v>
                </c:pt>
                <c:pt idx="1489">
                  <c:v>0.0807699480795</c:v>
                </c:pt>
                <c:pt idx="1490">
                  <c:v>0.0802113802416</c:v>
                </c:pt>
                <c:pt idx="1491">
                  <c:v>0.0796585604765</c:v>
                </c:pt>
                <c:pt idx="1492">
                  <c:v>0.0791114191626</c:v>
                </c:pt>
                <c:pt idx="1493">
                  <c:v>0.0785698876604</c:v>
                </c:pt>
                <c:pt idx="1494">
                  <c:v>0.0780338983001</c:v>
                </c:pt>
                <c:pt idx="1495">
                  <c:v>0.0775033843684</c:v>
                </c:pt>
                <c:pt idx="1496">
                  <c:v>0.0769782800962</c:v>
                </c:pt>
                <c:pt idx="1497">
                  <c:v>0.0764585206464</c:v>
                </c:pt>
                <c:pt idx="1498">
                  <c:v>0.075944042101</c:v>
                </c:pt>
                <c:pt idx="1499">
                  <c:v>0.0754347814492</c:v>
                </c:pt>
                <c:pt idx="1500">
                  <c:v>0.0749306765751</c:v>
                </c:pt>
                <c:pt idx="1501">
                  <c:v>0.0744316662458</c:v>
                </c:pt>
                <c:pt idx="1502">
                  <c:v>0.0739376900995</c:v>
                </c:pt>
                <c:pt idx="1503">
                  <c:v>0.0734486886336</c:v>
                </c:pt>
                <c:pt idx="1504">
                  <c:v>0.072964603193</c:v>
                </c:pt>
                <c:pt idx="1505">
                  <c:v>0.072485375959</c:v>
                </c:pt>
                <c:pt idx="1506">
                  <c:v>0.0720109499373</c:v>
                </c:pt>
                <c:pt idx="1507">
                  <c:v>0.071541268947</c:v>
                </c:pt>
                <c:pt idx="1508">
                  <c:v>0.0710762776094</c:v>
                </c:pt>
                <c:pt idx="1509">
                  <c:v>0.0706159213371</c:v>
                </c:pt>
                <c:pt idx="1510">
                  <c:v>0.0701601463229</c:v>
                </c:pt>
                <c:pt idx="1511">
                  <c:v>0.0697088995289</c:v>
                </c:pt>
                <c:pt idx="1512">
                  <c:v>0.0692621286764</c:v>
                </c:pt>
                <c:pt idx="1513">
                  <c:v>0.0688197822347</c:v>
                </c:pt>
                <c:pt idx="1514">
                  <c:v>0.0683818094112</c:v>
                </c:pt>
                <c:pt idx="1515">
                  <c:v>0.0679481601406</c:v>
                </c:pt>
                <c:pt idx="1516">
                  <c:v>0.0675187850755</c:v>
                </c:pt>
                <c:pt idx="1517">
                  <c:v>0.0670936355757</c:v>
                </c:pt>
                <c:pt idx="1518">
                  <c:v>0.0666726636986</c:v>
                </c:pt>
                <c:pt idx="1519">
                  <c:v>0.0662558221894</c:v>
                </c:pt>
                <c:pt idx="1520">
                  <c:v>0.0658430644714</c:v>
                </c:pt>
                <c:pt idx="1521">
                  <c:v>0.0654343446367</c:v>
                </c:pt>
                <c:pt idx="1522">
                  <c:v>0.0650296174363</c:v>
                </c:pt>
                <c:pt idx="1523">
                  <c:v>0.0646288382714</c:v>
                </c:pt>
                <c:pt idx="1524">
                  <c:v>0.0642319631838</c:v>
                </c:pt>
                <c:pt idx="1525">
                  <c:v>0.0638389488471</c:v>
                </c:pt>
                <c:pt idx="1526">
                  <c:v>0.0634497525577</c:v>
                </c:pt>
                <c:pt idx="1527">
                  <c:v>0.0630643322259</c:v>
                </c:pt>
                <c:pt idx="1528">
                  <c:v>0.0626826463674</c:v>
                </c:pt>
                <c:pt idx="1529">
                  <c:v>0.0623046540944</c:v>
                </c:pt>
                <c:pt idx="1530">
                  <c:v>0.0619303151077</c:v>
                </c:pt>
                <c:pt idx="1531">
                  <c:v>0.0615595896876</c:v>
                </c:pt>
                <c:pt idx="1532">
                  <c:v>0.0611924386862</c:v>
                </c:pt>
                <c:pt idx="1533">
                  <c:v>0.0608288235191</c:v>
                </c:pt>
                <c:pt idx="1534">
                  <c:v>0.0604687061572</c:v>
                </c:pt>
                <c:pt idx="1535">
                  <c:v>0.0601120491189</c:v>
                </c:pt>
                <c:pt idx="1536">
                  <c:v>0.0597588154626</c:v>
                </c:pt>
                <c:pt idx="1537">
                  <c:v>0.059408968778</c:v>
                </c:pt>
                <c:pt idx="1538">
                  <c:v>0.0590624731797</c:v>
                </c:pt>
                <c:pt idx="1539">
                  <c:v>0.0587192932986</c:v>
                </c:pt>
                <c:pt idx="1540">
                  <c:v>0.0583793942752</c:v>
                </c:pt>
                <c:pt idx="1541">
                  <c:v>0.0580427417515</c:v>
                </c:pt>
                <c:pt idx="1542">
                  <c:v>0.0577093018647</c:v>
                </c:pt>
                <c:pt idx="1543">
                  <c:v>0.0573790412391</c:v>
                </c:pt>
                <c:pt idx="1544">
                  <c:v>0.0570519269794</c:v>
                </c:pt>
                <c:pt idx="1545">
                  <c:v>0.0567279266637</c:v>
                </c:pt>
                <c:pt idx="1546">
                  <c:v>0.0564070083367</c:v>
                </c:pt>
                <c:pt idx="1547">
                  <c:v>0.0560891405023</c:v>
                </c:pt>
                <c:pt idx="1548">
                  <c:v>0.0557742921174</c:v>
                </c:pt>
                <c:pt idx="1549">
                  <c:v>0.055462432585</c:v>
                </c:pt>
                <c:pt idx="1550">
                  <c:v>0.0551535317473</c:v>
                </c:pt>
                <c:pt idx="1551">
                  <c:v>0.0548475598796</c:v>
                </c:pt>
                <c:pt idx="1552">
                  <c:v>0.0545444876834</c:v>
                </c:pt>
                <c:pt idx="1553">
                  <c:v>0.05424428628</c:v>
                </c:pt>
                <c:pt idx="1554">
                  <c:v>0.0539469272044</c:v>
                </c:pt>
                <c:pt idx="1555">
                  <c:v>0.0536523823987</c:v>
                </c:pt>
                <c:pt idx="1556">
                  <c:v>0.0533606242059</c:v>
                </c:pt>
                <c:pt idx="1557">
                  <c:v>0.0530716253635</c:v>
                </c:pt>
                <c:pt idx="1558">
                  <c:v>0.0527853589978</c:v>
                </c:pt>
                <c:pt idx="1559">
                  <c:v>0.0525017986173</c:v>
                </c:pt>
                <c:pt idx="1560">
                  <c:v>0.0522209181068</c:v>
                </c:pt>
                <c:pt idx="1561">
                  <c:v>0.0519426917213</c:v>
                </c:pt>
                <c:pt idx="1562">
                  <c:v>0.05166709408</c:v>
                </c:pt>
                <c:pt idx="1563">
                  <c:v>0.0513941001604</c:v>
                </c:pt>
                <c:pt idx="1564">
                  <c:v>0.0511236852922</c:v>
                </c:pt>
                <c:pt idx="1565">
                  <c:v>0.0508558251517</c:v>
                </c:pt>
                <c:pt idx="1566">
                  <c:v>0.0505904957553</c:v>
                </c:pt>
                <c:pt idx="1567">
                  <c:v>0.0503276734541</c:v>
                </c:pt>
                <c:pt idx="1568">
                  <c:v>0.0500673349282</c:v>
                </c:pt>
                <c:pt idx="1569">
                  <c:v>0.0498094571801</c:v>
                </c:pt>
                <c:pt idx="1570">
                  <c:v>0.0495540175297</c:v>
                </c:pt>
                <c:pt idx="1571">
                  <c:v>0.0493009936078</c:v>
                </c:pt>
                <c:pt idx="1572">
                  <c:v>0.0490503633509</c:v>
                </c:pt>
                <c:pt idx="1573">
                  <c:v>0.0488021049946</c:v>
                </c:pt>
                <c:pt idx="1574">
                  <c:v>0.0485561970685</c:v>
                </c:pt>
                <c:pt idx="1575">
                  <c:v>0.0483126183899</c:v>
                </c:pt>
                <c:pt idx="1576">
                  <c:v>0.0480713480582</c:v>
                </c:pt>
                <c:pt idx="1577">
                  <c:v>0.0478323654486</c:v>
                </c:pt>
                <c:pt idx="1578">
                  <c:v>0.0475956502069</c:v>
                </c:pt>
                <c:pt idx="1579">
                  <c:v>0.0473611822429</c:v>
                </c:pt>
                <c:pt idx="1580">
                  <c:v>0.047128941725</c:v>
                </c:pt>
                <c:pt idx="1581">
                  <c:v>0.0468989090736</c:v>
                </c:pt>
                <c:pt idx="1582">
                  <c:v>0.0466710649559</c:v>
                </c:pt>
                <c:pt idx="1583">
                  <c:v>0.046445390279</c:v>
                </c:pt>
                <c:pt idx="1584">
                  <c:v>0.0462218661846</c:v>
                </c:pt>
                <c:pt idx="1585">
                  <c:v>0.0460004740423</c:v>
                </c:pt>
                <c:pt idx="1586">
                  <c:v>0.0457811954435</c:v>
                </c:pt>
                <c:pt idx="1587">
                  <c:v>0.0455640121956</c:v>
                </c:pt>
                <c:pt idx="1588">
                  <c:v>0.045348906315</c:v>
                </c:pt>
                <c:pt idx="1589">
                  <c:v>0.0451358600215</c:v>
                </c:pt>
                <c:pt idx="1590">
                  <c:v>0.0449248557313</c:v>
                </c:pt>
                <c:pt idx="1591">
                  <c:v>0.0447158760508</c:v>
                </c:pt>
                <c:pt idx="1592">
                  <c:v>0.04450890377</c:v>
                </c:pt>
                <c:pt idx="1593">
                  <c:v>0.0443039218558</c:v>
                </c:pt>
                <c:pt idx="1594">
                  <c:v>0.0441009134455</c:v>
                </c:pt>
                <c:pt idx="1595">
                  <c:v>0.0438998618398</c:v>
                </c:pt>
                <c:pt idx="1596">
                  <c:v>0.0437007504962</c:v>
                </c:pt>
                <c:pt idx="1597">
                  <c:v>0.0435035630219</c:v>
                </c:pt>
                <c:pt idx="1598">
                  <c:v>0.0433082831667</c:v>
                </c:pt>
                <c:pt idx="1599">
                  <c:v>0.0431148948161</c:v>
                </c:pt>
                <c:pt idx="1600">
                  <c:v>0.0429233819841</c:v>
                </c:pt>
                <c:pt idx="1601">
                  <c:v>0.0427337288059</c:v>
                </c:pt>
                <c:pt idx="1602">
                  <c:v>0.0425459195303</c:v>
                </c:pt>
                <c:pt idx="1603">
                  <c:v>0.0423599385127</c:v>
                </c:pt>
                <c:pt idx="1604">
                  <c:v>0.0421757702074</c:v>
                </c:pt>
                <c:pt idx="1605">
                  <c:v>0.0419933991597</c:v>
                </c:pt>
                <c:pt idx="1606">
                  <c:v>0.0418128099987</c:v>
                </c:pt>
                <c:pt idx="1607">
                  <c:v>0.041633987429</c:v>
                </c:pt>
                <c:pt idx="1608">
                  <c:v>0.0414569162235</c:v>
                </c:pt>
                <c:pt idx="1609">
                  <c:v>0.0412815812146</c:v>
                </c:pt>
                <c:pt idx="1610">
                  <c:v>0.0411079672873</c:v>
                </c:pt>
                <c:pt idx="1611">
                  <c:v>0.0409360593699</c:v>
                </c:pt>
                <c:pt idx="1612">
                  <c:v>0.0407658424269</c:v>
                </c:pt>
                <c:pt idx="1613">
                  <c:v>0.0405973014503</c:v>
                </c:pt>
                <c:pt idx="1614">
                  <c:v>0.0404304214516</c:v>
                </c:pt>
                <c:pt idx="1615">
                  <c:v>0.0402651874531</c:v>
                </c:pt>
                <c:pt idx="1616">
                  <c:v>0.0401015844804</c:v>
                </c:pt>
                <c:pt idx="1617">
                  <c:v>0.0399395975532</c:v>
                </c:pt>
                <c:pt idx="1618">
                  <c:v>0.0397792116777</c:v>
                </c:pt>
                <c:pt idx="1619">
                  <c:v>0.0396204118377</c:v>
                </c:pt>
                <c:pt idx="1620">
                  <c:v>0.0394631829867</c:v>
                </c:pt>
                <c:pt idx="1621">
                  <c:v>0.0393075100396</c:v>
                </c:pt>
                <c:pt idx="1622">
                  <c:v>0.0391533778642</c:v>
                </c:pt>
                <c:pt idx="1623">
                  <c:v>0.0390007712734</c:v>
                </c:pt>
                <c:pt idx="1624">
                  <c:v>0.0388496750169</c:v>
                </c:pt>
                <c:pt idx="1625">
                  <c:v>0.0387000737731</c:v>
                </c:pt>
                <c:pt idx="1626">
                  <c:v>0.0385519521417</c:v>
                </c:pt>
                <c:pt idx="1627">
                  <c:v>0.0384052946357</c:v>
                </c:pt>
                <c:pt idx="1628">
                  <c:v>0.0382600856737</c:v>
                </c:pt>
                <c:pt idx="1629">
                  <c:v>0.038116309573</c:v>
                </c:pt>
                <c:pt idx="1630">
                  <c:v>0.0379739505422</c:v>
                </c:pt>
                <c:pt idx="1631">
                  <c:v>0.0378329926744</c:v>
                </c:pt>
                <c:pt idx="1632">
                  <c:v>0.0376934199405</c:v>
                </c:pt>
                <c:pt idx="1633">
                  <c:v>0.037555216183</c:v>
                </c:pt>
                <c:pt idx="1634">
                  <c:v>0.0374183651102</c:v>
                </c:pt>
                <c:pt idx="1635">
                  <c:v>0.0372828502904</c:v>
                </c:pt>
                <c:pt idx="1636">
                  <c:v>0.0371486551466</c:v>
                </c:pt>
                <c:pt idx="1637">
                  <c:v>0.0370157629522</c:v>
                </c:pt>
                <c:pt idx="1638">
                  <c:v>0.0368841568261</c:v>
                </c:pt>
                <c:pt idx="1639">
                  <c:v>0.0367538197295</c:v>
                </c:pt>
                <c:pt idx="1640">
                  <c:v>0.0366247344623</c:v>
                </c:pt>
                <c:pt idx="1641">
                  <c:v>0.0364968836605</c:v>
                </c:pt>
                <c:pt idx="1642">
                  <c:v>0.0363702497941</c:v>
                </c:pt>
                <c:pt idx="1643">
                  <c:v>0.0362448151657</c:v>
                </c:pt>
                <c:pt idx="1644">
                  <c:v>0.0361205619098</c:v>
                </c:pt>
                <c:pt idx="1645">
                  <c:v>0.0359974719927</c:v>
                </c:pt>
                <c:pt idx="1646">
                  <c:v>0.0358755272132</c:v>
                </c:pt>
                <c:pt idx="1647">
                  <c:v>0.0357547092041</c:v>
                </c:pt>
                <c:pt idx="1648">
                  <c:v>0.0356349994345</c:v>
                </c:pt>
                <c:pt idx="1649">
                  <c:v>0.035516379213</c:v>
                </c:pt>
                <c:pt idx="1650">
                  <c:v>0.0353988296914</c:v>
                </c:pt>
                <c:pt idx="1651">
                  <c:v>0.0352823318701</c:v>
                </c:pt>
                <c:pt idx="1652">
                  <c:v>0.0351668666034</c:v>
                </c:pt>
                <c:pt idx="1653">
                  <c:v>0.0350524146064</c:v>
                </c:pt>
                <c:pt idx="1654">
                  <c:v>0.0349389564629</c:v>
                </c:pt>
                <c:pt idx="1655">
                  <c:v>0.0348264726338</c:v>
                </c:pt>
                <c:pt idx="1656">
                  <c:v>0.0347149434668</c:v>
                </c:pt>
                <c:pt idx="1657">
                  <c:v>0.0346043492068</c:v>
                </c:pt>
                <c:pt idx="1658">
                  <c:v>0.0344946700079</c:v>
                </c:pt>
                <c:pt idx="1659">
                  <c:v>0.0343858859455</c:v>
                </c:pt>
                <c:pt idx="1660">
                  <c:v>0.0342779770301</c:v>
                </c:pt>
                <c:pt idx="1661">
                  <c:v>0.0341709232215</c:v>
                </c:pt>
                <c:pt idx="1662">
                  <c:v>0.0340647044442</c:v>
                </c:pt>
                <c:pt idx="1663">
                  <c:v>0.0339593006039</c:v>
                </c:pt>
                <c:pt idx="1664">
                  <c:v>0.0338546916043</c:v>
                </c:pt>
                <c:pt idx="1665">
                  <c:v>0.033750857365</c:v>
                </c:pt>
                <c:pt idx="1666">
                  <c:v>0.0336477778407</c:v>
                </c:pt>
                <c:pt idx="1667">
                  <c:v>0.0335454330401</c:v>
                </c:pt>
                <c:pt idx="1668">
                  <c:v>0.0334438030461</c:v>
                </c:pt>
                <c:pt idx="1669">
                  <c:v>0.0333428680367</c:v>
                </c:pt>
                <c:pt idx="1670">
                  <c:v>0.0332426083058</c:v>
                </c:pt>
                <c:pt idx="1671">
                  <c:v>0.0331430042855</c:v>
                </c:pt>
                <c:pt idx="1672">
                  <c:v>0.0330440365675</c:v>
                </c:pt>
                <c:pt idx="1673">
                  <c:v>0.0329456859255</c:v>
                </c:pt>
                <c:pt idx="1674">
                  <c:v>0.0328479333381</c:v>
                </c:pt>
                <c:pt idx="1675">
                  <c:v>0.0327507600108</c:v>
                </c:pt>
                <c:pt idx="1676">
                  <c:v>0.0326541473991</c:v>
                </c:pt>
                <c:pt idx="1677">
                  <c:v>0.0325580772302</c:v>
                </c:pt>
                <c:pt idx="1678">
                  <c:v>0.0324625315258</c:v>
                </c:pt>
                <c:pt idx="1679">
                  <c:v>0.0323674926237</c:v>
                </c:pt>
                <c:pt idx="1680">
                  <c:v>0.0322729431993</c:v>
                </c:pt>
                <c:pt idx="1681">
                  <c:v>0.032178866286</c:v>
                </c:pt>
                <c:pt idx="1682">
                  <c:v>0.0320852452956</c:v>
                </c:pt>
                <c:pt idx="1683">
                  <c:v>0.031992064038</c:v>
                </c:pt>
                <c:pt idx="1684">
                  <c:v>0.0318993067386</c:v>
                </c:pt>
                <c:pt idx="1685">
                  <c:v>0.0318069580568</c:v>
                </c:pt>
                <c:pt idx="1686">
                  <c:v>0.0317150031015</c:v>
                </c:pt>
                <c:pt idx="1687">
                  <c:v>0.0316234274464</c:v>
                </c:pt>
                <c:pt idx="1688">
                  <c:v>0.0315322171439</c:v>
                </c:pt>
                <c:pt idx="1689">
                  <c:v>0.0314413587372</c:v>
                </c:pt>
                <c:pt idx="1690">
                  <c:v>0.0313508392713</c:v>
                </c:pt>
                <c:pt idx="1691">
                  <c:v>0.0312606463022</c:v>
                </c:pt>
                <c:pt idx="1692">
                  <c:v>0.031170767905</c:v>
                </c:pt>
                <c:pt idx="1693">
                  <c:v>0.0310811926791</c:v>
                </c:pt>
                <c:pt idx="1694">
                  <c:v>0.0309919097536</c:v>
                </c:pt>
                <c:pt idx="1695">
                  <c:v>0.030902908789</c:v>
                </c:pt>
                <c:pt idx="1696">
                  <c:v>0.0308141799784</c:v>
                </c:pt>
                <c:pt idx="1697">
                  <c:v>0.0307257140468</c:v>
                </c:pt>
                <c:pt idx="1698">
                  <c:v>0.0306375022477</c:v>
                </c:pt>
                <c:pt idx="1699">
                  <c:v>0.0305495363594</c:v>
                </c:pt>
                <c:pt idx="1700">
                  <c:v>0.0304618086782</c:v>
                </c:pt>
                <c:pt idx="1701">
                  <c:v>0.0303743120107</c:v>
                </c:pt>
                <c:pt idx="1702">
                  <c:v>0.0302870396644</c:v>
                </c:pt>
                <c:pt idx="1703">
                  <c:v>0.0301999854361</c:v>
                </c:pt>
                <c:pt idx="1704">
                  <c:v>0.0301131435999</c:v>
                </c:pt>
                <c:pt idx="1705">
                  <c:v>0.0300265088924</c:v>
                </c:pt>
                <c:pt idx="1706">
                  <c:v>0.0299400764978</c:v>
                </c:pt>
                <c:pt idx="1707">
                  <c:v>0.0298538420308</c:v>
                </c:pt>
                <c:pt idx="1708">
                  <c:v>0.029767801519</c:v>
                </c:pt>
                <c:pt idx="1709">
                  <c:v>0.0296819513841</c:v>
                </c:pt>
                <c:pt idx="1710">
                  <c:v>0.0295962884218</c:v>
                </c:pt>
                <c:pt idx="1711">
                  <c:v>0.0295108097815</c:v>
                </c:pt>
                <c:pt idx="1712">
                  <c:v>0.0294255129453</c:v>
                </c:pt>
                <c:pt idx="1713">
                  <c:v>0.0293403957059</c:v>
                </c:pt>
                <c:pt idx="1714">
                  <c:v>0.029255456145</c:v>
                </c:pt>
                <c:pt idx="1715">
                  <c:v>0.0291706926105</c:v>
                </c:pt>
                <c:pt idx="1716">
                  <c:v>0.0290861036948</c:v>
                </c:pt>
                <c:pt idx="1717">
                  <c:v>0.0290016882118</c:v>
                </c:pt>
                <c:pt idx="1718">
                  <c:v>0.0289174451756</c:v>
                </c:pt>
                <c:pt idx="1719">
                  <c:v>0.0288333737779</c:v>
                </c:pt>
                <c:pt idx="1720">
                  <c:v>0.0287494733672</c:v>
                </c:pt>
                <c:pt idx="1721">
                  <c:v>0.028665743428</c:v>
                </c:pt>
                <c:pt idx="1722">
                  <c:v>0.0285821835606</c:v>
                </c:pt>
                <c:pt idx="1723">
                  <c:v>0.028498793462</c:v>
                </c:pt>
                <c:pt idx="1724">
                  <c:v>0.0284155729076</c:v>
                </c:pt>
                <c:pt idx="1725">
                  <c:v>0.0283325217341</c:v>
                </c:pt>
                <c:pt idx="1726">
                  <c:v>0.028249639823</c:v>
                </c:pt>
                <c:pt idx="1727">
                  <c:v>0.028166927086</c:v>
                </c:pt>
                <c:pt idx="1728">
                  <c:v>0.0280843834508</c:v>
                </c:pt>
                <c:pt idx="1729">
                  <c:v>0.0280020088495</c:v>
                </c:pt>
                <c:pt idx="1730">
                  <c:v>0.0279198032065</c:v>
                </c:pt>
                <c:pt idx="1731">
                  <c:v>0.02783776643</c:v>
                </c:pt>
                <c:pt idx="1732">
                  <c:v>0.0277558984029</c:v>
                </c:pt>
                <c:pt idx="1733">
                  <c:v>0.0276741989763</c:v>
                </c:pt>
                <c:pt idx="1734">
                  <c:v>0.0275926679643</c:v>
                </c:pt>
                <c:pt idx="1735">
                  <c:v>0.0275113051401</c:v>
                </c:pt>
                <c:pt idx="1736">
                  <c:v>0.0274301102329</c:v>
                </c:pt>
                <c:pt idx="1737">
                  <c:v>0.0273490829277</c:v>
                </c:pt>
                <c:pt idx="1738">
                  <c:v>0.0272682228645</c:v>
                </c:pt>
                <c:pt idx="1739">
                  <c:v>0.0271875296406</c:v>
                </c:pt>
                <c:pt idx="1740">
                  <c:v>0.0271070028126</c:v>
                </c:pt>
                <c:pt idx="1741">
                  <c:v>0.0270266419007</c:v>
                </c:pt>
                <c:pt idx="1742">
                  <c:v>0.0269464463931</c:v>
                </c:pt>
                <c:pt idx="1743">
                  <c:v>0.0268664157525</c:v>
                </c:pt>
                <c:pt idx="1744">
                  <c:v>0.0267865494221</c:v>
                </c:pt>
                <c:pt idx="1745">
                  <c:v>0.0267068468337</c:v>
                </c:pt>
                <c:pt idx="1746">
                  <c:v>0.0266273074156</c:v>
                </c:pt>
                <c:pt idx="1747">
                  <c:v>0.0265479306015</c:v>
                </c:pt>
                <c:pt idx="1748">
                  <c:v>0.0264687158395</c:v>
                </c:pt>
                <c:pt idx="1749">
                  <c:v>0.0263896626021</c:v>
                </c:pt>
                <c:pt idx="1750">
                  <c:v>0.0263107703955</c:v>
                </c:pt>
                <c:pt idx="1751">
                  <c:v>0.0262320387699</c:v>
                </c:pt>
                <c:pt idx="1752">
                  <c:v>0.026153467329</c:v>
                </c:pt>
                <c:pt idx="1753">
                  <c:v>0.0260750557401</c:v>
                </c:pt>
                <c:pt idx="1754">
                  <c:v>0.0259968037438</c:v>
                </c:pt>
                <c:pt idx="1755">
                  <c:v>0.0259187111626</c:v>
                </c:pt>
                <c:pt idx="1756">
                  <c:v>0.0258407779101</c:v>
                </c:pt>
                <c:pt idx="1757">
                  <c:v>0.0257630039993</c:v>
                </c:pt>
                <c:pt idx="1758">
                  <c:v>0.0256853895499</c:v>
                </c:pt>
                <c:pt idx="1759">
                  <c:v>0.0256079347954</c:v>
                </c:pt>
                <c:pt idx="1760">
                  <c:v>0.0255306400889</c:v>
                </c:pt>
                <c:pt idx="1761">
                  <c:v>0.0254535059086</c:v>
                </c:pt>
                <c:pt idx="1762">
                  <c:v>0.0253765328621</c:v>
                </c:pt>
                <c:pt idx="1763">
                  <c:v>0.0252997216893</c:v>
                </c:pt>
                <c:pt idx="1764">
                  <c:v>0.0252230732653</c:v>
                </c:pt>
                <c:pt idx="1765">
                  <c:v>0.0251465886008</c:v>
                </c:pt>
                <c:pt idx="1766">
                  <c:v>0.0250702688432</c:v>
                </c:pt>
                <c:pt idx="1767">
                  <c:v>0.0249941152748</c:v>
                </c:pt>
                <c:pt idx="1768">
                  <c:v>0.0249181293114</c:v>
                </c:pt>
                <c:pt idx="1769">
                  <c:v>0.0248423124986</c:v>
                </c:pt>
                <c:pt idx="1770">
                  <c:v>0.0247666665081</c:v>
                </c:pt>
                <c:pt idx="1771">
                  <c:v>0.0246911931323</c:v>
                </c:pt>
                <c:pt idx="1772">
                  <c:v>0.0246158942776</c:v>
                </c:pt>
                <c:pt idx="1773">
                  <c:v>0.024540771958</c:v>
                </c:pt>
                <c:pt idx="1774">
                  <c:v>0.0244658282862</c:v>
                </c:pt>
                <c:pt idx="1775">
                  <c:v>0.0243910654649</c:v>
                </c:pt>
                <c:pt idx="1776">
                  <c:v>0.0243164857773</c:v>
                </c:pt>
                <c:pt idx="1777">
                  <c:v>0.024242091576</c:v>
                </c:pt>
                <c:pt idx="1778">
                  <c:v>0.0241678852723</c:v>
                </c:pt>
                <c:pt idx="1779">
                  <c:v>0.0240938693244</c:v>
                </c:pt>
                <c:pt idx="1780">
                  <c:v>0.0240200462254</c:v>
                </c:pt>
                <c:pt idx="1781">
                  <c:v>0.0239464184904</c:v>
                </c:pt>
                <c:pt idx="1782">
                  <c:v>0.0238729886441</c:v>
                </c:pt>
                <c:pt idx="1783">
                  <c:v>0.0237997592077</c:v>
                </c:pt>
                <c:pt idx="1784">
                  <c:v>0.0237267326857</c:v>
                </c:pt>
                <c:pt idx="1785">
                  <c:v>0.0236539115532</c:v>
                </c:pt>
                <c:pt idx="1786">
                  <c:v>0.0235812982428</c:v>
                </c:pt>
                <c:pt idx="1787">
                  <c:v>0.0235088951317</c:v>
                </c:pt>
                <c:pt idx="1788">
                  <c:v>0.0234367045296</c:v>
                </c:pt>
                <c:pt idx="1789">
                  <c:v>0.0233647286667</c:v>
                </c:pt>
                <c:pt idx="1790">
                  <c:v>0.0232929696821</c:v>
                </c:pt>
                <c:pt idx="1791">
                  <c:v>0.0232214296126</c:v>
                </c:pt>
                <c:pt idx="1792">
                  <c:v>0.023150110383</c:v>
                </c:pt>
                <c:pt idx="1793">
                  <c:v>0.0230790137958</c:v>
                </c:pt>
                <c:pt idx="1794">
                  <c:v>0.0230081415229</c:v>
                </c:pt>
                <c:pt idx="1795">
                  <c:v>0.0229374950978</c:v>
                </c:pt>
                <c:pt idx="1796">
                  <c:v>0.0228670759078</c:v>
                </c:pt>
                <c:pt idx="1797">
                  <c:v>0.0227968851887</c:v>
                </c:pt>
                <c:pt idx="1798">
                  <c:v>0.0227269240195</c:v>
                </c:pt>
                <c:pt idx="1799">
                  <c:v>0.0226571933181</c:v>
                </c:pt>
                <c:pt idx="1800">
                  <c:v>0.0225876938385</c:v>
                </c:pt>
                <c:pt idx="1801">
                  <c:v>0.0225184261687</c:v>
                </c:pt>
                <c:pt idx="1802">
                  <c:v>0.0224493907302</c:v>
                </c:pt>
                <c:pt idx="1803">
                  <c:v>0.0223805877779</c:v>
                </c:pt>
                <c:pt idx="1804">
                  <c:v>0.0223120174015</c:v>
                </c:pt>
                <c:pt idx="1805">
                  <c:v>0.022243679528</c:v>
                </c:pt>
                <c:pt idx="1806">
                  <c:v>0.0221755739247</c:v>
                </c:pt>
                <c:pt idx="1807">
                  <c:v>0.0221077002045</c:v>
                </c:pt>
                <c:pt idx="1808">
                  <c:v>0.0220400578304</c:v>
                </c:pt>
                <c:pt idx="1809">
                  <c:v>0.0219726461225</c:v>
                </c:pt>
                <c:pt idx="1810">
                  <c:v>0.0219054642647</c:v>
                </c:pt>
                <c:pt idx="1811">
                  <c:v>0.0218385113135</c:v>
                </c:pt>
                <c:pt idx="1812">
                  <c:v>0.0217717862062</c:v>
                </c:pt>
                <c:pt idx="1813">
                  <c:v>0.021705287771</c:v>
                </c:pt>
                <c:pt idx="1814">
                  <c:v>0.0216390147367</c:v>
                </c:pt>
                <c:pt idx="1815">
                  <c:v>0.021572965744</c:v>
                </c:pt>
                <c:pt idx="1816">
                  <c:v>0.0215071393563</c:v>
                </c:pt>
                <c:pt idx="1817">
                  <c:v>0.0214415340718</c:v>
                </c:pt>
                <c:pt idx="1818">
                  <c:v>0.0213761483351</c:v>
                </c:pt>
                <c:pt idx="1819">
                  <c:v>0.0213109805495</c:v>
                </c:pt>
                <c:pt idx="1820">
                  <c:v>0.0212460290895</c:v>
                </c:pt>
                <c:pt idx="1821">
                  <c:v>0.021181292313</c:v>
                </c:pt>
                <c:pt idx="1822">
                  <c:v>0.021116768574</c:v>
                </c:pt>
                <c:pt idx="1823">
                  <c:v>0.0210524562342</c:v>
                </c:pt>
                <c:pt idx="1824">
                  <c:v>0.0209883536755</c:v>
                </c:pt>
                <c:pt idx="1825">
                  <c:v>0.0209244593118</c:v>
                </c:pt>
                <c:pt idx="1826">
                  <c:v>0.0208607715999</c:v>
                </c:pt>
                <c:pt idx="1827">
                  <c:v>0.0207972890506</c:v>
                </c:pt>
                <c:pt idx="1828">
                  <c:v>0.0207340102392</c:v>
                </c:pt>
                <c:pt idx="1829">
                  <c:v>0.0206709338148</c:v>
                </c:pt>
                <c:pt idx="1830">
                  <c:v>0.0206080585096</c:v>
                </c:pt>
                <c:pt idx="1831">
                  <c:v>0.0205453831474</c:v>
                </c:pt>
                <c:pt idx="1832">
                  <c:v>0.0204829066506</c:v>
                </c:pt>
                <c:pt idx="1833">
                  <c:v>0.0204206280473</c:v>
                </c:pt>
                <c:pt idx="1834">
                  <c:v>0.0203585464767</c:v>
                </c:pt>
                <c:pt idx="1835">
                  <c:v>0.0202966611943</c:v>
                </c:pt>
                <c:pt idx="1836">
                  <c:v>0.0202349715756</c:v>
                </c:pt>
                <c:pt idx="1837">
                  <c:v>0.020173477119</c:v>
                </c:pt>
                <c:pt idx="1838">
                  <c:v>0.0201121774479</c:v>
                </c:pt>
                <c:pt idx="1839">
                  <c:v>0.0200510723113</c:v>
                </c:pt>
                <c:pt idx="1840">
                  <c:v>0.019990161584</c:v>
                </c:pt>
                <c:pt idx="1841">
                  <c:v>0.0199294452658</c:v>
                </c:pt>
                <c:pt idx="1842">
                  <c:v>0.0198689234786</c:v>
                </c:pt>
                <c:pt idx="1843">
                  <c:v>0.0198085964645</c:v>
                </c:pt>
                <c:pt idx="1844">
                  <c:v>0.0197484645812</c:v>
                </c:pt>
                <c:pt idx="1845">
                  <c:v>0.0196885282972</c:v>
                </c:pt>
                <c:pt idx="1846">
                  <c:v>0.0196287881866</c:v>
                </c:pt>
                <c:pt idx="1847">
                  <c:v>0.0195692449224</c:v>
                </c:pt>
                <c:pt idx="1848">
                  <c:v>0.0195098992694</c:v>
                </c:pt>
                <c:pt idx="1849">
                  <c:v>0.0194507520761</c:v>
                </c:pt>
                <c:pt idx="1850">
                  <c:v>0.0193918042667</c:v>
                </c:pt>
                <c:pt idx="1851">
                  <c:v>0.0193330568316</c:v>
                </c:pt>
                <c:pt idx="1852">
                  <c:v>0.019274510818</c:v>
                </c:pt>
                <c:pt idx="1853">
                  <c:v>0.0192161673201</c:v>
                </c:pt>
                <c:pt idx="1854">
                  <c:v>0.0191580274686</c:v>
                </c:pt>
                <c:pt idx="1855">
                  <c:v>0.0191000924203</c:v>
                </c:pt>
                <c:pt idx="1856">
                  <c:v>0.0190423633472</c:v>
                </c:pt>
                <c:pt idx="1857">
                  <c:v>0.0189848414257</c:v>
                </c:pt>
                <c:pt idx="1858">
                  <c:v>0.0189275278258</c:v>
                </c:pt>
                <c:pt idx="1859">
                  <c:v>0.0188704237</c:v>
                </c:pt>
                <c:pt idx="1860">
                  <c:v>0.0188135301729</c:v>
                </c:pt>
                <c:pt idx="1861">
                  <c:v>0.0187568483302</c:v>
                </c:pt>
                <c:pt idx="1862">
                  <c:v>0.0187003792089</c:v>
                </c:pt>
                <c:pt idx="1863">
                  <c:v>0.018644123787</c:v>
                </c:pt>
                <c:pt idx="1864">
                  <c:v>0.0185880829742</c:v>
                </c:pt>
                <c:pt idx="1865">
                  <c:v>0.0185322576024</c:v>
                </c:pt>
                <c:pt idx="1866">
                  <c:v>0.0184766484176</c:v>
                </c:pt>
                <c:pt idx="1867">
                  <c:v>0.0184212560718</c:v>
                </c:pt>
                <c:pt idx="1868">
                  <c:v>0.0183660811154</c:v>
                </c:pt>
                <c:pt idx="1869">
                  <c:v>0.0183111239908</c:v>
                </c:pt>
                <c:pt idx="1870">
                  <c:v>0.0182563850262</c:v>
                </c:pt>
                <c:pt idx="1871">
                  <c:v>0.0182018644306</c:v>
                </c:pt>
                <c:pt idx="1872">
                  <c:v>0.0181475622893</c:v>
                </c:pt>
                <c:pt idx="1873">
                  <c:v>0.01809347856</c:v>
                </c:pt>
                <c:pt idx="1874">
                  <c:v>0.0180396130706</c:v>
                </c:pt>
                <c:pt idx="1875">
                  <c:v>0.0179859655166</c:v>
                </c:pt>
                <c:pt idx="1876">
                  <c:v>0.0179325354607</c:v>
                </c:pt>
                <c:pt idx="1877">
                  <c:v>0.0178793223317</c:v>
                </c:pt>
                <c:pt idx="1878">
                  <c:v>0.017826325426</c:v>
                </c:pt>
                <c:pt idx="1879">
                  <c:v>0.0177735439085</c:v>
                </c:pt>
                <c:pt idx="1880">
                  <c:v>0.0177209768151</c:v>
                </c:pt>
                <c:pt idx="1881">
                  <c:v>0.0176686230559</c:v>
                </c:pt>
                <c:pt idx="1882">
                  <c:v>0.0176164814188</c:v>
                </c:pt>
                <c:pt idx="1883">
                  <c:v>0.0175645505747</c:v>
                </c:pt>
                <c:pt idx="1884">
                  <c:v>0.0175128290824</c:v>
                </c:pt>
                <c:pt idx="1885">
                  <c:v>0.017461315395</c:v>
                </c:pt>
                <c:pt idx="1886">
                  <c:v>0.0174100078665</c:v>
                </c:pt>
                <c:pt idx="1887">
                  <c:v>0.0173589047594</c:v>
                </c:pt>
                <c:pt idx="1888">
                  <c:v>0.0173080042523</c:v>
                </c:pt>
                <c:pt idx="1889">
                  <c:v>0.0172573044488</c:v>
                </c:pt>
                <c:pt idx="1890">
                  <c:v>0.0172068033857</c:v>
                </c:pt>
                <c:pt idx="1891">
                  <c:v>0.017156499043</c:v>
                </c:pt>
                <c:pt idx="1892">
                  <c:v>0.0171063893529</c:v>
                </c:pt>
                <c:pt idx="1893">
                  <c:v>0.0170564722101</c:v>
                </c:pt>
                <c:pt idx="1894">
                  <c:v>0.0170067454813</c:v>
                </c:pt>
                <c:pt idx="1895">
                  <c:v>0.0169572070162</c:v>
                </c:pt>
                <c:pt idx="1896">
                  <c:v>0.0169078546568</c:v>
                </c:pt>
                <c:pt idx="1897">
                  <c:v>0.0168586862486</c:v>
                </c:pt>
                <c:pt idx="1898">
                  <c:v>0.0168096996498</c:v>
                </c:pt>
                <c:pt idx="1899">
                  <c:v>0.0167608927422</c:v>
                </c:pt>
                <c:pt idx="1900">
                  <c:v>0.0167122634404</c:v>
                </c:pt>
                <c:pt idx="1901">
                  <c:v>0.0166638097019</c:v>
                </c:pt>
                <c:pt idx="1902">
                  <c:v>0.0166155295358</c:v>
                </c:pt>
                <c:pt idx="1903">
                  <c:v>0.016567421012</c:v>
                </c:pt>
                <c:pt idx="1904">
                  <c:v>0.0165194822696</c:v>
                </c:pt>
                <c:pt idx="1905">
                  <c:v>0.0164717115247</c:v>
                </c:pt>
                <c:pt idx="1906">
                  <c:v>0.0164241070777</c:v>
                </c:pt>
                <c:pt idx="1907">
                  <c:v>0.0163766673202</c:v>
                </c:pt>
                <c:pt idx="1908">
                  <c:v>0.016329390741</c:v>
                </c:pt>
                <c:pt idx="1909">
                  <c:v>0.0162822759317</c:v>
                </c:pt>
                <c:pt idx="1910">
                  <c:v>0.0162353215913</c:v>
                </c:pt>
                <c:pt idx="1911">
                  <c:v>0.0161885265302</c:v>
                </c:pt>
                <c:pt idx="1912">
                  <c:v>0.0161418896737</c:v>
                </c:pt>
                <c:pt idx="1913">
                  <c:v>0.016095410064</c:v>
                </c:pt>
                <c:pt idx="1914">
                  <c:v>0.0160490868623</c:v>
                </c:pt>
                <c:pt idx="1915">
                  <c:v>0.0160029193497</c:v>
                </c:pt>
                <c:pt idx="1916">
                  <c:v>0.0159569069268</c:v>
                </c:pt>
                <c:pt idx="1917">
                  <c:v>0.0159110491137</c:v>
                </c:pt>
                <c:pt idx="1918">
                  <c:v>0.015865345548</c:v>
                </c:pt>
                <c:pt idx="1919">
                  <c:v>0.0158197959828</c:v>
                </c:pt>
                <c:pt idx="1920">
                  <c:v>0.0157744002837</c:v>
                </c:pt>
                <c:pt idx="1921">
                  <c:v>0.0157291584249</c:v>
                </c:pt>
                <c:pt idx="1922">
                  <c:v>0.0156840704853</c:v>
                </c:pt>
                <c:pt idx="1923">
                  <c:v>0.015639136643</c:v>
                </c:pt>
                <c:pt idx="1924">
                  <c:v>0.0155943571698</c:v>
                </c:pt>
                <c:pt idx="1925">
                  <c:v>0.0155497324249</c:v>
                </c:pt>
                <c:pt idx="1926">
                  <c:v>0.0155052628484</c:v>
                </c:pt>
                <c:pt idx="1927">
                  <c:v>0.0154609489538</c:v>
                </c:pt>
                <c:pt idx="1928">
                  <c:v>0.0154167913205</c:v>
                </c:pt>
                <c:pt idx="1929">
                  <c:v>0.0153727905855</c:v>
                </c:pt>
                <c:pt idx="1930">
                  <c:v>0.0153289474354</c:v>
                </c:pt>
                <c:pt idx="1931">
                  <c:v>0.0152852625977</c:v>
                </c:pt>
                <c:pt idx="1932">
                  <c:v>0.0152417368317</c:v>
                </c:pt>
                <c:pt idx="1933">
                  <c:v>0.01519837092</c:v>
                </c:pt>
                <c:pt idx="1934">
                  <c:v>0.0151551656589</c:v>
                </c:pt>
                <c:pt idx="1935">
                  <c:v>0.0151121218498</c:v>
                </c:pt>
                <c:pt idx="1936">
                  <c:v>0.0150692402901</c:v>
                </c:pt>
                <c:pt idx="1937">
                  <c:v>0.0150265217637</c:v>
                </c:pt>
                <c:pt idx="1938">
                  <c:v>0.014983967033</c:v>
                </c:pt>
                <c:pt idx="1939">
                  <c:v>0.0149415768297</c:v>
                </c:pt>
                <c:pt idx="1940">
                  <c:v>0.0148993518466</c:v>
                </c:pt>
                <c:pt idx="1941">
                  <c:v>0.0148572927297</c:v>
                </c:pt>
                <c:pt idx="1942">
                  <c:v>0.0148154000701</c:v>
                </c:pt>
                <c:pt idx="1943">
                  <c:v>0.0147736743971</c:v>
                </c:pt>
                <c:pt idx="1944">
                  <c:v>0.0147321161711</c:v>
                </c:pt>
                <c:pt idx="1945">
                  <c:v>0.0146907257772</c:v>
                </c:pt>
                <c:pt idx="1946">
                  <c:v>0.0146495035192</c:v>
                </c:pt>
                <c:pt idx="1947">
                  <c:v>0.0146084496146</c:v>
                </c:pt>
                <c:pt idx="1948">
                  <c:v>0.0145675641894</c:v>
                </c:pt>
                <c:pt idx="1949">
                  <c:v>0.0145268472743</c:v>
                </c:pt>
                <c:pt idx="1950">
                  <c:v>0.0144862988007</c:v>
                </c:pt>
                <c:pt idx="1951">
                  <c:v>0.0144459185982</c:v>
                </c:pt>
                <c:pt idx="1952">
                  <c:v>0.0144057063922</c:v>
                </c:pt>
                <c:pt idx="1953">
                  <c:v>0.0143656618021</c:v>
                </c:pt>
                <c:pt idx="1954">
                  <c:v>0.0143257843405</c:v>
                </c:pt>
                <c:pt idx="1955">
                  <c:v>0.014286073413</c:v>
                </c:pt>
                <c:pt idx="1956">
                  <c:v>0.0142465283186</c:v>
                </c:pt>
                <c:pt idx="1957">
                  <c:v>0.0142071482503</c:v>
                </c:pt>
                <c:pt idx="1958">
                  <c:v>0.0141679322974</c:v>
                </c:pt>
                <c:pt idx="1959">
                  <c:v>0.0141288794478</c:v>
                </c:pt>
                <c:pt idx="1960">
                  <c:v>0.0140899885902</c:v>
                </c:pt>
                <c:pt idx="1961">
                  <c:v>0.0140512585187</c:v>
                </c:pt>
                <c:pt idx="1962">
                  <c:v>0.0140126879361</c:v>
                </c:pt>
                <c:pt idx="1963">
                  <c:v>0.0139742754592</c:v>
                </c:pt>
                <c:pt idx="1964">
                  <c:v>0.0139360196235</c:v>
                </c:pt>
                <c:pt idx="1965">
                  <c:v>0.0138979188892</c:v>
                </c:pt>
                <c:pt idx="1966">
                  <c:v>0.0138599716471</c:v>
                </c:pt>
                <c:pt idx="1967">
                  <c:v>0.0138221762256</c:v>
                </c:pt>
                <c:pt idx="1968">
                  <c:v>0.0137845308968</c:v>
                </c:pt>
                <c:pt idx="1969">
                  <c:v>0.0137470338847</c:v>
                </c:pt>
                <c:pt idx="1970">
                  <c:v>0.0137096833719</c:v>
                </c:pt>
                <c:pt idx="1971">
                  <c:v>0.0136724775078</c:v>
                </c:pt>
                <c:pt idx="1972">
                  <c:v>0.0136354144165</c:v>
                </c:pt>
                <c:pt idx="1973">
                  <c:v>0.0135984922047</c:v>
                </c:pt>
                <c:pt idx="1974">
                  <c:v>0.01356170897</c:v>
                </c:pt>
                <c:pt idx="1975">
                  <c:v>0.0135250628092</c:v>
                </c:pt>
                <c:pt idx="1976">
                  <c:v>0.013488551826</c:v>
                </c:pt>
                <c:pt idx="1977">
                  <c:v>0.0134521741397</c:v>
                </c:pt>
                <c:pt idx="1978">
                  <c:v>0.013415927893</c:v>
                </c:pt>
                <c:pt idx="1979">
                  <c:v>0.0133798112598</c:v>
                </c:pt>
                <c:pt idx="1980">
                  <c:v>0.0133438224526</c:v>
                </c:pt>
                <c:pt idx="1981">
                  <c:v>0.0133079597304</c:v>
                </c:pt>
                <c:pt idx="1982">
                  <c:v>0.0132722214052</c:v>
                </c:pt>
                <c:pt idx="1983">
                  <c:v>0.0132366058492</c:v>
                </c:pt>
                <c:pt idx="1984">
                  <c:v>0.0132011115008</c:v>
                </c:pt>
                <c:pt idx="1985">
                  <c:v>0.0131657368707</c:v>
                </c:pt>
                <c:pt idx="1986">
                  <c:v>0.013130480547</c:v>
                </c:pt>
                <c:pt idx="1987">
                  <c:v>0.0130953412008</c:v>
                </c:pt>
                <c:pt idx="1988">
                  <c:v>0.0130603175899</c:v>
                </c:pt>
                <c:pt idx="1989">
                  <c:v>0.0130254085631</c:v>
                </c:pt>
                <c:pt idx="1990">
                  <c:v>0.0129906130635</c:v>
                </c:pt>
                <c:pt idx="1991">
                  <c:v>0.0129559301309</c:v>
                </c:pt>
                <c:pt idx="1992">
                  <c:v>0.0129213589045</c:v>
                </c:pt>
                <c:pt idx="1993">
                  <c:v>0.0128868986238</c:v>
                </c:pt>
                <c:pt idx="1994">
                  <c:v>0.0128525486296</c:v>
                </c:pt>
                <c:pt idx="1995">
                  <c:v>0.0128183083648</c:v>
                </c:pt>
                <c:pt idx="1996">
                  <c:v>0.0127841773732</c:v>
                </c:pt>
                <c:pt idx="1997">
                  <c:v>0.0127501552994</c:v>
                </c:pt>
                <c:pt idx="1998">
                  <c:v>0.0127162418865</c:v>
                </c:pt>
                <c:pt idx="1999">
                  <c:v>0.0126824369743</c:v>
                </c:pt>
                <c:pt idx="2000">
                  <c:v>0.0126487404967</c:v>
                </c:pt>
              </c:numCache>
            </c:numRef>
          </c:yVal>
        </c:ser>
        <c:ser>
          <c:idx val="1"/>
          <c:order val="1"/>
          <c:tx>
            <c:v>spin</c:v>
          </c:tx>
          <c:spPr>
            <a:ln xmlns:a="http://schemas.openxmlformats.org/drawingml/2006/main" w="15240">
              <a:solidFill>
                <a:srgbClr val="234F91"/>
              </a:solidFill>
              <a:prstDash val="dash"/>
            </a:ln>
          </c:spPr>
          <c:marker>
            <c:symbol val="none"/>
            <c:size val="5"/>
            <c:spPr>
              <a:solidFill xmlns:a="http://schemas.openxmlformats.org/drawingml/2006/main">
                <a:srgbClr val="234F91"/>
              </a:solidFill>
            </c:spPr>
          </c:marker>
          <c:xVal>
            <c:numRef>
              <c:f>'Chart Data'!$C$2:$C$2002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Data'!$D$2:$D$2002</c:f>
              <c:numCache>
                <c:formatCode>0.0</c:formatCode>
                <c:ptCount val="2001"/>
                <c:pt idx="0">
                  <c:v>0.00603140115543</c:v>
                </c:pt>
                <c:pt idx="1">
                  <c:v>0.00604284400969</c:v>
                </c:pt>
                <c:pt idx="2">
                  <c:v>0.00605431951919</c:v>
                </c:pt>
                <c:pt idx="3">
                  <c:v>0.0060658278085</c:v>
                </c:pt>
                <c:pt idx="4">
                  <c:v>0.00607736900279</c:v>
                </c:pt>
                <c:pt idx="5">
                  <c:v>0.00608894322783</c:v>
                </c:pt>
                <c:pt idx="6">
                  <c:v>0.00610055060998</c:v>
                </c:pt>
                <c:pt idx="7">
                  <c:v>0.00611219127622</c:v>
                </c:pt>
                <c:pt idx="8">
                  <c:v>0.00612386535414</c:v>
                </c:pt>
                <c:pt idx="9">
                  <c:v>0.00613557297193</c:v>
                </c:pt>
                <c:pt idx="10">
                  <c:v>0.00614731425841</c:v>
                </c:pt>
                <c:pt idx="11">
                  <c:v>0.00615908934301</c:v>
                </c:pt>
                <c:pt idx="12">
                  <c:v>0.00617089835578</c:v>
                </c:pt>
                <c:pt idx="13">
                  <c:v>0.00618274142742</c:v>
                </c:pt>
                <c:pt idx="14">
                  <c:v>0.00619461868924</c:v>
                </c:pt>
                <c:pt idx="15">
                  <c:v>0.00620653027318</c:v>
                </c:pt>
                <c:pt idx="16">
                  <c:v>0.00621847631183</c:v>
                </c:pt>
                <c:pt idx="17">
                  <c:v>0.00623045693842</c:v>
                </c:pt>
                <c:pt idx="18">
                  <c:v>0.00624247228684</c:v>
                </c:pt>
                <c:pt idx="19">
                  <c:v>0.00625452249159</c:v>
                </c:pt>
                <c:pt idx="20">
                  <c:v>0.00626660768786</c:v>
                </c:pt>
                <c:pt idx="21">
                  <c:v>0.00627872801149</c:v>
                </c:pt>
                <c:pt idx="22">
                  <c:v>0.00629088359896</c:v>
                </c:pt>
                <c:pt idx="23">
                  <c:v>0.00630307458744</c:v>
                </c:pt>
                <c:pt idx="24">
                  <c:v>0.00631530111475</c:v>
                </c:pt>
                <c:pt idx="25">
                  <c:v>0.00632756331939</c:v>
                </c:pt>
                <c:pt idx="26">
                  <c:v>0.00633986134055</c:v>
                </c:pt>
                <c:pt idx="27">
                  <c:v>0.00635219531808</c:v>
                </c:pt>
                <c:pt idx="28">
                  <c:v>0.00636456539251</c:v>
                </c:pt>
                <c:pt idx="29">
                  <c:v>0.00637697170508</c:v>
                </c:pt>
                <c:pt idx="30">
                  <c:v>0.00638941439771</c:v>
                </c:pt>
                <c:pt idx="31">
                  <c:v>0.00640189361303</c:v>
                </c:pt>
                <c:pt idx="32">
                  <c:v>0.00641440949434</c:v>
                </c:pt>
                <c:pt idx="33">
                  <c:v>0.00642696218567</c:v>
                </c:pt>
                <c:pt idx="34">
                  <c:v>0.00643955183176</c:v>
                </c:pt>
                <c:pt idx="35">
                  <c:v>0.00645217857804</c:v>
                </c:pt>
                <c:pt idx="36">
                  <c:v>0.00646484257069</c:v>
                </c:pt>
                <c:pt idx="37">
                  <c:v>0.00647754395659</c:v>
                </c:pt>
                <c:pt idx="38">
                  <c:v>0.00649028288335</c:v>
                </c:pt>
                <c:pt idx="39">
                  <c:v>0.00650305949931</c:v>
                </c:pt>
                <c:pt idx="40">
                  <c:v>0.00651587395354</c:v>
                </c:pt>
                <c:pt idx="41">
                  <c:v>0.00652872639586</c:v>
                </c:pt>
                <c:pt idx="42">
                  <c:v>0.00654161697683</c:v>
                </c:pt>
                <c:pt idx="43">
                  <c:v>0.00655454584775</c:v>
                </c:pt>
                <c:pt idx="44">
                  <c:v>0.00656751316068</c:v>
                </c:pt>
                <c:pt idx="45">
                  <c:v>0.00658051906843</c:v>
                </c:pt>
                <c:pt idx="46">
                  <c:v>0.00659356372458</c:v>
                </c:pt>
                <c:pt idx="47">
                  <c:v>0.00660664728347</c:v>
                </c:pt>
                <c:pt idx="48">
                  <c:v>0.00661976990021</c:v>
                </c:pt>
                <c:pt idx="49">
                  <c:v>0.0066329317307</c:v>
                </c:pt>
                <c:pt idx="50">
                  <c:v>0.00664613293158</c:v>
                </c:pt>
                <c:pt idx="51">
                  <c:v>0.00665937366033</c:v>
                </c:pt>
                <c:pt idx="52">
                  <c:v>0.00667265407516</c:v>
                </c:pt>
                <c:pt idx="53">
                  <c:v>0.00668597433513</c:v>
                </c:pt>
                <c:pt idx="54">
                  <c:v>0.00669933460005</c:v>
                </c:pt>
                <c:pt idx="55">
                  <c:v>0.00671273503058</c:v>
                </c:pt>
                <c:pt idx="56">
                  <c:v>0.00672617578814</c:v>
                </c:pt>
                <c:pt idx="57">
                  <c:v>0.006739657035</c:v>
                </c:pt>
                <c:pt idx="58">
                  <c:v>0.00675317893424</c:v>
                </c:pt>
                <c:pt idx="59">
                  <c:v>0.00676674164974</c:v>
                </c:pt>
                <c:pt idx="60">
                  <c:v>0.00678034534625</c:v>
                </c:pt>
                <c:pt idx="61">
                  <c:v>0.00679399018931</c:v>
                </c:pt>
                <c:pt idx="62">
                  <c:v>0.00680767634533</c:v>
                </c:pt>
                <c:pt idx="63">
                  <c:v>0.00682140398154</c:v>
                </c:pt>
                <c:pt idx="64">
                  <c:v>0.00683517326604</c:v>
                </c:pt>
                <c:pt idx="65">
                  <c:v>0.00684898436777</c:v>
                </c:pt>
                <c:pt idx="66">
                  <c:v>0.00686283745653</c:v>
                </c:pt>
                <c:pt idx="67">
                  <c:v>0.00687673270299</c:v>
                </c:pt>
                <c:pt idx="68">
                  <c:v>0.00689067027868</c:v>
                </c:pt>
                <c:pt idx="69">
                  <c:v>0.00690465035601</c:v>
                </c:pt>
                <c:pt idx="70">
                  <c:v>0.00691867310828</c:v>
                </c:pt>
                <c:pt idx="71">
                  <c:v>0.00693273870965</c:v>
                </c:pt>
                <c:pt idx="72">
                  <c:v>0.0069468473352</c:v>
                </c:pt>
                <c:pt idx="73">
                  <c:v>0.00696099916089</c:v>
                </c:pt>
                <c:pt idx="74">
                  <c:v>0.00697519436359</c:v>
                </c:pt>
                <c:pt idx="75">
                  <c:v>0.00698943312106</c:v>
                </c:pt>
                <c:pt idx="76">
                  <c:v>0.00700371561199</c:v>
                </c:pt>
                <c:pt idx="77">
                  <c:v>0.00701804201598</c:v>
                </c:pt>
                <c:pt idx="78">
                  <c:v>0.00703241251357</c:v>
                </c:pt>
                <c:pt idx="79">
                  <c:v>0.00704682728621</c:v>
                </c:pt>
                <c:pt idx="80">
                  <c:v>0.0070612865163</c:v>
                </c:pt>
                <c:pt idx="81">
                  <c:v>0.00707579038717</c:v>
                </c:pt>
                <c:pt idx="82">
                  <c:v>0.00709033908311</c:v>
                </c:pt>
                <c:pt idx="83">
                  <c:v>0.00710493278935</c:v>
                </c:pt>
                <c:pt idx="84">
                  <c:v>0.00711957169209</c:v>
                </c:pt>
                <c:pt idx="85">
                  <c:v>0.00713425597849</c:v>
                </c:pt>
                <c:pt idx="86">
                  <c:v>0.00714898583669</c:v>
                </c:pt>
                <c:pt idx="87">
                  <c:v>0.0071637614558</c:v>
                </c:pt>
                <c:pt idx="88">
                  <c:v>0.0071785830259</c:v>
                </c:pt>
                <c:pt idx="89">
                  <c:v>0.00719345073809</c:v>
                </c:pt>
                <c:pt idx="90">
                  <c:v>0.00720836478444</c:v>
                </c:pt>
                <c:pt idx="91">
                  <c:v>0.00722332535803</c:v>
                </c:pt>
                <c:pt idx="92">
                  <c:v>0.00723833265296</c:v>
                </c:pt>
                <c:pt idx="93">
                  <c:v>0.00725338686433</c:v>
                </c:pt>
                <c:pt idx="94">
                  <c:v>0.00726848818827</c:v>
                </c:pt>
                <c:pt idx="95">
                  <c:v>0.00728363682193</c:v>
                </c:pt>
                <c:pt idx="96">
                  <c:v>0.00729883296349</c:v>
                </c:pt>
                <c:pt idx="97">
                  <c:v>0.00731407681219</c:v>
                </c:pt>
                <c:pt idx="98">
                  <c:v>0.0073293685683</c:v>
                </c:pt>
                <c:pt idx="99">
                  <c:v>0.00734470843315</c:v>
                </c:pt>
                <c:pt idx="100">
                  <c:v>0.00736009660912</c:v>
                </c:pt>
                <c:pt idx="101">
                  <c:v>0.00737553329969</c:v>
                </c:pt>
                <c:pt idx="102">
                  <c:v>0.00739101870936</c:v>
                </c:pt>
                <c:pt idx="103">
                  <c:v>0.00740655304377</c:v>
                </c:pt>
                <c:pt idx="104">
                  <c:v>0.0074221365096</c:v>
                </c:pt>
                <c:pt idx="105">
                  <c:v>0.00743776931465</c:v>
                </c:pt>
                <c:pt idx="106">
                  <c:v>0.00745345166781</c:v>
                </c:pt>
                <c:pt idx="107">
                  <c:v>0.00746918377909</c:v>
                </c:pt>
                <c:pt idx="108">
                  <c:v>0.0074849658596</c:v>
                </c:pt>
                <c:pt idx="109">
                  <c:v>0.00750079812159</c:v>
                </c:pt>
                <c:pt idx="110">
                  <c:v>0.00751668077843</c:v>
                </c:pt>
                <c:pt idx="111">
                  <c:v>0.00753261404463</c:v>
                </c:pt>
                <c:pt idx="112">
                  <c:v>0.00754859813583</c:v>
                </c:pt>
                <c:pt idx="113">
                  <c:v>0.00756463326885</c:v>
                </c:pt>
                <c:pt idx="114">
                  <c:v>0.00758071966164</c:v>
                </c:pt>
                <c:pt idx="115">
                  <c:v>0.00759685753334</c:v>
                </c:pt>
                <c:pt idx="116">
                  <c:v>0.00761304710426</c:v>
                </c:pt>
                <c:pt idx="117">
                  <c:v>0.00762928859587</c:v>
                </c:pt>
                <c:pt idx="118">
                  <c:v>0.00764558223086</c:v>
                </c:pt>
                <c:pt idx="119">
                  <c:v>0.00766192823309</c:v>
                </c:pt>
                <c:pt idx="120">
                  <c:v>0.00767832682764</c:v>
                </c:pt>
                <c:pt idx="121">
                  <c:v>0.00769477824081</c:v>
                </c:pt>
                <c:pt idx="122">
                  <c:v>0.0077112827001</c:v>
                </c:pt>
                <c:pt idx="123">
                  <c:v>0.00772784043425</c:v>
                </c:pt>
                <c:pt idx="124">
                  <c:v>0.00774445167323</c:v>
                </c:pt>
                <c:pt idx="125">
                  <c:v>0.00776111664827</c:v>
                </c:pt>
                <c:pt idx="126">
                  <c:v>0.00777783559184</c:v>
                </c:pt>
                <c:pt idx="127">
                  <c:v>0.00779460873766</c:v>
                </c:pt>
                <c:pt idx="128">
                  <c:v>0.00781143632074</c:v>
                </c:pt>
                <c:pt idx="129">
                  <c:v>0.00782831857736</c:v>
                </c:pt>
                <c:pt idx="130">
                  <c:v>0.00784525574508</c:v>
                </c:pt>
                <c:pt idx="131">
                  <c:v>0.00786224806275</c:v>
                </c:pt>
                <c:pt idx="132">
                  <c:v>0.00787929577054</c:v>
                </c:pt>
                <c:pt idx="133">
                  <c:v>0.00789639910991</c:v>
                </c:pt>
                <c:pt idx="134">
                  <c:v>0.00791355832366</c:v>
                </c:pt>
                <c:pt idx="135">
                  <c:v>0.0079307736559</c:v>
                </c:pt>
                <c:pt idx="136">
                  <c:v>0.00794804535209</c:v>
                </c:pt>
                <c:pt idx="137">
                  <c:v>0.00796537365902</c:v>
                </c:pt>
                <c:pt idx="138">
                  <c:v>0.00798275882486</c:v>
                </c:pt>
                <c:pt idx="139">
                  <c:v>0.00800020109912</c:v>
                </c:pt>
                <c:pt idx="140">
                  <c:v>0.00801770073269</c:v>
                </c:pt>
                <c:pt idx="141">
                  <c:v>0.00803525797785</c:v>
                </c:pt>
                <c:pt idx="142">
                  <c:v>0.00805287308825</c:v>
                </c:pt>
                <c:pt idx="143">
                  <c:v>0.00807054631897</c:v>
                </c:pt>
                <c:pt idx="144">
                  <c:v>0.00808827792647</c:v>
                </c:pt>
                <c:pt idx="145">
                  <c:v>0.00810606816864</c:v>
                </c:pt>
                <c:pt idx="146">
                  <c:v>0.00812391730481</c:v>
                </c:pt>
                <c:pt idx="147">
                  <c:v>0.00814182559572</c:v>
                </c:pt>
                <c:pt idx="148">
                  <c:v>0.00815979330359</c:v>
                </c:pt>
                <c:pt idx="149">
                  <c:v>0.00817782069208</c:v>
                </c:pt>
                <c:pt idx="150">
                  <c:v>0.0081959080263</c:v>
                </c:pt>
                <c:pt idx="151">
                  <c:v>0.00821405557287</c:v>
                </c:pt>
                <c:pt idx="152">
                  <c:v>0.00823226359988</c:v>
                </c:pt>
                <c:pt idx="153">
                  <c:v>0.00825053237691</c:v>
                </c:pt>
                <c:pt idx="154">
                  <c:v>0.00826886217506</c:v>
                </c:pt>
                <c:pt idx="155">
                  <c:v>0.00828725326692</c:v>
                </c:pt>
                <c:pt idx="156">
                  <c:v>0.00830570592665</c:v>
                </c:pt>
                <c:pt idx="157">
                  <c:v>0.0083242204299</c:v>
                </c:pt>
                <c:pt idx="158">
                  <c:v>0.00834279705391</c:v>
                </c:pt>
                <c:pt idx="159">
                  <c:v>0.00836143607744</c:v>
                </c:pt>
                <c:pt idx="160">
                  <c:v>0.00838013778085</c:v>
                </c:pt>
                <c:pt idx="161">
                  <c:v>0.00839890244606</c:v>
                </c:pt>
                <c:pt idx="162">
                  <c:v>0.00841773035657</c:v>
                </c:pt>
                <c:pt idx="163">
                  <c:v>0.00843662179751</c:v>
                </c:pt>
                <c:pt idx="164">
                  <c:v>0.0084555770556</c:v>
                </c:pt>
                <c:pt idx="165">
                  <c:v>0.00847459641919</c:v>
                </c:pt>
                <c:pt idx="166">
                  <c:v>0.00849368017826</c:v>
                </c:pt>
                <c:pt idx="167">
                  <c:v>0.00851282862444</c:v>
                </c:pt>
                <c:pt idx="168">
                  <c:v>0.008532042051</c:v>
                </c:pt>
                <c:pt idx="169">
                  <c:v>0.00855132075289</c:v>
                </c:pt>
                <c:pt idx="170">
                  <c:v>0.00857066502673</c:v>
                </c:pt>
                <c:pt idx="171">
                  <c:v>0.00859007517085</c:v>
                </c:pt>
                <c:pt idx="172">
                  <c:v>0.00860955148527</c:v>
                </c:pt>
                <c:pt idx="173">
                  <c:v>0.00862909427169</c:v>
                </c:pt>
                <c:pt idx="174">
                  <c:v>0.0086487038336</c:v>
                </c:pt>
                <c:pt idx="175">
                  <c:v>0.00866838047616</c:v>
                </c:pt>
                <c:pt idx="176">
                  <c:v>0.00868812450633</c:v>
                </c:pt>
                <c:pt idx="177">
                  <c:v>0.00870793623281</c:v>
                </c:pt>
                <c:pt idx="178">
                  <c:v>0.00872781596606</c:v>
                </c:pt>
                <c:pt idx="179">
                  <c:v>0.00874776401834</c:v>
                </c:pt>
                <c:pt idx="180">
                  <c:v>0.00876778070371</c:v>
                </c:pt>
                <c:pt idx="181">
                  <c:v>0.00878786633804</c:v>
                </c:pt>
                <c:pt idx="182">
                  <c:v>0.008808021239</c:v>
                </c:pt>
                <c:pt idx="183">
                  <c:v>0.00882824572613</c:v>
                </c:pt>
                <c:pt idx="184">
                  <c:v>0.00884854012079</c:v>
                </c:pt>
                <c:pt idx="185">
                  <c:v>0.00886890474622</c:v>
                </c:pt>
                <c:pt idx="186">
                  <c:v>0.00888933992751</c:v>
                </c:pt>
                <c:pt idx="187">
                  <c:v>0.00890984599165</c:v>
                </c:pt>
                <c:pt idx="188">
                  <c:v>0.00893042326755</c:v>
                </c:pt>
                <c:pt idx="189">
                  <c:v>0.00895107208599</c:v>
                </c:pt>
                <c:pt idx="190">
                  <c:v>0.00897179277972</c:v>
                </c:pt>
                <c:pt idx="191">
                  <c:v>0.0089925856834</c:v>
                </c:pt>
                <c:pt idx="192">
                  <c:v>0.00901345113365</c:v>
                </c:pt>
                <c:pt idx="193">
                  <c:v>0.00903438946906</c:v>
                </c:pt>
                <c:pt idx="194">
                  <c:v>0.0090554010302</c:v>
                </c:pt>
                <c:pt idx="195">
                  <c:v>0.00907648615965</c:v>
                </c:pt>
                <c:pt idx="196">
                  <c:v>0.00909764520198</c:v>
                </c:pt>
                <c:pt idx="197">
                  <c:v>0.00911887850378</c:v>
                </c:pt>
                <c:pt idx="198">
                  <c:v>0.00914018641369</c:v>
                </c:pt>
                <c:pt idx="199">
                  <c:v>0.0091615692824</c:v>
                </c:pt>
                <c:pt idx="200">
                  <c:v>0.00918302746267</c:v>
                </c:pt>
                <c:pt idx="201">
                  <c:v>0.00920456130933</c:v>
                </c:pt>
                <c:pt idx="202">
                  <c:v>0.00922617117931</c:v>
                </c:pt>
                <c:pt idx="203">
                  <c:v>0.00924785743165</c:v>
                </c:pt>
                <c:pt idx="204">
                  <c:v>0.00926962042753</c:v>
                </c:pt>
                <c:pt idx="205">
                  <c:v>0.00929146053025</c:v>
                </c:pt>
                <c:pt idx="206">
                  <c:v>0.00931337810528</c:v>
                </c:pt>
                <c:pt idx="207">
                  <c:v>0.00933537352025</c:v>
                </c:pt>
                <c:pt idx="208">
                  <c:v>0.00935744714499</c:v>
                </c:pt>
                <c:pt idx="209">
                  <c:v>0.00937959935153</c:v>
                </c:pt>
                <c:pt idx="210">
                  <c:v>0.00940183051411</c:v>
                </c:pt>
                <c:pt idx="211">
                  <c:v>0.00942414100921</c:v>
                </c:pt>
                <c:pt idx="212">
                  <c:v>0.00944653121556</c:v>
                </c:pt>
                <c:pt idx="213">
                  <c:v>0.00946900151416</c:v>
                </c:pt>
                <c:pt idx="214">
                  <c:v>0.00949155228829</c:v>
                </c:pt>
                <c:pt idx="215">
                  <c:v>0.00951418392353</c:v>
                </c:pt>
                <c:pt idx="216">
                  <c:v>0.00953689680778</c:v>
                </c:pt>
                <c:pt idx="217">
                  <c:v>0.00955969133125</c:v>
                </c:pt>
                <c:pt idx="218">
                  <c:v>0.00958256788654</c:v>
                </c:pt>
                <c:pt idx="219">
                  <c:v>0.00960552686859</c:v>
                </c:pt>
                <c:pt idx="220">
                  <c:v>0.00962856867472</c:v>
                </c:pt>
                <c:pt idx="221">
                  <c:v>0.00965169370467</c:v>
                </c:pt>
                <c:pt idx="222">
                  <c:v>0.00967490236058</c:v>
                </c:pt>
                <c:pt idx="223">
                  <c:v>0.00969819504704</c:v>
                </c:pt>
                <c:pt idx="224">
                  <c:v>0.00972157217109</c:v>
                </c:pt>
                <c:pt idx="225">
                  <c:v>0.00974503414223</c:v>
                </c:pt>
                <c:pt idx="226">
                  <c:v>0.00976858137248</c:v>
                </c:pt>
                <c:pt idx="227">
                  <c:v>0.00979221427633</c:v>
                </c:pt>
                <c:pt idx="228">
                  <c:v>0.00981593327083</c:v>
                </c:pt>
                <c:pt idx="229">
                  <c:v>0.00983973877555</c:v>
                </c:pt>
                <c:pt idx="230">
                  <c:v>0.00986363121264</c:v>
                </c:pt>
                <c:pt idx="231">
                  <c:v>0.00988761100683</c:v>
                </c:pt>
                <c:pt idx="232">
                  <c:v>0.00991167858544</c:v>
                </c:pt>
                <c:pt idx="233">
                  <c:v>0.00993583437842</c:v>
                </c:pt>
                <c:pt idx="234">
                  <c:v>0.00996007881836</c:v>
                </c:pt>
                <c:pt idx="235">
                  <c:v>0.00998441234052</c:v>
                </c:pt>
                <c:pt idx="236">
                  <c:v>0.0100088353828</c:v>
                </c:pt>
                <c:pt idx="237">
                  <c:v>0.0100333483859</c:v>
                </c:pt>
                <c:pt idx="238">
                  <c:v>0.010057951793</c:v>
                </c:pt>
                <c:pt idx="239">
                  <c:v>0.0100826460504</c:v>
                </c:pt>
                <c:pt idx="240">
                  <c:v>0.0101074316068</c:v>
                </c:pt>
                <c:pt idx="241">
                  <c:v>0.0101323089139</c:v>
                </c:pt>
                <c:pt idx="242">
                  <c:v>0.0101572784261</c:v>
                </c:pt>
                <c:pt idx="243">
                  <c:v>0.0101823406006</c:v>
                </c:pt>
                <c:pt idx="244">
                  <c:v>0.0102074958976</c:v>
                </c:pt>
                <c:pt idx="245">
                  <c:v>0.0102327447799</c:v>
                </c:pt>
                <c:pt idx="246">
                  <c:v>0.0102580877135</c:v>
                </c:pt>
                <c:pt idx="247">
                  <c:v>0.0102835251671</c:v>
                </c:pt>
                <c:pt idx="248">
                  <c:v>0.0103090576123</c:v>
                </c:pt>
                <c:pt idx="249">
                  <c:v>0.0103346855238</c:v>
                </c:pt>
                <c:pt idx="250">
                  <c:v>0.0103604093792</c:v>
                </c:pt>
                <c:pt idx="251">
                  <c:v>0.0103862296591</c:v>
                </c:pt>
                <c:pt idx="252">
                  <c:v>0.010412146847</c:v>
                </c:pt>
                <c:pt idx="253">
                  <c:v>0.0104381614298</c:v>
                </c:pt>
                <c:pt idx="254">
                  <c:v>0.010464273897</c:v>
                </c:pt>
                <c:pt idx="255">
                  <c:v>0.0104904847414</c:v>
                </c:pt>
                <c:pt idx="256">
                  <c:v>0.0105167944591</c:v>
                </c:pt>
                <c:pt idx="257">
                  <c:v>0.0105432035491</c:v>
                </c:pt>
                <c:pt idx="258">
                  <c:v>0.0105697125135</c:v>
                </c:pt>
                <c:pt idx="259">
                  <c:v>0.0105963218577</c:v>
                </c:pt>
                <c:pt idx="260">
                  <c:v>0.0106230320905</c:v>
                </c:pt>
                <c:pt idx="261">
                  <c:v>0.0106498437235</c:v>
                </c:pt>
                <c:pt idx="262">
                  <c:v>0.0106767572719</c:v>
                </c:pt>
                <c:pt idx="263">
                  <c:v>0.010703773254</c:v>
                </c:pt>
                <c:pt idx="264">
                  <c:v>0.0107308921916</c:v>
                </c:pt>
                <c:pt idx="265">
                  <c:v>0.0107581146095</c:v>
                </c:pt>
                <c:pt idx="266">
                  <c:v>0.0107854410363</c:v>
                </c:pt>
                <c:pt idx="267">
                  <c:v>0.0108128720035</c:v>
                </c:pt>
                <c:pt idx="268">
                  <c:v>0.0108404080465</c:v>
                </c:pt>
                <c:pt idx="269">
                  <c:v>0.0108680497037</c:v>
                </c:pt>
                <c:pt idx="270">
                  <c:v>0.0108957975172</c:v>
                </c:pt>
                <c:pt idx="271">
                  <c:v>0.0109236520325</c:v>
                </c:pt>
                <c:pt idx="272">
                  <c:v>0.0109516137988</c:v>
                </c:pt>
                <c:pt idx="273">
                  <c:v>0.0109796833685</c:v>
                </c:pt>
                <c:pt idx="274">
                  <c:v>0.0110078612978</c:v>
                </c:pt>
                <c:pt idx="275">
                  <c:v>0.0110361481466</c:v>
                </c:pt>
                <c:pt idx="276">
                  <c:v>0.0110645444781</c:v>
                </c:pt>
                <c:pt idx="277">
                  <c:v>0.0110930508595</c:v>
                </c:pt>
                <c:pt idx="278">
                  <c:v>0.0111216678614</c:v>
                </c:pt>
                <c:pt idx="279">
                  <c:v>0.0111503960583</c:v>
                </c:pt>
                <c:pt idx="280">
                  <c:v>0.0111792360283</c:v>
                </c:pt>
                <c:pt idx="281">
                  <c:v>0.0112081883534</c:v>
                </c:pt>
                <c:pt idx="282">
                  <c:v>0.0112372536194</c:v>
                </c:pt>
                <c:pt idx="283">
                  <c:v>0.0112664324157</c:v>
                </c:pt>
                <c:pt idx="284">
                  <c:v>0.0112957253359</c:v>
                </c:pt>
                <c:pt idx="285">
                  <c:v>0.0113251329772</c:v>
                </c:pt>
                <c:pt idx="286">
                  <c:v>0.0113546559408</c:v>
                </c:pt>
                <c:pt idx="287">
                  <c:v>0.0113842948321</c:v>
                </c:pt>
                <c:pt idx="288">
                  <c:v>0.01141405026</c:v>
                </c:pt>
                <c:pt idx="289">
                  <c:v>0.0114439228379</c:v>
                </c:pt>
                <c:pt idx="290">
                  <c:v>0.0114739131829</c:v>
                </c:pt>
                <c:pt idx="291">
                  <c:v>0.0115040219164</c:v>
                </c:pt>
                <c:pt idx="292">
                  <c:v>0.0115342496637</c:v>
                </c:pt>
                <c:pt idx="293">
                  <c:v>0.0115645970544</c:v>
                </c:pt>
                <c:pt idx="294">
                  <c:v>0.0115950647223</c:v>
                </c:pt>
                <c:pt idx="295">
                  <c:v>0.0116256533052</c:v>
                </c:pt>
                <c:pt idx="296">
                  <c:v>0.0116563634454</c:v>
                </c:pt>
                <c:pt idx="297">
                  <c:v>0.0116871957893</c:v>
                </c:pt>
                <c:pt idx="298">
                  <c:v>0.0117181509878</c:v>
                </c:pt>
                <c:pt idx="299">
                  <c:v>0.0117492296958</c:v>
                </c:pt>
                <c:pt idx="300">
                  <c:v>0.011780432573</c:v>
                </c:pt>
                <c:pt idx="301">
                  <c:v>0.0118117602831</c:v>
                </c:pt>
                <c:pt idx="302">
                  <c:v>0.0118432134947</c:v>
                </c:pt>
                <c:pt idx="303">
                  <c:v>0.0118747928804</c:v>
                </c:pt>
                <c:pt idx="304">
                  <c:v>0.0119064991178</c:v>
                </c:pt>
                <c:pt idx="305">
                  <c:v>0.0119383328887</c:v>
                </c:pt>
                <c:pt idx="306">
                  <c:v>0.0119702948796</c:v>
                </c:pt>
                <c:pt idx="307">
                  <c:v>0.0120023857817</c:v>
                </c:pt>
                <c:pt idx="308">
                  <c:v>0.0120346062909</c:v>
                </c:pt>
                <c:pt idx="309">
                  <c:v>0.0120669571077</c:v>
                </c:pt>
                <c:pt idx="310">
                  <c:v>0.0120994389373</c:v>
                </c:pt>
                <c:pt idx="311">
                  <c:v>0.0121320524899</c:v>
                </c:pt>
                <c:pt idx="312">
                  <c:v>0.0121647984803</c:v>
                </c:pt>
                <c:pt idx="313">
                  <c:v>0.0121976776283</c:v>
                </c:pt>
                <c:pt idx="314">
                  <c:v>0.0122306906586</c:v>
                </c:pt>
                <c:pt idx="315">
                  <c:v>0.0122638383007</c:v>
                </c:pt>
                <c:pt idx="316">
                  <c:v>0.0122971212894</c:v>
                </c:pt>
                <c:pt idx="317">
                  <c:v>0.0123305403641</c:v>
                </c:pt>
                <c:pt idx="318">
                  <c:v>0.0123640962697</c:v>
                </c:pt>
                <c:pt idx="319">
                  <c:v>0.0123977897558</c:v>
                </c:pt>
                <c:pt idx="320">
                  <c:v>0.0124316215775</c:v>
                </c:pt>
                <c:pt idx="321">
                  <c:v>0.0124655924949</c:v>
                </c:pt>
                <c:pt idx="322">
                  <c:v>0.0124997032734</c:v>
                </c:pt>
                <c:pt idx="323">
                  <c:v>0.0125339546836</c:v>
                </c:pt>
                <c:pt idx="324">
                  <c:v>0.0125683475016</c:v>
                </c:pt>
                <c:pt idx="325">
                  <c:v>0.0126028825086</c:v>
                </c:pt>
                <c:pt idx="326">
                  <c:v>0.0126375604915</c:v>
                </c:pt>
                <c:pt idx="327">
                  <c:v>0.0126723822425</c:v>
                </c:pt>
                <c:pt idx="328">
                  <c:v>0.0127073485593</c:v>
                </c:pt>
                <c:pt idx="329">
                  <c:v>0.0127424602453</c:v>
                </c:pt>
                <c:pt idx="330">
                  <c:v>0.0127777181091</c:v>
                </c:pt>
                <c:pt idx="331">
                  <c:v>0.0128131229655</c:v>
                </c:pt>
                <c:pt idx="332">
                  <c:v>0.0128486756346</c:v>
                </c:pt>
                <c:pt idx="333">
                  <c:v>0.0128843769424</c:v>
                </c:pt>
                <c:pt idx="334">
                  <c:v>0.0129202277205</c:v>
                </c:pt>
                <c:pt idx="335">
                  <c:v>0.0129562288066</c:v>
                </c:pt>
                <c:pt idx="336">
                  <c:v>0.0129923810442</c:v>
                </c:pt>
                <c:pt idx="337">
                  <c:v>0.0130286852825</c:v>
                </c:pt>
                <c:pt idx="338">
                  <c:v>0.013065142377</c:v>
                </c:pt>
                <c:pt idx="339">
                  <c:v>0.0131017531891</c:v>
                </c:pt>
                <c:pt idx="340">
                  <c:v>0.0131385185863</c:v>
                </c:pt>
                <c:pt idx="341">
                  <c:v>0.0131754394422</c:v>
                </c:pt>
                <c:pt idx="342">
                  <c:v>0.0132125166366</c:v>
                </c:pt>
                <c:pt idx="343">
                  <c:v>0.0132497510556</c:v>
                </c:pt>
                <c:pt idx="344">
                  <c:v>0.0132871435916</c:v>
                </c:pt>
                <c:pt idx="345">
                  <c:v>0.0133246951433</c:v>
                </c:pt>
                <c:pt idx="346">
                  <c:v>0.0133624066157</c:v>
                </c:pt>
                <c:pt idx="347">
                  <c:v>0.0134002789205</c:v>
                </c:pt>
                <c:pt idx="348">
                  <c:v>0.0134383129757</c:v>
                </c:pt>
                <c:pt idx="349">
                  <c:v>0.0134765097061</c:v>
                </c:pt>
                <c:pt idx="350">
                  <c:v>0.0135148700428</c:v>
                </c:pt>
                <c:pt idx="351">
                  <c:v>0.013553394924</c:v>
                </c:pt>
                <c:pt idx="352">
                  <c:v>0.0135920852941</c:v>
                </c:pt>
                <c:pt idx="353">
                  <c:v>0.0136309421049</c:v>
                </c:pt>
                <c:pt idx="354">
                  <c:v>0.0136699663146</c:v>
                </c:pt>
                <c:pt idx="355">
                  <c:v>0.0137091588886</c:v>
                </c:pt>
                <c:pt idx="356">
                  <c:v>0.013748520799</c:v>
                </c:pt>
                <c:pt idx="357">
                  <c:v>0.0137880530253</c:v>
                </c:pt>
                <c:pt idx="358">
                  <c:v>0.0138277565538</c:v>
                </c:pt>
                <c:pt idx="359">
                  <c:v>0.0138676323781</c:v>
                </c:pt>
                <c:pt idx="360">
                  <c:v>0.013907681499</c:v>
                </c:pt>
                <c:pt idx="361">
                  <c:v>0.0139479049245</c:v>
                </c:pt>
                <c:pt idx="362">
                  <c:v>0.0139883036701</c:v>
                </c:pt>
                <c:pt idx="363">
                  <c:v>0.0140288787587</c:v>
                </c:pt>
                <c:pt idx="364">
                  <c:v>0.0140696312205</c:v>
                </c:pt>
                <c:pt idx="365">
                  <c:v>0.0141105620935</c:v>
                </c:pt>
                <c:pt idx="366">
                  <c:v>0.0141516724231</c:v>
                </c:pt>
                <c:pt idx="367">
                  <c:v>0.0141929632625</c:v>
                </c:pt>
                <c:pt idx="368">
                  <c:v>0.0142344356726</c:v>
                </c:pt>
                <c:pt idx="369">
                  <c:v>0.0142760907222</c:v>
                </c:pt>
                <c:pt idx="370">
                  <c:v>0.0143179294878</c:v>
                </c:pt>
                <c:pt idx="371">
                  <c:v>0.0143599530541</c:v>
                </c:pt>
                <c:pt idx="372">
                  <c:v>0.0144021625137</c:v>
                </c:pt>
                <c:pt idx="373">
                  <c:v>0.0144445589672</c:v>
                </c:pt>
                <c:pt idx="374">
                  <c:v>0.0144871435235</c:v>
                </c:pt>
                <c:pt idx="375">
                  <c:v>0.0145299172997</c:v>
                </c:pt>
                <c:pt idx="376">
                  <c:v>0.0145728814213</c:v>
                </c:pt>
                <c:pt idx="377">
                  <c:v>0.0146160370221</c:v>
                </c:pt>
                <c:pt idx="378">
                  <c:v>0.0146593852444</c:v>
                </c:pt>
                <c:pt idx="379">
                  <c:v>0.014702927239</c:v>
                </c:pt>
                <c:pt idx="380">
                  <c:v>0.0147466641653</c:v>
                </c:pt>
                <c:pt idx="381">
                  <c:v>0.0147905971915</c:v>
                </c:pt>
                <c:pt idx="382">
                  <c:v>0.0148347274945</c:v>
                </c:pt>
                <c:pt idx="383">
                  <c:v>0.0148790562601</c:v>
                </c:pt>
                <c:pt idx="384">
                  <c:v>0.014923584683</c:v>
                </c:pt>
                <c:pt idx="385">
                  <c:v>0.0149683139669</c:v>
                </c:pt>
                <c:pt idx="386">
                  <c:v>0.0150132453247</c:v>
                </c:pt>
                <c:pt idx="387">
                  <c:v>0.0150583799783</c:v>
                </c:pt>
                <c:pt idx="388">
                  <c:v>0.015103719159</c:v>
                </c:pt>
                <c:pt idx="389">
                  <c:v>0.0151492641074</c:v>
                </c:pt>
                <c:pt idx="390">
                  <c:v>0.0151950160735</c:v>
                </c:pt>
                <c:pt idx="391">
                  <c:v>0.015240976317</c:v>
                </c:pt>
                <c:pt idx="392">
                  <c:v>0.0152871461069</c:v>
                </c:pt>
                <c:pt idx="393">
                  <c:v>0.0153335267222</c:v>
                </c:pt>
                <c:pt idx="394">
                  <c:v>0.0153801194514</c:v>
                </c:pt>
                <c:pt idx="395">
                  <c:v>0.0154269255931</c:v>
                </c:pt>
                <c:pt idx="396">
                  <c:v>0.0154739464559</c:v>
                </c:pt>
                <c:pt idx="397">
                  <c:v>0.0155211833581</c:v>
                </c:pt>
                <c:pt idx="398">
                  <c:v>0.0155686376285</c:v>
                </c:pt>
                <c:pt idx="399">
                  <c:v>0.015616310606</c:v>
                </c:pt>
                <c:pt idx="400">
                  <c:v>0.0156642036399</c:v>
                </c:pt>
                <c:pt idx="401">
                  <c:v>0.0157123180898</c:v>
                </c:pt>
                <c:pt idx="402">
                  <c:v>0.0157606553261</c:v>
                </c:pt>
                <c:pt idx="403">
                  <c:v>0.0158092167294</c:v>
                </c:pt>
                <c:pt idx="404">
                  <c:v>0.0158580036915</c:v>
                </c:pt>
                <c:pt idx="405">
                  <c:v>0.0159070176148</c:v>
                </c:pt>
                <c:pt idx="406">
                  <c:v>0.0159562599125</c:v>
                </c:pt>
                <c:pt idx="407">
                  <c:v>0.016005732009</c:v>
                </c:pt>
                <c:pt idx="408">
                  <c:v>0.0160554353398</c:v>
                </c:pt>
                <c:pt idx="409">
                  <c:v>0.0161053713516</c:v>
                </c:pt>
                <c:pt idx="410">
                  <c:v>0.0161555415026</c:v>
                </c:pt>
                <c:pt idx="411">
                  <c:v>0.0162059472623</c:v>
                </c:pt>
                <c:pt idx="412">
                  <c:v>0.0162565901116</c:v>
                </c:pt>
                <c:pt idx="413">
                  <c:v>0.0163074715435</c:v>
                </c:pt>
                <c:pt idx="414">
                  <c:v>0.0163585930624</c:v>
                </c:pt>
                <c:pt idx="415">
                  <c:v>0.0164099561848</c:v>
                </c:pt>
                <c:pt idx="416">
                  <c:v>0.016461562439</c:v>
                </c:pt>
                <c:pt idx="417">
                  <c:v>0.0165134133657</c:v>
                </c:pt>
                <c:pt idx="418">
                  <c:v>0.0165655105176</c:v>
                </c:pt>
                <c:pt idx="419">
                  <c:v>0.0166178554597</c:v>
                </c:pt>
                <c:pt idx="420">
                  <c:v>0.0166704497698</c:v>
                </c:pt>
                <c:pt idx="421">
                  <c:v>0.016723295038</c:v>
                </c:pt>
                <c:pt idx="422">
                  <c:v>0.0167763928671</c:v>
                </c:pt>
                <c:pt idx="423">
                  <c:v>0.0168297448729</c:v>
                </c:pt>
                <c:pt idx="424">
                  <c:v>0.016883352684</c:v>
                </c:pt>
                <c:pt idx="425">
                  <c:v>0.0169372179422</c:v>
                </c:pt>
                <c:pt idx="426">
                  <c:v>0.0169913423024</c:v>
                </c:pt>
                <c:pt idx="427">
                  <c:v>0.0170457274329</c:v>
                </c:pt>
                <c:pt idx="428">
                  <c:v>0.0171003750155</c:v>
                </c:pt>
                <c:pt idx="429">
                  <c:v>0.0171552867453</c:v>
                </c:pt>
                <c:pt idx="430">
                  <c:v>0.0172104643315</c:v>
                </c:pt>
                <c:pt idx="431">
                  <c:v>0.017265909497</c:v>
                </c:pt>
                <c:pt idx="432">
                  <c:v>0.0173216239786</c:v>
                </c:pt>
                <c:pt idx="433">
                  <c:v>0.0173776095273</c:v>
                </c:pt>
                <c:pt idx="434">
                  <c:v>0.0174338679085</c:v>
                </c:pt>
                <c:pt idx="435">
                  <c:v>0.0174904009017</c:v>
                </c:pt>
                <c:pt idx="436">
                  <c:v>0.0175472103013</c:v>
                </c:pt>
                <c:pt idx="437">
                  <c:v>0.0176042979161</c:v>
                </c:pt>
                <c:pt idx="438">
                  <c:v>0.0176616655698</c:v>
                </c:pt>
                <c:pt idx="439">
                  <c:v>0.0177193151012</c:v>
                </c:pt>
                <c:pt idx="440">
                  <c:v>0.017777248364</c:v>
                </c:pt>
                <c:pt idx="441">
                  <c:v>0.0178354672274</c:v>
                </c:pt>
                <c:pt idx="442">
                  <c:v>0.017893973576</c:v>
                </c:pt>
                <c:pt idx="443">
                  <c:v>0.0179527693098</c:v>
                </c:pt>
                <c:pt idx="444">
                  <c:v>0.0180118563446</c:v>
                </c:pt>
                <c:pt idx="445">
                  <c:v>0.0180712366123</c:v>
                </c:pt>
                <c:pt idx="446">
                  <c:v>0.0181309120605</c:v>
                </c:pt>
                <c:pt idx="447">
                  <c:v>0.0181908846532</c:v>
                </c:pt>
                <c:pt idx="448">
                  <c:v>0.0182511563709</c:v>
                </c:pt>
                <c:pt idx="449">
                  <c:v>0.0183117292104</c:v>
                </c:pt>
                <c:pt idx="450">
                  <c:v>0.0183726051852</c:v>
                </c:pt>
                <c:pt idx="451">
                  <c:v>0.0184337863257</c:v>
                </c:pt>
                <c:pt idx="452">
                  <c:v>0.0184952746796</c:v>
                </c:pt>
                <c:pt idx="453">
                  <c:v>0.0185570723114</c:v>
                </c:pt>
                <c:pt idx="454">
                  <c:v>0.0186191813032</c:v>
                </c:pt>
                <c:pt idx="455">
                  <c:v>0.0186816037546</c:v>
                </c:pt>
                <c:pt idx="456">
                  <c:v>0.018744341783</c:v>
                </c:pt>
                <c:pt idx="457">
                  <c:v>0.0188073975236</c:v>
                </c:pt>
                <c:pt idx="458">
                  <c:v>0.0188707731298</c:v>
                </c:pt>
                <c:pt idx="459">
                  <c:v>0.0189344707731</c:v>
                </c:pt>
                <c:pt idx="460">
                  <c:v>0.0189984926437</c:v>
                </c:pt>
                <c:pt idx="461">
                  <c:v>0.0190628409504</c:v>
                </c:pt>
                <c:pt idx="462">
                  <c:v>0.0191275179206</c:v>
                </c:pt>
                <c:pt idx="463">
                  <c:v>0.0191925258011</c:v>
                </c:pt>
                <c:pt idx="464">
                  <c:v>0.0192578668575</c:v>
                </c:pt>
                <c:pt idx="465">
                  <c:v>0.0193235433754</c:v>
                </c:pt>
                <c:pt idx="466">
                  <c:v>0.0193895576594</c:v>
                </c:pt>
                <c:pt idx="467">
                  <c:v>0.0194559120344</c:v>
                </c:pt>
                <c:pt idx="468">
                  <c:v>0.0195226088451</c:v>
                </c:pt>
                <c:pt idx="469">
                  <c:v>0.0195896504565</c:v>
                </c:pt>
                <c:pt idx="470">
                  <c:v>0.019657039254</c:v>
                </c:pt>
                <c:pt idx="471">
                  <c:v>0.0197247776438</c:v>
                </c:pt>
                <c:pt idx="472">
                  <c:v>0.0197928680529</c:v>
                </c:pt>
                <c:pt idx="473">
                  <c:v>0.0198613129292</c:v>
                </c:pt>
                <c:pt idx="474">
                  <c:v>0.0199301147423</c:v>
                </c:pt>
                <c:pt idx="475">
                  <c:v>0.019999275983</c:v>
                </c:pt>
                <c:pt idx="476">
                  <c:v>0.020068799164</c:v>
                </c:pt>
                <c:pt idx="477">
                  <c:v>0.0201386868201</c:v>
                </c:pt>
                <c:pt idx="478">
                  <c:v>0.020208941508</c:v>
                </c:pt>
                <c:pt idx="479">
                  <c:v>0.0202795658071</c:v>
                </c:pt>
                <c:pt idx="480">
                  <c:v>0.0203505623194</c:v>
                </c:pt>
                <c:pt idx="481">
                  <c:v>0.02042193367</c:v>
                </c:pt>
                <c:pt idx="482">
                  <c:v>0.0204936825069</c:v>
                </c:pt>
                <c:pt idx="483">
                  <c:v>0.0205658115017</c:v>
                </c:pt>
                <c:pt idx="484">
                  <c:v>0.0206383233496</c:v>
                </c:pt>
                <c:pt idx="485">
                  <c:v>0.0207112207696</c:v>
                </c:pt>
                <c:pt idx="486">
                  <c:v>0.0207845065051</c:v>
                </c:pt>
                <c:pt idx="487">
                  <c:v>0.0208581833238</c:v>
                </c:pt>
                <c:pt idx="488">
                  <c:v>0.0209322540181</c:v>
                </c:pt>
                <c:pt idx="489">
                  <c:v>0.0210067214052</c:v>
                </c:pt>
                <c:pt idx="490">
                  <c:v>0.0210815883278</c:v>
                </c:pt>
                <c:pt idx="491">
                  <c:v>0.0211568576539</c:v>
                </c:pt>
                <c:pt idx="492">
                  <c:v>0.0212325322773</c:v>
                </c:pt>
                <c:pt idx="493">
                  <c:v>0.0213086151178</c:v>
                </c:pt>
                <c:pt idx="494">
                  <c:v>0.0213851091216</c:v>
                </c:pt>
                <c:pt idx="495">
                  <c:v>0.0214620172614</c:v>
                </c:pt>
                <c:pt idx="496">
                  <c:v>0.0215393425368</c:v>
                </c:pt>
                <c:pt idx="497">
                  <c:v>0.0216170879747</c:v>
                </c:pt>
                <c:pt idx="498">
                  <c:v>0.0216952566294</c:v>
                </c:pt>
                <c:pt idx="499">
                  <c:v>0.0217738515829</c:v>
                </c:pt>
                <c:pt idx="500">
                  <c:v>0.0218528759454</c:v>
                </c:pt>
                <c:pt idx="501">
                  <c:v>0.0219323328554</c:v>
                </c:pt>
                <c:pt idx="502">
                  <c:v>0.02201222548</c:v>
                </c:pt>
                <c:pt idx="503">
                  <c:v>0.0220925570155</c:v>
                </c:pt>
                <c:pt idx="504">
                  <c:v>0.0221733306875</c:v>
                </c:pt>
                <c:pt idx="505">
                  <c:v>0.022254549751</c:v>
                </c:pt>
                <c:pt idx="506">
                  <c:v>0.0223362174913</c:v>
                </c:pt>
                <c:pt idx="507">
                  <c:v>0.0224183372238</c:v>
                </c:pt>
                <c:pt idx="508">
                  <c:v>0.0225009122946</c:v>
                </c:pt>
                <c:pt idx="509">
                  <c:v>0.0225839460806</c:v>
                </c:pt>
                <c:pt idx="510">
                  <c:v>0.0226674419904</c:v>
                </c:pt>
                <c:pt idx="511">
                  <c:v>0.0227514034638</c:v>
                </c:pt>
                <c:pt idx="512">
                  <c:v>0.022835833973</c:v>
                </c:pt>
                <c:pt idx="513">
                  <c:v>0.0229207370223</c:v>
                </c:pt>
                <c:pt idx="514">
                  <c:v>0.023006116149</c:v>
                </c:pt>
                <c:pt idx="515">
                  <c:v>0.0230919749231</c:v>
                </c:pt>
                <c:pt idx="516">
                  <c:v>0.0231783169485</c:v>
                </c:pt>
                <c:pt idx="517">
                  <c:v>0.0232651458627</c:v>
                </c:pt>
                <c:pt idx="518">
                  <c:v>0.0233524653374</c:v>
                </c:pt>
                <c:pt idx="519">
                  <c:v>0.023440279079</c:v>
                </c:pt>
                <c:pt idx="520">
                  <c:v>0.0235285908288</c:v>
                </c:pt>
                <c:pt idx="521">
                  <c:v>0.0236174043637</c:v>
                </c:pt>
                <c:pt idx="522">
                  <c:v>0.0237067234962</c:v>
                </c:pt>
                <c:pt idx="523">
                  <c:v>0.0237965520749</c:v>
                </c:pt>
                <c:pt idx="524">
                  <c:v>0.0238868939853</c:v>
                </c:pt>
                <c:pt idx="525">
                  <c:v>0.0239777531498</c:v>
                </c:pt>
                <c:pt idx="526">
                  <c:v>0.024069133528</c:v>
                </c:pt>
                <c:pt idx="527">
                  <c:v>0.0241610391178</c:v>
                </c:pt>
                <c:pt idx="528">
                  <c:v>0.0242534739551</c:v>
                </c:pt>
                <c:pt idx="529">
                  <c:v>0.0243464421145</c:v>
                </c:pt>
                <c:pt idx="530">
                  <c:v>0.0244399477101</c:v>
                </c:pt>
                <c:pt idx="531">
                  <c:v>0.0245339948952</c:v>
                </c:pt>
                <c:pt idx="532">
                  <c:v>0.0246285878637</c:v>
                </c:pt>
                <c:pt idx="533">
                  <c:v>0.0247237308496</c:v>
                </c:pt>
                <c:pt idx="534">
                  <c:v>0.0248194281281</c:v>
                </c:pt>
                <c:pt idx="535">
                  <c:v>0.024915684016</c:v>
                </c:pt>
                <c:pt idx="536">
                  <c:v>0.0250125028718</c:v>
                </c:pt>
                <c:pt idx="537">
                  <c:v>0.0251098890968</c:v>
                </c:pt>
                <c:pt idx="538">
                  <c:v>0.0252078471349</c:v>
                </c:pt>
                <c:pt idx="539">
                  <c:v>0.0253063814737</c:v>
                </c:pt>
                <c:pt idx="540">
                  <c:v>0.0254054966448</c:v>
                </c:pt>
                <c:pt idx="541">
                  <c:v>0.0255051972239</c:v>
                </c:pt>
                <c:pt idx="542">
                  <c:v>0.0256054878322</c:v>
                </c:pt>
                <c:pt idx="543">
                  <c:v>0.0257063731361</c:v>
                </c:pt>
                <c:pt idx="544">
                  <c:v>0.0258078578481</c:v>
                </c:pt>
                <c:pt idx="545">
                  <c:v>0.0259099467273</c:v>
                </c:pt>
                <c:pt idx="546">
                  <c:v>0.02601264458</c:v>
                </c:pt>
                <c:pt idx="547">
                  <c:v>0.0261159562603</c:v>
                </c:pt>
                <c:pt idx="548">
                  <c:v>0.0262198866702</c:v>
                </c:pt>
                <c:pt idx="549">
                  <c:v>0.026324440761</c:v>
                </c:pt>
                <c:pt idx="550">
                  <c:v>0.0264296235332</c:v>
                </c:pt>
                <c:pt idx="551">
                  <c:v>0.0265354400371</c:v>
                </c:pt>
                <c:pt idx="552">
                  <c:v>0.026641895374</c:v>
                </c:pt>
                <c:pt idx="553">
                  <c:v>0.0267489946961</c:v>
                </c:pt>
                <c:pt idx="554">
                  <c:v>0.0268567432076</c:v>
                </c:pt>
                <c:pt idx="555">
                  <c:v>0.0269651461651</c:v>
                </c:pt>
                <c:pt idx="556">
                  <c:v>0.0270742088781</c:v>
                </c:pt>
                <c:pt idx="557">
                  <c:v>0.02718393671</c:v>
                </c:pt>
                <c:pt idx="558">
                  <c:v>0.0272943350785</c:v>
                </c:pt>
                <c:pt idx="559">
                  <c:v>0.0274054094562</c:v>
                </c:pt>
                <c:pt idx="560">
                  <c:v>0.0275171653716</c:v>
                </c:pt>
                <c:pt idx="561">
                  <c:v>0.0276296084092</c:v>
                </c:pt>
                <c:pt idx="562">
                  <c:v>0.0277427442109</c:v>
                </c:pt>
                <c:pt idx="563">
                  <c:v>0.0278565784761</c:v>
                </c:pt>
                <c:pt idx="564">
                  <c:v>0.0279711169626</c:v>
                </c:pt>
                <c:pt idx="565">
                  <c:v>0.0280863654873</c:v>
                </c:pt>
                <c:pt idx="566">
                  <c:v>0.0282023299272</c:v>
                </c:pt>
                <c:pt idx="567">
                  <c:v>0.0283190162196</c:v>
                </c:pt>
                <c:pt idx="568">
                  <c:v>0.0284364303633</c:v>
                </c:pt>
                <c:pt idx="569">
                  <c:v>0.0285545784191</c:v>
                </c:pt>
                <c:pt idx="570">
                  <c:v>0.0286734665106</c:v>
                </c:pt>
                <c:pt idx="571">
                  <c:v>0.0287931008251</c:v>
                </c:pt>
                <c:pt idx="572">
                  <c:v>0.0289134876144</c:v>
                </c:pt>
                <c:pt idx="573">
                  <c:v>0.0290346331951</c:v>
                </c:pt>
                <c:pt idx="574">
                  <c:v>0.0291565439503</c:v>
                </c:pt>
                <c:pt idx="575">
                  <c:v>0.0292792263296</c:v>
                </c:pt>
                <c:pt idx="576">
                  <c:v>0.0294026868502</c:v>
                </c:pt>
                <c:pt idx="577">
                  <c:v>0.0295269320981</c:v>
                </c:pt>
                <c:pt idx="578">
                  <c:v>0.0296519687284</c:v>
                </c:pt>
                <c:pt idx="579">
                  <c:v>0.0297778034664</c:v>
                </c:pt>
                <c:pt idx="580">
                  <c:v>0.0299044431085</c:v>
                </c:pt>
                <c:pt idx="581">
                  <c:v>0.0300318945233</c:v>
                </c:pt>
                <c:pt idx="582">
                  <c:v>0.030160164652</c:v>
                </c:pt>
                <c:pt idx="583">
                  <c:v>0.0302892605097</c:v>
                </c:pt>
                <c:pt idx="584">
                  <c:v>0.0304191891863</c:v>
                </c:pt>
                <c:pt idx="585">
                  <c:v>0.0305499578471</c:v>
                </c:pt>
                <c:pt idx="586">
                  <c:v>0.0306815737344</c:v>
                </c:pt>
                <c:pt idx="587">
                  <c:v>0.0308140441679</c:v>
                </c:pt>
                <c:pt idx="588">
                  <c:v>0.0309473765458</c:v>
                </c:pt>
                <c:pt idx="589">
                  <c:v>0.0310815783459</c:v>
                </c:pt>
                <c:pt idx="590">
                  <c:v>0.0312166571268</c:v>
                </c:pt>
                <c:pt idx="591">
                  <c:v>0.0313526205284</c:v>
                </c:pt>
                <c:pt idx="592">
                  <c:v>0.0314894762735</c:v>
                </c:pt>
                <c:pt idx="593">
                  <c:v>0.0316272321685</c:v>
                </c:pt>
                <c:pt idx="594">
                  <c:v>0.0317658961047</c:v>
                </c:pt>
                <c:pt idx="595">
                  <c:v>0.0319054760589</c:v>
                </c:pt>
                <c:pt idx="596">
                  <c:v>0.0320459800955</c:v>
                </c:pt>
                <c:pt idx="597">
                  <c:v>0.0321874163663</c:v>
                </c:pt>
                <c:pt idx="598">
                  <c:v>0.032329793113</c:v>
                </c:pt>
                <c:pt idx="599">
                  <c:v>0.0324731186671</c:v>
                </c:pt>
                <c:pt idx="600">
                  <c:v>0.032617401452</c:v>
                </c:pt>
                <c:pt idx="601">
                  <c:v>0.0327626499839</c:v>
                </c:pt>
                <c:pt idx="602">
                  <c:v>0.0329088728725</c:v>
                </c:pt>
                <c:pt idx="603">
                  <c:v>0.0330560788232</c:v>
                </c:pt>
                <c:pt idx="604">
                  <c:v>0.0332042766375</c:v>
                </c:pt>
                <c:pt idx="605">
                  <c:v>0.0333534752146</c:v>
                </c:pt>
                <c:pt idx="606">
                  <c:v>0.0335036835527</c:v>
                </c:pt>
                <c:pt idx="607">
                  <c:v>0.0336549107501</c:v>
                </c:pt>
                <c:pt idx="608">
                  <c:v>0.0338071660068</c:v>
                </c:pt>
                <c:pt idx="609">
                  <c:v>0.0339604586257</c:v>
                </c:pt>
                <c:pt idx="610">
                  <c:v>0.0341147980139</c:v>
                </c:pt>
                <c:pt idx="611">
                  <c:v>0.0342701936839</c:v>
                </c:pt>
                <c:pt idx="612">
                  <c:v>0.0344266552554</c:v>
                </c:pt>
                <c:pt idx="613">
                  <c:v>0.0345841924567</c:v>
                </c:pt>
                <c:pt idx="614">
                  <c:v>0.0347428151255</c:v>
                </c:pt>
                <c:pt idx="615">
                  <c:v>0.0349025332112</c:v>
                </c:pt>
                <c:pt idx="616">
                  <c:v>0.0350633567758</c:v>
                </c:pt>
                <c:pt idx="617">
                  <c:v>0.0352252959956</c:v>
                </c:pt>
                <c:pt idx="618">
                  <c:v>0.0353883611628</c:v>
                </c:pt>
                <c:pt idx="619">
                  <c:v>0.0355525626869</c:v>
                </c:pt>
                <c:pt idx="620">
                  <c:v>0.0357179110963</c:v>
                </c:pt>
                <c:pt idx="621">
                  <c:v>0.0358844170401</c:v>
                </c:pt>
                <c:pt idx="622">
                  <c:v>0.0360520912891</c:v>
                </c:pt>
                <c:pt idx="623">
                  <c:v>0.0362209447384</c:v>
                </c:pt>
                <c:pt idx="624">
                  <c:v>0.0363909884082</c:v>
                </c:pt>
                <c:pt idx="625">
                  <c:v>0.036562233446</c:v>
                </c:pt>
                <c:pt idx="626">
                  <c:v>0.036734691128</c:v>
                </c:pt>
                <c:pt idx="627">
                  <c:v>0.0369083728612</c:v>
                </c:pt>
                <c:pt idx="628">
                  <c:v>0.0370832901847</c:v>
                </c:pt>
                <c:pt idx="629">
                  <c:v>0.0372594547719</c:v>
                </c:pt>
                <c:pt idx="630">
                  <c:v>0.0374368784321</c:v>
                </c:pt>
                <c:pt idx="631">
                  <c:v>0.0376155731127</c:v>
                </c:pt>
                <c:pt idx="632">
                  <c:v>0.0377955509003</c:v>
                </c:pt>
                <c:pt idx="633">
                  <c:v>0.0379768240235</c:v>
                </c:pt>
                <c:pt idx="634">
                  <c:v>0.0381594048542</c:v>
                </c:pt>
                <c:pt idx="635">
                  <c:v>0.03834330591</c:v>
                </c:pt>
                <c:pt idx="636">
                  <c:v>0.0385285398559</c:v>
                </c:pt>
                <c:pt idx="637">
                  <c:v>0.0387151195063</c:v>
                </c:pt>
                <c:pt idx="638">
                  <c:v>0.0389030578274</c:v>
                </c:pt>
                <c:pt idx="639">
                  <c:v>0.0390923679387</c:v>
                </c:pt>
                <c:pt idx="640">
                  <c:v>0.039283063116</c:v>
                </c:pt>
                <c:pt idx="641">
                  <c:v>0.0394751567924</c:v>
                </c:pt>
                <c:pt idx="642">
                  <c:v>0.0396686625616</c:v>
                </c:pt>
                <c:pt idx="643">
                  <c:v>0.0398635941794</c:v>
                </c:pt>
                <c:pt idx="644">
                  <c:v>0.0400599655661</c:v>
                </c:pt>
                <c:pt idx="645">
                  <c:v>0.0402577908089</c:v>
                </c:pt>
                <c:pt idx="646">
                  <c:v>0.0404570841643</c:v>
                </c:pt>
                <c:pt idx="647">
                  <c:v>0.04065786006</c:v>
                </c:pt>
                <c:pt idx="648">
                  <c:v>0.0408601330979</c:v>
                </c:pt>
                <c:pt idx="649">
                  <c:v>0.0410639180561</c:v>
                </c:pt>
                <c:pt idx="650">
                  <c:v>0.0412692298914</c:v>
                </c:pt>
                <c:pt idx="651">
                  <c:v>0.0414760837421</c:v>
                </c:pt>
                <c:pt idx="652">
                  <c:v>0.04168449493</c:v>
                </c:pt>
                <c:pt idx="653">
                  <c:v>0.0418944789635</c:v>
                </c:pt>
                <c:pt idx="654">
                  <c:v>0.04210605154</c:v>
                </c:pt>
                <c:pt idx="655">
                  <c:v>0.0423192285486</c:v>
                </c:pt>
                <c:pt idx="656">
                  <c:v>0.0425340260726</c:v>
                </c:pt>
                <c:pt idx="657">
                  <c:v>0.0427504603924</c:v>
                </c:pt>
                <c:pt idx="658">
                  <c:v>0.0429685479884</c:v>
                </c:pt>
                <c:pt idx="659">
                  <c:v>0.0431883055435</c:v>
                </c:pt>
                <c:pt idx="660">
                  <c:v>0.0434097499464</c:v>
                </c:pt>
                <c:pt idx="661">
                  <c:v>0.043632898294</c:v>
                </c:pt>
                <c:pt idx="662">
                  <c:v>0.0438577678946</c:v>
                </c:pt>
                <c:pt idx="663">
                  <c:v>0.0440843762712</c:v>
                </c:pt>
                <c:pt idx="664">
                  <c:v>0.0443127411637</c:v>
                </c:pt>
                <c:pt idx="665">
                  <c:v>0.044542880533</c:v>
                </c:pt>
                <c:pt idx="666">
                  <c:v>0.0447748125635</c:v>
                </c:pt>
                <c:pt idx="667">
                  <c:v>0.0450085556662</c:v>
                </c:pt>
                <c:pt idx="668">
                  <c:v>0.0452441284824</c:v>
                </c:pt>
                <c:pt idx="669">
                  <c:v>0.0454815498866</c:v>
                </c:pt>
                <c:pt idx="670">
                  <c:v>0.04572083899</c:v>
                </c:pt>
                <c:pt idx="671">
                  <c:v>0.0459620151439</c:v>
                </c:pt>
                <c:pt idx="672">
                  <c:v>0.0462050979429</c:v>
                </c:pt>
                <c:pt idx="673">
                  <c:v>0.0464501072285</c:v>
                </c:pt>
                <c:pt idx="674">
                  <c:v>0.0466970630928</c:v>
                </c:pt>
                <c:pt idx="675">
                  <c:v>0.0469459858819</c:v>
                </c:pt>
                <c:pt idx="676">
                  <c:v>0.0471968961995</c:v>
                </c:pt>
                <c:pt idx="677">
                  <c:v>0.0474498149107</c:v>
                </c:pt>
                <c:pt idx="678">
                  <c:v>0.0477047631457</c:v>
                </c:pt>
                <c:pt idx="679">
                  <c:v>0.0479617623036</c:v>
                </c:pt>
                <c:pt idx="680">
                  <c:v>0.0482208340562</c:v>
                </c:pt>
                <c:pt idx="681">
                  <c:v>0.0484820003521</c:v>
                </c:pt>
                <c:pt idx="682">
                  <c:v>0.0487452834205</c:v>
                </c:pt>
                <c:pt idx="683">
                  <c:v>0.0490107057751</c:v>
                </c:pt>
                <c:pt idx="684">
                  <c:v>0.0492782902186</c:v>
                </c:pt>
                <c:pt idx="685">
                  <c:v>0.0495480598465</c:v>
                </c:pt>
                <c:pt idx="686">
                  <c:v>0.0498200380514</c:v>
                </c:pt>
                <c:pt idx="687">
                  <c:v>0.0500942485273</c:v>
                </c:pt>
                <c:pt idx="688">
                  <c:v>0.050370715274</c:v>
                </c:pt>
                <c:pt idx="689">
                  <c:v>0.0506494626013</c:v>
                </c:pt>
                <c:pt idx="690">
                  <c:v>0.0509305151336</c:v>
                </c:pt>
                <c:pt idx="691">
                  <c:v>0.0512138978144</c:v>
                </c:pt>
                <c:pt idx="692">
                  <c:v>0.0514996359109</c:v>
                </c:pt>
                <c:pt idx="693">
                  <c:v>0.0517877550186</c:v>
                </c:pt>
                <c:pt idx="694">
                  <c:v>0.0520782810662</c:v>
                </c:pt>
                <c:pt idx="695">
                  <c:v>0.0523712403199</c:v>
                </c:pt>
                <c:pt idx="696">
                  <c:v>0.052666659389</c:v>
                </c:pt>
                <c:pt idx="697">
                  <c:v>0.05296456523</c:v>
                </c:pt>
                <c:pt idx="698">
                  <c:v>0.0532649851524</c:v>
                </c:pt>
                <c:pt idx="699">
                  <c:v>0.053567946823</c:v>
                </c:pt>
                <c:pt idx="700">
                  <c:v>0.0538734782716</c:v>
                </c:pt>
                <c:pt idx="701">
                  <c:v>0.054181607896</c:v>
                </c:pt>
                <c:pt idx="702">
                  <c:v>0.054492364467</c:v>
                </c:pt>
                <c:pt idx="703">
                  <c:v>0.0548057771342</c:v>
                </c:pt>
                <c:pt idx="704">
                  <c:v>0.0551218754312</c:v>
                </c:pt>
                <c:pt idx="705">
                  <c:v>0.055440689281</c:v>
                </c:pt>
                <c:pt idx="706">
                  <c:v>0.0557622490016</c:v>
                </c:pt>
                <c:pt idx="707">
                  <c:v>0.0560865853118</c:v>
                </c:pt>
                <c:pt idx="708">
                  <c:v>0.0564137293366</c:v>
                </c:pt>
                <c:pt idx="709">
                  <c:v>0.0567437126134</c:v>
                </c:pt>
                <c:pt idx="710">
                  <c:v>0.0570765670973</c:v>
                </c:pt>
                <c:pt idx="711">
                  <c:v>0.0574123251674</c:v>
                </c:pt>
                <c:pt idx="712">
                  <c:v>0.0577510196329</c:v>
                </c:pt>
                <c:pt idx="713">
                  <c:v>0.0580926837388</c:v>
                </c:pt>
                <c:pt idx="714">
                  <c:v>0.0584373511721</c:v>
                </c:pt>
                <c:pt idx="715">
                  <c:v>0.0587850560686</c:v>
                </c:pt>
                <c:pt idx="716">
                  <c:v>0.0591358330183</c:v>
                </c:pt>
                <c:pt idx="717">
                  <c:v>0.0594897170724</c:v>
                </c:pt>
                <c:pt idx="718">
                  <c:v>0.0598467437495</c:v>
                </c:pt>
                <c:pt idx="719">
                  <c:v>0.0602069490424</c:v>
                </c:pt>
                <c:pt idx="720">
                  <c:v>0.0605703694243</c:v>
                </c:pt>
                <c:pt idx="721">
                  <c:v>0.0609370418555</c:v>
                </c:pt>
                <c:pt idx="722">
                  <c:v>0.0613070037905</c:v>
                </c:pt>
                <c:pt idx="723">
                  <c:v>0.0616802931846</c:v>
                </c:pt>
                <c:pt idx="724">
                  <c:v>0.0620569485005</c:v>
                </c:pt>
                <c:pt idx="725">
                  <c:v>0.0624370087159</c:v>
                </c:pt>
                <c:pt idx="726">
                  <c:v>0.0628205133298</c:v>
                </c:pt>
                <c:pt idx="727">
                  <c:v>0.0632075023702</c:v>
                </c:pt>
                <c:pt idx="728">
                  <c:v>0.0635980164009</c:v>
                </c:pt>
                <c:pt idx="729">
                  <c:v>0.0639920965287</c:v>
                </c:pt>
                <c:pt idx="730">
                  <c:v>0.064389784411</c:v>
                </c:pt>
                <c:pt idx="731">
                  <c:v>0.064791122263</c:v>
                </c:pt>
                <c:pt idx="732">
                  <c:v>0.0651961528648</c:v>
                </c:pt>
                <c:pt idx="733">
                  <c:v>0.0656049195695</c:v>
                </c:pt>
                <c:pt idx="734">
                  <c:v>0.0660174663102</c:v>
                </c:pt>
                <c:pt idx="735">
                  <c:v>0.066433837608</c:v>
                </c:pt>
                <c:pt idx="736">
                  <c:v>0.0668540785792</c:v>
                </c:pt>
                <c:pt idx="737">
                  <c:v>0.0672782349434</c:v>
                </c:pt>
                <c:pt idx="738">
                  <c:v>0.0677063530312</c:v>
                </c:pt>
                <c:pt idx="739">
                  <c:v>0.0681384797916</c:v>
                </c:pt>
                <c:pt idx="740">
                  <c:v>0.0685746628003</c:v>
                </c:pt>
                <c:pt idx="741">
                  <c:v>0.0690149502675</c:v>
                </c:pt>
                <c:pt idx="742">
                  <c:v>0.0694593910456</c:v>
                </c:pt>
                <c:pt idx="743">
                  <c:v>0.0699080346372</c:v>
                </c:pt>
                <c:pt idx="744">
                  <c:v>0.0703609312034</c:v>
                </c:pt>
                <c:pt idx="745">
                  <c:v>0.0708181315711</c:v>
                </c:pt>
                <c:pt idx="746">
                  <c:v>0.0712796872419</c:v>
                </c:pt>
                <c:pt idx="747">
                  <c:v>0.0717456503994</c:v>
                </c:pt>
                <c:pt idx="748">
                  <c:v>0.0722160739177</c:v>
                </c:pt>
                <c:pt idx="749">
                  <c:v>0.072691011369</c:v>
                </c:pt>
                <c:pt idx="750">
                  <c:v>0.0731705170322</c:v>
                </c:pt>
                <c:pt idx="751">
                  <c:v>0.0736546459004</c:v>
                </c:pt>
                <c:pt idx="752">
                  <c:v>0.0741434536893</c:v>
                </c:pt>
                <c:pt idx="753">
                  <c:v>0.0746369968448</c:v>
                </c:pt>
                <c:pt idx="754">
                  <c:v>0.0751353325513</c:v>
                </c:pt>
                <c:pt idx="755">
                  <c:v>0.0756385187397</c:v>
                </c:pt>
                <c:pt idx="756">
                  <c:v>0.0761466140947</c:v>
                </c:pt>
                <c:pt idx="757">
                  <c:v>0.0766596780633</c:v>
                </c:pt>
                <c:pt idx="758">
                  <c:v>0.0771777708621</c:v>
                </c:pt>
                <c:pt idx="759">
                  <c:v>0.0777009534849</c:v>
                </c:pt>
                <c:pt idx="760">
                  <c:v>0.0782292877109</c:v>
                </c:pt>
                <c:pt idx="761">
                  <c:v>0.0787628361115</c:v>
                </c:pt>
                <c:pt idx="762">
                  <c:v>0.079301662058</c:v>
                </c:pt>
                <c:pt idx="763">
                  <c:v>0.0798458297287</c:v>
                </c:pt>
                <c:pt idx="764">
                  <c:v>0.0803954041163</c:v>
                </c:pt>
                <c:pt idx="765">
                  <c:v>0.0809504510346</c:v>
                </c:pt>
                <c:pt idx="766">
                  <c:v>0.0815110371254</c:v>
                </c:pt>
                <c:pt idx="767">
                  <c:v>0.0820772298652</c:v>
                </c:pt>
                <c:pt idx="768">
                  <c:v>0.0826490975714</c:v>
                </c:pt>
                <c:pt idx="769">
                  <c:v>0.0832267094087</c:v>
                </c:pt>
                <c:pt idx="770">
                  <c:v>0.0838101353952</c:v>
                </c:pt>
                <c:pt idx="771">
                  <c:v>0.084399446408</c:v>
                </c:pt>
                <c:pt idx="772">
                  <c:v>0.0849947141885</c:v>
                </c:pt>
                <c:pt idx="773">
                  <c:v>0.085596011348</c:v>
                </c:pt>
                <c:pt idx="774">
                  <c:v>0.0862034113722</c:v>
                </c:pt>
                <c:pt idx="775">
                  <c:v>0.086816988626</c:v>
                </c:pt>
                <c:pt idx="776">
                  <c:v>0.0874368183576</c:v>
                </c:pt>
                <c:pt idx="777">
                  <c:v>0.0880629767023</c:v>
                </c:pt>
                <c:pt idx="778">
                  <c:v>0.0886955406861</c:v>
                </c:pt>
                <c:pt idx="779">
                  <c:v>0.0893345882283</c:v>
                </c:pt>
                <c:pt idx="780">
                  <c:v>0.0899801981445</c:v>
                </c:pt>
                <c:pt idx="781">
                  <c:v>0.0906324501483</c:v>
                </c:pt>
                <c:pt idx="782">
                  <c:v>0.0912914248528</c:v>
                </c:pt>
                <c:pt idx="783">
                  <c:v>0.091957203772</c:v>
                </c:pt>
                <c:pt idx="784">
                  <c:v>0.0926298693207</c:v>
                </c:pt>
                <c:pt idx="785">
                  <c:v>0.0933095048146</c:v>
                </c:pt>
                <c:pt idx="786">
                  <c:v>0.0939961944693</c:v>
                </c:pt>
                <c:pt idx="787">
                  <c:v>0.0946900233987</c:v>
                </c:pt>
                <c:pt idx="788">
                  <c:v>0.0953910776129</c:v>
                </c:pt>
                <c:pt idx="789">
                  <c:v>0.0960994440149</c:v>
                </c:pt>
                <c:pt idx="790">
                  <c:v>0.0968152103971</c:v>
                </c:pt>
                <c:pt idx="791">
                  <c:v>0.097538465436</c:v>
                </c:pt>
                <c:pt idx="792">
                  <c:v>0.0982692986873</c:v>
                </c:pt>
                <c:pt idx="793">
                  <c:v>0.0990078005789</c:v>
                </c:pt>
                <c:pt idx="794">
                  <c:v>0.0997540624033</c:v>
                </c:pt>
                <c:pt idx="795">
                  <c:v>0.100508176309</c:v>
                </c:pt>
                <c:pt idx="796">
                  <c:v>0.101270235293</c:v>
                </c:pt>
                <c:pt idx="797">
                  <c:v>0.102040333184</c:v>
                </c:pt>
                <c:pt idx="798">
                  <c:v>0.102818564638</c:v>
                </c:pt>
                <c:pt idx="799">
                  <c:v>0.103605025119</c:v>
                </c:pt>
                <c:pt idx="800">
                  <c:v>0.104399810889</c:v>
                </c:pt>
                <c:pt idx="801">
                  <c:v>0.105203018989</c:v>
                </c:pt>
                <c:pt idx="802">
                  <c:v>0.106014747221</c:v>
                </c:pt>
                <c:pt idx="803">
                  <c:v>0.106835094131</c:v>
                </c:pt>
                <c:pt idx="804">
                  <c:v>0.10766415899</c:v>
                </c:pt>
                <c:pt idx="805">
                  <c:v>0.108502041768</c:v>
                </c:pt>
                <c:pt idx="806">
                  <c:v>0.109348843111</c:v>
                </c:pt>
                <c:pt idx="807">
                  <c:v>0.110204664319</c:v>
                </c:pt>
                <c:pt idx="808">
                  <c:v>0.111069607313</c:v>
                </c:pt>
                <c:pt idx="809">
                  <c:v>0.111943774612</c:v>
                </c:pt>
                <c:pt idx="810">
                  <c:v>0.112827269294</c:v>
                </c:pt>
                <c:pt idx="811">
                  <c:v>0.113720194969</c:v>
                </c:pt>
                <c:pt idx="812">
                  <c:v>0.11462265574</c:v>
                </c:pt>
                <c:pt idx="813">
                  <c:v>0.115534756167</c:v>
                </c:pt>
                <c:pt idx="814">
                  <c:v>0.116456601225</c:v>
                </c:pt>
                <c:pt idx="815">
                  <c:v>0.11738829626</c:v>
                </c:pt>
                <c:pt idx="816">
                  <c:v>0.118329946949</c:v>
                </c:pt>
                <c:pt idx="817">
                  <c:v>0.119281659247</c:v>
                </c:pt>
                <c:pt idx="818">
                  <c:v>0.120243539339</c:v>
                </c:pt>
                <c:pt idx="819">
                  <c:v>0.121215693586</c:v>
                </c:pt>
                <c:pt idx="820">
                  <c:v>0.122198228471</c:v>
                </c:pt>
                <c:pt idx="821">
                  <c:v>0.123191250536</c:v>
                </c:pt>
                <c:pt idx="822">
                  <c:v>0.124194866324</c:v>
                </c:pt>
                <c:pt idx="823">
                  <c:v>0.12520918231</c:v>
                </c:pt>
                <c:pt idx="824">
                  <c:v>0.126234304838</c:v>
                </c:pt>
                <c:pt idx="825">
                  <c:v>0.127270340043</c:v>
                </c:pt>
                <c:pt idx="826">
                  <c:v>0.128317393782</c:v>
                </c:pt>
                <c:pt idx="827">
                  <c:v>0.12937557155</c:v>
                </c:pt>
                <c:pt idx="828">
                  <c:v>0.130444978401</c:v>
                </c:pt>
                <c:pt idx="829">
                  <c:v>0.131525718865</c:v>
                </c:pt>
                <c:pt idx="830">
                  <c:v>0.132617896852</c:v>
                </c:pt>
                <c:pt idx="831">
                  <c:v>0.133721615564</c:v>
                </c:pt>
                <c:pt idx="832">
                  <c:v>0.134836977396</c:v>
                </c:pt>
                <c:pt idx="833">
                  <c:v>0.135964083836</c:v>
                </c:pt>
                <c:pt idx="834">
                  <c:v>0.137103035361</c:v>
                </c:pt>
                <c:pt idx="835">
                  <c:v>0.138253931324</c:v>
                </c:pt>
                <c:pt idx="836">
                  <c:v>0.139416869847</c:v>
                </c:pt>
                <c:pt idx="837">
                  <c:v>0.140591947697</c:v>
                </c:pt>
                <c:pt idx="838">
                  <c:v>0.141779260173</c:v>
                </c:pt>
                <c:pt idx="839">
                  <c:v>0.142978900972</c:v>
                </c:pt>
                <c:pt idx="840">
                  <c:v>0.144190962064</c:v>
                </c:pt>
                <c:pt idx="841">
                  <c:v>0.145415533561</c:v>
                </c:pt>
                <c:pt idx="842">
                  <c:v>0.14665270357</c:v>
                </c:pt>
                <c:pt idx="843">
                  <c:v>0.147902558059</c:v>
                </c:pt>
                <c:pt idx="844">
                  <c:v>0.149165180707</c:v>
                </c:pt>
                <c:pt idx="845">
                  <c:v>0.150440652753</c:v>
                </c:pt>
                <c:pt idx="846">
                  <c:v>0.151729052841</c:v>
                </c:pt>
                <c:pt idx="847">
                  <c:v>0.153030456865</c:v>
                </c:pt>
                <c:pt idx="848">
                  <c:v>0.154344937799</c:v>
                </c:pt>
                <c:pt idx="849">
                  <c:v>0.155672565538</c:v>
                </c:pt>
                <c:pt idx="850">
                  <c:v>0.157013406721</c:v>
                </c:pt>
                <c:pt idx="851">
                  <c:v>0.158367524562</c:v>
                </c:pt>
                <c:pt idx="852">
                  <c:v>0.159734978669</c:v>
                </c:pt>
                <c:pt idx="853">
                  <c:v>0.161115824864</c:v>
                </c:pt>
                <c:pt idx="854">
                  <c:v>0.162510115002</c:v>
                </c:pt>
                <c:pt idx="855">
                  <c:v>0.163917896777</c:v>
                </c:pt>
                <c:pt idx="856">
                  <c:v>0.16533921354</c:v>
                </c:pt>
                <c:pt idx="857">
                  <c:v>0.166774104102</c:v>
                </c:pt>
                <c:pt idx="858">
                  <c:v>0.168222602543</c:v>
                </c:pt>
                <c:pt idx="859">
                  <c:v>0.169684738012</c:v>
                </c:pt>
                <c:pt idx="860">
                  <c:v>0.171160534535</c:v>
                </c:pt>
                <c:pt idx="861">
                  <c:v>0.17265001081</c:v>
                </c:pt>
                <c:pt idx="862">
                  <c:v>0.174153180012</c:v>
                </c:pt>
                <c:pt idx="863">
                  <c:v>0.17567004959</c:v>
                </c:pt>
                <c:pt idx="864">
                  <c:v>0.177200621071</c:v>
                </c:pt>
                <c:pt idx="865">
                  <c:v>0.178744889856</c:v>
                </c:pt>
                <c:pt idx="866">
                  <c:v>0.180302845025</c:v>
                </c:pt>
                <c:pt idx="867">
                  <c:v>0.181874469138</c:v>
                </c:pt>
                <c:pt idx="868">
                  <c:v>0.183459738041</c:v>
                </c:pt>
                <c:pt idx="869">
                  <c:v>0.185058620672</c:v>
                </c:pt>
                <c:pt idx="870">
                  <c:v>0.186671078877</c:v>
                </c:pt>
                <c:pt idx="871">
                  <c:v>0.188297067215</c:v>
                </c:pt>
                <c:pt idx="872">
                  <c:v>0.189936532786</c:v>
                </c:pt>
                <c:pt idx="873">
                  <c:v>0.191589415049</c:v>
                </c:pt>
                <c:pt idx="874">
                  <c:v>0.193255645654</c:v>
                </c:pt>
                <c:pt idx="875">
                  <c:v>0.194935148278</c:v>
                </c:pt>
                <c:pt idx="876">
                  <c:v>0.196627838464</c:v>
                </c:pt>
                <c:pt idx="877">
                  <c:v>0.198333623475</c:v>
                </c:pt>
                <c:pt idx="878">
                  <c:v>0.200052402153</c:v>
                </c:pt>
                <c:pt idx="879">
                  <c:v>0.201784064783</c:v>
                </c:pt>
                <c:pt idx="880">
                  <c:v>0.203528492974</c:v>
                </c:pt>
                <c:pt idx="881">
                  <c:v>0.205285559548</c:v>
                </c:pt>
                <c:pt idx="882">
                  <c:v>0.207055128433</c:v>
                </c:pt>
                <c:pt idx="883">
                  <c:v>0.208837054583</c:v>
                </c:pt>
                <c:pt idx="884">
                  <c:v>0.210631183895</c:v>
                </c:pt>
                <c:pt idx="885">
                  <c:v>0.21243735315</c:v>
                </c:pt>
                <c:pt idx="886">
                  <c:v>0.214255389963</c:v>
                </c:pt>
                <c:pt idx="887">
                  <c:v>0.216085112748</c:v>
                </c:pt>
                <c:pt idx="888">
                  <c:v>0.217926330701</c:v>
                </c:pt>
                <c:pt idx="889">
                  <c:v>0.219778843795</c:v>
                </c:pt>
                <c:pt idx="890">
                  <c:v>0.221642442794</c:v>
                </c:pt>
                <c:pt idx="891">
                  <c:v>0.223516909284</c:v>
                </c:pt>
                <c:pt idx="892">
                  <c:v>0.225402015719</c:v>
                </c:pt>
                <c:pt idx="893">
                  <c:v>0.227297525487</c:v>
                </c:pt>
                <c:pt idx="894">
                  <c:v>0.229203192995</c:v>
                </c:pt>
                <c:pt idx="895">
                  <c:v>0.231118763766</c:v>
                </c:pt>
                <c:pt idx="896">
                  <c:v>0.233043974569</c:v>
                </c:pt>
                <c:pt idx="897">
                  <c:v>0.234978553548</c:v>
                </c:pt>
                <c:pt idx="898">
                  <c:v>0.236922220391</c:v>
                </c:pt>
                <c:pt idx="899">
                  <c:v>0.238874686502</c:v>
                </c:pt>
                <c:pt idx="900">
                  <c:v>0.2408356552</c:v>
                </c:pt>
                <c:pt idx="901">
                  <c:v>0.242804821937</c:v>
                </c:pt>
                <c:pt idx="902">
                  <c:v>0.244781874536</c:v>
                </c:pt>
                <c:pt idx="903">
                  <c:v>0.246766493442</c:v>
                </c:pt>
                <c:pt idx="904">
                  <c:v>0.248758351997</c:v>
                </c:pt>
                <c:pt idx="905">
                  <c:v>0.250757116736</c:v>
                </c:pt>
                <c:pt idx="906">
                  <c:v>0.252762447693</c:v>
                </c:pt>
                <c:pt idx="907">
                  <c:v>0.25477399873</c:v>
                </c:pt>
                <c:pt idx="908">
                  <c:v>0.256791417883</c:v>
                </c:pt>
                <c:pt idx="909">
                  <c:v>0.258814347724</c:v>
                </c:pt>
                <c:pt idx="910">
                  <c:v>0.260842425735</c:v>
                </c:pt>
                <c:pt idx="911">
                  <c:v>0.262875284704</c:v>
                </c:pt>
                <c:pt idx="912">
                  <c:v>0.264912553127</c:v>
                </c:pt>
                <c:pt idx="913">
                  <c:v>0.266953855633</c:v>
                </c:pt>
                <c:pt idx="914">
                  <c:v>0.26899881341</c:v>
                </c:pt>
                <c:pt idx="915">
                  <c:v>0.271047044653</c:v>
                </c:pt>
                <c:pt idx="916">
                  <c:v>0.273098165019</c:v>
                </c:pt>
                <c:pt idx="917">
                  <c:v>0.275151788083</c:v>
                </c:pt>
                <c:pt idx="918">
                  <c:v>0.277207525818</c:v>
                </c:pt>
                <c:pt idx="919">
                  <c:v>0.279264989068</c:v>
                </c:pt>
                <c:pt idx="920">
                  <c:v>0.281323788033</c:v>
                </c:pt>
                <c:pt idx="921">
                  <c:v>0.283383532759</c:v>
                </c:pt>
                <c:pt idx="922">
                  <c:v>0.285443833633</c:v>
                </c:pt>
                <c:pt idx="923">
                  <c:v>0.287504301868</c:v>
                </c:pt>
                <c:pt idx="924">
                  <c:v>0.28956455001</c:v>
                </c:pt>
                <c:pt idx="925">
                  <c:v>0.291624192423</c:v>
                </c:pt>
                <c:pt idx="926">
                  <c:v>0.293682845786</c:v>
                </c:pt>
                <c:pt idx="927">
                  <c:v>0.295740129583</c:v>
                </c:pt>
                <c:pt idx="928">
                  <c:v>0.297795666583</c:v>
                </c:pt>
                <c:pt idx="929">
                  <c:v>0.299849083327</c:v>
                </c:pt>
                <c:pt idx="930">
                  <c:v>0.301900010591</c:v>
                </c:pt>
                <c:pt idx="931">
                  <c:v>0.303948083858</c:v>
                </c:pt>
                <c:pt idx="932">
                  <c:v>0.305992943766</c:v>
                </c:pt>
                <c:pt idx="933">
                  <c:v>0.308034236553</c:v>
                </c:pt>
                <c:pt idx="934">
                  <c:v>0.310071614487</c:v>
                </c:pt>
                <c:pt idx="935">
                  <c:v>0.312104736287</c:v>
                </c:pt>
                <c:pt idx="936">
                  <c:v>0.31413326752</c:v>
                </c:pt>
                <c:pt idx="937">
                  <c:v>0.316156880995</c:v>
                </c:pt>
                <c:pt idx="938">
                  <c:v>0.318175257127</c:v>
                </c:pt>
                <c:pt idx="939">
                  <c:v>0.320188084298</c:v>
                </c:pt>
                <c:pt idx="940">
                  <c:v>0.322195059184</c:v>
                </c:pt>
                <c:pt idx="941">
                  <c:v>0.324195887076</c:v>
                </c:pt>
                <c:pt idx="942">
                  <c:v>0.32619028217</c:v>
                </c:pt>
                <c:pt idx="943">
                  <c:v>0.328177967844</c:v>
                </c:pt>
                <c:pt idx="944">
                  <c:v>0.330158676909</c:v>
                </c:pt>
                <c:pt idx="945">
                  <c:v>0.332132151835</c:v>
                </c:pt>
                <c:pt idx="946">
                  <c:v>0.334098144963</c:v>
                </c:pt>
                <c:pt idx="947">
                  <c:v>0.33605641868</c:v>
                </c:pt>
                <c:pt idx="948">
                  <c:v>0.338006745584</c:v>
                </c:pt>
                <c:pt idx="949">
                  <c:v>0.339948908612</c:v>
                </c:pt>
                <c:pt idx="950">
                  <c:v>0.341882701155</c:v>
                </c:pt>
                <c:pt idx="951">
                  <c:v>0.343807927136</c:v>
                </c:pt>
                <c:pt idx="952">
                  <c:v>0.345724401073</c:v>
                </c:pt>
                <c:pt idx="953">
                  <c:v>0.347631948111</c:v>
                </c:pt>
                <c:pt idx="954">
                  <c:v>0.349530404034</c:v>
                </c:pt>
                <c:pt idx="955">
                  <c:v>0.351419615243</c:v>
                </c:pt>
                <c:pt idx="956">
                  <c:v>0.353299438723</c:v>
                </c:pt>
                <c:pt idx="957">
                  <c:v>0.35516974197</c:v>
                </c:pt>
                <c:pt idx="958">
                  <c:v>0.357030402905</c:v>
                </c:pt>
                <c:pt idx="959">
                  <c:v>0.358881309765</c:v>
                </c:pt>
                <c:pt idx="960">
                  <c:v>0.360722360957</c:v>
                </c:pt>
                <c:pt idx="961">
                  <c:v>0.36255346491</c:v>
                </c:pt>
                <c:pt idx="962">
                  <c:v>0.364374539887</c:v>
                </c:pt>
                <c:pt idx="963">
                  <c:v>0.366185513785</c:v>
                </c:pt>
                <c:pt idx="964">
                  <c:v>0.367986323916</c:v>
                </c:pt>
                <c:pt idx="965">
                  <c:v>0.36977691676</c:v>
                </c:pt>
                <c:pt idx="966">
                  <c:v>0.371557247709</c:v>
                </c:pt>
                <c:pt idx="967">
                  <c:v>0.373327280787</c:v>
                </c:pt>
                <c:pt idx="968">
                  <c:v>0.375086988356</c:v>
                </c:pt>
                <c:pt idx="969">
                  <c:v>0.376836350807</c:v>
                </c:pt>
                <c:pt idx="970">
                  <c:v>0.37857535623</c:v>
                </c:pt>
                <c:pt idx="971">
                  <c:v>0.380304000083</c:v>
                </c:pt>
                <c:pt idx="972">
                  <c:v>0.382022284836</c:v>
                </c:pt>
                <c:pt idx="973">
                  <c:v>0.383730219613</c:v>
                </c:pt>
                <c:pt idx="974">
                  <c:v>0.385427819815</c:v>
                </c:pt>
                <c:pt idx="975">
                  <c:v>0.387115106744</c:v>
                </c:pt>
                <c:pt idx="976">
                  <c:v>0.388792107214</c:v>
                </c:pt>
                <c:pt idx="977">
                  <c:v>0.390458853152</c:v>
                </c:pt>
                <c:pt idx="978">
                  <c:v>0.392115381201</c:v>
                </c:pt>
                <c:pt idx="979">
                  <c:v>0.393761732315</c:v>
                </c:pt>
                <c:pt idx="980">
                  <c:v>0.395397951348</c:v>
                </c:pt>
                <c:pt idx="981">
                  <c:v>0.397024086645</c:v>
                </c:pt>
                <c:pt idx="982">
                  <c:v>0.398640189629</c:v>
                </c:pt>
                <c:pt idx="983">
                  <c:v>0.400246314393</c:v>
                </c:pt>
                <c:pt idx="984">
                  <c:v>0.401842517281</c:v>
                </c:pt>
                <c:pt idx="985">
                  <c:v>0.403428856487</c:v>
                </c:pt>
                <c:pt idx="986">
                  <c:v>0.405005391639</c:v>
                </c:pt>
                <c:pt idx="987">
                  <c:v>0.406572183404</c:v>
                </c:pt>
                <c:pt idx="988">
                  <c:v>0.40812929308</c:v>
                </c:pt>
                <c:pt idx="989">
                  <c:v>0.409676782203</c:v>
                </c:pt>
                <c:pt idx="990">
                  <c:v>0.41121471216</c:v>
                </c:pt>
                <c:pt idx="991">
                  <c:v>0.412743143801</c:v>
                </c:pt>
                <c:pt idx="992">
                  <c:v>0.414262137063</c:v>
                </c:pt>
                <c:pt idx="993">
                  <c:v>0.415771750599</c:v>
                </c:pt>
                <c:pt idx="994">
                  <c:v>0.417272041415</c:v>
                </c:pt>
                <c:pt idx="995">
                  <c:v>0.418763064512</c:v>
                </c:pt>
                <c:pt idx="996">
                  <c:v>0.42024487254</c:v>
                </c:pt>
                <c:pt idx="997">
                  <c:v>0.42171751546</c:v>
                </c:pt>
                <c:pt idx="998">
                  <c:v>0.423181040209</c:v>
                </c:pt>
                <c:pt idx="999">
                  <c:v>0.424635490379</c:v>
                </c:pt>
                <c:pt idx="1000">
                  <c:v>0.426080905905</c:v>
                </c:pt>
                <c:pt idx="1001">
                  <c:v>0.427517322756</c:v>
                </c:pt>
                <c:pt idx="1002">
                  <c:v>0.428944772643</c:v>
                </c:pt>
                <c:pt idx="1003">
                  <c:v>0.430363282727</c:v>
                </c:pt>
                <c:pt idx="1004">
                  <c:v>0.431772875343</c:v>
                </c:pt>
                <c:pt idx="1005">
                  <c:v>0.433173567729</c:v>
                </c:pt>
                <c:pt idx="1006">
                  <c:v>0.434565371763</c:v>
                </c:pt>
                <c:pt idx="1007">
                  <c:v>0.435948293709</c:v>
                </c:pt>
                <c:pt idx="1008">
                  <c:v>0.437322333973</c:v>
                </c:pt>
                <c:pt idx="1009">
                  <c:v>0.438687486866</c:v>
                </c:pt>
                <c:pt idx="1010">
                  <c:v>0.440043740372</c:v>
                </c:pt>
                <c:pt idx="1011">
                  <c:v>0.441391075926</c:v>
                </c:pt>
                <c:pt idx="1012">
                  <c:v>0.4427294682</c:v>
                </c:pt>
                <c:pt idx="1013">
                  <c:v>0.444058884896</c:v>
                </c:pt>
                <c:pt idx="1014">
                  <c:v>0.445379286541</c:v>
                </c:pt>
                <c:pt idx="1015">
                  <c:v>0.446690626297</c:v>
                </c:pt>
                <c:pt idx="1016">
                  <c:v>0.447992849767</c:v>
                </c:pt>
                <c:pt idx="1017">
                  <c:v>0.44928589482</c:v>
                </c:pt>
                <c:pt idx="1018">
                  <c:v>0.450569691407</c:v>
                </c:pt>
                <c:pt idx="1019">
                  <c:v>0.451844161394</c:v>
                </c:pt>
                <c:pt idx="1020">
                  <c:v>0.453109218396</c:v>
                </c:pt>
                <c:pt idx="1021">
                  <c:v>0.454364767616</c:v>
                </c:pt>
                <c:pt idx="1022">
                  <c:v>0.455610705689</c:v>
                </c:pt>
                <c:pt idx="1023">
                  <c:v>0.456846920531</c:v>
                </c:pt>
                <c:pt idx="1024">
                  <c:v>0.458073291193</c:v>
                </c:pt>
                <c:pt idx="1025">
                  <c:v>0.459289687719</c:v>
                </c:pt>
                <c:pt idx="1026">
                  <c:v>0.46049597101</c:v>
                </c:pt>
                <c:pt idx="1027">
                  <c:v>0.461691992688</c:v>
                </c:pt>
                <c:pt idx="1028">
                  <c:v>0.462877594968</c:v>
                </c:pt>
                <c:pt idx="1029">
                  <c:v>0.464052610534</c:v>
                </c:pt>
                <c:pt idx="1030">
                  <c:v>0.465216862417</c:v>
                </c:pt>
                <c:pt idx="1031">
                  <c:v>0.466370163878</c:v>
                </c:pt>
                <c:pt idx="1032">
                  <c:v>0.467512318298</c:v>
                </c:pt>
                <c:pt idx="1033">
                  <c:v>0.468643119065</c:v>
                </c:pt>
                <c:pt idx="1034">
                  <c:v>0.469762349475</c:v>
                </c:pt>
                <c:pt idx="1035">
                  <c:v>0.470869782629</c:v>
                </c:pt>
                <c:pt idx="1036">
                  <c:v>0.471965181341</c:v>
                </c:pt>
                <c:pt idx="1037">
                  <c:v>0.473048298047</c:v>
                </c:pt>
                <c:pt idx="1038">
                  <c:v>0.47411887472</c:v>
                </c:pt>
                <c:pt idx="1039">
                  <c:v>0.475176642791</c:v>
                </c:pt>
                <c:pt idx="1040">
                  <c:v>0.476221323078</c:v>
                </c:pt>
                <c:pt idx="1041">
                  <c:v>0.477252625713</c:v>
                </c:pt>
                <c:pt idx="1042">
                  <c:v>0.47827025009</c:v>
                </c:pt>
                <c:pt idx="1043">
                  <c:v>0.479273884803</c:v>
                </c:pt>
                <c:pt idx="1044">
                  <c:v>0.480263207604</c:v>
                </c:pt>
                <c:pt idx="1045">
                  <c:v>0.481237885365</c:v>
                </c:pt>
                <c:pt idx="1046">
                  <c:v>0.482197574046</c:v>
                </c:pt>
                <c:pt idx="1047">
                  <c:v>0.483141918676</c:v>
                </c:pt>
                <c:pt idx="1048">
                  <c:v>0.484070553341</c:v>
                </c:pt>
                <c:pt idx="1049">
                  <c:v>0.484983101185</c:v>
                </c:pt>
                <c:pt idx="1050">
                  <c:v>0.485879174419</c:v>
                </c:pt>
                <c:pt idx="1051">
                  <c:v>0.486758374345</c:v>
                </c:pt>
                <c:pt idx="1052">
                  <c:v>0.487620291386</c:v>
                </c:pt>
                <c:pt idx="1053">
                  <c:v>0.488464505143</c:v>
                </c:pt>
                <c:pt idx="1054">
                  <c:v>0.489290584449</c:v>
                </c:pt>
                <c:pt idx="1055">
                  <c:v>0.49009808745</c:v>
                </c:pt>
                <c:pt idx="1056">
                  <c:v>0.490886561702</c:v>
                </c:pt>
                <c:pt idx="1057">
                  <c:v>0.491655544274</c:v>
                </c:pt>
                <c:pt idx="1058">
                  <c:v>0.492404561882</c:v>
                </c:pt>
                <c:pt idx="1059">
                  <c:v>0.493133131035</c:v>
                </c:pt>
                <c:pt idx="1060">
                  <c:v>0.493840758199</c:v>
                </c:pt>
                <c:pt idx="1061">
                  <c:v>0.494526939987</c:v>
                </c:pt>
                <c:pt idx="1062">
                  <c:v>0.49519116337</c:v>
                </c:pt>
                <c:pt idx="1063">
                  <c:v>0.495832905904</c:v>
                </c:pt>
                <c:pt idx="1064">
                  <c:v>0.496451635991</c:v>
                </c:pt>
                <c:pt idx="1065">
                  <c:v>0.497046813157</c:v>
                </c:pt>
                <c:pt idx="1066">
                  <c:v>0.497617888358</c:v>
                </c:pt>
                <c:pt idx="1067">
                  <c:v>0.498164304316</c:v>
                </c:pt>
                <c:pt idx="1068">
                  <c:v>0.498685495879</c:v>
                </c:pt>
                <c:pt idx="1069">
                  <c:v>0.499180890412</c:v>
                </c:pt>
                <c:pt idx="1070">
                  <c:v>0.499649908212</c:v>
                </c:pt>
                <c:pt idx="1071">
                  <c:v>0.500091962968</c:v>
                </c:pt>
                <c:pt idx="1072">
                  <c:v>0.500506462232</c:v>
                </c:pt>
                <c:pt idx="1073">
                  <c:v>0.500892807942</c:v>
                </c:pt>
                <c:pt idx="1074">
                  <c:v>0.501250396966</c:v>
                </c:pt>
                <c:pt idx="1075">
                  <c:v>0.501578621681</c:v>
                </c:pt>
                <c:pt idx="1076">
                  <c:v>0.501876870591</c:v>
                </c:pt>
                <c:pt idx="1077">
                  <c:v>0.502144528978</c:v>
                </c:pt>
                <c:pt idx="1078">
                  <c:v>0.502380979585</c:v>
                </c:pt>
                <c:pt idx="1079">
                  <c:v>0.502585603338</c:v>
                </c:pt>
                <c:pt idx="1080">
                  <c:v>0.502757780103</c:v>
                </c:pt>
                <c:pt idx="1081">
                  <c:v>0.502896889481</c:v>
                </c:pt>
                <c:pt idx="1082">
                  <c:v>0.503002311632</c:v>
                </c:pt>
                <c:pt idx="1083">
                  <c:v>0.503073428144</c:v>
                </c:pt>
                <c:pt idx="1084">
                  <c:v>0.503109622931</c:v>
                </c:pt>
                <c:pt idx="1085">
                  <c:v>0.503110283164</c:v>
                </c:pt>
                <c:pt idx="1086">
                  <c:v>0.503074800248</c:v>
                </c:pt>
                <c:pt idx="1087">
                  <c:v>0.503002570817</c:v>
                </c:pt>
                <c:pt idx="1088">
                  <c:v>0.50289299777</c:v>
                </c:pt>
                <c:pt idx="1089">
                  <c:v>0.50274549134</c:v>
                </c:pt>
                <c:pt idx="1090">
                  <c:v>0.502559470184</c:v>
                </c:pt>
                <c:pt idx="1091">
                  <c:v>0.502334362513</c:v>
                </c:pt>
                <c:pt idx="1092">
                  <c:v>0.502069607235</c:v>
                </c:pt>
                <c:pt idx="1093">
                  <c:v>0.501764655135</c:v>
                </c:pt>
                <c:pt idx="1094">
                  <c:v>0.501418970068</c:v>
                </c:pt>
                <c:pt idx="1095">
                  <c:v>0.501032030175</c:v>
                </c:pt>
                <c:pt idx="1096">
                  <c:v>0.500603329114</c:v>
                </c:pt>
                <c:pt idx="1097">
                  <c:v>0.50013237731</c:v>
                </c:pt>
                <c:pt idx="1098">
                  <c:v>0.499618703211</c:v>
                </c:pt>
                <c:pt idx="1099">
                  <c:v>0.499061854551</c:v>
                </c:pt>
                <c:pt idx="1100">
                  <c:v>0.498461399619</c:v>
                </c:pt>
                <c:pt idx="1101">
                  <c:v>0.49781692853</c:v>
                </c:pt>
                <c:pt idx="1102">
                  <c:v>0.497128054486</c:v>
                </c:pt>
                <c:pt idx="1103">
                  <c:v>0.49639441504</c:v>
                </c:pt>
                <c:pt idx="1104">
                  <c:v>0.495615673332</c:v>
                </c:pt>
                <c:pt idx="1105">
                  <c:v>0.494791519326</c:v>
                </c:pt>
                <c:pt idx="1106">
                  <c:v>0.493921671013</c:v>
                </c:pt>
                <c:pt idx="1107">
                  <c:v>0.493005875592</c:v>
                </c:pt>
                <c:pt idx="1108">
                  <c:v>0.492043910626</c:v>
                </c:pt>
                <c:pt idx="1109">
                  <c:v>0.491035585152</c:v>
                </c:pt>
                <c:pt idx="1110">
                  <c:v>0.489980740761</c:v>
                </c:pt>
                <c:pt idx="1111">
                  <c:v>0.488879252627</c:v>
                </c:pt>
                <c:pt idx="1112">
                  <c:v>0.487731030488</c:v>
                </c:pt>
                <c:pt idx="1113">
                  <c:v>0.486536019571</c:v>
                </c:pt>
                <c:pt idx="1114">
                  <c:v>0.485294201462</c:v>
                </c:pt>
                <c:pt idx="1115">
                  <c:v>0.484005594903</c:v>
                </c:pt>
                <c:pt idx="1116">
                  <c:v>0.48267025653</c:v>
                </c:pt>
                <c:pt idx="1117">
                  <c:v>0.481288281533</c:v>
                </c:pt>
                <c:pt idx="1118">
                  <c:v>0.479859804236</c:v>
                </c:pt>
                <c:pt idx="1119">
                  <c:v>0.478384998604</c:v>
                </c:pt>
                <c:pt idx="1120">
                  <c:v>0.476864078656</c:v>
                </c:pt>
                <c:pt idx="1121">
                  <c:v>0.475297298798</c:v>
                </c:pt>
                <c:pt idx="1122">
                  <c:v>0.473684954057</c:v>
                </c:pt>
                <c:pt idx="1123">
                  <c:v>0.472027380229</c:v>
                </c:pt>
                <c:pt idx="1124">
                  <c:v>0.470324953924</c:v>
                </c:pt>
                <c:pt idx="1125">
                  <c:v>0.468578092515</c:v>
                </c:pt>
                <c:pt idx="1126">
                  <c:v>0.466787253988</c:v>
                </c:pt>
                <c:pt idx="1127">
                  <c:v>0.464952936692</c:v>
                </c:pt>
                <c:pt idx="1128">
                  <c:v>0.463075678983</c:v>
                </c:pt>
                <c:pt idx="1129">
                  <c:v>0.461156058773</c:v>
                </c:pt>
                <c:pt idx="1130">
                  <c:v>0.459194692968</c:v>
                </c:pt>
                <c:pt idx="1131">
                  <c:v>0.457192236819</c:v>
                </c:pt>
                <c:pt idx="1132">
                  <c:v>0.45514938316</c:v>
                </c:pt>
                <c:pt idx="1133">
                  <c:v>0.453066861556</c:v>
                </c:pt>
                <c:pt idx="1134">
                  <c:v>0.450945437356</c:v>
                </c:pt>
                <c:pt idx="1135">
                  <c:v>0.448785910648</c:v>
                </c:pt>
                <c:pt idx="1136">
                  <c:v>0.446589115131</c:v>
                </c:pt>
                <c:pt idx="1137">
                  <c:v>0.444355916898</c:v>
                </c:pt>
                <c:pt idx="1138">
                  <c:v>0.442087213136</c:v>
                </c:pt>
                <c:pt idx="1139">
                  <c:v>0.439783930752</c:v>
                </c:pt>
                <c:pt idx="1140">
                  <c:v>0.437447024923</c:v>
                </c:pt>
                <c:pt idx="1141">
                  <c:v>0.435077477584</c:v>
                </c:pt>
                <c:pt idx="1142">
                  <c:v>0.432676295846</c:v>
                </c:pt>
                <c:pt idx="1143">
                  <c:v>0.430244510365</c:v>
                </c:pt>
                <c:pt idx="1144">
                  <c:v>0.427783173659</c:v>
                </c:pt>
                <c:pt idx="1145">
                  <c:v>0.425293358381</c:v>
                </c:pt>
                <c:pt idx="1146">
                  <c:v>0.422776155549</c:v>
                </c:pt>
                <c:pt idx="1147">
                  <c:v>0.420232672756</c:v>
                </c:pt>
                <c:pt idx="1148">
                  <c:v>0.417664032344</c:v>
                </c:pt>
                <c:pt idx="1149">
                  <c:v>0.415071369569</c:v>
                </c:pt>
                <c:pt idx="1150">
                  <c:v>0.412455830747</c:v>
                </c:pt>
                <c:pt idx="1151">
                  <c:v>0.409818571401</c:v>
                </c:pt>
                <c:pt idx="1152">
                  <c:v>0.407160754405</c:v>
                </c:pt>
                <c:pt idx="1153">
                  <c:v>0.40448354814</c:v>
                </c:pt>
                <c:pt idx="1154">
                  <c:v>0.401788124661</c:v>
                </c:pt>
                <c:pt idx="1155">
                  <c:v>0.399075657885</c:v>
                </c:pt>
                <c:pt idx="1156">
                  <c:v>0.396347321801</c:v>
                </c:pt>
                <c:pt idx="1157">
                  <c:v>0.393604288723</c:v>
                </c:pt>
                <c:pt idx="1158">
                  <c:v>0.390847727562</c:v>
                </c:pt>
                <c:pt idx="1159">
                  <c:v>0.388078802154</c:v>
                </c:pt>
                <c:pt idx="1160">
                  <c:v>0.385298669629</c:v>
                </c:pt>
                <c:pt idx="1161">
                  <c:v>0.382508478825</c:v>
                </c:pt>
                <c:pt idx="1162">
                  <c:v>0.379709368768</c:v>
                </c:pt>
                <c:pt idx="1163">
                  <c:v>0.376902467195</c:v>
                </c:pt>
                <c:pt idx="1164">
                  <c:v>0.374088889151</c:v>
                </c:pt>
                <c:pt idx="1165">
                  <c:v>0.371269735644</c:v>
                </c:pt>
                <c:pt idx="1166">
                  <c:v>0.368446092361</c:v>
                </c:pt>
                <c:pt idx="1167">
                  <c:v>0.365619028466</c:v>
                </c:pt>
                <c:pt idx="1168">
                  <c:v>0.36278959545</c:v>
                </c:pt>
                <c:pt idx="1169">
                  <c:v>0.35995882607</c:v>
                </c:pt>
                <c:pt idx="1170">
                  <c:v>0.357127733344</c:v>
                </c:pt>
                <c:pt idx="1171">
                  <c:v>0.35429730963</c:v>
                </c:pt>
                <c:pt idx="1172">
                  <c:v>0.351468525776</c:v>
                </c:pt>
                <c:pt idx="1173">
                  <c:v>0.348642330334</c:v>
                </c:pt>
                <c:pt idx="1174">
                  <c:v>0.345819648859</c:v>
                </c:pt>
                <c:pt idx="1175">
                  <c:v>0.343001383272</c:v>
                </c:pt>
                <c:pt idx="1176">
                  <c:v>0.340188411298</c:v>
                </c:pt>
                <c:pt idx="1177">
                  <c:v>0.337381585966</c:v>
                </c:pt>
                <c:pt idx="1178">
                  <c:v>0.334581735189</c:v>
                </c:pt>
                <c:pt idx="1179">
                  <c:v>0.331789661401</c:v>
                </c:pt>
                <c:pt idx="1180">
                  <c:v>0.329006141265</c:v>
                </c:pt>
                <c:pt idx="1181">
                  <c:v>0.326231925438</c:v>
                </c:pt>
                <c:pt idx="1182">
                  <c:v>0.323467738403</c:v>
                </c:pt>
                <c:pt idx="1183">
                  <c:v>0.320714278355</c:v>
                </c:pt>
                <c:pt idx="1184">
                  <c:v>0.317972217145</c:v>
                </c:pt>
                <c:pt idx="1185">
                  <c:v>0.315242200277</c:v>
                </c:pt>
                <c:pt idx="1186">
                  <c:v>0.312524846958</c:v>
                </c:pt>
                <c:pt idx="1187">
                  <c:v>0.309820750194</c:v>
                </c:pt>
                <c:pt idx="1188">
                  <c:v>0.307130476933</c:v>
                </c:pt>
                <c:pt idx="1189">
                  <c:v>0.304454568251</c:v>
                </c:pt>
                <c:pt idx="1190">
                  <c:v>0.301793539579</c:v>
                </c:pt>
                <c:pt idx="1191">
                  <c:v>0.299147880971</c:v>
                </c:pt>
                <c:pt idx="1192">
                  <c:v>0.296518057399</c:v>
                </c:pt>
                <c:pt idx="1193">
                  <c:v>0.29390450909</c:v>
                </c:pt>
                <c:pt idx="1194">
                  <c:v>0.29130765189</c:v>
                </c:pt>
                <c:pt idx="1195">
                  <c:v>0.288727877652</c:v>
                </c:pt>
                <c:pt idx="1196">
                  <c:v>0.286165554655</c:v>
                </c:pt>
                <c:pt idx="1197">
                  <c:v>0.283621028041</c:v>
                </c:pt>
                <c:pt idx="1198">
                  <c:v>0.281094620278</c:v>
                </c:pt>
                <c:pt idx="1199">
                  <c:v>0.278586631636</c:v>
                </c:pt>
                <c:pt idx="1200">
                  <c:v>0.276097340685</c:v>
                </c:pt>
                <c:pt idx="1201">
                  <c:v>0.273627004797</c:v>
                </c:pt>
                <c:pt idx="1202">
                  <c:v>0.271175860677</c:v>
                </c:pt>
                <c:pt idx="1203">
                  <c:v>0.268744124884</c:v>
                </c:pt>
                <c:pt idx="1204">
                  <c:v>0.266331994381</c:v>
                </c:pt>
                <c:pt idx="1205">
                  <c:v>0.263939647075</c:v>
                </c:pt>
                <c:pt idx="1206">
                  <c:v>0.261567242373</c:v>
                </c:pt>
                <c:pt idx="1207">
                  <c:v>0.259214921738</c:v>
                </c:pt>
                <c:pt idx="1208">
                  <c:v>0.256882809248</c:v>
                </c:pt>
                <c:pt idx="1209">
                  <c:v>0.254571012153</c:v>
                </c:pt>
                <c:pt idx="1210">
                  <c:v>0.252279621443</c:v>
                </c:pt>
                <c:pt idx="1211">
                  <c:v>0.250008712399</c:v>
                </c:pt>
                <c:pt idx="1212">
                  <c:v>0.247758345152</c:v>
                </c:pt>
                <c:pt idx="1213">
                  <c:v>0.245528565242</c:v>
                </c:pt>
                <c:pt idx="1214">
                  <c:v>0.243319404161</c:v>
                </c:pt>
                <c:pt idx="1215">
                  <c:v>0.241130879901</c:v>
                </c:pt>
                <c:pt idx="1216">
                  <c:v>0.238962997494</c:v>
                </c:pt>
                <c:pt idx="1217">
                  <c:v>0.236815749547</c:v>
                </c:pt>
                <c:pt idx="1218">
                  <c:v>0.234689116763</c:v>
                </c:pt>
                <c:pt idx="1219">
                  <c:v>0.232583068469</c:v>
                </c:pt>
                <c:pt idx="1220">
                  <c:v>0.230497563118</c:v>
                </c:pt>
                <c:pt idx="1221">
                  <c:v>0.228432548801</c:v>
                </c:pt>
                <c:pt idx="1222">
                  <c:v>0.226387963739</c:v>
                </c:pt>
                <c:pt idx="1223">
                  <c:v>0.224363736766</c:v>
                </c:pt>
                <c:pt idx="1224">
                  <c:v>0.22235978781</c:v>
                </c:pt>
                <c:pt idx="1225">
                  <c:v>0.220376028359</c:v>
                </c:pt>
                <c:pt idx="1226">
                  <c:v>0.218412361921</c:v>
                </c:pt>
                <c:pt idx="1227">
                  <c:v>0.216468684467</c:v>
                </c:pt>
                <c:pt idx="1228">
                  <c:v>0.214544884875</c:v>
                </c:pt>
                <c:pt idx="1229">
                  <c:v>0.212640845355</c:v>
                </c:pt>
                <c:pt idx="1230">
                  <c:v>0.210756441866</c:v>
                </c:pt>
                <c:pt idx="1231">
                  <c:v>0.208891544526</c:v>
                </c:pt>
                <c:pt idx="1232">
                  <c:v>0.207046018009</c:v>
                </c:pt>
                <c:pt idx="1233">
                  <c:v>0.205219721929</c:v>
                </c:pt>
                <c:pt idx="1234">
                  <c:v>0.203412511217</c:v>
                </c:pt>
                <c:pt idx="1235">
                  <c:v>0.201624236491</c:v>
                </c:pt>
                <c:pt idx="1236">
                  <c:v>0.199854744404</c:v>
                </c:pt>
                <c:pt idx="1237">
                  <c:v>0.198103877994</c:v>
                </c:pt>
                <c:pt idx="1238">
                  <c:v>0.196371477016</c:v>
                </c:pt>
                <c:pt idx="1239">
                  <c:v>0.194657378264</c:v>
                </c:pt>
                <c:pt idx="1240">
                  <c:v>0.192961415887</c:v>
                </c:pt>
                <c:pt idx="1241">
                  <c:v>0.191283421687</c:v>
                </c:pt>
                <c:pt idx="1242">
                  <c:v>0.189623225412</c:v>
                </c:pt>
                <c:pt idx="1243">
                  <c:v>0.187980655039</c:v>
                </c:pt>
                <c:pt idx="1244">
                  <c:v>0.186355537041</c:v>
                </c:pt>
                <c:pt idx="1245">
                  <c:v>0.184747696647</c:v>
                </c:pt>
                <c:pt idx="1246">
                  <c:v>0.183156958093</c:v>
                </c:pt>
                <c:pt idx="1247">
                  <c:v>0.181583144856</c:v>
                </c:pt>
                <c:pt idx="1248">
                  <c:v>0.18002607989</c:v>
                </c:pt>
                <c:pt idx="1249">
                  <c:v>0.178485585832</c:v>
                </c:pt>
                <c:pt idx="1250">
                  <c:v>0.176961485221</c:v>
                </c:pt>
                <c:pt idx="1251">
                  <c:v>0.175453600685</c:v>
                </c:pt>
                <c:pt idx="1252">
                  <c:v>0.173961755131</c:v>
                </c:pt>
                <c:pt idx="1253">
                  <c:v>0.172485771923</c:v>
                </c:pt>
                <c:pt idx="1254">
                  <c:v>0.171025475045</c:v>
                </c:pt>
                <c:pt idx="1255">
                  <c:v>0.169580689256</c:v>
                </c:pt>
                <c:pt idx="1256">
                  <c:v>0.16815124024</c:v>
                </c:pt>
                <c:pt idx="1257">
                  <c:v>0.166736954736</c:v>
                </c:pt>
                <c:pt idx="1258">
                  <c:v>0.165337660672</c:v>
                </c:pt>
                <c:pt idx="1259">
                  <c:v>0.163953187273</c:v>
                </c:pt>
                <c:pt idx="1260">
                  <c:v>0.162583365176</c:v>
                </c:pt>
                <c:pt idx="1261">
                  <c:v>0.161228026523</c:v>
                </c:pt>
                <c:pt idx="1262">
                  <c:v>0.159887005055</c:v>
                </c:pt>
                <c:pt idx="1263">
                  <c:v>0.158560136188</c:v>
                </c:pt>
                <c:pt idx="1264">
                  <c:v>0.157247257086</c:v>
                </c:pt>
                <c:pt idx="1265">
                  <c:v>0.155948206728</c:v>
                </c:pt>
                <c:pt idx="1266">
                  <c:v>0.154662825959</c:v>
                </c:pt>
                <c:pt idx="1267">
                  <c:v>0.153390957541</c:v>
                </c:pt>
                <c:pt idx="1268">
                  <c:v>0.152132446193</c:v>
                </c:pt>
                <c:pt idx="1269">
                  <c:v>0.150887138622</c:v>
                </c:pt>
                <c:pt idx="1270">
                  <c:v>0.149654883552</c:v>
                </c:pt>
                <c:pt idx="1271">
                  <c:v>0.148435531744</c:v>
                </c:pt>
                <c:pt idx="1272">
                  <c:v>0.147228936006</c:v>
                </c:pt>
                <c:pt idx="1273">
                  <c:v>0.146034951204</c:v>
                </c:pt>
                <c:pt idx="1274">
                  <c:v>0.144853434265</c:v>
                </c:pt>
                <c:pt idx="1275">
                  <c:v>0.143684244167</c:v>
                </c:pt>
                <c:pt idx="1276">
                  <c:v>0.142527241942</c:v>
                </c:pt>
                <c:pt idx="1277">
                  <c:v>0.141382290654</c:v>
                </c:pt>
                <c:pt idx="1278">
                  <c:v>0.140249255384</c:v>
                </c:pt>
                <c:pt idx="1279">
                  <c:v>0.139128003216</c:v>
                </c:pt>
                <c:pt idx="1280">
                  <c:v>0.138018403204</c:v>
                </c:pt>
                <c:pt idx="1281">
                  <c:v>0.136920326349</c:v>
                </c:pt>
                <c:pt idx="1282">
                  <c:v>0.13583364557</c:v>
                </c:pt>
                <c:pt idx="1283">
                  <c:v>0.13475823567</c:v>
                </c:pt>
                <c:pt idx="1284">
                  <c:v>0.133693973298</c:v>
                </c:pt>
                <c:pt idx="1285">
                  <c:v>0.132640736919</c:v>
                </c:pt>
                <c:pt idx="1286">
                  <c:v>0.131598406767</c:v>
                </c:pt>
                <c:pt idx="1287">
                  <c:v>0.130566864815</c:v>
                </c:pt>
                <c:pt idx="1288">
                  <c:v>0.129545994724</c:v>
                </c:pt>
                <c:pt idx="1289">
                  <c:v>0.128535681808</c:v>
                </c:pt>
                <c:pt idx="1290">
                  <c:v>0.12753581299</c:v>
                </c:pt>
                <c:pt idx="1291">
                  <c:v>0.126546276757</c:v>
                </c:pt>
                <c:pt idx="1292">
                  <c:v>0.125566963122</c:v>
                </c:pt>
                <c:pt idx="1293">
                  <c:v>0.124597763573</c:v>
                </c:pt>
                <c:pt idx="1294">
                  <c:v>0.123638571039</c:v>
                </c:pt>
                <c:pt idx="1295">
                  <c:v>0.122689279842</c:v>
                </c:pt>
                <c:pt idx="1296">
                  <c:v>0.121749785655</c:v>
                </c:pt>
                <c:pt idx="1297">
                  <c:v>0.120819985466</c:v>
                </c:pt>
                <c:pt idx="1298">
                  <c:v>0.119899777531</c:v>
                </c:pt>
                <c:pt idx="1299">
                  <c:v>0.118989061336</c:v>
                </c:pt>
                <c:pt idx="1300">
                  <c:v>0.118087737562</c:v>
                </c:pt>
                <c:pt idx="1301">
                  <c:v>0.117195708042</c:v>
                </c:pt>
                <c:pt idx="1302">
                  <c:v>0.116312875729</c:v>
                </c:pt>
                <c:pt idx="1303">
                  <c:v>0.115439144656</c:v>
                </c:pt>
                <c:pt idx="1304">
                  <c:v>0.114574419904</c:v>
                </c:pt>
                <c:pt idx="1305">
                  <c:v>0.113718607571</c:v>
                </c:pt>
                <c:pt idx="1306">
                  <c:v>0.112871614734</c:v>
                </c:pt>
                <c:pt idx="1307">
                  <c:v>0.112033349426</c:v>
                </c:pt>
                <c:pt idx="1308">
                  <c:v>0.1112037206</c:v>
                </c:pt>
                <c:pt idx="1309">
                  <c:v>0.110382638103</c:v>
                </c:pt>
                <c:pt idx="1310">
                  <c:v>0.109570012652</c:v>
                </c:pt>
                <c:pt idx="1311">
                  <c:v>0.108765755802</c:v>
                </c:pt>
                <c:pt idx="1312">
                  <c:v>0.107969779929</c:v>
                </c:pt>
                <c:pt idx="1313">
                  <c:v>0.107181998199</c:v>
                </c:pt>
                <c:pt idx="1314">
                  <c:v>0.106402324551</c:v>
                </c:pt>
                <c:pt idx="1315">
                  <c:v>0.105630673675</c:v>
                </c:pt>
                <c:pt idx="1316">
                  <c:v>0.104866960988</c:v>
                </c:pt>
                <c:pt idx="1317">
                  <c:v>0.10411110262</c:v>
                </c:pt>
                <c:pt idx="1318">
                  <c:v>0.103363015392</c:v>
                </c:pt>
                <c:pt idx="1319">
                  <c:v>0.102622616803</c:v>
                </c:pt>
                <c:pt idx="1320">
                  <c:v>0.101889825007</c:v>
                </c:pt>
                <c:pt idx="1321">
                  <c:v>0.101164558802</c:v>
                </c:pt>
                <c:pt idx="1322">
                  <c:v>0.100446737617</c:v>
                </c:pt>
                <c:pt idx="1323">
                  <c:v>0.099736281492</c:v>
                </c:pt>
                <c:pt idx="1324">
                  <c:v>0.0990331110688</c:v>
                </c:pt>
                <c:pt idx="1325">
                  <c:v>0.0983371475774</c:v>
                </c:pt>
                <c:pt idx="1326">
                  <c:v>0.0976483128231</c:v>
                </c:pt>
                <c:pt idx="1327">
                  <c:v>0.0969665291755</c:v>
                </c:pt>
                <c:pt idx="1328">
                  <c:v>0.0962917195573</c:v>
                </c:pt>
                <c:pt idx="1329">
                  <c:v>0.095623807433</c:v>
                </c:pt>
                <c:pt idx="1330">
                  <c:v>0.0949627167997</c:v>
                </c:pt>
                <c:pt idx="1331">
                  <c:v>0.0943083721764</c:v>
                </c:pt>
                <c:pt idx="1332">
                  <c:v>0.0936606985952</c:v>
                </c:pt>
                <c:pt idx="1333">
                  <c:v>0.0930196215918</c:v>
                </c:pt>
                <c:pt idx="1334">
                  <c:v>0.0923850671971</c:v>
                </c:pt>
                <c:pt idx="1335">
                  <c:v>0.0917569619285</c:v>
                </c:pt>
                <c:pt idx="1336">
                  <c:v>0.0911352327818</c:v>
                </c:pt>
                <c:pt idx="1337">
                  <c:v>0.0905198072235</c:v>
                </c:pt>
                <c:pt idx="1338">
                  <c:v>0.0899106131828</c:v>
                </c:pt>
                <c:pt idx="1339">
                  <c:v>0.0893075790447</c:v>
                </c:pt>
                <c:pt idx="1340">
                  <c:v>0.0887106336426</c:v>
                </c:pt>
                <c:pt idx="1341">
                  <c:v>0.0881197062514</c:v>
                </c:pt>
                <c:pt idx="1342">
                  <c:v>0.087534726581</c:v>
                </c:pt>
                <c:pt idx="1343">
                  <c:v>0.0869556247697</c:v>
                </c:pt>
                <c:pt idx="1344">
                  <c:v>0.0863823313784</c:v>
                </c:pt>
                <c:pt idx="1345">
                  <c:v>0.0858147773842</c:v>
                </c:pt>
                <c:pt idx="1346">
                  <c:v>0.0852528941752</c:v>
                </c:pt>
                <c:pt idx="1347">
                  <c:v>0.0846966135449</c:v>
                </c:pt>
                <c:pt idx="1348">
                  <c:v>0.0841458676875</c:v>
                </c:pt>
                <c:pt idx="1349">
                  <c:v>0.0836005891926</c:v>
                </c:pt>
                <c:pt idx="1350">
                  <c:v>0.0830607110412</c:v>
                </c:pt>
                <c:pt idx="1351">
                  <c:v>0.0825261666017</c:v>
                </c:pt>
                <c:pt idx="1352">
                  <c:v>0.081996889626</c:v>
                </c:pt>
                <c:pt idx="1353">
                  <c:v>0.0814728142461</c:v>
                </c:pt>
                <c:pt idx="1354">
                  <c:v>0.080953874972</c:v>
                </c:pt>
                <c:pt idx="1355">
                  <c:v>0.0804400066882</c:v>
                </c:pt>
                <c:pt idx="1356">
                  <c:v>0.0799311446531</c:v>
                </c:pt>
                <c:pt idx="1357">
                  <c:v>0.0794272244964</c:v>
                </c:pt>
                <c:pt idx="1358">
                  <c:v>0.0789281822192</c:v>
                </c:pt>
                <c:pt idx="1359">
                  <c:v>0.0784339541934</c:v>
                </c:pt>
                <c:pt idx="1360">
                  <c:v>0.0779444771619</c:v>
                </c:pt>
                <c:pt idx="1361">
                  <c:v>0.07745968824</c:v>
                </c:pt>
                <c:pt idx="1362">
                  <c:v>0.0769795249168</c:v>
                </c:pt>
                <c:pt idx="1363">
                  <c:v>0.0765039250575</c:v>
                </c:pt>
                <c:pt idx="1364">
                  <c:v>0.0760328269068</c:v>
                </c:pt>
                <c:pt idx="1365">
                  <c:v>0.0755661690924</c:v>
                </c:pt>
                <c:pt idx="1366">
                  <c:v>0.0751038906298</c:v>
                </c:pt>
                <c:pt idx="1367">
                  <c:v>0.0746459309276</c:v>
                </c:pt>
                <c:pt idx="1368">
                  <c:v>0.0741922297935</c:v>
                </c:pt>
                <c:pt idx="1369">
                  <c:v>0.0737427274417</c:v>
                </c:pt>
                <c:pt idx="1370">
                  <c:v>0.0732973645003</c:v>
                </c:pt>
                <c:pt idx="1371">
                  <c:v>0.0728560820204</c:v>
                </c:pt>
                <c:pt idx="1372">
                  <c:v>0.0724188214851</c:v>
                </c:pt>
                <c:pt idx="1373">
                  <c:v>0.0719855248201</c:v>
                </c:pt>
                <c:pt idx="1374">
                  <c:v>0.0715561344048</c:v>
                </c:pt>
                <c:pt idx="1375">
                  <c:v>0.0711305930844</c:v>
                </c:pt>
                <c:pt idx="1376">
                  <c:v>0.0707088441823</c:v>
                </c:pt>
                <c:pt idx="1377">
                  <c:v>0.070290831514</c:v>
                </c:pt>
                <c:pt idx="1378">
                  <c:v>0.0698764994014</c:v>
                </c:pt>
                <c:pt idx="1379">
                  <c:v>0.0694657926874</c:v>
                </c:pt>
                <c:pt idx="1380">
                  <c:v>0.0690586567522</c:v>
                </c:pt>
                <c:pt idx="1381">
                  <c:v>0.0686550375289</c:v>
                </c:pt>
                <c:pt idx="1382">
                  <c:v>0.0682548815211</c:v>
                </c:pt>
                <c:pt idx="1383">
                  <c:v>0.0678581358198</c:v>
                </c:pt>
                <c:pt idx="1384">
                  <c:v>0.0674647481216</c:v>
                </c:pt>
                <c:pt idx="1385">
                  <c:v>0.0670746667469</c:v>
                </c:pt>
                <c:pt idx="1386">
                  <c:v>0.0666878406584</c:v>
                </c:pt>
                <c:pt idx="1387">
                  <c:v>0.0663042194802</c:v>
                </c:pt>
                <c:pt idx="1388">
                  <c:v>0.0659237535163</c:v>
                </c:pt>
                <c:pt idx="1389">
                  <c:v>0.0655463937705</c:v>
                </c:pt>
                <c:pt idx="1390">
                  <c:v>0.0651720919647</c:v>
                </c:pt>
                <c:pt idx="1391">
                  <c:v>0.0648008005582</c:v>
                </c:pt>
                <c:pt idx="1392">
                  <c:v>0.0644324727666</c:v>
                </c:pt>
                <c:pt idx="1393">
                  <c:v>0.0640670625798</c:v>
                </c:pt>
                <c:pt idx="1394">
                  <c:v>0.0637045247805</c:v>
                </c:pt>
                <c:pt idx="1395">
                  <c:v>0.0633448149614</c:v>
                </c:pt>
                <c:pt idx="1396">
                  <c:v>0.0629878895424</c:v>
                </c:pt>
                <c:pt idx="1397">
                  <c:v>0.0626337057866</c:v>
                </c:pt>
                <c:pt idx="1398">
                  <c:v>0.0622822218155</c:v>
                </c:pt>
                <c:pt idx="1399">
                  <c:v>0.061933396624</c:v>
                </c:pt>
                <c:pt idx="1400">
                  <c:v>0.0615871900934</c:v>
                </c:pt>
                <c:pt idx="1401">
                  <c:v>0.061243563004</c:v>
                </c:pt>
                <c:pt idx="1402">
                  <c:v>0.0609024770463</c:v>
                </c:pt>
                <c:pt idx="1403">
                  <c:v>0.0605638948305</c:v>
                </c:pt>
                <c:pt idx="1404">
                  <c:v>0.0602277798957</c:v>
                </c:pt>
                <c:pt idx="1405">
                  <c:v>0.0598940967167</c:v>
                </c:pt>
                <c:pt idx="1406">
                  <c:v>0.0595628107094</c:v>
                </c:pt>
                <c:pt idx="1407">
                  <c:v>0.0592338882356</c:v>
                </c:pt>
                <c:pt idx="1408">
                  <c:v>0.058907296605</c:v>
                </c:pt>
                <c:pt idx="1409">
                  <c:v>0.0585830040763</c:v>
                </c:pt>
                <c:pt idx="1410">
                  <c:v>0.0582609798565</c:v>
                </c:pt>
                <c:pt idx="1411">
                  <c:v>0.0579411940984</c:v>
                </c:pt>
                <c:pt idx="1412">
                  <c:v>0.0576236178969</c:v>
                </c:pt>
                <c:pt idx="1413">
                  <c:v>0.0573082232825</c:v>
                </c:pt>
                <c:pt idx="1414">
                  <c:v>0.0569949832147</c:v>
                </c:pt>
                <c:pt idx="1415">
                  <c:v>0.0566838715723</c:v>
                </c:pt>
                <c:pt idx="1416">
                  <c:v>0.056374863143</c:v>
                </c:pt>
                <c:pt idx="1417">
                  <c:v>0.0560679336109</c:v>
                </c:pt>
                <c:pt idx="1418">
                  <c:v>0.0557630595426</c:v>
                </c:pt>
                <c:pt idx="1419">
                  <c:v>0.055460218372</c:v>
                </c:pt>
                <c:pt idx="1420">
                  <c:v>0.0551593883834</c:v>
                </c:pt>
                <c:pt idx="1421">
                  <c:v>0.0548605486932</c:v>
                </c:pt>
                <c:pt idx="1422">
                  <c:v>0.0545636792304</c:v>
                </c:pt>
                <c:pt idx="1423">
                  <c:v>0.0542687607162</c:v>
                </c:pt>
                <c:pt idx="1424">
                  <c:v>0.0539757746418</c:v>
                </c:pt>
                <c:pt idx="1425">
                  <c:v>0.0536847032459</c:v>
                </c:pt>
                <c:pt idx="1426">
                  <c:v>0.0533955294904</c:v>
                </c:pt>
                <c:pt idx="1427">
                  <c:v>0.0531082370362</c:v>
                </c:pt>
                <c:pt idx="1428">
                  <c:v>0.0528228102177</c:v>
                </c:pt>
                <c:pt idx="1429">
                  <c:v>0.0525392340168</c:v>
                </c:pt>
                <c:pt idx="1430">
                  <c:v>0.0522574940361</c:v>
                </c:pt>
                <c:pt idx="1431">
                  <c:v>0.0519775764722</c:v>
                </c:pt>
                <c:pt idx="1432">
                  <c:v>0.0516994680884</c:v>
                </c:pt>
                <c:pt idx="1433">
                  <c:v>0.0514231561871</c:v>
                </c:pt>
                <c:pt idx="1434">
                  <c:v>0.0511486285819</c:v>
                </c:pt>
                <c:pt idx="1435">
                  <c:v>0.0508758735706</c:v>
                </c:pt>
                <c:pt idx="1436">
                  <c:v>0.050604879907</c:v>
                </c:pt>
                <c:pt idx="1437">
                  <c:v>0.0503356367737</c:v>
                </c:pt>
                <c:pt idx="1438">
                  <c:v>0.0500681337552</c:v>
                </c:pt>
                <c:pt idx="1439">
                  <c:v>0.0498023608108</c:v>
                </c:pt>
                <c:pt idx="1440">
                  <c:v>0.0495383082482</c:v>
                </c:pt>
                <c:pt idx="1441">
                  <c:v>0.0492759666978</c:v>
                </c:pt>
                <c:pt idx="1442">
                  <c:v>0.0490153270875</c:v>
                </c:pt>
                <c:pt idx="1443">
                  <c:v>0.0487563806174</c:v>
                </c:pt>
                <c:pt idx="1444">
                  <c:v>0.0484991187367</c:v>
                </c:pt>
                <c:pt idx="1445">
                  <c:v>0.0482435331196</c:v>
                </c:pt>
                <c:pt idx="1446">
                  <c:v>0.0479896156434</c:v>
                </c:pt>
                <c:pt idx="1447">
                  <c:v>0.0477373583665</c:v>
                </c:pt>
                <c:pt idx="1448">
                  <c:v>0.0474867535078</c:v>
                </c:pt>
                <c:pt idx="1449">
                  <c:v>0.0472377934268</c:v>
                </c:pt>
                <c:pt idx="1450">
                  <c:v>0.0469904706042</c:v>
                </c:pt>
                <c:pt idx="1451">
                  <c:v>0.0467447776244</c:v>
                </c:pt>
                <c:pt idx="1452">
                  <c:v>0.0465007071581</c:v>
                </c:pt>
                <c:pt idx="1453">
                  <c:v>0.0462582519462</c:v>
                </c:pt>
                <c:pt idx="1454">
                  <c:v>0.0460174047841</c:v>
                </c:pt>
                <c:pt idx="1455">
                  <c:v>0.0457781585083</c:v>
                </c:pt>
                <c:pt idx="1456">
                  <c:v>0.0455405059823</c:v>
                </c:pt>
                <c:pt idx="1457">
                  <c:v>0.0453044400845</c:v>
                </c:pt>
                <c:pt idx="1458">
                  <c:v>0.0450699536966</c:v>
                </c:pt>
                <c:pt idx="1459">
                  <c:v>0.0448370396934</c:v>
                </c:pt>
                <c:pt idx="1460">
                  <c:v>0.0446056909323</c:v>
                </c:pt>
                <c:pt idx="1461">
                  <c:v>0.0443759002455</c:v>
                </c:pt>
                <c:pt idx="1462">
                  <c:v>0.0441476604312</c:v>
                </c:pt>
                <c:pt idx="1463">
                  <c:v>0.0439209642466</c:v>
                </c:pt>
                <c:pt idx="1464">
                  <c:v>0.043695804402</c:v>
                </c:pt>
                <c:pt idx="1465">
                  <c:v>0.0434721735543</c:v>
                </c:pt>
                <c:pt idx="1466">
                  <c:v>0.0432500643031</c:v>
                </c:pt>
                <c:pt idx="1467">
                  <c:v>0.0430294691854</c:v>
                </c:pt>
                <c:pt idx="1468">
                  <c:v>0.0428103806731</c:v>
                </c:pt>
                <c:pt idx="1469">
                  <c:v>0.0425927911692</c:v>
                </c:pt>
                <c:pt idx="1470">
                  <c:v>0.042376693006</c:v>
                </c:pt>
                <c:pt idx="1471">
                  <c:v>0.0421620784431</c:v>
                </c:pt>
                <c:pt idx="1472">
                  <c:v>0.0419489396663</c:v>
                </c:pt>
                <c:pt idx="1473">
                  <c:v>0.0417372687868</c:v>
                </c:pt>
                <c:pt idx="1474">
                  <c:v>0.0415270578407</c:v>
                </c:pt>
                <c:pt idx="1475">
                  <c:v>0.0413182987895</c:v>
                </c:pt>
                <c:pt idx="1476">
                  <c:v>0.0411109835204</c:v>
                </c:pt>
                <c:pt idx="1477">
                  <c:v>0.0409051038474</c:v>
                </c:pt>
                <c:pt idx="1478">
                  <c:v>0.0407006515122</c:v>
                </c:pt>
                <c:pt idx="1479">
                  <c:v>0.0404976181862</c:v>
                </c:pt>
                <c:pt idx="1480">
                  <c:v>0.040295995472</c:v>
                </c:pt>
                <c:pt idx="1481">
                  <c:v>0.0400957749058</c:v>
                </c:pt>
                <c:pt idx="1482">
                  <c:v>0.0398969479593</c:v>
                </c:pt>
                <c:pt idx="1483">
                  <c:v>0.0396995060428</c:v>
                </c:pt>
                <c:pt idx="1484">
                  <c:v>0.0395034405072</c:v>
                </c:pt>
                <c:pt idx="1485">
                  <c:v>0.0393087426475</c:v>
                </c:pt>
                <c:pt idx="1486">
                  <c:v>0.0391154037055</c:v>
                </c:pt>
                <c:pt idx="1487">
                  <c:v>0.038923414873</c:v>
                </c:pt>
                <c:pt idx="1488">
                  <c:v>0.0387327672948</c:v>
                </c:pt>
                <c:pt idx="1489">
                  <c:v>0.0385434520724</c:v>
                </c:pt>
                <c:pt idx="1490">
                  <c:v>0.0383554602668</c:v>
                </c:pt>
                <c:pt idx="1491">
                  <c:v>0.0381687829026</c:v>
                </c:pt>
                <c:pt idx="1492">
                  <c:v>0.0379834109708</c:v>
                </c:pt>
                <c:pt idx="1493">
                  <c:v>0.0377993354325</c:v>
                </c:pt>
                <c:pt idx="1494">
                  <c:v>0.0376165472225</c:v>
                </c:pt>
                <c:pt idx="1495">
                  <c:v>0.0374350372524</c:v>
                </c:pt>
                <c:pt idx="1496">
                  <c:v>0.0372547964144</c:v>
                </c:pt>
                <c:pt idx="1497">
                  <c:v>0.0370758155845</c:v>
                </c:pt>
                <c:pt idx="1498">
                  <c:v>0.036898085626</c:v>
                </c:pt>
                <c:pt idx="1499">
                  <c:v>0.0367215973924</c:v>
                </c:pt>
                <c:pt idx="1500">
                  <c:v>0.0365463417316</c:v>
                </c:pt>
                <c:pt idx="1501">
                  <c:v>0.036372309488</c:v>
                </c:pt>
                <c:pt idx="1502">
                  <c:v>0.0361994915065</c:v>
                </c:pt>
                <c:pt idx="1503">
                  <c:v>0.0360278786353</c:v>
                </c:pt>
                <c:pt idx="1504">
                  <c:v>0.0358574617289</c:v>
                </c:pt>
                <c:pt idx="1505">
                  <c:v>0.0356882316509</c:v>
                </c:pt>
                <c:pt idx="1506">
                  <c:v>0.0355201792772</c:v>
                </c:pt>
                <c:pt idx="1507">
                  <c:v>0.0353532954987</c:v>
                </c:pt>
                <c:pt idx="1508">
                  <c:v>0.0351875712237</c:v>
                </c:pt>
                <c:pt idx="1509">
                  <c:v>0.0350229973808</c:v>
                </c:pt>
                <c:pt idx="1510">
                  <c:v>0.0348595649215</c:v>
                </c:pt>
                <c:pt idx="1511">
                  <c:v>0.0346972648222</c:v>
                </c:pt>
                <c:pt idx="1512">
                  <c:v>0.0345360880871</c:v>
                </c:pt>
                <c:pt idx="1513">
                  <c:v>0.0343760257501</c:v>
                </c:pt>
                <c:pt idx="1514">
                  <c:v>0.034217068877</c:v>
                </c:pt>
                <c:pt idx="1515">
                  <c:v>0.0340592085678</c:v>
                </c:pt>
                <c:pt idx="1516">
                  <c:v>0.0339024359583</c:v>
                </c:pt>
                <c:pt idx="1517">
                  <c:v>0.0337467422224</c:v>
                </c:pt>
                <c:pt idx="1518">
                  <c:v>0.0335921185737</c:v>
                </c:pt>
                <c:pt idx="1519">
                  <c:v>0.0334385562673</c:v>
                </c:pt>
                <c:pt idx="1520">
                  <c:v>0.0332860466012</c:v>
                </c:pt>
                <c:pt idx="1521">
                  <c:v>0.0331345809184</c:v>
                </c:pt>
                <c:pt idx="1522">
                  <c:v>0.0329841506078</c:v>
                </c:pt>
                <c:pt idx="1523">
                  <c:v>0.0328347471059</c:v>
                </c:pt>
                <c:pt idx="1524">
                  <c:v>0.0326863618981</c:v>
                </c:pt>
                <c:pt idx="1525">
                  <c:v>0.0325389865197</c:v>
                </c:pt>
                <c:pt idx="1526">
                  <c:v>0.0323926125574</c:v>
                </c:pt>
                <c:pt idx="1527">
                  <c:v>0.0322472316503</c:v>
                </c:pt>
                <c:pt idx="1528">
                  <c:v>0.0321028354908</c:v>
                </c:pt>
                <c:pt idx="1529">
                  <c:v>0.0319594158254</c:v>
                </c:pt>
                <c:pt idx="1530">
                  <c:v>0.031816964456</c:v>
                </c:pt>
                <c:pt idx="1531">
                  <c:v>0.0316754732405</c:v>
                </c:pt>
                <c:pt idx="1532">
                  <c:v>0.0315349340935</c:v>
                </c:pt>
                <c:pt idx="1533">
                  <c:v>0.0313953389869</c:v>
                </c:pt>
                <c:pt idx="1534">
                  <c:v>0.031256679951</c:v>
                </c:pt>
                <c:pt idx="1535">
                  <c:v>0.0311189490744</c:v>
                </c:pt>
                <c:pt idx="1536">
                  <c:v>0.030982138505</c:v>
                </c:pt>
                <c:pt idx="1537">
                  <c:v>0.0308462404504</c:v>
                </c:pt>
                <c:pt idx="1538">
                  <c:v>0.0307112471782</c:v>
                </c:pt>
                <c:pt idx="1539">
                  <c:v>0.0305771510164</c:v>
                </c:pt>
                <c:pt idx="1540">
                  <c:v>0.0304439443536</c:v>
                </c:pt>
                <c:pt idx="1541">
                  <c:v>0.0303116196397</c:v>
                </c:pt>
                <c:pt idx="1542">
                  <c:v>0.0301801693855</c:v>
                </c:pt>
                <c:pt idx="1543">
                  <c:v>0.0300495861636</c:v>
                </c:pt>
                <c:pt idx="1544">
                  <c:v>0.0299198626078</c:v>
                </c:pt>
                <c:pt idx="1545">
                  <c:v>0.0297909914138</c:v>
                </c:pt>
                <c:pt idx="1546">
                  <c:v>0.0296629653389</c:v>
                </c:pt>
                <c:pt idx="1547">
                  <c:v>0.0295357772025</c:v>
                </c:pt>
                <c:pt idx="1548">
                  <c:v>0.0294094198856</c:v>
                </c:pt>
                <c:pt idx="1549">
                  <c:v>0.0292838863308</c:v>
                </c:pt>
                <c:pt idx="1550">
                  <c:v>0.0291591695428</c:v>
                </c:pt>
                <c:pt idx="1551">
                  <c:v>0.0290352625877</c:v>
                </c:pt>
                <c:pt idx="1552">
                  <c:v>0.0289121585933</c:v>
                </c:pt>
                <c:pt idx="1553">
                  <c:v>0.0287898507486</c:v>
                </c:pt>
                <c:pt idx="1554">
                  <c:v>0.0286683323041</c:v>
                </c:pt>
                <c:pt idx="1555">
                  <c:v>0.028547596571</c:v>
                </c:pt>
                <c:pt idx="1556">
                  <c:v>0.0284276369218</c:v>
                </c:pt>
                <c:pt idx="1557">
                  <c:v>0.0283084467893</c:v>
                </c:pt>
                <c:pt idx="1558">
                  <c:v>0.0281900196668</c:v>
                </c:pt>
                <c:pt idx="1559">
                  <c:v>0.0280723491078</c:v>
                </c:pt>
                <c:pt idx="1560">
                  <c:v>0.0279554287254</c:v>
                </c:pt>
                <c:pt idx="1561">
                  <c:v>0.0278392521926</c:v>
                </c:pt>
                <c:pt idx="1562">
                  <c:v>0.0277238132415</c:v>
                </c:pt>
                <c:pt idx="1563">
                  <c:v>0.0276091056629</c:v>
                </c:pt>
                <c:pt idx="1564">
                  <c:v>0.0274951233066</c:v>
                </c:pt>
                <c:pt idx="1565">
                  <c:v>0.0273818600803</c:v>
                </c:pt>
                <c:pt idx="1566">
                  <c:v>0.0272693099496</c:v>
                </c:pt>
                <c:pt idx="1567">
                  <c:v>0.0271574669378</c:v>
                </c:pt>
                <c:pt idx="1568">
                  <c:v>0.0270463251252</c:v>
                </c:pt>
                <c:pt idx="1569">
                  <c:v>0.0269358786488</c:v>
                </c:pt>
                <c:pt idx="1570">
                  <c:v>0.0268261217019</c:v>
                </c:pt>
                <c:pt idx="1571">
                  <c:v>0.0267170485339</c:v>
                </c:pt>
                <c:pt idx="1572">
                  <c:v>0.0266086534494</c:v>
                </c:pt>
                <c:pt idx="1573">
                  <c:v>0.0265009308085</c:v>
                </c:pt>
                <c:pt idx="1574">
                  <c:v>0.0263938750256</c:v>
                </c:pt>
                <c:pt idx="1575">
                  <c:v>0.0262874805695</c:v>
                </c:pt>
                <c:pt idx="1576">
                  <c:v>0.0261817419628</c:v>
                </c:pt>
                <c:pt idx="1577">
                  <c:v>0.0260766537813</c:v>
                </c:pt>
                <c:pt idx="1578">
                  <c:v>0.0259722106539</c:v>
                </c:pt>
                <c:pt idx="1579">
                  <c:v>0.0258684072619</c:v>
                </c:pt>
                <c:pt idx="1580">
                  <c:v>0.0257652383386</c:v>
                </c:pt>
                <c:pt idx="1581">
                  <c:v>0.0256626986687</c:v>
                </c:pt>
                <c:pt idx="1582">
                  <c:v>0.0255607830884</c:v>
                </c:pt>
                <c:pt idx="1583">
                  <c:v>0.0254594864841</c:v>
                </c:pt>
                <c:pt idx="1584">
                  <c:v>0.0253588037926</c:v>
                </c:pt>
                <c:pt idx="1585">
                  <c:v>0.0252587300005</c:v>
                </c:pt>
                <c:pt idx="1586">
                  <c:v>0.0251592601436</c:v>
                </c:pt>
                <c:pt idx="1587">
                  <c:v>0.0250603893063</c:v>
                </c:pt>
                <c:pt idx="1588">
                  <c:v>0.0249621126216</c:v>
                </c:pt>
                <c:pt idx="1589">
                  <c:v>0.0248644252704</c:v>
                </c:pt>
                <c:pt idx="1590">
                  <c:v>0.0247673224808</c:v>
                </c:pt>
                <c:pt idx="1591">
                  <c:v>0.0246707995281</c:v>
                </c:pt>
                <c:pt idx="1592">
                  <c:v>0.024574851734</c:v>
                </c:pt>
                <c:pt idx="1593">
                  <c:v>0.0244794744661</c:v>
                </c:pt>
                <c:pt idx="1594">
                  <c:v>0.0243846631379</c:v>
                </c:pt>
                <c:pt idx="1595">
                  <c:v>0.0242904132078</c:v>
                </c:pt>
                <c:pt idx="1596">
                  <c:v>0.0241967201789</c:v>
                </c:pt>
                <c:pt idx="1597">
                  <c:v>0.0241035795987</c:v>
                </c:pt>
                <c:pt idx="1598">
                  <c:v>0.0240109870582</c:v>
                </c:pt>
                <c:pt idx="1599">
                  <c:v>0.023918938192</c:v>
                </c:pt>
                <c:pt idx="1600">
                  <c:v>0.0238274286774</c:v>
                </c:pt>
                <c:pt idx="1601">
                  <c:v>0.0237364542342</c:v>
                </c:pt>
                <c:pt idx="1602">
                  <c:v>0.0236460106243</c:v>
                </c:pt>
                <c:pt idx="1603">
                  <c:v>0.023556093651</c:v>
                </c:pt>
                <c:pt idx="1604">
                  <c:v>0.0234666991587</c:v>
                </c:pt>
                <c:pt idx="1605">
                  <c:v>0.0233778230326</c:v>
                </c:pt>
                <c:pt idx="1606">
                  <c:v>0.0232894611982</c:v>
                </c:pt>
                <c:pt idx="1607">
                  <c:v>0.0232016096207</c:v>
                </c:pt>
                <c:pt idx="1608">
                  <c:v>0.0231142643048</c:v>
                </c:pt>
                <c:pt idx="1609">
                  <c:v>0.0230274212941</c:v>
                </c:pt>
                <c:pt idx="1610">
                  <c:v>0.0229410766708</c:v>
                </c:pt>
                <c:pt idx="1611">
                  <c:v>0.0228552265553</c:v>
                </c:pt>
                <c:pt idx="1612">
                  <c:v>0.0227698671056</c:v>
                </c:pt>
                <c:pt idx="1613">
                  <c:v>0.0226849945172</c:v>
                </c:pt>
                <c:pt idx="1614">
                  <c:v>0.0226006050223</c:v>
                </c:pt>
                <c:pt idx="1615">
                  <c:v>0.0225166948899</c:v>
                </c:pt>
                <c:pt idx="1616">
                  <c:v>0.0224332604249</c:v>
                </c:pt>
                <c:pt idx="1617">
                  <c:v>0.0223502979679</c:v>
                </c:pt>
                <c:pt idx="1618">
                  <c:v>0.0222678038951</c:v>
                </c:pt>
                <c:pt idx="1619">
                  <c:v>0.0221857746173</c:v>
                </c:pt>
                <c:pt idx="1620">
                  <c:v>0.0221042065801</c:v>
                </c:pt>
                <c:pt idx="1621">
                  <c:v>0.0220230962632</c:v>
                </c:pt>
                <c:pt idx="1622">
                  <c:v>0.0219424401801</c:v>
                </c:pt>
                <c:pt idx="1623">
                  <c:v>0.0218622348777</c:v>
                </c:pt>
                <c:pt idx="1624">
                  <c:v>0.0217824769359</c:v>
                </c:pt>
                <c:pt idx="1625">
                  <c:v>0.0217031629675</c:v>
                </c:pt>
                <c:pt idx="1626">
                  <c:v>0.0216242896175</c:v>
                </c:pt>
                <c:pt idx="1627">
                  <c:v>0.0215458535628</c:v>
                </c:pt>
                <c:pt idx="1628">
                  <c:v>0.0214678515119</c:v>
                </c:pt>
                <c:pt idx="1629">
                  <c:v>0.0213902802048</c:v>
                </c:pt>
                <c:pt idx="1630">
                  <c:v>0.0213131364121</c:v>
                </c:pt>
                <c:pt idx="1631">
                  <c:v>0.0212364169352</c:v>
                </c:pt>
                <c:pt idx="1632">
                  <c:v>0.0211601186057</c:v>
                </c:pt>
                <c:pt idx="1633">
                  <c:v>0.021084238285</c:v>
                </c:pt>
                <c:pt idx="1634">
                  <c:v>0.021008772864</c:v>
                </c:pt>
                <c:pt idx="1635">
                  <c:v>0.0209337192631</c:v>
                </c:pt>
                <c:pt idx="1636">
                  <c:v>0.0208590744314</c:v>
                </c:pt>
                <c:pt idx="1637">
                  <c:v>0.0207848353467</c:v>
                </c:pt>
                <c:pt idx="1638">
                  <c:v>0.0207109990149</c:v>
                </c:pt>
                <c:pt idx="1639">
                  <c:v>0.02063756247</c:v>
                </c:pt>
                <c:pt idx="1640">
                  <c:v>0.0205645227736</c:v>
                </c:pt>
                <c:pt idx="1641">
                  <c:v>0.0204918770147</c:v>
                </c:pt>
                <c:pt idx="1642">
                  <c:v>0.0204196223093</c:v>
                </c:pt>
                <c:pt idx="1643">
                  <c:v>0.0203477558</c:v>
                </c:pt>
                <c:pt idx="1644">
                  <c:v>0.0202762746561</c:v>
                </c:pt>
                <c:pt idx="1645">
                  <c:v>0.020205176073</c:v>
                </c:pt>
                <c:pt idx="1646">
                  <c:v>0.0201344572716</c:v>
                </c:pt>
                <c:pt idx="1647">
                  <c:v>0.0200641154989</c:v>
                </c:pt>
                <c:pt idx="1648">
                  <c:v>0.019994148027</c:v>
                </c:pt>
                <c:pt idx="1649">
                  <c:v>0.0199245521528</c:v>
                </c:pt>
                <c:pt idx="1650">
                  <c:v>0.0198553251982</c:v>
                </c:pt>
                <c:pt idx="1651">
                  <c:v>0.0197864645095</c:v>
                </c:pt>
                <c:pt idx="1652">
                  <c:v>0.0197179674573</c:v>
                </c:pt>
                <c:pt idx="1653">
                  <c:v>0.0196498314359</c:v>
                </c:pt>
                <c:pt idx="1654">
                  <c:v>0.0195820538636</c:v>
                </c:pt>
                <c:pt idx="1655">
                  <c:v>0.0195146321818</c:v>
                </c:pt>
                <c:pt idx="1656">
                  <c:v>0.0194475638554</c:v>
                </c:pt>
                <c:pt idx="1657">
                  <c:v>0.019380846372</c:v>
                </c:pt>
                <c:pt idx="1658">
                  <c:v>0.0193144772419</c:v>
                </c:pt>
                <c:pt idx="1659">
                  <c:v>0.0192484539979</c:v>
                </c:pt>
                <c:pt idx="1660">
                  <c:v>0.019182774195</c:v>
                </c:pt>
                <c:pt idx="1661">
                  <c:v>0.01911743541</c:v>
                </c:pt>
                <c:pt idx="1662">
                  <c:v>0.0190524352415</c:v>
                </c:pt>
                <c:pt idx="1663">
                  <c:v>0.0189877713097</c:v>
                </c:pt>
                <c:pt idx="1664">
                  <c:v>0.018923441256</c:v>
                </c:pt>
                <c:pt idx="1665">
                  <c:v>0.0188594427426</c:v>
                </c:pt>
                <c:pt idx="1666">
                  <c:v>0.0187957734527</c:v>
                </c:pt>
                <c:pt idx="1667">
                  <c:v>0.0187324310902</c:v>
                </c:pt>
                <c:pt idx="1668">
                  <c:v>0.0186694133792</c:v>
                </c:pt>
                <c:pt idx="1669">
                  <c:v>0.0186067180638</c:v>
                </c:pt>
                <c:pt idx="1670">
                  <c:v>0.0185443429085</c:v>
                </c:pt>
                <c:pt idx="1671">
                  <c:v>0.018482285697</c:v>
                </c:pt>
                <c:pt idx="1672">
                  <c:v>0.0184205442328</c:v>
                </c:pt>
                <c:pt idx="1673">
                  <c:v>0.0183591163388</c:v>
                </c:pt>
                <c:pt idx="1674">
                  <c:v>0.0182979998568</c:v>
                </c:pt>
                <c:pt idx="1675">
                  <c:v>0.0182371926475</c:v>
                </c:pt>
                <c:pt idx="1676">
                  <c:v>0.0181766925906</c:v>
                </c:pt>
                <c:pt idx="1677">
                  <c:v>0.018116497584</c:v>
                </c:pt>
                <c:pt idx="1678">
                  <c:v>0.0180566055441</c:v>
                </c:pt>
                <c:pt idx="1679">
                  <c:v>0.0179970144054</c:v>
                </c:pt>
                <c:pt idx="1680">
                  <c:v>0.0179377221203</c:v>
                </c:pt>
                <c:pt idx="1681">
                  <c:v>0.0178787266591</c:v>
                </c:pt>
                <c:pt idx="1682">
                  <c:v>0.0178200260094</c:v>
                </c:pt>
                <c:pt idx="1683">
                  <c:v>0.0177616181766</c:v>
                </c:pt>
                <c:pt idx="1684">
                  <c:v>0.017703501183</c:v>
                </c:pt>
                <c:pt idx="1685">
                  <c:v>0.017645673068</c:v>
                </c:pt>
                <c:pt idx="1686">
                  <c:v>0.0175881318879</c:v>
                </c:pt>
                <c:pt idx="1687">
                  <c:v>0.0175308757158</c:v>
                </c:pt>
                <c:pt idx="1688">
                  <c:v>0.0174739026411</c:v>
                </c:pt>
                <c:pt idx="1689">
                  <c:v>0.0174172107696</c:v>
                </c:pt>
                <c:pt idx="1690">
                  <c:v>0.0173607982235</c:v>
                </c:pt>
                <c:pt idx="1691">
                  <c:v>0.0173046631407</c:v>
                </c:pt>
                <c:pt idx="1692">
                  <c:v>0.0172488036752</c:v>
                </c:pt>
                <c:pt idx="1693">
                  <c:v>0.0171932179965</c:v>
                </c:pt>
                <c:pt idx="1694">
                  <c:v>0.0171379042897</c:v>
                </c:pt>
                <c:pt idx="1695">
                  <c:v>0.0170828607553</c:v>
                </c:pt>
                <c:pt idx="1696">
                  <c:v>0.017028085609</c:v>
                </c:pt>
                <c:pt idx="1697">
                  <c:v>0.0169735770815</c:v>
                </c:pt>
                <c:pt idx="1698">
                  <c:v>0.0169193334184</c:v>
                </c:pt>
                <c:pt idx="1699">
                  <c:v>0.0168653528801</c:v>
                </c:pt>
                <c:pt idx="1700">
                  <c:v>0.0168116337416</c:v>
                </c:pt>
                <c:pt idx="1701">
                  <c:v>0.0167581742923</c:v>
                </c:pt>
                <c:pt idx="1702">
                  <c:v>0.0167049728358</c:v>
                </c:pt>
                <c:pt idx="1703">
                  <c:v>0.01665202769</c:v>
                </c:pt>
                <c:pt idx="1704">
                  <c:v>0.0165993371868</c:v>
                </c:pt>
                <c:pt idx="1705">
                  <c:v>0.0165468996719</c:v>
                </c:pt>
                <c:pt idx="1706">
                  <c:v>0.0164947135047</c:v>
                </c:pt>
                <c:pt idx="1707">
                  <c:v>0.0164427770582</c:v>
                </c:pt>
                <c:pt idx="1708">
                  <c:v>0.0163910887189</c:v>
                </c:pt>
                <c:pt idx="1709">
                  <c:v>0.0163396468866</c:v>
                </c:pt>
                <c:pt idx="1710">
                  <c:v>0.016288449974</c:v>
                </c:pt>
                <c:pt idx="1711">
                  <c:v>0.0162374964072</c:v>
                </c:pt>
                <c:pt idx="1712">
                  <c:v>0.0161867846251</c:v>
                </c:pt>
                <c:pt idx="1713">
                  <c:v>0.0161363130792</c:v>
                </c:pt>
                <c:pt idx="1714">
                  <c:v>0.0160860802338</c:v>
                </c:pt>
                <c:pt idx="1715">
                  <c:v>0.0160360845656</c:v>
                </c:pt>
                <c:pt idx="1716">
                  <c:v>0.0159863245637</c:v>
                </c:pt>
                <c:pt idx="1717">
                  <c:v>0.0159367987297</c:v>
                </c:pt>
                <c:pt idx="1718">
                  <c:v>0.0158875055769</c:v>
                </c:pt>
                <c:pt idx="1719">
                  <c:v>0.0158384436309</c:v>
                </c:pt>
                <c:pt idx="1720">
                  <c:v>0.0157896114291</c:v>
                </c:pt>
                <c:pt idx="1721">
                  <c:v>0.0157410075207</c:v>
                </c:pt>
                <c:pt idx="1722">
                  <c:v>0.0156926304664</c:v>
                </c:pt>
                <c:pt idx="1723">
                  <c:v>0.0156444788388</c:v>
                </c:pt>
                <c:pt idx="1724">
                  <c:v>0.0155965512215</c:v>
                </c:pt>
                <c:pt idx="1725">
                  <c:v>0.0155488462096</c:v>
                </c:pt>
                <c:pt idx="1726">
                  <c:v>0.0155013624093</c:v>
                </c:pt>
                <c:pt idx="1727">
                  <c:v>0.015454098438</c:v>
                </c:pt>
                <c:pt idx="1728">
                  <c:v>0.015407052924</c:v>
                </c:pt>
                <c:pt idx="1729">
                  <c:v>0.0153602245064</c:v>
                </c:pt>
                <c:pt idx="1730">
                  <c:v>0.0153136118352</c:v>
                </c:pt>
                <c:pt idx="1731">
                  <c:v>0.0152672135708</c:v>
                </c:pt>
                <c:pt idx="1732">
                  <c:v>0.0152210283844</c:v>
                </c:pt>
                <c:pt idx="1733">
                  <c:v>0.0151750549574</c:v>
                </c:pt>
                <c:pt idx="1734">
                  <c:v>0.0151292919818</c:v>
                </c:pt>
                <c:pt idx="1735">
                  <c:v>0.0150837381596</c:v>
                </c:pt>
                <c:pt idx="1736">
                  <c:v>0.015038392203</c:v>
                </c:pt>
                <c:pt idx="1737">
                  <c:v>0.0149932528342</c:v>
                </c:pt>
                <c:pt idx="1738">
                  <c:v>0.0149483187856</c:v>
                </c:pt>
                <c:pt idx="1739">
                  <c:v>0.014903588799</c:v>
                </c:pt>
                <c:pt idx="1740">
                  <c:v>0.0148590616262</c:v>
                </c:pt>
                <c:pt idx="1741">
                  <c:v>0.0148147360288</c:v>
                </c:pt>
                <c:pt idx="1742">
                  <c:v>0.0147706107777</c:v>
                </c:pt>
                <c:pt idx="1743">
                  <c:v>0.0147266846534</c:v>
                </c:pt>
                <c:pt idx="1744">
                  <c:v>0.0146829564457</c:v>
                </c:pt>
                <c:pt idx="1745">
                  <c:v>0.0146394249538</c:v>
                </c:pt>
                <c:pt idx="1746">
                  <c:v>0.0145960889861</c:v>
                </c:pt>
                <c:pt idx="1747">
                  <c:v>0.01455294736</c:v>
                </c:pt>
                <c:pt idx="1748">
                  <c:v>0.014509998902</c:v>
                </c:pt>
                <c:pt idx="1749">
                  <c:v>0.0144672424477</c:v>
                </c:pt>
                <c:pt idx="1750">
                  <c:v>0.0144246768415</c:v>
                </c:pt>
                <c:pt idx="1751">
                  <c:v>0.0143823009364</c:v>
                </c:pt>
                <c:pt idx="1752">
                  <c:v>0.0143401135943</c:v>
                </c:pt>
                <c:pt idx="1753">
                  <c:v>0.0142981136857</c:v>
                </c:pt>
                <c:pt idx="1754">
                  <c:v>0.0142563000896</c:v>
                </c:pt>
                <c:pt idx="1755">
                  <c:v>0.0142146716937</c:v>
                </c:pt>
                <c:pt idx="1756">
                  <c:v>0.0141732273938</c:v>
                </c:pt>
                <c:pt idx="1757">
                  <c:v>0.0141319660941</c:v>
                </c:pt>
                <c:pt idx="1758">
                  <c:v>0.0140908867072</c:v>
                </c:pt>
                <c:pt idx="1759">
                  <c:v>0.0140499881537</c:v>
                </c:pt>
                <c:pt idx="1760">
                  <c:v>0.0140092693625</c:v>
                </c:pt>
                <c:pt idx="1761">
                  <c:v>0.0139687292704</c:v>
                </c:pt>
                <c:pt idx="1762">
                  <c:v>0.0139283668221</c:v>
                </c:pt>
                <c:pt idx="1763">
                  <c:v>0.0138881809704</c:v>
                </c:pt>
                <c:pt idx="1764">
                  <c:v>0.0138481706757</c:v>
                </c:pt>
                <c:pt idx="1765">
                  <c:v>0.0138083349063</c:v>
                </c:pt>
                <c:pt idx="1766">
                  <c:v>0.0137686726383</c:v>
                </c:pt>
                <c:pt idx="1767">
                  <c:v>0.0137291828551</c:v>
                </c:pt>
                <c:pt idx="1768">
                  <c:v>0.0136898645479</c:v>
                </c:pt>
                <c:pt idx="1769">
                  <c:v>0.0136507167153</c:v>
                </c:pt>
                <c:pt idx="1770">
                  <c:v>0.0136117383634</c:v>
                </c:pt>
                <c:pt idx="1771">
                  <c:v>0.0135729285055</c:v>
                </c:pt>
                <c:pt idx="1772">
                  <c:v>0.0135342861625</c:v>
                </c:pt>
                <c:pt idx="1773">
                  <c:v>0.0134958103623</c:v>
                </c:pt>
                <c:pt idx="1774">
                  <c:v>0.0134575001399</c:v>
                </c:pt>
                <c:pt idx="1775">
                  <c:v>0.0134193545377</c:v>
                </c:pt>
                <c:pt idx="1776">
                  <c:v>0.0133813726049</c:v>
                </c:pt>
                <c:pt idx="1777">
                  <c:v>0.0133435533977</c:v>
                </c:pt>
                <c:pt idx="1778">
                  <c:v>0.0133058959795</c:v>
                </c:pt>
                <c:pt idx="1779">
                  <c:v>0.0132683994202</c:v>
                </c:pt>
                <c:pt idx="1780">
                  <c:v>0.0132310627967</c:v>
                </c:pt>
                <c:pt idx="1781">
                  <c:v>0.0131938851927</c:v>
                </c:pt>
                <c:pt idx="1782">
                  <c:v>0.0131568656986</c:v>
                </c:pt>
                <c:pt idx="1783">
                  <c:v>0.0131200034112</c:v>
                </c:pt>
                <c:pt idx="1784">
                  <c:v>0.0130832974341</c:v>
                </c:pt>
                <c:pt idx="1785">
                  <c:v>0.0130467468773</c:v>
                </c:pt>
                <c:pt idx="1786">
                  <c:v>0.0130103508575</c:v>
                </c:pt>
                <c:pt idx="1787">
                  <c:v>0.0129741084974</c:v>
                </c:pt>
                <c:pt idx="1788">
                  <c:v>0.0129380189265</c:v>
                </c:pt>
                <c:pt idx="1789">
                  <c:v>0.0129020812801</c:v>
                </c:pt>
                <c:pt idx="1790">
                  <c:v>0.0128662947002</c:v>
                </c:pt>
                <c:pt idx="1791">
                  <c:v>0.0128306583348</c:v>
                </c:pt>
                <c:pt idx="1792">
                  <c:v>0.0127951713379</c:v>
                </c:pt>
                <c:pt idx="1793">
                  <c:v>0.0127598328697</c:v>
                </c:pt>
                <c:pt idx="1794">
                  <c:v>0.0127246420965</c:v>
                </c:pt>
                <c:pt idx="1795">
                  <c:v>0.0126895981904</c:v>
                </c:pt>
                <c:pt idx="1796">
                  <c:v>0.0126547003296</c:v>
                </c:pt>
                <c:pt idx="1797">
                  <c:v>0.0126199476979</c:v>
                </c:pt>
                <c:pt idx="1798">
                  <c:v>0.0125853394851</c:v>
                </c:pt>
                <c:pt idx="1799">
                  <c:v>0.0125508748867</c:v>
                </c:pt>
                <c:pt idx="1800">
                  <c:v>0.012516553104</c:v>
                </c:pt>
                <c:pt idx="1801">
                  <c:v>0.0124823733438</c:v>
                </c:pt>
                <c:pt idx="1802">
                  <c:v>0.0124483348186</c:v>
                </c:pt>
                <c:pt idx="1803">
                  <c:v>0.0124144367464</c:v>
                </c:pt>
                <c:pt idx="1804">
                  <c:v>0.0123806783506</c:v>
                </c:pt>
                <c:pt idx="1805">
                  <c:v>0.0123470588604</c:v>
                </c:pt>
                <c:pt idx="1806">
                  <c:v>0.01231357751</c:v>
                </c:pt>
                <c:pt idx="1807">
                  <c:v>0.0122802335392</c:v>
                </c:pt>
                <c:pt idx="1808">
                  <c:v>0.012247026193</c:v>
                </c:pt>
                <c:pt idx="1809">
                  <c:v>0.0122139547217</c:v>
                </c:pt>
                <c:pt idx="1810">
                  <c:v>0.0121810183808</c:v>
                </c:pt>
                <c:pt idx="1811">
                  <c:v>0.0121482164309</c:v>
                </c:pt>
                <c:pt idx="1812">
                  <c:v>0.0121155481378</c:v>
                </c:pt>
                <c:pt idx="1813">
                  <c:v>0.0120830127724</c:v>
                </c:pt>
                <c:pt idx="1814">
                  <c:v>0.0120506096106</c:v>
                </c:pt>
                <c:pt idx="1815">
                  <c:v>0.012018337933</c:v>
                </c:pt>
                <c:pt idx="1816">
                  <c:v>0.0119861970257</c:v>
                </c:pt>
                <c:pt idx="1817">
                  <c:v>0.0119541861792</c:v>
                </c:pt>
                <c:pt idx="1818">
                  <c:v>0.011922304689</c:v>
                </c:pt>
                <c:pt idx="1819">
                  <c:v>0.0118905518555</c:v>
                </c:pt>
                <c:pt idx="1820">
                  <c:v>0.0118589269838</c:v>
                </c:pt>
                <c:pt idx="1821">
                  <c:v>0.0118274293837</c:v>
                </c:pt>
                <c:pt idx="1822">
                  <c:v>0.0117960583696</c:v>
                </c:pt>
                <c:pt idx="1823">
                  <c:v>0.0117648132608</c:v>
                </c:pt>
                <c:pt idx="1824">
                  <c:v>0.0117336933809</c:v>
                </c:pt>
                <c:pt idx="1825">
                  <c:v>0.0117026980583</c:v>
                </c:pt>
                <c:pt idx="1826">
                  <c:v>0.0116718266258</c:v>
                </c:pt>
                <c:pt idx="1827">
                  <c:v>0.0116410784206</c:v>
                </c:pt>
                <c:pt idx="1828">
                  <c:v>0.0116104527845</c:v>
                </c:pt>
                <c:pt idx="1829">
                  <c:v>0.0115799490637</c:v>
                </c:pt>
                <c:pt idx="1830">
                  <c:v>0.0115495666086</c:v>
                </c:pt>
                <c:pt idx="1831">
                  <c:v>0.0115193047742</c:v>
                </c:pt>
                <c:pt idx="1832">
                  <c:v>0.0114891629197</c:v>
                </c:pt>
                <c:pt idx="1833">
                  <c:v>0.0114591404083</c:v>
                </c:pt>
                <c:pt idx="1834">
                  <c:v>0.0114292366079</c:v>
                </c:pt>
                <c:pt idx="1835">
                  <c:v>0.0113994508901</c:v>
                </c:pt>
                <c:pt idx="1836">
                  <c:v>0.0113697826312</c:v>
                </c:pt>
                <c:pt idx="1837">
                  <c:v>0.0113402312111</c:v>
                </c:pt>
                <c:pt idx="1838">
                  <c:v>0.0113107960142</c:v>
                </c:pt>
                <c:pt idx="1839">
                  <c:v>0.0112814764287</c:v>
                </c:pt>
                <c:pt idx="1840">
                  <c:v>0.0112522718469</c:v>
                </c:pt>
                <c:pt idx="1841">
                  <c:v>0.0112231816653</c:v>
                </c:pt>
                <c:pt idx="1842">
                  <c:v>0.0111942052841</c:v>
                </c:pt>
                <c:pt idx="1843">
                  <c:v>0.0111653421076</c:v>
                </c:pt>
                <c:pt idx="1844">
                  <c:v>0.0111365915439</c:v>
                </c:pt>
                <c:pt idx="1845">
                  <c:v>0.011107953005</c:v>
                </c:pt>
                <c:pt idx="1846">
                  <c:v>0.011079425907</c:v>
                </c:pt>
                <c:pt idx="1847">
                  <c:v>0.0110510096694</c:v>
                </c:pt>
                <c:pt idx="1848">
                  <c:v>0.0110227037159</c:v>
                </c:pt>
                <c:pt idx="1849">
                  <c:v>0.0109945074736</c:v>
                </c:pt>
                <c:pt idx="1850">
                  <c:v>0.0109664203737</c:v>
                </c:pt>
                <c:pt idx="1851">
                  <c:v>0.0109384418509</c:v>
                </c:pt>
                <c:pt idx="1852">
                  <c:v>0.0109105713435</c:v>
                </c:pt>
                <c:pt idx="1853">
                  <c:v>0.0108828082938</c:v>
                </c:pt>
                <c:pt idx="1854">
                  <c:v>0.0108551521473</c:v>
                </c:pt>
                <c:pt idx="1855">
                  <c:v>0.0108276023536</c:v>
                </c:pt>
                <c:pt idx="1856">
                  <c:v>0.0108001583654</c:v>
                </c:pt>
                <c:pt idx="1857">
                  <c:v>0.0107728196392</c:v>
                </c:pt>
                <c:pt idx="1858">
                  <c:v>0.0107455856352</c:v>
                </c:pt>
                <c:pt idx="1859">
                  <c:v>0.0107184558167</c:v>
                </c:pt>
                <c:pt idx="1860">
                  <c:v>0.0106914296508</c:v>
                </c:pt>
                <c:pt idx="1861">
                  <c:v>0.010664506608</c:v>
                </c:pt>
                <c:pt idx="1862">
                  <c:v>0.0106376861621</c:v>
                </c:pt>
                <c:pt idx="1863">
                  <c:v>0.0106109677905</c:v>
                </c:pt>
                <c:pt idx="1864">
                  <c:v>0.0105843509738</c:v>
                </c:pt>
                <c:pt idx="1865">
                  <c:v>0.0105578351961</c:v>
                </c:pt>
                <c:pt idx="1866">
                  <c:v>0.0105314199449</c:v>
                </c:pt>
                <c:pt idx="1867">
                  <c:v>0.0105051047107</c:v>
                </c:pt>
                <c:pt idx="1868">
                  <c:v>0.0104788889877</c:v>
                </c:pt>
                <c:pt idx="1869">
                  <c:v>0.0104527722731</c:v>
                </c:pt>
                <c:pt idx="1870">
                  <c:v>0.0104267540673</c:v>
                </c:pt>
                <c:pt idx="1871">
                  <c:v>0.0104008338742</c:v>
                </c:pt>
                <c:pt idx="1872">
                  <c:v>0.0103750112006</c:v>
                </c:pt>
                <c:pt idx="1873">
                  <c:v>0.0103492855566</c:v>
                </c:pt>
                <c:pt idx="1874">
                  <c:v>0.0103236564556</c:v>
                </c:pt>
                <c:pt idx="1875">
                  <c:v>0.0102981234139</c:v>
                </c:pt>
                <c:pt idx="1876">
                  <c:v>0.0102726859509</c:v>
                </c:pt>
                <c:pt idx="1877">
                  <c:v>0.0102473435892</c:v>
                </c:pt>
                <c:pt idx="1878">
                  <c:v>0.0102220958545</c:v>
                </c:pt>
                <c:pt idx="1879">
                  <c:v>0.0101969422754</c:v>
                </c:pt>
                <c:pt idx="1880">
                  <c:v>0.0101718823835</c:v>
                </c:pt>
                <c:pt idx="1881">
                  <c:v>0.0101469157134</c:v>
                </c:pt>
                <c:pt idx="1882">
                  <c:v>0.0101220418029</c:v>
                </c:pt>
                <c:pt idx="1883">
                  <c:v>0.0100972601924</c:v>
                </c:pt>
                <c:pt idx="1884">
                  <c:v>0.0100725704254</c:v>
                </c:pt>
                <c:pt idx="1885">
                  <c:v>0.0100479720482</c:v>
                </c:pt>
                <c:pt idx="1886">
                  <c:v>0.01002346461</c:v>
                </c:pt>
                <c:pt idx="1887">
                  <c:v>0.00999904766302</c:v>
                </c:pt>
                <c:pt idx="1888">
                  <c:v>0.009974720762</c:v>
                </c:pt>
                <c:pt idx="1889">
                  <c:v>0.00995048346467</c:v>
                </c:pt>
                <c:pt idx="1890">
                  <c:v>0.00992633533149</c:v>
                </c:pt>
                <c:pt idx="1891">
                  <c:v>0.00990227592567</c:v>
                </c:pt>
                <c:pt idx="1892">
                  <c:v>0.00987830481316</c:v>
                </c:pt>
                <c:pt idx="1893">
                  <c:v>0.0098544215626</c:v>
                </c:pt>
                <c:pt idx="1894">
                  <c:v>0.00983062574534</c:v>
                </c:pt>
                <c:pt idx="1895">
                  <c:v>0.00980691693536</c:v>
                </c:pt>
                <c:pt idx="1896">
                  <c:v>0.0097832947093</c:v>
                </c:pt>
                <c:pt idx="1897">
                  <c:v>0.00975975864642</c:v>
                </c:pt>
                <c:pt idx="1898">
                  <c:v>0.00973630832856</c:v>
                </c:pt>
                <c:pt idx="1899">
                  <c:v>0.00971294334015</c:v>
                </c:pt>
                <c:pt idx="1900">
                  <c:v>0.00968966326814</c:v>
                </c:pt>
                <c:pt idx="1901">
                  <c:v>0.00966646770206</c:v>
                </c:pt>
                <c:pt idx="1902">
                  <c:v>0.00964335623389</c:v>
                </c:pt>
                <c:pt idx="1903">
                  <c:v>0.00962032845814</c:v>
                </c:pt>
                <c:pt idx="1904">
                  <c:v>0.00959738397177</c:v>
                </c:pt>
                <c:pt idx="1905">
                  <c:v>0.00957452237419</c:v>
                </c:pt>
                <c:pt idx="1906">
                  <c:v>0.00955174326722</c:v>
                </c:pt>
                <c:pt idx="1907">
                  <c:v>0.0095290462551</c:v>
                </c:pt>
                <c:pt idx="1908">
                  <c:v>0.00950643094445</c:v>
                </c:pt>
                <c:pt idx="1909">
                  <c:v>0.00948389694425</c:v>
                </c:pt>
                <c:pt idx="1910">
                  <c:v>0.00946144386584</c:v>
                </c:pt>
                <c:pt idx="1911">
                  <c:v>0.00943907132287</c:v>
                </c:pt>
                <c:pt idx="1912">
                  <c:v>0.00941677893129</c:v>
                </c:pt>
                <c:pt idx="1913">
                  <c:v>0.00939456630938</c:v>
                </c:pt>
                <c:pt idx="1914">
                  <c:v>0.00937243307764</c:v>
                </c:pt>
                <c:pt idx="1915">
                  <c:v>0.00935037885885</c:v>
                </c:pt>
                <c:pt idx="1916">
                  <c:v>0.00932840327803</c:v>
                </c:pt>
                <c:pt idx="1917">
                  <c:v>0.0093065059624</c:v>
                </c:pt>
                <c:pt idx="1918">
                  <c:v>0.00928468654139</c:v>
                </c:pt>
                <c:pt idx="1919">
                  <c:v>0.00926294464662</c:v>
                </c:pt>
                <c:pt idx="1920">
                  <c:v>0.00924127991187</c:v>
                </c:pt>
                <c:pt idx="1921">
                  <c:v>0.00921969197307</c:v>
                </c:pt>
                <c:pt idx="1922">
                  <c:v>0.00919818046828</c:v>
                </c:pt>
                <c:pt idx="1923">
                  <c:v>0.00917674503771</c:v>
                </c:pt>
                <c:pt idx="1924">
                  <c:v>0.00915538532365</c:v>
                </c:pt>
                <c:pt idx="1925">
                  <c:v>0.00913410097047</c:v>
                </c:pt>
                <c:pt idx="1926">
                  <c:v>0.00911289162466</c:v>
                </c:pt>
                <c:pt idx="1927">
                  <c:v>0.00909175693472</c:v>
                </c:pt>
                <c:pt idx="1928">
                  <c:v>0.00907069655124</c:v>
                </c:pt>
                <c:pt idx="1929">
                  <c:v>0.00904971012681</c:v>
                </c:pt>
                <c:pt idx="1930">
                  <c:v>0.00902879731608</c:v>
                </c:pt>
                <c:pt idx="1931">
                  <c:v>0.00900795777567</c:v>
                </c:pt>
                <c:pt idx="1932">
                  <c:v>0.00898719116423</c:v>
                </c:pt>
                <c:pt idx="1933">
                  <c:v>0.00896649714236</c:v>
                </c:pt>
                <c:pt idx="1934">
                  <c:v>0.00894587537265</c:v>
                </c:pt>
                <c:pt idx="1935">
                  <c:v>0.00892532551965</c:v>
                </c:pt>
                <c:pt idx="1936">
                  <c:v>0.00890484724985</c:v>
                </c:pt>
                <c:pt idx="1937">
                  <c:v>0.00888444023167</c:v>
                </c:pt>
                <c:pt idx="1938">
                  <c:v>0.00886410413547</c:v>
                </c:pt>
                <c:pt idx="1939">
                  <c:v>0.00884383863351</c:v>
                </c:pt>
                <c:pt idx="1940">
                  <c:v>0.00882364339995</c:v>
                </c:pt>
                <c:pt idx="1941">
                  <c:v>0.00880351811085</c:v>
                </c:pt>
                <c:pt idx="1942">
                  <c:v>0.00878346244416</c:v>
                </c:pt>
                <c:pt idx="1943">
                  <c:v>0.00876347607966</c:v>
                </c:pt>
                <c:pt idx="1944">
                  <c:v>0.00874355869904</c:v>
                </c:pt>
                <c:pt idx="1945">
                  <c:v>0.0087237099858</c:v>
                </c:pt>
                <c:pt idx="1946">
                  <c:v>0.0087039296253</c:v>
                </c:pt>
                <c:pt idx="1947">
                  <c:v>0.00868421730472</c:v>
                </c:pt>
                <c:pt idx="1948">
                  <c:v>0.00866457271307</c:v>
                </c:pt>
                <c:pt idx="1949">
                  <c:v>0.00864499554115</c:v>
                </c:pt>
                <c:pt idx="1950">
                  <c:v>0.00862548548158</c:v>
                </c:pt>
                <c:pt idx="1951">
                  <c:v>0.00860604222875</c:v>
                </c:pt>
                <c:pt idx="1952">
                  <c:v>0.00858666547885</c:v>
                </c:pt>
                <c:pt idx="1953">
                  <c:v>0.00856735492982</c:v>
                </c:pt>
                <c:pt idx="1954">
                  <c:v>0.00854811028137</c:v>
                </c:pt>
                <c:pt idx="1955">
                  <c:v>0.00852893123497</c:v>
                </c:pt>
                <c:pt idx="1956">
                  <c:v>0.0085098174938</c:v>
                </c:pt>
                <c:pt idx="1957">
                  <c:v>0.00849076876281</c:v>
                </c:pt>
                <c:pt idx="1958">
                  <c:v>0.00847178474865</c:v>
                </c:pt>
                <c:pt idx="1959">
                  <c:v>0.00845286515966</c:v>
                </c:pt>
                <c:pt idx="1960">
                  <c:v>0.00843400970592</c:v>
                </c:pt>
                <c:pt idx="1961">
                  <c:v>0.00841521809917</c:v>
                </c:pt>
                <c:pt idx="1962">
                  <c:v>0.00839649005285</c:v>
                </c:pt>
                <c:pt idx="1963">
                  <c:v>0.00837782528206</c:v>
                </c:pt>
                <c:pt idx="1964">
                  <c:v>0.00835922350356</c:v>
                </c:pt>
                <c:pt idx="1965">
                  <c:v>0.00834068443574</c:v>
                </c:pt>
                <c:pt idx="1966">
                  <c:v>0.00832220779867</c:v>
                </c:pt>
                <c:pt idx="1967">
                  <c:v>0.00830379331401</c:v>
                </c:pt>
                <c:pt idx="1968">
                  <c:v>0.00828544070506</c:v>
                </c:pt>
                <c:pt idx="1969">
                  <c:v>0.0082671496967</c:v>
                </c:pt>
                <c:pt idx="1970">
                  <c:v>0.00824892001542</c:v>
                </c:pt>
                <c:pt idx="1971">
                  <c:v>0.0082307513893</c:v>
                </c:pt>
                <c:pt idx="1972">
                  <c:v>0.00821264354798</c:v>
                </c:pt>
                <c:pt idx="1973">
                  <c:v>0.00819459622266</c:v>
                </c:pt>
                <c:pt idx="1974">
                  <c:v>0.00817660914609</c:v>
                </c:pt>
                <c:pt idx="1975">
                  <c:v>0.00815868205257</c:v>
                </c:pt>
                <c:pt idx="1976">
                  <c:v>0.00814081467789</c:v>
                </c:pt>
                <c:pt idx="1977">
                  <c:v>0.0081230067594</c:v>
                </c:pt>
                <c:pt idx="1978">
                  <c:v>0.00810525803592</c:v>
                </c:pt>
                <c:pt idx="1979">
                  <c:v>0.00808756824778</c:v>
                </c:pt>
                <c:pt idx="1980">
                  <c:v>0.00806993713676</c:v>
                </c:pt>
                <c:pt idx="1981">
                  <c:v>0.00805236444613</c:v>
                </c:pt>
                <c:pt idx="1982">
                  <c:v>0.00803484992061</c:v>
                </c:pt>
                <c:pt idx="1983">
                  <c:v>0.00801739330637</c:v>
                </c:pt>
                <c:pt idx="1984">
                  <c:v>0.00799999435098</c:v>
                </c:pt>
                <c:pt idx="1985">
                  <c:v>0.00798265280347</c:v>
                </c:pt>
                <c:pt idx="1986">
                  <c:v>0.00796536841425</c:v>
                </c:pt>
                <c:pt idx="1987">
                  <c:v>0.00794814093512</c:v>
                </c:pt>
                <c:pt idx="1988">
                  <c:v>0.0079309701193</c:v>
                </c:pt>
                <c:pt idx="1989">
                  <c:v>0.00791385572133</c:v>
                </c:pt>
                <c:pt idx="1990">
                  <c:v>0.00789679749714</c:v>
                </c:pt>
                <c:pt idx="1991">
                  <c:v>0.00787979520402</c:v>
                </c:pt>
                <c:pt idx="1992">
                  <c:v>0.00786284860057</c:v>
                </c:pt>
                <c:pt idx="1993">
                  <c:v>0.00784595744673</c:v>
                </c:pt>
                <c:pt idx="1994">
                  <c:v>0.00782912150376</c:v>
                </c:pt>
                <c:pt idx="1995">
                  <c:v>0.0078123405342</c:v>
                </c:pt>
                <c:pt idx="1996">
                  <c:v>0.0077956143019</c:v>
                </c:pt>
                <c:pt idx="1997">
                  <c:v>0.007778942572</c:v>
                </c:pt>
                <c:pt idx="1998">
                  <c:v>0.00776232511089</c:v>
                </c:pt>
                <c:pt idx="1999">
                  <c:v>0.00774576168624</c:v>
                </c:pt>
                <c:pt idx="2000">
                  <c:v>0.00772925206696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0.75"/>
          <c:min val="0"/>
        </c:scaling>
        <c:delete val="0"/>
        <c:axPos val="l"/>
        <c:majorGridlines>
          <c:spPr>
            <a:ln xmlns:a="http://schemas.openxmlformats.org/drawingml/2006/main" w="4763">
              <a:solidFill>
                <a:srgbClr val="EEEEEE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2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majorUnit val="1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19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U/t = 2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222222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scatterChart>
        <c:scatterStyle val="lineMarker"/>
        <c:varyColors val="0"/>
        <c:ser>
          <c:idx val="0"/>
          <c:order val="0"/>
          <c:tx>
            <c:v>charge</c:v>
          </c:tx>
          <c:spPr>
            <a:ln xmlns:a="http://schemas.openxmlformats.org/drawingml/2006/main" w="15240">
              <a:solidFill>
                <a:srgbClr val="C43C64"/>
              </a:solidFill>
              <a:prstDash val="solid"/>
            </a:ln>
          </c:spPr>
          <c:marker>
            <c:symbol val="none"/>
            <c:size val="5"/>
            <c:spPr>
              <a:solidFill xmlns:a="http://schemas.openxmlformats.org/drawingml/2006/main">
                <a:srgbClr val="C43C64"/>
              </a:solidFill>
            </c:spPr>
          </c:marker>
          <c:xVal>
            <c:numRef>
              <c:f>'Chart Data'!$A$2:$A$2002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Data'!$B$2:$B$2002</c:f>
              <c:numCache>
                <c:formatCode>0.0</c:formatCode>
                <c:ptCount val="2001"/>
                <c:pt idx="0">
                  <c:v>0.00319794061703</c:v>
                </c:pt>
                <c:pt idx="1">
                  <c:v>0.00320301182112</c:v>
                </c:pt>
                <c:pt idx="2">
                  <c:v>0.0032080951572</c:v>
                </c:pt>
                <c:pt idx="3">
                  <c:v>0.00321319066417</c:v>
                </c:pt>
                <c:pt idx="4">
                  <c:v>0.00321829838111</c:v>
                </c:pt>
                <c:pt idx="5">
                  <c:v>0.00322341834725</c:v>
                </c:pt>
                <c:pt idx="6">
                  <c:v>0.00322855060198</c:v>
                </c:pt>
                <c:pt idx="7">
                  <c:v>0.00323369518485</c:v>
                </c:pt>
                <c:pt idx="8">
                  <c:v>0.00323885213556</c:v>
                </c:pt>
                <c:pt idx="9">
                  <c:v>0.00324402149399</c:v>
                </c:pt>
                <c:pt idx="10">
                  <c:v>0.00324920330016</c:v>
                </c:pt>
                <c:pt idx="11">
                  <c:v>0.00325439759428</c:v>
                </c:pt>
                <c:pt idx="12">
                  <c:v>0.00325960441669</c:v>
                </c:pt>
                <c:pt idx="13">
                  <c:v>0.00326482380792</c:v>
                </c:pt>
                <c:pt idx="14">
                  <c:v>0.00327005580865</c:v>
                </c:pt>
                <c:pt idx="15">
                  <c:v>0.00327530045973</c:v>
                </c:pt>
                <c:pt idx="16">
                  <c:v>0.00328055780219</c:v>
                </c:pt>
                <c:pt idx="17">
                  <c:v>0.0032858278772</c:v>
                </c:pt>
                <c:pt idx="18">
                  <c:v>0.00329111072613</c:v>
                </c:pt>
                <c:pt idx="19">
                  <c:v>0.00329640639049</c:v>
                </c:pt>
                <c:pt idx="20">
                  <c:v>0.00330171491198</c:v>
                </c:pt>
                <c:pt idx="21">
                  <c:v>0.00330703633246</c:v>
                </c:pt>
                <c:pt idx="22">
                  <c:v>0.00331237069396</c:v>
                </c:pt>
                <c:pt idx="23">
                  <c:v>0.00331771803869</c:v>
                </c:pt>
                <c:pt idx="24">
                  <c:v>0.00332307840904</c:v>
                </c:pt>
                <c:pt idx="25">
                  <c:v>0.00332845184755</c:v>
                </c:pt>
                <c:pt idx="26">
                  <c:v>0.00333383839696</c:v>
                </c:pt>
                <c:pt idx="27">
                  <c:v>0.00333923810018</c:v>
                </c:pt>
                <c:pt idx="28">
                  <c:v>0.00334465100027</c:v>
                </c:pt>
                <c:pt idx="29">
                  <c:v>0.00335007714051</c:v>
                </c:pt>
                <c:pt idx="30">
                  <c:v>0.00335551656433</c:v>
                </c:pt>
                <c:pt idx="31">
                  <c:v>0.00336096931536</c:v>
                </c:pt>
                <c:pt idx="32">
                  <c:v>0.00336643543738</c:v>
                </c:pt>
                <c:pt idx="33">
                  <c:v>0.00337191497437</c:v>
                </c:pt>
                <c:pt idx="34">
                  <c:v>0.00337740797051</c:v>
                </c:pt>
                <c:pt idx="35">
                  <c:v>0.00338291447012</c:v>
                </c:pt>
                <c:pt idx="36">
                  <c:v>0.00338843451775</c:v>
                </c:pt>
                <c:pt idx="37">
                  <c:v>0.0033939681581</c:v>
                </c:pt>
                <c:pt idx="38">
                  <c:v>0.00339951543608</c:v>
                </c:pt>
                <c:pt idx="39">
                  <c:v>0.00340507639676</c:v>
                </c:pt>
                <c:pt idx="40">
                  <c:v>0.00341065108542</c:v>
                </c:pt>
                <c:pt idx="41">
                  <c:v>0.00341623954752</c:v>
                </c:pt>
                <c:pt idx="42">
                  <c:v>0.00342184182872</c:v>
                </c:pt>
                <c:pt idx="43">
                  <c:v>0.00342745797486</c:v>
                </c:pt>
                <c:pt idx="44">
                  <c:v>0.00343308803196</c:v>
                </c:pt>
                <c:pt idx="45">
                  <c:v>0.00343873204626</c:v>
                </c:pt>
                <c:pt idx="46">
                  <c:v>0.00344439006417</c:v>
                </c:pt>
                <c:pt idx="47">
                  <c:v>0.00345006213231</c:v>
                </c:pt>
                <c:pt idx="48">
                  <c:v>0.00345574829749</c:v>
                </c:pt>
                <c:pt idx="49">
                  <c:v>0.00346144860671</c:v>
                </c:pt>
                <c:pt idx="50">
                  <c:v>0.00346716310717</c:v>
                </c:pt>
                <c:pt idx="51">
                  <c:v>0.00347289184628</c:v>
                </c:pt>
                <c:pt idx="52">
                  <c:v>0.00347863487163</c:v>
                </c:pt>
                <c:pt idx="53">
                  <c:v>0.00348439223104</c:v>
                </c:pt>
                <c:pt idx="54">
                  <c:v>0.00349016397249</c:v>
                </c:pt>
                <c:pt idx="55">
                  <c:v>0.00349595014419</c:v>
                </c:pt>
                <c:pt idx="56">
                  <c:v>0.00350175079456</c:v>
                </c:pt>
                <c:pt idx="57">
                  <c:v>0.00350756597221</c:v>
                </c:pt>
                <c:pt idx="58">
                  <c:v>0.00351339572594</c:v>
                </c:pt>
                <c:pt idx="59">
                  <c:v>0.0035192401048</c:v>
                </c:pt>
                <c:pt idx="60">
                  <c:v>0.003525099158</c:v>
                </c:pt>
                <c:pt idx="61">
                  <c:v>0.003530972935</c:v>
                </c:pt>
                <c:pt idx="62">
                  <c:v>0.00353686148544</c:v>
                </c:pt>
                <c:pt idx="63">
                  <c:v>0.00354276485919</c:v>
                </c:pt>
                <c:pt idx="64">
                  <c:v>0.00354868310632</c:v>
                </c:pt>
                <c:pt idx="65">
                  <c:v>0.00355461627711</c:v>
                </c:pt>
                <c:pt idx="66">
                  <c:v>0.00356056442207</c:v>
                </c:pt>
                <c:pt idx="67">
                  <c:v>0.00356652759192</c:v>
                </c:pt>
                <c:pt idx="68">
                  <c:v>0.00357250583759</c:v>
                </c:pt>
                <c:pt idx="69">
                  <c:v>0.00357849921022</c:v>
                </c:pt>
                <c:pt idx="70">
                  <c:v>0.00358450776119</c:v>
                </c:pt>
                <c:pt idx="71">
                  <c:v>0.00359053154209</c:v>
                </c:pt>
                <c:pt idx="72">
                  <c:v>0.00359657060473</c:v>
                </c:pt>
                <c:pt idx="73">
                  <c:v>0.00360262500113</c:v>
                </c:pt>
                <c:pt idx="74">
                  <c:v>0.00360869478356</c:v>
                </c:pt>
                <c:pt idx="75">
                  <c:v>0.00361478000449</c:v>
                </c:pt>
                <c:pt idx="76">
                  <c:v>0.00362088071663</c:v>
                </c:pt>
                <c:pt idx="77">
                  <c:v>0.00362699697291</c:v>
                </c:pt>
                <c:pt idx="78">
                  <c:v>0.00363312882649</c:v>
                </c:pt>
                <c:pt idx="79">
                  <c:v>0.00363927633076</c:v>
                </c:pt>
                <c:pt idx="80">
                  <c:v>0.00364543953934</c:v>
                </c:pt>
                <c:pt idx="81">
                  <c:v>0.00365161850608</c:v>
                </c:pt>
                <c:pt idx="82">
                  <c:v>0.00365781328506</c:v>
                </c:pt>
                <c:pt idx="83">
                  <c:v>0.00366402393059</c:v>
                </c:pt>
                <c:pt idx="84">
                  <c:v>0.00367025049724</c:v>
                </c:pt>
                <c:pt idx="85">
                  <c:v>0.00367649303979</c:v>
                </c:pt>
                <c:pt idx="86">
                  <c:v>0.00368275161327</c:v>
                </c:pt>
                <c:pt idx="87">
                  <c:v>0.00368902627294</c:v>
                </c:pt>
                <c:pt idx="88">
                  <c:v>0.00369531707431</c:v>
                </c:pt>
                <c:pt idx="89">
                  <c:v>0.00370162407312</c:v>
                </c:pt>
                <c:pt idx="90">
                  <c:v>0.00370794732536</c:v>
                </c:pt>
                <c:pt idx="91">
                  <c:v>0.00371428688727</c:v>
                </c:pt>
                <c:pt idx="92">
                  <c:v>0.00372064281533</c:v>
                </c:pt>
                <c:pt idx="93">
                  <c:v>0.00372701516626</c:v>
                </c:pt>
                <c:pt idx="94">
                  <c:v>0.00373340399703</c:v>
                </c:pt>
                <c:pt idx="95">
                  <c:v>0.00373980936487</c:v>
                </c:pt>
                <c:pt idx="96">
                  <c:v>0.00374623132725</c:v>
                </c:pt>
                <c:pt idx="97">
                  <c:v>0.0037526699419</c:v>
                </c:pt>
                <c:pt idx="98">
                  <c:v>0.00375912526678</c:v>
                </c:pt>
                <c:pt idx="99">
                  <c:v>0.00376559736014</c:v>
                </c:pt>
                <c:pt idx="100">
                  <c:v>0.00377208628046</c:v>
                </c:pt>
                <c:pt idx="101">
                  <c:v>0.00377859208649</c:v>
                </c:pt>
                <c:pt idx="102">
                  <c:v>0.00378511483722</c:v>
                </c:pt>
                <c:pt idx="103">
                  <c:v>0.00379165459194</c:v>
                </c:pt>
                <c:pt idx="104">
                  <c:v>0.00379821141015</c:v>
                </c:pt>
                <c:pt idx="105">
                  <c:v>0.00380478535165</c:v>
                </c:pt>
                <c:pt idx="106">
                  <c:v>0.00381137647649</c:v>
                </c:pt>
                <c:pt idx="107">
                  <c:v>0.00381798484499</c:v>
                </c:pt>
                <c:pt idx="108">
                  <c:v>0.00382461051773</c:v>
                </c:pt>
                <c:pt idx="109">
                  <c:v>0.00383125355556</c:v>
                </c:pt>
                <c:pt idx="110">
                  <c:v>0.00383791401962</c:v>
                </c:pt>
                <c:pt idx="111">
                  <c:v>0.00384459197128</c:v>
                </c:pt>
                <c:pt idx="112">
                  <c:v>0.00385128747223</c:v>
                </c:pt>
                <c:pt idx="113">
                  <c:v>0.0038580005844</c:v>
                </c:pt>
                <c:pt idx="114">
                  <c:v>0.00386473137001</c:v>
                </c:pt>
                <c:pt idx="115">
                  <c:v>0.00387147989155</c:v>
                </c:pt>
                <c:pt idx="116">
                  <c:v>0.0038782462118</c:v>
                </c:pt>
                <c:pt idx="117">
                  <c:v>0.0038850303938</c:v>
                </c:pt>
                <c:pt idx="118">
                  <c:v>0.0038918325009</c:v>
                </c:pt>
                <c:pt idx="119">
                  <c:v>0.00389865259672</c:v>
                </c:pt>
                <c:pt idx="120">
                  <c:v>0.00390549074515</c:v>
                </c:pt>
                <c:pt idx="121">
                  <c:v>0.00391234701039</c:v>
                </c:pt>
                <c:pt idx="122">
                  <c:v>0.00391922145692</c:v>
                </c:pt>
                <c:pt idx="123">
                  <c:v>0.0039261141495</c:v>
                </c:pt>
                <c:pt idx="124">
                  <c:v>0.00393302515318</c:v>
                </c:pt>
                <c:pt idx="125">
                  <c:v>0.00393995453333</c:v>
                </c:pt>
                <c:pt idx="126">
                  <c:v>0.00394690235559</c:v>
                </c:pt>
                <c:pt idx="127">
                  <c:v>0.00395386868589</c:v>
                </c:pt>
                <c:pt idx="128">
                  <c:v>0.00396085359048</c:v>
                </c:pt>
                <c:pt idx="129">
                  <c:v>0.00396785713589</c:v>
                </c:pt>
                <c:pt idx="130">
                  <c:v>0.00397487938897</c:v>
                </c:pt>
                <c:pt idx="131">
                  <c:v>0.00398192041685</c:v>
                </c:pt>
                <c:pt idx="132">
                  <c:v>0.00398898028698</c:v>
                </c:pt>
                <c:pt idx="133">
                  <c:v>0.00399605906711</c:v>
                </c:pt>
                <c:pt idx="134">
                  <c:v>0.0040031568253</c:v>
                </c:pt>
                <c:pt idx="135">
                  <c:v>0.00401027362991</c:v>
                </c:pt>
                <c:pt idx="136">
                  <c:v>0.00401740954963</c:v>
                </c:pt>
                <c:pt idx="137">
                  <c:v>0.00402456465345</c:v>
                </c:pt>
                <c:pt idx="138">
                  <c:v>0.00403173901066</c:v>
                </c:pt>
                <c:pt idx="139">
                  <c:v>0.0040389326909</c:v>
                </c:pt>
                <c:pt idx="140">
                  <c:v>0.00404614576411</c:v>
                </c:pt>
                <c:pt idx="141">
                  <c:v>0.00405337830053</c:v>
                </c:pt>
                <c:pt idx="142">
                  <c:v>0.00406063037075</c:v>
                </c:pt>
                <c:pt idx="143">
                  <c:v>0.00406790204568</c:v>
                </c:pt>
                <c:pt idx="144">
                  <c:v>0.00407519339654</c:v>
                </c:pt>
                <c:pt idx="145">
                  <c:v>0.00408250449488</c:v>
                </c:pt>
                <c:pt idx="146">
                  <c:v>0.0040898354126</c:v>
                </c:pt>
                <c:pt idx="147">
                  <c:v>0.0040971862219</c:v>
                </c:pt>
                <c:pt idx="148">
                  <c:v>0.00410455699532</c:v>
                </c:pt>
                <c:pt idx="149">
                  <c:v>0.00411194780576</c:v>
                </c:pt>
                <c:pt idx="150">
                  <c:v>0.00411935872643</c:v>
                </c:pt>
                <c:pt idx="151">
                  <c:v>0.00412678983088</c:v>
                </c:pt>
                <c:pt idx="152">
                  <c:v>0.004134241193</c:v>
                </c:pt>
                <c:pt idx="153">
                  <c:v>0.00414171288703</c:v>
                </c:pt>
                <c:pt idx="154">
                  <c:v>0.00414920498754</c:v>
                </c:pt>
                <c:pt idx="155">
                  <c:v>0.00415671756947</c:v>
                </c:pt>
                <c:pt idx="156">
                  <c:v>0.00416425070809</c:v>
                </c:pt>
                <c:pt idx="157">
                  <c:v>0.00417180447901</c:v>
                </c:pt>
                <c:pt idx="158">
                  <c:v>0.00417937895821</c:v>
                </c:pt>
                <c:pt idx="159">
                  <c:v>0.00418697422201</c:v>
                </c:pt>
                <c:pt idx="160">
                  <c:v>0.0041945903471</c:v>
                </c:pt>
                <c:pt idx="161">
                  <c:v>0.00420222741051</c:v>
                </c:pt>
                <c:pt idx="162">
                  <c:v>0.00420988548965</c:v>
                </c:pt>
                <c:pt idx="163">
                  <c:v>0.00421756466226</c:v>
                </c:pt>
                <c:pt idx="164">
                  <c:v>0.00422526500649</c:v>
                </c:pt>
                <c:pt idx="165">
                  <c:v>0.00423298660081</c:v>
                </c:pt>
                <c:pt idx="166">
                  <c:v>0.00424072952408</c:v>
                </c:pt>
                <c:pt idx="167">
                  <c:v>0.00424849385552</c:v>
                </c:pt>
                <c:pt idx="168">
                  <c:v>0.00425627967474</c:v>
                </c:pt>
                <c:pt idx="169">
                  <c:v>0.00426408706171</c:v>
                </c:pt>
                <c:pt idx="170">
                  <c:v>0.00427191609677</c:v>
                </c:pt>
                <c:pt idx="171">
                  <c:v>0.00427976686066</c:v>
                </c:pt>
                <c:pt idx="172">
                  <c:v>0.00428763943447</c:v>
                </c:pt>
                <c:pt idx="173">
                  <c:v>0.0042955338997</c:v>
                </c:pt>
                <c:pt idx="174">
                  <c:v>0.00430345033822</c:v>
                </c:pt>
                <c:pt idx="175">
                  <c:v>0.00431138883229</c:v>
                </c:pt>
                <c:pt idx="176">
                  <c:v>0.00431934946457</c:v>
                </c:pt>
                <c:pt idx="177">
                  <c:v>0.0043273323181</c:v>
                </c:pt>
                <c:pt idx="178">
                  <c:v>0.0043353374763</c:v>
                </c:pt>
                <c:pt idx="179">
                  <c:v>0.00434336502302</c:v>
                </c:pt>
                <c:pt idx="180">
                  <c:v>0.00435141504249</c:v>
                </c:pt>
                <c:pt idx="181">
                  <c:v>0.00435948761932</c:v>
                </c:pt>
                <c:pt idx="182">
                  <c:v>0.00436758283857</c:v>
                </c:pt>
                <c:pt idx="183">
                  <c:v>0.00437570078566</c:v>
                </c:pt>
                <c:pt idx="184">
                  <c:v>0.00438384154645</c:v>
                </c:pt>
                <c:pt idx="185">
                  <c:v>0.00439200520719</c:v>
                </c:pt>
                <c:pt idx="186">
                  <c:v>0.00440019185455</c:v>
                </c:pt>
                <c:pt idx="187">
                  <c:v>0.00440840157561</c:v>
                </c:pt>
                <c:pt idx="188">
                  <c:v>0.00441663445788</c:v>
                </c:pt>
                <c:pt idx="189">
                  <c:v>0.00442489058928</c:v>
                </c:pt>
                <c:pt idx="190">
                  <c:v>0.00443317005814</c:v>
                </c:pt>
                <c:pt idx="191">
                  <c:v>0.00444147295324</c:v>
                </c:pt>
                <c:pt idx="192">
                  <c:v>0.00444979936377</c:v>
                </c:pt>
                <c:pt idx="193">
                  <c:v>0.00445814937936</c:v>
                </c:pt>
                <c:pt idx="194">
                  <c:v>0.00446652309006</c:v>
                </c:pt>
                <c:pt idx="195">
                  <c:v>0.00447492058636</c:v>
                </c:pt>
                <c:pt idx="196">
                  <c:v>0.00448334195919</c:v>
                </c:pt>
                <c:pt idx="197">
                  <c:v>0.00449178729993</c:v>
                </c:pt>
                <c:pt idx="198">
                  <c:v>0.00450025670037</c:v>
                </c:pt>
                <c:pt idx="199">
                  <c:v>0.00450875025277</c:v>
                </c:pt>
                <c:pt idx="200">
                  <c:v>0.00451726804984</c:v>
                </c:pt>
                <c:pt idx="201">
                  <c:v>0.00452581018473</c:v>
                </c:pt>
                <c:pt idx="202">
                  <c:v>0.00453437675105</c:v>
                </c:pt>
                <c:pt idx="203">
                  <c:v>0.00454296784285</c:v>
                </c:pt>
                <c:pt idx="204">
                  <c:v>0.00455158355466</c:v>
                </c:pt>
                <c:pt idx="205">
                  <c:v>0.00456022398146</c:v>
                </c:pt>
                <c:pt idx="206">
                  <c:v>0.00456888921869</c:v>
                </c:pt>
                <c:pt idx="207">
                  <c:v>0.00457757936226</c:v>
                </c:pt>
                <c:pt idx="208">
                  <c:v>0.00458629450856</c:v>
                </c:pt>
                <c:pt idx="209">
                  <c:v>0.00459503475444</c:v>
                </c:pt>
                <c:pt idx="210">
                  <c:v>0.00460380019722</c:v>
                </c:pt>
                <c:pt idx="211">
                  <c:v>0.00461259093471</c:v>
                </c:pt>
                <c:pt idx="212">
                  <c:v>0.00462140706519</c:v>
                </c:pt>
                <c:pt idx="213">
                  <c:v>0.00463024868744</c:v>
                </c:pt>
                <c:pt idx="214">
                  <c:v>0.00463911590071</c:v>
                </c:pt>
                <c:pt idx="215">
                  <c:v>0.00464800880475</c:v>
                </c:pt>
                <c:pt idx="216">
                  <c:v>0.00465692749979</c:v>
                </c:pt>
                <c:pt idx="217">
                  <c:v>0.00466587208657</c:v>
                </c:pt>
                <c:pt idx="218">
                  <c:v>0.00467484266631</c:v>
                </c:pt>
                <c:pt idx="219">
                  <c:v>0.00468383934076</c:v>
                </c:pt>
                <c:pt idx="220">
                  <c:v>0.00469286221214</c:v>
                </c:pt>
                <c:pt idx="221">
                  <c:v>0.0047019113832</c:v>
                </c:pt>
                <c:pt idx="222">
                  <c:v>0.00471098695719</c:v>
                </c:pt>
                <c:pt idx="223">
                  <c:v>0.00472008903789</c:v>
                </c:pt>
                <c:pt idx="224">
                  <c:v>0.00472921772958</c:v>
                </c:pt>
                <c:pt idx="225">
                  <c:v>0.00473837313705</c:v>
                </c:pt>
                <c:pt idx="226">
                  <c:v>0.00474755536565</c:v>
                </c:pt>
                <c:pt idx="227">
                  <c:v>0.00475676452121</c:v>
                </c:pt>
                <c:pt idx="228">
                  <c:v>0.00476600071013</c:v>
                </c:pt>
                <c:pt idx="229">
                  <c:v>0.00477526403932</c:v>
                </c:pt>
                <c:pt idx="230">
                  <c:v>0.00478455461624</c:v>
                </c:pt>
                <c:pt idx="231">
                  <c:v>0.00479387254886</c:v>
                </c:pt>
                <c:pt idx="232">
                  <c:v>0.00480321794572</c:v>
                </c:pt>
                <c:pt idx="233">
                  <c:v>0.00481259091591</c:v>
                </c:pt>
                <c:pt idx="234">
                  <c:v>0.00482199156905</c:v>
                </c:pt>
                <c:pt idx="235">
                  <c:v>0.00483142001531</c:v>
                </c:pt>
                <c:pt idx="236">
                  <c:v>0.00484087636544</c:v>
                </c:pt>
                <c:pt idx="237">
                  <c:v>0.00485036073073</c:v>
                </c:pt>
                <c:pt idx="238">
                  <c:v>0.00485987322303</c:v>
                </c:pt>
                <c:pt idx="239">
                  <c:v>0.00486941395478</c:v>
                </c:pt>
                <c:pt idx="240">
                  <c:v>0.00487898303897</c:v>
                </c:pt>
                <c:pt idx="241">
                  <c:v>0.00488858058915</c:v>
                </c:pt>
                <c:pt idx="242">
                  <c:v>0.00489820671948</c:v>
                </c:pt>
                <c:pt idx="243">
                  <c:v>0.00490786154469</c:v>
                </c:pt>
                <c:pt idx="244">
                  <c:v>0.00491754518007</c:v>
                </c:pt>
                <c:pt idx="245">
                  <c:v>0.00492725774152</c:v>
                </c:pt>
                <c:pt idx="246">
                  <c:v>0.00493699934554</c:v>
                </c:pt>
                <c:pt idx="247">
                  <c:v>0.0049467701092</c:v>
                </c:pt>
                <c:pt idx="248">
                  <c:v>0.00495657015019</c:v>
                </c:pt>
                <c:pt idx="249">
                  <c:v>0.00496639958679</c:v>
                </c:pt>
                <c:pt idx="250">
                  <c:v>0.00497625853789</c:v>
                </c:pt>
                <c:pt idx="251">
                  <c:v>0.00498614712298</c:v>
                </c:pt>
                <c:pt idx="252">
                  <c:v>0.00499606546219</c:v>
                </c:pt>
                <c:pt idx="253">
                  <c:v>0.00500601367624</c:v>
                </c:pt>
                <c:pt idx="254">
                  <c:v>0.00501599188649</c:v>
                </c:pt>
                <c:pt idx="255">
                  <c:v>0.00502600021492</c:v>
                </c:pt>
                <c:pt idx="256">
                  <c:v>0.00503603878412</c:v>
                </c:pt>
                <c:pt idx="257">
                  <c:v>0.00504610771736</c:v>
                </c:pt>
                <c:pt idx="258">
                  <c:v>0.0050562071385</c:v>
                </c:pt>
                <c:pt idx="259">
                  <c:v>0.00506633717206</c:v>
                </c:pt>
                <c:pt idx="260">
                  <c:v>0.00507649794322</c:v>
                </c:pt>
                <c:pt idx="261">
                  <c:v>0.00508668957778</c:v>
                </c:pt>
                <c:pt idx="262">
                  <c:v>0.00509691220222</c:v>
                </c:pt>
                <c:pt idx="263">
                  <c:v>0.00510716594367</c:v>
                </c:pt>
                <c:pt idx="264">
                  <c:v>0.00511745092992</c:v>
                </c:pt>
                <c:pt idx="265">
                  <c:v>0.00512776728941</c:v>
                </c:pt>
                <c:pt idx="266">
                  <c:v>0.00513811515128</c:v>
                </c:pt>
                <c:pt idx="267">
                  <c:v>0.00514849464534</c:v>
                </c:pt>
                <c:pt idx="268">
                  <c:v>0.00515890590206</c:v>
                </c:pt>
                <c:pt idx="269">
                  <c:v>0.0051693490526</c:v>
                </c:pt>
                <c:pt idx="270">
                  <c:v>0.00517982422883</c:v>
                </c:pt>
                <c:pt idx="271">
                  <c:v>0.00519033156328</c:v>
                </c:pt>
                <c:pt idx="272">
                  <c:v>0.0052008711892</c:v>
                </c:pt>
                <c:pt idx="273">
                  <c:v>0.00521144324053</c:v>
                </c:pt>
                <c:pt idx="274">
                  <c:v>0.00522204785192</c:v>
                </c:pt>
                <c:pt idx="275">
                  <c:v>0.00523268515874</c:v>
                </c:pt>
                <c:pt idx="276">
                  <c:v>0.00524335529705</c:v>
                </c:pt>
                <c:pt idx="277">
                  <c:v>0.00525405840366</c:v>
                </c:pt>
                <c:pt idx="278">
                  <c:v>0.00526479461607</c:v>
                </c:pt>
                <c:pt idx="279">
                  <c:v>0.00527556407255</c:v>
                </c:pt>
                <c:pt idx="280">
                  <c:v>0.00528636691207</c:v>
                </c:pt>
                <c:pt idx="281">
                  <c:v>0.00529720327436</c:v>
                </c:pt>
                <c:pt idx="282">
                  <c:v>0.00530807329987</c:v>
                </c:pt>
                <c:pt idx="283">
                  <c:v>0.00531897712983</c:v>
                </c:pt>
                <c:pt idx="284">
                  <c:v>0.00532991490619</c:v>
                </c:pt>
                <c:pt idx="285">
                  <c:v>0.00534088677169</c:v>
                </c:pt>
                <c:pt idx="286">
                  <c:v>0.0053518928698</c:v>
                </c:pt>
                <c:pt idx="287">
                  <c:v>0.00536293334479</c:v>
                </c:pt>
                <c:pt idx="288">
                  <c:v>0.00537400834168</c:v>
                </c:pt>
                <c:pt idx="289">
                  <c:v>0.00538511800628</c:v>
                </c:pt>
                <c:pt idx="290">
                  <c:v>0.00539626248518</c:v>
                </c:pt>
                <c:pt idx="291">
                  <c:v>0.00540744192576</c:v>
                </c:pt>
                <c:pt idx="292">
                  <c:v>0.00541865647619</c:v>
                </c:pt>
                <c:pt idx="293">
                  <c:v>0.00542990628545</c:v>
                </c:pt>
                <c:pt idx="294">
                  <c:v>0.0054411915033</c:v>
                </c:pt>
                <c:pt idx="295">
                  <c:v>0.00545251228034</c:v>
                </c:pt>
                <c:pt idx="296">
                  <c:v>0.00546386876796</c:v>
                </c:pt>
                <c:pt idx="297">
                  <c:v>0.00547526111839</c:v>
                </c:pt>
                <c:pt idx="298">
                  <c:v>0.00548668948467</c:v>
                </c:pt>
                <c:pt idx="299">
                  <c:v>0.00549815402067</c:v>
                </c:pt>
                <c:pt idx="300">
                  <c:v>0.00550965488113</c:v>
                </c:pt>
                <c:pt idx="301">
                  <c:v>0.00552119222159</c:v>
                </c:pt>
                <c:pt idx="302">
                  <c:v>0.00553276619846</c:v>
                </c:pt>
                <c:pt idx="303">
                  <c:v>0.005544376969</c:v>
                </c:pt>
                <c:pt idx="304">
                  <c:v>0.00555602469132</c:v>
                </c:pt>
                <c:pt idx="305">
                  <c:v>0.00556770952442</c:v>
                </c:pt>
                <c:pt idx="306">
                  <c:v>0.00557943162816</c:v>
                </c:pt>
                <c:pt idx="307">
                  <c:v>0.00559119116325</c:v>
                </c:pt>
                <c:pt idx="308">
                  <c:v>0.00560298829132</c:v>
                </c:pt>
                <c:pt idx="309">
                  <c:v>0.00561482317488</c:v>
                </c:pt>
                <c:pt idx="310">
                  <c:v>0.00562669597733</c:v>
                </c:pt>
                <c:pt idx="311">
                  <c:v>0.00563860686296</c:v>
                </c:pt>
                <c:pt idx="312">
                  <c:v>0.00565055599699</c:v>
                </c:pt>
                <c:pt idx="313">
                  <c:v>0.00566254354553</c:v>
                </c:pt>
                <c:pt idx="314">
                  <c:v>0.00567456967564</c:v>
                </c:pt>
                <c:pt idx="315">
                  <c:v>0.00568663455527</c:v>
                </c:pt>
                <c:pt idx="316">
                  <c:v>0.00569873835333</c:v>
                </c:pt>
                <c:pt idx="317">
                  <c:v>0.00571088123965</c:v>
                </c:pt>
                <c:pt idx="318">
                  <c:v>0.00572306338502</c:v>
                </c:pt>
                <c:pt idx="319">
                  <c:v>0.00573528496118</c:v>
                </c:pt>
                <c:pt idx="320">
                  <c:v>0.00574754614081</c:v>
                </c:pt>
                <c:pt idx="321">
                  <c:v>0.00575984709757</c:v>
                </c:pt>
                <c:pt idx="322">
                  <c:v>0.00577218800609</c:v>
                </c:pt>
                <c:pt idx="323">
                  <c:v>0.00578456904198</c:v>
                </c:pt>
                <c:pt idx="324">
                  <c:v>0.00579699038183</c:v>
                </c:pt>
                <c:pt idx="325">
                  <c:v>0.00580945220322</c:v>
                </c:pt>
                <c:pt idx="326">
                  <c:v>0.00582195468473</c:v>
                </c:pt>
                <c:pt idx="327">
                  <c:v>0.00583449800596</c:v>
                </c:pt>
                <c:pt idx="328">
                  <c:v>0.00584708234748</c:v>
                </c:pt>
                <c:pt idx="329">
                  <c:v>0.00585970789094</c:v>
                </c:pt>
                <c:pt idx="330">
                  <c:v>0.00587237481896</c:v>
                </c:pt>
                <c:pt idx="331">
                  <c:v>0.00588508331522</c:v>
                </c:pt>
                <c:pt idx="332">
                  <c:v>0.00589783356445</c:v>
                </c:pt>
                <c:pt idx="333">
                  <c:v>0.00591062575242</c:v>
                </c:pt>
                <c:pt idx="334">
                  <c:v>0.00592346006593</c:v>
                </c:pt>
                <c:pt idx="335">
                  <c:v>0.00593633669288</c:v>
                </c:pt>
                <c:pt idx="336">
                  <c:v>0.00594925582222</c:v>
                </c:pt>
                <c:pt idx="337">
                  <c:v>0.00596221764399</c:v>
                </c:pt>
                <c:pt idx="338">
                  <c:v>0.0059752223493</c:v>
                </c:pt>
                <c:pt idx="339">
                  <c:v>0.00598827013036</c:v>
                </c:pt>
                <c:pt idx="340">
                  <c:v>0.00600136118048</c:v>
                </c:pt>
                <c:pt idx="341">
                  <c:v>0.00601449569409</c:v>
                </c:pt>
                <c:pt idx="342">
                  <c:v>0.00602767386672</c:v>
                </c:pt>
                <c:pt idx="343">
                  <c:v>0.00604089589503</c:v>
                </c:pt>
                <c:pt idx="344">
                  <c:v>0.00605416197682</c:v>
                </c:pt>
                <c:pt idx="345">
                  <c:v>0.00606747231101</c:v>
                </c:pt>
                <c:pt idx="346">
                  <c:v>0.00608082709769</c:v>
                </c:pt>
                <c:pt idx="347">
                  <c:v>0.0060942265381</c:v>
                </c:pt>
                <c:pt idx="348">
                  <c:v>0.00610767083464</c:v>
                </c:pt>
                <c:pt idx="349">
                  <c:v>0.00612116019089</c:v>
                </c:pt>
                <c:pt idx="350">
                  <c:v>0.00613469481161</c:v>
                </c:pt>
                <c:pt idx="351">
                  <c:v>0.00614827490274</c:v>
                </c:pt>
                <c:pt idx="352">
                  <c:v>0.00616190067143</c:v>
                </c:pt>
                <c:pt idx="353">
                  <c:v>0.00617557232604</c:v>
                </c:pt>
                <c:pt idx="354">
                  <c:v>0.00618929007613</c:v>
                </c:pt>
                <c:pt idx="355">
                  <c:v>0.00620305413251</c:v>
                </c:pt>
                <c:pt idx="356">
                  <c:v>0.0062168647072</c:v>
                </c:pt>
                <c:pt idx="357">
                  <c:v>0.00623072201347</c:v>
                </c:pt>
                <c:pt idx="358">
                  <c:v>0.00624462626585</c:v>
                </c:pt>
                <c:pt idx="359">
                  <c:v>0.00625857768013</c:v>
                </c:pt>
                <c:pt idx="360">
                  <c:v>0.00627257647334</c:v>
                </c:pt>
                <c:pt idx="361">
                  <c:v>0.00628662286384</c:v>
                </c:pt>
                <c:pt idx="362">
                  <c:v>0.00630071707124</c:v>
                </c:pt>
                <c:pt idx="363">
                  <c:v>0.00631485931646</c:v>
                </c:pt>
                <c:pt idx="364">
                  <c:v>0.00632904982172</c:v>
                </c:pt>
                <c:pt idx="365">
                  <c:v>0.00634328881058</c:v>
                </c:pt>
                <c:pt idx="366">
                  <c:v>0.00635757650791</c:v>
                </c:pt>
                <c:pt idx="367">
                  <c:v>0.00637191313991</c:v>
                </c:pt>
                <c:pt idx="368">
                  <c:v>0.00638629893413</c:v>
                </c:pt>
                <c:pt idx="369">
                  <c:v>0.00640073411949</c:v>
                </c:pt>
                <c:pt idx="370">
                  <c:v>0.00641521892626</c:v>
                </c:pt>
                <c:pt idx="371">
                  <c:v>0.0064297535861</c:v>
                </c:pt>
                <c:pt idx="372">
                  <c:v>0.00644433833204</c:v>
                </c:pt>
                <c:pt idx="373">
                  <c:v>0.00645897339853</c:v>
                </c:pt>
                <c:pt idx="374">
                  <c:v>0.0064736590214</c:v>
                </c:pt>
                <c:pt idx="375">
                  <c:v>0.00648839543793</c:v>
                </c:pt>
                <c:pt idx="376">
                  <c:v>0.00650318288679</c:v>
                </c:pt>
                <c:pt idx="377">
                  <c:v>0.00651802160812</c:v>
                </c:pt>
                <c:pt idx="378">
                  <c:v>0.0065329118435</c:v>
                </c:pt>
                <c:pt idx="379">
                  <c:v>0.00654785383597</c:v>
                </c:pt>
                <c:pt idx="380">
                  <c:v>0.00656284783003</c:v>
                </c:pt>
                <c:pt idx="381">
                  <c:v>0.00657789407169</c:v>
                </c:pt>
                <c:pt idx="382">
                  <c:v>0.00659299280843</c:v>
                </c:pt>
                <c:pt idx="383">
                  <c:v>0.00660814428925</c:v>
                </c:pt>
                <c:pt idx="384">
                  <c:v>0.00662334876465</c:v>
                </c:pt>
                <c:pt idx="385">
                  <c:v>0.00663860648668</c:v>
                </c:pt>
                <c:pt idx="386">
                  <c:v>0.00665391770891</c:v>
                </c:pt>
                <c:pt idx="387">
                  <c:v>0.00666928268648</c:v>
                </c:pt>
                <c:pt idx="388">
                  <c:v>0.00668470167606</c:v>
                </c:pt>
                <c:pt idx="389">
                  <c:v>0.00670017493594</c:v>
                </c:pt>
                <c:pt idx="390">
                  <c:v>0.00671570272597</c:v>
                </c:pt>
                <c:pt idx="391">
                  <c:v>0.0067312853076</c:v>
                </c:pt>
                <c:pt idx="392">
                  <c:v>0.00674692294389</c:v>
                </c:pt>
                <c:pt idx="393">
                  <c:v>0.00676261589954</c:v>
                </c:pt>
                <c:pt idx="394">
                  <c:v>0.00677836444087</c:v>
                </c:pt>
                <c:pt idx="395">
                  <c:v>0.00679416883586</c:v>
                </c:pt>
                <c:pt idx="396">
                  <c:v>0.00681002935414</c:v>
                </c:pt>
                <c:pt idx="397">
                  <c:v>0.00682594626702</c:v>
                </c:pt>
                <c:pt idx="398">
                  <c:v>0.00684191984751</c:v>
                </c:pt>
                <c:pt idx="399">
                  <c:v>0.0068579503703</c:v>
                </c:pt>
                <c:pt idx="400">
                  <c:v>0.0068740381118</c:v>
                </c:pt>
                <c:pt idx="401">
                  <c:v>0.00689018335015</c:v>
                </c:pt>
                <c:pt idx="402">
                  <c:v>0.00690638636524</c:v>
                </c:pt>
                <c:pt idx="403">
                  <c:v>0.00692264743869</c:v>
                </c:pt>
                <c:pt idx="404">
                  <c:v>0.00693896685392</c:v>
                </c:pt>
                <c:pt idx="405">
                  <c:v>0.0069553448961</c:v>
                </c:pt>
                <c:pt idx="406">
                  <c:v>0.00697178185221</c:v>
                </c:pt>
                <c:pt idx="407">
                  <c:v>0.00698827801104</c:v>
                </c:pt>
                <c:pt idx="408">
                  <c:v>0.00700483366321</c:v>
                </c:pt>
                <c:pt idx="409">
                  <c:v>0.00702144910117</c:v>
                </c:pt>
                <c:pt idx="410">
                  <c:v>0.00703812461921</c:v>
                </c:pt>
                <c:pt idx="411">
                  <c:v>0.00705486051352</c:v>
                </c:pt>
                <c:pt idx="412">
                  <c:v>0.00707165708215</c:v>
                </c:pt>
                <c:pt idx="413">
                  <c:v>0.00708851462504</c:v>
                </c:pt>
                <c:pt idx="414">
                  <c:v>0.00710543344406</c:v>
                </c:pt>
                <c:pt idx="415">
                  <c:v>0.00712241384301</c:v>
                </c:pt>
                <c:pt idx="416">
                  <c:v>0.00713945612761</c:v>
                </c:pt>
                <c:pt idx="417">
                  <c:v>0.00715656060556</c:v>
                </c:pt>
                <c:pt idx="418">
                  <c:v>0.00717372758653</c:v>
                </c:pt>
                <c:pt idx="419">
                  <c:v>0.00719095738217</c:v>
                </c:pt>
                <c:pt idx="420">
                  <c:v>0.00720825030614</c:v>
                </c:pt>
                <c:pt idx="421">
                  <c:v>0.00722560667414</c:v>
                </c:pt>
                <c:pt idx="422">
                  <c:v>0.00724302680388</c:v>
                </c:pt>
                <c:pt idx="423">
                  <c:v>0.00726051101514</c:v>
                </c:pt>
                <c:pt idx="424">
                  <c:v>0.00727805962977</c:v>
                </c:pt>
                <c:pt idx="425">
                  <c:v>0.00729567297172</c:v>
                </c:pt>
                <c:pt idx="426">
                  <c:v>0.00731335136701</c:v>
                </c:pt>
                <c:pt idx="427">
                  <c:v>0.00733109514383</c:v>
                </c:pt>
                <c:pt idx="428">
                  <c:v>0.00734890463247</c:v>
                </c:pt>
                <c:pt idx="429">
                  <c:v>0.0073667801654</c:v>
                </c:pt>
                <c:pt idx="430">
                  <c:v>0.00738472207726</c:v>
                </c:pt>
                <c:pt idx="431">
                  <c:v>0.00740273070487</c:v>
                </c:pt>
                <c:pt idx="432">
                  <c:v>0.00742080638728</c:v>
                </c:pt>
                <c:pt idx="433">
                  <c:v>0.00743894946576</c:v>
                </c:pt>
                <c:pt idx="434">
                  <c:v>0.00745716028382</c:v>
                </c:pt>
                <c:pt idx="435">
                  <c:v>0.00747543918725</c:v>
                </c:pt>
                <c:pt idx="436">
                  <c:v>0.00749378652411</c:v>
                </c:pt>
                <c:pt idx="437">
                  <c:v>0.00751220264478</c:v>
                </c:pt>
                <c:pt idx="438">
                  <c:v>0.00753068790196</c:v>
                </c:pt>
                <c:pt idx="439">
                  <c:v>0.00754924265066</c:v>
                </c:pt>
                <c:pt idx="440">
                  <c:v>0.0075678672483</c:v>
                </c:pt>
                <c:pt idx="441">
                  <c:v>0.00758656205465</c:v>
                </c:pt>
                <c:pt idx="442">
                  <c:v>0.00760532743189</c:v>
                </c:pt>
                <c:pt idx="443">
                  <c:v>0.00762416374462</c:v>
                </c:pt>
                <c:pt idx="444">
                  <c:v>0.00764307135989</c:v>
                </c:pt>
                <c:pt idx="445">
                  <c:v>0.00766205064719</c:v>
                </c:pt>
                <c:pt idx="446">
                  <c:v>0.00768110197851</c:v>
                </c:pt>
                <c:pt idx="447">
                  <c:v>0.00770022572835</c:v>
                </c:pt>
                <c:pt idx="448">
                  <c:v>0.00771942227371</c:v>
                </c:pt>
                <c:pt idx="449">
                  <c:v>0.00773869199417</c:v>
                </c:pt>
                <c:pt idx="450">
                  <c:v>0.00775803527185</c:v>
                </c:pt>
                <c:pt idx="451">
                  <c:v>0.00777745249147</c:v>
                </c:pt>
                <c:pt idx="452">
                  <c:v>0.00779694404036</c:v>
                </c:pt>
                <c:pt idx="453">
                  <c:v>0.00781651030849</c:v>
                </c:pt>
                <c:pt idx="454">
                  <c:v>0.00783615168847</c:v>
                </c:pt>
                <c:pt idx="455">
                  <c:v>0.00785586857562</c:v>
                </c:pt>
                <c:pt idx="456">
                  <c:v>0.00787566136794</c:v>
                </c:pt>
                <c:pt idx="457">
                  <c:v>0.00789553046616</c:v>
                </c:pt>
                <c:pt idx="458">
                  <c:v>0.00791547627375</c:v>
                </c:pt>
                <c:pt idx="459">
                  <c:v>0.00793549919696</c:v>
                </c:pt>
                <c:pt idx="460">
                  <c:v>0.00795559964486</c:v>
                </c:pt>
                <c:pt idx="461">
                  <c:v>0.00797577802931</c:v>
                </c:pt>
                <c:pt idx="462">
                  <c:v>0.00799603476502</c:v>
                </c:pt>
                <c:pt idx="463">
                  <c:v>0.00801637026959</c:v>
                </c:pt>
                <c:pt idx="464">
                  <c:v>0.00803678496349</c:v>
                </c:pt>
                <c:pt idx="465">
                  <c:v>0.00805727927013</c:v>
                </c:pt>
                <c:pt idx="466">
                  <c:v>0.00807785361587</c:v>
                </c:pt>
                <c:pt idx="467">
                  <c:v>0.00809850843002</c:v>
                </c:pt>
                <c:pt idx="468">
                  <c:v>0.0081192441449</c:v>
                </c:pt>
                <c:pt idx="469">
                  <c:v>0.00814006119587</c:v>
                </c:pt>
                <c:pt idx="470">
                  <c:v>0.00816096002131</c:v>
                </c:pt>
                <c:pt idx="471">
                  <c:v>0.00818194106271</c:v>
                </c:pt>
                <c:pt idx="472">
                  <c:v>0.00820300476465</c:v>
                </c:pt>
                <c:pt idx="473">
                  <c:v>0.00822415157485</c:v>
                </c:pt>
                <c:pt idx="474">
                  <c:v>0.00824538194418</c:v>
                </c:pt>
                <c:pt idx="475">
                  <c:v>0.00826669632671</c:v>
                </c:pt>
                <c:pt idx="476">
                  <c:v>0.00828809517973</c:v>
                </c:pt>
                <c:pt idx="477">
                  <c:v>0.00830957896376</c:v>
                </c:pt>
                <c:pt idx="478">
                  <c:v>0.00833114814263</c:v>
                </c:pt>
                <c:pt idx="479">
                  <c:v>0.00835280318343</c:v>
                </c:pt>
                <c:pt idx="480">
                  <c:v>0.00837454455663</c:v>
                </c:pt>
                <c:pt idx="481">
                  <c:v>0.00839637273603</c:v>
                </c:pt>
                <c:pt idx="482">
                  <c:v>0.00841828819885</c:v>
                </c:pt>
                <c:pt idx="483">
                  <c:v>0.00844029142572</c:v>
                </c:pt>
                <c:pt idx="484">
                  <c:v>0.00846238290074</c:v>
                </c:pt>
                <c:pt idx="485">
                  <c:v>0.00848456311149</c:v>
                </c:pt>
                <c:pt idx="486">
                  <c:v>0.00850683254908</c:v>
                </c:pt>
                <c:pt idx="487">
                  <c:v>0.00852919170817</c:v>
                </c:pt>
                <c:pt idx="488">
                  <c:v>0.008551641087</c:v>
                </c:pt>
                <c:pt idx="489">
                  <c:v>0.00857418118744</c:v>
                </c:pt>
                <c:pt idx="490">
                  <c:v>0.00859681251499</c:v>
                </c:pt>
                <c:pt idx="491">
                  <c:v>0.00861953557887</c:v>
                </c:pt>
                <c:pt idx="492">
                  <c:v>0.00864235089198</c:v>
                </c:pt>
                <c:pt idx="493">
                  <c:v>0.00866525897101</c:v>
                </c:pt>
                <c:pt idx="494">
                  <c:v>0.00868826033642</c:v>
                </c:pt>
                <c:pt idx="495">
                  <c:v>0.00871135551249</c:v>
                </c:pt>
                <c:pt idx="496">
                  <c:v>0.00873454502737</c:v>
                </c:pt>
                <c:pt idx="497">
                  <c:v>0.00875782941311</c:v>
                </c:pt>
                <c:pt idx="498">
                  <c:v>0.00878120920567</c:v>
                </c:pt>
                <c:pt idx="499">
                  <c:v>0.00880468494501</c:v>
                </c:pt>
                <c:pt idx="500">
                  <c:v>0.00882825717507</c:v>
                </c:pt>
                <c:pt idx="501">
                  <c:v>0.00885192644385</c:v>
                </c:pt>
                <c:pt idx="502">
                  <c:v>0.00887569330341</c:v>
                </c:pt>
                <c:pt idx="503">
                  <c:v>0.00889955830997</c:v>
                </c:pt>
                <c:pt idx="504">
                  <c:v>0.00892352202387</c:v>
                </c:pt>
                <c:pt idx="505">
                  <c:v>0.00894758500967</c:v>
                </c:pt>
                <c:pt idx="506">
                  <c:v>0.00897174783617</c:v>
                </c:pt>
                <c:pt idx="507">
                  <c:v>0.00899601107643</c:v>
                </c:pt>
                <c:pt idx="508">
                  <c:v>0.00902037530785</c:v>
                </c:pt>
                <c:pt idx="509">
                  <c:v>0.00904484111219</c:v>
                </c:pt>
                <c:pt idx="510">
                  <c:v>0.0090694090756</c:v>
                </c:pt>
                <c:pt idx="511">
                  <c:v>0.0090940797887</c:v>
                </c:pt>
                <c:pt idx="512">
                  <c:v>0.00911885384657</c:v>
                </c:pt>
                <c:pt idx="513">
                  <c:v>0.00914373184884</c:v>
                </c:pt>
                <c:pt idx="514">
                  <c:v>0.00916871439971</c:v>
                </c:pt>
                <c:pt idx="515">
                  <c:v>0.00919380210801</c:v>
                </c:pt>
                <c:pt idx="516">
                  <c:v>0.00921899558722</c:v>
                </c:pt>
                <c:pt idx="517">
                  <c:v>0.00924429545553</c:v>
                </c:pt>
                <c:pt idx="518">
                  <c:v>0.0092697023359</c:v>
                </c:pt>
                <c:pt idx="519">
                  <c:v>0.00929521685609</c:v>
                </c:pt>
                <c:pt idx="520">
                  <c:v>0.00932083964871</c:v>
                </c:pt>
                <c:pt idx="521">
                  <c:v>0.00934657135125</c:v>
                </c:pt>
                <c:pt idx="522">
                  <c:v>0.00937241260616</c:v>
                </c:pt>
                <c:pt idx="523">
                  <c:v>0.00939836406091</c:v>
                </c:pt>
                <c:pt idx="524">
                  <c:v>0.00942442636796</c:v>
                </c:pt>
                <c:pt idx="525">
                  <c:v>0.0094506001849</c:v>
                </c:pt>
                <c:pt idx="526">
                  <c:v>0.00947688617447</c:v>
                </c:pt>
                <c:pt idx="527">
                  <c:v>0.00950328500458</c:v>
                </c:pt>
                <c:pt idx="528">
                  <c:v>0.0095297973484</c:v>
                </c:pt>
                <c:pt idx="529">
                  <c:v>0.00955642388441</c:v>
                </c:pt>
                <c:pt idx="530">
                  <c:v>0.00958316529642</c:v>
                </c:pt>
                <c:pt idx="531">
                  <c:v>0.00961002227367</c:v>
                </c:pt>
                <c:pt idx="532">
                  <c:v>0.00963699551085</c:v>
                </c:pt>
                <c:pt idx="533">
                  <c:v>0.00966408570817</c:v>
                </c:pt>
                <c:pt idx="534">
                  <c:v>0.0096912935714</c:v>
                </c:pt>
                <c:pt idx="535">
                  <c:v>0.00971861981195</c:v>
                </c:pt>
                <c:pt idx="536">
                  <c:v>0.00974606514692</c:v>
                </c:pt>
                <c:pt idx="537">
                  <c:v>0.00977363029914</c:v>
                </c:pt>
                <c:pt idx="538">
                  <c:v>0.00980131599725</c:v>
                </c:pt>
                <c:pt idx="539">
                  <c:v>0.00982912297574</c:v>
                </c:pt>
                <c:pt idx="540">
                  <c:v>0.00985705197504</c:v>
                </c:pt>
                <c:pt idx="541">
                  <c:v>0.00988510374155</c:v>
                </c:pt>
                <c:pt idx="542">
                  <c:v>0.00991327902771</c:v>
                </c:pt>
                <c:pt idx="543">
                  <c:v>0.00994157859207</c:v>
                </c:pt>
                <c:pt idx="544">
                  <c:v>0.00997000319935</c:v>
                </c:pt>
                <c:pt idx="545">
                  <c:v>0.00999855362049</c:v>
                </c:pt>
                <c:pt idx="546">
                  <c:v>0.0100272306328</c:v>
                </c:pt>
                <c:pt idx="547">
                  <c:v>0.0100560350197</c:v>
                </c:pt>
                <c:pt idx="548">
                  <c:v>0.0100849675715</c:v>
                </c:pt>
                <c:pt idx="549">
                  <c:v>0.0101140290845</c:v>
                </c:pt>
                <c:pt idx="550">
                  <c:v>0.0101432203619</c:v>
                </c:pt>
                <c:pt idx="551">
                  <c:v>0.0101725422135</c:v>
                </c:pt>
                <c:pt idx="552">
                  <c:v>0.0102019954556</c:v>
                </c:pt>
                <c:pt idx="553">
                  <c:v>0.0102315809114</c:v>
                </c:pt>
                <c:pt idx="554">
                  <c:v>0.010261299411</c:v>
                </c:pt>
                <c:pt idx="555">
                  <c:v>0.0102911517914</c:v>
                </c:pt>
                <c:pt idx="556">
                  <c:v>0.0103211388964</c:v>
                </c:pt>
                <c:pt idx="557">
                  <c:v>0.0103512615772</c:v>
                </c:pt>
                <c:pt idx="558">
                  <c:v>0.0103815206919</c:v>
                </c:pt>
                <c:pt idx="559">
                  <c:v>0.0104119171058</c:v>
                </c:pt>
                <c:pt idx="560">
                  <c:v>0.0104424516916</c:v>
                </c:pt>
                <c:pt idx="561">
                  <c:v>0.0104731253293</c:v>
                </c:pt>
                <c:pt idx="562">
                  <c:v>0.0105039389064</c:v>
                </c:pt>
                <c:pt idx="563">
                  <c:v>0.0105348933179</c:v>
                </c:pt>
                <c:pt idx="564">
                  <c:v>0.0105659894664</c:v>
                </c:pt>
                <c:pt idx="565">
                  <c:v>0.0105972282622</c:v>
                </c:pt>
                <c:pt idx="566">
                  <c:v>0.0106286106235</c:v>
                </c:pt>
                <c:pt idx="567">
                  <c:v>0.0106601374761</c:v>
                </c:pt>
                <c:pt idx="568">
                  <c:v>0.0106918097539</c:v>
                </c:pt>
                <c:pt idx="569">
                  <c:v>0.0107236283988</c:v>
                </c:pt>
                <c:pt idx="570">
                  <c:v>0.0107555943609</c:v>
                </c:pt>
                <c:pt idx="571">
                  <c:v>0.0107877085985</c:v>
                </c:pt>
                <c:pt idx="572">
                  <c:v>0.010819972078</c:v>
                </c:pt>
                <c:pt idx="573">
                  <c:v>0.0108523857743</c:v>
                </c:pt>
                <c:pt idx="574">
                  <c:v>0.010884950671</c:v>
                </c:pt>
                <c:pt idx="575">
                  <c:v>0.0109176677598</c:v>
                </c:pt>
                <c:pt idx="576">
                  <c:v>0.0109505380416</c:v>
                </c:pt>
                <c:pt idx="577">
                  <c:v>0.0109835625257</c:v>
                </c:pt>
                <c:pt idx="578">
                  <c:v>0.0110167422304</c:v>
                </c:pt>
                <c:pt idx="579">
                  <c:v>0.0110500781829</c:v>
                </c:pt>
                <c:pt idx="580">
                  <c:v>0.0110835714195</c:v>
                </c:pt>
                <c:pt idx="581">
                  <c:v>0.0111172229856</c:v>
                </c:pt>
                <c:pt idx="582">
                  <c:v>0.0111510339359</c:v>
                </c:pt>
                <c:pt idx="583">
                  <c:v>0.0111850053346</c:v>
                </c:pt>
                <c:pt idx="584">
                  <c:v>0.011219138255</c:v>
                </c:pt>
                <c:pt idx="585">
                  <c:v>0.0112534337805</c:v>
                </c:pt>
                <c:pt idx="586">
                  <c:v>0.0112878930037</c:v>
                </c:pt>
                <c:pt idx="587">
                  <c:v>0.0113225170273</c:v>
                </c:pt>
                <c:pt idx="588">
                  <c:v>0.0113573069637</c:v>
                </c:pt>
                <c:pt idx="589">
                  <c:v>0.0113922639354</c:v>
                </c:pt>
                <c:pt idx="590">
                  <c:v>0.0114273890751</c:v>
                </c:pt>
                <c:pt idx="591">
                  <c:v>0.0114626835257</c:v>
                </c:pt>
                <c:pt idx="592">
                  <c:v>0.0114981484404</c:v>
                </c:pt>
                <c:pt idx="593">
                  <c:v>0.0115337849828</c:v>
                </c:pt>
                <c:pt idx="594">
                  <c:v>0.0115695943274</c:v>
                </c:pt>
                <c:pt idx="595">
                  <c:v>0.011605577659</c:v>
                </c:pt>
                <c:pt idx="596">
                  <c:v>0.0116417361737</c:v>
                </c:pt>
                <c:pt idx="597">
                  <c:v>0.0116780710781</c:v>
                </c:pt>
                <c:pt idx="598">
                  <c:v>0.0117145835903</c:v>
                </c:pt>
                <c:pt idx="599">
                  <c:v>0.0117512749392</c:v>
                </c:pt>
                <c:pt idx="600">
                  <c:v>0.0117881463655</c:v>
                </c:pt>
                <c:pt idx="601">
                  <c:v>0.011825199121</c:v>
                </c:pt>
                <c:pt idx="602">
                  <c:v>0.0118624344693</c:v>
                </c:pt>
                <c:pt idx="603">
                  <c:v>0.0118998536856</c:v>
                </c:pt>
                <c:pt idx="604">
                  <c:v>0.0119374580572</c:v>
                </c:pt>
                <c:pt idx="605">
                  <c:v>0.0119752488832</c:v>
                </c:pt>
                <c:pt idx="606">
                  <c:v>0.0120132274749</c:v>
                </c:pt>
                <c:pt idx="607">
                  <c:v>0.0120513951559</c:v>
                </c:pt>
                <c:pt idx="608">
                  <c:v>0.0120897532624</c:v>
                </c:pt>
                <c:pt idx="609">
                  <c:v>0.0121283031429</c:v>
                </c:pt>
                <c:pt idx="610">
                  <c:v>0.0121670461587</c:v>
                </c:pt>
                <c:pt idx="611">
                  <c:v>0.0122059836842</c:v>
                </c:pt>
                <c:pt idx="612">
                  <c:v>0.0122451171066</c:v>
                </c:pt>
                <c:pt idx="613">
                  <c:v>0.0122844478263</c:v>
                </c:pt>
                <c:pt idx="614">
                  <c:v>0.012323977257</c:v>
                </c:pt>
                <c:pt idx="615">
                  <c:v>0.0123637068261</c:v>
                </c:pt>
                <c:pt idx="616">
                  <c:v>0.0124036379744</c:v>
                </c:pt>
                <c:pt idx="617">
                  <c:v>0.0124437721565</c:v>
                </c:pt>
                <c:pt idx="618">
                  <c:v>0.0124841108411</c:v>
                </c:pt>
                <c:pt idx="619">
                  <c:v>0.0125246555111</c:v>
                </c:pt>
                <c:pt idx="620">
                  <c:v>0.0125654076635</c:v>
                </c:pt>
                <c:pt idx="621">
                  <c:v>0.0126063688097</c:v>
                </c:pt>
                <c:pt idx="622">
                  <c:v>0.012647540476</c:v>
                </c:pt>
                <c:pt idx="623">
                  <c:v>0.0126889242034</c:v>
                </c:pt>
                <c:pt idx="624">
                  <c:v>0.0127305215476</c:v>
                </c:pt>
                <c:pt idx="625">
                  <c:v>0.0127723340799</c:v>
                </c:pt>
                <c:pt idx="626">
                  <c:v>0.0128143633866</c:v>
                </c:pt>
                <c:pt idx="627">
                  <c:v>0.0128566110697</c:v>
                </c:pt>
                <c:pt idx="628">
                  <c:v>0.0128990787466</c:v>
                </c:pt>
                <c:pt idx="629">
                  <c:v>0.012941768051</c:v>
                </c:pt>
                <c:pt idx="630">
                  <c:v>0.0129846806323</c:v>
                </c:pt>
                <c:pt idx="631">
                  <c:v>0.0130278181563</c:v>
                </c:pt>
                <c:pt idx="632">
                  <c:v>0.0130711823052</c:v>
                </c:pt>
                <c:pt idx="633">
                  <c:v>0.0131147747779</c:v>
                </c:pt>
                <c:pt idx="634">
                  <c:v>0.01315859729</c:v>
                </c:pt>
                <c:pt idx="635">
                  <c:v>0.0132026515742</c:v>
                </c:pt>
                <c:pt idx="636">
                  <c:v>0.0132469393804</c:v>
                </c:pt>
                <c:pt idx="637">
                  <c:v>0.0132914624759</c:v>
                </c:pt>
                <c:pt idx="638">
                  <c:v>0.0133362226457</c:v>
                </c:pt>
                <c:pt idx="639">
                  <c:v>0.0133812216924</c:v>
                </c:pt>
                <c:pt idx="640">
                  <c:v>0.0134264614371</c:v>
                </c:pt>
                <c:pt idx="641">
                  <c:v>0.0134719437186</c:v>
                </c:pt>
                <c:pt idx="642">
                  <c:v>0.0135176703944</c:v>
                </c:pt>
                <c:pt idx="643">
                  <c:v>0.0135636433408</c:v>
                </c:pt>
                <c:pt idx="644">
                  <c:v>0.0136098644528</c:v>
                </c:pt>
                <c:pt idx="645">
                  <c:v>0.0136563356446</c:v>
                </c:pt>
                <c:pt idx="646">
                  <c:v>0.0137030588496</c:v>
                </c:pt>
                <c:pt idx="647">
                  <c:v>0.0137500360208</c:v>
                </c:pt>
                <c:pt idx="648">
                  <c:v>0.0137972691311</c:v>
                </c:pt>
                <c:pt idx="649">
                  <c:v>0.0138447601731</c:v>
                </c:pt>
                <c:pt idx="650">
                  <c:v>0.0138925111599</c:v>
                </c:pt>
                <c:pt idx="651">
                  <c:v>0.0139405241249</c:v>
                </c:pt>
                <c:pt idx="652">
                  <c:v>0.0139888011223</c:v>
                </c:pt>
                <c:pt idx="653">
                  <c:v>0.014037344227</c:v>
                </c:pt>
                <c:pt idx="654">
                  <c:v>0.0140861555353</c:v>
                </c:pt>
                <c:pt idx="655">
                  <c:v>0.0141352371646</c:v>
                </c:pt>
                <c:pt idx="656">
                  <c:v>0.0141845912542</c:v>
                </c:pt>
                <c:pt idx="657">
                  <c:v>0.014234219965</c:v>
                </c:pt>
                <c:pt idx="658">
                  <c:v>0.0142841254802</c:v>
                </c:pt>
                <c:pt idx="659">
                  <c:v>0.0143343100053</c:v>
                </c:pt>
                <c:pt idx="660">
                  <c:v>0.0143847757682</c:v>
                </c:pt>
                <c:pt idx="661">
                  <c:v>0.01443552502</c:v>
                </c:pt>
                <c:pt idx="662">
                  <c:v>0.0144865600344</c:v>
                </c:pt>
                <c:pt idx="663">
                  <c:v>0.0145378831088</c:v>
                </c:pt>
                <c:pt idx="664">
                  <c:v>0.014589496564</c:v>
                </c:pt>
                <c:pt idx="665">
                  <c:v>0.0146414027447</c:v>
                </c:pt>
                <c:pt idx="666">
                  <c:v>0.0146936040196</c:v>
                </c:pt>
                <c:pt idx="667">
                  <c:v>0.0147461027816</c:v>
                </c:pt>
                <c:pt idx="668">
                  <c:v>0.0147989014484</c:v>
                </c:pt>
                <c:pt idx="669">
                  <c:v>0.0148520024623</c:v>
                </c:pt>
                <c:pt idx="670">
                  <c:v>0.014905408291</c:v>
                </c:pt>
                <c:pt idx="671">
                  <c:v>0.014959121427</c:v>
                </c:pt>
                <c:pt idx="672">
                  <c:v>0.0150131443888</c:v>
                </c:pt>
                <c:pt idx="673">
                  <c:v>0.0150674797205</c:v>
                </c:pt>
                <c:pt idx="674">
                  <c:v>0.0151221299923</c:v>
                </c:pt>
                <c:pt idx="675">
                  <c:v>0.0151770978008</c:v>
                </c:pt>
                <c:pt idx="676">
                  <c:v>0.015232385769</c:v>
                </c:pt>
                <c:pt idx="677">
                  <c:v>0.0152879965469</c:v>
                </c:pt>
                <c:pt idx="678">
                  <c:v>0.0153439328114</c:v>
                </c:pt>
                <c:pt idx="679">
                  <c:v>0.0154001972666</c:v>
                </c:pt>
                <c:pt idx="680">
                  <c:v>0.0154567926444</c:v>
                </c:pt>
                <c:pt idx="681">
                  <c:v>0.0155137217043</c:v>
                </c:pt>
                <c:pt idx="682">
                  <c:v>0.0155709872338</c:v>
                </c:pt>
                <c:pt idx="683">
                  <c:v>0.0156285920486</c:v>
                </c:pt>
                <c:pt idx="684">
                  <c:v>0.015686538993</c:v>
                </c:pt>
                <c:pt idx="685">
                  <c:v>0.0157448309398</c:v>
                </c:pt>
                <c:pt idx="686">
                  <c:v>0.015803470791</c:v>
                </c:pt>
                <c:pt idx="687">
                  <c:v>0.0158624614774</c:v>
                </c:pt>
                <c:pt idx="688">
                  <c:v>0.0159218059592</c:v>
                </c:pt>
                <c:pt idx="689">
                  <c:v>0.0159815072264</c:v>
                </c:pt>
                <c:pt idx="690">
                  <c:v>0.0160415682985</c:v>
                </c:pt>
                <c:pt idx="691">
                  <c:v>0.016101992225</c:v>
                </c:pt>
                <c:pt idx="692">
                  <c:v>0.0161627820854</c:v>
                </c:pt>
                <c:pt idx="693">
                  <c:v>0.0162239409897</c:v>
                </c:pt>
                <c:pt idx="694">
                  <c:v>0.0162854720784</c:v>
                </c:pt>
                <c:pt idx="695">
                  <c:v>0.0163473785223</c:v>
                </c:pt>
                <c:pt idx="696">
                  <c:v>0.0164096635233</c:v>
                </c:pt>
                <c:pt idx="697">
                  <c:v>0.0164723303143</c:v>
                </c:pt>
                <c:pt idx="698">
                  <c:v>0.0165353821589</c:v>
                </c:pt>
                <c:pt idx="699">
                  <c:v>0.0165988223521</c:v>
                </c:pt>
                <c:pt idx="700">
                  <c:v>0.0166626542203</c:v>
                </c:pt>
                <c:pt idx="701">
                  <c:v>0.0167268811212</c:v>
                </c:pt>
                <c:pt idx="702">
                  <c:v>0.0167915064439</c:v>
                </c:pt>
                <c:pt idx="703">
                  <c:v>0.0168565336091</c:v>
                </c:pt>
                <c:pt idx="704">
                  <c:v>0.0169219660692</c:v>
                </c:pt>
                <c:pt idx="705">
                  <c:v>0.016987807308</c:v>
                </c:pt>
                <c:pt idx="706">
                  <c:v>0.0170540608413</c:v>
                </c:pt>
                <c:pt idx="707">
                  <c:v>0.0171207302162</c:v>
                </c:pt>
                <c:pt idx="708">
                  <c:v>0.0171878190116</c:v>
                </c:pt>
                <c:pt idx="709">
                  <c:v>0.0172553308382</c:v>
                </c:pt>
                <c:pt idx="710">
                  <c:v>0.0173232693379</c:v>
                </c:pt>
                <c:pt idx="711">
                  <c:v>0.0173916381843</c:v>
                </c:pt>
                <c:pt idx="712">
                  <c:v>0.0174604410822</c:v>
                </c:pt>
                <c:pt idx="713">
                  <c:v>0.0175296817677</c:v>
                </c:pt>
                <c:pt idx="714">
                  <c:v>0.017599364008</c:v>
                </c:pt>
                <c:pt idx="715">
                  <c:v>0.0176694916012</c:v>
                </c:pt>
                <c:pt idx="716">
                  <c:v>0.0177400683758</c:v>
                </c:pt>
                <c:pt idx="717">
                  <c:v>0.0178110981911</c:v>
                </c:pt>
                <c:pt idx="718">
                  <c:v>0.0178825849363</c:v>
                </c:pt>
                <c:pt idx="719">
                  <c:v>0.0179545325305</c:v>
                </c:pt>
                <c:pt idx="720">
                  <c:v>0.0180269449221</c:v>
                </c:pt>
                <c:pt idx="721">
                  <c:v>0.0180998260888</c:v>
                </c:pt>
                <c:pt idx="722">
                  <c:v>0.0181731800368</c:v>
                </c:pt>
                <c:pt idx="723">
                  <c:v>0.0182470108007</c:v>
                </c:pt>
                <c:pt idx="724">
                  <c:v>0.0183213224426</c:v>
                </c:pt>
                <c:pt idx="725">
                  <c:v>0.0183961190516</c:v>
                </c:pt>
                <c:pt idx="726">
                  <c:v>0.0184714047435</c:v>
                </c:pt>
                <c:pt idx="727">
                  <c:v>0.01854718366</c:v>
                </c:pt>
                <c:pt idx="728">
                  <c:v>0.0186234599677</c:v>
                </c:pt>
                <c:pt idx="729">
                  <c:v>0.0187002378578</c:v>
                </c:pt>
                <c:pt idx="730">
                  <c:v>0.0187775215451</c:v>
                </c:pt>
                <c:pt idx="731">
                  <c:v>0.0188553152668</c:v>
                </c:pt>
                <c:pt idx="732">
                  <c:v>0.0189336232822</c:v>
                </c:pt>
                <c:pt idx="733">
                  <c:v>0.0190124498711</c:v>
                </c:pt>
                <c:pt idx="734">
                  <c:v>0.0190917993332</c:v>
                </c:pt>
                <c:pt idx="735">
                  <c:v>0.0191716759866</c:v>
                </c:pt>
                <c:pt idx="736">
                  <c:v>0.0192520841668</c:v>
                </c:pt>
                <c:pt idx="737">
                  <c:v>0.0193330282254</c:v>
                </c:pt>
                <c:pt idx="738">
                  <c:v>0.0194145125286</c:v>
                </c:pt>
                <c:pt idx="739">
                  <c:v>0.019496541456</c:v>
                </c:pt>
                <c:pt idx="740">
                  <c:v>0.0195791193988</c:v>
                </c:pt>
                <c:pt idx="741">
                  <c:v>0.0196622507584</c:v>
                </c:pt>
                <c:pt idx="742">
                  <c:v>0.0197459399448</c:v>
                </c:pt>
                <c:pt idx="743">
                  <c:v>0.0198301913743</c:v>
                </c:pt>
                <c:pt idx="744">
                  <c:v>0.0199150094683</c:v>
                </c:pt>
                <c:pt idx="745">
                  <c:v>0.0200003986508</c:v>
                </c:pt>
                <c:pt idx="746">
                  <c:v>0.0200863633465</c:v>
                </c:pt>
                <c:pt idx="747">
                  <c:v>0.0201729079788</c:v>
                </c:pt>
                <c:pt idx="748">
                  <c:v>0.0202600369669</c:v>
                </c:pt>
                <c:pt idx="749">
                  <c:v>0.0203477547243</c:v>
                </c:pt>
                <c:pt idx="750">
                  <c:v>0.0204360656555</c:v>
                </c:pt>
                <c:pt idx="751">
                  <c:v>0.0205249741537</c:v>
                </c:pt>
                <c:pt idx="752">
                  <c:v>0.020614484598</c:v>
                </c:pt>
                <c:pt idx="753">
                  <c:v>0.0207046013506</c:v>
                </c:pt>
                <c:pt idx="754">
                  <c:v>0.0207953287537</c:v>
                </c:pt>
                <c:pt idx="755">
                  <c:v>0.0208866711261</c:v>
                </c:pt>
                <c:pt idx="756">
                  <c:v>0.0209786327607</c:v>
                </c:pt>
                <c:pt idx="757">
                  <c:v>0.0210712179203</c:v>
                </c:pt>
                <c:pt idx="758">
                  <c:v>0.0211644308345</c:v>
                </c:pt>
                <c:pt idx="759">
                  <c:v>0.0212582756959</c:v>
                </c:pt>
                <c:pt idx="760">
                  <c:v>0.0213527566564</c:v>
                </c:pt>
                <c:pt idx="761">
                  <c:v>0.0214478778229</c:v>
                </c:pt>
                <c:pt idx="762">
                  <c:v>0.0215436432539</c:v>
                </c:pt>
                <c:pt idx="763">
                  <c:v>0.0216400569545</c:v>
                </c:pt>
                <c:pt idx="764">
                  <c:v>0.0217371228725</c:v>
                </c:pt>
                <c:pt idx="765">
                  <c:v>0.0218348448937</c:v>
                </c:pt>
                <c:pt idx="766">
                  <c:v>0.0219332268373</c:v>
                </c:pt>
                <c:pt idx="767">
                  <c:v>0.0220322724509</c:v>
                </c:pt>
                <c:pt idx="768">
                  <c:v>0.0221319854058</c:v>
                </c:pt>
                <c:pt idx="769">
                  <c:v>0.0222323692918</c:v>
                </c:pt>
                <c:pt idx="770">
                  <c:v>0.0223334276118</c:v>
                </c:pt>
                <c:pt idx="771">
                  <c:v>0.0224351637765</c:v>
                </c:pt>
                <c:pt idx="772">
                  <c:v>0.022537581099</c:v>
                </c:pt>
                <c:pt idx="773">
                  <c:v>0.0226406827891</c:v>
                </c:pt>
                <c:pt idx="774">
                  <c:v>0.0227444719471</c:v>
                </c:pt>
                <c:pt idx="775">
                  <c:v>0.0228489515585</c:v>
                </c:pt>
                <c:pt idx="776">
                  <c:v>0.0229541244878</c:v>
                </c:pt>
                <c:pt idx="777">
                  <c:v>0.0230599934718</c:v>
                </c:pt>
                <c:pt idx="778">
                  <c:v>0.0231665611141</c:v>
                </c:pt>
                <c:pt idx="779">
                  <c:v>0.0232738298784</c:v>
                </c:pt>
                <c:pt idx="780">
                  <c:v>0.0233818020819</c:v>
                </c:pt>
                <c:pt idx="781">
                  <c:v>0.0234904798893</c:v>
                </c:pt>
                <c:pt idx="782">
                  <c:v>0.0235998653054</c:v>
                </c:pt>
                <c:pt idx="783">
                  <c:v>0.0237099601693</c:v>
                </c:pt>
                <c:pt idx="784">
                  <c:v>0.0238207661473</c:v>
                </c:pt>
                <c:pt idx="785">
                  <c:v>0.0239322847261</c:v>
                </c:pt>
                <c:pt idx="786">
                  <c:v>0.0240445172064</c:v>
                </c:pt>
                <c:pt idx="787">
                  <c:v>0.0241574646959</c:v>
                </c:pt>
                <c:pt idx="788">
                  <c:v>0.0242711281028</c:v>
                </c:pt>
                <c:pt idx="789">
                  <c:v>0.024385508129</c:v>
                </c:pt>
                <c:pt idx="790">
                  <c:v>0.024500605264</c:v>
                </c:pt>
                <c:pt idx="791">
                  <c:v>0.0246164197776</c:v>
                </c:pt>
                <c:pt idx="792">
                  <c:v>0.0247329517143</c:v>
                </c:pt>
                <c:pt idx="793">
                  <c:v>0.0248502008868</c:v>
                </c:pt>
                <c:pt idx="794">
                  <c:v>0.0249681668698</c:v>
                </c:pt>
                <c:pt idx="795">
                  <c:v>0.0250868489943</c:v>
                </c:pt>
                <c:pt idx="796">
                  <c:v>0.0252062463422</c:v>
                </c:pt>
                <c:pt idx="797">
                  <c:v>0.0253263577405</c:v>
                </c:pt>
                <c:pt idx="798">
                  <c:v>0.0254471817563</c:v>
                </c:pt>
                <c:pt idx="799">
                  <c:v>0.0255687166925</c:v>
                </c:pt>
                <c:pt idx="800">
                  <c:v>0.0256909605829</c:v>
                </c:pt>
                <c:pt idx="801">
                  <c:v>0.0258139111885</c:v>
                </c:pt>
                <c:pt idx="802">
                  <c:v>0.0259375659936</c:v>
                </c:pt>
                <c:pt idx="803">
                  <c:v>0.0260619222032</c:v>
                </c:pt>
                <c:pt idx="804">
                  <c:v>0.0261869767401</c:v>
                </c:pt>
                <c:pt idx="805">
                  <c:v>0.0263127262431</c:v>
                </c:pt>
                <c:pt idx="806">
                  <c:v>0.0264391670652</c:v>
                </c:pt>
                <c:pt idx="807">
                  <c:v>0.0265662952733</c:v>
                </c:pt>
                <c:pt idx="808">
                  <c:v>0.0266941066478</c:v>
                </c:pt>
                <c:pt idx="809">
                  <c:v>0.0268225966832</c:v>
                </c:pt>
                <c:pt idx="810">
                  <c:v>0.0269517605897</c:v>
                </c:pt>
                <c:pt idx="811">
                  <c:v>0.0270815932951</c:v>
                </c:pt>
                <c:pt idx="812">
                  <c:v>0.0272120894481</c:v>
                </c:pt>
                <c:pt idx="813">
                  <c:v>0.0273432434218</c:v>
                </c:pt>
                <c:pt idx="814">
                  <c:v>0.027475049319</c:v>
                </c:pt>
                <c:pt idx="815">
                  <c:v>0.0276075009778</c:v>
                </c:pt>
                <c:pt idx="816">
                  <c:v>0.0277405919783</c:v>
                </c:pt>
                <c:pt idx="817">
                  <c:v>0.0278743156504</c:v>
                </c:pt>
                <c:pt idx="818">
                  <c:v>0.0280086650827</c:v>
                </c:pt>
                <c:pt idx="819">
                  <c:v>0.0281436331327</c:v>
                </c:pt>
                <c:pt idx="820">
                  <c:v>0.0282792124375</c:v>
                </c:pt>
                <c:pt idx="821">
                  <c:v>0.0284153954263</c:v>
                </c:pt>
                <c:pt idx="822">
                  <c:v>0.0285521743337</c:v>
                </c:pt>
                <c:pt idx="823">
                  <c:v>0.028689541214</c:v>
                </c:pt>
                <c:pt idx="824">
                  <c:v>0.0288274879573</c:v>
                </c:pt>
                <c:pt idx="825">
                  <c:v>0.0289660063064</c:v>
                </c:pt>
                <c:pt idx="826">
                  <c:v>0.0291050878745</c:v>
                </c:pt>
                <c:pt idx="827">
                  <c:v>0.0292447241648</c:v>
                </c:pt>
                <c:pt idx="828">
                  <c:v>0.0293849065912</c:v>
                </c:pt>
                <c:pt idx="829">
                  <c:v>0.0295256264993</c:v>
                </c:pt>
                <c:pt idx="830">
                  <c:v>0.0296668751899</c:v>
                </c:pt>
                <c:pt idx="831">
                  <c:v>0.0298086439424</c:v>
                </c:pt>
                <c:pt idx="832">
                  <c:v>0.0299509240398</c:v>
                </c:pt>
                <c:pt idx="833">
                  <c:v>0.0300937067951</c:v>
                </c:pt>
                <c:pt idx="834">
                  <c:v>0.0302369835779</c:v>
                </c:pt>
                <c:pt idx="835">
                  <c:v>0.0303807458426</c:v>
                </c:pt>
                <c:pt idx="836">
                  <c:v>0.0305249851573</c:v>
                </c:pt>
                <c:pt idx="837">
                  <c:v>0.0306696932331</c:v>
                </c:pt>
                <c:pt idx="838">
                  <c:v>0.0308148619551</c:v>
                </c:pt>
                <c:pt idx="839">
                  <c:v>0.0309604834129</c:v>
                </c:pt>
                <c:pt idx="840">
                  <c:v>0.031106549933</c:v>
                </c:pt>
                <c:pt idx="841">
                  <c:v>0.0312530541101</c:v>
                </c:pt>
                <c:pt idx="842">
                  <c:v>0.0313999888406</c:v>
                </c:pt>
                <c:pt idx="843">
                  <c:v>0.0315473473549</c:v>
                </c:pt>
                <c:pt idx="844">
                  <c:v>0.0316951232507</c:v>
                </c:pt>
                <c:pt idx="845">
                  <c:v>0.0318433105263</c:v>
                </c:pt>
                <c:pt idx="846">
                  <c:v>0.0319919036137</c:v>
                </c:pt>
                <c:pt idx="847">
                  <c:v>0.0321408974116</c:v>
                </c:pt>
                <c:pt idx="848">
                  <c:v>0.0322902873185</c:v>
                </c:pt>
                <c:pt idx="849">
                  <c:v>0.0324400692647</c:v>
                </c:pt>
                <c:pt idx="850">
                  <c:v>0.0325902397447</c:v>
                </c:pt>
                <c:pt idx="851">
                  <c:v>0.0327407958481</c:v>
                </c:pt>
                <c:pt idx="852">
                  <c:v>0.0328917352909</c:v>
                </c:pt>
                <c:pt idx="853">
                  <c:v>0.0330430564445</c:v>
                </c:pt>
                <c:pt idx="854">
                  <c:v>0.033194758365</c:v>
                </c:pt>
                <c:pt idx="855">
                  <c:v>0.0333468408208</c:v>
                </c:pt>
                <c:pt idx="856">
                  <c:v>0.033499304319</c:v>
                </c:pt>
                <c:pt idx="857">
                  <c:v>0.0336521501311</c:v>
                </c:pt>
                <c:pt idx="858">
                  <c:v>0.0338053803159</c:v>
                </c:pt>
                <c:pt idx="859">
                  <c:v>0.033958997743</c:v>
                </c:pt>
                <c:pt idx="860">
                  <c:v>0.0341130061124</c:v>
                </c:pt>
                <c:pt idx="861">
                  <c:v>0.0342674099743</c:v>
                </c:pt>
                <c:pt idx="862">
                  <c:v>0.0344222147459</c:v>
                </c:pt>
                <c:pt idx="863">
                  <c:v>0.034577426727</c:v>
                </c:pt>
                <c:pt idx="864">
                  <c:v>0.0347330531135</c:v>
                </c:pt>
                <c:pt idx="865">
                  <c:v>0.0348891020091</c:v>
                </c:pt>
                <c:pt idx="866">
                  <c:v>0.0350455824344</c:v>
                </c:pt>
                <c:pt idx="867">
                  <c:v>0.0352025043351</c:v>
                </c:pt>
                <c:pt idx="868">
                  <c:v>0.0353598785868</c:v>
                </c:pt>
                <c:pt idx="869">
                  <c:v>0.0355177169988</c:v>
                </c:pt>
                <c:pt idx="870">
                  <c:v>0.0356760323153</c:v>
                </c:pt>
                <c:pt idx="871">
                  <c:v>0.0358348382143</c:v>
                </c:pt>
                <c:pt idx="872">
                  <c:v>0.0359941493053</c:v>
                </c:pt>
                <c:pt idx="873">
                  <c:v>0.0361539811238</c:v>
                </c:pt>
                <c:pt idx="874">
                  <c:v>0.0363143501249</c:v>
                </c:pt>
                <c:pt idx="875">
                  <c:v>0.0364752736739</c:v>
                </c:pt>
                <c:pt idx="876">
                  <c:v>0.0366367700358</c:v>
                </c:pt>
                <c:pt idx="877">
                  <c:v>0.0367988583625</c:v>
                </c:pt>
                <c:pt idx="878">
                  <c:v>0.0369615586785</c:v>
                </c:pt>
                <c:pt idx="879">
                  <c:v>0.0371248918642</c:v>
                </c:pt>
                <c:pt idx="880">
                  <c:v>0.0372888796388</c:v>
                </c:pt>
                <c:pt idx="881">
                  <c:v>0.0374535445403</c:v>
                </c:pt>
                <c:pt idx="882">
                  <c:v>0.0376189099049</c:v>
                </c:pt>
                <c:pt idx="883">
                  <c:v>0.037784999845</c:v>
                </c:pt>
                <c:pt idx="884">
                  <c:v>0.0379518392258</c:v>
                </c:pt>
                <c:pt idx="885">
                  <c:v>0.0381194536405</c:v>
                </c:pt>
                <c:pt idx="886">
                  <c:v>0.038287869385</c:v>
                </c:pt>
                <c:pt idx="887">
                  <c:v>0.0384571134315</c:v>
                </c:pt>
                <c:pt idx="888">
                  <c:v>0.0386272134012</c:v>
                </c:pt>
                <c:pt idx="889">
                  <c:v>0.0387981975365</c:v>
                </c:pt>
                <c:pt idx="890">
                  <c:v>0.0389700946729</c:v>
                </c:pt>
                <c:pt idx="891">
                  <c:v>0.0391429342098</c:v>
                </c:pt>
                <c:pt idx="892">
                  <c:v>0.0393167460816</c:v>
                </c:pt>
                <c:pt idx="893">
                  <c:v>0.0394915607287</c:v>
                </c:pt>
                <c:pt idx="894">
                  <c:v>0.0396674090679</c:v>
                </c:pt>
                <c:pt idx="895">
                  <c:v>0.0398443224632</c:v>
                </c:pt>
                <c:pt idx="896">
                  <c:v>0.0400223326969</c:v>
                </c:pt>
                <c:pt idx="897">
                  <c:v>0.0402014719408</c:v>
                </c:pt>
                <c:pt idx="898">
                  <c:v>0.0403817727276</c:v>
                </c:pt>
                <c:pt idx="899">
                  <c:v>0.040563267923</c:v>
                </c:pt>
                <c:pt idx="900">
                  <c:v>0.0407459906985</c:v>
                </c:pt>
                <c:pt idx="901">
                  <c:v>0.0409299745045</c:v>
                </c:pt>
                <c:pt idx="902">
                  <c:v>0.0411152530441</c:v>
                </c:pt>
                <c:pt idx="903">
                  <c:v>0.0413018602485</c:v>
                </c:pt>
                <c:pt idx="904">
                  <c:v>0.0414898302518</c:v>
                </c:pt>
                <c:pt idx="905">
                  <c:v>0.0416791973683</c:v>
                </c:pt>
                <c:pt idx="906">
                  <c:v>0.0418699960698</c:v>
                </c:pt>
                <c:pt idx="907">
                  <c:v>0.042062260964</c:v>
                </c:pt>
                <c:pt idx="908">
                  <c:v>0.0422560267745</c:v>
                </c:pt>
                <c:pt idx="909">
                  <c:v>0.0424513283214</c:v>
                </c:pt>
                <c:pt idx="910">
                  <c:v>0.0426482005033</c:v>
                </c:pt>
                <c:pt idx="911">
                  <c:v>0.0428466782804</c:v>
                </c:pt>
                <c:pt idx="912">
                  <c:v>0.0430467966585</c:v>
                </c:pt>
                <c:pt idx="913">
                  <c:v>0.0432485906749</c:v>
                </c:pt>
                <c:pt idx="914">
                  <c:v>0.0434520953846</c:v>
                </c:pt>
                <c:pt idx="915">
                  <c:v>0.0436573458484</c:v>
                </c:pt>
                <c:pt idx="916">
                  <c:v>0.0438643771221</c:v>
                </c:pt>
                <c:pt idx="917">
                  <c:v>0.044073224246</c:v>
                </c:pt>
                <c:pt idx="918">
                  <c:v>0.0442839222374</c:v>
                </c:pt>
                <c:pt idx="919">
                  <c:v>0.0444965060819</c:v>
                </c:pt>
                <c:pt idx="920">
                  <c:v>0.0447110107282</c:v>
                </c:pt>
                <c:pt idx="921">
                  <c:v>0.044927471082</c:v>
                </c:pt>
                <c:pt idx="922">
                  <c:v>0.0451459220023</c:v>
                </c:pt>
                <c:pt idx="923">
                  <c:v>0.0453663982983</c:v>
                </c:pt>
                <c:pt idx="924">
                  <c:v>0.0455889347269</c:v>
                </c:pt>
                <c:pt idx="925">
                  <c:v>0.0458135659922</c:v>
                </c:pt>
                <c:pt idx="926">
                  <c:v>0.0460403267446</c:v>
                </c:pt>
                <c:pt idx="927">
                  <c:v>0.0462692515822</c:v>
                </c:pt>
                <c:pt idx="928">
                  <c:v>0.0465003750518</c:v>
                </c:pt>
                <c:pt idx="929">
                  <c:v>0.0467337316515</c:v>
                </c:pt>
                <c:pt idx="930">
                  <c:v>0.0469693558341</c:v>
                </c:pt>
                <c:pt idx="931">
                  <c:v>0.0472072820104</c:v>
                </c:pt>
                <c:pt idx="932">
                  <c:v>0.0474475445542</c:v>
                </c:pt>
                <c:pt idx="933">
                  <c:v>0.0476901778074</c:v>
                </c:pt>
                <c:pt idx="934">
                  <c:v>0.0479352160859</c:v>
                </c:pt>
                <c:pt idx="935">
                  <c:v>0.0481826936856</c:v>
                </c:pt>
                <c:pt idx="936">
                  <c:v>0.0484326448895</c:v>
                </c:pt>
                <c:pt idx="937">
                  <c:v>0.0486851039752</c:v>
                </c:pt>
                <c:pt idx="938">
                  <c:v>0.0489401052221</c:v>
                </c:pt>
                <c:pt idx="939">
                  <c:v>0.0491976829203</c:v>
                </c:pt>
                <c:pt idx="940">
                  <c:v>0.0494578713782</c:v>
                </c:pt>
                <c:pt idx="941">
                  <c:v>0.0497207049321</c:v>
                </c:pt>
                <c:pt idx="942">
                  <c:v>0.0499862179546</c:v>
                </c:pt>
                <c:pt idx="943">
                  <c:v>0.0502544448641</c:v>
                </c:pt>
                <c:pt idx="944">
                  <c:v>0.0505254201345</c:v>
                </c:pt>
                <c:pt idx="945">
                  <c:v>0.0507991783044</c:v>
                </c:pt>
                <c:pt idx="946">
                  <c:v>0.0510757539872</c:v>
                </c:pt>
                <c:pt idx="947">
                  <c:v>0.0513551818805</c:v>
                </c:pt>
                <c:pt idx="948">
                  <c:v>0.0516374967764</c:v>
                </c:pt>
                <c:pt idx="949">
                  <c:v>0.0519227335712</c:v>
                </c:pt>
                <c:pt idx="950">
                  <c:v>0.0522109272754</c:v>
                </c:pt>
                <c:pt idx="951">
                  <c:v>0.0525021130234</c:v>
                </c:pt>
                <c:pt idx="952">
                  <c:v>0.0527963260835</c:v>
                </c:pt>
                <c:pt idx="953">
                  <c:v>0.0530936018676</c:v>
                </c:pt>
                <c:pt idx="954">
                  <c:v>0.0533939759409</c:v>
                </c:pt>
                <c:pt idx="955">
                  <c:v>0.053697484031</c:v>
                </c:pt>
                <c:pt idx="956">
                  <c:v>0.0540041620378</c:v>
                </c:pt>
                <c:pt idx="957">
                  <c:v>0.0543140460424</c:v>
                </c:pt>
                <c:pt idx="958">
                  <c:v>0.0546271723162</c:v>
                </c:pt>
                <c:pt idx="959">
                  <c:v>0.0549435773292</c:v>
                </c:pt>
                <c:pt idx="960">
                  <c:v>0.0552632977594</c:v>
                </c:pt>
                <c:pt idx="961">
                  <c:v>0.0555863705001</c:v>
                </c:pt>
                <c:pt idx="962">
                  <c:v>0.0559128326687</c:v>
                </c:pt>
                <c:pt idx="963">
                  <c:v>0.0562427216139</c:v>
                </c:pt>
                <c:pt idx="964">
                  <c:v>0.0565760749233</c:v>
                </c:pt>
                <c:pt idx="965">
                  <c:v>0.0569129304307</c:v>
                </c:pt>
                <c:pt idx="966">
                  <c:v>0.0572533262223</c:v>
                </c:pt>
                <c:pt idx="967">
                  <c:v>0.0575973006437</c:v>
                </c:pt>
                <c:pt idx="968">
                  <c:v>0.0579448923057</c:v>
                </c:pt>
                <c:pt idx="969">
                  <c:v>0.0582961400899</c:v>
                </c:pt>
                <c:pt idx="970">
                  <c:v>0.0586510831539</c:v>
                </c:pt>
                <c:pt idx="971">
                  <c:v>0.0590097609365</c:v>
                </c:pt>
                <c:pt idx="972">
                  <c:v>0.059372213162</c:v>
                </c:pt>
                <c:pt idx="973">
                  <c:v>0.0597384798438</c:v>
                </c:pt>
                <c:pt idx="974">
                  <c:v>0.0601086012888</c:v>
                </c:pt>
                <c:pt idx="975">
                  <c:v>0.0604826180998</c:v>
                </c:pt>
                <c:pt idx="976">
                  <c:v>0.0608605711784</c:v>
                </c:pt>
                <c:pt idx="977">
                  <c:v>0.0612425017273</c:v>
                </c:pt>
                <c:pt idx="978">
                  <c:v>0.0616284512518</c:v>
                </c:pt>
                <c:pt idx="979">
                  <c:v>0.062018461561</c:v>
                </c:pt>
                <c:pt idx="980">
                  <c:v>0.0624125747684</c:v>
                </c:pt>
                <c:pt idx="981">
                  <c:v>0.0628108332923</c:v>
                </c:pt>
                <c:pt idx="982">
                  <c:v>0.0632132798551</c:v>
                </c:pt>
                <c:pt idx="983">
                  <c:v>0.0636199574823</c:v>
                </c:pt>
                <c:pt idx="984">
                  <c:v>0.0640309095013</c:v>
                </c:pt>
                <c:pt idx="985">
                  <c:v>0.0644461795391</c:v>
                </c:pt>
                <c:pt idx="986">
                  <c:v>0.0648658115195</c:v>
                </c:pt>
                <c:pt idx="987">
                  <c:v>0.06528984966</c:v>
                </c:pt>
                <c:pt idx="988">
                  <c:v>0.0657183384681</c:v>
                </c:pt>
                <c:pt idx="989">
                  <c:v>0.0661513227363</c:v>
                </c:pt>
                <c:pt idx="990">
                  <c:v>0.0665888475376</c:v>
                </c:pt>
                <c:pt idx="991">
                  <c:v>0.0670309582194</c:v>
                </c:pt>
                <c:pt idx="992">
                  <c:v>0.067477700397</c:v>
                </c:pt>
                <c:pt idx="993">
                  <c:v>0.0679291199472</c:v>
                </c:pt>
                <c:pt idx="994">
                  <c:v>0.0683852629999</c:v>
                </c:pt>
                <c:pt idx="995">
                  <c:v>0.0688461759304</c:v>
                </c:pt>
                <c:pt idx="996">
                  <c:v>0.0693119053498</c:v>
                </c:pt>
                <c:pt idx="997">
                  <c:v>0.069782498096</c:v>
                </c:pt>
                <c:pt idx="998">
                  <c:v>0.070258001223</c:v>
                </c:pt>
                <c:pt idx="999">
                  <c:v>0.07073846199</c:v>
                </c:pt>
                <c:pt idx="1000">
                  <c:v>0.0712239278496</c:v>
                </c:pt>
                <c:pt idx="1001">
                  <c:v>0.0717144464357</c:v>
                </c:pt>
                <c:pt idx="1002">
                  <c:v>0.0722100655506</c:v>
                </c:pt>
                <c:pt idx="1003">
                  <c:v>0.0727108331509</c:v>
                </c:pt>
                <c:pt idx="1004">
                  <c:v>0.0732167973336</c:v>
                </c:pt>
                <c:pt idx="1005">
                  <c:v>0.073728006321</c:v>
                </c:pt>
                <c:pt idx="1006">
                  <c:v>0.0742445084451</c:v>
                </c:pt>
                <c:pt idx="1007">
                  <c:v>0.0747663521312</c:v>
                </c:pt>
                <c:pt idx="1008">
                  <c:v>0.0752935858815</c:v>
                </c:pt>
                <c:pt idx="1009">
                  <c:v>0.0758262582572</c:v>
                </c:pt>
                <c:pt idx="1010">
                  <c:v>0.076364417861</c:v>
                </c:pt>
                <c:pt idx="1011">
                  <c:v>0.0769081133178</c:v>
                </c:pt>
                <c:pt idx="1012">
                  <c:v>0.0774573932566</c:v>
                </c:pt>
                <c:pt idx="1013">
                  <c:v>0.0780123062899</c:v>
                </c:pt>
                <c:pt idx="1014">
                  <c:v>0.0785729009946</c:v>
                </c:pt>
                <c:pt idx="1015">
                  <c:v>0.0791392258908</c:v>
                </c:pt>
                <c:pt idx="1016">
                  <c:v>0.0797113294213</c:v>
                </c:pt>
                <c:pt idx="1017">
                  <c:v>0.0802892599306</c:v>
                </c:pt>
                <c:pt idx="1018">
                  <c:v>0.0808730656427</c:v>
                </c:pt>
                <c:pt idx="1019">
                  <c:v>0.0814627946403</c:v>
                </c:pt>
                <c:pt idx="1020">
                  <c:v>0.082058494842</c:v>
                </c:pt>
                <c:pt idx="1021">
                  <c:v>0.0826602139807</c:v>
                </c:pt>
                <c:pt idx="1022">
                  <c:v>0.0832679995816</c:v>
                </c:pt>
                <c:pt idx="1023">
                  <c:v>0.0838818989395</c:v>
                </c:pt>
                <c:pt idx="1024">
                  <c:v>0.0845019590973</c:v>
                </c:pt>
                <c:pt idx="1025">
                  <c:v>0.0851282268236</c:v>
                </c:pt>
                <c:pt idx="1026">
                  <c:v>0.0857607485915</c:v>
                </c:pt>
                <c:pt idx="1027">
                  <c:v>0.0863995705567</c:v>
                </c:pt>
                <c:pt idx="1028">
                  <c:v>0.0870447385368</c:v>
                </c:pt>
                <c:pt idx="1029">
                  <c:v>0.0876962979909</c:v>
                </c:pt>
                <c:pt idx="1030">
                  <c:v>0.0883542939993</c:v>
                </c:pt>
                <c:pt idx="1031">
                  <c:v>0.0890187712445</c:v>
                </c:pt>
                <c:pt idx="1032">
                  <c:v>0.0896897739928</c:v>
                </c:pt>
                <c:pt idx="1033">
                  <c:v>0.0903673460766</c:v>
                </c:pt>
                <c:pt idx="1034">
                  <c:v>0.0910515308779</c:v>
                </c:pt>
                <c:pt idx="1035">
                  <c:v>0.0917423713127</c:v>
                </c:pt>
                <c:pt idx="1036">
                  <c:v>0.0924399098171</c:v>
                </c:pt>
                <c:pt idx="1037">
                  <c:v>0.0931441883338</c:v>
                </c:pt>
                <c:pt idx="1038">
                  <c:v>0.0938552483014</c:v>
                </c:pt>
                <c:pt idx="1039">
                  <c:v>0.0945731306437</c:v>
                </c:pt>
                <c:pt idx="1040">
                  <c:v>0.095297875762</c:v>
                </c:pt>
                <c:pt idx="1041">
                  <c:v>0.0960295235286</c:v>
                </c:pt>
                <c:pt idx="1042">
                  <c:v>0.0967681132817</c:v>
                </c:pt>
                <c:pt idx="1043">
                  <c:v>0.0975136838235</c:v>
                </c:pt>
                <c:pt idx="1044">
                  <c:v>0.0982662734194</c:v>
                </c:pt>
                <c:pt idx="1045">
                  <c:v>0.0990259197997</c:v>
                </c:pt>
                <c:pt idx="1046">
                  <c:v>0.0997926601635</c:v>
                </c:pt>
                <c:pt idx="1047">
                  <c:v>0.100566531186</c:v>
                </c:pt>
                <c:pt idx="1048">
                  <c:v>0.101347569024</c:v>
                </c:pt>
                <c:pt idx="1049">
                  <c:v>0.102135809335</c:v>
                </c:pt>
                <c:pt idx="1050">
                  <c:v>0.10293128728</c:v>
                </c:pt>
                <c:pt idx="1051">
                  <c:v>0.10373403755</c:v>
                </c:pt>
                <c:pt idx="1052">
                  <c:v>0.104544094381</c:v>
                </c:pt>
                <c:pt idx="1053">
                  <c:v>0.105361491575</c:v>
                </c:pt>
                <c:pt idx="1054">
                  <c:v>0.106186262528</c:v>
                </c:pt>
                <c:pt idx="1055">
                  <c:v>0.107018440254</c:v>
                </c:pt>
                <c:pt idx="1056">
                  <c:v>0.10785805742</c:v>
                </c:pt>
                <c:pt idx="1057">
                  <c:v>0.108705146372</c:v>
                </c:pt>
                <c:pt idx="1058">
                  <c:v>0.109559739177</c:v>
                </c:pt>
                <c:pt idx="1059">
                  <c:v>0.11042186766</c:v>
                </c:pt>
                <c:pt idx="1060">
                  <c:v>0.111291563442</c:v>
                </c:pt>
                <c:pt idx="1061">
                  <c:v>0.112168857986</c:v>
                </c:pt>
                <c:pt idx="1062">
                  <c:v>0.11305378264</c:v>
                </c:pt>
                <c:pt idx="1063">
                  <c:v>0.113946368691</c:v>
                </c:pt>
                <c:pt idx="1064">
                  <c:v>0.114846647406</c:v>
                </c:pt>
                <c:pt idx="1065">
                  <c:v>0.115754650093</c:v>
                </c:pt>
                <c:pt idx="1066">
                  <c:v>0.116670408148</c:v>
                </c:pt>
                <c:pt idx="1067">
                  <c:v>0.117593953114</c:v>
                </c:pt>
                <c:pt idx="1068">
                  <c:v>0.118525316739</c:v>
                </c:pt>
                <c:pt idx="1069">
                  <c:v>0.11946453103</c:v>
                </c:pt>
                <c:pt idx="1070">
                  <c:v>0.120411628316</c:v>
                </c:pt>
                <c:pt idx="1071">
                  <c:v>0.121366641306</c:v>
                </c:pt>
                <c:pt idx="1072">
                  <c:v>0.12232960315</c:v>
                </c:pt>
                <c:pt idx="1073">
                  <c:v>0.1233005475</c:v>
                </c:pt>
                <c:pt idx="1074">
                  <c:v>0.12427950857</c:v>
                </c:pt>
                <c:pt idx="1075">
                  <c:v>0.125266521199</c:v>
                </c:pt>
                <c:pt idx="1076">
                  <c:v>0.126261620906</c:v>
                </c:pt>
                <c:pt idx="1077">
                  <c:v>0.127264843956</c:v>
                </c:pt>
                <c:pt idx="1078">
                  <c:v>0.128276227411</c:v>
                </c:pt>
                <c:pt idx="1079">
                  <c:v>0.129295809193</c:v>
                </c:pt>
                <c:pt idx="1080">
                  <c:v>0.130323628136</c:v>
                </c:pt>
                <c:pt idx="1081">
                  <c:v>0.13135972404</c:v>
                </c:pt>
                <c:pt idx="1082">
                  <c:v>0.132404137723</c:v>
                </c:pt>
                <c:pt idx="1083">
                  <c:v>0.133456911068</c:v>
                </c:pt>
                <c:pt idx="1084">
                  <c:v>0.134518087072</c:v>
                </c:pt>
                <c:pt idx="1085">
                  <c:v>0.135587709887</c:v>
                </c:pt>
                <c:pt idx="1086">
                  <c:v>0.136665824861</c:v>
                </c:pt>
                <c:pt idx="1087">
                  <c:v>0.137752478576</c:v>
                </c:pt>
                <c:pt idx="1088">
                  <c:v>0.138847718878</c:v>
                </c:pt>
                <c:pt idx="1089">
                  <c:v>0.139951594911</c:v>
                </c:pt>
                <c:pt idx="1090">
                  <c:v>0.141064157141</c:v>
                </c:pt>
                <c:pt idx="1091">
                  <c:v>0.142185457375</c:v>
                </c:pt>
                <c:pt idx="1092">
                  <c:v>0.143315548781</c:v>
                </c:pt>
                <c:pt idx="1093">
                  <c:v>0.144454485904</c:v>
                </c:pt>
                <c:pt idx="1094">
                  <c:v>0.145602324666</c:v>
                </c:pt>
                <c:pt idx="1095">
                  <c:v>0.146759122378</c:v>
                </c:pt>
                <c:pt idx="1096">
                  <c:v>0.147924937736</c:v>
                </c:pt>
                <c:pt idx="1097">
                  <c:v>0.149099830815</c:v>
                </c:pt>
                <c:pt idx="1098">
                  <c:v>0.15028386306</c:v>
                </c:pt>
                <c:pt idx="1099">
                  <c:v>0.151477097268</c:v>
                </c:pt>
                <c:pt idx="1100">
                  <c:v>0.15267959757</c:v>
                </c:pt>
                <c:pt idx="1101">
                  <c:v>0.153891429407</c:v>
                </c:pt>
                <c:pt idx="1102">
                  <c:v>0.155112659495</c:v>
                </c:pt>
                <c:pt idx="1103">
                  <c:v>0.156343355793</c:v>
                </c:pt>
                <c:pt idx="1104">
                  <c:v>0.157583587463</c:v>
                </c:pt>
                <c:pt idx="1105">
                  <c:v>0.158833424821</c:v>
                </c:pt>
                <c:pt idx="1106">
                  <c:v>0.16009293929</c:v>
                </c:pt>
                <c:pt idx="1107">
                  <c:v>0.161362203341</c:v>
                </c:pt>
                <c:pt idx="1108">
                  <c:v>0.162641290436</c:v>
                </c:pt>
                <c:pt idx="1109">
                  <c:v>0.163930274959</c:v>
                </c:pt>
                <c:pt idx="1110">
                  <c:v>0.165229232146</c:v>
                </c:pt>
                <c:pt idx="1111">
                  <c:v>0.16653823801</c:v>
                </c:pt>
                <c:pt idx="1112">
                  <c:v>0.167857369258</c:v>
                </c:pt>
                <c:pt idx="1113">
                  <c:v>0.169186703208</c:v>
                </c:pt>
                <c:pt idx="1114">
                  <c:v>0.170526317695</c:v>
                </c:pt>
                <c:pt idx="1115">
                  <c:v>0.17187629098</c:v>
                </c:pt>
                <c:pt idx="1116">
                  <c:v>0.173236701643</c:v>
                </c:pt>
                <c:pt idx="1117">
                  <c:v>0.17460762848</c:v>
                </c:pt>
                <c:pt idx="1118">
                  <c:v>0.175989150397</c:v>
                </c:pt>
                <c:pt idx="1119">
                  <c:v>0.177381346286</c:v>
                </c:pt>
                <c:pt idx="1120">
                  <c:v>0.178784294913</c:v>
                </c:pt>
                <c:pt idx="1121">
                  <c:v>0.180198074786</c:v>
                </c:pt>
                <c:pt idx="1122">
                  <c:v>0.181622764031</c:v>
                </c:pt>
                <c:pt idx="1123">
                  <c:v>0.183058440253</c:v>
                </c:pt>
                <c:pt idx="1124">
                  <c:v>0.184505180399</c:v>
                </c:pt>
                <c:pt idx="1125">
                  <c:v>0.185963060613</c:v>
                </c:pt>
                <c:pt idx="1126">
                  <c:v>0.187432156087</c:v>
                </c:pt>
                <c:pt idx="1127">
                  <c:v>0.188912540907</c:v>
                </c:pt>
                <c:pt idx="1128">
                  <c:v>0.190404287898</c:v>
                </c:pt>
                <c:pt idx="1129">
                  <c:v>0.191907468454</c:v>
                </c:pt>
                <c:pt idx="1130">
                  <c:v>0.19342215238</c:v>
                </c:pt>
                <c:pt idx="1131">
                  <c:v>0.194948407712</c:v>
                </c:pt>
                <c:pt idx="1132">
                  <c:v>0.196486300545</c:v>
                </c:pt>
                <c:pt idx="1133">
                  <c:v>0.198035894851</c:v>
                </c:pt>
                <c:pt idx="1134">
                  <c:v>0.199597252295</c:v>
                </c:pt>
                <c:pt idx="1135">
                  <c:v>0.201170432042</c:v>
                </c:pt>
                <c:pt idx="1136">
                  <c:v>0.202755490568</c:v>
                </c:pt>
                <c:pt idx="1137">
                  <c:v>0.204352481462</c:v>
                </c:pt>
                <c:pt idx="1138">
                  <c:v>0.205961455219</c:v>
                </c:pt>
                <c:pt idx="1139">
                  <c:v>0.207582459041</c:v>
                </c:pt>
                <c:pt idx="1140">
                  <c:v>0.209215536624</c:v>
                </c:pt>
                <c:pt idx="1141">
                  <c:v>0.210860727948</c:v>
                </c:pt>
                <c:pt idx="1142">
                  <c:v>0.212518069058</c:v>
                </c:pt>
                <c:pt idx="1143">
                  <c:v>0.214187591846</c:v>
                </c:pt>
                <c:pt idx="1144">
                  <c:v>0.215869323826</c:v>
                </c:pt>
                <c:pt idx="1145">
                  <c:v>0.217563287915</c:v>
                </c:pt>
                <c:pt idx="1146">
                  <c:v>0.219269502196</c:v>
                </c:pt>
                <c:pt idx="1147">
                  <c:v>0.220987979694</c:v>
                </c:pt>
                <c:pt idx="1148">
                  <c:v>0.222718728142</c:v>
                </c:pt>
                <c:pt idx="1149">
                  <c:v>0.224461749743</c:v>
                </c:pt>
                <c:pt idx="1150">
                  <c:v>0.226217040935</c:v>
                </c:pt>
                <c:pt idx="1151">
                  <c:v>0.227984592158</c:v>
                </c:pt>
                <c:pt idx="1152">
                  <c:v>0.229764387608</c:v>
                </c:pt>
                <c:pt idx="1153">
                  <c:v>0.231556405</c:v>
                </c:pt>
                <c:pt idx="1154">
                  <c:v>0.23336061533</c:v>
                </c:pt>
                <c:pt idx="1155">
                  <c:v>0.235176982633</c:v>
                </c:pt>
                <c:pt idx="1156">
                  <c:v>0.237005463744</c:v>
                </c:pt>
                <c:pt idx="1157">
                  <c:v>0.238846008059</c:v>
                </c:pt>
                <c:pt idx="1158">
                  <c:v>0.240698557295</c:v>
                </c:pt>
                <c:pt idx="1159">
                  <c:v>0.242563045261</c:v>
                </c:pt>
                <c:pt idx="1160">
                  <c:v>0.244439397613</c:v>
                </c:pt>
                <c:pt idx="1161">
                  <c:v>0.246327531633</c:v>
                </c:pt>
                <c:pt idx="1162">
                  <c:v>0.248227355994</c:v>
                </c:pt>
                <c:pt idx="1163">
                  <c:v>0.250138770535</c:v>
                </c:pt>
                <c:pt idx="1164">
                  <c:v>0.252061666042</c:v>
                </c:pt>
                <c:pt idx="1165">
                  <c:v>0.253995924028</c:v>
                </c:pt>
                <c:pt idx="1166">
                  <c:v>0.255941416525</c:v>
                </c:pt>
                <c:pt idx="1167">
                  <c:v>0.25789800587</c:v>
                </c:pt>
                <c:pt idx="1168">
                  <c:v>0.25986554451</c:v>
                </c:pt>
                <c:pt idx="1169">
                  <c:v>0.261843874801</c:v>
                </c:pt>
                <c:pt idx="1170">
                  <c:v>0.263832828826</c:v>
                </c:pt>
                <c:pt idx="1171">
                  <c:v>0.265832228205</c:v>
                </c:pt>
                <c:pt idx="1172">
                  <c:v>0.267841883929</c:v>
                </c:pt>
                <c:pt idx="1173">
                  <c:v>0.269861596187</c:v>
                </c:pt>
                <c:pt idx="1174">
                  <c:v>0.271891154211</c:v>
                </c:pt>
                <c:pt idx="1175">
                  <c:v>0.273930336127</c:v>
                </c:pt>
                <c:pt idx="1176">
                  <c:v>0.275978908813</c:v>
                </c:pt>
                <c:pt idx="1177">
                  <c:v>0.278036627765</c:v>
                </c:pt>
                <c:pt idx="1178">
                  <c:v>0.280103236981</c:v>
                </c:pt>
                <c:pt idx="1179">
                  <c:v>0.282178468845</c:v>
                </c:pt>
                <c:pt idx="1180">
                  <c:v>0.284262044024</c:v>
                </c:pt>
                <c:pt idx="1181">
                  <c:v>0.286353671376</c:v>
                </c:pt>
                <c:pt idx="1182">
                  <c:v>0.288453047872</c:v>
                </c:pt>
                <c:pt idx="1183">
                  <c:v>0.290559858518</c:v>
                </c:pt>
                <c:pt idx="1184">
                  <c:v>0.292673776296</c:v>
                </c:pt>
                <c:pt idx="1185">
                  <c:v>0.294794462116</c:v>
                </c:pt>
                <c:pt idx="1186">
                  <c:v>0.296921564767</c:v>
                </c:pt>
                <c:pt idx="1187">
                  <c:v>0.299054720895</c:v>
                </c:pt>
                <c:pt idx="1188">
                  <c:v>0.301193554975</c:v>
                </c:pt>
                <c:pt idx="1189">
                  <c:v>0.303337679302</c:v>
                </c:pt>
                <c:pt idx="1190">
                  <c:v>0.305486693992</c:v>
                </c:pt>
                <c:pt idx="1191">
                  <c:v>0.307640186983</c:v>
                </c:pt>
                <c:pt idx="1192">
                  <c:v>0.309797734056</c:v>
                </c:pt>
                <c:pt idx="1193">
                  <c:v>0.311958898859</c:v>
                </c:pt>
                <c:pt idx="1194">
                  <c:v>0.314123232938</c:v>
                </c:pt>
                <c:pt idx="1195">
                  <c:v>0.316290275778</c:v>
                </c:pt>
                <c:pt idx="1196">
                  <c:v>0.318459554852</c:v>
                </c:pt>
                <c:pt idx="1197">
                  <c:v>0.320630585675</c:v>
                </c:pt>
                <c:pt idx="1198">
                  <c:v>0.322802871864</c:v>
                </c:pt>
                <c:pt idx="1199">
                  <c:v>0.324975905203</c:v>
                </c:pt>
                <c:pt idx="1200">
                  <c:v>0.32714916572</c:v>
                </c:pt>
                <c:pt idx="1201">
                  <c:v>0.329322121757</c:v>
                </c:pt>
                <c:pt idx="1202">
                  <c:v>0.331494230055</c:v>
                </c:pt>
                <c:pt idx="1203">
                  <c:v>0.333664935836</c:v>
                </c:pt>
                <c:pt idx="1204">
                  <c:v>0.335833672894</c:v>
                </c:pt>
                <c:pt idx="1205">
                  <c:v>0.337999863681</c:v>
                </c:pt>
                <c:pt idx="1206">
                  <c:v>0.340162919405</c:v>
                </c:pt>
                <c:pt idx="1207">
                  <c:v>0.34232224012</c:v>
                </c:pt>
                <c:pt idx="1208">
                  <c:v>0.344477214827</c:v>
                </c:pt>
                <c:pt idx="1209">
                  <c:v>0.346627221571</c:v>
                </c:pt>
                <c:pt idx="1210">
                  <c:v>0.348771627539</c:v>
                </c:pt>
                <c:pt idx="1211">
                  <c:v>0.350909789162</c:v>
                </c:pt>
                <c:pt idx="1212">
                  <c:v>0.353041052218</c:v>
                </c:pt>
                <c:pt idx="1213">
                  <c:v>0.355164751931</c:v>
                </c:pt>
                <c:pt idx="1214">
                  <c:v>0.35728021308</c:v>
                </c:pt>
                <c:pt idx="1215">
                  <c:v>0.359386750099</c:v>
                </c:pt>
                <c:pt idx="1216">
                  <c:v>0.361483667189</c:v>
                </c:pt>
                <c:pt idx="1217">
                  <c:v>0.363570258423</c:v>
                </c:pt>
                <c:pt idx="1218">
                  <c:v>0.365645807859</c:v>
                </c:pt>
                <c:pt idx="1219">
                  <c:v>0.367709589654</c:v>
                </c:pt>
                <c:pt idx="1220">
                  <c:v>0.369760868182</c:v>
                </c:pt>
                <c:pt idx="1221">
                  <c:v>0.371798898156</c:v>
                </c:pt>
                <c:pt idx="1222">
                  <c:v>0.373822924758</c:v>
                </c:pt>
                <c:pt idx="1223">
                  <c:v>0.375832183769</c:v>
                </c:pt>
                <c:pt idx="1224">
                  <c:v>0.377825901714</c:v>
                </c:pt>
                <c:pt idx="1225">
                  <c:v>0.37980329601</c:v>
                </c:pt>
                <c:pt idx="1226">
                  <c:v>0.381763575124</c:v>
                </c:pt>
                <c:pt idx="1227">
                  <c:v>0.383705938748</c:v>
                </c:pt>
                <c:pt idx="1228">
                  <c:v>0.385629577978</c:v>
                </c:pt>
                <c:pt idx="1229">
                  <c:v>0.387533675515</c:v>
                </c:pt>
                <c:pt idx="1230">
                  <c:v>0.389417405872</c:v>
                </c:pt>
                <c:pt idx="1231">
                  <c:v>0.391279935609</c:v>
                </c:pt>
                <c:pt idx="1232">
                  <c:v>0.393120423582</c:v>
                </c:pt>
                <c:pt idx="1233">
                  <c:v>0.394938021206</c:v>
                </c:pt>
                <c:pt idx="1234">
                  <c:v>0.396731872754</c:v>
                </c:pt>
                <c:pt idx="1235">
                  <c:v>0.39850111567</c:v>
                </c:pt>
                <c:pt idx="1236">
                  <c:v>0.400244880907</c:v>
                </c:pt>
                <c:pt idx="1237">
                  <c:v>0.401962293302</c:v>
                </c:pt>
                <c:pt idx="1238">
                  <c:v>0.403652471971</c:v>
                </c:pt>
                <c:pt idx="1239">
                  <c:v>0.40531453074</c:v>
                </c:pt>
                <c:pt idx="1240">
                  <c:v>0.406947578605</c:v>
                </c:pt>
                <c:pt idx="1241">
                  <c:v>0.408550720235</c:v>
                </c:pt>
                <c:pt idx="1242">
                  <c:v>0.410123056499</c:v>
                </c:pt>
                <c:pt idx="1243">
                  <c:v>0.411663685037</c:v>
                </c:pt>
                <c:pt idx="1244">
                  <c:v>0.413171700874</c:v>
                </c:pt>
                <c:pt idx="1245">
                  <c:v>0.414646197065</c:v>
                </c:pt>
                <c:pt idx="1246">
                  <c:v>0.416086265387</c:v>
                </c:pt>
                <c:pt idx="1247">
                  <c:v>0.417490997071</c:v>
                </c:pt>
                <c:pt idx="1248">
                  <c:v>0.418859483581</c:v>
                </c:pt>
                <c:pt idx="1249">
                  <c:v>0.420190817429</c:v>
                </c:pt>
                <c:pt idx="1250">
                  <c:v>0.421484093044</c:v>
                </c:pt>
                <c:pt idx="1251">
                  <c:v>0.422738407674</c:v>
                </c:pt>
                <c:pt idx="1252">
                  <c:v>0.423952862345</c:v>
                </c:pt>
                <c:pt idx="1253">
                  <c:v>0.425126562851</c:v>
                </c:pt>
                <c:pt idx="1254">
                  <c:v>0.426258620801</c:v>
                </c:pt>
                <c:pt idx="1255">
                  <c:v>0.427348154699</c:v>
                </c:pt>
                <c:pt idx="1256">
                  <c:v>0.42839429107</c:v>
                </c:pt>
                <c:pt idx="1257">
                  <c:v>0.429396165628</c:v>
                </c:pt>
                <c:pt idx="1258">
                  <c:v>0.430352924483</c:v>
                </c:pt>
                <c:pt idx="1259">
                  <c:v>0.431263725385</c:v>
                </c:pt>
                <c:pt idx="1260">
                  <c:v>0.432127739002</c:v>
                </c:pt>
                <c:pt idx="1261">
                  <c:v>0.432944150239</c:v>
                </c:pt>
                <c:pt idx="1262">
                  <c:v>0.433712159577</c:v>
                </c:pt>
                <c:pt idx="1263">
                  <c:v>0.434430984449</c:v>
                </c:pt>
                <c:pt idx="1264">
                  <c:v>0.435099860638</c:v>
                </c:pt>
                <c:pt idx="1265">
                  <c:v>0.435718043697</c:v>
                </c:pt>
                <c:pt idx="1266">
                  <c:v>0.436284810384</c:v>
                </c:pt>
                <c:pt idx="1267">
                  <c:v>0.436799460114</c:v>
                </c:pt>
                <c:pt idx="1268">
                  <c:v>0.437261316426</c:v>
                </c:pt>
                <c:pt idx="1269">
                  <c:v>0.437669728441</c:v>
                </c:pt>
                <c:pt idx="1270">
                  <c:v>0.438024072338</c:v>
                </c:pt>
                <c:pt idx="1271">
                  <c:v>0.438323752813</c:v>
                </c:pt>
                <c:pt idx="1272">
                  <c:v>0.438568204539</c:v>
                </c:pt>
                <c:pt idx="1273">
                  <c:v>0.438756893602</c:v>
                </c:pt>
                <c:pt idx="1274">
                  <c:v>0.438889318928</c:v>
                </c:pt>
                <c:pt idx="1275">
                  <c:v>0.43896501368</c:v>
                </c:pt>
                <c:pt idx="1276">
                  <c:v>0.438983546624</c:v>
                </c:pt>
                <c:pt idx="1277">
                  <c:v>0.438944523463</c:v>
                </c:pt>
                <c:pt idx="1278">
                  <c:v>0.438847588129</c:v>
                </c:pt>
                <c:pt idx="1279">
                  <c:v>0.438692424026</c:v>
                </c:pt>
                <c:pt idx="1280">
                  <c:v>0.438478755224</c:v>
                </c:pt>
                <c:pt idx="1281">
                  <c:v>0.438206347596</c:v>
                </c:pt>
                <c:pt idx="1282">
                  <c:v>0.437875009885</c:v>
                </c:pt>
                <c:pt idx="1283">
                  <c:v>0.437484594714</c:v>
                </c:pt>
                <c:pt idx="1284">
                  <c:v>0.437034999514</c:v>
                </c:pt>
                <c:pt idx="1285">
                  <c:v>0.436526167376</c:v>
                </c:pt>
                <c:pt idx="1286">
                  <c:v>0.435958087823</c:v>
                </c:pt>
                <c:pt idx="1287">
                  <c:v>0.43533079749</c:v>
                </c:pt>
                <c:pt idx="1288">
                  <c:v>0.434644380718</c:v>
                </c:pt>
                <c:pt idx="1289">
                  <c:v>0.433898970043</c:v>
                </c:pt>
                <c:pt idx="1290">
                  <c:v>0.433094746599</c:v>
                </c:pt>
                <c:pt idx="1291">
                  <c:v>0.432231940408</c:v>
                </c:pt>
                <c:pt idx="1292">
                  <c:v>0.43131083057</c:v>
                </c:pt>
                <c:pt idx="1293">
                  <c:v>0.430331745344</c:v>
                </c:pt>
                <c:pt idx="1294">
                  <c:v>0.429295062118</c:v>
                </c:pt>
                <c:pt idx="1295">
                  <c:v>0.428201207272</c:v>
                </c:pt>
                <c:pt idx="1296">
                  <c:v>0.427050655926</c:v>
                </c:pt>
                <c:pt idx="1297">
                  <c:v>0.425843931573</c:v>
                </c:pt>
                <c:pt idx="1298">
                  <c:v>0.424581605606</c:v>
                </c:pt>
                <c:pt idx="1299">
                  <c:v>0.423264296722</c:v>
                </c:pt>
                <c:pt idx="1300">
                  <c:v>0.421892670226</c:v>
                </c:pt>
                <c:pt idx="1301">
                  <c:v>0.420467437213</c:v>
                </c:pt>
                <c:pt idx="1302">
                  <c:v>0.418989353653</c:v>
                </c:pt>
                <c:pt idx="1303">
                  <c:v>0.417459219356</c:v>
                </c:pt>
                <c:pt idx="1304">
                  <c:v>0.415877876847</c:v>
                </c:pt>
                <c:pt idx="1305">
                  <c:v>0.414246210135</c:v>
                </c:pt>
                <c:pt idx="1306">
                  <c:v>0.412565143379</c:v>
                </c:pt>
                <c:pt idx="1307">
                  <c:v>0.410835639473</c:v>
                </c:pt>
                <c:pt idx="1308">
                  <c:v>0.409058698539</c:v>
                </c:pt>
                <c:pt idx="1309">
                  <c:v>0.407235356329</c:v>
                </c:pt>
                <c:pt idx="1310">
                  <c:v>0.405366682566</c:v>
                </c:pt>
                <c:pt idx="1311">
                  <c:v>0.403453779194</c:v>
                </c:pt>
                <c:pt idx="1312">
                  <c:v>0.40149777858</c:v>
                </c:pt>
                <c:pt idx="1313">
                  <c:v>0.399499841642</c:v>
                </c:pt>
                <c:pt idx="1314">
                  <c:v>0.397461155933</c:v>
                </c:pt>
                <c:pt idx="1315">
                  <c:v>0.395382933674</c:v>
                </c:pt>
                <c:pt idx="1316">
                  <c:v>0.393266409747</c:v>
                </c:pt>
                <c:pt idx="1317">
                  <c:v>0.391112839661</c:v>
                </c:pt>
                <c:pt idx="1318">
                  <c:v>0.38892349748</c:v>
                </c:pt>
                <c:pt idx="1319">
                  <c:v>0.386699673747</c:v>
                </c:pt>
                <c:pt idx="1320">
                  <c:v>0.384442673385</c:v>
                </c:pt>
                <c:pt idx="1321">
                  <c:v>0.382153813598</c:v>
                </c:pt>
                <c:pt idx="1322">
                  <c:v>0.379834421772</c:v>
                </c:pt>
                <c:pt idx="1323">
                  <c:v>0.377485833386</c:v>
                </c:pt>
                <c:pt idx="1324">
                  <c:v>0.37510938994</c:v>
                </c:pt>
                <c:pt idx="1325">
                  <c:v>0.372706436902</c:v>
                </c:pt>
                <c:pt idx="1326">
                  <c:v>0.370278321683</c:v>
                </c:pt>
                <c:pt idx="1327">
                  <c:v>0.367826391646</c:v>
                </c:pt>
                <c:pt idx="1328">
                  <c:v>0.365351992159</c:v>
                </c:pt>
                <c:pt idx="1329">
                  <c:v>0.362856464688</c:v>
                </c:pt>
                <c:pt idx="1330">
                  <c:v>0.36034114494</c:v>
                </c:pt>
                <c:pt idx="1331">
                  <c:v>0.357807361063</c:v>
                </c:pt>
                <c:pt idx="1332">
                  <c:v>0.355256431906</c:v>
                </c:pt>
                <c:pt idx="1333">
                  <c:v>0.352689665334</c:v>
                </c:pt>
                <c:pt idx="1334">
                  <c:v>0.350108356624</c:v>
                </c:pt>
                <c:pt idx="1335">
                  <c:v>0.347513786914</c:v>
                </c:pt>
                <c:pt idx="1336">
                  <c:v>0.344907221735</c:v>
                </c:pt>
                <c:pt idx="1337">
                  <c:v>0.342289909616</c:v>
                </c:pt>
                <c:pt idx="1338">
                  <c:v>0.339663080762</c:v>
                </c:pt>
                <c:pt idx="1339">
                  <c:v>0.337027945815</c:v>
                </c:pt>
                <c:pt idx="1340">
                  <c:v>0.334385694689</c:v>
                </c:pt>
                <c:pt idx="1341">
                  <c:v>0.331737495489</c:v>
                </c:pt>
                <c:pt idx="1342">
                  <c:v>0.329084493511</c:v>
                </c:pt>
                <c:pt idx="1343">
                  <c:v>0.32642781032</c:v>
                </c:pt>
                <c:pt idx="1344">
                  <c:v>0.323768542908</c:v>
                </c:pt>
                <c:pt idx="1345">
                  <c:v>0.321107762938</c:v>
                </c:pt>
                <c:pt idx="1346">
                  <c:v>0.318446516056</c:v>
                </c:pt>
                <c:pt idx="1347">
                  <c:v>0.315785821294</c:v>
                </c:pt>
                <c:pt idx="1348">
                  <c:v>0.313126670539</c:v>
                </c:pt>
                <c:pt idx="1349">
                  <c:v>0.310470028081</c:v>
                </c:pt>
                <c:pt idx="1350">
                  <c:v>0.307816830237</c:v>
                </c:pt>
                <c:pt idx="1351">
                  <c:v>0.305167985038</c:v>
                </c:pt>
                <c:pt idx="1352">
                  <c:v>0.30252437199</c:v>
                </c:pt>
                <c:pt idx="1353">
                  <c:v>0.299886841904</c:v>
                </c:pt>
                <c:pt idx="1354">
                  <c:v>0.297256216784</c:v>
                </c:pt>
                <c:pt idx="1355">
                  <c:v>0.294633289778</c:v>
                </c:pt>
                <c:pt idx="1356">
                  <c:v>0.29201882519</c:v>
                </c:pt>
                <c:pt idx="1357">
                  <c:v>0.289413558542</c:v>
                </c:pt>
                <c:pt idx="1358">
                  <c:v>0.286818196697</c:v>
                </c:pt>
                <c:pt idx="1359">
                  <c:v>0.284233418023</c:v>
                </c:pt>
                <c:pt idx="1360">
                  <c:v>0.28165987261</c:v>
                </c:pt>
                <c:pt idx="1361">
                  <c:v>0.279098182528</c:v>
                </c:pt>
                <c:pt idx="1362">
                  <c:v>0.276548942128</c:v>
                </c:pt>
                <c:pt idx="1363">
                  <c:v>0.274012718379</c:v>
                </c:pt>
                <c:pt idx="1364">
                  <c:v>0.271490051242</c:v>
                </c:pt>
                <c:pt idx="1365">
                  <c:v>0.268981454076</c:v>
                </c:pt>
                <c:pt idx="1366">
                  <c:v>0.266487414074</c:v>
                </c:pt>
                <c:pt idx="1367">
                  <c:v>0.264008392724</c:v>
                </c:pt>
                <c:pt idx="1368">
                  <c:v>0.261544826296</c:v>
                </c:pt>
                <c:pt idx="1369">
                  <c:v>0.259097126351</c:v>
                </c:pt>
                <c:pt idx="1370">
                  <c:v>0.25666568027</c:v>
                </c:pt>
                <c:pt idx="1371">
                  <c:v>0.254250851795</c:v>
                </c:pt>
                <c:pt idx="1372">
                  <c:v>0.251852981592</c:v>
                </c:pt>
                <c:pt idx="1373">
                  <c:v>0.249472387821</c:v>
                </c:pt>
                <c:pt idx="1374">
                  <c:v>0.247109366716</c:v>
                </c:pt>
                <c:pt idx="1375">
                  <c:v>0.24476419318</c:v>
                </c:pt>
                <c:pt idx="1376">
                  <c:v>0.242437121377</c:v>
                </c:pt>
                <c:pt idx="1377">
                  <c:v>0.240128385333</c:v>
                </c:pt>
                <c:pt idx="1378">
                  <c:v>0.237838199545</c:v>
                </c:pt>
                <c:pt idx="1379">
                  <c:v>0.235566759581</c:v>
                </c:pt>
                <c:pt idx="1380">
                  <c:v>0.233314242689</c:v>
                </c:pt>
                <c:pt idx="1381">
                  <c:v>0.231080808398</c:v>
                </c:pt>
                <c:pt idx="1382">
                  <c:v>0.228866599121</c:v>
                </c:pt>
                <c:pt idx="1383">
                  <c:v>0.226671740752</c:v>
                </c:pt>
                <c:pt idx="1384">
                  <c:v>0.224496343256</c:v>
                </c:pt>
                <c:pt idx="1385">
                  <c:v>0.222340501255</c:v>
                </c:pt>
                <c:pt idx="1386">
                  <c:v>0.220204294611</c:v>
                </c:pt>
                <c:pt idx="1387">
                  <c:v>0.21808778899</c:v>
                </c:pt>
                <c:pt idx="1388">
                  <c:v>0.21599103643</c:v>
                </c:pt>
                <c:pt idx="1389">
                  <c:v>0.213914075892</c:v>
                </c:pt>
                <c:pt idx="1390">
                  <c:v>0.211856933801</c:v>
                </c:pt>
                <c:pt idx="1391">
                  <c:v>0.209819624583</c:v>
                </c:pt>
                <c:pt idx="1392">
                  <c:v>0.207802151184</c:v>
                </c:pt>
                <c:pt idx="1393">
                  <c:v>0.205804505582</c:v>
                </c:pt>
                <c:pt idx="1394">
                  <c:v>0.203826669283</c:v>
                </c:pt>
                <c:pt idx="1395">
                  <c:v>0.201868613814</c:v>
                </c:pt>
                <c:pt idx="1396">
                  <c:v>0.19993030119</c:v>
                </c:pt>
                <c:pt idx="1397">
                  <c:v>0.198011684385</c:v>
                </c:pt>
                <c:pt idx="1398">
                  <c:v>0.196112707775</c:v>
                </c:pt>
                <c:pt idx="1399">
                  <c:v>0.194233307579</c:v>
                </c:pt>
                <c:pt idx="1400">
                  <c:v>0.192373412285</c:v>
                </c:pt>
                <c:pt idx="1401">
                  <c:v>0.19053294306</c:v>
                </c:pt>
                <c:pt idx="1402">
                  <c:v>0.18871181415</c:v>
                </c:pt>
                <c:pt idx="1403">
                  <c:v>0.186909933268</c:v>
                </c:pt>
                <c:pt idx="1404">
                  <c:v>0.185127201968</c:v>
                </c:pt>
                <c:pt idx="1405">
                  <c:v>0.183363516008</c:v>
                </c:pt>
                <c:pt idx="1406">
                  <c:v>0.1816187657</c:v>
                </c:pt>
                <c:pt idx="1407">
                  <c:v>0.179892836247</c:v>
                </c:pt>
                <c:pt idx="1408">
                  <c:v>0.178185608067</c:v>
                </c:pt>
                <c:pt idx="1409">
                  <c:v>0.176496957112</c:v>
                </c:pt>
                <c:pt idx="1410">
                  <c:v>0.174826755167</c:v>
                </c:pt>
                <c:pt idx="1411">
                  <c:v>0.17317487014</c:v>
                </c:pt>
                <c:pt idx="1412">
                  <c:v>0.171541166347</c:v>
                </c:pt>
                <c:pt idx="1413">
                  <c:v>0.169925504775</c:v>
                </c:pt>
                <c:pt idx="1414">
                  <c:v>0.168327743343</c:v>
                </c:pt>
                <c:pt idx="1415">
                  <c:v>0.166747737152</c:v>
                </c:pt>
                <c:pt idx="1416">
                  <c:v>0.165185338718</c:v>
                </c:pt>
                <c:pt idx="1417">
                  <c:v>0.163640398205</c:v>
                </c:pt>
                <c:pt idx="1418">
                  <c:v>0.162112763636</c:v>
                </c:pt>
                <c:pt idx="1419">
                  <c:v>0.160602281111</c:v>
                </c:pt>
                <c:pt idx="1420">
                  <c:v>0.159108794997</c:v>
                </c:pt>
                <c:pt idx="1421">
                  <c:v>0.157632148126</c:v>
                </c:pt>
                <c:pt idx="1422">
                  <c:v>0.15617218197</c:v>
                </c:pt>
                <c:pt idx="1423">
                  <c:v>0.154728736823</c:v>
                </c:pt>
                <c:pt idx="1424">
                  <c:v>0.153301651958</c:v>
                </c:pt>
                <c:pt idx="1425">
                  <c:v>0.151890765789</c:v>
                </c:pt>
                <c:pt idx="1426">
                  <c:v>0.150495916022</c:v>
                </c:pt>
                <c:pt idx="1427">
                  <c:v>0.149116939795</c:v>
                </c:pt>
                <c:pt idx="1428">
                  <c:v>0.147753673814</c:v>
                </c:pt>
                <c:pt idx="1429">
                  <c:v>0.146405954482</c:v>
                </c:pt>
                <c:pt idx="1430">
                  <c:v>0.145073618024</c:v>
                </c:pt>
                <c:pt idx="1431">
                  <c:v>0.143756500596</c:v>
                </c:pt>
                <c:pt idx="1432">
                  <c:v>0.142454438403</c:v>
                </c:pt>
                <c:pt idx="1433">
                  <c:v>0.141167267795</c:v>
                </c:pt>
                <c:pt idx="1434">
                  <c:v>0.13989482537</c:v>
                </c:pt>
                <c:pt idx="1435">
                  <c:v>0.138636948067</c:v>
                </c:pt>
                <c:pt idx="1436">
                  <c:v>0.137393473248</c:v>
                </c:pt>
                <c:pt idx="1437">
                  <c:v>0.136164238786</c:v>
                </c:pt>
                <c:pt idx="1438">
                  <c:v>0.13494908314</c:v>
                </c:pt>
                <c:pt idx="1439">
                  <c:v>0.133747845427</c:v>
                </c:pt>
                <c:pt idx="1440">
                  <c:v>0.132560365492</c:v>
                </c:pt>
                <c:pt idx="1441">
                  <c:v>0.131386483972</c:v>
                </c:pt>
                <c:pt idx="1442">
                  <c:v>0.130226042354</c:v>
                </c:pt>
                <c:pt idx="1443">
                  <c:v>0.129078883033</c:v>
                </c:pt>
                <c:pt idx="1444">
                  <c:v>0.127944849364</c:v>
                </c:pt>
                <c:pt idx="1445">
                  <c:v>0.126823785711</c:v>
                </c:pt>
                <c:pt idx="1446">
                  <c:v>0.125715537492</c:v>
                </c:pt>
                <c:pt idx="1447">
                  <c:v>0.124619951217</c:v>
                </c:pt>
                <c:pt idx="1448">
                  <c:v>0.123536874537</c:v>
                </c:pt>
                <c:pt idx="1449">
                  <c:v>0.122466156268</c:v>
                </c:pt>
                <c:pt idx="1450">
                  <c:v>0.121407646433</c:v>
                </c:pt>
                <c:pt idx="1451">
                  <c:v>0.120361196288</c:v>
                </c:pt>
                <c:pt idx="1452">
                  <c:v>0.11932665835</c:v>
                </c:pt>
                <c:pt idx="1453">
                  <c:v>0.118303886424</c:v>
                </c:pt>
                <c:pt idx="1454">
                  <c:v>0.117292735625</c:v>
                </c:pt>
                <c:pt idx="1455">
                  <c:v>0.116293062399</c:v>
                </c:pt>
                <c:pt idx="1456">
                  <c:v>0.11530472454</c:v>
                </c:pt>
                <c:pt idx="1457">
                  <c:v>0.114327581209</c:v>
                </c:pt>
                <c:pt idx="1458">
                  <c:v>0.113361492947</c:v>
                </c:pt>
                <c:pt idx="1459">
                  <c:v>0.112406321688</c:v>
                </c:pt>
                <c:pt idx="1460">
                  <c:v>0.111461930772</c:v>
                </c:pt>
                <c:pt idx="1461">
                  <c:v>0.110528184951</c:v>
                </c:pt>
                <c:pt idx="1462">
                  <c:v>0.1096049504</c:v>
                </c:pt>
                <c:pt idx="1463">
                  <c:v>0.108692094723</c:v>
                </c:pt>
                <c:pt idx="1464">
                  <c:v>0.107789486955</c:v>
                </c:pt>
                <c:pt idx="1465">
                  <c:v>0.106896997571</c:v>
                </c:pt>
                <c:pt idx="1466">
                  <c:v>0.106014498483</c:v>
                </c:pt>
                <c:pt idx="1467">
                  <c:v>0.105141863046</c:v>
                </c:pt>
                <c:pt idx="1468">
                  <c:v>0.104278966055</c:v>
                </c:pt>
                <c:pt idx="1469">
                  <c:v>0.103425683746</c:v>
                </c:pt>
                <c:pt idx="1470">
                  <c:v>0.102581893794</c:v>
                </c:pt>
                <c:pt idx="1471">
                  <c:v>0.101747475308</c:v>
                </c:pt>
                <c:pt idx="1472">
                  <c:v>0.100922308832</c:v>
                </c:pt>
                <c:pt idx="1473">
                  <c:v>0.100106276337</c:v>
                </c:pt>
                <c:pt idx="1474">
                  <c:v>0.0992992612165</c:v>
                </c:pt>
                <c:pt idx="1475">
                  <c:v>0.0985011482805</c:v>
                </c:pt>
                <c:pt idx="1476">
                  <c:v>0.0977118237505</c:v>
                </c:pt>
                <c:pt idx="1477">
                  <c:v>0.096931175251</c:v>
                </c:pt>
                <c:pt idx="1478">
                  <c:v>0.0961590918018</c:v>
                </c:pt>
                <c:pt idx="1479">
                  <c:v>0.0953954638103</c:v>
                </c:pt>
                <c:pt idx="1480">
                  <c:v>0.0946401830624</c:v>
                </c:pt>
                <c:pt idx="1481">
                  <c:v>0.0938931427131</c:v>
                </c:pt>
                <c:pt idx="1482">
                  <c:v>0.0931542372772</c:v>
                </c:pt>
                <c:pt idx="1483">
                  <c:v>0.0924233626189</c:v>
                </c:pt>
                <c:pt idx="1484">
                  <c:v>0.0917004159415</c:v>
                </c:pt>
                <c:pt idx="1485">
                  <c:v>0.0909852957767</c:v>
                </c:pt>
                <c:pt idx="1486">
                  <c:v>0.0902779019733</c:v>
                </c:pt>
                <c:pt idx="1487">
                  <c:v>0.089578135686</c:v>
                </c:pt>
                <c:pt idx="1488">
                  <c:v>0.0888858993635</c:v>
                </c:pt>
                <c:pt idx="1489">
                  <c:v>0.0882010967369</c:v>
                </c:pt>
                <c:pt idx="1490">
                  <c:v>0.0875236328077</c:v>
                </c:pt>
                <c:pt idx="1491">
                  <c:v>0.086853413835</c:v>
                </c:pt>
                <c:pt idx="1492">
                  <c:v>0.0861903473237</c:v>
                </c:pt>
                <c:pt idx="1493">
                  <c:v>0.0855343420114</c:v>
                </c:pt>
                <c:pt idx="1494">
                  <c:v>0.0848853078559</c:v>
                </c:pt>
                <c:pt idx="1495">
                  <c:v>0.0842431560223</c:v>
                </c:pt>
                <c:pt idx="1496">
                  <c:v>0.0836077988703</c:v>
                </c:pt>
                <c:pt idx="1497">
                  <c:v>0.0829791499407</c:v>
                </c:pt>
                <c:pt idx="1498">
                  <c:v>0.0823571239428</c:v>
                </c:pt>
                <c:pt idx="1499">
                  <c:v>0.0817416367408</c:v>
                </c:pt>
                <c:pt idx="1500">
                  <c:v>0.0811326053411</c:v>
                </c:pt>
                <c:pt idx="1501">
                  <c:v>0.0805299478787</c:v>
                </c:pt>
                <c:pt idx="1502">
                  <c:v>0.0799335836041</c:v>
                </c:pt>
                <c:pt idx="1503">
                  <c:v>0.0793434328703</c:v>
                </c:pt>
                <c:pt idx="1504">
                  <c:v>0.0787594171191</c:v>
                </c:pt>
                <c:pt idx="1505">
                  <c:v>0.0781814588685</c:v>
                </c:pt>
                <c:pt idx="1506">
                  <c:v>0.0776094816987</c:v>
                </c:pt>
                <c:pt idx="1507">
                  <c:v>0.07704341024</c:v>
                </c:pt>
                <c:pt idx="1508">
                  <c:v>0.0764831701585</c:v>
                </c:pt>
                <c:pt idx="1509">
                  <c:v>0.0759286881442</c:v>
                </c:pt>
                <c:pt idx="1510">
                  <c:v>0.0753798918971</c:v>
                </c:pt>
                <c:pt idx="1511">
                  <c:v>0.0748367101147</c:v>
                </c:pt>
                <c:pt idx="1512">
                  <c:v>0.0742990724789</c:v>
                </c:pt>
                <c:pt idx="1513">
                  <c:v>0.0737669096436</c:v>
                </c:pt>
                <c:pt idx="1514">
                  <c:v>0.0732401532212</c:v>
                </c:pt>
                <c:pt idx="1515">
                  <c:v>0.0727187357708</c:v>
                </c:pt>
                <c:pt idx="1516">
                  <c:v>0.0722025907852</c:v>
                </c:pt>
                <c:pt idx="1517">
                  <c:v>0.0716916526784</c:v>
                </c:pt>
                <c:pt idx="1518">
                  <c:v>0.0711858567734</c:v>
                </c:pt>
                <c:pt idx="1519">
                  <c:v>0.0706851392899</c:v>
                </c:pt>
                <c:pt idx="1520">
                  <c:v>0.0701894373319</c:v>
                </c:pt>
                <c:pt idx="1521">
                  <c:v>0.0696986888761</c:v>
                </c:pt>
                <c:pt idx="1522">
                  <c:v>0.0692128327595</c:v>
                </c:pt>
                <c:pt idx="1523">
                  <c:v>0.0687318086678</c:v>
                </c:pt>
                <c:pt idx="1524">
                  <c:v>0.0682555571236</c:v>
                </c:pt>
                <c:pt idx="1525">
                  <c:v>0.0677840194747</c:v>
                </c:pt>
                <c:pt idx="1526">
                  <c:v>0.0673171378829</c:v>
                </c:pt>
                <c:pt idx="1527">
                  <c:v>0.0668548553122</c:v>
                </c:pt>
                <c:pt idx="1528">
                  <c:v>0.0663971155178</c:v>
                </c:pt>
                <c:pt idx="1529">
                  <c:v>0.065943863035</c:v>
                </c:pt>
                <c:pt idx="1530">
                  <c:v>0.0654950431681</c:v>
                </c:pt>
                <c:pt idx="1531">
                  <c:v>0.0650506019793</c:v>
                </c:pt>
                <c:pt idx="1532">
                  <c:v>0.0646104862783</c:v>
                </c:pt>
                <c:pt idx="1533">
                  <c:v>0.0641746436115</c:v>
                </c:pt>
                <c:pt idx="1534">
                  <c:v>0.0637430222514</c:v>
                </c:pt>
                <c:pt idx="1535">
                  <c:v>0.0633155711862</c:v>
                </c:pt>
                <c:pt idx="1536">
                  <c:v>0.0628922401097</c:v>
                </c:pt>
                <c:pt idx="1537">
                  <c:v>0.0624729794109</c:v>
                </c:pt>
                <c:pt idx="1538">
                  <c:v>0.0620577401643</c:v>
                </c:pt>
                <c:pt idx="1539">
                  <c:v>0.0616464741198</c:v>
                </c:pt>
                <c:pt idx="1540">
                  <c:v>0.0612391336928</c:v>
                </c:pt>
                <c:pt idx="1541">
                  <c:v>0.0608356719548</c:v>
                </c:pt>
                <c:pt idx="1542">
                  <c:v>0.0604360426238</c:v>
                </c:pt>
                <c:pt idx="1543">
                  <c:v>0.060040200055</c:v>
                </c:pt>
                <c:pt idx="1544">
                  <c:v>0.059648099231</c:v>
                </c:pt>
                <c:pt idx="1545">
                  <c:v>0.0592596957536</c:v>
                </c:pt>
                <c:pt idx="1546">
                  <c:v>0.0588749458338</c:v>
                </c:pt>
                <c:pt idx="1547">
                  <c:v>0.0584938062836</c:v>
                </c:pt>
                <c:pt idx="1548">
                  <c:v>0.0581162345067</c:v>
                </c:pt>
                <c:pt idx="1549">
                  <c:v>0.0577421884903</c:v>
                </c:pt>
                <c:pt idx="1550">
                  <c:v>0.057371626796</c:v>
                </c:pt>
                <c:pt idx="1551">
                  <c:v>0.0570045085521</c:v>
                </c:pt>
                <c:pt idx="1552">
                  <c:v>0.0566407934445</c:v>
                </c:pt>
                <c:pt idx="1553">
                  <c:v>0.056280441709</c:v>
                </c:pt>
                <c:pt idx="1554">
                  <c:v>0.0559234141232</c:v>
                </c:pt>
                <c:pt idx="1555">
                  <c:v>0.0555696719983</c:v>
                </c:pt>
                <c:pt idx="1556">
                  <c:v>0.0552191771713</c:v>
                </c:pt>
                <c:pt idx="1557">
                  <c:v>0.0548718919975</c:v>
                </c:pt>
                <c:pt idx="1558">
                  <c:v>0.0545277793425</c:v>
                </c:pt>
                <c:pt idx="1559">
                  <c:v>0.0541868025752</c:v>
                </c:pt>
                <c:pt idx="1560">
                  <c:v>0.0538489255597</c:v>
                </c:pt>
                <c:pt idx="1561">
                  <c:v>0.0535141126485</c:v>
                </c:pt>
                <c:pt idx="1562">
                  <c:v>0.0531823286751</c:v>
                </c:pt>
                <c:pt idx="1563">
                  <c:v>0.0528535389472</c:v>
                </c:pt>
                <c:pt idx="1564">
                  <c:v>0.0525277092392</c:v>
                </c:pt>
                <c:pt idx="1565">
                  <c:v>0.0522048057857</c:v>
                </c:pt>
                <c:pt idx="1566">
                  <c:v>0.0518847952747</c:v>
                </c:pt>
                <c:pt idx="1567">
                  <c:v>0.0515676448406</c:v>
                </c:pt>
                <c:pt idx="1568">
                  <c:v>0.051253322058</c:v>
                </c:pt>
                <c:pt idx="1569">
                  <c:v>0.0509417949351</c:v>
                </c:pt>
                <c:pt idx="1570">
                  <c:v>0.0506330319072</c:v>
                </c:pt>
                <c:pt idx="1571">
                  <c:v>0.0503270018305</c:v>
                </c:pt>
                <c:pt idx="1572">
                  <c:v>0.0500236739757</c:v>
                </c:pt>
                <c:pt idx="1573">
                  <c:v>0.0497230180225</c:v>
                </c:pt>
                <c:pt idx="1574">
                  <c:v>0.0494250040527</c:v>
                </c:pt>
                <c:pt idx="1575">
                  <c:v>0.049129602545</c:v>
                </c:pt>
                <c:pt idx="1576">
                  <c:v>0.0488367843688</c:v>
                </c:pt>
                <c:pt idx="1577">
                  <c:v>0.0485465207787</c:v>
                </c:pt>
                <c:pt idx="1578">
                  <c:v>0.0482587834085</c:v>
                </c:pt>
                <c:pt idx="1579">
                  <c:v>0.0479735442661</c:v>
                </c:pt>
                <c:pt idx="1580">
                  <c:v>0.0476907757276</c:v>
                </c:pt>
                <c:pt idx="1581">
                  <c:v>0.047410450532</c:v>
                </c:pt>
                <c:pt idx="1582">
                  <c:v>0.047132541776</c:v>
                </c:pt>
                <c:pt idx="1583">
                  <c:v>0.0468570229088</c:v>
                </c:pt>
                <c:pt idx="1584">
                  <c:v>0.0465838677266</c:v>
                </c:pt>
                <c:pt idx="1585">
                  <c:v>0.046313050368</c:v>
                </c:pt>
                <c:pt idx="1586">
                  <c:v>0.0460445453087</c:v>
                </c:pt>
                <c:pt idx="1587">
                  <c:v>0.0457783273565</c:v>
                </c:pt>
                <c:pt idx="1588">
                  <c:v>0.0455143716468</c:v>
                </c:pt>
                <c:pt idx="1589">
                  <c:v>0.0452526536375</c:v>
                </c:pt>
                <c:pt idx="1590">
                  <c:v>0.0449931491044</c:v>
                </c:pt>
                <c:pt idx="1591">
                  <c:v>0.0447358341368</c:v>
                </c:pt>
                <c:pt idx="1592">
                  <c:v>0.0444806851324</c:v>
                </c:pt>
                <c:pt idx="1593">
                  <c:v>0.0442276787934</c:v>
                </c:pt>
                <c:pt idx="1594">
                  <c:v>0.0439767921219</c:v>
                </c:pt>
                <c:pt idx="1595">
                  <c:v>0.0437280024153</c:v>
                </c:pt>
                <c:pt idx="1596">
                  <c:v>0.0434812872622</c:v>
                </c:pt>
                <c:pt idx="1597">
                  <c:v>0.0432366245385</c:v>
                </c:pt>
                <c:pt idx="1598">
                  <c:v>0.0429939924027</c:v>
                </c:pt>
                <c:pt idx="1599">
                  <c:v>0.042753369292</c:v>
                </c:pt>
                <c:pt idx="1600">
                  <c:v>0.0425147339186</c:v>
                </c:pt>
                <c:pt idx="1601">
                  <c:v>0.0422780652653</c:v>
                </c:pt>
                <c:pt idx="1602">
                  <c:v>0.0420433425819</c:v>
                </c:pt>
                <c:pt idx="1603">
                  <c:v>0.0418105453812</c:v>
                </c:pt>
                <c:pt idx="1604">
                  <c:v>0.0415796534354</c:v>
                </c:pt>
                <c:pt idx="1605">
                  <c:v>0.041350646772</c:v>
                </c:pt>
                <c:pt idx="1606">
                  <c:v>0.0411235056706</c:v>
                </c:pt>
                <c:pt idx="1607">
                  <c:v>0.0408982106591</c:v>
                </c:pt>
                <c:pt idx="1608">
                  <c:v>0.04067474251</c:v>
                </c:pt>
                <c:pt idx="1609">
                  <c:v>0.0404530822373</c:v>
                </c:pt>
                <c:pt idx="1610">
                  <c:v>0.0402332110926</c:v>
                </c:pt>
                <c:pt idx="1611">
                  <c:v>0.040015110562</c:v>
                </c:pt>
                <c:pt idx="1612">
                  <c:v>0.0397987623626</c:v>
                </c:pt>
                <c:pt idx="1613">
                  <c:v>0.0395841484395</c:v>
                </c:pt>
                <c:pt idx="1614">
                  <c:v>0.0393712509622</c:v>
                </c:pt>
                <c:pt idx="1615">
                  <c:v>0.0391600523218</c:v>
                </c:pt>
                <c:pt idx="1616">
                  <c:v>0.0389505351274</c:v>
                </c:pt>
                <c:pt idx="1617">
                  <c:v>0.0387426822034</c:v>
                </c:pt>
                <c:pt idx="1618">
                  <c:v>0.0385364765865</c:v>
                </c:pt>
                <c:pt idx="1619">
                  <c:v>0.0383319015223</c:v>
                </c:pt>
                <c:pt idx="1620">
                  <c:v>0.0381289404628</c:v>
                </c:pt>
                <c:pt idx="1621">
                  <c:v>0.0379275770631</c:v>
                </c:pt>
                <c:pt idx="1622">
                  <c:v>0.0377277951791</c:v>
                </c:pt>
                <c:pt idx="1623">
                  <c:v>0.037529578864</c:v>
                </c:pt>
                <c:pt idx="1624">
                  <c:v>0.0373329123661</c:v>
                </c:pt>
                <c:pt idx="1625">
                  <c:v>0.0371377801257</c:v>
                </c:pt>
                <c:pt idx="1626">
                  <c:v>0.0369441667728</c:v>
                </c:pt>
                <c:pt idx="1627">
                  <c:v>0.036752057124</c:v>
                </c:pt>
                <c:pt idx="1628">
                  <c:v>0.0365614361803</c:v>
                </c:pt>
                <c:pt idx="1629">
                  <c:v>0.0363722891243</c:v>
                </c:pt>
                <c:pt idx="1630">
                  <c:v>0.0361846013178</c:v>
                </c:pt>
                <c:pt idx="1631">
                  <c:v>0.0359983582991</c:v>
                </c:pt>
                <c:pt idx="1632">
                  <c:v>0.0358135457811</c:v>
                </c:pt>
                <c:pt idx="1633">
                  <c:v>0.0356301496482</c:v>
                </c:pt>
                <c:pt idx="1634">
                  <c:v>0.0354481559544</c:v>
                </c:pt>
                <c:pt idx="1635">
                  <c:v>0.0352675509207</c:v>
                </c:pt>
                <c:pt idx="1636">
                  <c:v>0.035088320933</c:v>
                </c:pt>
                <c:pt idx="1637">
                  <c:v>0.0349104525397</c:v>
                </c:pt>
                <c:pt idx="1638">
                  <c:v>0.0347339324497</c:v>
                </c:pt>
                <c:pt idx="1639">
                  <c:v>0.0345587475299</c:v>
                </c:pt>
                <c:pt idx="1640">
                  <c:v>0.034384884803</c:v>
                </c:pt>
                <c:pt idx="1641">
                  <c:v>0.0342123314459</c:v>
                </c:pt>
                <c:pt idx="1642">
                  <c:v>0.034041074787</c:v>
                </c:pt>
                <c:pt idx="1643">
                  <c:v>0.0338711023045</c:v>
                </c:pt>
                <c:pt idx="1644">
                  <c:v>0.0337024016241</c:v>
                </c:pt>
                <c:pt idx="1645">
                  <c:v>0.0335349605173</c:v>
                </c:pt>
                <c:pt idx="1646">
                  <c:v>0.0333687668992</c:v>
                </c:pt>
                <c:pt idx="1647">
                  <c:v>0.0332038088266</c:v>
                </c:pt>
                <c:pt idx="1648">
                  <c:v>0.0330400744962</c:v>
                </c:pt>
                <c:pt idx="1649">
                  <c:v>0.0328775522426</c:v>
                </c:pt>
                <c:pt idx="1650">
                  <c:v>0.0327162305364</c:v>
                </c:pt>
                <c:pt idx="1651">
                  <c:v>0.0325560979827</c:v>
                </c:pt>
                <c:pt idx="1652">
                  <c:v>0.0323971433186</c:v>
                </c:pt>
                <c:pt idx="1653">
                  <c:v>0.0322393554123</c:v>
                </c:pt>
                <c:pt idx="1654">
                  <c:v>0.0320827232607</c:v>
                </c:pt>
                <c:pt idx="1655">
                  <c:v>0.031927235988</c:v>
                </c:pt>
                <c:pt idx="1656">
                  <c:v>0.0317728828439</c:v>
                </c:pt>
                <c:pt idx="1657">
                  <c:v>0.0316196532019</c:v>
                </c:pt>
                <c:pt idx="1658">
                  <c:v>0.0314675365577</c:v>
                </c:pt>
                <c:pt idx="1659">
                  <c:v>0.0313165225276</c:v>
                </c:pt>
                <c:pt idx="1660">
                  <c:v>0.0311666008469</c:v>
                </c:pt>
                <c:pt idx="1661">
                  <c:v>0.0310177613682</c:v>
                </c:pt>
                <c:pt idx="1662">
                  <c:v>0.0308699940601</c:v>
                </c:pt>
                <c:pt idx="1663">
                  <c:v>0.0307232890055</c:v>
                </c:pt>
                <c:pt idx="1664">
                  <c:v>0.0305776364</c:v>
                </c:pt>
                <c:pt idx="1665">
                  <c:v>0.0304330265507</c:v>
                </c:pt>
                <c:pt idx="1666">
                  <c:v>0.0302894498745</c:v>
                </c:pt>
                <c:pt idx="1667">
                  <c:v>0.0301468968968</c:v>
                </c:pt>
                <c:pt idx="1668">
                  <c:v>0.03000535825</c:v>
                </c:pt>
                <c:pt idx="1669">
                  <c:v>0.0298648246722</c:v>
                </c:pt>
                <c:pt idx="1670">
                  <c:v>0.0297252870057</c:v>
                </c:pt>
                <c:pt idx="1671">
                  <c:v>0.0295867361956</c:v>
                </c:pt>
                <c:pt idx="1672">
                  <c:v>0.0294491632889</c:v>
                </c:pt>
                <c:pt idx="1673">
                  <c:v>0.0293125594324</c:v>
                </c:pt>
                <c:pt idx="1674">
                  <c:v>0.0291769158723</c:v>
                </c:pt>
                <c:pt idx="1675">
                  <c:v>0.0290422239523</c:v>
                </c:pt>
                <c:pt idx="1676">
                  <c:v>0.0289084751124</c:v>
                </c:pt>
                <c:pt idx="1677">
                  <c:v>0.0287756608879</c:v>
                </c:pt>
                <c:pt idx="1678">
                  <c:v>0.0286437729082</c:v>
                </c:pt>
                <c:pt idx="1679">
                  <c:v>0.0285128028952</c:v>
                </c:pt>
                <c:pt idx="1680">
                  <c:v>0.0283827426626</c:v>
                </c:pt>
                <c:pt idx="1681">
                  <c:v>0.0282535841142</c:v>
                </c:pt>
                <c:pt idx="1682">
                  <c:v>0.0281253192435</c:v>
                </c:pt>
                <c:pt idx="1683">
                  <c:v>0.0279979401317</c:v>
                </c:pt>
                <c:pt idx="1684">
                  <c:v>0.0278714389472</c:v>
                </c:pt>
                <c:pt idx="1685">
                  <c:v>0.0277458079441</c:v>
                </c:pt>
                <c:pt idx="1686">
                  <c:v>0.0276210394617</c:v>
                </c:pt>
                <c:pt idx="1687">
                  <c:v>0.0274971259226</c:v>
                </c:pt>
                <c:pt idx="1688">
                  <c:v>0.0273740598323</c:v>
                </c:pt>
                <c:pt idx="1689">
                  <c:v>0.0272518337779</c:v>
                </c:pt>
                <c:pt idx="1690">
                  <c:v>0.0271304404271</c:v>
                </c:pt>
                <c:pt idx="1691">
                  <c:v>0.0270098725271</c:v>
                </c:pt>
                <c:pt idx="1692">
                  <c:v>0.0268901229039</c:v>
                </c:pt>
                <c:pt idx="1693">
                  <c:v>0.0267711844609</c:v>
                </c:pt>
                <c:pt idx="1694">
                  <c:v>0.0266530501783</c:v>
                </c:pt>
                <c:pt idx="1695">
                  <c:v>0.026535713112</c:v>
                </c:pt>
                <c:pt idx="1696">
                  <c:v>0.0264191663925</c:v>
                </c:pt>
                <c:pt idx="1697">
                  <c:v>0.0263034032243</c:v>
                </c:pt>
                <c:pt idx="1698">
                  <c:v>0.0261884168847</c:v>
                </c:pt>
                <c:pt idx="1699">
                  <c:v>0.026074200723</c:v>
                </c:pt>
                <c:pt idx="1700">
                  <c:v>0.0259607481596</c:v>
                </c:pt>
                <c:pt idx="1701">
                  <c:v>0.0258480526854</c:v>
                </c:pt>
                <c:pt idx="1702">
                  <c:v>0.0257361078603</c:v>
                </c:pt>
                <c:pt idx="1703">
                  <c:v>0.0256249073129</c:v>
                </c:pt>
                <c:pt idx="1704">
                  <c:v>0.0255144447396</c:v>
                </c:pt>
                <c:pt idx="1705">
                  <c:v>0.0254047139034</c:v>
                </c:pt>
                <c:pt idx="1706">
                  <c:v>0.0252957086337</c:v>
                </c:pt>
                <c:pt idx="1707">
                  <c:v>0.0251874228247</c:v>
                </c:pt>
                <c:pt idx="1708">
                  <c:v>0.0250798504354</c:v>
                </c:pt>
                <c:pt idx="1709">
                  <c:v>0.0249729854883</c:v>
                </c:pt>
                <c:pt idx="1710">
                  <c:v>0.0248668220688</c:v>
                </c:pt>
                <c:pt idx="1711">
                  <c:v>0.0247613543245</c:v>
                </c:pt>
                <c:pt idx="1712">
                  <c:v>0.0246565764642</c:v>
                </c:pt>
                <c:pt idx="1713">
                  <c:v>0.0245524827577</c:v>
                </c:pt>
                <c:pt idx="1714">
                  <c:v>0.0244490675343</c:v>
                </c:pt>
                <c:pt idx="1715">
                  <c:v>0.0243463251827</c:v>
                </c:pt>
                <c:pt idx="1716">
                  <c:v>0.0242442501501</c:v>
                </c:pt>
                <c:pt idx="1717">
                  <c:v>0.0241428369415</c:v>
                </c:pt>
                <c:pt idx="1718">
                  <c:v>0.0240420801188</c:v>
                </c:pt>
                <c:pt idx="1719">
                  <c:v>0.0239419743005</c:v>
                </c:pt>
                <c:pt idx="1720">
                  <c:v>0.0238425141608</c:v>
                </c:pt>
                <c:pt idx="1721">
                  <c:v>0.0237436944289</c:v>
                </c:pt>
                <c:pt idx="1722">
                  <c:v>0.0236455098886</c:v>
                </c:pt>
                <c:pt idx="1723">
                  <c:v>0.0235479553774</c:v>
                </c:pt>
                <c:pt idx="1724">
                  <c:v>0.0234510257858</c:v>
                </c:pt>
                <c:pt idx="1725">
                  <c:v>0.0233547160571</c:v>
                </c:pt>
                <c:pt idx="1726">
                  <c:v>0.0232590211864</c:v>
                </c:pt>
                <c:pt idx="1727">
                  <c:v>0.0231639362199</c:v>
                </c:pt>
                <c:pt idx="1728">
                  <c:v>0.0230694562547</c:v>
                </c:pt>
                <c:pt idx="1729">
                  <c:v>0.0229755764382</c:v>
                </c:pt>
                <c:pt idx="1730">
                  <c:v>0.0228822919668</c:v>
                </c:pt>
                <c:pt idx="1731">
                  <c:v>0.0227895980864</c:v>
                </c:pt>
                <c:pt idx="1732">
                  <c:v>0.0226974900908</c:v>
                </c:pt>
                <c:pt idx="1733">
                  <c:v>0.0226059633221</c:v>
                </c:pt>
                <c:pt idx="1734">
                  <c:v>0.0225150131692</c:v>
                </c:pt>
                <c:pt idx="1735">
                  <c:v>0.022424635068</c:v>
                </c:pt>
                <c:pt idx="1736">
                  <c:v>0.0223348245006</c:v>
                </c:pt>
                <c:pt idx="1737">
                  <c:v>0.0222455769945</c:v>
                </c:pt>
                <c:pt idx="1738">
                  <c:v>0.0221568881226</c:v>
                </c:pt>
                <c:pt idx="1739">
                  <c:v>0.0220687535023</c:v>
                </c:pt>
                <c:pt idx="1740">
                  <c:v>0.0219811687952</c:v>
                </c:pt>
                <c:pt idx="1741">
                  <c:v>0.0218941297062</c:v>
                </c:pt>
                <c:pt idx="1742">
                  <c:v>0.0218076319837</c:v>
                </c:pt>
                <c:pt idx="1743">
                  <c:v>0.0217216714184</c:v>
                </c:pt>
                <c:pt idx="1744">
                  <c:v>0.0216362438433</c:v>
                </c:pt>
                <c:pt idx="1745">
                  <c:v>0.0215513451331</c:v>
                </c:pt>
                <c:pt idx="1746">
                  <c:v>0.0214669712034</c:v>
                </c:pt>
                <c:pt idx="1747">
                  <c:v>0.021383118011</c:v>
                </c:pt>
                <c:pt idx="1748">
                  <c:v>0.0212997815525</c:v>
                </c:pt>
                <c:pt idx="1749">
                  <c:v>0.0212169578645</c:v>
                </c:pt>
                <c:pt idx="1750">
                  <c:v>0.0211346430232</c:v>
                </c:pt>
                <c:pt idx="1751">
                  <c:v>0.0210528331432</c:v>
                </c:pt>
                <c:pt idx="1752">
                  <c:v>0.0209715243781</c:v>
                </c:pt>
                <c:pt idx="1753">
                  <c:v>0.0208907129194</c:v>
                </c:pt>
                <c:pt idx="1754">
                  <c:v>0.0208103949961</c:v>
                </c:pt>
                <c:pt idx="1755">
                  <c:v>0.0207305668747</c:v>
                </c:pt>
                <c:pt idx="1756">
                  <c:v>0.0206512248583</c:v>
                </c:pt>
                <c:pt idx="1757">
                  <c:v>0.0205723652865</c:v>
                </c:pt>
                <c:pt idx="1758">
                  <c:v>0.0204939845349</c:v>
                </c:pt>
                <c:pt idx="1759">
                  <c:v>0.0204160790149</c:v>
                </c:pt>
                <c:pt idx="1760">
                  <c:v>0.0203386451728</c:v>
                </c:pt>
                <c:pt idx="1761">
                  <c:v>0.02026167949</c:v>
                </c:pt>
                <c:pt idx="1762">
                  <c:v>0.0201851784823</c:v>
                </c:pt>
                <c:pt idx="1763">
                  <c:v>0.0201091386996</c:v>
                </c:pt>
                <c:pt idx="1764">
                  <c:v>0.0200335567255</c:v>
                </c:pt>
                <c:pt idx="1765">
                  <c:v>0.0199584291771</c:v>
                </c:pt>
                <c:pt idx="1766">
                  <c:v>0.0198837527042</c:v>
                </c:pt>
                <c:pt idx="1767">
                  <c:v>0.0198095239896</c:v>
                </c:pt>
                <c:pt idx="1768">
                  <c:v>0.0197357397483</c:v>
                </c:pt>
                <c:pt idx="1769">
                  <c:v>0.019662396727</c:v>
                </c:pt>
                <c:pt idx="1770">
                  <c:v>0.0195894917044</c:v>
                </c:pt>
                <c:pt idx="1771">
                  <c:v>0.0195170214903</c:v>
                </c:pt>
                <c:pt idx="1772">
                  <c:v>0.0194449829253</c:v>
                </c:pt>
                <c:pt idx="1773">
                  <c:v>0.019373372881</c:v>
                </c:pt>
                <c:pt idx="1774">
                  <c:v>0.0193021882588</c:v>
                </c:pt>
                <c:pt idx="1775">
                  <c:v>0.0192314259906</c:v>
                </c:pt>
                <c:pt idx="1776">
                  <c:v>0.0191610830375</c:v>
                </c:pt>
                <c:pt idx="1777">
                  <c:v>0.0190911563903</c:v>
                </c:pt>
                <c:pt idx="1778">
                  <c:v>0.0190216430687</c:v>
                </c:pt>
                <c:pt idx="1779">
                  <c:v>0.0189525401211</c:v>
                </c:pt>
                <c:pt idx="1780">
                  <c:v>0.0188838446244</c:v>
                </c:pt>
                <c:pt idx="1781">
                  <c:v>0.0188155536838</c:v>
                </c:pt>
                <c:pt idx="1782">
                  <c:v>0.018747664432</c:v>
                </c:pt>
                <c:pt idx="1783">
                  <c:v>0.0186801740297</c:v>
                </c:pt>
                <c:pt idx="1784">
                  <c:v>0.0186130796645</c:v>
                </c:pt>
                <c:pt idx="1785">
                  <c:v>0.0185463785513</c:v>
                </c:pt>
                <c:pt idx="1786">
                  <c:v>0.0184800679317</c:v>
                </c:pt>
                <c:pt idx="1787">
                  <c:v>0.0184141450736</c:v>
                </c:pt>
                <c:pt idx="1788">
                  <c:v>0.0183486072712</c:v>
                </c:pt>
                <c:pt idx="1789">
                  <c:v>0.0182834518446</c:v>
                </c:pt>
                <c:pt idx="1790">
                  <c:v>0.0182186761398</c:v>
                </c:pt>
                <c:pt idx="1791">
                  <c:v>0.0181542775278</c:v>
                </c:pt>
                <c:pt idx="1792">
                  <c:v>0.0180902534051</c:v>
                </c:pt>
                <c:pt idx="1793">
                  <c:v>0.0180266011929</c:v>
                </c:pt>
                <c:pt idx="1794">
                  <c:v>0.0179633183371</c:v>
                </c:pt>
                <c:pt idx="1795">
                  <c:v>0.0179004023083</c:v>
                </c:pt>
                <c:pt idx="1796">
                  <c:v>0.0178378506008</c:v>
                </c:pt>
                <c:pt idx="1797">
                  <c:v>0.0177756607331</c:v>
                </c:pt>
                <c:pt idx="1798">
                  <c:v>0.0177138302474</c:v>
                </c:pt>
                <c:pt idx="1799">
                  <c:v>0.0176523567094</c:v>
                </c:pt>
                <c:pt idx="1800">
                  <c:v>0.0175912377079</c:v>
                </c:pt>
                <c:pt idx="1801">
                  <c:v>0.0175304708549</c:v>
                </c:pt>
                <c:pt idx="1802">
                  <c:v>0.0174700537849</c:v>
                </c:pt>
                <c:pt idx="1803">
                  <c:v>0.0174099841553</c:v>
                </c:pt>
                <c:pt idx="1804">
                  <c:v>0.0173502596457</c:v>
                </c:pt>
                <c:pt idx="1805">
                  <c:v>0.0172908779578</c:v>
                </c:pt>
                <c:pt idx="1806">
                  <c:v>0.0172318368152</c:v>
                </c:pt>
                <c:pt idx="1807">
                  <c:v>0.0171731339636</c:v>
                </c:pt>
                <c:pt idx="1808">
                  <c:v>0.0171147671696</c:v>
                </c:pt>
                <c:pt idx="1809">
                  <c:v>0.0170567342216</c:v>
                </c:pt>
                <c:pt idx="1810">
                  <c:v>0.0169990329289</c:v>
                </c:pt>
                <c:pt idx="1811">
                  <c:v>0.0169416611218</c:v>
                </c:pt>
                <c:pt idx="1812">
                  <c:v>0.0168846166513</c:v>
                </c:pt>
                <c:pt idx="1813">
                  <c:v>0.0168278973889</c:v>
                </c:pt>
                <c:pt idx="1814">
                  <c:v>0.0167715012264</c:v>
                </c:pt>
                <c:pt idx="1815">
                  <c:v>0.0167154260758</c:v>
                </c:pt>
                <c:pt idx="1816">
                  <c:v>0.0166596698692</c:v>
                </c:pt>
                <c:pt idx="1817">
                  <c:v>0.0166042305582</c:v>
                </c:pt>
                <c:pt idx="1818">
                  <c:v>0.0165491061143</c:v>
                </c:pt>
                <c:pt idx="1819">
                  <c:v>0.0164942945283</c:v>
                </c:pt>
                <c:pt idx="1820">
                  <c:v>0.0164397938101</c:v>
                </c:pt>
                <c:pt idx="1821">
                  <c:v>0.0163856019891</c:v>
                </c:pt>
                <c:pt idx="1822">
                  <c:v>0.0163317171131</c:v>
                </c:pt>
                <c:pt idx="1823">
                  <c:v>0.016278137249</c:v>
                </c:pt>
                <c:pt idx="1824">
                  <c:v>0.0162248604823</c:v>
                </c:pt>
                <c:pt idx="1825">
                  <c:v>0.0161718849166</c:v>
                </c:pt>
                <c:pt idx="1826">
                  <c:v>0.0161192086741</c:v>
                </c:pt>
                <c:pt idx="1827">
                  <c:v>0.0160668298949</c:v>
                </c:pt>
                <c:pt idx="1828">
                  <c:v>0.0160147467371</c:v>
                </c:pt>
                <c:pt idx="1829">
                  <c:v>0.0159629573767</c:v>
                </c:pt>
                <c:pt idx="1830">
                  <c:v>0.0159114600071</c:v>
                </c:pt>
                <c:pt idx="1831">
                  <c:v>0.0158602528394</c:v>
                </c:pt>
                <c:pt idx="1832">
                  <c:v>0.015809334102</c:v>
                </c:pt>
                <c:pt idx="1833">
                  <c:v>0.0157587020403</c:v>
                </c:pt>
                <c:pt idx="1834">
                  <c:v>0.0157083549171</c:v>
                </c:pt>
                <c:pt idx="1835">
                  <c:v>0.0156582910119</c:v>
                </c:pt>
                <c:pt idx="1836">
                  <c:v>0.0156085086209</c:v>
                </c:pt>
                <c:pt idx="1837">
                  <c:v>0.0155590060571</c:v>
                </c:pt>
                <c:pt idx="1838">
                  <c:v>0.01550978165</c:v>
                </c:pt>
                <c:pt idx="1839">
                  <c:v>0.0154608337453</c:v>
                </c:pt>
                <c:pt idx="1840">
                  <c:v>0.0154121607052</c:v>
                </c:pt>
                <c:pt idx="1841">
                  <c:v>0.0153637609077</c:v>
                </c:pt>
                <c:pt idx="1842">
                  <c:v>0.0153156327471</c:v>
                </c:pt>
                <c:pt idx="1843">
                  <c:v>0.0152677746332</c:v>
                </c:pt>
                <c:pt idx="1844">
                  <c:v>0.0152201849919</c:v>
                </c:pt>
                <c:pt idx="1845">
                  <c:v>0.0151728622645</c:v>
                </c:pt>
                <c:pt idx="1846">
                  <c:v>0.0151258049078</c:v>
                </c:pt>
                <c:pt idx="1847">
                  <c:v>0.0150790113941</c:v>
                </c:pt>
                <c:pt idx="1848">
                  <c:v>0.0150324802108</c:v>
                </c:pt>
                <c:pt idx="1849">
                  <c:v>0.0149862098605</c:v>
                </c:pt>
                <c:pt idx="1850">
                  <c:v>0.0149401988609</c:v>
                </c:pt>
                <c:pt idx="1851">
                  <c:v>0.0148944457446</c:v>
                </c:pt>
                <c:pt idx="1852">
                  <c:v>0.0148489490589</c:v>
                </c:pt>
                <c:pt idx="1853">
                  <c:v>0.014803707366</c:v>
                </c:pt>
                <c:pt idx="1854">
                  <c:v>0.0147587192425</c:v>
                </c:pt>
                <c:pt idx="1855">
                  <c:v>0.0147139832797</c:v>
                </c:pt>
                <c:pt idx="1856">
                  <c:v>0.0146694980832</c:v>
                </c:pt>
                <c:pt idx="1857">
                  <c:v>0.0146252622728</c:v>
                </c:pt>
                <c:pt idx="1858">
                  <c:v>0.0145812744827</c:v>
                </c:pt>
                <c:pt idx="1859">
                  <c:v>0.0145375333611</c:v>
                </c:pt>
                <c:pt idx="1860">
                  <c:v>0.0144940375701</c:v>
                </c:pt>
                <c:pt idx="1861">
                  <c:v>0.014450785786</c:v>
                </c:pt>
                <c:pt idx="1862">
                  <c:v>0.0144077766987</c:v>
                </c:pt>
                <c:pt idx="1863">
                  <c:v>0.0143650090118</c:v>
                </c:pt>
                <c:pt idx="1864">
                  <c:v>0.0143224814427</c:v>
                </c:pt>
                <c:pt idx="1865">
                  <c:v>0.0142801927224</c:v>
                </c:pt>
                <c:pt idx="1866">
                  <c:v>0.0142381415951</c:v>
                </c:pt>
                <c:pt idx="1867">
                  <c:v>0.0141963268187</c:v>
                </c:pt>
                <c:pt idx="1868">
                  <c:v>0.0141547471643</c:v>
                </c:pt>
                <c:pt idx="1869">
                  <c:v>0.0141134014162</c:v>
                </c:pt>
                <c:pt idx="1870">
                  <c:v>0.0140722883718</c:v>
                </c:pt>
                <c:pt idx="1871">
                  <c:v>0.0140314068417</c:v>
                </c:pt>
                <c:pt idx="1872">
                  <c:v>0.0139907556494</c:v>
                </c:pt>
                <c:pt idx="1873">
                  <c:v>0.0139503336314</c:v>
                </c:pt>
                <c:pt idx="1874">
                  <c:v>0.0139101396372</c:v>
                </c:pt>
                <c:pt idx="1875">
                  <c:v>0.0138701725286</c:v>
                </c:pt>
                <c:pt idx="1876">
                  <c:v>0.0138304311807</c:v>
                </c:pt>
                <c:pt idx="1877">
                  <c:v>0.013790914481</c:v>
                </c:pt>
                <c:pt idx="1878">
                  <c:v>0.0137516213293</c:v>
                </c:pt>
                <c:pt idx="1879">
                  <c:v>0.0137125506385</c:v>
                </c:pt>
                <c:pt idx="1880">
                  <c:v>0.0136737013334</c:v>
                </c:pt>
                <c:pt idx="1881">
                  <c:v>0.0136350723516</c:v>
                </c:pt>
                <c:pt idx="1882">
                  <c:v>0.0135966626429</c:v>
                </c:pt>
                <c:pt idx="1883">
                  <c:v>0.0135584711692</c:v>
                </c:pt>
                <c:pt idx="1884">
                  <c:v>0.0135204969048</c:v>
                </c:pt>
                <c:pt idx="1885">
                  <c:v>0.0134827388363</c:v>
                </c:pt>
                <c:pt idx="1886">
                  <c:v>0.0134451959621</c:v>
                </c:pt>
                <c:pt idx="1887">
                  <c:v>0.0134078672929</c:v>
                </c:pt>
                <c:pt idx="1888">
                  <c:v>0.0133707518513</c:v>
                </c:pt>
                <c:pt idx="1889">
                  <c:v>0.0133338486718</c:v>
                </c:pt>
                <c:pt idx="1890">
                  <c:v>0.013297156801</c:v>
                </c:pt>
                <c:pt idx="1891">
                  <c:v>0.0132606752972</c:v>
                </c:pt>
                <c:pt idx="1892">
                  <c:v>0.0132244032305</c:v>
                </c:pt>
                <c:pt idx="1893">
                  <c:v>0.0131883396831</c:v>
                </c:pt>
                <c:pt idx="1894">
                  <c:v>0.0131524837484</c:v>
                </c:pt>
                <c:pt idx="1895">
                  <c:v>0.013116834532</c:v>
                </c:pt>
                <c:pt idx="1896">
                  <c:v>0.0130813911508</c:v>
                </c:pt>
                <c:pt idx="1897">
                  <c:v>0.0130461527335</c:v>
                </c:pt>
                <c:pt idx="1898">
                  <c:v>0.0130111184204</c:v>
                </c:pt>
                <c:pt idx="1899">
                  <c:v>0.0129762873633</c:v>
                </c:pt>
                <c:pt idx="1900">
                  <c:v>0.0129416587255</c:v>
                </c:pt>
                <c:pt idx="1901">
                  <c:v>0.0129072316817</c:v>
                </c:pt>
                <c:pt idx="1902">
                  <c:v>0.0128730054182</c:v>
                </c:pt>
                <c:pt idx="1903">
                  <c:v>0.0128389791327</c:v>
                </c:pt>
                <c:pt idx="1904">
                  <c:v>0.0128051520343</c:v>
                </c:pt>
                <c:pt idx="1905">
                  <c:v>0.0127715233434</c:v>
                </c:pt>
                <c:pt idx="1906">
                  <c:v>0.0127380922918</c:v>
                </c:pt>
                <c:pt idx="1907">
                  <c:v>0.0127048581227</c:v>
                </c:pt>
                <c:pt idx="1908">
                  <c:v>0.0126718200904</c:v>
                </c:pt>
                <c:pt idx="1909">
                  <c:v>0.0126389774607</c:v>
                </c:pt>
                <c:pt idx="1910">
                  <c:v>0.0126063295107</c:v>
                </c:pt>
                <c:pt idx="1911">
                  <c:v>0.0125738755284</c:v>
                </c:pt>
                <c:pt idx="1912">
                  <c:v>0.0125416148135</c:v>
                </c:pt>
                <c:pt idx="1913">
                  <c:v>0.0125095466766</c:v>
                </c:pt>
                <c:pt idx="1914">
                  <c:v>0.0124776704396</c:v>
                </c:pt>
                <c:pt idx="1915">
                  <c:v>0.0124459854356</c:v>
                </c:pt>
                <c:pt idx="1916">
                  <c:v>0.012414491009</c:v>
                </c:pt>
                <c:pt idx="1917">
                  <c:v>0.0123831865153</c:v>
                </c:pt>
                <c:pt idx="1918">
                  <c:v>0.0123520713211</c:v>
                </c:pt>
                <c:pt idx="1919">
                  <c:v>0.0123211448043</c:v>
                </c:pt>
                <c:pt idx="1920">
                  <c:v>0.0122904063539</c:v>
                </c:pt>
                <c:pt idx="1921">
                  <c:v>0.0122598553701</c:v>
                </c:pt>
                <c:pt idx="1922">
                  <c:v>0.0122294912642</c:v>
                </c:pt>
                <c:pt idx="1923">
                  <c:v>0.0121993134589</c:v>
                </c:pt>
                <c:pt idx="1924">
                  <c:v>0.0121693213877</c:v>
                </c:pt>
                <c:pt idx="1925">
                  <c:v>0.0121395144957</c:v>
                </c:pt>
                <c:pt idx="1926">
                  <c:v>0.0121098922389</c:v>
                </c:pt>
                <c:pt idx="1927">
                  <c:v>0.0120804540846</c:v>
                </c:pt>
                <c:pt idx="1928">
                  <c:v>0.0120511995112</c:v>
                </c:pt>
                <c:pt idx="1929">
                  <c:v>0.0120221280086</c:v>
                </c:pt>
                <c:pt idx="1930">
                  <c:v>0.0119932390775</c:v>
                </c:pt>
                <c:pt idx="1931">
                  <c:v>0.0119645322302</c:v>
                </c:pt>
                <c:pt idx="1932">
                  <c:v>0.0119360069901</c:v>
                </c:pt>
                <c:pt idx="1933">
                  <c:v>0.011907662892</c:v>
                </c:pt>
                <c:pt idx="1934">
                  <c:v>0.0118794994819</c:v>
                </c:pt>
                <c:pt idx="1935">
                  <c:v>0.011851516317</c:v>
                </c:pt>
                <c:pt idx="1936">
                  <c:v>0.0118237129661</c:v>
                </c:pt>
                <c:pt idx="1937">
                  <c:v>0.0117960890092</c:v>
                </c:pt>
                <c:pt idx="1938">
                  <c:v>0.0117686440378</c:v>
                </c:pt>
                <c:pt idx="1939">
                  <c:v>0.0117413776546</c:v>
                </c:pt>
                <c:pt idx="1940">
                  <c:v>0.011714289474</c:v>
                </c:pt>
                <c:pt idx="1941">
                  <c:v>0.0116873791218</c:v>
                </c:pt>
                <c:pt idx="1942">
                  <c:v>0.0116606462352</c:v>
                </c:pt>
                <c:pt idx="1943">
                  <c:v>0.0116340904631</c:v>
                </c:pt>
                <c:pt idx="1944">
                  <c:v>0.0116077114659</c:v>
                </c:pt>
                <c:pt idx="1945">
                  <c:v>0.0115815089156</c:v>
                </c:pt>
                <c:pt idx="1946">
                  <c:v>0.0115554824958</c:v>
                </c:pt>
                <c:pt idx="1947">
                  <c:v>0.0115296319021</c:v>
                </c:pt>
                <c:pt idx="1948">
                  <c:v>0.0115039568414</c:v>
                </c:pt>
                <c:pt idx="1949">
                  <c:v>0.0114784570328</c:v>
                </c:pt>
                <c:pt idx="1950">
                  <c:v>0.0114531322069</c:v>
                </c:pt>
                <c:pt idx="1951">
                  <c:v>0.0114279821063</c:v>
                </c:pt>
                <c:pt idx="1952">
                  <c:v>0.0114030064857</c:v>
                </c:pt>
                <c:pt idx="1953">
                  <c:v>0.0113782051115</c:v>
                </c:pt>
                <c:pt idx="1954">
                  <c:v>0.0113535777623</c:v>
                </c:pt>
                <c:pt idx="1955">
                  <c:v>0.0113291242287</c:v>
                </c:pt>
                <c:pt idx="1956">
                  <c:v>0.0113048443135</c:v>
                </c:pt>
                <c:pt idx="1957">
                  <c:v>0.0112807378317</c:v>
                </c:pt>
                <c:pt idx="1958">
                  <c:v>0.0112568046106</c:v>
                </c:pt>
                <c:pt idx="1959">
                  <c:v>0.0112330444896</c:v>
                </c:pt>
                <c:pt idx="1960">
                  <c:v>0.0112094573208</c:v>
                </c:pt>
                <c:pt idx="1961">
                  <c:v>0.0111860429686</c:v>
                </c:pt>
                <c:pt idx="1962">
                  <c:v>0.0111628013098</c:v>
                </c:pt>
                <c:pt idx="1963">
                  <c:v>0.0111397322339</c:v>
                </c:pt>
                <c:pt idx="1964">
                  <c:v>0.0111168356432</c:v>
                </c:pt>
                <c:pt idx="1965">
                  <c:v>0.0110941114524</c:v>
                </c:pt>
                <c:pt idx="1966">
                  <c:v>0.0110715595893</c:v>
                </c:pt>
                <c:pt idx="1967">
                  <c:v>0.0110491799944</c:v>
                </c:pt>
                <c:pt idx="1968">
                  <c:v>0.0110269726212</c:v>
                </c:pt>
                <c:pt idx="1969">
                  <c:v>0.0110049374362</c:v>
                </c:pt>
                <c:pt idx="1970">
                  <c:v>0.0109830744191</c:v>
                </c:pt>
                <c:pt idx="1971">
                  <c:v>0.0109613835627</c:v>
                </c:pt>
                <c:pt idx="1972">
                  <c:v>0.0109398648731</c:v>
                </c:pt>
                <c:pt idx="1973">
                  <c:v>0.0109185183697</c:v>
                </c:pt>
                <c:pt idx="1974">
                  <c:v>0.0108973440855</c:v>
                </c:pt>
                <c:pt idx="1975">
                  <c:v>0.0108763420669</c:v>
                </c:pt>
                <c:pt idx="1976">
                  <c:v>0.0108555123739</c:v>
                </c:pt>
                <c:pt idx="1977">
                  <c:v>0.0108348550804</c:v>
                </c:pt>
                <c:pt idx="1978">
                  <c:v>0.0108143702738</c:v>
                </c:pt>
                <c:pt idx="1979">
                  <c:v>0.0107940580558</c:v>
                </c:pt>
                <c:pt idx="1980">
                  <c:v>0.0107739185417</c:v>
                </c:pt>
                <c:pt idx="1981">
                  <c:v>0.0107539518611</c:v>
                </c:pt>
                <c:pt idx="1982">
                  <c:v>0.0107341581578</c:v>
                </c:pt>
                <c:pt idx="1983">
                  <c:v>0.0107145375898</c:v>
                </c:pt>
                <c:pt idx="1984">
                  <c:v>0.0106950903295</c:v>
                </c:pt>
                <c:pt idx="1985">
                  <c:v>0.010675816564</c:v>
                </c:pt>
                <c:pt idx="1986">
                  <c:v>0.0106567164947</c:v>
                </c:pt>
                <c:pt idx="1987">
                  <c:v>0.0106377903377</c:v>
                </c:pt>
                <c:pt idx="1988">
                  <c:v>0.0106190383243</c:v>
                </c:pt>
                <c:pt idx="1989">
                  <c:v>0.0106004607002</c:v>
                </c:pt>
                <c:pt idx="1990">
                  <c:v>0.0105820577265</c:v>
                </c:pt>
                <c:pt idx="1991">
                  <c:v>0.0105638296792</c:v>
                </c:pt>
                <c:pt idx="1992">
                  <c:v>0.0105457768497</c:v>
                </c:pt>
                <c:pt idx="1993">
                  <c:v>0.0105278995446</c:v>
                </c:pt>
                <c:pt idx="1994">
                  <c:v>0.010510198086</c:v>
                </c:pt>
                <c:pt idx="1995">
                  <c:v>0.0104926728115</c:v>
                </c:pt>
                <c:pt idx="1996">
                  <c:v>0.0104753240747</c:v>
                </c:pt>
                <c:pt idx="1997">
                  <c:v>0.0104581522445</c:v>
                </c:pt>
                <c:pt idx="1998">
                  <c:v>0.010441157706</c:v>
                </c:pt>
                <c:pt idx="1999">
                  <c:v>0.0104243408603</c:v>
                </c:pt>
                <c:pt idx="2000">
                  <c:v>0.0104077021246</c:v>
                </c:pt>
              </c:numCache>
            </c:numRef>
          </c:yVal>
        </c:ser>
        <c:ser>
          <c:idx val="1"/>
          <c:order val="1"/>
          <c:tx>
            <c:v>spin</c:v>
          </c:tx>
          <c:spPr>
            <a:ln xmlns:a="http://schemas.openxmlformats.org/drawingml/2006/main" w="15240">
              <a:solidFill>
                <a:srgbClr val="234F91"/>
              </a:solidFill>
              <a:prstDash val="dash"/>
            </a:ln>
          </c:spPr>
          <c:marker>
            <c:symbol val="none"/>
            <c:size val="5"/>
            <c:spPr>
              <a:solidFill xmlns:a="http://schemas.openxmlformats.org/drawingml/2006/main">
                <a:srgbClr val="234F91"/>
              </a:solidFill>
            </c:spPr>
          </c:marker>
          <c:xVal>
            <c:numRef>
              <c:f>'Chart Data'!$C$2:$C$2002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Data'!$D$2:$D$2002</c:f>
              <c:numCache>
                <c:formatCode>0.0</c:formatCode>
                <c:ptCount val="2001"/>
                <c:pt idx="0">
                  <c:v>0.00752620642883</c:v>
                </c:pt>
                <c:pt idx="1">
                  <c:v>0.00754195324381</c:v>
                </c:pt>
                <c:pt idx="2">
                  <c:v>0.00755774965113</c:v>
                </c:pt>
                <c:pt idx="3">
                  <c:v>0.00757359585962</c:v>
                </c:pt>
                <c:pt idx="4">
                  <c:v>0.00758949207923</c:v>
                </c:pt>
                <c:pt idx="5">
                  <c:v>0.007605438521</c:v>
                </c:pt>
                <c:pt idx="6">
                  <c:v>0.0076214353971</c:v>
                </c:pt>
                <c:pt idx="7">
                  <c:v>0.00763748292081</c:v>
                </c:pt>
                <c:pt idx="8">
                  <c:v>0.00765358130655</c:v>
                </c:pt>
                <c:pt idx="9">
                  <c:v>0.00766973076988</c:v>
                </c:pt>
                <c:pt idx="10">
                  <c:v>0.0076859315275</c:v>
                </c:pt>
                <c:pt idx="11">
                  <c:v>0.00770218379725</c:v>
                </c:pt>
                <c:pt idx="12">
                  <c:v>0.00771848779815</c:v>
                </c:pt>
                <c:pt idx="13">
                  <c:v>0.00773484375037</c:v>
                </c:pt>
                <c:pt idx="14">
                  <c:v>0.00775125187527</c:v>
                </c:pt>
                <c:pt idx="15">
                  <c:v>0.00776771239539</c:v>
                </c:pt>
                <c:pt idx="16">
                  <c:v>0.00778422553443</c:v>
                </c:pt>
                <c:pt idx="17">
                  <c:v>0.00780079151733</c:v>
                </c:pt>
                <c:pt idx="18">
                  <c:v>0.00781741057022</c:v>
                </c:pt>
                <c:pt idx="19">
                  <c:v>0.00783408292041</c:v>
                </c:pt>
                <c:pt idx="20">
                  <c:v>0.00785080879648</c:v>
                </c:pt>
                <c:pt idx="21">
                  <c:v>0.00786758842821</c:v>
                </c:pt>
                <c:pt idx="22">
                  <c:v>0.00788442204663</c:v>
                </c:pt>
                <c:pt idx="23">
                  <c:v>0.00790130988399</c:v>
                </c:pt>
                <c:pt idx="24">
                  <c:v>0.00791825217382</c:v>
                </c:pt>
                <c:pt idx="25">
                  <c:v>0.00793524915089</c:v>
                </c:pt>
                <c:pt idx="26">
                  <c:v>0.00795230105126</c:v>
                </c:pt>
                <c:pt idx="27">
                  <c:v>0.00796940811224</c:v>
                </c:pt>
                <c:pt idx="28">
                  <c:v>0.00798657057244</c:v>
                </c:pt>
                <c:pt idx="29">
                  <c:v>0.00800378867178</c:v>
                </c:pt>
                <c:pt idx="30">
                  <c:v>0.00802106265144</c:v>
                </c:pt>
                <c:pt idx="31">
                  <c:v>0.00803839275395</c:v>
                </c:pt>
                <c:pt idx="32">
                  <c:v>0.00805577922314</c:v>
                </c:pt>
                <c:pt idx="33">
                  <c:v>0.00807322230417</c:v>
                </c:pt>
                <c:pt idx="34">
                  <c:v>0.00809072224353</c:v>
                </c:pt>
                <c:pt idx="35">
                  <c:v>0.00810827928907</c:v>
                </c:pt>
                <c:pt idx="36">
                  <c:v>0.00812589368999</c:v>
                </c:pt>
                <c:pt idx="37">
                  <c:v>0.00814356569684</c:v>
                </c:pt>
                <c:pt idx="38">
                  <c:v>0.00816129556155</c:v>
                </c:pt>
                <c:pt idx="39">
                  <c:v>0.00817908353743</c:v>
                </c:pt>
                <c:pt idx="40">
                  <c:v>0.00819692987919</c:v>
                </c:pt>
                <c:pt idx="41">
                  <c:v>0.00821483484291</c:v>
                </c:pt>
                <c:pt idx="42">
                  <c:v>0.00823279868612</c:v>
                </c:pt>
                <c:pt idx="43">
                  <c:v>0.00825082166773</c:v>
                </c:pt>
                <c:pt idx="44">
                  <c:v>0.0082689040481</c:v>
                </c:pt>
                <c:pt idx="45">
                  <c:v>0.00828704608901</c:v>
                </c:pt>
                <c:pt idx="46">
                  <c:v>0.0083052480537</c:v>
                </c:pt>
                <c:pt idx="47">
                  <c:v>0.00832351020686</c:v>
                </c:pt>
                <c:pt idx="48">
                  <c:v>0.00834183281464</c:v>
                </c:pt>
                <c:pt idx="49">
                  <c:v>0.00836021614467</c:v>
                </c:pt>
                <c:pt idx="50">
                  <c:v>0.00837866046606</c:v>
                </c:pt>
                <c:pt idx="51">
                  <c:v>0.00839716604943</c:v>
                </c:pt>
                <c:pt idx="52">
                  <c:v>0.00841573316689</c:v>
                </c:pt>
                <c:pt idx="53">
                  <c:v>0.00843436209206</c:v>
                </c:pt>
                <c:pt idx="54">
                  <c:v>0.0084530531001</c:v>
                </c:pt>
                <c:pt idx="55">
                  <c:v>0.00847180646769</c:v>
                </c:pt>
                <c:pt idx="56">
                  <c:v>0.00849062247307</c:v>
                </c:pt>
                <c:pt idx="57">
                  <c:v>0.00850950139603</c:v>
                </c:pt>
                <c:pt idx="58">
                  <c:v>0.00852844351791</c:v>
                </c:pt>
                <c:pt idx="59">
                  <c:v>0.00854744912166</c:v>
                </c:pt>
                <c:pt idx="60">
                  <c:v>0.00856651849179</c:v>
                </c:pt>
                <c:pt idx="61">
                  <c:v>0.00858565191442</c:v>
                </c:pt>
                <c:pt idx="62">
                  <c:v>0.00860484967727</c:v>
                </c:pt>
                <c:pt idx="63">
                  <c:v>0.00862411206969</c:v>
                </c:pt>
                <c:pt idx="64">
                  <c:v>0.00864343938265</c:v>
                </c:pt>
                <c:pt idx="65">
                  <c:v>0.00866283190877</c:v>
                </c:pt>
                <c:pt idx="66">
                  <c:v>0.00868228994233</c:v>
                </c:pt>
                <c:pt idx="67">
                  <c:v>0.00870181377925</c:v>
                </c:pt>
                <c:pt idx="68">
                  <c:v>0.00872140371714</c:v>
                </c:pt>
                <c:pt idx="69">
                  <c:v>0.00874106005531</c:v>
                </c:pt>
                <c:pt idx="70">
                  <c:v>0.00876078309474</c:v>
                </c:pt>
                <c:pt idx="71">
                  <c:v>0.00878057313815</c:v>
                </c:pt>
                <c:pt idx="72">
                  <c:v>0.00880043048995</c:v>
                </c:pt>
                <c:pt idx="73">
                  <c:v>0.00882035545631</c:v>
                </c:pt>
                <c:pt idx="74">
                  <c:v>0.00884034834512</c:v>
                </c:pt>
                <c:pt idx="75">
                  <c:v>0.00886040946607</c:v>
                </c:pt>
                <c:pt idx="76">
                  <c:v>0.00888053913056</c:v>
                </c:pt>
                <c:pt idx="77">
                  <c:v>0.00890073765182</c:v>
                </c:pt>
                <c:pt idx="78">
                  <c:v>0.00892100534485</c:v>
                </c:pt>
                <c:pt idx="79">
                  <c:v>0.00894134252647</c:v>
                </c:pt>
                <c:pt idx="80">
                  <c:v>0.0089617495153</c:v>
                </c:pt>
                <c:pt idx="81">
                  <c:v>0.00898222663181</c:v>
                </c:pt>
                <c:pt idx="82">
                  <c:v>0.00900277419829</c:v>
                </c:pt>
                <c:pt idx="83">
                  <c:v>0.00902339253892</c:v>
                </c:pt>
                <c:pt idx="84">
                  <c:v>0.00904408197971</c:v>
                </c:pt>
                <c:pt idx="85">
                  <c:v>0.0090648428486</c:v>
                </c:pt>
                <c:pt idx="86">
                  <c:v>0.00908567547537</c:v>
                </c:pt>
                <c:pt idx="87">
                  <c:v>0.00910658019175</c:v>
                </c:pt>
                <c:pt idx="88">
                  <c:v>0.00912755733137</c:v>
                </c:pt>
                <c:pt idx="89">
                  <c:v>0.00914860722982</c:v>
                </c:pt>
                <c:pt idx="90">
                  <c:v>0.0091697302246</c:v>
                </c:pt>
                <c:pt idx="91">
                  <c:v>0.00919092665521</c:v>
                </c:pt>
                <c:pt idx="92">
                  <c:v>0.0092121968631</c:v>
                </c:pt>
                <c:pt idx="93">
                  <c:v>0.00923354119172</c:v>
                </c:pt>
                <c:pt idx="94">
                  <c:v>0.00925495998653</c:v>
                </c:pt>
                <c:pt idx="95">
                  <c:v>0.009276453595</c:v>
                </c:pt>
                <c:pt idx="96">
                  <c:v>0.00929802236662</c:v>
                </c:pt>
                <c:pt idx="97">
                  <c:v>0.00931966665295</c:v>
                </c:pt>
                <c:pt idx="98">
                  <c:v>0.0093413868076</c:v>
                </c:pt>
                <c:pt idx="99">
                  <c:v>0.00936318318625</c:v>
                </c:pt>
                <c:pt idx="100">
                  <c:v>0.00938505614667</c:v>
                </c:pt>
                <c:pt idx="101">
                  <c:v>0.00940700604875</c:v>
                </c:pt>
                <c:pt idx="102">
                  <c:v>0.00942903325448</c:v>
                </c:pt>
                <c:pt idx="103">
                  <c:v>0.009451138128</c:v>
                </c:pt>
                <c:pt idx="104">
                  <c:v>0.00947332103558</c:v>
                </c:pt>
                <c:pt idx="105">
                  <c:v>0.00949558234568</c:v>
                </c:pt>
                <c:pt idx="106">
                  <c:v>0.00951792242892</c:v>
                </c:pt>
                <c:pt idx="107">
                  <c:v>0.00954034165812</c:v>
                </c:pt>
                <c:pt idx="108">
                  <c:v>0.00956284040832</c:v>
                </c:pt>
                <c:pt idx="109">
                  <c:v>0.00958541905677</c:v>
                </c:pt>
                <c:pt idx="110">
                  <c:v>0.00960807798299</c:v>
                </c:pt>
                <c:pt idx="111">
                  <c:v>0.00963081756874</c:v>
                </c:pt>
                <c:pt idx="112">
                  <c:v>0.00965363819805</c:v>
                </c:pt>
                <c:pt idx="113">
                  <c:v>0.00967654025726</c:v>
                </c:pt>
                <c:pt idx="114">
                  <c:v>0.00969952413499</c:v>
                </c:pt>
                <c:pt idx="115">
                  <c:v>0.00972259022222</c:v>
                </c:pt>
                <c:pt idx="116">
                  <c:v>0.00974573891225</c:v>
                </c:pt>
                <c:pt idx="117">
                  <c:v>0.00976897060074</c:v>
                </c:pt>
                <c:pt idx="118">
                  <c:v>0.00979228568573</c:v>
                </c:pt>
                <c:pt idx="119">
                  <c:v>0.00981568456764</c:v>
                </c:pt>
                <c:pt idx="120">
                  <c:v>0.00983916764932</c:v>
                </c:pt>
                <c:pt idx="121">
                  <c:v>0.00986273533603</c:v>
                </c:pt>
                <c:pt idx="122">
                  <c:v>0.00988638803548</c:v>
                </c:pt>
                <c:pt idx="123">
                  <c:v>0.00991012615784</c:v>
                </c:pt>
                <c:pt idx="124">
                  <c:v>0.00993395011577</c:v>
                </c:pt>
                <c:pt idx="125">
                  <c:v>0.00995786032441</c:v>
                </c:pt>
                <c:pt idx="126">
                  <c:v>0.00998185720144</c:v>
                </c:pt>
                <c:pt idx="127">
                  <c:v>0.0100059411671</c:v>
                </c:pt>
                <c:pt idx="128">
                  <c:v>0.010030112644</c:v>
                </c:pt>
                <c:pt idx="129">
                  <c:v>0.0100543720576</c:v>
                </c:pt>
                <c:pt idx="130">
                  <c:v>0.0100787198358</c:v>
                </c:pt>
                <c:pt idx="131">
                  <c:v>0.0101031564092</c:v>
                </c:pt>
                <c:pt idx="132">
                  <c:v>0.0101276822108</c:v>
                </c:pt>
                <c:pt idx="133">
                  <c:v>0.0101522976764</c:v>
                </c:pt>
                <c:pt idx="134">
                  <c:v>0.0101770032446</c:v>
                </c:pt>
                <c:pt idx="135">
                  <c:v>0.0102017993566</c:v>
                </c:pt>
                <c:pt idx="136">
                  <c:v>0.010226686456</c:v>
                </c:pt>
                <c:pt idx="137">
                  <c:v>0.0102516649897</c:v>
                </c:pt>
                <c:pt idx="138">
                  <c:v>0.0102767354068</c:v>
                </c:pt>
                <c:pt idx="139">
                  <c:v>0.0103018981596</c:v>
                </c:pt>
                <c:pt idx="140">
                  <c:v>0.0103271537029</c:v>
                </c:pt>
                <c:pt idx="141">
                  <c:v>0.0103525024944</c:v>
                </c:pt>
                <c:pt idx="142">
                  <c:v>0.0103779449946</c:v>
                </c:pt>
                <c:pt idx="143">
                  <c:v>0.0104034816669</c:v>
                </c:pt>
                <c:pt idx="144">
                  <c:v>0.0104291129777</c:v>
                </c:pt>
                <c:pt idx="145">
                  <c:v>0.010454839396</c:v>
                </c:pt>
                <c:pt idx="146">
                  <c:v>0.0104806613938</c:v>
                </c:pt>
                <c:pt idx="147">
                  <c:v>0.0105065794463</c:v>
                </c:pt>
                <c:pt idx="148">
                  <c:v>0.0105325940313</c:v>
                </c:pt>
                <c:pt idx="149">
                  <c:v>0.0105587056298</c:v>
                </c:pt>
                <c:pt idx="150">
                  <c:v>0.0105849147257</c:v>
                </c:pt>
                <c:pt idx="151">
                  <c:v>0.0106112218061</c:v>
                </c:pt>
                <c:pt idx="152">
                  <c:v>0.0106376273608</c:v>
                </c:pt>
                <c:pt idx="153">
                  <c:v>0.0106641318831</c:v>
                </c:pt>
                <c:pt idx="154">
                  <c:v>0.010690735869</c:v>
                </c:pt>
                <c:pt idx="155">
                  <c:v>0.0107174398179</c:v>
                </c:pt>
                <c:pt idx="156">
                  <c:v>0.0107442442323</c:v>
                </c:pt>
                <c:pt idx="157">
                  <c:v>0.0107711496176</c:v>
                </c:pt>
                <c:pt idx="158">
                  <c:v>0.0107981564828</c:v>
                </c:pt>
                <c:pt idx="159">
                  <c:v>0.0108252653398</c:v>
                </c:pt>
                <c:pt idx="160">
                  <c:v>0.0108524767039</c:v>
                </c:pt>
                <c:pt idx="161">
                  <c:v>0.0108797910935</c:v>
                </c:pt>
                <c:pt idx="162">
                  <c:v>0.0109072090305</c:v>
                </c:pt>
                <c:pt idx="163">
                  <c:v>0.01093473104</c:v>
                </c:pt>
                <c:pt idx="164">
                  <c:v>0.0109623576503</c:v>
                </c:pt>
                <c:pt idx="165">
                  <c:v>0.0109900893934</c:v>
                </c:pt>
                <c:pt idx="166">
                  <c:v>0.0110179268044</c:v>
                </c:pt>
                <c:pt idx="167">
                  <c:v>0.0110458704219</c:v>
                </c:pt>
                <c:pt idx="168">
                  <c:v>0.011073920788</c:v>
                </c:pt>
                <c:pt idx="169">
                  <c:v>0.0111020784482</c:v>
                </c:pt>
                <c:pt idx="170">
                  <c:v>0.0111303439514</c:v>
                </c:pt>
                <c:pt idx="171">
                  <c:v>0.0111587178502</c:v>
                </c:pt>
                <c:pt idx="172">
                  <c:v>0.0111872007008</c:v>
                </c:pt>
                <c:pt idx="173">
                  <c:v>0.0112157930627</c:v>
                </c:pt>
                <c:pt idx="174">
                  <c:v>0.0112444954991</c:v>
                </c:pt>
                <c:pt idx="175">
                  <c:v>0.0112733085771</c:v>
                </c:pt>
                <c:pt idx="176">
                  <c:v>0.0113022328671</c:v>
                </c:pt>
                <c:pt idx="177">
                  <c:v>0.0113312689433</c:v>
                </c:pt>
                <c:pt idx="178">
                  <c:v>0.0113604173837</c:v>
                </c:pt>
                <c:pt idx="179">
                  <c:v>0.01138967877</c:v>
                </c:pt>
                <c:pt idx="180">
                  <c:v>0.0114190536877</c:v>
                </c:pt>
                <c:pt idx="181">
                  <c:v>0.011448542726</c:v>
                </c:pt>
                <c:pt idx="182">
                  <c:v>0.0114781464781</c:v>
                </c:pt>
                <c:pt idx="183">
                  <c:v>0.0115078655408</c:v>
                </c:pt>
                <c:pt idx="184">
                  <c:v>0.0115377005151</c:v>
                </c:pt>
                <c:pt idx="185">
                  <c:v>0.0115676520057</c:v>
                </c:pt>
                <c:pt idx="186">
                  <c:v>0.0115977206213</c:v>
                </c:pt>
                <c:pt idx="187">
                  <c:v>0.0116279069748</c:v>
                </c:pt>
                <c:pt idx="188">
                  <c:v>0.0116582116828</c:v>
                </c:pt>
                <c:pt idx="189">
                  <c:v>0.011688635366</c:v>
                </c:pt>
                <c:pt idx="190">
                  <c:v>0.0117191786495</c:v>
                </c:pt>
                <c:pt idx="191">
                  <c:v>0.0117498421621</c:v>
                </c:pt>
                <c:pt idx="192">
                  <c:v>0.011780626537</c:v>
                </c:pt>
                <c:pt idx="193">
                  <c:v>0.0118115324115</c:v>
                </c:pt>
                <c:pt idx="194">
                  <c:v>0.0118425604271</c:v>
                </c:pt>
                <c:pt idx="195">
                  <c:v>0.0118737112295</c:v>
                </c:pt>
                <c:pt idx="196">
                  <c:v>0.0119049854689</c:v>
                </c:pt>
                <c:pt idx="197">
                  <c:v>0.0119363837995</c:v>
                </c:pt>
                <c:pt idx="198">
                  <c:v>0.01196790688</c:v>
                </c:pt>
                <c:pt idx="199">
                  <c:v>0.0119995553736</c:v>
                </c:pt>
                <c:pt idx="200">
                  <c:v>0.0120313299477</c:v>
                </c:pt>
                <c:pt idx="201">
                  <c:v>0.0120632312742</c:v>
                </c:pt>
                <c:pt idx="202">
                  <c:v>0.0120952600297</c:v>
                </c:pt>
                <c:pt idx="203">
                  <c:v>0.012127416895</c:v>
                </c:pt>
                <c:pt idx="204">
                  <c:v>0.0121597025558</c:v>
                </c:pt>
                <c:pt idx="205">
                  <c:v>0.012192117702</c:v>
                </c:pt>
                <c:pt idx="206">
                  <c:v>0.0122246630285</c:v>
                </c:pt>
                <c:pt idx="207">
                  <c:v>0.0122573392346</c:v>
                </c:pt>
                <c:pt idx="208">
                  <c:v>0.0122901470246</c:v>
                </c:pt>
                <c:pt idx="209">
                  <c:v>0.0123230871072</c:v>
                </c:pt>
                <c:pt idx="210">
                  <c:v>0.0123561601962</c:v>
                </c:pt>
                <c:pt idx="211">
                  <c:v>0.01238936701</c:v>
                </c:pt>
                <c:pt idx="212">
                  <c:v>0.0124227082721</c:v>
                </c:pt>
                <c:pt idx="213">
                  <c:v>0.0124561847105</c:v>
                </c:pt>
                <c:pt idx="214">
                  <c:v>0.0124897970586</c:v>
                </c:pt>
                <c:pt idx="215">
                  <c:v>0.0125235460546</c:v>
                </c:pt>
                <c:pt idx="216">
                  <c:v>0.0125574324415</c:v>
                </c:pt>
                <c:pt idx="217">
                  <c:v>0.0125914569678</c:v>
                </c:pt>
                <c:pt idx="218">
                  <c:v>0.0126256203868</c:v>
                </c:pt>
                <c:pt idx="219">
                  <c:v>0.012659923457</c:v>
                </c:pt>
                <c:pt idx="220">
                  <c:v>0.0126943669421</c:v>
                </c:pt>
                <c:pt idx="221">
                  <c:v>0.0127289516111</c:v>
                </c:pt>
                <c:pt idx="222">
                  <c:v>0.0127636782382</c:v>
                </c:pt>
                <c:pt idx="223">
                  <c:v>0.0127985476029</c:v>
                </c:pt>
                <c:pt idx="224">
                  <c:v>0.0128335604903</c:v>
                </c:pt>
                <c:pt idx="225">
                  <c:v>0.0128687176905</c:v>
                </c:pt>
                <c:pt idx="226">
                  <c:v>0.0129040199994</c:v>
                </c:pt>
                <c:pt idx="227">
                  <c:v>0.0129394682182</c:v>
                </c:pt>
                <c:pt idx="228">
                  <c:v>0.0129750631539</c:v>
                </c:pt>
                <c:pt idx="229">
                  <c:v>0.0130108056187</c:v>
                </c:pt>
                <c:pt idx="230">
                  <c:v>0.0130466964307</c:v>
                </c:pt>
                <c:pt idx="231">
                  <c:v>0.0130827364136</c:v>
                </c:pt>
                <c:pt idx="232">
                  <c:v>0.013118926397</c:v>
                </c:pt>
                <c:pt idx="233">
                  <c:v>0.013155267216</c:v>
                </c:pt>
                <c:pt idx="234">
                  <c:v>0.0131917597118</c:v>
                </c:pt>
                <c:pt idx="235">
                  <c:v>0.0132284047312</c:v>
                </c:pt>
                <c:pt idx="236">
                  <c:v>0.0132652031271</c:v>
                </c:pt>
                <c:pt idx="237">
                  <c:v>0.0133021557585</c:v>
                </c:pt>
                <c:pt idx="238">
                  <c:v>0.0133392634901</c:v>
                </c:pt>
                <c:pt idx="239">
                  <c:v>0.0133765271929</c:v>
                </c:pt>
                <c:pt idx="240">
                  <c:v>0.0134139477439</c:v>
                </c:pt>
                <c:pt idx="241">
                  <c:v>0.0134515260266</c:v>
                </c:pt>
                <c:pt idx="242">
                  <c:v>0.0134892629302</c:v>
                </c:pt>
                <c:pt idx="243">
                  <c:v>0.0135271593507</c:v>
                </c:pt>
                <c:pt idx="244">
                  <c:v>0.01356521619</c:v>
                </c:pt>
                <c:pt idx="245">
                  <c:v>0.0136034343568</c:v>
                </c:pt>
                <c:pt idx="246">
                  <c:v>0.013641814766</c:v>
                </c:pt>
                <c:pt idx="247">
                  <c:v>0.013680358339</c:v>
                </c:pt>
                <c:pt idx="248">
                  <c:v>0.0137190660039</c:v>
                </c:pt>
                <c:pt idx="249">
                  <c:v>0.0137579386952</c:v>
                </c:pt>
                <c:pt idx="250">
                  <c:v>0.0137969773543</c:v>
                </c:pt>
                <c:pt idx="251">
                  <c:v>0.0138361829292</c:v>
                </c:pt>
                <c:pt idx="252">
                  <c:v>0.0138755563746</c:v>
                </c:pt>
                <c:pt idx="253">
                  <c:v>0.0139150986523</c:v>
                </c:pt>
                <c:pt idx="254">
                  <c:v>0.0139548107309</c:v>
                </c:pt>
                <c:pt idx="255">
                  <c:v>0.0139946935857</c:v>
                </c:pt>
                <c:pt idx="256">
                  <c:v>0.0140347481993</c:v>
                </c:pt>
                <c:pt idx="257">
                  <c:v>0.0140749755615</c:v>
                </c:pt>
                <c:pt idx="258">
                  <c:v>0.0141153766688</c:v>
                </c:pt>
                <c:pt idx="259">
                  <c:v>0.0141559525254</c:v>
                </c:pt>
                <c:pt idx="260">
                  <c:v>0.0141967041424</c:v>
                </c:pt>
                <c:pt idx="261">
                  <c:v>0.0142376325384</c:v>
                </c:pt>
                <c:pt idx="262">
                  <c:v>0.0142787387393</c:v>
                </c:pt>
                <c:pt idx="263">
                  <c:v>0.0143200237787</c:v>
                </c:pt>
                <c:pt idx="264">
                  <c:v>0.0143614886974</c:v>
                </c:pt>
                <c:pt idx="265">
                  <c:v>0.0144031345439</c:v>
                </c:pt>
                <c:pt idx="266">
                  <c:v>0.0144449623746</c:v>
                </c:pt>
                <c:pt idx="267">
                  <c:v>0.0144869732532</c:v>
                </c:pt>
                <c:pt idx="268">
                  <c:v>0.0145291682516</c:v>
                </c:pt>
                <c:pt idx="269">
                  <c:v>0.0145715484492</c:v>
                </c:pt>
                <c:pt idx="270">
                  <c:v>0.0146141149336</c:v>
                </c:pt>
                <c:pt idx="271">
                  <c:v>0.0146568688004</c:v>
                </c:pt>
                <c:pt idx="272">
                  <c:v>0.014699811153</c:v>
                </c:pt>
                <c:pt idx="273">
                  <c:v>0.0147429431031</c:v>
                </c:pt>
                <c:pt idx="274">
                  <c:v>0.0147862657709</c:v>
                </c:pt>
                <c:pt idx="275">
                  <c:v>0.0148297802843</c:v>
                </c:pt>
                <c:pt idx="276">
                  <c:v>0.0148734877801</c:v>
                </c:pt>
                <c:pt idx="277">
                  <c:v>0.0149173894033</c:v>
                </c:pt>
                <c:pt idx="278">
                  <c:v>0.0149614863073</c:v>
                </c:pt>
                <c:pt idx="279">
                  <c:v>0.0150057796543</c:v>
                </c:pt>
                <c:pt idx="280">
                  <c:v>0.0150502706151</c:v>
                </c:pt>
                <c:pt idx="281">
                  <c:v>0.0150949603692</c:v>
                </c:pt>
                <c:pt idx="282">
                  <c:v>0.0151398501049</c:v>
                </c:pt>
                <c:pt idx="283">
                  <c:v>0.0151849410194</c:v>
                </c:pt>
                <c:pt idx="284">
                  <c:v>0.0152302343191</c:v>
                </c:pt>
                <c:pt idx="285">
                  <c:v>0.0152757312191</c:v>
                </c:pt>
                <c:pt idx="286">
                  <c:v>0.0153214329439</c:v>
                </c:pt>
                <c:pt idx="287">
                  <c:v>0.015367340727</c:v>
                </c:pt>
                <c:pt idx="288">
                  <c:v>0.0154134558116</c:v>
                </c:pt>
                <c:pt idx="289">
                  <c:v>0.0154597794498</c:v>
                </c:pt>
                <c:pt idx="290">
                  <c:v>0.0155063129035</c:v>
                </c:pt>
                <c:pt idx="291">
                  <c:v>0.0155530574442</c:v>
                </c:pt>
                <c:pt idx="292">
                  <c:v>0.0156000143527</c:v>
                </c:pt>
                <c:pt idx="293">
                  <c:v>0.0156471849199</c:v>
                </c:pt>
                <c:pt idx="294">
                  <c:v>0.0156945704464</c:v>
                </c:pt>
                <c:pt idx="295">
                  <c:v>0.0157421722427</c:v>
                </c:pt>
                <c:pt idx="296">
                  <c:v>0.0157899916292</c:v>
                </c:pt>
                <c:pt idx="297">
                  <c:v>0.0158380299367</c:v>
                </c:pt>
                <c:pt idx="298">
                  <c:v>0.0158862885059</c:v>
                </c:pt>
                <c:pt idx="299">
                  <c:v>0.0159347686879</c:v>
                </c:pt>
                <c:pt idx="300">
                  <c:v>0.0159834718441</c:v>
                </c:pt>
                <c:pt idx="301">
                  <c:v>0.0160323993466</c:v>
                </c:pt>
                <c:pt idx="302">
                  <c:v>0.0160815525778</c:v>
                </c:pt>
                <c:pt idx="303">
                  <c:v>0.0161309329309</c:v>
                </c:pt>
                <c:pt idx="304">
                  <c:v>0.0161805418099</c:v>
                </c:pt>
                <c:pt idx="305">
                  <c:v>0.0162303806297</c:v>
                </c:pt>
                <c:pt idx="306">
                  <c:v>0.0162804508159</c:v>
                </c:pt>
                <c:pt idx="307">
                  <c:v>0.0163307538055</c:v>
                </c:pt>
                <c:pt idx="308">
                  <c:v>0.0163812910466</c:v>
                </c:pt>
                <c:pt idx="309">
                  <c:v>0.0164320639983</c:v>
                </c:pt>
                <c:pt idx="310">
                  <c:v>0.0164830741316</c:v>
                </c:pt>
                <c:pt idx="311">
                  <c:v>0.0165343229285</c:v>
                </c:pt>
                <c:pt idx="312">
                  <c:v>0.0165858118828</c:v>
                </c:pt>
                <c:pt idx="313">
                  <c:v>0.0166375425002</c:v>
                </c:pt>
                <c:pt idx="314">
                  <c:v>0.0166895162978</c:v>
                </c:pt>
                <c:pt idx="315">
                  <c:v>0.016741734805</c:v>
                </c:pt>
                <c:pt idx="316">
                  <c:v>0.016794199563</c:v>
                </c:pt>
                <c:pt idx="317">
                  <c:v>0.0168469121253</c:v>
                </c:pt>
                <c:pt idx="318">
                  <c:v>0.0168998740577</c:v>
                </c:pt>
                <c:pt idx="319">
                  <c:v>0.0169530869383</c:v>
                </c:pt>
                <c:pt idx="320">
                  <c:v>0.0170065523576</c:v>
                </c:pt>
                <c:pt idx="321">
                  <c:v>0.0170602719189</c:v>
                </c:pt>
                <c:pt idx="322">
                  <c:v>0.0171142472383</c:v>
                </c:pt>
                <c:pt idx="323">
                  <c:v>0.0171684799445</c:v>
                </c:pt>
                <c:pt idx="324">
                  <c:v>0.0172229716794</c:v>
                </c:pt>
                <c:pt idx="325">
                  <c:v>0.017277724098</c:v>
                </c:pt>
                <c:pt idx="326">
                  <c:v>0.0173327388684</c:v>
                </c:pt>
                <c:pt idx="327">
                  <c:v>0.0173880176723</c:v>
                </c:pt>
                <c:pt idx="328">
                  <c:v>0.0174435622047</c:v>
                </c:pt>
                <c:pt idx="329">
                  <c:v>0.0174993741742</c:v>
                </c:pt>
                <c:pt idx="330">
                  <c:v>0.0175554553033</c:v>
                </c:pt>
                <c:pt idx="331">
                  <c:v>0.0176118073284</c:v>
                </c:pt>
                <c:pt idx="332">
                  <c:v>0.0176684319997</c:v>
                </c:pt>
                <c:pt idx="333">
                  <c:v>0.0177253310818</c:v>
                </c:pt>
                <c:pt idx="334">
                  <c:v>0.0177825063534</c:v>
                </c:pt>
                <c:pt idx="335">
                  <c:v>0.0178399596079</c:v>
                </c:pt>
                <c:pt idx="336">
                  <c:v>0.017897692653</c:v>
                </c:pt>
                <c:pt idx="337">
                  <c:v>0.0179557073113</c:v>
                </c:pt>
                <c:pt idx="338">
                  <c:v>0.0180140054201</c:v>
                </c:pt>
                <c:pt idx="339">
                  <c:v>0.0180725888318</c:v>
                </c:pt>
                <c:pt idx="340">
                  <c:v>0.018131459414</c:v>
                </c:pt>
                <c:pt idx="341">
                  <c:v>0.0181906190496</c:v>
                </c:pt>
                <c:pt idx="342">
                  <c:v>0.0182500696368</c:v>
                </c:pt>
                <c:pt idx="343">
                  <c:v>0.0183098130896</c:v>
                </c:pt>
                <c:pt idx="344">
                  <c:v>0.0183698513376</c:v>
                </c:pt>
                <c:pt idx="345">
                  <c:v>0.0184301863264</c:v>
                </c:pt>
                <c:pt idx="346">
                  <c:v>0.0184908200177</c:v>
                </c:pt>
                <c:pt idx="347">
                  <c:v>0.0185517543893</c:v>
                </c:pt>
                <c:pt idx="348">
                  <c:v>0.0186129914355</c:v>
                </c:pt>
                <c:pt idx="349">
                  <c:v>0.0186745331671</c:v>
                </c:pt>
                <c:pt idx="350">
                  <c:v>0.0187363816118</c:v>
                </c:pt>
                <c:pt idx="351">
                  <c:v>0.0187985388138</c:v>
                </c:pt>
                <c:pt idx="352">
                  <c:v>0.0188610068348</c:v>
                </c:pt>
                <c:pt idx="353">
                  <c:v>0.0189237877534</c:v>
                </c:pt>
                <c:pt idx="354">
                  <c:v>0.0189868836657</c:v>
                </c:pt>
                <c:pt idx="355">
                  <c:v>0.0190502966854</c:v>
                </c:pt>
                <c:pt idx="356">
                  <c:v>0.019114028944</c:v>
                </c:pt>
                <c:pt idx="357">
                  <c:v>0.0191780825907</c:v>
                </c:pt>
                <c:pt idx="358">
                  <c:v>0.0192424597931</c:v>
                </c:pt>
                <c:pt idx="359">
                  <c:v>0.0193071627369</c:v>
                </c:pt>
                <c:pt idx="360">
                  <c:v>0.0193721936264</c:v>
                </c:pt>
                <c:pt idx="361">
                  <c:v>0.0194375546843</c:v>
                </c:pt>
                <c:pt idx="362">
                  <c:v>0.0195032481526</c:v>
                </c:pt>
                <c:pt idx="363">
                  <c:v>0.0195692762919</c:v>
                </c:pt>
                <c:pt idx="364">
                  <c:v>0.0196356413822</c:v>
                </c:pt>
                <c:pt idx="365">
                  <c:v>0.0197023457232</c:v>
                </c:pt>
                <c:pt idx="366">
                  <c:v>0.0197693916337</c:v>
                </c:pt>
                <c:pt idx="367">
                  <c:v>0.0198367814528</c:v>
                </c:pt>
                <c:pt idx="368">
                  <c:v>0.0199045175393</c:v>
                </c:pt>
                <c:pt idx="369">
                  <c:v>0.0199726022726</c:v>
                </c:pt>
                <c:pt idx="370">
                  <c:v>0.0200410380522</c:v>
                </c:pt>
                <c:pt idx="371">
                  <c:v>0.0201098272985</c:v>
                </c:pt>
                <c:pt idx="372">
                  <c:v>0.0201789724526</c:v>
                </c:pt>
                <c:pt idx="373">
                  <c:v>0.0202484759768</c:v>
                </c:pt>
                <c:pt idx="374">
                  <c:v>0.0203183403546</c:v>
                </c:pt>
                <c:pt idx="375">
                  <c:v>0.0203885680913</c:v>
                </c:pt>
                <c:pt idx="376">
                  <c:v>0.0204591617136</c:v>
                </c:pt>
                <c:pt idx="377">
                  <c:v>0.0205301237703</c:v>
                </c:pt>
                <c:pt idx="378">
                  <c:v>0.0206014568325</c:v>
                </c:pt>
                <c:pt idx="379">
                  <c:v>0.0206731634937</c:v>
                </c:pt>
                <c:pt idx="380">
                  <c:v>0.02074524637</c:v>
                </c:pt>
                <c:pt idx="381">
                  <c:v>0.0208177081004</c:v>
                </c:pt>
                <c:pt idx="382">
                  <c:v>0.0208905513473</c:v>
                </c:pt>
                <c:pt idx="383">
                  <c:v>0.020963778796</c:v>
                </c:pt>
                <c:pt idx="384">
                  <c:v>0.021037393156</c:v>
                </c:pt>
                <c:pt idx="385">
                  <c:v>0.0211113971603</c:v>
                </c:pt>
                <c:pt idx="386">
                  <c:v>0.0211857935662</c:v>
                </c:pt>
                <c:pt idx="387">
                  <c:v>0.0212605851553</c:v>
                </c:pt>
                <c:pt idx="388">
                  <c:v>0.021335774734</c:v>
                </c:pt>
                <c:pt idx="389">
                  <c:v>0.0214113651334</c:v>
                </c:pt>
                <c:pt idx="390">
                  <c:v>0.0214873592101</c:v>
                </c:pt>
                <c:pt idx="391">
                  <c:v>0.0215637598457</c:v>
                </c:pt>
                <c:pt idx="392">
                  <c:v>0.0216405699479</c:v>
                </c:pt>
                <c:pt idx="393">
                  <c:v>0.0217177924503</c:v>
                </c:pt>
                <c:pt idx="394">
                  <c:v>0.0217954303126</c:v>
                </c:pt>
                <c:pt idx="395">
                  <c:v>0.0218734865213</c:v>
                </c:pt>
                <c:pt idx="396">
                  <c:v>0.0219519640896</c:v>
                </c:pt>
                <c:pt idx="397">
                  <c:v>0.0220308660579</c:v>
                </c:pt>
                <c:pt idx="398">
                  <c:v>0.0221101954938</c:v>
                </c:pt>
                <c:pt idx="399">
                  <c:v>0.0221899554929</c:v>
                </c:pt>
                <c:pt idx="400">
                  <c:v>0.0222701491787</c:v>
                </c:pt>
                <c:pt idx="401">
                  <c:v>0.0223507797029</c:v>
                </c:pt>
                <c:pt idx="402">
                  <c:v>0.022431850246</c:v>
                </c:pt>
                <c:pt idx="403">
                  <c:v>0.0225133640174</c:v>
                </c:pt>
                <c:pt idx="404">
                  <c:v>0.0225953242557</c:v>
                </c:pt>
                <c:pt idx="405">
                  <c:v>0.0226777342291</c:v>
                </c:pt>
                <c:pt idx="406">
                  <c:v>0.0227605972355</c:v>
                </c:pt>
                <c:pt idx="407">
                  <c:v>0.0228439166034</c:v>
                </c:pt>
                <c:pt idx="408">
                  <c:v>0.0229276956915</c:v>
                </c:pt>
                <c:pt idx="409">
                  <c:v>0.0230119378895</c:v>
                </c:pt>
                <c:pt idx="410">
                  <c:v>0.0230966466184</c:v>
                </c:pt>
                <c:pt idx="411">
                  <c:v>0.0231818253307</c:v>
                </c:pt>
                <c:pt idx="412">
                  <c:v>0.0232674775109</c:v>
                </c:pt>
                <c:pt idx="413">
                  <c:v>0.0233536066755</c:v>
                </c:pt>
                <c:pt idx="414">
                  <c:v>0.0234402163738</c:v>
                </c:pt>
                <c:pt idx="415">
                  <c:v>0.0235273101883</c:v>
                </c:pt>
                <c:pt idx="416">
                  <c:v>0.0236148917344</c:v>
                </c:pt>
                <c:pt idx="417">
                  <c:v>0.0237029646616</c:v>
                </c:pt>
                <c:pt idx="418">
                  <c:v>0.0237915326533</c:v>
                </c:pt>
                <c:pt idx="419">
                  <c:v>0.0238805994275</c:v>
                </c:pt>
                <c:pt idx="420">
                  <c:v>0.0239701687369</c:v>
                </c:pt>
                <c:pt idx="421">
                  <c:v>0.0240602443696</c:v>
                </c:pt>
                <c:pt idx="422">
                  <c:v>0.0241508301492</c:v>
                </c:pt>
                <c:pt idx="423">
                  <c:v>0.0242419299356</c:v>
                </c:pt>
                <c:pt idx="424">
                  <c:v>0.0243335476249</c:v>
                </c:pt>
                <c:pt idx="425">
                  <c:v>0.0244256871502</c:v>
                </c:pt>
                <c:pt idx="426">
                  <c:v>0.0245183524819</c:v>
                </c:pt>
                <c:pt idx="427">
                  <c:v>0.0246115476278</c:v>
                </c:pt>
                <c:pt idx="428">
                  <c:v>0.0247052766344</c:v>
                </c:pt>
                <c:pt idx="429">
                  <c:v>0.0247995435862</c:v>
                </c:pt>
                <c:pt idx="430">
                  <c:v>0.0248943526071</c:v>
                </c:pt>
                <c:pt idx="431">
                  <c:v>0.0249897078602</c:v>
                </c:pt>
                <c:pt idx="432">
                  <c:v>0.0250856135486</c:v>
                </c:pt>
                <c:pt idx="433">
                  <c:v>0.0251820739157</c:v>
                </c:pt>
                <c:pt idx="434">
                  <c:v>0.0252790932459</c:v>
                </c:pt>
                <c:pt idx="435">
                  <c:v>0.0253766758645</c:v>
                </c:pt>
                <c:pt idx="436">
                  <c:v>0.025474826139</c:v>
                </c:pt>
                <c:pt idx="437">
                  <c:v>0.0255735484788</c:v>
                </c:pt>
                <c:pt idx="438">
                  <c:v>0.0256728473363</c:v>
                </c:pt>
                <c:pt idx="439">
                  <c:v>0.0257727272067</c:v>
                </c:pt>
                <c:pt idx="440">
                  <c:v>0.0258731926295</c:v>
                </c:pt>
                <c:pt idx="441">
                  <c:v>0.0259742481878</c:v>
                </c:pt>
                <c:pt idx="442">
                  <c:v>0.02607589851</c:v>
                </c:pt>
                <c:pt idx="443">
                  <c:v>0.0261781482694</c:v>
                </c:pt>
                <c:pt idx="444">
                  <c:v>0.0262810021852</c:v>
                </c:pt>
                <c:pt idx="445">
                  <c:v>0.0263844650229</c:v>
                </c:pt>
                <c:pt idx="446">
                  <c:v>0.0264885415948</c:v>
                </c:pt>
                <c:pt idx="447">
                  <c:v>0.0265932367608</c:v>
                </c:pt>
                <c:pt idx="448">
                  <c:v>0.0266985554286</c:v>
                </c:pt>
                <c:pt idx="449">
                  <c:v>0.0268045025544</c:v>
                </c:pt>
                <c:pt idx="450">
                  <c:v>0.0269110831437</c:v>
                </c:pt>
                <c:pt idx="451">
                  <c:v>0.0270183022515</c:v>
                </c:pt>
                <c:pt idx="452">
                  <c:v>0.0271261649831</c:v>
                </c:pt>
                <c:pt idx="453">
                  <c:v>0.0272346764947</c:v>
                </c:pt>
                <c:pt idx="454">
                  <c:v>0.0273438419939</c:v>
                </c:pt>
                <c:pt idx="455">
                  <c:v>0.0274536667404</c:v>
                </c:pt>
                <c:pt idx="456">
                  <c:v>0.0275641560468</c:v>
                </c:pt>
                <c:pt idx="457">
                  <c:v>0.0276753152786</c:v>
                </c:pt>
                <c:pt idx="458">
                  <c:v>0.0277871498557</c:v>
                </c:pt>
                <c:pt idx="459">
                  <c:v>0.0278996652522</c:v>
                </c:pt>
                <c:pt idx="460">
                  <c:v>0.0280128669978</c:v>
                </c:pt>
                <c:pt idx="461">
                  <c:v>0.028126760678</c:v>
                </c:pt>
                <c:pt idx="462">
                  <c:v>0.0282413519348</c:v>
                </c:pt>
                <c:pt idx="463">
                  <c:v>0.0283566464675</c:v>
                </c:pt>
                <c:pt idx="464">
                  <c:v>0.0284726500335</c:v>
                </c:pt>
                <c:pt idx="465">
                  <c:v>0.0285893684488</c:v>
                </c:pt>
                <c:pt idx="466">
                  <c:v>0.0287068075888</c:v>
                </c:pt>
                <c:pt idx="467">
                  <c:v>0.0288249733888</c:v>
                </c:pt>
                <c:pt idx="468">
                  <c:v>0.0289438718451</c:v>
                </c:pt>
                <c:pt idx="469">
                  <c:v>0.0290635090157</c:v>
                </c:pt>
                <c:pt idx="470">
                  <c:v>0.0291838910207</c:v>
                </c:pt>
                <c:pt idx="471">
                  <c:v>0.0293050240433</c:v>
                </c:pt>
                <c:pt idx="472">
                  <c:v>0.0294269143307</c:v>
                </c:pt>
                <c:pt idx="473">
                  <c:v>0.0295495681945</c:v>
                </c:pt>
                <c:pt idx="474">
                  <c:v>0.0296729920119</c:v>
                </c:pt>
                <c:pt idx="475">
                  <c:v>0.0297971922263</c:v>
                </c:pt>
                <c:pt idx="476">
                  <c:v>0.0299221753481</c:v>
                </c:pt>
                <c:pt idx="477">
                  <c:v>0.0300479479557</c:v>
                </c:pt>
                <c:pt idx="478">
                  <c:v>0.030174516696</c:v>
                </c:pt>
                <c:pt idx="479">
                  <c:v>0.0303018882857</c:v>
                </c:pt>
                <c:pt idx="480">
                  <c:v>0.0304300695116</c:v>
                </c:pt>
                <c:pt idx="481">
                  <c:v>0.0305590672322</c:v>
                </c:pt>
                <c:pt idx="482">
                  <c:v>0.030688888378</c:v>
                </c:pt>
                <c:pt idx="483">
                  <c:v>0.0308195399524</c:v>
                </c:pt>
                <c:pt idx="484">
                  <c:v>0.0309510290332</c:v>
                </c:pt>
                <c:pt idx="485">
                  <c:v>0.0310833627727</c:v>
                </c:pt>
                <c:pt idx="486">
                  <c:v>0.0312165483995</c:v>
                </c:pt>
                <c:pt idx="487">
                  <c:v>0.0313505932186</c:v>
                </c:pt>
                <c:pt idx="488">
                  <c:v>0.0314855046131</c:v>
                </c:pt>
                <c:pt idx="489">
                  <c:v>0.0316212900447</c:v>
                </c:pt>
                <c:pt idx="490">
                  <c:v>0.0317579570549</c:v>
                </c:pt>
                <c:pt idx="491">
                  <c:v>0.0318955132659</c:v>
                </c:pt>
                <c:pt idx="492">
                  <c:v>0.032033966382</c:v>
                </c:pt>
                <c:pt idx="493">
                  <c:v>0.0321733241898</c:v>
                </c:pt>
                <c:pt idx="494">
                  <c:v>0.0323135945603</c:v>
                </c:pt>
                <c:pt idx="495">
                  <c:v>0.032454785449</c:v>
                </c:pt>
                <c:pt idx="496">
                  <c:v>0.0325969048979</c:v>
                </c:pt>
                <c:pt idx="497">
                  <c:v>0.0327399610356</c:v>
                </c:pt>
                <c:pt idx="498">
                  <c:v>0.0328839620795</c:v>
                </c:pt>
                <c:pt idx="499">
                  <c:v>0.0330289163358</c:v>
                </c:pt>
                <c:pt idx="500">
                  <c:v>0.0331748322017</c:v>
                </c:pt>
                <c:pt idx="501">
                  <c:v>0.0333217181659</c:v>
                </c:pt>
                <c:pt idx="502">
                  <c:v>0.0334695828099</c:v>
                </c:pt>
                <c:pt idx="503">
                  <c:v>0.0336184348094</c:v>
                </c:pt>
                <c:pt idx="504">
                  <c:v>0.0337682829353</c:v>
                </c:pt>
                <c:pt idx="505">
                  <c:v>0.033919136055</c:v>
                </c:pt>
                <c:pt idx="506">
                  <c:v>0.0340710031337</c:v>
                </c:pt>
                <c:pt idx="507">
                  <c:v>0.0342238932357</c:v>
                </c:pt>
                <c:pt idx="508">
                  <c:v>0.0343778155255</c:v>
                </c:pt>
                <c:pt idx="509">
                  <c:v>0.0345327792693</c:v>
                </c:pt>
                <c:pt idx="510">
                  <c:v>0.0346887938362</c:v>
                </c:pt>
                <c:pt idx="511">
                  <c:v>0.0348458686998</c:v>
                </c:pt>
                <c:pt idx="512">
                  <c:v>0.0350040134391</c:v>
                </c:pt>
                <c:pt idx="513">
                  <c:v>0.0351632377403</c:v>
                </c:pt>
                <c:pt idx="514">
                  <c:v>0.0353235513982</c:v>
                </c:pt>
                <c:pt idx="515">
                  <c:v>0.0354849643172</c:v>
                </c:pt>
                <c:pt idx="516">
                  <c:v>0.0356474865132</c:v>
                </c:pt>
                <c:pt idx="517">
                  <c:v>0.035811128115</c:v>
                </c:pt>
                <c:pt idx="518">
                  <c:v>0.0359758993655</c:v>
                </c:pt>
                <c:pt idx="519">
                  <c:v>0.0361418106236</c:v>
                </c:pt>
                <c:pt idx="520">
                  <c:v>0.0363088723655</c:v>
                </c:pt>
                <c:pt idx="521">
                  <c:v>0.0364770951863</c:v>
                </c:pt>
                <c:pt idx="522">
                  <c:v>0.0366464898015</c:v>
                </c:pt>
                <c:pt idx="523">
                  <c:v>0.036817067049</c:v>
                </c:pt>
                <c:pt idx="524">
                  <c:v>0.0369888378901</c:v>
                </c:pt>
                <c:pt idx="525">
                  <c:v>0.0371618134117</c:v>
                </c:pt>
                <c:pt idx="526">
                  <c:v>0.0373360048277</c:v>
                </c:pt>
                <c:pt idx="527">
                  <c:v>0.0375114234808</c:v>
                </c:pt>
                <c:pt idx="528">
                  <c:v>0.0376880808442</c:v>
                </c:pt>
                <c:pt idx="529">
                  <c:v>0.0378659885235</c:v>
                </c:pt>
                <c:pt idx="530">
                  <c:v>0.038045158258</c:v>
                </c:pt>
                <c:pt idx="531">
                  <c:v>0.0382256019233</c:v>
                </c:pt>
                <c:pt idx="532">
                  <c:v>0.0384073315324</c:v>
                </c:pt>
                <c:pt idx="533">
                  <c:v>0.038590359238</c:v>
                </c:pt>
                <c:pt idx="534">
                  <c:v>0.0387746973341</c:v>
                </c:pt>
                <c:pt idx="535">
                  <c:v>0.0389603582583</c:v>
                </c:pt>
                <c:pt idx="536">
                  <c:v>0.0391473545934</c:v>
                </c:pt>
                <c:pt idx="537">
                  <c:v>0.0393356990694</c:v>
                </c:pt>
                <c:pt idx="538">
                  <c:v>0.039525404566</c:v>
                </c:pt>
                <c:pt idx="539">
                  <c:v>0.0397164841138</c:v>
                </c:pt>
                <c:pt idx="540">
                  <c:v>0.0399089508972</c:v>
                </c:pt>
                <c:pt idx="541">
                  <c:v>0.0401028182559</c:v>
                </c:pt>
                <c:pt idx="542">
                  <c:v>0.0402980996873</c:v>
                </c:pt>
                <c:pt idx="543">
                  <c:v>0.0404948088489</c:v>
                </c:pt>
                <c:pt idx="544">
                  <c:v>0.04069295956</c:v>
                </c:pt>
                <c:pt idx="545">
                  <c:v>0.0408925658041</c:v>
                </c:pt>
                <c:pt idx="546">
                  <c:v>0.0410936417314</c:v>
                </c:pt>
                <c:pt idx="547">
                  <c:v>0.041296201661</c:v>
                </c:pt>
                <c:pt idx="548">
                  <c:v>0.0415002600831</c:v>
                </c:pt>
                <c:pt idx="549">
                  <c:v>0.0417058316614</c:v>
                </c:pt>
                <c:pt idx="550">
                  <c:v>0.0419129312357</c:v>
                </c:pt>
                <c:pt idx="551">
                  <c:v>0.0421215738241</c:v>
                </c:pt>
                <c:pt idx="552">
                  <c:v>0.0423317746256</c:v>
                </c:pt>
                <c:pt idx="553">
                  <c:v>0.0425435490228</c:v>
                </c:pt>
                <c:pt idx="554">
                  <c:v>0.042756912584</c:v>
                </c:pt>
                <c:pt idx="555">
                  <c:v>0.0429718810663</c:v>
                </c:pt>
                <c:pt idx="556">
                  <c:v>0.043188470418</c:v>
                </c:pt>
                <c:pt idx="557">
                  <c:v>0.0434066967812</c:v>
                </c:pt>
                <c:pt idx="558">
                  <c:v>0.0436265764946</c:v>
                </c:pt>
                <c:pt idx="559">
                  <c:v>0.0438481260964</c:v>
                </c:pt>
                <c:pt idx="560">
                  <c:v>0.044071362327</c:v>
                </c:pt>
                <c:pt idx="561">
                  <c:v>0.0442963021315</c:v>
                </c:pt>
                <c:pt idx="562">
                  <c:v>0.0445229626634</c:v>
                </c:pt>
                <c:pt idx="563">
                  <c:v>0.0447513612868</c:v>
                </c:pt>
                <c:pt idx="564">
                  <c:v>0.0449815155796</c:v>
                </c:pt>
                <c:pt idx="565">
                  <c:v>0.0452134433367</c:v>
                </c:pt>
                <c:pt idx="566">
                  <c:v>0.0454471625727</c:v>
                </c:pt>
                <c:pt idx="567">
                  <c:v>0.0456826915254</c:v>
                </c:pt>
                <c:pt idx="568">
                  <c:v>0.045920048659</c:v>
                </c:pt>
                <c:pt idx="569">
                  <c:v>0.0461592526667</c:v>
                </c:pt>
                <c:pt idx="570">
                  <c:v>0.0464003224747</c:v>
                </c:pt>
                <c:pt idx="571">
                  <c:v>0.0466432772451</c:v>
                </c:pt>
                <c:pt idx="572">
                  <c:v>0.0468881363793</c:v>
                </c:pt>
                <c:pt idx="573">
                  <c:v>0.0471349195217</c:v>
                </c:pt>
                <c:pt idx="574">
                  <c:v>0.0473836465626</c:v>
                </c:pt>
                <c:pt idx="575">
                  <c:v>0.0476343376423</c:v>
                </c:pt>
                <c:pt idx="576">
                  <c:v>0.0478870131543</c:v>
                </c:pt>
                <c:pt idx="577">
                  <c:v>0.0481416937492</c:v>
                </c:pt>
                <c:pt idx="578">
                  <c:v>0.0483984003381</c:v>
                </c:pt>
                <c:pt idx="579">
                  <c:v>0.0486571540964</c:v>
                </c:pt>
                <c:pt idx="580">
                  <c:v>0.048917976468</c:v>
                </c:pt>
                <c:pt idx="581">
                  <c:v>0.0491808891683</c:v>
                </c:pt>
                <c:pt idx="582">
                  <c:v>0.0494459141891</c:v>
                </c:pt>
                <c:pt idx="583">
                  <c:v>0.0497130738017</c:v>
                </c:pt>
                <c:pt idx="584">
                  <c:v>0.0499823905616</c:v>
                </c:pt>
                <c:pt idx="585">
                  <c:v>0.0502538873122</c:v>
                </c:pt>
                <c:pt idx="586">
                  <c:v>0.0505275871888</c:v>
                </c:pt>
                <c:pt idx="587">
                  <c:v>0.0508035136235</c:v>
                </c:pt>
                <c:pt idx="588">
                  <c:v>0.0510816903486</c:v>
                </c:pt>
                <c:pt idx="589">
                  <c:v>0.0513621414016</c:v>
                </c:pt>
                <c:pt idx="590">
                  <c:v>0.0516448911293</c:v>
                </c:pt>
                <c:pt idx="591">
                  <c:v>0.0519299641923</c:v>
                </c:pt>
                <c:pt idx="592">
                  <c:v>0.0522173855695</c:v>
                </c:pt>
                <c:pt idx="593">
                  <c:v>0.0525071805629</c:v>
                </c:pt>
                <c:pt idx="594">
                  <c:v>0.0527993748019</c:v>
                </c:pt>
                <c:pt idx="595">
                  <c:v>0.0530939942484</c:v>
                </c:pt>
                <c:pt idx="596">
                  <c:v>0.0533910652014</c:v>
                </c:pt>
                <c:pt idx="597">
                  <c:v>0.053690614302</c:v>
                </c:pt>
                <c:pt idx="598">
                  <c:v>0.053992668538</c:v>
                </c:pt>
                <c:pt idx="599">
                  <c:v>0.0542972552494</c:v>
                </c:pt>
                <c:pt idx="600">
                  <c:v>0.0546044021333</c:v>
                </c:pt>
                <c:pt idx="601">
                  <c:v>0.0549141372489</c:v>
                </c:pt>
                <c:pt idx="602">
                  <c:v>0.0552264890229</c:v>
                </c:pt>
                <c:pt idx="603">
                  <c:v>0.0555414862546</c:v>
                </c:pt>
                <c:pt idx="604">
                  <c:v>0.0558591581217</c:v>
                </c:pt>
                <c:pt idx="605">
                  <c:v>0.0561795341854</c:v>
                </c:pt>
                <c:pt idx="606">
                  <c:v>0.0565026443959</c:v>
                </c:pt>
                <c:pt idx="607">
                  <c:v>0.0568285190983</c:v>
                </c:pt>
                <c:pt idx="608">
                  <c:v>0.0571571890381</c:v>
                </c:pt>
                <c:pt idx="609">
                  <c:v>0.0574886853671</c:v>
                </c:pt>
                <c:pt idx="610">
                  <c:v>0.0578230396489</c:v>
                </c:pt>
                <c:pt idx="611">
                  <c:v>0.0581602838652</c:v>
                </c:pt>
                <c:pt idx="612">
                  <c:v>0.0585004504218</c:v>
                </c:pt>
                <c:pt idx="613">
                  <c:v>0.0588435721544</c:v>
                </c:pt>
                <c:pt idx="614">
                  <c:v>0.0591896823351</c:v>
                </c:pt>
                <c:pt idx="615">
                  <c:v>0.0595388146784</c:v>
                </c:pt>
                <c:pt idx="616">
                  <c:v>0.0598910033475</c:v>
                </c:pt>
                <c:pt idx="617">
                  <c:v>0.0602462829611</c:v>
                </c:pt>
                <c:pt idx="618">
                  <c:v>0.0606046885995</c:v>
                </c:pt>
                <c:pt idx="619">
                  <c:v>0.0609662558113</c:v>
                </c:pt>
                <c:pt idx="620">
                  <c:v>0.0613310206201</c:v>
                </c:pt>
                <c:pt idx="621">
                  <c:v>0.0616990195312</c:v>
                </c:pt>
                <c:pt idx="622">
                  <c:v>0.0620702895386</c:v>
                </c:pt>
                <c:pt idx="623">
                  <c:v>0.0624448681316</c:v>
                </c:pt>
                <c:pt idx="624">
                  <c:v>0.0628227933022</c:v>
                </c:pt>
                <c:pt idx="625">
                  <c:v>0.0632041035516</c:v>
                </c:pt>
                <c:pt idx="626">
                  <c:v>0.0635888378981</c:v>
                </c:pt>
                <c:pt idx="627">
                  <c:v>0.0639770358838</c:v>
                </c:pt>
                <c:pt idx="628">
                  <c:v>0.0643687375822</c:v>
                </c:pt>
                <c:pt idx="629">
                  <c:v>0.0647639836053</c:v>
                </c:pt>
                <c:pt idx="630">
                  <c:v>0.0651628151117</c:v>
                </c:pt>
                <c:pt idx="631">
                  <c:v>0.0655652738134</c:v>
                </c:pt>
                <c:pt idx="632">
                  <c:v>0.0659714019842</c:v>
                </c:pt>
                <c:pt idx="633">
                  <c:v>0.0663812424669</c:v>
                </c:pt>
                <c:pt idx="634">
                  <c:v>0.0667948386814</c:v>
                </c:pt>
                <c:pt idx="635">
                  <c:v>0.0672122346325</c:v>
                </c:pt>
                <c:pt idx="636">
                  <c:v>0.067633474918</c:v>
                </c:pt>
                <c:pt idx="637">
                  <c:v>0.0680586047364</c:v>
                </c:pt>
                <c:pt idx="638">
                  <c:v>0.0684876698957</c:v>
                </c:pt>
                <c:pt idx="639">
                  <c:v>0.0689207168208</c:v>
                </c:pt>
                <c:pt idx="640">
                  <c:v>0.0693577925622</c:v>
                </c:pt>
                <c:pt idx="641">
                  <c:v>0.0697989448046</c:v>
                </c:pt>
                <c:pt idx="642">
                  <c:v>0.0702442218745</c:v>
                </c:pt>
                <c:pt idx="643">
                  <c:v>0.0706936727497</c:v>
                </c:pt>
                <c:pt idx="644">
                  <c:v>0.0711473470668</c:v>
                </c:pt>
                <c:pt idx="645">
                  <c:v>0.0716052951307</c:v>
                </c:pt>
                <c:pt idx="646">
                  <c:v>0.0720675679227</c:v>
                </c:pt>
                <c:pt idx="647">
                  <c:v>0.0725342171092</c:v>
                </c:pt>
                <c:pt idx="648">
                  <c:v>0.0730052950509</c:v>
                </c:pt>
                <c:pt idx="649">
                  <c:v>0.0734808548111</c:v>
                </c:pt>
                <c:pt idx="650">
                  <c:v>0.0739609501649</c:v>
                </c:pt>
                <c:pt idx="651">
                  <c:v>0.0744456356078</c:v>
                </c:pt>
                <c:pt idx="652">
                  <c:v>0.074934966365</c:v>
                </c:pt>
                <c:pt idx="653">
                  <c:v>0.0754289983997</c:v>
                </c:pt>
                <c:pt idx="654">
                  <c:v>0.0759277884229</c:v>
                </c:pt>
                <c:pt idx="655">
                  <c:v>0.0764313939019</c:v>
                </c:pt>
                <c:pt idx="656">
                  <c:v>0.0769398730691</c:v>
                </c:pt>
                <c:pt idx="657">
                  <c:v>0.0774532849317</c:v>
                </c:pt>
                <c:pt idx="658">
                  <c:v>0.0779716892799</c:v>
                </c:pt>
                <c:pt idx="659">
                  <c:v>0.0784951466968</c:v>
                </c:pt>
                <c:pt idx="660">
                  <c:v>0.0790237185665</c:v>
                </c:pt>
                <c:pt idx="661">
                  <c:v>0.0795574670837</c:v>
                </c:pt>
                <c:pt idx="662">
                  <c:v>0.0800964552623</c:v>
                </c:pt>
                <c:pt idx="663">
                  <c:v>0.0806407469446</c:v>
                </c:pt>
                <c:pt idx="664">
                  <c:v>0.0811904068099</c:v>
                </c:pt>
                <c:pt idx="665">
                  <c:v>0.0817455003833</c:v>
                </c:pt>
                <c:pt idx="666">
                  <c:v>0.0823060940448</c:v>
                </c:pt>
                <c:pt idx="667">
                  <c:v>0.0828722550373</c:v>
                </c:pt>
                <c:pt idx="668">
                  <c:v>0.083444051476</c:v>
                </c:pt>
                <c:pt idx="669">
                  <c:v>0.084021552356</c:v>
                </c:pt>
                <c:pt idx="670">
                  <c:v>0.0846048275612</c:v>
                </c:pt>
                <c:pt idx="671">
                  <c:v>0.0851939478724</c:v>
                </c:pt>
                <c:pt idx="672">
                  <c:v>0.0857889849753</c:v>
                </c:pt>
                <c:pt idx="673">
                  <c:v>0.0863900114685</c:v>
                </c:pt>
                <c:pt idx="674">
                  <c:v>0.086997100871</c:v>
                </c:pt>
                <c:pt idx="675">
                  <c:v>0.0876103276302</c:v>
                </c:pt>
                <c:pt idx="676">
                  <c:v>0.0882297671289</c:v>
                </c:pt>
                <c:pt idx="677">
                  <c:v>0.0888554956924</c:v>
                </c:pt>
                <c:pt idx="678">
                  <c:v>0.0894875905955</c:v>
                </c:pt>
                <c:pt idx="679">
                  <c:v>0.0901261300691</c:v>
                </c:pt>
                <c:pt idx="680">
                  <c:v>0.0907711933064</c:v>
                </c:pt>
                <c:pt idx="681">
                  <c:v>0.0914228604693</c:v>
                </c:pt>
                <c:pt idx="682">
                  <c:v>0.0920812126932</c:v>
                </c:pt>
                <c:pt idx="683">
                  <c:v>0.0927463320935</c:v>
                </c:pt>
                <c:pt idx="684">
                  <c:v>0.0934183017695</c:v>
                </c:pt>
                <c:pt idx="685">
                  <c:v>0.0940972058094</c:v>
                </c:pt>
                <c:pt idx="686">
                  <c:v>0.0947831292944</c:v>
                </c:pt>
                <c:pt idx="687">
                  <c:v>0.0954761583023</c:v>
                </c:pt>
                <c:pt idx="688">
                  <c:v>0.0961763799104</c:v>
                </c:pt>
                <c:pt idx="689">
                  <c:v>0.0968838821984</c:v>
                </c:pt>
                <c:pt idx="690">
                  <c:v>0.0975987542502</c:v>
                </c:pt>
                <c:pt idx="691">
                  <c:v>0.0983210861556</c:v>
                </c:pt>
                <c:pt idx="692">
                  <c:v>0.0990509690107</c:v>
                </c:pt>
                <c:pt idx="693">
                  <c:v>0.0997884949184</c:v>
                </c:pt>
                <c:pt idx="694">
                  <c:v>0.100533756988</c:v>
                </c:pt>
                <c:pt idx="695">
                  <c:v>0.101286849332</c:v>
                </c:pt>
                <c:pt idx="696">
                  <c:v>0.102047867069</c:v>
                </c:pt>
                <c:pt idx="697">
                  <c:v>0.102816906312</c:v>
                </c:pt>
                <c:pt idx="698">
                  <c:v>0.103594064176</c:v>
                </c:pt>
                <c:pt idx="699">
                  <c:v>0.104379438761</c:v>
                </c:pt>
                <c:pt idx="700">
                  <c:v>0.105173129157</c:v>
                </c:pt>
                <c:pt idx="701">
                  <c:v>0.10597523543</c:v>
                </c:pt>
                <c:pt idx="702">
                  <c:v>0.106785858617</c:v>
                </c:pt>
                <c:pt idx="703">
                  <c:v>0.107605100716</c:v>
                </c:pt>
                <c:pt idx="704">
                  <c:v>0.108433064679</c:v>
                </c:pt>
                <c:pt idx="705">
                  <c:v>0.109269854394</c:v>
                </c:pt>
                <c:pt idx="706">
                  <c:v>0.110115574679</c:v>
                </c:pt>
                <c:pt idx="707">
                  <c:v>0.110970331264</c:v>
                </c:pt>
                <c:pt idx="708">
                  <c:v>0.111834230774</c:v>
                </c:pt>
                <c:pt idx="709">
                  <c:v>0.112707380718</c:v>
                </c:pt>
                <c:pt idx="710">
                  <c:v>0.113589889463</c:v>
                </c:pt>
                <c:pt idx="711">
                  <c:v>0.114481866218</c:v>
                </c:pt>
                <c:pt idx="712">
                  <c:v>0.115383421011</c:v>
                </c:pt>
                <c:pt idx="713">
                  <c:v>0.116294664664</c:v>
                </c:pt>
                <c:pt idx="714">
                  <c:v>0.117215708768</c:v>
                </c:pt>
                <c:pt idx="715">
                  <c:v>0.118146665655</c:v>
                </c:pt>
                <c:pt idx="716">
                  <c:v>0.119087648368</c:v>
                </c:pt>
                <c:pt idx="717">
                  <c:v>0.120038770629</c:v>
                </c:pt>
                <c:pt idx="718">
                  <c:v>0.121000146804</c:v>
                </c:pt>
                <c:pt idx="719">
                  <c:v>0.121971891869</c:v>
                </c:pt>
                <c:pt idx="720">
                  <c:v>0.122954121368</c:v>
                </c:pt>
                <c:pt idx="721">
                  <c:v>0.123946951371</c:v>
                </c:pt>
                <c:pt idx="722">
                  <c:v>0.124950498435</c:v>
                </c:pt>
                <c:pt idx="723">
                  <c:v>0.12596487955</c:v>
                </c:pt>
                <c:pt idx="724">
                  <c:v>0.126990212096</c:v>
                </c:pt>
                <c:pt idx="725">
                  <c:v>0.128026613786</c:v>
                </c:pt>
                <c:pt idx="726">
                  <c:v>0.129074202611</c:v>
                </c:pt>
                <c:pt idx="727">
                  <c:v>0.130133096786</c:v>
                </c:pt>
                <c:pt idx="728">
                  <c:v>0.131203414682</c:v>
                </c:pt>
                <c:pt idx="729">
                  <c:v>0.132285274763</c:v>
                </c:pt>
                <c:pt idx="730">
                  <c:v>0.133378795521</c:v>
                </c:pt>
                <c:pt idx="731">
                  <c:v>0.134484095398</c:v>
                </c:pt>
                <c:pt idx="732">
                  <c:v>0.135601292716</c:v>
                </c:pt>
                <c:pt idx="733">
                  <c:v>0.136730505593</c:v>
                </c:pt>
                <c:pt idx="734">
                  <c:v>0.137871851864</c:v>
                </c:pt>
                <c:pt idx="735">
                  <c:v>0.13902544899</c:v>
                </c:pt>
                <c:pt idx="736">
                  <c:v>0.14019141397</c:v>
                </c:pt>
                <c:pt idx="737">
                  <c:v>0.141369863244</c:v>
                </c:pt>
                <c:pt idx="738">
                  <c:v>0.142560912594</c:v>
                </c:pt>
                <c:pt idx="739">
                  <c:v>0.14376467704</c:v>
                </c:pt>
                <c:pt idx="740">
                  <c:v>0.144981270734</c:v>
                </c:pt>
                <c:pt idx="741">
                  <c:v>0.146210806842</c:v>
                </c:pt>
                <c:pt idx="742">
                  <c:v>0.147453397433</c:v>
                </c:pt>
                <c:pt idx="743">
                  <c:v>0.148709153354</c:v>
                </c:pt>
                <c:pt idx="744">
                  <c:v>0.149978184102</c:v>
                </c:pt>
                <c:pt idx="745">
                  <c:v>0.151260597696</c:v>
                </c:pt>
                <c:pt idx="746">
                  <c:v>0.152556500538</c:v>
                </c:pt>
                <c:pt idx="747">
                  <c:v>0.153865997273</c:v>
                </c:pt>
                <c:pt idx="748">
                  <c:v>0.155189190645</c:v>
                </c:pt>
                <c:pt idx="749">
                  <c:v>0.15652618134</c:v>
                </c:pt>
                <c:pt idx="750">
                  <c:v>0.157877067838</c:v>
                </c:pt>
                <c:pt idx="751">
                  <c:v>0.159241946243</c:v>
                </c:pt>
                <c:pt idx="752">
                  <c:v>0.160620910127</c:v>
                </c:pt>
                <c:pt idx="753">
                  <c:v>0.16201405035</c:v>
                </c:pt>
                <c:pt idx="754">
                  <c:v>0.16342145489</c:v>
                </c:pt>
                <c:pt idx="755">
                  <c:v>0.164843208658</c:v>
                </c:pt>
                <c:pt idx="756">
                  <c:v>0.166279393318</c:v>
                </c:pt>
                <c:pt idx="757">
                  <c:v>0.167730087088</c:v>
                </c:pt>
                <c:pt idx="758">
                  <c:v>0.169195364554</c:v>
                </c:pt>
                <c:pt idx="759">
                  <c:v>0.170675296465</c:v>
                </c:pt>
                <c:pt idx="760">
                  <c:v>0.172169949528</c:v>
                </c:pt>
                <c:pt idx="761">
                  <c:v>0.173679386204</c:v>
                </c:pt>
                <c:pt idx="762">
                  <c:v>0.175203664492</c:v>
                </c:pt>
                <c:pt idx="763">
                  <c:v>0.176742837714</c:v>
                </c:pt>
                <c:pt idx="764">
                  <c:v>0.178296954295</c:v>
                </c:pt>
                <c:pt idx="765">
                  <c:v>0.179866057539</c:v>
                </c:pt>
                <c:pt idx="766">
                  <c:v>0.181450185402</c:v>
                </c:pt>
                <c:pt idx="767">
                  <c:v>0.183049370265</c:v>
                </c:pt>
                <c:pt idx="768">
                  <c:v>0.184663638698</c:v>
                </c:pt>
                <c:pt idx="769">
                  <c:v>0.186293011229</c:v>
                </c:pt>
                <c:pt idx="770">
                  <c:v>0.187937502109</c:v>
                </c:pt>
                <c:pt idx="771">
                  <c:v>0.189597119069</c:v>
                </c:pt>
                <c:pt idx="772">
                  <c:v>0.191271863089</c:v>
                </c:pt>
                <c:pt idx="773">
                  <c:v>0.192961728156</c:v>
                </c:pt>
                <c:pt idx="774">
                  <c:v>0.194666701023</c:v>
                </c:pt>
                <c:pt idx="775">
                  <c:v>0.196386760976</c:v>
                </c:pt>
                <c:pt idx="776">
                  <c:v>0.198121879593</c:v>
                </c:pt>
                <c:pt idx="777">
                  <c:v>0.199872020511</c:v>
                </c:pt>
                <c:pt idx="778">
                  <c:v>0.201637139193</c:v>
                </c:pt>
                <c:pt idx="779">
                  <c:v>0.203417182698</c:v>
                </c:pt>
                <c:pt idx="780">
                  <c:v>0.205212089453</c:v>
                </c:pt>
                <c:pt idx="781">
                  <c:v>0.207021789035</c:v>
                </c:pt>
                <c:pt idx="782">
                  <c:v>0.208846201951</c:v>
                </c:pt>
                <c:pt idx="783">
                  <c:v>0.210685239429</c:v>
                </c:pt>
                <c:pt idx="784">
                  <c:v>0.212538803211</c:v>
                </c:pt>
                <c:pt idx="785">
                  <c:v>0.214406785359</c:v>
                </c:pt>
                <c:pt idx="786">
                  <c:v>0.216289068065</c:v>
                </c:pt>
                <c:pt idx="787">
                  <c:v>0.218185523471</c:v>
                </c:pt>
                <c:pt idx="788">
                  <c:v>0.220096013499</c:v>
                </c:pt>
                <c:pt idx="789">
                  <c:v>0.222020389691</c:v>
                </c:pt>
                <c:pt idx="790">
                  <c:v>0.22395849306</c:v>
                </c:pt>
                <c:pt idx="791">
                  <c:v>0.225910153957</c:v>
                </c:pt>
                <c:pt idx="792">
                  <c:v>0.227875191946</c:v>
                </c:pt>
                <c:pt idx="793">
                  <c:v>0.229853415694</c:v>
                </c:pt>
                <c:pt idx="794">
                  <c:v>0.231844622881</c:v>
                </c:pt>
                <c:pt idx="795">
                  <c:v>0.233848600117</c:v>
                </c:pt>
                <c:pt idx="796">
                  <c:v>0.235865122882</c:v>
                </c:pt>
                <c:pt idx="797">
                  <c:v>0.237893955481</c:v>
                </c:pt>
                <c:pt idx="798">
                  <c:v>0.239934851015</c:v>
                </c:pt>
                <c:pt idx="799">
                  <c:v>0.241987551373</c:v>
                </c:pt>
                <c:pt idx="800">
                  <c:v>0.244051787243</c:v>
                </c:pt>
                <c:pt idx="801">
                  <c:v>0.246127278142</c:v>
                </c:pt>
                <c:pt idx="802">
                  <c:v>0.248213732465</c:v>
                </c:pt>
                <c:pt idx="803">
                  <c:v>0.250310847557</c:v>
                </c:pt>
                <c:pt idx="804">
                  <c:v>0.252418309808</c:v>
                </c:pt>
                <c:pt idx="805">
                  <c:v>0.254535794765</c:v>
                </c:pt>
                <c:pt idx="806">
                  <c:v>0.256662967272</c:v>
                </c:pt>
                <c:pt idx="807">
                  <c:v>0.258799481626</c:v>
                </c:pt>
                <c:pt idx="808">
                  <c:v>0.260944981764</c:v>
                </c:pt>
                <c:pt idx="809">
                  <c:v>0.263099101463</c:v>
                </c:pt>
                <c:pt idx="810">
                  <c:v>0.265261464574</c:v>
                </c:pt>
                <c:pt idx="811">
                  <c:v>0.267431685272</c:v>
                </c:pt>
                <c:pt idx="812">
                  <c:v>0.269609368328</c:v>
                </c:pt>
                <c:pt idx="813">
                  <c:v>0.271794109412</c:v>
                </c:pt>
                <c:pt idx="814">
                  <c:v>0.27398549541</c:v>
                </c:pt>
                <c:pt idx="815">
                  <c:v>0.27618310477</c:v>
                </c:pt>
                <c:pt idx="816">
                  <c:v>0.278386507863</c:v>
                </c:pt>
                <c:pt idx="817">
                  <c:v>0.280595267378</c:v>
                </c:pt>
                <c:pt idx="818">
                  <c:v>0.282808938724</c:v>
                </c:pt>
                <c:pt idx="819">
                  <c:v>0.285027070463</c:v>
                </c:pt>
                <c:pt idx="820">
                  <c:v>0.287249204757</c:v>
                </c:pt>
                <c:pt idx="821">
                  <c:v>0.28947487784</c:v>
                </c:pt>
                <c:pt idx="822">
                  <c:v>0.291703620503</c:v>
                </c:pt>
                <c:pt idx="823">
                  <c:v>0.293934958599</c:v>
                </c:pt>
                <c:pt idx="824">
                  <c:v>0.296168413566</c:v>
                </c:pt>
                <c:pt idx="825">
                  <c:v>0.298403502963</c:v>
                </c:pt>
                <c:pt idx="826">
                  <c:v>0.300639741024</c:v>
                </c:pt>
                <c:pt idx="827">
                  <c:v>0.30287663922</c:v>
                </c:pt>
                <c:pt idx="828">
                  <c:v>0.305113706839</c:v>
                </c:pt>
                <c:pt idx="829">
                  <c:v>0.307350451574</c:v>
                </c:pt>
                <c:pt idx="830">
                  <c:v>0.30958638012</c:v>
                </c:pt>
                <c:pt idx="831">
                  <c:v>0.311820998781</c:v>
                </c:pt>
                <c:pt idx="832">
                  <c:v>0.314053814084</c:v>
                </c:pt>
                <c:pt idx="833">
                  <c:v>0.316284333397</c:v>
                </c:pt>
                <c:pt idx="834">
                  <c:v>0.31851206555</c:v>
                </c:pt>
                <c:pt idx="835">
                  <c:v>0.320736521461</c:v>
                </c:pt>
                <c:pt idx="836">
                  <c:v>0.322957214764</c:v>
                </c:pt>
                <c:pt idx="837">
                  <c:v>0.325173662428</c:v>
                </c:pt>
                <c:pt idx="838">
                  <c:v>0.327385385385</c:v>
                </c:pt>
                <c:pt idx="839">
                  <c:v>0.329591909148</c:v>
                </c:pt>
                <c:pt idx="840">
                  <c:v>0.33179276442</c:v>
                </c:pt>
                <c:pt idx="841">
                  <c:v>0.333987487705</c:v>
                </c:pt>
                <c:pt idx="842">
                  <c:v>0.336175621902</c:v>
                </c:pt>
                <c:pt idx="843">
                  <c:v>0.338356716893</c:v>
                </c:pt>
                <c:pt idx="844">
                  <c:v>0.340530330115</c:v>
                </c:pt>
                <c:pt idx="845">
                  <c:v>0.342696027128</c:v>
                </c:pt>
                <c:pt idx="846">
                  <c:v>0.344853382153</c:v>
                </c:pt>
                <c:pt idx="847">
                  <c:v>0.347001978604</c:v>
                </c:pt>
                <c:pt idx="848">
                  <c:v>0.349141409604</c:v>
                </c:pt>
                <c:pt idx="849">
                  <c:v>0.351271278467</c:v>
                </c:pt>
                <c:pt idx="850">
                  <c:v>0.353391199179</c:v>
                </c:pt>
                <c:pt idx="851">
                  <c:v>0.355500796837</c:v>
                </c:pt>
                <c:pt idx="852">
                  <c:v>0.357599708077</c:v>
                </c:pt>
                <c:pt idx="853">
                  <c:v>0.359687581475</c:v>
                </c:pt>
                <c:pt idx="854">
                  <c:v>0.361764077915</c:v>
                </c:pt>
                <c:pt idx="855">
                  <c:v>0.36382887094</c:v>
                </c:pt>
                <c:pt idx="856">
                  <c:v>0.365881647063</c:v>
                </c:pt>
                <c:pt idx="857">
                  <c:v>0.36792210606</c:v>
                </c:pt>
                <c:pt idx="858">
                  <c:v>0.369949961225</c:v>
                </c:pt>
                <c:pt idx="859">
                  <c:v>0.371964939597</c:v>
                </c:pt>
                <c:pt idx="860">
                  <c:v>0.373966782153</c:v>
                </c:pt>
                <c:pt idx="861">
                  <c:v>0.375955243971</c:v>
                </c:pt>
                <c:pt idx="862">
                  <c:v>0.37793009436</c:v>
                </c:pt>
                <c:pt idx="863">
                  <c:v>0.379891116957</c:v>
                </c:pt>
                <c:pt idx="864">
                  <c:v>0.381838109784</c:v>
                </c:pt>
                <c:pt idx="865">
                  <c:v>0.383770885283</c:v>
                </c:pt>
                <c:pt idx="866">
                  <c:v>0.385689270307</c:v>
                </c:pt>
                <c:pt idx="867">
                  <c:v>0.387593106081</c:v>
                </c:pt>
                <c:pt idx="868">
                  <c:v>0.389482248132</c:v>
                </c:pt>
                <c:pt idx="869">
                  <c:v>0.39135656618</c:v>
                </c:pt>
                <c:pt idx="870">
                  <c:v>0.393215943998</c:v>
                </c:pt>
                <c:pt idx="871">
                  <c:v>0.395060279244</c:v>
                </c:pt>
                <c:pt idx="872">
                  <c:v>0.396889483256</c:v>
                </c:pt>
                <c:pt idx="873">
                  <c:v>0.398703480814</c:v>
                </c:pt>
                <c:pt idx="874">
                  <c:v>0.400502209882</c:v>
                </c:pt>
                <c:pt idx="875">
                  <c:v>0.402285621304</c:v>
                </c:pt>
                <c:pt idx="876">
                  <c:v>0.40405367849</c:v>
                </c:pt>
                <c:pt idx="877">
                  <c:v>0.40580635706</c:v>
                </c:pt>
                <c:pt idx="878">
                  <c:v>0.407543644468</c:v>
                </c:pt>
                <c:pt idx="879">
                  <c:v>0.409265539603</c:v>
                </c:pt>
                <c:pt idx="880">
                  <c:v>0.410972052363</c:v>
                </c:pt>
                <c:pt idx="881">
                  <c:v>0.412663203206</c:v>
                </c:pt>
                <c:pt idx="882">
                  <c:v>0.414339022685</c:v>
                </c:pt>
                <c:pt idx="883">
                  <c:v>0.415999550958</c:v>
                </c:pt>
                <c:pt idx="884">
                  <c:v>0.417644837286</c:v>
                </c:pt>
                <c:pt idx="885">
                  <c:v>0.419274939512</c:v>
                </c:pt>
                <c:pt idx="886">
                  <c:v>0.420889923527</c:v>
                </c:pt>
                <c:pt idx="887">
                  <c:v>0.422489862717</c:v>
                </c:pt>
                <c:pt idx="888">
                  <c:v>0.424074837412</c:v>
                </c:pt>
                <c:pt idx="889">
                  <c:v>0.425644934314</c:v>
                </c:pt>
                <c:pt idx="890">
                  <c:v>0.42720024592</c:v>
                </c:pt>
                <c:pt idx="891">
                  <c:v>0.428740869943</c:v>
                </c:pt>
                <c:pt idx="892">
                  <c:v>0.430266908723</c:v>
                </c:pt>
                <c:pt idx="893">
                  <c:v>0.431778468638</c:v>
                </c:pt>
                <c:pt idx="894">
                  <c:v>0.433275659517</c:v>
                </c:pt>
                <c:pt idx="895">
                  <c:v>0.434758594042</c:v>
                </c:pt>
                <c:pt idx="896">
                  <c:v>0.436227387166</c:v>
                </c:pt>
                <c:pt idx="897">
                  <c:v>0.437682155523</c:v>
                </c:pt>
                <c:pt idx="898">
                  <c:v>0.439123016847</c:v>
                </c:pt>
                <c:pt idx="899">
                  <c:v>0.440550089396</c:v>
                </c:pt>
                <c:pt idx="900">
                  <c:v>0.441963491382</c:v>
                </c:pt>
                <c:pt idx="901">
                  <c:v>0.44336334041</c:v>
                </c:pt>
                <c:pt idx="902">
                  <c:v>0.444749752927</c:v>
                </c:pt>
                <c:pt idx="903">
                  <c:v>0.446122843677</c:v>
                </c:pt>
                <c:pt idx="904">
                  <c:v>0.447482725168</c:v>
                </c:pt>
                <c:pt idx="905">
                  <c:v>0.448829507158</c:v>
                </c:pt>
                <c:pt idx="906">
                  <c:v>0.450163296141</c:v>
                </c:pt>
                <c:pt idx="907">
                  <c:v>0.451484194855</c:v>
                </c:pt>
                <c:pt idx="908">
                  <c:v>0.452792301803</c:v>
                </c:pt>
                <c:pt idx="909">
                  <c:v>0.454087710783</c:v>
                </c:pt>
                <c:pt idx="910">
                  <c:v>0.455370510438</c:v>
                </c:pt>
                <c:pt idx="911">
                  <c:v>0.456640783817</c:v>
                </c:pt>
                <c:pt idx="912">
                  <c:v>0.457898607958</c:v>
                </c:pt>
                <c:pt idx="913">
                  <c:v>0.459144053475</c:v>
                </c:pt>
                <c:pt idx="914">
                  <c:v>0.46037718417</c:v>
                </c:pt>
                <c:pt idx="915">
                  <c:v>0.46159805666</c:v>
                </c:pt>
                <c:pt idx="916">
                  <c:v>0.462806720015</c:v>
                </c:pt>
                <c:pt idx="917">
                  <c:v>0.464003215414</c:v>
                </c:pt>
                <c:pt idx="918">
                  <c:v>0.465187575819</c:v>
                </c:pt>
                <c:pt idx="919">
                  <c:v>0.466359825661</c:v>
                </c:pt>
                <c:pt idx="920">
                  <c:v>0.467519980542</c:v>
                </c:pt>
                <c:pt idx="921">
                  <c:v>0.468668046954</c:v>
                </c:pt>
                <c:pt idx="922">
                  <c:v>0.469804022015</c:v>
                </c:pt>
                <c:pt idx="923">
                  <c:v>0.470927893208</c:v>
                </c:pt>
                <c:pt idx="924">
                  <c:v>0.472039638154</c:v>
                </c:pt>
                <c:pt idx="925">
                  <c:v>0.473139224379</c:v>
                </c:pt>
                <c:pt idx="926">
                  <c:v>0.47422660911</c:v>
                </c:pt>
                <c:pt idx="927">
                  <c:v>0.475301739076</c:v>
                </c:pt>
                <c:pt idx="928">
                  <c:v>0.476364550326</c:v>
                </c:pt>
                <c:pt idx="929">
                  <c:v>0.477414968057</c:v>
                </c:pt>
                <c:pt idx="930">
                  <c:v>0.478452906462</c:v>
                </c:pt>
                <c:pt idx="931">
                  <c:v>0.479478268576</c:v>
                </c:pt>
                <c:pt idx="932">
                  <c:v>0.480490946154</c:v>
                </c:pt>
                <c:pt idx="933">
                  <c:v>0.481490819543</c:v>
                </c:pt>
                <c:pt idx="934">
                  <c:v>0.482477757572</c:v>
                </c:pt>
                <c:pt idx="935">
                  <c:v>0.48345161746</c:v>
                </c:pt>
                <c:pt idx="936">
                  <c:v>0.484412244725</c:v>
                </c:pt>
                <c:pt idx="937">
                  <c:v>0.48535947311</c:v>
                </c:pt>
                <c:pt idx="938">
                  <c:v>0.486293124518</c:v>
                </c:pt>
                <c:pt idx="939">
                  <c:v>0.487213008959</c:v>
                </c:pt>
                <c:pt idx="940">
                  <c:v>0.488118924508</c:v>
                </c:pt>
                <c:pt idx="941">
                  <c:v>0.48901065727</c:v>
                </c:pt>
                <c:pt idx="942">
                  <c:v>0.489887981362</c:v>
                </c:pt>
                <c:pt idx="943">
                  <c:v>0.490750658902</c:v>
                </c:pt>
                <c:pt idx="944">
                  <c:v>0.491598440008</c:v>
                </c:pt>
                <c:pt idx="945">
                  <c:v>0.492431062813</c:v>
                </c:pt>
                <c:pt idx="946">
                  <c:v>0.493248253483</c:v>
                </c:pt>
                <c:pt idx="947">
                  <c:v>0.494049726256</c:v>
                </c:pt>
                <c:pt idx="948">
                  <c:v>0.494835183487</c:v>
                </c:pt>
                <c:pt idx="949">
                  <c:v>0.495604315704</c:v>
                </c:pt>
                <c:pt idx="950">
                  <c:v>0.496356801681</c:v>
                </c:pt>
                <c:pt idx="951">
                  <c:v>0.497092308522</c:v>
                </c:pt>
                <c:pt idx="952">
                  <c:v>0.497810491752</c:v>
                </c:pt>
                <c:pt idx="953">
                  <c:v>0.498510995436</c:v>
                </c:pt>
                <c:pt idx="954">
                  <c:v>0.499193452295</c:v>
                </c:pt>
                <c:pt idx="955">
                  <c:v>0.499857483848</c:v>
                </c:pt>
                <c:pt idx="956">
                  <c:v>0.500502700569</c:v>
                </c:pt>
                <c:pt idx="957">
                  <c:v>0.501128702052</c:v>
                </c:pt>
                <c:pt idx="958">
                  <c:v>0.501735077201</c:v>
                </c:pt>
                <c:pt idx="959">
                  <c:v>0.50232140443</c:v>
                </c:pt>
                <c:pt idx="960">
                  <c:v>0.50288725189</c:v>
                </c:pt>
                <c:pt idx="961">
                  <c:v>0.503432177704</c:v>
                </c:pt>
                <c:pt idx="962">
                  <c:v>0.503955730227</c:v>
                </c:pt>
                <c:pt idx="963">
                  <c:v>0.504457448327</c:v>
                </c:pt>
                <c:pt idx="964">
                  <c:v>0.504936861685</c:v>
                </c:pt>
                <c:pt idx="965">
                  <c:v>0.505393491114</c:v>
                </c:pt>
                <c:pt idx="966">
                  <c:v>0.505826848905</c:v>
                </c:pt>
                <c:pt idx="967">
                  <c:v>0.506236439193</c:v>
                </c:pt>
                <c:pt idx="968">
                  <c:v>0.50662175835</c:v>
                </c:pt>
                <c:pt idx="969">
                  <c:v>0.506982295397</c:v>
                </c:pt>
                <c:pt idx="970">
                  <c:v>0.507317532447</c:v>
                </c:pt>
                <c:pt idx="971">
                  <c:v>0.507626945171</c:v>
                </c:pt>
                <c:pt idx="972">
                  <c:v>0.507910003293</c:v>
                </c:pt>
                <c:pt idx="973">
                  <c:v>0.508166171108</c:v>
                </c:pt>
                <c:pt idx="974">
                  <c:v>0.508394908034</c:v>
                </c:pt>
                <c:pt idx="975">
                  <c:v>0.508595669187</c:v>
                </c:pt>
                <c:pt idx="976">
                  <c:v>0.508767905991</c:v>
                </c:pt>
                <c:pt idx="977">
                  <c:v>0.508911066808</c:v>
                </c:pt>
                <c:pt idx="978">
                  <c:v>0.509024597611</c:v>
                </c:pt>
                <c:pt idx="979">
                  <c:v>0.509107942672</c:v>
                </c:pt>
                <c:pt idx="980">
                  <c:v>0.509160545296</c:v>
                </c:pt>
                <c:pt idx="981">
                  <c:v>0.50918184857</c:v>
                </c:pt>
                <c:pt idx="982">
                  <c:v>0.509171296155</c:v>
                </c:pt>
                <c:pt idx="983">
                  <c:v>0.509128333101</c:v>
                </c:pt>
                <c:pt idx="984">
                  <c:v>0.509052406691</c:v>
                </c:pt>
                <c:pt idx="985">
                  <c:v>0.508942967321</c:v>
                </c:pt>
                <c:pt idx="986">
                  <c:v>0.508799469404</c:v>
                </c:pt>
                <c:pt idx="987">
                  <c:v>0.508621372301</c:v>
                </c:pt>
                <c:pt idx="988">
                  <c:v>0.508408141282</c:v>
                </c:pt>
                <c:pt idx="989">
                  <c:v>0.508159248515</c:v>
                </c:pt>
                <c:pt idx="990">
                  <c:v>0.507874174075</c:v>
                </c:pt>
                <c:pt idx="991">
                  <c:v>0.507552406982</c:v>
                </c:pt>
                <c:pt idx="992">
                  <c:v>0.507193446256</c:v>
                </c:pt>
                <c:pt idx="993">
                  <c:v>0.506796801997</c:v>
                </c:pt>
                <c:pt idx="994">
                  <c:v>0.50636199648</c:v>
                </c:pt>
                <c:pt idx="995">
                  <c:v>0.505888565269</c:v>
                </c:pt>
                <c:pt idx="996">
                  <c:v>0.505376058342</c:v>
                </c:pt>
                <c:pt idx="997">
                  <c:v>0.504824041232</c:v>
                </c:pt>
                <c:pt idx="998">
                  <c:v>0.504232096171</c:v>
                </c:pt>
                <c:pt idx="999">
                  <c:v>0.503599823243</c:v>
                </c:pt>
                <c:pt idx="1000">
                  <c:v>0.502926841541</c:v>
                </c:pt>
                <c:pt idx="1001">
                  <c:v>0.502212790318</c:v>
                </c:pt>
                <c:pt idx="1002">
                  <c:v>0.501457330143</c:v>
                </c:pt>
                <c:pt idx="1003">
                  <c:v>0.500660144039</c:v>
                </c:pt>
                <c:pt idx="1004">
                  <c:v>0.499820938613</c:v>
                </c:pt>
                <c:pt idx="1005">
                  <c:v>0.49893944518</c:v>
                </c:pt>
                <c:pt idx="1006">
                  <c:v>0.498015420847</c:v>
                </c:pt>
                <c:pt idx="1007">
                  <c:v>0.497048649595</c:v>
                </c:pt>
                <c:pt idx="1008">
                  <c:v>0.496038943321</c:v>
                </c:pt>
                <c:pt idx="1009">
                  <c:v>0.494986142845</c:v>
                </c:pt>
                <c:pt idx="1010">
                  <c:v>0.493890118892</c:v>
                </c:pt>
                <c:pt idx="1011">
                  <c:v>0.492750773021</c:v>
                </c:pt>
                <c:pt idx="1012">
                  <c:v>0.491568038518</c:v>
                </c:pt>
                <c:pt idx="1013">
                  <c:v>0.490341881227</c:v>
                </c:pt>
                <c:pt idx="1014">
                  <c:v>0.489072300342</c:v>
                </c:pt>
                <c:pt idx="1015">
                  <c:v>0.487759329127</c:v>
                </c:pt>
                <c:pt idx="1016">
                  <c:v>0.486403035578</c:v>
                </c:pt>
                <c:pt idx="1017">
                  <c:v>0.485003523021</c:v>
                </c:pt>
                <c:pt idx="1018">
                  <c:v>0.483560930636</c:v>
                </c:pt>
                <c:pt idx="1019">
                  <c:v>0.482075433902</c:v>
                </c:pt>
                <c:pt idx="1020">
                  <c:v>0.480547244977</c:v>
                </c:pt>
                <c:pt idx="1021">
                  <c:v>0.478976612982</c:v>
                </c:pt>
                <c:pt idx="1022">
                  <c:v>0.477363824208</c:v>
                </c:pt>
                <c:pt idx="1023">
                  <c:v>0.475709202243</c:v>
                </c:pt>
                <c:pt idx="1024">
                  <c:v>0.474013107991</c:v>
                </c:pt>
                <c:pt idx="1025">
                  <c:v>0.472275939623</c:v>
                </c:pt>
                <c:pt idx="1026">
                  <c:v>0.470498132418</c:v>
                </c:pt>
                <c:pt idx="1027">
                  <c:v>0.468680158517</c:v>
                </c:pt>
                <c:pt idx="1028">
                  <c:v>0.466822526587</c:v>
                </c:pt>
                <c:pt idx="1029">
                  <c:v>0.46492578138</c:v>
                </c:pt>
                <c:pt idx="1030">
                  <c:v>0.462990503208</c:v>
                </c:pt>
                <c:pt idx="1031">
                  <c:v>0.461017307317</c:v>
                </c:pt>
                <c:pt idx="1032">
                  <c:v>0.459006843173</c:v>
                </c:pt>
                <c:pt idx="1033">
                  <c:v>0.456959793654</c:v>
                </c:pt>
                <c:pt idx="1034">
                  <c:v>0.45487687415</c:v>
                </c:pt>
                <c:pt idx="1035">
                  <c:v>0.452758831587</c:v>
                </c:pt>
                <c:pt idx="1036">
                  <c:v>0.450606443353</c:v>
                </c:pt>
                <c:pt idx="1037">
                  <c:v>0.448420516154</c:v>
                </c:pt>
                <c:pt idx="1038">
                  <c:v>0.446201884787</c:v>
                </c:pt>
                <c:pt idx="1039">
                  <c:v>0.443951410846</c:v>
                </c:pt>
                <c:pt idx="1040">
                  <c:v>0.441669981352</c:v>
                </c:pt>
                <c:pt idx="1041">
                  <c:v>0.439358507327</c:v>
                </c:pt>
                <c:pt idx="1042">
                  <c:v>0.437017922304</c:v>
                </c:pt>
                <c:pt idx="1043">
                  <c:v>0.434649180787</c:v>
                </c:pt>
                <c:pt idx="1044">
                  <c:v>0.432253256664</c:v>
                </c:pt>
                <c:pt idx="1045">
                  <c:v>0.429831141576</c:v>
                </c:pt>
                <c:pt idx="1046">
                  <c:v>0.427383843255</c:v>
                </c:pt>
                <c:pt idx="1047">
                  <c:v>0.424912383823</c:v>
                </c:pt>
                <c:pt idx="1048">
                  <c:v>0.422417798082</c:v>
                </c:pt>
                <c:pt idx="1049">
                  <c:v>0.419901131776</c:v>
                </c:pt>
                <c:pt idx="1050">
                  <c:v>0.417363439845</c:v>
                </c:pt>
                <c:pt idx="1051">
                  <c:v>0.41480578468</c:v>
                </c:pt>
                <c:pt idx="1052">
                  <c:v>0.412229234373</c:v>
                </c:pt>
                <c:pt idx="1053">
                  <c:v>0.409634860982</c:v>
                </c:pt>
                <c:pt idx="1054">
                  <c:v>0.407023738802</c:v>
                </c:pt>
                <c:pt idx="1055">
                  <c:v>0.404396942666</c:v>
                </c:pt>
                <c:pt idx="1056">
                  <c:v>0.401755546261</c:v>
                </c:pt>
                <c:pt idx="1057">
                  <c:v>0.399100620489</c:v>
                </c:pt>
                <c:pt idx="1058">
                  <c:v>0.396433231848</c:v>
                </c:pt>
                <c:pt idx="1059">
                  <c:v>0.393754440867</c:v>
                </c:pt>
                <c:pt idx="1060">
                  <c:v>0.391065300582</c:v>
                </c:pt>
                <c:pt idx="1061">
                  <c:v>0.388366855062</c:v>
                </c:pt>
                <c:pt idx="1062">
                  <c:v>0.385660137989</c:v>
                </c:pt>
                <c:pt idx="1063">
                  <c:v>0.382946171298</c:v>
                </c:pt>
                <c:pt idx="1064">
                  <c:v>0.380225963874</c:v>
                </c:pt>
                <c:pt idx="1065">
                  <c:v>0.377500510317</c:v>
                </c:pt>
                <c:pt idx="1066">
                  <c:v>0.37477078977</c:v>
                </c:pt>
                <c:pt idx="1067">
                  <c:v>0.372037764816</c:v>
                </c:pt>
                <c:pt idx="1068">
                  <c:v>0.369302380447</c:v>
                </c:pt>
                <c:pt idx="1069">
                  <c:v>0.366565563103</c:v>
                </c:pt>
                <c:pt idx="1070">
                  <c:v>0.363828219784</c:v>
                </c:pt>
                <c:pt idx="1071">
                  <c:v>0.361091237232</c:v>
                </c:pt>
                <c:pt idx="1072">
                  <c:v>0.358355481196</c:v>
                </c:pt>
                <c:pt idx="1073">
                  <c:v>0.355621795756</c:v>
                </c:pt>
                <c:pt idx="1074">
                  <c:v>0.352891002736</c:v>
                </c:pt>
                <c:pt idx="1075">
                  <c:v>0.350163901178</c:v>
                </c:pt>
                <c:pt idx="1076">
                  <c:v>0.347441266891</c:v>
                </c:pt>
                <c:pt idx="1077">
                  <c:v>0.344723852077</c:v>
                </c:pt>
                <c:pt idx="1078">
                  <c:v>0.342012385013</c:v>
                </c:pt>
                <c:pt idx="1079">
                  <c:v>0.339307569814</c:v>
                </c:pt>
                <c:pt idx="1080">
                  <c:v>0.336610086253</c:v>
                </c:pt>
                <c:pt idx="1081">
                  <c:v>0.333920589649</c:v>
                </c:pt>
                <c:pt idx="1082">
                  <c:v>0.331239710814</c:v>
                </c:pt>
                <c:pt idx="1083">
                  <c:v>0.328568056059</c:v>
                </c:pt>
                <c:pt idx="1084">
                  <c:v>0.325906207259</c:v>
                </c:pt>
                <c:pt idx="1085">
                  <c:v>0.323254721968</c:v>
                </c:pt>
                <c:pt idx="1086">
                  <c:v>0.320614133592</c:v>
                </c:pt>
                <c:pt idx="1087">
                  <c:v>0.317984951597</c:v>
                </c:pt>
                <c:pt idx="1088">
                  <c:v>0.31536766178</c:v>
                </c:pt>
                <c:pt idx="1089">
                  <c:v>0.312762726566</c:v>
                </c:pt>
                <c:pt idx="1090">
                  <c:v>0.310170585359</c:v>
                </c:pt>
                <c:pt idx="1091">
                  <c:v>0.307591654915</c:v>
                </c:pt>
                <c:pt idx="1092">
                  <c:v>0.305026329761</c:v>
                </c:pt>
                <c:pt idx="1093">
                  <c:v>0.302474982638</c:v>
                </c:pt>
                <c:pt idx="1094">
                  <c:v>0.299937964976</c:v>
                </c:pt>
                <c:pt idx="1095">
                  <c:v>0.297415607384</c:v>
                </c:pt>
                <c:pt idx="1096">
                  <c:v>0.294908220178</c:v>
                </c:pt>
                <c:pt idx="1097">
                  <c:v>0.292416093912</c:v>
                </c:pt>
                <c:pt idx="1098">
                  <c:v>0.289939499938</c:v>
                </c:pt>
                <c:pt idx="1099">
                  <c:v>0.28747869097</c:v>
                </c:pt>
                <c:pt idx="1100">
                  <c:v>0.285033901668</c:v>
                </c:pt>
                <c:pt idx="1101">
                  <c:v>0.282605349221</c:v>
                </c:pt>
                <c:pt idx="1102">
                  <c:v>0.280193233948</c:v>
                </c:pt>
                <c:pt idx="1103">
                  <c:v>0.277797739893</c:v>
                </c:pt>
                <c:pt idx="1104">
                  <c:v>0.275419035425</c:v>
                </c:pt>
                <c:pt idx="1105">
                  <c:v>0.273057273843</c:v>
                </c:pt>
                <c:pt idx="1106">
                  <c:v>0.270712593971</c:v>
                </c:pt>
                <c:pt idx="1107">
                  <c:v>0.268385120754</c:v>
                </c:pt>
                <c:pt idx="1108">
                  <c:v>0.26607496585</c:v>
                </c:pt>
                <c:pt idx="1109">
                  <c:v>0.263782228207</c:v>
                </c:pt>
                <c:pt idx="1110">
                  <c:v>0.26150699464</c:v>
                </c:pt>
                <c:pt idx="1111">
                  <c:v>0.259249340396</c:v>
                </c:pt>
                <c:pt idx="1112">
                  <c:v>0.257009329701</c:v>
                </c:pt>
                <c:pt idx="1113">
                  <c:v>0.254787016306</c:v>
                </c:pt>
                <c:pt idx="1114">
                  <c:v>0.252582444011</c:v>
                </c:pt>
                <c:pt idx="1115">
                  <c:v>0.250395647175</c:v>
                </c:pt>
                <c:pt idx="1116">
                  <c:v>0.248226651218</c:v>
                </c:pt>
                <c:pt idx="1117">
                  <c:v>0.246075473103</c:v>
                </c:pt>
                <c:pt idx="1118">
                  <c:v>0.243942121796</c:v>
                </c:pt>
                <c:pt idx="1119">
                  <c:v>0.24182659872</c:v>
                </c:pt>
                <c:pt idx="1120">
                  <c:v>0.239728898188</c:v>
                </c:pt>
                <c:pt idx="1121">
                  <c:v>0.23764900781</c:v>
                </c:pt>
                <c:pt idx="1122">
                  <c:v>0.235586908902</c:v>
                </c:pt>
                <c:pt idx="1123">
                  <c:v>0.233542576854</c:v>
                </c:pt>
                <c:pt idx="1124">
                  <c:v>0.231515981501</c:v>
                </c:pt>
                <c:pt idx="1125">
                  <c:v>0.22950708746</c:v>
                </c:pt>
                <c:pt idx="1126">
                  <c:v>0.227515854467</c:v>
                </c:pt>
                <c:pt idx="1127">
                  <c:v>0.225542237675</c:v>
                </c:pt>
                <c:pt idx="1128">
                  <c:v>0.22358618796</c:v>
                </c:pt>
                <c:pt idx="1129">
                  <c:v>0.221647652187</c:v>
                </c:pt>
                <c:pt idx="1130">
                  <c:v>0.219726573477</c:v>
                </c:pt>
                <c:pt idx="1131">
                  <c:v>0.217822891451</c:v>
                </c:pt>
                <c:pt idx="1132">
                  <c:v>0.215936542458</c:v>
                </c:pt>
                <c:pt idx="1133">
                  <c:v>0.214067459792</c:v>
                </c:pt>
                <c:pt idx="1134">
                  <c:v>0.212215573889</c:v>
                </c:pt>
                <c:pt idx="1135">
                  <c:v>0.210380812521</c:v>
                </c:pt>
                <c:pt idx="1136">
                  <c:v>0.208563100964</c:v>
                </c:pt>
                <c:pt idx="1137">
                  <c:v>0.20676236216</c:v>
                </c:pt>
                <c:pt idx="1138">
                  <c:v>0.204978516871</c:v>
                </c:pt>
                <c:pt idx="1139">
                  <c:v>0.203211483814</c:v>
                </c:pt>
                <c:pt idx="1140">
                  <c:v>0.201461179791</c:v>
                </c:pt>
                <c:pt idx="1141">
                  <c:v>0.199727519805</c:v>
                </c:pt>
                <c:pt idx="1142">
                  <c:v>0.198010417171</c:v>
                </c:pt>
                <c:pt idx="1143">
                  <c:v>0.196309783615</c:v>
                </c:pt>
                <c:pt idx="1144">
                  <c:v>0.194625529367</c:v>
                </c:pt>
                <c:pt idx="1145">
                  <c:v>0.192957563242</c:v>
                </c:pt>
                <c:pt idx="1146">
                  <c:v>0.191305792725</c:v>
                </c:pt>
                <c:pt idx="1147">
                  <c:v>0.189670124033</c:v>
                </c:pt>
                <c:pt idx="1148">
                  <c:v>0.188050462188</c:v>
                </c:pt>
                <c:pt idx="1149">
                  <c:v>0.186446711073</c:v>
                </c:pt>
                <c:pt idx="1150">
                  <c:v>0.184858773491</c:v>
                </c:pt>
                <c:pt idx="1151">
                  <c:v>0.183286551213</c:v>
                </c:pt>
                <c:pt idx="1152">
                  <c:v>0.181729945025</c:v>
                </c:pt>
                <c:pt idx="1153">
                  <c:v>0.180188854777</c:v>
                </c:pt>
                <c:pt idx="1154">
                  <c:v>0.178663179418</c:v>
                </c:pt>
                <c:pt idx="1155">
                  <c:v>0.177152817038</c:v>
                </c:pt>
                <c:pt idx="1156">
                  <c:v>0.175657664903</c:v>
                </c:pt>
                <c:pt idx="1157">
                  <c:v>0.17417761949</c:v>
                </c:pt>
                <c:pt idx="1158">
                  <c:v>0.172712576518</c:v>
                </c:pt>
                <c:pt idx="1159">
                  <c:v>0.171262430982</c:v>
                </c:pt>
                <c:pt idx="1160">
                  <c:v>0.16982707718</c:v>
                </c:pt>
                <c:pt idx="1161">
                  <c:v>0.168406408743</c:v>
                </c:pt>
                <c:pt idx="1162">
                  <c:v>0.167000318666</c:v>
                </c:pt>
                <c:pt idx="1163">
                  <c:v>0.16560869933</c:v>
                </c:pt>
                <c:pt idx="1164">
                  <c:v>0.164231442536</c:v>
                </c:pt>
                <c:pt idx="1165">
                  <c:v>0.16286843953</c:v>
                </c:pt>
                <c:pt idx="1166">
                  <c:v>0.161519581028</c:v>
                </c:pt>
                <c:pt idx="1167">
                  <c:v>0.160184757244</c:v>
                </c:pt>
                <c:pt idx="1168">
                  <c:v>0.158863857918</c:v>
                </c:pt>
                <c:pt idx="1169">
                  <c:v>0.157556772344</c:v>
                </c:pt>
                <c:pt idx="1170">
                  <c:v>0.156263389393</c:v>
                </c:pt>
                <c:pt idx="1171">
                  <c:v>0.154983597544</c:v>
                </c:pt>
                <c:pt idx="1172">
                  <c:v>0.153717284911</c:v>
                </c:pt>
                <c:pt idx="1173">
                  <c:v>0.152464339268</c:v>
                </c:pt>
                <c:pt idx="1174">
                  <c:v>0.151224648078</c:v>
                </c:pt>
                <c:pt idx="1175">
                  <c:v>0.149998098524</c:v>
                </c:pt>
                <c:pt idx="1176">
                  <c:v>0.14878457753</c:v>
                </c:pt>
                <c:pt idx="1177">
                  <c:v>0.147583971794</c:v>
                </c:pt>
                <c:pt idx="1178">
                  <c:v>0.146396167817</c:v>
                </c:pt>
                <c:pt idx="1179">
                  <c:v>0.145221051924</c:v>
                </c:pt>
                <c:pt idx="1180">
                  <c:v>0.144058510298</c:v>
                </c:pt>
                <c:pt idx="1181">
                  <c:v>0.142908429008</c:v>
                </c:pt>
                <c:pt idx="1182">
                  <c:v>0.141770694029</c:v>
                </c:pt>
                <c:pt idx="1183">
                  <c:v>0.14064519128</c:v>
                </c:pt>
                <c:pt idx="1184">
                  <c:v>0.139531806641</c:v>
                </c:pt>
                <c:pt idx="1185">
                  <c:v>0.138430425986</c:v>
                </c:pt>
                <c:pt idx="1186">
                  <c:v>0.137340935206</c:v>
                </c:pt>
                <c:pt idx="1187">
                  <c:v>0.136263220236</c:v>
                </c:pt>
                <c:pt idx="1188">
                  <c:v>0.13519716708</c:v>
                </c:pt>
                <c:pt idx="1189">
                  <c:v>0.134142661837</c:v>
                </c:pt>
                <c:pt idx="1190">
                  <c:v>0.13309959072</c:v>
                </c:pt>
                <c:pt idx="1191">
                  <c:v>0.132067840088</c:v>
                </c:pt>
                <c:pt idx="1192">
                  <c:v>0.13104729646</c:v>
                </c:pt>
                <c:pt idx="1193">
                  <c:v>0.130037846543</c:v>
                </c:pt>
                <c:pt idx="1194">
                  <c:v>0.12903937725</c:v>
                </c:pt>
                <c:pt idx="1195">
                  <c:v>0.128051775724</c:v>
                </c:pt>
                <c:pt idx="1196">
                  <c:v>0.127074929353</c:v>
                </c:pt>
                <c:pt idx="1197">
                  <c:v>0.126108725792</c:v>
                </c:pt>
                <c:pt idx="1198">
                  <c:v>0.12515305298</c:v>
                </c:pt>
                <c:pt idx="1199">
                  <c:v>0.12420779916</c:v>
                </c:pt>
                <c:pt idx="1200">
                  <c:v>0.12327285289</c:v>
                </c:pt>
                <c:pt idx="1201">
                  <c:v>0.122348103061</c:v>
                </c:pt>
                <c:pt idx="1202">
                  <c:v>0.121433438914</c:v>
                </c:pt>
                <c:pt idx="1203">
                  <c:v>0.120528750049</c:v>
                </c:pt>
                <c:pt idx="1204">
                  <c:v>0.119633926442</c:v>
                </c:pt>
                <c:pt idx="1205">
                  <c:v>0.118748858453</c:v>
                </c:pt>
                <c:pt idx="1206">
                  <c:v>0.117873436839</c:v>
                </c:pt>
                <c:pt idx="1207">
                  <c:v>0.117007552767</c:v>
                </c:pt>
                <c:pt idx="1208">
                  <c:v>0.116151097816</c:v>
                </c:pt>
                <c:pt idx="1209">
                  <c:v>0.115303963995</c:v>
                </c:pt>
                <c:pt idx="1210">
                  <c:v>0.114466043742</c:v>
                </c:pt>
                <c:pt idx="1211">
                  <c:v>0.113637229937</c:v>
                </c:pt>
                <c:pt idx="1212">
                  <c:v>0.112817415908</c:v>
                </c:pt>
                <c:pt idx="1213">
                  <c:v>0.112006495432</c:v>
                </c:pt>
                <c:pt idx="1214">
                  <c:v>0.111204362748</c:v>
                </c:pt>
                <c:pt idx="1215">
                  <c:v>0.110410912553</c:v>
                </c:pt>
                <c:pt idx="1216">
                  <c:v>0.109626040015</c:v>
                </c:pt>
                <c:pt idx="1217">
                  <c:v>0.108849640769</c:v>
                </c:pt>
                <c:pt idx="1218">
                  <c:v>0.108081610927</c:v>
                </c:pt>
                <c:pt idx="1219">
                  <c:v>0.107321847075</c:v>
                </c:pt>
                <c:pt idx="1220">
                  <c:v>0.10657024628</c:v>
                </c:pt>
                <c:pt idx="1221">
                  <c:v>0.105826706093</c:v>
                </c:pt>
                <c:pt idx="1222">
                  <c:v>0.105091124548</c:v>
                </c:pt>
                <c:pt idx="1223">
                  <c:v>0.104363400167</c:v>
                </c:pt>
                <c:pt idx="1224">
                  <c:v>0.103643431962</c:v>
                </c:pt>
                <c:pt idx="1225">
                  <c:v>0.102931119437</c:v>
                </c:pt>
                <c:pt idx="1226">
                  <c:v>0.102226362592</c:v>
                </c:pt>
                <c:pt idx="1227">
                  <c:v>0.101529061924</c:v>
                </c:pt>
                <c:pt idx="1228">
                  <c:v>0.100839118433</c:v>
                </c:pt>
                <c:pt idx="1229">
                  <c:v>0.100156433623</c:v>
                </c:pt>
                <c:pt idx="1230">
                  <c:v>0.0994809095052</c:v>
                </c:pt>
                <c:pt idx="1231">
                  <c:v>0.0988124486068</c:v>
                </c:pt>
                <c:pt idx="1232">
                  <c:v>0.0981509539725</c:v>
                </c:pt>
                <c:pt idx="1233">
                  <c:v>0.0974963291717</c:v>
                </c:pt>
                <c:pt idx="1234">
                  <c:v>0.0968484783045</c:v>
                </c:pt>
                <c:pt idx="1235">
                  <c:v>0.0962073060095</c:v>
                </c:pt>
                <c:pt idx="1236">
                  <c:v>0.0955727174716</c:v>
                </c:pt>
                <c:pt idx="1237">
                  <c:v>0.0949446184309</c:v>
                </c:pt>
                <c:pt idx="1238">
                  <c:v>0.0943229151933</c:v>
                </c:pt>
                <c:pt idx="1239">
                  <c:v>0.0937075146409</c:v>
                </c:pt>
                <c:pt idx="1240">
                  <c:v>0.0930983242442</c:v>
                </c:pt>
                <c:pt idx="1241">
                  <c:v>0.0924952520756</c:v>
                </c:pt>
                <c:pt idx="1242">
                  <c:v>0.0918982068231</c:v>
                </c:pt>
                <c:pt idx="1243">
                  <c:v>0.091307097806</c:v>
                </c:pt>
                <c:pt idx="1244">
                  <c:v>0.0907218349917</c:v>
                </c:pt>
                <c:pt idx="1245">
                  <c:v>0.0901423290128</c:v>
                </c:pt>
                <c:pt idx="1246">
                  <c:v>0.0895684911868</c:v>
                </c:pt>
                <c:pt idx="1247">
                  <c:v>0.0890002335355</c:v>
                </c:pt>
                <c:pt idx="1248">
                  <c:v>0.0884374688067</c:v>
                </c:pt>
                <c:pt idx="1249">
                  <c:v>0.0878801104965</c:v>
                </c:pt>
                <c:pt idx="1250">
                  <c:v>0.0873280728729</c:v>
                </c:pt>
                <c:pt idx="1251">
                  <c:v>0.086781271</c:v>
                </c:pt>
                <c:pt idx="1252">
                  <c:v>0.0862396207641</c:v>
                </c:pt>
                <c:pt idx="1253">
                  <c:v>0.0857030389002</c:v>
                </c:pt>
                <c:pt idx="1254">
                  <c:v>0.085171443019</c:v>
                </c:pt>
                <c:pt idx="1255">
                  <c:v>0.0846447516357</c:v>
                </c:pt>
                <c:pt idx="1256">
                  <c:v>0.084122884199</c:v>
                </c:pt>
                <c:pt idx="1257">
                  <c:v>0.0836057611202</c:v>
                </c:pt>
                <c:pt idx="1258">
                  <c:v>0.083093303804</c:v>
                </c:pt>
                <c:pt idx="1259">
                  <c:v>0.0825854346786</c:v>
                </c:pt>
                <c:pt idx="1260">
                  <c:v>0.0820820772269</c:v>
                </c:pt>
                <c:pt idx="1261">
                  <c:v>0.0815831560172</c:v>
                </c:pt>
                <c:pt idx="1262">
                  <c:v>0.0810885967345</c:v>
                </c:pt>
                <c:pt idx="1263">
                  <c:v>0.0805983262113</c:v>
                </c:pt>
                <c:pt idx="1264">
                  <c:v>0.0801122724581</c:v>
                </c:pt>
                <c:pt idx="1265">
                  <c:v>0.0796303646937</c:v>
                </c:pt>
                <c:pt idx="1266">
                  <c:v>0.0791525333749</c:v>
                </c:pt>
                <c:pt idx="1267">
                  <c:v>0.0786787102255</c:v>
                </c:pt>
                <c:pt idx="1268">
                  <c:v>0.0782088282638</c:v>
                </c:pt>
                <c:pt idx="1269">
                  <c:v>0.0777428218301</c:v>
                </c:pt>
                <c:pt idx="1270">
                  <c:v>0.077280626612</c:v>
                </c:pt>
                <c:pt idx="1271">
                  <c:v>0.0768221796689</c:v>
                </c:pt>
                <c:pt idx="1272">
                  <c:v>0.076367419455</c:v>
                </c:pt>
                <c:pt idx="1273">
                  <c:v>0.0759162858399</c:v>
                </c:pt>
                <c:pt idx="1274">
                  <c:v>0.0754687201286</c:v>
                </c:pt>
                <c:pt idx="1275">
                  <c:v>0.0750246650784</c:v>
                </c:pt>
                <c:pt idx="1276">
                  <c:v>0.0745840649143</c:v>
                </c:pt>
                <c:pt idx="1277">
                  <c:v>0.0741468653421</c:v>
                </c:pt>
                <c:pt idx="1278">
                  <c:v>0.0737130135595</c:v>
                </c:pt>
                <c:pt idx="1279">
                  <c:v>0.073282458264</c:v>
                </c:pt>
                <c:pt idx="1280">
                  <c:v>0.0728551496593</c:v>
                </c:pt>
                <c:pt idx="1281">
                  <c:v>0.0724310394583</c:v>
                </c:pt>
                <c:pt idx="1282">
                  <c:v>0.072010080884</c:v>
                </c:pt>
                <c:pt idx="1283">
                  <c:v>0.0715922286681</c:v>
                </c:pt>
                <c:pt idx="1284">
                  <c:v>0.0711774390456</c:v>
                </c:pt>
                <c:pt idx="1285">
                  <c:v>0.0707656697482</c:v>
                </c:pt>
                <c:pt idx="1286">
                  <c:v>0.0703568799943</c:v>
                </c:pt>
                <c:pt idx="1287">
                  <c:v>0.0699510304763</c:v>
                </c:pt>
                <c:pt idx="1288">
                  <c:v>0.0695480833453</c:v>
                </c:pt>
                <c:pt idx="1289">
                  <c:v>0.0691480021935</c:v>
                </c:pt>
                <c:pt idx="1290">
                  <c:v>0.0687507520339</c:v>
                </c:pt>
                <c:pt idx="1291">
                  <c:v>0.0683562992773</c:v>
                </c:pt>
                <c:pt idx="1292">
                  <c:v>0.0679646117073</c:v>
                </c:pt>
                <c:pt idx="1293">
                  <c:v>0.0675756584527</c:v>
                </c:pt>
                <c:pt idx="1294">
                  <c:v>0.0671894099582</c:v>
                </c:pt>
                <c:pt idx="1295">
                  <c:v>0.0668058379527</c:v>
                </c:pt>
                <c:pt idx="1296">
                  <c:v>0.0664249154157</c:v>
                </c:pt>
                <c:pt idx="1297">
                  <c:v>0.0660466165419</c:v>
                </c:pt>
                <c:pt idx="1298">
                  <c:v>0.0656709167048</c:v>
                </c:pt>
                <c:pt idx="1299">
                  <c:v>0.065297792418</c:v>
                </c:pt>
                <c:pt idx="1300">
                  <c:v>0.0649272212953</c:v>
                </c:pt>
                <c:pt idx="1301">
                  <c:v>0.0645591820107</c:v>
                </c:pt>
                <c:pt idx="1302">
                  <c:v>0.0641936542558</c:v>
                </c:pt>
                <c:pt idx="1303">
                  <c:v>0.0638306186978</c:v>
                </c:pt>
                <c:pt idx="1304">
                  <c:v>0.0634700569359</c:v>
                </c:pt>
                <c:pt idx="1305">
                  <c:v>0.0631119514578</c:v>
                </c:pt>
                <c:pt idx="1306">
                  <c:v>0.062756285596</c:v>
                </c:pt>
                <c:pt idx="1307">
                  <c:v>0.0624030434829</c:v>
                </c:pt>
                <c:pt idx="1308">
                  <c:v>0.0620522100072</c:v>
                </c:pt>
                <c:pt idx="1309">
                  <c:v>0.0617037707698</c:v>
                </c:pt>
                <c:pt idx="1310">
                  <c:v>0.0613577120401</c:v>
                </c:pt>
                <c:pt idx="1311">
                  <c:v>0.0610140207126</c:v>
                </c:pt>
                <c:pt idx="1312">
                  <c:v>0.0606726842642</c:v>
                </c:pt>
                <c:pt idx="1313">
                  <c:v>0.0603336907125</c:v>
                </c:pt>
                <c:pt idx="1314">
                  <c:v>0.0599970285743</c:v>
                </c:pt>
                <c:pt idx="1315">
                  <c:v>0.0596626868253</c:v>
                </c:pt>
                <c:pt idx="1316">
                  <c:v>0.0593306548613</c:v>
                </c:pt>
                <c:pt idx="1317">
                  <c:v>0.0590009224592</c:v>
                </c:pt>
                <c:pt idx="1318">
                  <c:v>0.0586734797412</c:v>
                </c:pt>
                <c:pt idx="1319">
                  <c:v>0.0583483171381</c:v>
                </c:pt>
                <c:pt idx="1320">
                  <c:v>0.0580254253553</c:v>
                </c:pt>
                <c:pt idx="1321">
                  <c:v>0.05770479534</c:v>
                </c:pt>
                <c:pt idx="1322">
                  <c:v>0.0573864182492</c:v>
                </c:pt>
                <c:pt idx="1323">
                  <c:v>0.0570702854199</c:v>
                </c:pt>
                <c:pt idx="1324">
                  <c:v>0.0567563883403</c:v>
                </c:pt>
                <c:pt idx="1325">
                  <c:v>0.0564447186228</c:v>
                </c:pt>
                <c:pt idx="1326">
                  <c:v>0.056135267978</c:v>
                </c:pt>
                <c:pt idx="1327">
                  <c:v>0.0558280281912</c:v>
                </c:pt>
                <c:pt idx="1328">
                  <c:v>0.055522991099</c:v>
                </c:pt>
                <c:pt idx="1329">
                  <c:v>0.0552201485687</c:v>
                </c:pt>
                <c:pt idx="1330">
                  <c:v>0.0549194924788</c:v>
                </c:pt>
                <c:pt idx="1331">
                  <c:v>0.0546210147003</c:v>
                </c:pt>
                <c:pt idx="1332">
                  <c:v>0.0543247070802</c:v>
                </c:pt>
                <c:pt idx="1333">
                  <c:v>0.0540305614265</c:v>
                </c:pt>
                <c:pt idx="1334">
                  <c:v>0.0537385694936</c:v>
                </c:pt>
                <c:pt idx="1335">
                  <c:v>0.0534487229702</c:v>
                </c:pt>
                <c:pt idx="1336">
                  <c:v>0.0531610134676</c:v>
                </c:pt>
                <c:pt idx="1337">
                  <c:v>0.0528754325098</c:v>
                </c:pt>
                <c:pt idx="1338">
                  <c:v>0.0525919715245</c:v>
                </c:pt>
                <c:pt idx="1339">
                  <c:v>0.0523106218353</c:v>
                </c:pt>
                <c:pt idx="1340">
                  <c:v>0.0520313746549</c:v>
                </c:pt>
                <c:pt idx="1341">
                  <c:v>0.0517542210796</c:v>
                </c:pt>
                <c:pt idx="1342">
                  <c:v>0.0514791520848</c:v>
                </c:pt>
                <c:pt idx="1343">
                  <c:v>0.0512061585208</c:v>
                </c:pt>
                <c:pt idx="1344">
                  <c:v>0.0509352311102</c:v>
                </c:pt>
                <c:pt idx="1345">
                  <c:v>0.0506663604461</c:v>
                </c:pt>
                <c:pt idx="1346">
                  <c:v>0.0503995369904</c:v>
                </c:pt>
                <c:pt idx="1347">
                  <c:v>0.0501347510734</c:v>
                </c:pt>
                <c:pt idx="1348">
                  <c:v>0.0498719928941</c:v>
                </c:pt>
                <c:pt idx="1349">
                  <c:v>0.0496112525207</c:v>
                </c:pt>
                <c:pt idx="1350">
                  <c:v>0.0493525198921</c:v>
                </c:pt>
                <c:pt idx="1351">
                  <c:v>0.0490957848194</c:v>
                </c:pt>
                <c:pt idx="1352">
                  <c:v>0.0488410369885</c:v>
                </c:pt>
                <c:pt idx="1353">
                  <c:v>0.0485882659628</c:v>
                </c:pt>
                <c:pt idx="1354">
                  <c:v>0.048337461186</c:v>
                </c:pt>
                <c:pt idx="1355">
                  <c:v>0.0480886119858</c:v>
                </c:pt>
                <c:pt idx="1356">
                  <c:v>0.0478417075774</c:v>
                </c:pt>
                <c:pt idx="1357">
                  <c:v>0.0475967370677</c:v>
                </c:pt>
                <c:pt idx="1358">
                  <c:v>0.0473536894593</c:v>
                </c:pt>
                <c:pt idx="1359">
                  <c:v>0.0471125536551</c:v>
                </c:pt>
                <c:pt idx="1360">
                  <c:v>0.0468733184626</c:v>
                </c:pt>
                <c:pt idx="1361">
                  <c:v>0.0466359725987</c:v>
                </c:pt>
                <c:pt idx="1362">
                  <c:v>0.0464005046943</c:v>
                </c:pt>
                <c:pt idx="1363">
                  <c:v>0.0461669032993</c:v>
                </c:pt>
                <c:pt idx="1364">
                  <c:v>0.0459351568875</c:v>
                </c:pt>
                <c:pt idx="1365">
                  <c:v>0.045705253861</c:v>
                </c:pt>
                <c:pt idx="1366">
                  <c:v>0.0454771825558</c:v>
                </c:pt>
                <c:pt idx="1367">
                  <c:v>0.0452509312456</c:v>
                </c:pt>
                <c:pt idx="1368">
                  <c:v>0.0450264881478</c:v>
                </c:pt>
                <c:pt idx="1369">
                  <c:v>0.044803841427</c:v>
                </c:pt>
                <c:pt idx="1370">
                  <c:v>0.0445829792003</c:v>
                </c:pt>
                <c:pt idx="1371">
                  <c:v>0.0443638895418</c:v>
                </c:pt>
                <c:pt idx="1372">
                  <c:v>0.0441465604866</c:v>
                </c:pt>
                <c:pt idx="1373">
                  <c:v>0.0439309800352</c:v>
                </c:pt>
                <c:pt idx="1374">
                  <c:v>0.0437171361578</c:v>
                </c:pt>
                <c:pt idx="1375">
                  <c:v>0.0435050167982</c:v>
                </c:pt>
                <c:pt idx="1376">
                  <c:v>0.0432946098772</c:v>
                </c:pt>
                <c:pt idx="1377">
                  <c:v>0.0430859032966</c:v>
                </c:pt>
                <c:pt idx="1378">
                  <c:v>0.0428788849426</c:v>
                </c:pt>
                <c:pt idx="1379">
                  <c:v>0.042673542689</c:v>
                </c:pt>
                <c:pt idx="1380">
                  <c:v>0.0424698644</c:v>
                </c:pt>
                <c:pt idx="1381">
                  <c:v>0.0422678379334</c:v>
                </c:pt>
                <c:pt idx="1382">
                  <c:v>0.042067451143</c:v>
                </c:pt>
                <c:pt idx="1383">
                  <c:v>0.0418686918813</c:v>
                </c:pt>
                <c:pt idx="1384">
                  <c:v>0.0416715480015</c:v>
                </c:pt>
                <c:pt idx="1385">
                  <c:v>0.0414760073593</c:v>
                </c:pt>
                <c:pt idx="1386">
                  <c:v>0.0412820578152</c:v>
                </c:pt>
                <c:pt idx="1387">
                  <c:v>0.0410896872359</c:v>
                </c:pt>
                <c:pt idx="1388">
                  <c:v>0.0408988834953</c:v>
                </c:pt>
                <c:pt idx="1389">
                  <c:v>0.0407096344762</c:v>
                </c:pt>
                <c:pt idx="1390">
                  <c:v>0.0405219280706</c:v>
                </c:pt>
                <c:pt idx="1391">
                  <c:v>0.040335752181</c:v>
                </c:pt>
                <c:pt idx="1392">
                  <c:v>0.0401510947204</c:v>
                </c:pt>
                <c:pt idx="1393">
                  <c:v>0.039967943613</c:v>
                </c:pt>
                <c:pt idx="1394">
                  <c:v>0.0397862867937</c:v>
                </c:pt>
                <c:pt idx="1395">
                  <c:v>0.0396061122086</c:v>
                </c:pt>
                <c:pt idx="1396">
                  <c:v>0.0394274078138</c:v>
                </c:pt>
                <c:pt idx="1397">
                  <c:v>0.0392501615758</c:v>
                </c:pt>
                <c:pt idx="1398">
                  <c:v>0.0390743614696</c:v>
                </c:pt>
                <c:pt idx="1399">
                  <c:v>0.0388999954789</c:v>
                </c:pt>
                <c:pt idx="1400">
                  <c:v>0.0387270515937</c:v>
                </c:pt>
                <c:pt idx="1401">
                  <c:v>0.0385555178099</c:v>
                </c:pt>
                <c:pt idx="1402">
                  <c:v>0.0383853821273</c:v>
                </c:pt>
                <c:pt idx="1403">
                  <c:v>0.0382166325475</c:v>
                </c:pt>
                <c:pt idx="1404">
                  <c:v>0.0380492570728</c:v>
                </c:pt>
                <c:pt idx="1405">
                  <c:v>0.0378832437034</c:v>
                </c:pt>
                <c:pt idx="1406">
                  <c:v>0.0377185804352</c:v>
                </c:pt>
                <c:pt idx="1407">
                  <c:v>0.0375552552577</c:v>
                </c:pt>
                <c:pt idx="1408">
                  <c:v>0.0373932561511</c:v>
                </c:pt>
                <c:pt idx="1409">
                  <c:v>0.0372325710837</c:v>
                </c:pt>
                <c:pt idx="1410">
                  <c:v>0.0370731880088</c:v>
                </c:pt>
                <c:pt idx="1411">
                  <c:v>0.0369150948621</c:v>
                </c:pt>
                <c:pt idx="1412">
                  <c:v>0.0367582795582</c:v>
                </c:pt>
                <c:pt idx="1413">
                  <c:v>0.0366027299876</c:v>
                </c:pt>
                <c:pt idx="1414">
                  <c:v>0.0364484340132</c:v>
                </c:pt>
                <c:pt idx="1415">
                  <c:v>0.0362953794668</c:v>
                </c:pt>
                <c:pt idx="1416">
                  <c:v>0.0361435541458</c:v>
                </c:pt>
                <c:pt idx="1417">
                  <c:v>0.0359929458098</c:v>
                </c:pt>
                <c:pt idx="1418">
                  <c:v>0.0358435421763</c:v>
                </c:pt>
                <c:pt idx="1419">
                  <c:v>0.0356953309178</c:v>
                </c:pt>
                <c:pt idx="1420">
                  <c:v>0.0355482996576</c:v>
                </c:pt>
                <c:pt idx="1421">
                  <c:v>0.0354024359663</c:v>
                </c:pt>
                <c:pt idx="1422">
                  <c:v>0.035257727358</c:v>
                </c:pt>
                <c:pt idx="1423">
                  <c:v>0.0351141612869</c:v>
                </c:pt>
                <c:pt idx="1424">
                  <c:v>0.0349717251433</c:v>
                </c:pt>
                <c:pt idx="1425">
                  <c:v>0.0348304062503</c:v>
                </c:pt>
                <c:pt idx="1426">
                  <c:v>0.0346901918601</c:v>
                </c:pt>
                <c:pt idx="1427">
                  <c:v>0.034551069151</c:v>
                </c:pt>
                <c:pt idx="1428">
                  <c:v>0.0344130252234</c:v>
                </c:pt>
                <c:pt idx="1429">
                  <c:v>0.0342760470974</c:v>
                </c:pt>
                <c:pt idx="1430">
                  <c:v>0.0341401217094</c:v>
                </c:pt>
                <c:pt idx="1431">
                  <c:v>0.0340052359095</c:v>
                </c:pt>
                <c:pt idx="1432">
                  <c:v>0.0338713764587</c:v>
                </c:pt>
                <c:pt idx="1433">
                  <c:v>0.0337385300268</c:v>
                </c:pt>
                <c:pt idx="1434">
                  <c:v>0.0336066831899</c:v>
                </c:pt>
                <c:pt idx="1435">
                  <c:v>0.0334758224291</c:v>
                </c:pt>
                <c:pt idx="1436">
                  <c:v>0.0333459341286</c:v>
                </c:pt>
                <c:pt idx="1437">
                  <c:v>0.0332170045745</c:v>
                </c:pt>
                <c:pt idx="1438">
                  <c:v>0.0330890199542</c:v>
                </c:pt>
                <c:pt idx="1439">
                  <c:v>0.0329619663558</c:v>
                </c:pt>
                <c:pt idx="1440">
                  <c:v>0.0328358297681</c:v>
                </c:pt>
                <c:pt idx="1441">
                  <c:v>0.0327105960808</c:v>
                </c:pt>
                <c:pt idx="1442">
                  <c:v>0.0325862510856</c:v>
                </c:pt>
                <c:pt idx="1443">
                  <c:v>0.0324627804774</c:v>
                </c:pt>
                <c:pt idx="1444">
                  <c:v>0.0323401698563</c:v>
                </c:pt>
                <c:pt idx="1445">
                  <c:v>0.0322184047295</c:v>
                </c:pt>
                <c:pt idx="1446">
                  <c:v>0.0320974705148</c:v>
                </c:pt>
                <c:pt idx="1447">
                  <c:v>0.0319773525438</c:v>
                </c:pt>
                <c:pt idx="1448">
                  <c:v>0.0318580360659</c:v>
                </c:pt>
                <c:pt idx="1449">
                  <c:v>0.0317395062532</c:v>
                </c:pt>
                <c:pt idx="1450">
                  <c:v>0.0316217482056</c:v>
                </c:pt>
                <c:pt idx="1451">
                  <c:v>0.0315047469571</c:v>
                </c:pt>
                <c:pt idx="1452">
                  <c:v>0.0313884874822</c:v>
                </c:pt>
                <c:pt idx="1453">
                  <c:v>0.0312729547031</c:v>
                </c:pt>
                <c:pt idx="1454">
                  <c:v>0.0311581334979</c:v>
                </c:pt>
                <c:pt idx="1455">
                  <c:v>0.031044008709</c:v>
                </c:pt>
                <c:pt idx="1456">
                  <c:v>0.0309305651528</c:v>
                </c:pt>
                <c:pt idx="1457">
                  <c:v>0.0308177876291</c:v>
                </c:pt>
                <c:pt idx="1458">
                  <c:v>0.0307056609324</c:v>
                </c:pt>
                <c:pt idx="1459">
                  <c:v>0.0305941698627</c:v>
                </c:pt>
                <c:pt idx="1460">
                  <c:v>0.0304832992379</c:v>
                </c:pt>
                <c:pt idx="1461">
                  <c:v>0.030373033906</c:v>
                </c:pt>
                <c:pt idx="1462">
                  <c:v>0.0302633587586</c:v>
                </c:pt>
                <c:pt idx="1463">
                  <c:v>0.0301542587446</c:v>
                </c:pt>
                <c:pt idx="1464">
                  <c:v>0.0300457188845</c:v>
                </c:pt>
                <c:pt idx="1465">
                  <c:v>0.0299377242852</c:v>
                </c:pt>
                <c:pt idx="1466">
                  <c:v>0.0298302601556</c:v>
                </c:pt>
                <c:pt idx="1467">
                  <c:v>0.0297233118222</c:v>
                </c:pt>
                <c:pt idx="1468">
                  <c:v>0.0296168647452</c:v>
                </c:pt>
                <c:pt idx="1469">
                  <c:v>0.0295109045351</c:v>
                </c:pt>
                <c:pt idx="1470">
                  <c:v>0.0294054169698</c:v>
                </c:pt>
                <c:pt idx="1471">
                  <c:v>0.0293003880109</c:v>
                </c:pt>
                <c:pt idx="1472">
                  <c:v>0.0291958038216</c:v>
                </c:pt>
                <c:pt idx="1473">
                  <c:v>0.0290916507838</c:v>
                </c:pt>
                <c:pt idx="1474">
                  <c:v>0.0289879155152</c:v>
                </c:pt>
                <c:pt idx="1475">
                  <c:v>0.0288845848868</c:v>
                </c:pt>
                <c:pt idx="1476">
                  <c:v>0.0287816460403</c:v>
                </c:pt>
                <c:pt idx="1477">
                  <c:v>0.0286790864043</c:v>
                </c:pt>
                <c:pt idx="1478">
                  <c:v>0.0285768937122</c:v>
                </c:pt>
                <c:pt idx="1479">
                  <c:v>0.0284750560175</c:v>
                </c:pt>
                <c:pt idx="1480">
                  <c:v>0.0283735617105</c:v>
                </c:pt>
                <c:pt idx="1481">
                  <c:v>0.0282723995336</c:v>
                </c:pt>
                <c:pt idx="1482">
                  <c:v>0.028171558596</c:v>
                </c:pt>
                <c:pt idx="1483">
                  <c:v>0.0280710283883</c:v>
                </c:pt>
                <c:pt idx="1484">
                  <c:v>0.0279707987959</c:v>
                </c:pt>
                <c:pt idx="1485">
                  <c:v>0.0278708601118</c:v>
                </c:pt>
                <c:pt idx="1486">
                  <c:v>0.0277712030485</c:v>
                </c:pt>
                <c:pt idx="1487">
                  <c:v>0.0276718187492</c:v>
                </c:pt>
                <c:pt idx="1488">
                  <c:v>0.0275726987974</c:v>
                </c:pt>
                <c:pt idx="1489">
                  <c:v>0.0274738352265</c:v>
                </c:pt>
                <c:pt idx="1490">
                  <c:v>0.0273752205272</c:v>
                </c:pt>
                <c:pt idx="1491">
                  <c:v>0.0272768476544</c:v>
                </c:pt>
                <c:pt idx="1492">
                  <c:v>0.0271787100331</c:v>
                </c:pt>
                <c:pt idx="1493">
                  <c:v>0.0270808015622</c:v>
                </c:pt>
                <c:pt idx="1494">
                  <c:v>0.0269831166185</c:v>
                </c:pt>
                <c:pt idx="1495">
                  <c:v>0.0268856500578</c:v>
                </c:pt>
                <c:pt idx="1496">
                  <c:v>0.0267883972161</c:v>
                </c:pt>
                <c:pt idx="1497">
                  <c:v>0.0266913539088</c:v>
                </c:pt>
                <c:pt idx="1498">
                  <c:v>0.0265945164289</c:v>
                </c:pt>
                <c:pt idx="1499">
                  <c:v>0.0264978815437</c:v>
                </c:pt>
                <c:pt idx="1500">
                  <c:v>0.0264014464904</c:v>
                </c:pt>
                <c:pt idx="1501">
                  <c:v>0.0263052089708</c:v>
                </c:pt>
                <c:pt idx="1502">
                  <c:v>0.026209167144</c:v>
                </c:pt>
                <c:pt idx="1503">
                  <c:v>0.0261133196189</c:v>
                </c:pt>
                <c:pt idx="1504">
                  <c:v>0.0260176654445</c:v>
                </c:pt>
                <c:pt idx="1505">
                  <c:v>0.0259222041004</c:v>
                </c:pt>
                <c:pt idx="1506">
                  <c:v>0.0258269354848</c:v>
                </c:pt>
                <c:pt idx="1507">
                  <c:v>0.0257318599031</c:v>
                </c:pt>
                <c:pt idx="1508">
                  <c:v>0.0256369780541</c:v>
                </c:pt>
                <c:pt idx="1509">
                  <c:v>0.0255422910163</c:v>
                </c:pt>
                <c:pt idx="1510">
                  <c:v>0.0254478002334</c:v>
                </c:pt>
                <c:pt idx="1511">
                  <c:v>0.0253535074984</c:v>
                </c:pt>
                <c:pt idx="1512">
                  <c:v>0.0252594149379</c:v>
                </c:pt>
                <c:pt idx="1513">
                  <c:v>0.0251655249953</c:v>
                </c:pt>
                <c:pt idx="1514">
                  <c:v>0.0250718404135</c:v>
                </c:pt>
                <c:pt idx="1515">
                  <c:v>0.0249783642177</c:v>
                </c:pt>
                <c:pt idx="1516">
                  <c:v>0.0248850996973</c:v>
                </c:pt>
                <c:pt idx="1517">
                  <c:v>0.0247920503878</c:v>
                </c:pt>
                <c:pt idx="1518">
                  <c:v>0.0246992200528</c:v>
                </c:pt>
                <c:pt idx="1519">
                  <c:v>0.0246066126652</c:v>
                </c:pt>
                <c:pt idx="1520">
                  <c:v>0.0245142323889</c:v>
                </c:pt>
                <c:pt idx="1521">
                  <c:v>0.0244220835607</c:v>
                </c:pt>
                <c:pt idx="1522">
                  <c:v>0.0243301706716</c:v>
                </c:pt>
                <c:pt idx="1523">
                  <c:v>0.0242384983491</c:v>
                </c:pt>
                <c:pt idx="1524">
                  <c:v>0.024147071339</c:v>
                </c:pt>
                <c:pt idx="1525">
                  <c:v>0.0240558944882</c:v>
                </c:pt>
                <c:pt idx="1526">
                  <c:v>0.0239649727272</c:v>
                </c:pt>
                <c:pt idx="1527">
                  <c:v>0.0238743110535</c:v>
                </c:pt>
                <c:pt idx="1528">
                  <c:v>0.0237839145151</c:v>
                </c:pt>
                <c:pt idx="1529">
                  <c:v>0.0236937881946</c:v>
                </c:pt>
                <c:pt idx="1530">
                  <c:v>0.0236039371941</c:v>
                </c:pt>
                <c:pt idx="1531">
                  <c:v>0.0235143666202</c:v>
                </c:pt>
                <c:pt idx="1532">
                  <c:v>0.0234250815699</c:v>
                </c:pt>
                <c:pt idx="1533">
                  <c:v>0.023336087117</c:v>
                </c:pt>
                <c:pt idx="1534">
                  <c:v>0.0232473882991</c:v>
                </c:pt>
                <c:pt idx="1535">
                  <c:v>0.0231589901057</c:v>
                </c:pt>
                <c:pt idx="1536">
                  <c:v>0.023070897466</c:v>
                </c:pt>
                <c:pt idx="1537">
                  <c:v>0.0229831152384</c:v>
                </c:pt>
                <c:pt idx="1538">
                  <c:v>0.0228956482001</c:v>
                </c:pt>
                <c:pt idx="1539">
                  <c:v>0.0228085010376</c:v>
                </c:pt>
                <c:pt idx="1540">
                  <c:v>0.022721678338</c:v>
                </c:pt>
                <c:pt idx="1541">
                  <c:v>0.0226351845802</c:v>
                </c:pt>
                <c:pt idx="1542">
                  <c:v>0.0225490241281</c:v>
                </c:pt>
                <c:pt idx="1543">
                  <c:v>0.0224632012233</c:v>
                </c:pt>
                <c:pt idx="1544">
                  <c:v>0.0223777199792</c:v>
                </c:pt>
                <c:pt idx="1545">
                  <c:v>0.0222925843751</c:v>
                </c:pt>
                <c:pt idx="1546">
                  <c:v>0.0222077982515</c:v>
                </c:pt>
                <c:pt idx="1547">
                  <c:v>0.0221233653057</c:v>
                </c:pt>
                <c:pt idx="1548">
                  <c:v>0.0220392890881</c:v>
                </c:pt>
                <c:pt idx="1549">
                  <c:v>0.0219555729988</c:v>
                </c:pt>
                <c:pt idx="1550">
                  <c:v>0.0218722202853</c:v>
                </c:pt>
                <c:pt idx="1551">
                  <c:v>0.0217892340402</c:v>
                </c:pt>
                <c:pt idx="1552">
                  <c:v>0.0217066171995</c:v>
                </c:pt>
                <c:pt idx="1553">
                  <c:v>0.0216243725414</c:v>
                </c:pt>
                <c:pt idx="1554">
                  <c:v>0.0215425026859</c:v>
                </c:pt>
                <c:pt idx="1555">
                  <c:v>0.0214610100944</c:v>
                </c:pt>
                <c:pt idx="1556">
                  <c:v>0.0213798970696</c:v>
                </c:pt>
                <c:pt idx="1557">
                  <c:v>0.0212991657562</c:v>
                </c:pt>
                <c:pt idx="1558">
                  <c:v>0.0212188181417</c:v>
                </c:pt>
                <c:pt idx="1559">
                  <c:v>0.0211388560577</c:v>
                </c:pt>
                <c:pt idx="1560">
                  <c:v>0.021059281181</c:v>
                </c:pt>
                <c:pt idx="1561">
                  <c:v>0.0209800950359</c:v>
                </c:pt>
                <c:pt idx="1562">
                  <c:v>0.0209012989957</c:v>
                </c:pt>
                <c:pt idx="1563">
                  <c:v>0.0208228942854</c:v>
                </c:pt>
                <c:pt idx="1564">
                  <c:v>0.0207448819836</c:v>
                </c:pt>
                <c:pt idx="1565">
                  <c:v>0.0206672630258</c:v>
                </c:pt>
                <c:pt idx="1566">
                  <c:v>0.0205900382067</c:v>
                </c:pt>
                <c:pt idx="1567">
                  <c:v>0.0205132081836</c:v>
                </c:pt>
                <c:pt idx="1568">
                  <c:v>0.020436773479</c:v>
                </c:pt>
                <c:pt idx="1569">
                  <c:v>0.0203607344845</c:v>
                </c:pt>
                <c:pt idx="1570">
                  <c:v>0.0202850914635</c:v>
                </c:pt>
                <c:pt idx="1571">
                  <c:v>0.020209844555</c:v>
                </c:pt>
                <c:pt idx="1572">
                  <c:v>0.020134993777</c:v>
                </c:pt>
                <c:pt idx="1573">
                  <c:v>0.0200605390299</c:v>
                </c:pt>
                <c:pt idx="1574">
                  <c:v>0.0199864801004</c:v>
                </c:pt>
                <c:pt idx="1575">
                  <c:v>0.0199128166649</c:v>
                </c:pt>
                <c:pt idx="1576">
                  <c:v>0.019839548293</c:v>
                </c:pt>
                <c:pt idx="1577">
                  <c:v>0.0197666744516</c:v>
                </c:pt>
                <c:pt idx="1578">
                  <c:v>0.0196941945082</c:v>
                </c:pt>
                <c:pt idx="1579">
                  <c:v>0.0196221077344</c:v>
                </c:pt>
                <c:pt idx="1580">
                  <c:v>0.0195504133101</c:v>
                </c:pt>
                <c:pt idx="1581">
                  <c:v>0.0194791103265</c:v>
                </c:pt>
                <c:pt idx="1582">
                  <c:v>0.0194081977899</c:v>
                </c:pt>
                <c:pt idx="1583">
                  <c:v>0.0193376746255</c:v>
                </c:pt>
                <c:pt idx="1584">
                  <c:v>0.0192675396801</c:v>
                </c:pt>
                <c:pt idx="1585">
                  <c:v>0.0191977917266</c:v>
                </c:pt>
                <c:pt idx="1586">
                  <c:v>0.0191284294663</c:v>
                </c:pt>
                <c:pt idx="1587">
                  <c:v>0.0190594515329</c:v>
                </c:pt>
                <c:pt idx="1588">
                  <c:v>0.0189908564956</c:v>
                </c:pt>
                <c:pt idx="1589">
                  <c:v>0.0189226428622</c:v>
                </c:pt>
                <c:pt idx="1590">
                  <c:v>0.0188548090821</c:v>
                </c:pt>
                <c:pt idx="1591">
                  <c:v>0.0187873535497</c:v>
                </c:pt>
                <c:pt idx="1592">
                  <c:v>0.0187202746069</c:v>
                </c:pt>
                <c:pt idx="1593">
                  <c:v>0.0186535705465</c:v>
                </c:pt>
                <c:pt idx="1594">
                  <c:v>0.0185872396145</c:v>
                </c:pt>
                <c:pt idx="1595">
                  <c:v>0.0185212800132</c:v>
                </c:pt>
                <c:pt idx="1596">
                  <c:v>0.0184556899038</c:v>
                </c:pt>
                <c:pt idx="1597">
                  <c:v>0.0183904674088</c:v>
                </c:pt>
                <c:pt idx="1598">
                  <c:v>0.0183256106149</c:v>
                </c:pt>
                <c:pt idx="1599">
                  <c:v>0.0182611175747</c:v>
                </c:pt>
                <c:pt idx="1600">
                  <c:v>0.01819698631</c:v>
                </c:pt>
                <c:pt idx="1601">
                  <c:v>0.0181332148132</c:v>
                </c:pt>
                <c:pt idx="1602">
                  <c:v>0.0180698010502</c:v>
                </c:pt>
                <c:pt idx="1603">
                  <c:v>0.0180067429619</c:v>
                </c:pt>
                <c:pt idx="1604">
                  <c:v>0.0179440384667</c:v>
                </c:pt>
                <c:pt idx="1605">
                  <c:v>0.0178816854624</c:v>
                </c:pt>
                <c:pt idx="1606">
                  <c:v>0.0178196818277</c:v>
                </c:pt>
                <c:pt idx="1607">
                  <c:v>0.0177580254247</c:v>
                </c:pt>
                <c:pt idx="1608">
                  <c:v>0.0176967141</c:v>
                </c:pt>
                <c:pt idx="1609">
                  <c:v>0.0176357456867</c:v>
                </c:pt>
                <c:pt idx="1610">
                  <c:v>0.0175751180063</c:v>
                </c:pt>
                <c:pt idx="1611">
                  <c:v>0.0175148288695</c:v>
                </c:pt>
                <c:pt idx="1612">
                  <c:v>0.0174548760785</c:v>
                </c:pt>
                <c:pt idx="1613">
                  <c:v>0.0173952574278</c:v>
                </c:pt>
                <c:pt idx="1614">
                  <c:v>0.0173359707061</c:v>
                </c:pt>
                <c:pt idx="1615">
                  <c:v>0.017277013697</c:v>
                </c:pt>
                <c:pt idx="1616">
                  <c:v>0.0172183841808</c:v>
                </c:pt>
                <c:pt idx="1617">
                  <c:v>0.0171600799354</c:v>
                </c:pt>
                <c:pt idx="1618">
                  <c:v>0.0171020987376</c:v>
                </c:pt>
                <c:pt idx="1619">
                  <c:v>0.017044438364</c:v>
                </c:pt>
                <c:pt idx="1620">
                  <c:v>0.016987096592</c:v>
                </c:pt>
                <c:pt idx="1621">
                  <c:v>0.0169300712011</c:v>
                </c:pt>
                <c:pt idx="1622">
                  <c:v>0.0168733599735</c:v>
                </c:pt>
                <c:pt idx="1623">
                  <c:v>0.0168169606952</c:v>
                </c:pt>
                <c:pt idx="1624">
                  <c:v>0.0167608711567</c:v>
                </c:pt>
                <c:pt idx="1625">
                  <c:v>0.0167050891538</c:v>
                </c:pt>
                <c:pt idx="1626">
                  <c:v>0.0166496124884</c:v>
                </c:pt>
                <c:pt idx="1627">
                  <c:v>0.0165944389694</c:v>
                </c:pt>
                <c:pt idx="1628">
                  <c:v>0.016539566413</c:v>
                </c:pt>
                <c:pt idx="1629">
                  <c:v>0.0164849926434</c:v>
                </c:pt>
                <c:pt idx="1630">
                  <c:v>0.0164307154938</c:v>
                </c:pt>
                <c:pt idx="1631">
                  <c:v>0.0163767328064</c:v>
                </c:pt>
                <c:pt idx="1632">
                  <c:v>0.0163230424334</c:v>
                </c:pt>
                <c:pt idx="1633">
                  <c:v>0.0162696422371</c:v>
                </c:pt>
                <c:pt idx="1634">
                  <c:v>0.0162165300907</c:v>
                </c:pt>
                <c:pt idx="1635">
                  <c:v>0.0161637038786</c:v>
                </c:pt>
                <c:pt idx="1636">
                  <c:v>0.0161111614965</c:v>
                </c:pt>
                <c:pt idx="1637">
                  <c:v>0.0160589008524</c:v>
                </c:pt>
                <c:pt idx="1638">
                  <c:v>0.0160069198663</c:v>
                </c:pt>
                <c:pt idx="1639">
                  <c:v>0.0159552164711</c:v>
                </c:pt>
                <c:pt idx="1640">
                  <c:v>0.0159037886123</c:v>
                </c:pt>
                <c:pt idx="1641">
                  <c:v>0.0158526342489</c:v>
                </c:pt>
                <c:pt idx="1642">
                  <c:v>0.015801751353</c:v>
                </c:pt>
                <c:pt idx="1643">
                  <c:v>0.0157511379106</c:v>
                </c:pt>
                <c:pt idx="1644">
                  <c:v>0.0157007919215</c:v>
                </c:pt>
                <c:pt idx="1645">
                  <c:v>0.0156507113994</c:v>
                </c:pt>
                <c:pt idx="1646">
                  <c:v>0.0156008943724</c:v>
                </c:pt>
                <c:pt idx="1647">
                  <c:v>0.0155513388828</c:v>
                </c:pt>
                <c:pt idx="1648">
                  <c:v>0.0155020429875</c:v>
                </c:pt>
                <c:pt idx="1649">
                  <c:v>0.0154530047579</c:v>
                </c:pt>
                <c:pt idx="1650">
                  <c:v>0.0154042222801</c:v>
                </c:pt>
                <c:pt idx="1651">
                  <c:v>0.015355693655</c:v>
                </c:pt>
                <c:pt idx="1652">
                  <c:v>0.0153074169984</c:v>
                </c:pt>
                <c:pt idx="1653">
                  <c:v>0.0152593904408</c:v>
                </c:pt>
                <c:pt idx="1654">
                  <c:v>0.015211612128</c:v>
                </c:pt>
                <c:pt idx="1655">
                  <c:v>0.0151640802204</c:v>
                </c:pt>
                <c:pt idx="1656">
                  <c:v>0.0151167928936</c:v>
                </c:pt>
                <c:pt idx="1657">
                  <c:v>0.0150697483382</c:v>
                </c:pt>
                <c:pt idx="1658">
                  <c:v>0.0150229447596</c:v>
                </c:pt>
                <c:pt idx="1659">
                  <c:v>0.0149763803784</c:v>
                </c:pt>
                <c:pt idx="1660">
                  <c:v>0.0149300534301</c:v>
                </c:pt>
                <c:pt idx="1661">
                  <c:v>0.0148839621651</c:v>
                </c:pt>
                <c:pt idx="1662">
                  <c:v>0.0148381048488</c:v>
                </c:pt>
                <c:pt idx="1663">
                  <c:v>0.0147924797614</c:v>
                </c:pt>
                <c:pt idx="1664">
                  <c:v>0.0147470851979</c:v>
                </c:pt>
                <c:pt idx="1665">
                  <c:v>0.0147019194681</c:v>
                </c:pt>
                <c:pt idx="1666">
                  <c:v>0.0146569808964</c:v>
                </c:pt>
                <c:pt idx="1667">
                  <c:v>0.014612267822</c:v>
                </c:pt>
                <c:pt idx="1668">
                  <c:v>0.0145677785986</c:v>
                </c:pt>
                <c:pt idx="1669">
                  <c:v>0.0145235115942</c:v>
                </c:pt>
                <c:pt idx="1670">
                  <c:v>0.0144794651915</c:v>
                </c:pt>
                <c:pt idx="1671">
                  <c:v>0.0144356377873</c:v>
                </c:pt>
                <c:pt idx="1672">
                  <c:v>0.0143920277929</c:v>
                </c:pt>
                <c:pt idx="1673">
                  <c:v>0.0143486336334</c:v>
                </c:pt>
                <c:pt idx="1674">
                  <c:v>0.0143054537482</c:v>
                </c:pt>
                <c:pt idx="1675">
                  <c:v>0.0142624865906</c:v>
                </c:pt>
                <c:pt idx="1676">
                  <c:v>0.0142197306278</c:v>
                </c:pt>
                <c:pt idx="1677">
                  <c:v>0.0141771843408</c:v>
                </c:pt>
                <c:pt idx="1678">
                  <c:v>0.0141348462241</c:v>
                </c:pt>
                <c:pt idx="1679">
                  <c:v>0.0140927147859</c:v>
                </c:pt>
                <c:pt idx="1680">
                  <c:v>0.014050788548</c:v>
                </c:pt>
                <c:pt idx="1681">
                  <c:v>0.0140090660453</c:v>
                </c:pt>
                <c:pt idx="1682">
                  <c:v>0.0139675458262</c:v>
                </c:pt>
                <c:pt idx="1683">
                  <c:v>0.013926226452</c:v>
                </c:pt>
                <c:pt idx="1684">
                  <c:v>0.0138851064974</c:v>
                </c:pt>
                <c:pt idx="1685">
                  <c:v>0.0138441845498</c:v>
                </c:pt>
                <c:pt idx="1686">
                  <c:v>0.0138034592094</c:v>
                </c:pt>
                <c:pt idx="1687">
                  <c:v>0.0137629290894</c:v>
                </c:pt>
                <c:pt idx="1688">
                  <c:v>0.0137225928154</c:v>
                </c:pt>
                <c:pt idx="1689">
                  <c:v>0.0136824490257</c:v>
                </c:pt>
                <c:pt idx="1690">
                  <c:v>0.013642496371</c:v>
                </c:pt>
                <c:pt idx="1691">
                  <c:v>0.0136027335142</c:v>
                </c:pt>
                <c:pt idx="1692">
                  <c:v>0.0135631591305</c:v>
                </c:pt>
                <c:pt idx="1693">
                  <c:v>0.0135237719073</c:v>
                </c:pt>
                <c:pt idx="1694">
                  <c:v>0.0134845705439</c:v>
                </c:pt>
                <c:pt idx="1695">
                  <c:v>0.0134455537516</c:v>
                </c:pt>
                <c:pt idx="1696">
                  <c:v>0.0134067202535</c:v>
                </c:pt>
                <c:pt idx="1697">
                  <c:v>0.0133680687844</c:v>
                </c:pt>
                <c:pt idx="1698">
                  <c:v>0.0133295980907</c:v>
                </c:pt>
                <c:pt idx="1699">
                  <c:v>0.0132913069303</c:v>
                </c:pt>
                <c:pt idx="1700">
                  <c:v>0.0132531940725</c:v>
                </c:pt>
                <c:pt idx="1701">
                  <c:v>0.013215258298</c:v>
                </c:pt>
                <c:pt idx="1702">
                  <c:v>0.0131774983987</c:v>
                </c:pt>
                <c:pt idx="1703">
                  <c:v>0.0131399131775</c:v>
                </c:pt>
                <c:pt idx="1704">
                  <c:v>0.0131025014485</c:v>
                </c:pt>
                <c:pt idx="1705">
                  <c:v>0.0130652620367</c:v>
                </c:pt>
                <c:pt idx="1706">
                  <c:v>0.0130281937776</c:v>
                </c:pt>
                <c:pt idx="1707">
                  <c:v>0.012991295518</c:v>
                </c:pt>
                <c:pt idx="1708">
                  <c:v>0.0129545661148</c:v>
                </c:pt>
                <c:pt idx="1709">
                  <c:v>0.0129180044358</c:v>
                </c:pt>
                <c:pt idx="1710">
                  <c:v>0.012881609359</c:v>
                </c:pt>
                <c:pt idx="1711">
                  <c:v>0.0128453797729</c:v>
                </c:pt>
                <c:pt idx="1712">
                  <c:v>0.0128093145762</c:v>
                </c:pt>
                <c:pt idx="1713">
                  <c:v>0.0127734126777</c:v>
                </c:pt>
                <c:pt idx="1714">
                  <c:v>0.0127376729965</c:v>
                </c:pt>
                <c:pt idx="1715">
                  <c:v>0.0127020944612</c:v>
                </c:pt>
                <c:pt idx="1716">
                  <c:v>0.0126666760108</c:v>
                </c:pt>
                <c:pt idx="1717">
                  <c:v>0.0126314165936</c:v>
                </c:pt>
                <c:pt idx="1718">
                  <c:v>0.0125963151678</c:v>
                </c:pt>
                <c:pt idx="1719">
                  <c:v>0.0125613707013</c:v>
                </c:pt>
                <c:pt idx="1720">
                  <c:v>0.0125265821713</c:v>
                </c:pt>
                <c:pt idx="1721">
                  <c:v>0.0124919485643</c:v>
                </c:pt>
                <c:pt idx="1722">
                  <c:v>0.0124574688763</c:v>
                </c:pt>
                <c:pt idx="1723">
                  <c:v>0.0124231421123</c:v>
                </c:pt>
                <c:pt idx="1724">
                  <c:v>0.0123889672866</c:v>
                </c:pt>
                <c:pt idx="1725">
                  <c:v>0.0123549434223</c:v>
                </c:pt>
                <c:pt idx="1726">
                  <c:v>0.0123210695515</c:v>
                </c:pt>
                <c:pt idx="1727">
                  <c:v>0.0122873447151</c:v>
                </c:pt>
                <c:pt idx="1728">
                  <c:v>0.0122537679626</c:v>
                </c:pt>
                <c:pt idx="1729">
                  <c:v>0.0122203383521</c:v>
                </c:pt>
                <c:pt idx="1730">
                  <c:v>0.0121870549503</c:v>
                </c:pt>
                <c:pt idx="1731">
                  <c:v>0.0121539168324</c:v>
                </c:pt>
                <c:pt idx="1732">
                  <c:v>0.0121209230815</c:v>
                </c:pt>
                <c:pt idx="1733">
                  <c:v>0.0120880727894</c:v>
                </c:pt>
                <c:pt idx="1734">
                  <c:v>0.0120553650557</c:v>
                </c:pt>
                <c:pt idx="1735">
                  <c:v>0.0120227989881</c:v>
                </c:pt>
                <c:pt idx="1736">
                  <c:v>0.0119903737021</c:v>
                </c:pt>
                <c:pt idx="1737">
                  <c:v>0.0119580883212</c:v>
                </c:pt>
                <c:pt idx="1738">
                  <c:v>0.0119259419765</c:v>
                </c:pt>
                <c:pt idx="1739">
                  <c:v>0.0118939338067</c:v>
                </c:pt>
                <c:pt idx="1740">
                  <c:v>0.0118620629581</c:v>
                </c:pt>
                <c:pt idx="1741">
                  <c:v>0.0118303285844</c:v>
                </c:pt>
                <c:pt idx="1742">
                  <c:v>0.0117987298467</c:v>
                </c:pt>
                <c:pt idx="1743">
                  <c:v>0.0117672659131</c:v>
                </c:pt>
                <c:pt idx="1744">
                  <c:v>0.0117359359591</c:v>
                </c:pt>
                <c:pt idx="1745">
                  <c:v>0.0117047391672</c:v>
                </c:pt>
                <c:pt idx="1746">
                  <c:v>0.0116736747267</c:v>
                </c:pt>
                <c:pt idx="1747">
                  <c:v>0.0116427418341</c:v>
                </c:pt>
                <c:pt idx="1748">
                  <c:v>0.0116119396923</c:v>
                </c:pt>
                <c:pt idx="1749">
                  <c:v>0.0115812675113</c:v>
                </c:pt>
                <c:pt idx="1750">
                  <c:v>0.0115507245072</c:v>
                </c:pt>
                <c:pt idx="1751">
                  <c:v>0.0115203099032</c:v>
                </c:pt>
                <c:pt idx="1752">
                  <c:v>0.0114900229286</c:v>
                </c:pt>
                <c:pt idx="1753">
                  <c:v>0.011459862819</c:v>
                </c:pt>
                <c:pt idx="1754">
                  <c:v>0.0114298288166</c:v>
                </c:pt>
                <c:pt idx="1755">
                  <c:v>0.0113999201694</c:v>
                </c:pt>
                <c:pt idx="1756">
                  <c:v>0.011370136132</c:v>
                </c:pt>
                <c:pt idx="1757">
                  <c:v>0.0113404759646</c:v>
                </c:pt>
                <c:pt idx="1758">
                  <c:v>0.0113109389336</c:v>
                </c:pt>
                <c:pt idx="1759">
                  <c:v>0.0112815243113</c:v>
                </c:pt>
                <c:pt idx="1760">
                  <c:v>0.0112522313758</c:v>
                </c:pt>
                <c:pt idx="1761">
                  <c:v>0.011223059411</c:v>
                </c:pt>
                <c:pt idx="1762">
                  <c:v>0.0111940077064</c:v>
                </c:pt>
                <c:pt idx="1763">
                  <c:v>0.0111650755573</c:v>
                </c:pt>
                <c:pt idx="1764">
                  <c:v>0.0111362622645</c:v>
                </c:pt>
                <c:pt idx="1765">
                  <c:v>0.0111075671342</c:v>
                </c:pt>
                <c:pt idx="1766">
                  <c:v>0.0110789894781</c:v>
                </c:pt>
                <c:pt idx="1767">
                  <c:v>0.0110505286135</c:v>
                </c:pt>
                <c:pt idx="1768">
                  <c:v>0.0110221838628</c:v>
                </c:pt>
                <c:pt idx="1769">
                  <c:v>0.0109939545537</c:v>
                </c:pt>
                <c:pt idx="1770">
                  <c:v>0.0109658400192</c:v>
                </c:pt>
                <c:pt idx="1771">
                  <c:v>0.0109378395976</c:v>
                </c:pt>
                <c:pt idx="1772">
                  <c:v>0.010909952632</c:v>
                </c:pt>
                <c:pt idx="1773">
                  <c:v>0.010882178471</c:v>
                </c:pt>
                <c:pt idx="1774">
                  <c:v>0.0108545164678</c:v>
                </c:pt>
                <c:pt idx="1775">
                  <c:v>0.010826965981</c:v>
                </c:pt>
                <c:pt idx="1776">
                  <c:v>0.0107995263739</c:v>
                </c:pt>
                <c:pt idx="1777">
                  <c:v>0.0107721970148</c:v>
                </c:pt>
                <c:pt idx="1778">
                  <c:v>0.0107449772767</c:v>
                </c:pt>
                <c:pt idx="1779">
                  <c:v>0.0107178665378</c:v>
                </c:pt>
                <c:pt idx="1780">
                  <c:v>0.0106908641807</c:v>
                </c:pt>
                <c:pt idx="1781">
                  <c:v>0.010663969593</c:v>
                </c:pt>
                <c:pt idx="1782">
                  <c:v>0.0106371821669</c:v>
                </c:pt>
                <c:pt idx="1783">
                  <c:v>0.0106105012993</c:v>
                </c:pt>
                <c:pt idx="1784">
                  <c:v>0.0105839263918</c:v>
                </c:pt>
                <c:pt idx="1785">
                  <c:v>0.0105574568506</c:v>
                </c:pt>
                <c:pt idx="1786">
                  <c:v>0.0105310920864</c:v>
                </c:pt>
                <c:pt idx="1787">
                  <c:v>0.0105048315145</c:v>
                </c:pt>
                <c:pt idx="1788">
                  <c:v>0.0104786745549</c:v>
                </c:pt>
                <c:pt idx="1789">
                  <c:v>0.0104526206317</c:v>
                </c:pt>
                <c:pt idx="1790">
                  <c:v>0.0104266691738</c:v>
                </c:pt>
                <c:pt idx="1791">
                  <c:v>0.0104008196143</c:v>
                </c:pt>
                <c:pt idx="1792">
                  <c:v>0.0103750713909</c:v>
                </c:pt>
                <c:pt idx="1793">
                  <c:v>0.0103494239456</c:v>
                </c:pt>
                <c:pt idx="1794">
                  <c:v>0.0103238767245</c:v>
                </c:pt>
                <c:pt idx="1795">
                  <c:v>0.0102984291784</c:v>
                </c:pt>
                <c:pt idx="1796">
                  <c:v>0.010273080762</c:v>
                </c:pt>
                <c:pt idx="1797">
                  <c:v>0.0102478309344</c:v>
                </c:pt>
                <c:pt idx="1798">
                  <c:v>0.0102226791591</c:v>
                </c:pt>
                <c:pt idx="1799">
                  <c:v>0.0101976249034</c:v>
                </c:pt>
                <c:pt idx="1800">
                  <c:v>0.010172667639</c:v>
                </c:pt>
                <c:pt idx="1801">
                  <c:v>0.0101478068417</c:v>
                </c:pt>
                <c:pt idx="1802">
                  <c:v>0.0101230419912</c:v>
                </c:pt>
                <c:pt idx="1803">
                  <c:v>0.0100983725715</c:v>
                </c:pt>
                <c:pt idx="1804">
                  <c:v>0.0100737980703</c:v>
                </c:pt>
                <c:pt idx="1805">
                  <c:v>0.0100493179796</c:v>
                </c:pt>
                <c:pt idx="1806">
                  <c:v>0.0100249317952</c:v>
                </c:pt>
                <c:pt idx="1807">
                  <c:v>0.0100006390166</c:v>
                </c:pt>
                <c:pt idx="1808">
                  <c:v>0.00997643914759</c:v>
                </c:pt>
                <c:pt idx="1809">
                  <c:v>0.00995233169544</c:v>
                </c:pt>
                <c:pt idx="1810">
                  <c:v>0.00992831617132</c:v>
                </c:pt>
                <c:pt idx="1811">
                  <c:v>0.00990439209018</c:v>
                </c:pt>
                <c:pt idx="1812">
                  <c:v>0.00988055897065</c:v>
                </c:pt>
                <c:pt idx="1813">
                  <c:v>0.00985681633504</c:v>
                </c:pt>
                <c:pt idx="1814">
                  <c:v>0.00983316370928</c:v>
                </c:pt>
                <c:pt idx="1815">
                  <c:v>0.00980960062291</c:v>
                </c:pt>
                <c:pt idx="1816">
                  <c:v>0.00978612660899</c:v>
                </c:pt>
                <c:pt idx="1817">
                  <c:v>0.00976274120412</c:v>
                </c:pt>
                <c:pt idx="1818">
                  <c:v>0.00973944394833</c:v>
                </c:pt>
                <c:pt idx="1819">
                  <c:v>0.00971623438511</c:v>
                </c:pt>
                <c:pt idx="1820">
                  <c:v>0.00969311206128</c:v>
                </c:pt>
                <c:pt idx="1821">
                  <c:v>0.00967007652705</c:v>
                </c:pt>
                <c:pt idx="1822">
                  <c:v>0.00964712733588</c:v>
                </c:pt>
                <c:pt idx="1823">
                  <c:v>0.00962426404451</c:v>
                </c:pt>
                <c:pt idx="1824">
                  <c:v>0.00960148621288</c:v>
                </c:pt>
                <c:pt idx="1825">
                  <c:v>0.00957879340408</c:v>
                </c:pt>
                <c:pt idx="1826">
                  <c:v>0.00955618518433</c:v>
                </c:pt>
                <c:pt idx="1827">
                  <c:v>0.00953366112296</c:v>
                </c:pt>
                <c:pt idx="1828">
                  <c:v>0.00951122079229</c:v>
                </c:pt>
                <c:pt idx="1829">
                  <c:v>0.00948886376768</c:v>
                </c:pt>
                <c:pt idx="1830">
                  <c:v>0.00946658962743</c:v>
                </c:pt>
                <c:pt idx="1831">
                  <c:v>0.00944439795274</c:v>
                </c:pt>
                <c:pt idx="1832">
                  <c:v>0.00942228832773</c:v>
                </c:pt>
                <c:pt idx="1833">
                  <c:v>0.00940026033932</c:v>
                </c:pt>
                <c:pt idx="1834">
                  <c:v>0.00937831357725</c:v>
                </c:pt>
                <c:pt idx="1835">
                  <c:v>0.00935644763402</c:v>
                </c:pt>
                <c:pt idx="1836">
                  <c:v>0.00933466210486</c:v>
                </c:pt>
                <c:pt idx="1837">
                  <c:v>0.00931295658768</c:v>
                </c:pt>
                <c:pt idx="1838">
                  <c:v>0.00929133068307</c:v>
                </c:pt>
                <c:pt idx="1839">
                  <c:v>0.00926978399423</c:v>
                </c:pt>
                <c:pt idx="1840">
                  <c:v>0.00924831612696</c:v>
                </c:pt>
                <c:pt idx="1841">
                  <c:v>0.00922692668962</c:v>
                </c:pt>
                <c:pt idx="1842">
                  <c:v>0.0092056152931</c:v>
                </c:pt>
                <c:pt idx="1843">
                  <c:v>0.0091843815508</c:v>
                </c:pt>
                <c:pt idx="1844">
                  <c:v>0.00916322507859</c:v>
                </c:pt>
                <c:pt idx="1845">
                  <c:v>0.00914214549479</c:v>
                </c:pt>
                <c:pt idx="1846">
                  <c:v>0.00912114242017</c:v>
                </c:pt>
                <c:pt idx="1847">
                  <c:v>0.00910021547786</c:v>
                </c:pt>
                <c:pt idx="1848">
                  <c:v>0.0090793642934</c:v>
                </c:pt>
                <c:pt idx="1849">
                  <c:v>0.00905858849468</c:v>
                </c:pt>
                <c:pt idx="1850">
                  <c:v>0.00903788771194</c:v>
                </c:pt>
                <c:pt idx="1851">
                  <c:v>0.00901726157772</c:v>
                </c:pt>
                <c:pt idx="1852">
                  <c:v>0.00899670972688</c:v>
                </c:pt>
                <c:pt idx="1853">
                  <c:v>0.00897623179655</c:v>
                </c:pt>
                <c:pt idx="1854">
                  <c:v>0.00895582742615</c:v>
                </c:pt>
                <c:pt idx="1855">
                  <c:v>0.00893549625734</c:v>
                </c:pt>
                <c:pt idx="1856">
                  <c:v>0.00891523793403</c:v>
                </c:pt>
                <c:pt idx="1857">
                  <c:v>0.00889505210237</c:v>
                </c:pt>
                <c:pt idx="1858">
                  <c:v>0.00887493841073</c:v>
                </c:pt>
                <c:pt idx="1859">
                  <c:v>0.00885489650968</c:v>
                </c:pt>
                <c:pt idx="1860">
                  <c:v>0.008834926052</c:v>
                </c:pt>
                <c:pt idx="1861">
                  <c:v>0.00881502669267</c:v>
                </c:pt>
                <c:pt idx="1862">
                  <c:v>0.00879519808884</c:v>
                </c:pt>
                <c:pt idx="1863">
                  <c:v>0.00877543989985</c:v>
                </c:pt>
                <c:pt idx="1864">
                  <c:v>0.00875575178721</c:v>
                </c:pt>
                <c:pt idx="1865">
                  <c:v>0.0087361334146</c:v>
                </c:pt>
                <c:pt idx="1866">
                  <c:v>0.00871658444787</c:v>
                </c:pt>
                <c:pt idx="1867">
                  <c:v>0.00869710455501</c:v>
                </c:pt>
                <c:pt idx="1868">
                  <c:v>0.00867769340618</c:v>
                </c:pt>
                <c:pt idx="1869">
                  <c:v>0.00865835067366</c:v>
                </c:pt>
                <c:pt idx="1870">
                  <c:v>0.0086390760319</c:v>
                </c:pt>
                <c:pt idx="1871">
                  <c:v>0.00861986915749</c:v>
                </c:pt>
                <c:pt idx="1872">
                  <c:v>0.00860072972914</c:v>
                </c:pt>
                <c:pt idx="1873">
                  <c:v>0.00858165742771</c:v>
                </c:pt>
                <c:pt idx="1874">
                  <c:v>0.00856265193616</c:v>
                </c:pt>
                <c:pt idx="1875">
                  <c:v>0.0085437129396</c:v>
                </c:pt>
                <c:pt idx="1876">
                  <c:v>0.00852484012524</c:v>
                </c:pt>
                <c:pt idx="1877">
                  <c:v>0.00850603318241</c:v>
                </c:pt>
                <c:pt idx="1878">
                  <c:v>0.00848729180255</c:v>
                </c:pt>
                <c:pt idx="1879">
                  <c:v>0.00846861567918</c:v>
                </c:pt>
                <c:pt idx="1880">
                  <c:v>0.00845000450794</c:v>
                </c:pt>
                <c:pt idx="1881">
                  <c:v>0.00843145798654</c:v>
                </c:pt>
                <c:pt idx="1882">
                  <c:v>0.00841297581477</c:v>
                </c:pt>
                <c:pt idx="1883">
                  <c:v>0.00839455769449</c:v>
                </c:pt>
                <c:pt idx="1884">
                  <c:v>0.00837620332961</c:v>
                </c:pt>
                <c:pt idx="1885">
                  <c:v>0.0083579124261</c:v>
                </c:pt>
                <c:pt idx="1886">
                  <c:v>0.00833968469196</c:v>
                </c:pt>
                <c:pt idx="1887">
                  <c:v>0.00832151983722</c:v>
                </c:pt>
                <c:pt idx="1888">
                  <c:v>0.00830341757391</c:v>
                </c:pt>
                <c:pt idx="1889">
                  <c:v>0.00828537761608</c:v>
                </c:pt>
                <c:pt idx="1890">
                  <c:v>0.00826739967973</c:v>
                </c:pt>
                <c:pt idx="1891">
                  <c:v>0.00824948348286</c:v>
                </c:pt>
                <c:pt idx="1892">
                  <c:v>0.0082316287454</c:v>
                </c:pt>
                <c:pt idx="1893">
                  <c:v>0.00821383518922</c:v>
                </c:pt>
                <c:pt idx="1894">
                  <c:v>0.00819610253809</c:v>
                </c:pt>
                <c:pt idx="1895">
                  <c:v>0.00817843051771</c:v>
                </c:pt>
                <c:pt idx="1896">
                  <c:v>0.00816081885562</c:v>
                </c:pt>
                <c:pt idx="1897">
                  <c:v>0.00814326728124</c:v>
                </c:pt>
                <c:pt idx="1898">
                  <c:v>0.0081257755258</c:v>
                </c:pt>
                <c:pt idx="1899">
                  <c:v>0.00810834332237</c:v>
                </c:pt>
                <c:pt idx="1900">
                  <c:v>0.00809097040579</c:v>
                </c:pt>
                <c:pt idx="1901">
                  <c:v>0.00807365651267</c:v>
                </c:pt>
                <c:pt idx="1902">
                  <c:v>0.00805640138137</c:v>
                </c:pt>
                <c:pt idx="1903">
                  <c:v>0.00803920475197</c:v>
                </c:pt>
                <c:pt idx="1904">
                  <c:v>0.00802206636623</c:v>
                </c:pt>
                <c:pt idx="1905">
                  <c:v>0.0080049859676</c:v>
                </c:pt>
                <c:pt idx="1906">
                  <c:v>0.00798796330117</c:v>
                </c:pt>
                <c:pt idx="1907">
                  <c:v>0.00797099811366</c:v>
                </c:pt>
                <c:pt idx="1908">
                  <c:v>0.00795409015337</c:v>
                </c:pt>
                <c:pt idx="1909">
                  <c:v>0.00793723917019</c:v>
                </c:pt>
                <c:pt idx="1910">
                  <c:v>0.00792044491556</c:v>
                </c:pt>
                <c:pt idx="1911">
                  <c:v>0.00790370714243</c:v>
                </c:pt>
                <c:pt idx="1912">
                  <c:v>0.00788702560525</c:v>
                </c:pt>
                <c:pt idx="1913">
                  <c:v>0.00787040005998</c:v>
                </c:pt>
                <c:pt idx="1914">
                  <c:v>0.007853830264</c:v>
                </c:pt>
                <c:pt idx="1915">
                  <c:v>0.00783731597613</c:v>
                </c:pt>
                <c:pt idx="1916">
                  <c:v>0.00782085695662</c:v>
                </c:pt>
                <c:pt idx="1917">
                  <c:v>0.00780445296707</c:v>
                </c:pt>
                <c:pt idx="1918">
                  <c:v>0.00778810377048</c:v>
                </c:pt>
                <c:pt idx="1919">
                  <c:v>0.0077718091312</c:v>
                </c:pt>
                <c:pt idx="1920">
                  <c:v>0.00775556881487</c:v>
                </c:pt>
                <c:pt idx="1921">
                  <c:v>0.00773938258849</c:v>
                </c:pt>
                <c:pt idx="1922">
                  <c:v>0.00772325022032</c:v>
                </c:pt>
                <c:pt idx="1923">
                  <c:v>0.0077071714799</c:v>
                </c:pt>
                <c:pt idx="1924">
                  <c:v>0.00769114613805</c:v>
                </c:pt>
                <c:pt idx="1925">
                  <c:v>0.0076751739668</c:v>
                </c:pt>
                <c:pt idx="1926">
                  <c:v>0.00765925473944</c:v>
                </c:pt>
                <c:pt idx="1927">
                  <c:v>0.00764338823047</c:v>
                </c:pt>
                <c:pt idx="1928">
                  <c:v>0.0076275742156</c:v>
                </c:pt>
                <c:pt idx="1929">
                  <c:v>0.00761181247173</c:v>
                </c:pt>
                <c:pt idx="1930">
                  <c:v>0.00759610277696</c:v>
                </c:pt>
                <c:pt idx="1931">
                  <c:v>0.00758044491054</c:v>
                </c:pt>
                <c:pt idx="1932">
                  <c:v>0.00756483865294</c:v>
                </c:pt>
                <c:pt idx="1933">
                  <c:v>0.00754928378573</c:v>
                </c:pt>
                <c:pt idx="1934">
                  <c:v>0.0075337800917</c:v>
                </c:pt>
                <c:pt idx="1935">
                  <c:v>0.00751832735475</c:v>
                </c:pt>
                <c:pt idx="1936">
                  <c:v>0.00750292535996</c:v>
                </c:pt>
                <c:pt idx="1937">
                  <c:v>0.00748757389353</c:v>
                </c:pt>
                <c:pt idx="1938">
                  <c:v>0.00747227274283</c:v>
                </c:pt>
                <c:pt idx="1939">
                  <c:v>0.00745702169637</c:v>
                </c:pt>
                <c:pt idx="1940">
                  <c:v>0.00744182054378</c:v>
                </c:pt>
                <c:pt idx="1941">
                  <c:v>0.00742666907587</c:v>
                </c:pt>
                <c:pt idx="1942">
                  <c:v>0.00741156708458</c:v>
                </c:pt>
                <c:pt idx="1943">
                  <c:v>0.007396514363</c:v>
                </c:pt>
                <c:pt idx="1944">
                  <c:v>0.00738151070536</c:v>
                </c:pt>
                <c:pt idx="1945">
                  <c:v>0.00736655590706</c:v>
                </c:pt>
                <c:pt idx="1946">
                  <c:v>0.00735164976466</c:v>
                </c:pt>
                <c:pt idx="1947">
                  <c:v>0.00733679207586</c:v>
                </c:pt>
                <c:pt idx="1948">
                  <c:v>0.00732198263954</c:v>
                </c:pt>
                <c:pt idx="1949">
                  <c:v>0.00730722125576</c:v>
                </c:pt>
                <c:pt idx="1950">
                  <c:v>0.00729250772572</c:v>
                </c:pt>
                <c:pt idx="1951">
                  <c:v>0.00727784185184</c:v>
                </c:pt>
                <c:pt idx="1952">
                  <c:v>0.00726322343769</c:v>
                </c:pt>
                <c:pt idx="1953">
                  <c:v>0.00724865228804</c:v>
                </c:pt>
                <c:pt idx="1954">
                  <c:v>0.00723412820887</c:v>
                </c:pt>
                <c:pt idx="1955">
                  <c:v>0.00721965100733</c:v>
                </c:pt>
                <c:pt idx="1956">
                  <c:v>0.00720522049178</c:v>
                </c:pt>
                <c:pt idx="1957">
                  <c:v>0.00719083647179</c:v>
                </c:pt>
                <c:pt idx="1958">
                  <c:v>0.00717649875813</c:v>
                </c:pt>
                <c:pt idx="1959">
                  <c:v>0.00716220716279</c:v>
                </c:pt>
                <c:pt idx="1960">
                  <c:v>0.00714796149896</c:v>
                </c:pt>
                <c:pt idx="1961">
                  <c:v>0.00713376158106</c:v>
                </c:pt>
                <c:pt idx="1962">
                  <c:v>0.00711960722469</c:v>
                </c:pt>
                <c:pt idx="1963">
                  <c:v>0.00710549824672</c:v>
                </c:pt>
                <c:pt idx="1964">
                  <c:v>0.00709143446518</c:v>
                </c:pt>
                <c:pt idx="1965">
                  <c:v>0.00707741569935</c:v>
                </c:pt>
                <c:pt idx="1966">
                  <c:v>0.0070634417697</c:v>
                </c:pt>
                <c:pt idx="1967">
                  <c:v>0.00704951249792</c:v>
                </c:pt>
                <c:pt idx="1968">
                  <c:v>0.00703562770688</c:v>
                </c:pt>
                <c:pt idx="1969">
                  <c:v>0.00702178722069</c:v>
                </c:pt>
                <c:pt idx="1970">
                  <c:v>0.00700799086461</c:v>
                </c:pt>
                <c:pt idx="1971">
                  <c:v>0.0069942384651</c:v>
                </c:pt>
                <c:pt idx="1972">
                  <c:v>0.00698052984981</c:v>
                </c:pt>
                <c:pt idx="1973">
                  <c:v>0.00696686484755</c:v>
                </c:pt>
                <c:pt idx="1974">
                  <c:v>0.00695324328828</c:v>
                </c:pt>
                <c:pt idx="1975">
                  <c:v>0.00693966500311</c:v>
                </c:pt>
                <c:pt idx="1976">
                  <c:v>0.00692612982431</c:v>
                </c:pt>
                <c:pt idx="1977">
                  <c:v>0.00691263758525</c:v>
                </c:pt>
                <c:pt idx="1978">
                  <c:v>0.00689918812042</c:v>
                </c:pt>
                <c:pt idx="1979">
                  <c:v>0.00688578126541</c:v>
                </c:pt>
                <c:pt idx="1980">
                  <c:v>0.00687241685689</c:v>
                </c:pt>
                <c:pt idx="1981">
                  <c:v>0.0068590947326</c:v>
                </c:pt>
                <c:pt idx="1982">
                  <c:v>0.00684581473133</c:v>
                </c:pt>
                <c:pt idx="1983">
                  <c:v>0.00683257669291</c:v>
                </c:pt>
                <c:pt idx="1984">
                  <c:v>0.00681938045819</c:v>
                </c:pt>
                <c:pt idx="1985">
                  <c:v>0.00680622586901</c:v>
                </c:pt>
                <c:pt idx="1986">
                  <c:v>0.00679311276821</c:v>
                </c:pt>
                <c:pt idx="1987">
                  <c:v>0.00678004099959</c:v>
                </c:pt>
                <c:pt idx="1988">
                  <c:v>0.00676701040791</c:v>
                </c:pt>
                <c:pt idx="1989">
                  <c:v>0.00675402083883</c:v>
                </c:pt>
                <c:pt idx="1990">
                  <c:v>0.00674107213896</c:v>
                </c:pt>
                <c:pt idx="1991">
                  <c:v>0.00672816415577</c:v>
                </c:pt>
                <c:pt idx="1992">
                  <c:v>0.00671529673763</c:v>
                </c:pt>
                <c:pt idx="1993">
                  <c:v>0.00670246973377</c:v>
                </c:pt>
                <c:pt idx="1994">
                  <c:v>0.00668968299423</c:v>
                </c:pt>
                <c:pt idx="1995">
                  <c:v>0.00667693636992</c:v>
                </c:pt>
                <c:pt idx="1996">
                  <c:v>0.00666422971251</c:v>
                </c:pt>
                <c:pt idx="1997">
                  <c:v>0.00665156287449</c:v>
                </c:pt>
                <c:pt idx="1998">
                  <c:v>0.00663893570911</c:v>
                </c:pt>
                <c:pt idx="1999">
                  <c:v>0.0066263480704</c:v>
                </c:pt>
                <c:pt idx="2000">
                  <c:v>0.0066137998131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0.75"/>
          <c:min val="0"/>
        </c:scaling>
        <c:delete val="0"/>
        <c:axPos val="l"/>
        <c:majorGridlines>
          <c:spPr>
            <a:ln xmlns:a="http://schemas.openxmlformats.org/drawingml/2006/main" w="4763">
              <a:solidFill>
                <a:srgbClr val="EEEEEE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2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majorUnit val="1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0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U/t = 3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222222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scatterChart>
        <c:scatterStyle val="lineMarker"/>
        <c:varyColors val="0"/>
        <c:ser>
          <c:idx val="0"/>
          <c:order val="0"/>
          <c:tx>
            <c:v>charge</c:v>
          </c:tx>
          <c:spPr>
            <a:ln xmlns:a="http://schemas.openxmlformats.org/drawingml/2006/main" w="15240">
              <a:solidFill>
                <a:srgbClr val="C43C64"/>
              </a:solidFill>
              <a:prstDash val="solid"/>
            </a:ln>
          </c:spPr>
          <c:marker>
            <c:symbol val="none"/>
            <c:size val="5"/>
            <c:spPr>
              <a:solidFill xmlns:a="http://schemas.openxmlformats.org/drawingml/2006/main">
                <a:srgbClr val="C43C64"/>
              </a:solidFill>
            </c:spPr>
          </c:marker>
          <c:xVal>
            <c:numRef>
              <c:f>'Chart Data'!$A$2:$A$2002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Data'!$B$2:$B$2002</c:f>
              <c:numCache>
                <c:formatCode>0.0</c:formatCode>
                <c:ptCount val="2001"/>
                <c:pt idx="0">
                  <c:v>0.00294818909532</c:v>
                </c:pt>
                <c:pt idx="1">
                  <c:v>0.0029529659351</c:v>
                </c:pt>
                <c:pt idx="2">
                  <c:v>0.00295775452687</c:v>
                </c:pt>
                <c:pt idx="3">
                  <c:v>0.00296255490967</c:v>
                </c:pt>
                <c:pt idx="4">
                  <c:v>0.00296736712269</c:v>
                </c:pt>
                <c:pt idx="5">
                  <c:v>0.0029721912053</c:v>
                </c:pt>
                <c:pt idx="6">
                  <c:v>0.00297702719704</c:v>
                </c:pt>
                <c:pt idx="7">
                  <c:v>0.00298187513758</c:v>
                </c:pt>
                <c:pt idx="8">
                  <c:v>0.00298673506681</c:v>
                </c:pt>
                <c:pt idx="9">
                  <c:v>0.00299160702475</c:v>
                </c:pt>
                <c:pt idx="10">
                  <c:v>0.0029964910516</c:v>
                </c:pt>
                <c:pt idx="11">
                  <c:v>0.00300138718775</c:v>
                </c:pt>
                <c:pt idx="12">
                  <c:v>0.00300629547373</c:v>
                </c:pt>
                <c:pt idx="13">
                  <c:v>0.00301121595025</c:v>
                </c:pt>
                <c:pt idx="14">
                  <c:v>0.00301614865822</c:v>
                </c:pt>
                <c:pt idx="15">
                  <c:v>0.00302109363869</c:v>
                </c:pt>
                <c:pt idx="16">
                  <c:v>0.0030260509329</c:v>
                </c:pt>
                <c:pt idx="17">
                  <c:v>0.00303102058227</c:v>
                </c:pt>
                <c:pt idx="18">
                  <c:v>0.00303600262838</c:v>
                </c:pt>
                <c:pt idx="19">
                  <c:v>0.00304099711302</c:v>
                </c:pt>
                <c:pt idx="20">
                  <c:v>0.00304600407811</c:v>
                </c:pt>
                <c:pt idx="21">
                  <c:v>0.0030510235658</c:v>
                </c:pt>
                <c:pt idx="22">
                  <c:v>0.00305605561838</c:v>
                </c:pt>
                <c:pt idx="23">
                  <c:v>0.00306110027835</c:v>
                </c:pt>
                <c:pt idx="24">
                  <c:v>0.00306615758838</c:v>
                </c:pt>
                <c:pt idx="25">
                  <c:v>0.00307122759132</c:v>
                </c:pt>
                <c:pt idx="26">
                  <c:v>0.00307631033021</c:v>
                </c:pt>
                <c:pt idx="27">
                  <c:v>0.00308140584827</c:v>
                </c:pt>
                <c:pt idx="28">
                  <c:v>0.00308651418892</c:v>
                </c:pt>
                <c:pt idx="29">
                  <c:v>0.00309163539575</c:v>
                </c:pt>
                <c:pt idx="30">
                  <c:v>0.00309676951255</c:v>
                </c:pt>
                <c:pt idx="31">
                  <c:v>0.00310191658329</c:v>
                </c:pt>
                <c:pt idx="32">
                  <c:v>0.00310707665214</c:v>
                </c:pt>
                <c:pt idx="33">
                  <c:v>0.00311224976345</c:v>
                </c:pt>
                <c:pt idx="34">
                  <c:v>0.00311743596177</c:v>
                </c:pt>
                <c:pt idx="35">
                  <c:v>0.00312263529184</c:v>
                </c:pt>
                <c:pt idx="36">
                  <c:v>0.0031278477986</c:v>
                </c:pt>
                <c:pt idx="37">
                  <c:v>0.00313307352718</c:v>
                </c:pt>
                <c:pt idx="38">
                  <c:v>0.0031383125229</c:v>
                </c:pt>
                <c:pt idx="39">
                  <c:v>0.00314356483129</c:v>
                </c:pt>
                <c:pt idx="40">
                  <c:v>0.00314883049807</c:v>
                </c:pt>
                <c:pt idx="41">
                  <c:v>0.00315410956917</c:v>
                </c:pt>
                <c:pt idx="42">
                  <c:v>0.0031594020907</c:v>
                </c:pt>
                <c:pt idx="43">
                  <c:v>0.003164708109</c:v>
                </c:pt>
                <c:pt idx="44">
                  <c:v>0.00317002767058</c:v>
                </c:pt>
                <c:pt idx="45">
                  <c:v>0.00317536082218</c:v>
                </c:pt>
                <c:pt idx="46">
                  <c:v>0.00318070761074</c:v>
                </c:pt>
                <c:pt idx="47">
                  <c:v>0.00318606808339</c:v>
                </c:pt>
                <c:pt idx="48">
                  <c:v>0.00319144228748</c:v>
                </c:pt>
                <c:pt idx="49">
                  <c:v>0.00319683027058</c:v>
                </c:pt>
                <c:pt idx="50">
                  <c:v>0.00320223208044</c:v>
                </c:pt>
                <c:pt idx="51">
                  <c:v>0.00320764776504</c:v>
                </c:pt>
                <c:pt idx="52">
                  <c:v>0.00321307737257</c:v>
                </c:pt>
                <c:pt idx="53">
                  <c:v>0.00321852095144</c:v>
                </c:pt>
                <c:pt idx="54">
                  <c:v>0.00322397855025</c:v>
                </c:pt>
                <c:pt idx="55">
                  <c:v>0.00322945021783</c:v>
                </c:pt>
                <c:pt idx="56">
                  <c:v>0.00323493600323</c:v>
                </c:pt>
                <c:pt idx="57">
                  <c:v>0.00324043595571</c:v>
                </c:pt>
                <c:pt idx="58">
                  <c:v>0.00324595012476</c:v>
                </c:pt>
                <c:pt idx="59">
                  <c:v>0.00325147856007</c:v>
                </c:pt>
                <c:pt idx="60">
                  <c:v>0.00325702131156</c:v>
                </c:pt>
                <c:pt idx="61">
                  <c:v>0.00326257842938</c:v>
                </c:pt>
                <c:pt idx="62">
                  <c:v>0.0032681499639</c:v>
                </c:pt>
                <c:pt idx="63">
                  <c:v>0.0032737359657</c:v>
                </c:pt>
                <c:pt idx="64">
                  <c:v>0.00327933648561</c:v>
                </c:pt>
                <c:pt idx="65">
                  <c:v>0.00328495157467</c:v>
                </c:pt>
                <c:pt idx="66">
                  <c:v>0.00329058128415</c:v>
                </c:pt>
                <c:pt idx="67">
                  <c:v>0.00329622566555</c:v>
                </c:pt>
                <c:pt idx="68">
                  <c:v>0.00330188477061</c:v>
                </c:pt>
                <c:pt idx="69">
                  <c:v>0.00330755865128</c:v>
                </c:pt>
                <c:pt idx="70">
                  <c:v>0.00331324735977</c:v>
                </c:pt>
                <c:pt idx="71">
                  <c:v>0.00331895094852</c:v>
                </c:pt>
                <c:pt idx="72">
                  <c:v>0.00332466947017</c:v>
                </c:pt>
                <c:pt idx="73">
                  <c:v>0.00333040297765</c:v>
                </c:pt>
                <c:pt idx="74">
                  <c:v>0.0033361515241</c:v>
                </c:pt>
                <c:pt idx="75">
                  <c:v>0.00334191516289</c:v>
                </c:pt>
                <c:pt idx="76">
                  <c:v>0.00334769394766</c:v>
                </c:pt>
                <c:pt idx="77">
                  <c:v>0.00335348793227</c:v>
                </c:pt>
                <c:pt idx="78">
                  <c:v>0.00335929717083</c:v>
                </c:pt>
                <c:pt idx="79">
                  <c:v>0.00336512171769</c:v>
                </c:pt>
                <c:pt idx="80">
                  <c:v>0.00337096162746</c:v>
                </c:pt>
                <c:pt idx="81">
                  <c:v>0.00337681695499</c:v>
                </c:pt>
                <c:pt idx="82">
                  <c:v>0.00338268775537</c:v>
                </c:pt>
                <c:pt idx="83">
                  <c:v>0.00338857408396</c:v>
                </c:pt>
                <c:pt idx="84">
                  <c:v>0.00339447599636</c:v>
                </c:pt>
                <c:pt idx="85">
                  <c:v>0.00340039354842</c:v>
                </c:pt>
                <c:pt idx="86">
                  <c:v>0.00340632679626</c:v>
                </c:pt>
                <c:pt idx="87">
                  <c:v>0.00341227579623</c:v>
                </c:pt>
                <c:pt idx="88">
                  <c:v>0.00341824060496</c:v>
                </c:pt>
                <c:pt idx="89">
                  <c:v>0.00342422127934</c:v>
                </c:pt>
                <c:pt idx="90">
                  <c:v>0.00343021787651</c:v>
                </c:pt>
                <c:pt idx="91">
                  <c:v>0.00343623045387</c:v>
                </c:pt>
                <c:pt idx="92">
                  <c:v>0.00344225906909</c:v>
                </c:pt>
                <c:pt idx="93">
                  <c:v>0.00344830378011</c:v>
                </c:pt>
                <c:pt idx="94">
                  <c:v>0.00345436464513</c:v>
                </c:pt>
                <c:pt idx="95">
                  <c:v>0.00346044172261</c:v>
                </c:pt>
                <c:pt idx="96">
                  <c:v>0.00346653507129</c:v>
                </c:pt>
                <c:pt idx="97">
                  <c:v>0.00347264475019</c:v>
                </c:pt>
                <c:pt idx="98">
                  <c:v>0.00347877081858</c:v>
                </c:pt>
                <c:pt idx="99">
                  <c:v>0.00348491333602</c:v>
                </c:pt>
                <c:pt idx="100">
                  <c:v>0.00349107236234</c:v>
                </c:pt>
                <c:pt idx="101">
                  <c:v>0.00349724795764</c:v>
                </c:pt>
                <c:pt idx="102">
                  <c:v>0.00350344018233</c:v>
                </c:pt>
                <c:pt idx="103">
                  <c:v>0.00350964909706</c:v>
                </c:pt>
                <c:pt idx="104">
                  <c:v>0.00351587476278</c:v>
                </c:pt>
                <c:pt idx="105">
                  <c:v>0.00352211724072</c:v>
                </c:pt>
                <c:pt idx="106">
                  <c:v>0.00352837659242</c:v>
                </c:pt>
                <c:pt idx="107">
                  <c:v>0.00353465287966</c:v>
                </c:pt>
                <c:pt idx="108">
                  <c:v>0.00354094616455</c:v>
                </c:pt>
                <c:pt idx="109">
                  <c:v>0.00354725650946</c:v>
                </c:pt>
                <c:pt idx="110">
                  <c:v>0.00355358397709</c:v>
                </c:pt>
                <c:pt idx="111">
                  <c:v>0.00355992863038</c:v>
                </c:pt>
                <c:pt idx="112">
                  <c:v>0.00356629053261</c:v>
                </c:pt>
                <c:pt idx="113">
                  <c:v>0.00357266974735</c:v>
                </c:pt>
                <c:pt idx="114">
                  <c:v>0.00357906633844</c:v>
                </c:pt>
                <c:pt idx="115">
                  <c:v>0.00358548037005</c:v>
                </c:pt>
                <c:pt idx="116">
                  <c:v>0.00359191190665</c:v>
                </c:pt>
                <c:pt idx="117">
                  <c:v>0.00359836101299</c:v>
                </c:pt>
                <c:pt idx="118">
                  <c:v>0.00360482775415</c:v>
                </c:pt>
                <c:pt idx="119">
                  <c:v>0.00361131219552</c:v>
                </c:pt>
                <c:pt idx="120">
                  <c:v>0.00361781440277</c:v>
                </c:pt>
                <c:pt idx="121">
                  <c:v>0.00362433444191</c:v>
                </c:pt>
                <c:pt idx="122">
                  <c:v>0.00363087237925</c:v>
                </c:pt>
                <c:pt idx="123">
                  <c:v>0.00363742828141</c:v>
                </c:pt>
                <c:pt idx="124">
                  <c:v>0.00364400221535</c:v>
                </c:pt>
                <c:pt idx="125">
                  <c:v>0.00365059424831</c:v>
                </c:pt>
                <c:pt idx="126">
                  <c:v>0.00365720444788</c:v>
                </c:pt>
                <c:pt idx="127">
                  <c:v>0.00366383288197</c:v>
                </c:pt>
                <c:pt idx="128">
                  <c:v>0.0036704796188</c:v>
                </c:pt>
                <c:pt idx="129">
                  <c:v>0.00367714472692</c:v>
                </c:pt>
                <c:pt idx="130">
                  <c:v>0.00368382827522</c:v>
                </c:pt>
                <c:pt idx="131">
                  <c:v>0.0036905303329</c:v>
                </c:pt>
                <c:pt idx="132">
                  <c:v>0.00369725096951</c:v>
                </c:pt>
                <c:pt idx="133">
                  <c:v>0.00370399025491</c:v>
                </c:pt>
                <c:pt idx="134">
                  <c:v>0.00371074825933</c:v>
                </c:pt>
                <c:pt idx="135">
                  <c:v>0.00371752505331</c:v>
                </c:pt>
                <c:pt idx="136">
                  <c:v>0.00372432070774</c:v>
                </c:pt>
                <c:pt idx="137">
                  <c:v>0.00373113529384</c:v>
                </c:pt>
                <c:pt idx="138">
                  <c:v>0.00373796888319</c:v>
                </c:pt>
                <c:pt idx="139">
                  <c:v>0.00374482154771</c:v>
                </c:pt>
                <c:pt idx="140">
                  <c:v>0.00375169335966</c:v>
                </c:pt>
                <c:pt idx="141">
                  <c:v>0.00375858439166</c:v>
                </c:pt>
                <c:pt idx="142">
                  <c:v>0.00376549471667</c:v>
                </c:pt>
                <c:pt idx="143">
                  <c:v>0.00377242440802</c:v>
                </c:pt>
                <c:pt idx="144">
                  <c:v>0.00377937353938</c:v>
                </c:pt>
                <c:pt idx="145">
                  <c:v>0.00378634218478</c:v>
                </c:pt>
                <c:pt idx="146">
                  <c:v>0.00379333041863</c:v>
                </c:pt>
                <c:pt idx="147">
                  <c:v>0.00380033831567</c:v>
                </c:pt>
                <c:pt idx="148">
                  <c:v>0.00380736595104</c:v>
                </c:pt>
                <c:pt idx="149">
                  <c:v>0.00381441340021</c:v>
                </c:pt>
                <c:pt idx="150">
                  <c:v>0.00382148073905</c:v>
                </c:pt>
                <c:pt idx="151">
                  <c:v>0.00382856804379</c:v>
                </c:pt>
                <c:pt idx="152">
                  <c:v>0.00383567539102</c:v>
                </c:pt>
                <c:pt idx="153">
                  <c:v>0.00384280285773</c:v>
                </c:pt>
                <c:pt idx="154">
                  <c:v>0.00384995052127</c:v>
                </c:pt>
                <c:pt idx="155">
                  <c:v>0.00385711845938</c:v>
                </c:pt>
                <c:pt idx="156">
                  <c:v>0.00386430675017</c:v>
                </c:pt>
                <c:pt idx="157">
                  <c:v>0.00387151547215</c:v>
                </c:pt>
                <c:pt idx="158">
                  <c:v>0.00387874470421</c:v>
                </c:pt>
                <c:pt idx="159">
                  <c:v>0.00388599452563</c:v>
                </c:pt>
                <c:pt idx="160">
                  <c:v>0.00389326501608</c:v>
                </c:pt>
                <c:pt idx="161">
                  <c:v>0.00390055625563</c:v>
                </c:pt>
                <c:pt idx="162">
                  <c:v>0.00390786832474</c:v>
                </c:pt>
                <c:pt idx="163">
                  <c:v>0.00391520130428</c:v>
                </c:pt>
                <c:pt idx="164">
                  <c:v>0.0039225552755</c:v>
                </c:pt>
                <c:pt idx="165">
                  <c:v>0.00392993032007</c:v>
                </c:pt>
                <c:pt idx="166">
                  <c:v>0.00393732652008</c:v>
                </c:pt>
                <c:pt idx="167">
                  <c:v>0.00394474395799</c:v>
                </c:pt>
                <c:pt idx="168">
                  <c:v>0.00395218271672</c:v>
                </c:pt>
                <c:pt idx="169">
                  <c:v>0.00395964287956</c:v>
                </c:pt>
                <c:pt idx="170">
                  <c:v>0.00396712453024</c:v>
                </c:pt>
                <c:pt idx="171">
                  <c:v>0.00397462775291</c:v>
                </c:pt>
                <c:pt idx="172">
                  <c:v>0.00398215263213</c:v>
                </c:pt>
                <c:pt idx="173">
                  <c:v>0.00398969925289</c:v>
                </c:pt>
                <c:pt idx="174">
                  <c:v>0.00399726770062</c:v>
                </c:pt>
                <c:pt idx="175">
                  <c:v>0.00400485806116</c:v>
                </c:pt>
                <c:pt idx="176">
                  <c:v>0.00401247042079</c:v>
                </c:pt>
                <c:pt idx="177">
                  <c:v>0.00402010486623</c:v>
                </c:pt>
                <c:pt idx="178">
                  <c:v>0.00402776148463</c:v>
                </c:pt>
                <c:pt idx="179">
                  <c:v>0.00403544036357</c:v>
                </c:pt>
                <c:pt idx="180">
                  <c:v>0.00404314159111</c:v>
                </c:pt>
                <c:pt idx="181">
                  <c:v>0.00405086525572</c:v>
                </c:pt>
                <c:pt idx="182">
                  <c:v>0.00405861144633</c:v>
                </c:pt>
                <c:pt idx="183">
                  <c:v>0.00406638025233</c:v>
                </c:pt>
                <c:pt idx="184">
                  <c:v>0.00407417176355</c:v>
                </c:pt>
                <c:pt idx="185">
                  <c:v>0.0040819860703</c:v>
                </c:pt>
                <c:pt idx="186">
                  <c:v>0.00408982326332</c:v>
                </c:pt>
                <c:pt idx="187">
                  <c:v>0.00409768343383</c:v>
                </c:pt>
                <c:pt idx="188">
                  <c:v>0.00410556667352</c:v>
                </c:pt>
                <c:pt idx="189">
                  <c:v>0.00411347307454</c:v>
                </c:pt>
                <c:pt idx="190">
                  <c:v>0.00412140272952</c:v>
                </c:pt>
                <c:pt idx="191">
                  <c:v>0.00412935573155</c:v>
                </c:pt>
                <c:pt idx="192">
                  <c:v>0.00413733217422</c:v>
                </c:pt>
                <c:pt idx="193">
                  <c:v>0.00414533215159</c:v>
                </c:pt>
                <c:pt idx="194">
                  <c:v>0.00415335575819</c:v>
                </c:pt>
                <c:pt idx="195">
                  <c:v>0.00416140308906</c:v>
                </c:pt>
                <c:pt idx="196">
                  <c:v>0.00416947423972</c:v>
                </c:pt>
                <c:pt idx="197">
                  <c:v>0.00417756930618</c:v>
                </c:pt>
                <c:pt idx="198">
                  <c:v>0.00418568838496</c:v>
                </c:pt>
                <c:pt idx="199">
                  <c:v>0.00419383157306</c:v>
                </c:pt>
                <c:pt idx="200">
                  <c:v>0.004201998968</c:v>
                </c:pt>
                <c:pt idx="201">
                  <c:v>0.0042101906678</c:v>
                </c:pt>
                <c:pt idx="202">
                  <c:v>0.00421840677098</c:v>
                </c:pt>
                <c:pt idx="203">
                  <c:v>0.00422664737659</c:v>
                </c:pt>
                <c:pt idx="204">
                  <c:v>0.00423491258419</c:v>
                </c:pt>
                <c:pt idx="205">
                  <c:v>0.00424320249385</c:v>
                </c:pt>
                <c:pt idx="206">
                  <c:v>0.00425151720617</c:v>
                </c:pt>
                <c:pt idx="207">
                  <c:v>0.00425985682228</c:v>
                </c:pt>
                <c:pt idx="208">
                  <c:v>0.00426822144383</c:v>
                </c:pt>
                <c:pt idx="209">
                  <c:v>0.00427661117301</c:v>
                </c:pt>
                <c:pt idx="210">
                  <c:v>0.00428502611255</c:v>
                </c:pt>
                <c:pt idx="211">
                  <c:v>0.00429346636571</c:v>
                </c:pt>
                <c:pt idx="212">
                  <c:v>0.00430193203629</c:v>
                </c:pt>
                <c:pt idx="213">
                  <c:v>0.00431042322866</c:v>
                </c:pt>
                <c:pt idx="214">
                  <c:v>0.00431894004772</c:v>
                </c:pt>
                <c:pt idx="215">
                  <c:v>0.00432748259892</c:v>
                </c:pt>
                <c:pt idx="216">
                  <c:v>0.00433605098829</c:v>
                </c:pt>
                <c:pt idx="217">
                  <c:v>0.0043446453224</c:v>
                </c:pt>
                <c:pt idx="218">
                  <c:v>0.0043532657084</c:v>
                </c:pt>
                <c:pt idx="219">
                  <c:v>0.00436191225401</c:v>
                </c:pt>
                <c:pt idx="220">
                  <c:v>0.00437058506749</c:v>
                </c:pt>
                <c:pt idx="221">
                  <c:v>0.00437928425773</c:v>
                </c:pt>
                <c:pt idx="222">
                  <c:v>0.00438800993415</c:v>
                </c:pt>
                <c:pt idx="223">
                  <c:v>0.00439676220678</c:v>
                </c:pt>
                <c:pt idx="224">
                  <c:v>0.00440554118625</c:v>
                </c:pt>
                <c:pt idx="225">
                  <c:v>0.00441434698375</c:v>
                </c:pt>
                <c:pt idx="226">
                  <c:v>0.00442317971109</c:v>
                </c:pt>
                <c:pt idx="227">
                  <c:v>0.00443203948066</c:v>
                </c:pt>
                <c:pt idx="228">
                  <c:v>0.00444092640547</c:v>
                </c:pt>
                <c:pt idx="229">
                  <c:v>0.00444984059914</c:v>
                </c:pt>
                <c:pt idx="230">
                  <c:v>0.00445878217589</c:v>
                </c:pt>
                <c:pt idx="231">
                  <c:v>0.00446775125055</c:v>
                </c:pt>
                <c:pt idx="232">
                  <c:v>0.0044767479386</c:v>
                </c:pt>
                <c:pt idx="233">
                  <c:v>0.00448577235611</c:v>
                </c:pt>
                <c:pt idx="234">
                  <c:v>0.00449482461979</c:v>
                </c:pt>
                <c:pt idx="235">
                  <c:v>0.004503904847</c:v>
                </c:pt>
                <c:pt idx="236">
                  <c:v>0.00451301315571</c:v>
                </c:pt>
                <c:pt idx="237">
                  <c:v>0.00452214966455</c:v>
                </c:pt>
                <c:pt idx="238">
                  <c:v>0.00453131449278</c:v>
                </c:pt>
                <c:pt idx="239">
                  <c:v>0.00454050776034</c:v>
                </c:pt>
                <c:pt idx="240">
                  <c:v>0.00454972958778</c:v>
                </c:pt>
                <c:pt idx="241">
                  <c:v>0.00455898009634</c:v>
                </c:pt>
                <c:pt idx="242">
                  <c:v>0.00456825940792</c:v>
                </c:pt>
                <c:pt idx="243">
                  <c:v>0.00457756764509</c:v>
                </c:pt>
                <c:pt idx="244">
                  <c:v>0.00458690493107</c:v>
                </c:pt>
                <c:pt idx="245">
                  <c:v>0.00459627138977</c:v>
                </c:pt>
                <c:pt idx="246">
                  <c:v>0.0046056671458</c:v>
                </c:pt>
                <c:pt idx="247">
                  <c:v>0.00461509232444</c:v>
                </c:pt>
                <c:pt idx="248">
                  <c:v>0.00462454705164</c:v>
                </c:pt>
                <c:pt idx="249">
                  <c:v>0.00463403145409</c:v>
                </c:pt>
                <c:pt idx="250">
                  <c:v>0.00464354565915</c:v>
                </c:pt>
                <c:pt idx="251">
                  <c:v>0.00465308979489</c:v>
                </c:pt>
                <c:pt idx="252">
                  <c:v>0.00466266399009</c:v>
                </c:pt>
                <c:pt idx="253">
                  <c:v>0.00467226837426</c:v>
                </c:pt>
                <c:pt idx="254">
                  <c:v>0.00468190307761</c:v>
                </c:pt>
                <c:pt idx="255">
                  <c:v>0.00469156823108</c:v>
                </c:pt>
                <c:pt idx="256">
                  <c:v>0.00470126396634</c:v>
                </c:pt>
                <c:pt idx="257">
                  <c:v>0.00471099041582</c:v>
                </c:pt>
                <c:pt idx="258">
                  <c:v>0.00472074771265</c:v>
                </c:pt>
                <c:pt idx="259">
                  <c:v>0.00473053599072</c:v>
                </c:pt>
                <c:pt idx="260">
                  <c:v>0.00474035538469</c:v>
                </c:pt>
                <c:pt idx="261">
                  <c:v>0.00475020602996</c:v>
                </c:pt>
                <c:pt idx="262">
                  <c:v>0.00476008806268</c:v>
                </c:pt>
                <c:pt idx="263">
                  <c:v>0.00477000161978</c:v>
                </c:pt>
                <c:pt idx="264">
                  <c:v>0.00477994683897</c:v>
                </c:pt>
                <c:pt idx="265">
                  <c:v>0.00478992385873</c:v>
                </c:pt>
                <c:pt idx="266">
                  <c:v>0.00479993281831</c:v>
                </c:pt>
                <c:pt idx="267">
                  <c:v>0.00480997385776</c:v>
                </c:pt>
                <c:pt idx="268">
                  <c:v>0.00482004711793</c:v>
                </c:pt>
                <c:pt idx="269">
                  <c:v>0.00483015274046</c:v>
                </c:pt>
                <c:pt idx="270">
                  <c:v>0.0048402908678</c:v>
                </c:pt>
                <c:pt idx="271">
                  <c:v>0.00485046164321</c:v>
                </c:pt>
                <c:pt idx="272">
                  <c:v>0.00486066521077</c:v>
                </c:pt>
                <c:pt idx="273">
                  <c:v>0.00487090171536</c:v>
                </c:pt>
                <c:pt idx="274">
                  <c:v>0.00488117130273</c:v>
                </c:pt>
                <c:pt idx="275">
                  <c:v>0.00489147411943</c:v>
                </c:pt>
                <c:pt idx="276">
                  <c:v>0.00490181031287</c:v>
                </c:pt>
                <c:pt idx="277">
                  <c:v>0.00491218003129</c:v>
                </c:pt>
                <c:pt idx="278">
                  <c:v>0.00492258342379</c:v>
                </c:pt>
                <c:pt idx="279">
                  <c:v>0.00493302064034</c:v>
                </c:pt>
                <c:pt idx="280">
                  <c:v>0.00494349183176</c:v>
                </c:pt>
                <c:pt idx="281">
                  <c:v>0.00495399714975</c:v>
                </c:pt>
                <c:pt idx="282">
                  <c:v>0.00496453674688</c:v>
                </c:pt>
                <c:pt idx="283">
                  <c:v>0.00497511077661</c:v>
                </c:pt>
                <c:pt idx="284">
                  <c:v>0.00498571939328</c:v>
                </c:pt>
                <c:pt idx="285">
                  <c:v>0.00499636275214</c:v>
                </c:pt>
                <c:pt idx="286">
                  <c:v>0.00500704100934</c:v>
                </c:pt>
                <c:pt idx="287">
                  <c:v>0.00501775432193</c:v>
                </c:pt>
                <c:pt idx="288">
                  <c:v>0.00502850284789</c:v>
                </c:pt>
                <c:pt idx="289">
                  <c:v>0.00503928674612</c:v>
                </c:pt>
                <c:pt idx="290">
                  <c:v>0.00505010617644</c:v>
                </c:pt>
                <c:pt idx="291">
                  <c:v>0.00506096129961</c:v>
                </c:pt>
                <c:pt idx="292">
                  <c:v>0.00507185227735</c:v>
                </c:pt>
                <c:pt idx="293">
                  <c:v>0.00508277927232</c:v>
                </c:pt>
                <c:pt idx="294">
                  <c:v>0.00509374244812</c:v>
                </c:pt>
                <c:pt idx="295">
                  <c:v>0.00510474196934</c:v>
                </c:pt>
                <c:pt idx="296">
                  <c:v>0.00511577800153</c:v>
                </c:pt>
                <c:pt idx="297">
                  <c:v>0.00512685071122</c:v>
                </c:pt>
                <c:pt idx="298">
                  <c:v>0.00513796026593</c:v>
                </c:pt>
                <c:pt idx="299">
                  <c:v>0.00514910683418</c:v>
                </c:pt>
                <c:pt idx="300">
                  <c:v>0.00516029058547</c:v>
                </c:pt>
                <c:pt idx="301">
                  <c:v>0.00517151169032</c:v>
                </c:pt>
                <c:pt idx="302">
                  <c:v>0.00518277032028</c:v>
                </c:pt>
                <c:pt idx="303">
                  <c:v>0.0051940666479</c:v>
                </c:pt>
                <c:pt idx="304">
                  <c:v>0.00520540084678</c:v>
                </c:pt>
                <c:pt idx="305">
                  <c:v>0.00521677309154</c:v>
                </c:pt>
                <c:pt idx="306">
                  <c:v>0.00522818355787</c:v>
                </c:pt>
                <c:pt idx="307">
                  <c:v>0.00523963242251</c:v>
                </c:pt>
                <c:pt idx="308">
                  <c:v>0.00525111986323</c:v>
                </c:pt>
                <c:pt idx="309">
                  <c:v>0.00526264605893</c:v>
                </c:pt>
                <c:pt idx="310">
                  <c:v>0.00527421118953</c:v>
                </c:pt>
                <c:pt idx="311">
                  <c:v>0.00528581543608</c:v>
                </c:pt>
                <c:pt idx="312">
                  <c:v>0.0052974589807</c:v>
                </c:pt>
                <c:pt idx="313">
                  <c:v>0.00530914200662</c:v>
                </c:pt>
                <c:pt idx="314">
                  <c:v>0.0053208646982</c:v>
                </c:pt>
                <c:pt idx="315">
                  <c:v>0.0053326272409</c:v>
                </c:pt>
                <c:pt idx="316">
                  <c:v>0.00534442982131</c:v>
                </c:pt>
                <c:pt idx="317">
                  <c:v>0.00535627262716</c:v>
                </c:pt>
                <c:pt idx="318">
                  <c:v>0.00536815584734</c:v>
                </c:pt>
                <c:pt idx="319">
                  <c:v>0.00538007967188</c:v>
                </c:pt>
                <c:pt idx="320">
                  <c:v>0.00539204429199</c:v>
                </c:pt>
                <c:pt idx="321">
                  <c:v>0.00540404990004</c:v>
                </c:pt>
                <c:pt idx="322">
                  <c:v>0.00541609668957</c:v>
                </c:pt>
                <c:pt idx="323">
                  <c:v>0.00542818485535</c:v>
                </c:pt>
                <c:pt idx="324">
                  <c:v>0.00544031459333</c:v>
                </c:pt>
                <c:pt idx="325">
                  <c:v>0.00545248610065</c:v>
                </c:pt>
                <c:pt idx="326">
                  <c:v>0.00546469957571</c:v>
                </c:pt>
                <c:pt idx="327">
                  <c:v>0.00547695521811</c:v>
                </c:pt>
                <c:pt idx="328">
                  <c:v>0.00548925322869</c:v>
                </c:pt>
                <c:pt idx="329">
                  <c:v>0.00550159380957</c:v>
                </c:pt>
                <c:pt idx="330">
                  <c:v>0.00551397716408</c:v>
                </c:pt>
                <c:pt idx="331">
                  <c:v>0.00552640349687</c:v>
                </c:pt>
                <c:pt idx="332">
                  <c:v>0.00553887301382</c:v>
                </c:pt>
                <c:pt idx="333">
                  <c:v>0.00555138592213</c:v>
                </c:pt>
                <c:pt idx="334">
                  <c:v>0.0055639424303</c:v>
                </c:pt>
                <c:pt idx="335">
                  <c:v>0.00557654274811</c:v>
                </c:pt>
                <c:pt idx="336">
                  <c:v>0.00558918708669</c:v>
                </c:pt>
                <c:pt idx="337">
                  <c:v>0.00560187565849</c:v>
                </c:pt>
                <c:pt idx="338">
                  <c:v>0.00561460867729</c:v>
                </c:pt>
                <c:pt idx="339">
                  <c:v>0.00562738635823</c:v>
                </c:pt>
                <c:pt idx="340">
                  <c:v>0.00564020891783</c:v>
                </c:pt>
                <c:pt idx="341">
                  <c:v>0.00565307657394</c:v>
                </c:pt>
                <c:pt idx="342">
                  <c:v>0.00566598954584</c:v>
                </c:pt>
                <c:pt idx="343">
                  <c:v>0.00567894805418</c:v>
                </c:pt>
                <c:pt idx="344">
                  <c:v>0.00569195232101</c:v>
                </c:pt>
                <c:pt idx="345">
                  <c:v>0.00570500256981</c:v>
                </c:pt>
                <c:pt idx="346">
                  <c:v>0.0057180990255</c:v>
                </c:pt>
                <c:pt idx="347">
                  <c:v>0.00573124191442</c:v>
                </c:pt>
                <c:pt idx="348">
                  <c:v>0.00574443146438</c:v>
                </c:pt>
                <c:pt idx="349">
                  <c:v>0.00575766790463</c:v>
                </c:pt>
                <c:pt idx="350">
                  <c:v>0.00577095146592</c:v>
                </c:pt>
                <c:pt idx="351">
                  <c:v>0.00578428238048</c:v>
                </c:pt>
                <c:pt idx="352">
                  <c:v>0.00579766088205</c:v>
                </c:pt>
                <c:pt idx="353">
                  <c:v>0.00581108720585</c:v>
                </c:pt>
                <c:pt idx="354">
                  <c:v>0.00582456158867</c:v>
                </c:pt>
                <c:pt idx="355">
                  <c:v>0.00583808426881</c:v>
                </c:pt>
                <c:pt idx="356">
                  <c:v>0.00585165548612</c:v>
                </c:pt>
                <c:pt idx="357">
                  <c:v>0.00586527548203</c:v>
                </c:pt>
                <c:pt idx="358">
                  <c:v>0.00587894449953</c:v>
                </c:pt>
                <c:pt idx="359">
                  <c:v>0.0058926627832</c:v>
                </c:pt>
                <c:pt idx="360">
                  <c:v>0.00590643057925</c:v>
                </c:pt>
                <c:pt idx="361">
                  <c:v>0.00592024813546</c:v>
                </c:pt>
                <c:pt idx="362">
                  <c:v>0.00593411570128</c:v>
                </c:pt>
                <c:pt idx="363">
                  <c:v>0.00594803352778</c:v>
                </c:pt>
                <c:pt idx="364">
                  <c:v>0.00596200186768</c:v>
                </c:pt>
                <c:pt idx="365">
                  <c:v>0.00597602097541</c:v>
                </c:pt>
                <c:pt idx="366">
                  <c:v>0.00599009110704</c:v>
                </c:pt>
                <c:pt idx="367">
                  <c:v>0.00600421252036</c:v>
                </c:pt>
                <c:pt idx="368">
                  <c:v>0.00601838547488</c:v>
                </c:pt>
                <c:pt idx="369">
                  <c:v>0.00603261023181</c:v>
                </c:pt>
                <c:pt idx="370">
                  <c:v>0.00604688705414</c:v>
                </c:pt>
                <c:pt idx="371">
                  <c:v>0.00606121620658</c:v>
                </c:pt>
                <c:pt idx="372">
                  <c:v>0.00607559795565</c:v>
                </c:pt>
                <c:pt idx="373">
                  <c:v>0.00609003256962</c:v>
                </c:pt>
                <c:pt idx="374">
                  <c:v>0.00610452031858</c:v>
                </c:pt>
                <c:pt idx="375">
                  <c:v>0.00611906147445</c:v>
                </c:pt>
                <c:pt idx="376">
                  <c:v>0.00613365631096</c:v>
                </c:pt>
                <c:pt idx="377">
                  <c:v>0.0061483051037</c:v>
                </c:pt>
                <c:pt idx="378">
                  <c:v>0.00616300813013</c:v>
                </c:pt>
                <c:pt idx="379">
                  <c:v>0.00617776566959</c:v>
                </c:pt>
                <c:pt idx="380">
                  <c:v>0.00619257800331</c:v>
                </c:pt>
                <c:pt idx="381">
                  <c:v>0.00620744541444</c:v>
                </c:pt>
                <c:pt idx="382">
                  <c:v>0.00622236818805</c:v>
                </c:pt>
                <c:pt idx="383">
                  <c:v>0.00623734661117</c:v>
                </c:pt>
                <c:pt idx="384">
                  <c:v>0.0062523809728</c:v>
                </c:pt>
                <c:pt idx="385">
                  <c:v>0.00626747156391</c:v>
                </c:pt>
                <c:pt idx="386">
                  <c:v>0.00628261867746</c:v>
                </c:pt>
                <c:pt idx="387">
                  <c:v>0.00629782260845</c:v>
                </c:pt>
                <c:pt idx="388">
                  <c:v>0.00631308365389</c:v>
                </c:pt>
                <c:pt idx="389">
                  <c:v>0.00632840211287</c:v>
                </c:pt>
                <c:pt idx="390">
                  <c:v>0.00634377828652</c:v>
                </c:pt>
                <c:pt idx="391">
                  <c:v>0.00635921247808</c:v>
                </c:pt>
                <c:pt idx="392">
                  <c:v>0.00637470499288</c:v>
                </c:pt>
                <c:pt idx="393">
                  <c:v>0.0063902561384</c:v>
                </c:pt>
                <c:pt idx="394">
                  <c:v>0.00640586622424</c:v>
                </c:pt>
                <c:pt idx="395">
                  <c:v>0.00642153556218</c:v>
                </c:pt>
                <c:pt idx="396">
                  <c:v>0.00643726446618</c:v>
                </c:pt>
                <c:pt idx="397">
                  <c:v>0.00645305325239</c:v>
                </c:pt>
                <c:pt idx="398">
                  <c:v>0.00646890223919</c:v>
                </c:pt>
                <c:pt idx="399">
                  <c:v>0.00648481174722</c:v>
                </c:pt>
                <c:pt idx="400">
                  <c:v>0.00650078209936</c:v>
                </c:pt>
                <c:pt idx="401">
                  <c:v>0.00651681362078</c:v>
                </c:pt>
                <c:pt idx="402">
                  <c:v>0.00653290663895</c:v>
                </c:pt>
                <c:pt idx="403">
                  <c:v>0.00654906148368</c:v>
                </c:pt>
                <c:pt idx="404">
                  <c:v>0.00656527848711</c:v>
                </c:pt>
                <c:pt idx="405">
                  <c:v>0.00658155798375</c:v>
                </c:pt>
                <c:pt idx="406">
                  <c:v>0.00659790031051</c:v>
                </c:pt>
                <c:pt idx="407">
                  <c:v>0.00661430580669</c:v>
                </c:pt>
                <c:pt idx="408">
                  <c:v>0.00663077481404</c:v>
                </c:pt>
                <c:pt idx="409">
                  <c:v>0.00664730767676</c:v>
                </c:pt>
                <c:pt idx="410">
                  <c:v>0.00666390474154</c:v>
                </c:pt>
                <c:pt idx="411">
                  <c:v>0.00668056635753</c:v>
                </c:pt>
                <c:pt idx="412">
                  <c:v>0.00669729287646</c:v>
                </c:pt>
                <c:pt idx="413">
                  <c:v>0.00671408465256</c:v>
                </c:pt>
                <c:pt idx="414">
                  <c:v>0.00673094204267</c:v>
                </c:pt>
                <c:pt idx="415">
                  <c:v>0.00674786540618</c:v>
                </c:pt>
                <c:pt idx="416">
                  <c:v>0.00676485510515</c:v>
                </c:pt>
                <c:pt idx="417">
                  <c:v>0.00678191150423</c:v>
                </c:pt>
                <c:pt idx="418">
                  <c:v>0.00679903497079</c:v>
                </c:pt>
                <c:pt idx="419">
                  <c:v>0.00681622587486</c:v>
                </c:pt>
                <c:pt idx="420">
                  <c:v>0.00683348458919</c:v>
                </c:pt>
                <c:pt idx="421">
                  <c:v>0.00685081148929</c:v>
                </c:pt>
                <c:pt idx="422">
                  <c:v>0.00686820695342</c:v>
                </c:pt>
                <c:pt idx="423">
                  <c:v>0.00688567136267</c:v>
                </c:pt>
                <c:pt idx="424">
                  <c:v>0.00690320510092</c:v>
                </c:pt>
                <c:pt idx="425">
                  <c:v>0.0069208085549</c:v>
                </c:pt>
                <c:pt idx="426">
                  <c:v>0.00693848211424</c:v>
                </c:pt>
                <c:pt idx="427">
                  <c:v>0.00695622617147</c:v>
                </c:pt>
                <c:pt idx="428">
                  <c:v>0.00697404112202</c:v>
                </c:pt>
                <c:pt idx="429">
                  <c:v>0.00699192736433</c:v>
                </c:pt>
                <c:pt idx="430">
                  <c:v>0.0070098852998</c:v>
                </c:pt>
                <c:pt idx="431">
                  <c:v>0.00702791533284</c:v>
                </c:pt>
                <c:pt idx="432">
                  <c:v>0.00704601787092</c:v>
                </c:pt>
                <c:pt idx="433">
                  <c:v>0.0070641933246</c:v>
                </c:pt>
                <c:pt idx="434">
                  <c:v>0.00708244210752</c:v>
                </c:pt>
                <c:pt idx="435">
                  <c:v>0.00710076463647</c:v>
                </c:pt>
                <c:pt idx="436">
                  <c:v>0.0071191613314</c:v>
                </c:pt>
                <c:pt idx="437">
                  <c:v>0.00713763261548</c:v>
                </c:pt>
                <c:pt idx="438">
                  <c:v>0.00715617891507</c:v>
                </c:pt>
                <c:pt idx="439">
                  <c:v>0.00717480065983</c:v>
                </c:pt>
                <c:pt idx="440">
                  <c:v>0.00719349828268</c:v>
                </c:pt>
                <c:pt idx="441">
                  <c:v>0.0072122722199</c:v>
                </c:pt>
                <c:pt idx="442">
                  <c:v>0.0072311229111</c:v>
                </c:pt>
                <c:pt idx="443">
                  <c:v>0.00725005079929</c:v>
                </c:pt>
                <c:pt idx="444">
                  <c:v>0.00726905633091</c:v>
                </c:pt>
                <c:pt idx="445">
                  <c:v>0.00728813995586</c:v>
                </c:pt>
                <c:pt idx="446">
                  <c:v>0.00730730212752</c:v>
                </c:pt>
                <c:pt idx="447">
                  <c:v>0.00732654330281</c:v>
                </c:pt>
                <c:pt idx="448">
                  <c:v>0.00734586394221</c:v>
                </c:pt>
                <c:pt idx="449">
                  <c:v>0.00736526450982</c:v>
                </c:pt>
                <c:pt idx="450">
                  <c:v>0.00738474547334</c:v>
                </c:pt>
                <c:pt idx="451">
                  <c:v>0.00740430730416</c:v>
                </c:pt>
                <c:pt idx="452">
                  <c:v>0.00742395047738</c:v>
                </c:pt>
                <c:pt idx="453">
                  <c:v>0.00744367547185</c:v>
                </c:pt>
                <c:pt idx="454">
                  <c:v>0.00746348277021</c:v>
                </c:pt>
                <c:pt idx="455">
                  <c:v>0.0074833728589</c:v>
                </c:pt>
                <c:pt idx="456">
                  <c:v>0.00750334622825</c:v>
                </c:pt>
                <c:pt idx="457">
                  <c:v>0.00752340337246</c:v>
                </c:pt>
                <c:pt idx="458">
                  <c:v>0.00754354478972</c:v>
                </c:pt>
                <c:pt idx="459">
                  <c:v>0.00756377098215</c:v>
                </c:pt>
                <c:pt idx="460">
                  <c:v>0.00758408245592</c:v>
                </c:pt>
                <c:pt idx="461">
                  <c:v>0.00760447972127</c:v>
                </c:pt>
                <c:pt idx="462">
                  <c:v>0.00762496329253</c:v>
                </c:pt>
                <c:pt idx="463">
                  <c:v>0.00764553368819</c:v>
                </c:pt>
                <c:pt idx="464">
                  <c:v>0.00766619143093</c:v>
                </c:pt>
                <c:pt idx="465">
                  <c:v>0.00768693704766</c:v>
                </c:pt>
                <c:pt idx="466">
                  <c:v>0.00770777106958</c:v>
                </c:pt>
                <c:pt idx="467">
                  <c:v>0.00772869403219</c:v>
                </c:pt>
                <c:pt idx="468">
                  <c:v>0.00774970647539</c:v>
                </c:pt>
                <c:pt idx="469">
                  <c:v>0.00777080894348</c:v>
                </c:pt>
                <c:pt idx="470">
                  <c:v>0.00779200198523</c:v>
                </c:pt>
                <c:pt idx="471">
                  <c:v>0.0078132861539</c:v>
                </c:pt>
                <c:pt idx="472">
                  <c:v>0.00783466200732</c:v>
                </c:pt>
                <c:pt idx="473">
                  <c:v>0.00785613010793</c:v>
                </c:pt>
                <c:pt idx="474">
                  <c:v>0.0078776910228</c:v>
                </c:pt>
                <c:pt idx="475">
                  <c:v>0.00789934532372</c:v>
                </c:pt>
                <c:pt idx="476">
                  <c:v>0.00792109358724</c:v>
                </c:pt>
                <c:pt idx="477">
                  <c:v>0.00794293639469</c:v>
                </c:pt>
                <c:pt idx="478">
                  <c:v>0.00796487433227</c:v>
                </c:pt>
                <c:pt idx="479">
                  <c:v>0.00798690799108</c:v>
                </c:pt>
                <c:pt idx="480">
                  <c:v>0.00800903796717</c:v>
                </c:pt>
                <c:pt idx="481">
                  <c:v>0.00803126486162</c:v>
                </c:pt>
                <c:pt idx="482">
                  <c:v>0.00805358928056</c:v>
                </c:pt>
                <c:pt idx="483">
                  <c:v>0.00807601183525</c:v>
                </c:pt>
                <c:pt idx="484">
                  <c:v>0.00809853314213</c:v>
                </c:pt>
                <c:pt idx="485">
                  <c:v>0.00812115382284</c:v>
                </c:pt>
                <c:pt idx="486">
                  <c:v>0.00814387450436</c:v>
                </c:pt>
                <c:pt idx="487">
                  <c:v>0.00816669581896</c:v>
                </c:pt>
                <c:pt idx="488">
                  <c:v>0.00818961840435</c:v>
                </c:pt>
                <c:pt idx="489">
                  <c:v>0.0082126429037</c:v>
                </c:pt>
                <c:pt idx="490">
                  <c:v>0.00823576996569</c:v>
                </c:pt>
                <c:pt idx="491">
                  <c:v>0.00825900024458</c:v>
                </c:pt>
                <c:pt idx="492">
                  <c:v>0.00828233440029</c:v>
                </c:pt>
                <c:pt idx="493">
                  <c:v>0.00830577309845</c:v>
                </c:pt>
                <c:pt idx="494">
                  <c:v>0.00832931701042</c:v>
                </c:pt>
                <c:pt idx="495">
                  <c:v>0.00835296681344</c:v>
                </c:pt>
                <c:pt idx="496">
                  <c:v>0.00837672319063</c:v>
                </c:pt>
                <c:pt idx="497">
                  <c:v>0.00840058683105</c:v>
                </c:pt>
                <c:pt idx="498">
                  <c:v>0.00842455842981</c:v>
                </c:pt>
                <c:pt idx="499">
                  <c:v>0.00844863868812</c:v>
                </c:pt>
                <c:pt idx="500">
                  <c:v>0.00847282831335</c:v>
                </c:pt>
                <c:pt idx="501">
                  <c:v>0.00849712801908</c:v>
                </c:pt>
                <c:pt idx="502">
                  <c:v>0.00852153852522</c:v>
                </c:pt>
                <c:pt idx="503">
                  <c:v>0.00854606055803</c:v>
                </c:pt>
                <c:pt idx="504">
                  <c:v>0.00857069485022</c:v>
                </c:pt>
                <c:pt idx="505">
                  <c:v>0.00859544214103</c:v>
                </c:pt>
                <c:pt idx="506">
                  <c:v>0.00862030317626</c:v>
                </c:pt>
                <c:pt idx="507">
                  <c:v>0.0086452787084</c:v>
                </c:pt>
                <c:pt idx="508">
                  <c:v>0.00867036949666</c:v>
                </c:pt>
                <c:pt idx="509">
                  <c:v>0.00869557630706</c:v>
                </c:pt>
                <c:pt idx="510">
                  <c:v>0.00872089991252</c:v>
                </c:pt>
                <c:pt idx="511">
                  <c:v>0.00874634109294</c:v>
                </c:pt>
                <c:pt idx="512">
                  <c:v>0.00877190063524</c:v>
                </c:pt>
                <c:pt idx="513">
                  <c:v>0.00879757933348</c:v>
                </c:pt>
                <c:pt idx="514">
                  <c:v>0.00882337798894</c:v>
                </c:pt>
                <c:pt idx="515">
                  <c:v>0.00884929741016</c:v>
                </c:pt>
                <c:pt idx="516">
                  <c:v>0.00887533841309</c:v>
                </c:pt>
                <c:pt idx="517">
                  <c:v>0.0089015018211</c:v>
                </c:pt>
                <c:pt idx="518">
                  <c:v>0.00892778846513</c:v>
                </c:pt>
                <c:pt idx="519">
                  <c:v>0.00895419918373</c:v>
                </c:pt>
                <c:pt idx="520">
                  <c:v>0.00898073482318</c:v>
                </c:pt>
                <c:pt idx="521">
                  <c:v>0.00900739623755</c:v>
                </c:pt>
                <c:pt idx="522">
                  <c:v>0.00903418428881</c:v>
                </c:pt>
                <c:pt idx="523">
                  <c:v>0.0090610998469</c:v>
                </c:pt>
                <c:pt idx="524">
                  <c:v>0.00908814378987</c:v>
                </c:pt>
                <c:pt idx="525">
                  <c:v>0.00911531700389</c:v>
                </c:pt>
                <c:pt idx="526">
                  <c:v>0.00914262038342</c:v>
                </c:pt>
                <c:pt idx="527">
                  <c:v>0.00917005483127</c:v>
                </c:pt>
                <c:pt idx="528">
                  <c:v>0.00919762125871</c:v>
                </c:pt>
                <c:pt idx="529">
                  <c:v>0.00922532058554</c:v>
                </c:pt>
                <c:pt idx="530">
                  <c:v>0.00925315374023</c:v>
                </c:pt>
                <c:pt idx="531">
                  <c:v>0.00928112165997</c:v>
                </c:pt>
                <c:pt idx="532">
                  <c:v>0.00930922529083</c:v>
                </c:pt>
                <c:pt idx="533">
                  <c:v>0.0093374655878</c:v>
                </c:pt>
                <c:pt idx="534">
                  <c:v>0.00936584351495</c:v>
                </c:pt>
                <c:pt idx="535">
                  <c:v>0.00939436004548</c:v>
                </c:pt>
                <c:pt idx="536">
                  <c:v>0.00942301616187</c:v>
                </c:pt>
                <c:pt idx="537">
                  <c:v>0.00945181285596</c:v>
                </c:pt>
                <c:pt idx="538">
                  <c:v>0.00948075112909</c:v>
                </c:pt>
                <c:pt idx="539">
                  <c:v>0.00950983199214</c:v>
                </c:pt>
                <c:pt idx="540">
                  <c:v>0.00953905646574</c:v>
                </c:pt>
                <c:pt idx="541">
                  <c:v>0.0095684255803</c:v>
                </c:pt>
                <c:pt idx="542">
                  <c:v>0.00959794037614</c:v>
                </c:pt>
                <c:pt idx="543">
                  <c:v>0.00962760190363</c:v>
                </c:pt>
                <c:pt idx="544">
                  <c:v>0.0096574112233</c:v>
                </c:pt>
                <c:pt idx="545">
                  <c:v>0.00968736940592</c:v>
                </c:pt>
                <c:pt idx="546">
                  <c:v>0.00971747753267</c:v>
                </c:pt>
                <c:pt idx="547">
                  <c:v>0.00974773669521</c:v>
                </c:pt>
                <c:pt idx="548">
                  <c:v>0.00977814799583</c:v>
                </c:pt>
                <c:pt idx="549">
                  <c:v>0.00980871254758</c:v>
                </c:pt>
                <c:pt idx="550">
                  <c:v>0.00983943147436</c:v>
                </c:pt>
                <c:pt idx="551">
                  <c:v>0.00987030591106</c:v>
                </c:pt>
                <c:pt idx="552">
                  <c:v>0.00990133700368</c:v>
                </c:pt>
                <c:pt idx="553">
                  <c:v>0.00993252590947</c:v>
                </c:pt>
                <c:pt idx="554">
                  <c:v>0.00996387379705</c:v>
                </c:pt>
                <c:pt idx="555">
                  <c:v>0.00999538184653</c:v>
                </c:pt>
                <c:pt idx="556">
                  <c:v>0.0100270512496</c:v>
                </c:pt>
                <c:pt idx="557">
                  <c:v>0.0100588832099</c:v>
                </c:pt>
                <c:pt idx="558">
                  <c:v>0.0100908789426</c:v>
                </c:pt>
                <c:pt idx="559">
                  <c:v>0.0101230396752</c:v>
                </c:pt>
                <c:pt idx="560">
                  <c:v>0.0101553666472</c:v>
                </c:pt>
                <c:pt idx="561">
                  <c:v>0.0101878611106</c:v>
                </c:pt>
                <c:pt idx="562">
                  <c:v>0.0102205243294</c:v>
                </c:pt>
                <c:pt idx="563">
                  <c:v>0.0102533575806</c:v>
                </c:pt>
                <c:pt idx="564">
                  <c:v>0.0102863621537</c:v>
                </c:pt>
                <c:pt idx="565">
                  <c:v>0.010319539351</c:v>
                </c:pt>
                <c:pt idx="566">
                  <c:v>0.0103528904879</c:v>
                </c:pt>
                <c:pt idx="567">
                  <c:v>0.0103864168927</c:v>
                </c:pt>
                <c:pt idx="568">
                  <c:v>0.0104201199071</c:v>
                </c:pt>
                <c:pt idx="569">
                  <c:v>0.0104540008864</c:v>
                </c:pt>
                <c:pt idx="570">
                  <c:v>0.010488061199</c:v>
                </c:pt>
                <c:pt idx="571">
                  <c:v>0.0105223022273</c:v>
                </c:pt>
                <c:pt idx="572">
                  <c:v>0.0105567253674</c:v>
                </c:pt>
                <c:pt idx="573">
                  <c:v>0.0105913320295</c:v>
                </c:pt>
                <c:pt idx="574">
                  <c:v>0.0106261236376</c:v>
                </c:pt>
                <c:pt idx="575">
                  <c:v>0.0106611016304</c:v>
                </c:pt>
                <c:pt idx="576">
                  <c:v>0.0106962674605</c:v>
                </c:pt>
                <c:pt idx="577">
                  <c:v>0.0107316225956</c:v>
                </c:pt>
                <c:pt idx="578">
                  <c:v>0.0107671685176</c:v>
                </c:pt>
                <c:pt idx="579">
                  <c:v>0.0108029067235</c:v>
                </c:pt>
                <c:pt idx="580">
                  <c:v>0.0108388387252</c:v>
                </c:pt>
                <c:pt idx="581">
                  <c:v>0.0108749660497</c:v>
                </c:pt>
                <c:pt idx="582">
                  <c:v>0.0109112902393</c:v>
                </c:pt>
                <c:pt idx="583">
                  <c:v>0.0109478128518</c:v>
                </c:pt>
                <c:pt idx="584">
                  <c:v>0.0109845354603</c:v>
                </c:pt>
                <c:pt idx="585">
                  <c:v>0.0110214596539</c:v>
                </c:pt>
                <c:pt idx="586">
                  <c:v>0.0110585870373</c:v>
                </c:pt>
                <c:pt idx="587">
                  <c:v>0.0110959192313</c:v>
                </c:pt>
                <c:pt idx="588">
                  <c:v>0.0111334578729</c:v>
                </c:pt>
                <c:pt idx="589">
                  <c:v>0.011171204615</c:v>
                </c:pt>
                <c:pt idx="590">
                  <c:v>0.0112091611273</c:v>
                </c:pt>
                <c:pt idx="591">
                  <c:v>0.0112473290957</c:v>
                </c:pt>
                <c:pt idx="592">
                  <c:v>0.0112857102231</c:v>
                </c:pt>
                <c:pt idx="593">
                  <c:v>0.0113243062289</c:v>
                </c:pt>
                <c:pt idx="594">
                  <c:v>0.0113631188494</c:v>
                </c:pt>
                <c:pt idx="595">
                  <c:v>0.0114021498382</c:v>
                </c:pt>
                <c:pt idx="596">
                  <c:v>0.0114414009658</c:v>
                </c:pt>
                <c:pt idx="597">
                  <c:v>0.0114808740202</c:v>
                </c:pt>
                <c:pt idx="598">
                  <c:v>0.0115205708066</c:v>
                </c:pt>
                <c:pt idx="599">
                  <c:v>0.0115604931478</c:v>
                </c:pt>
                <c:pt idx="600">
                  <c:v>0.0116006428843</c:v>
                </c:pt>
                <c:pt idx="601">
                  <c:v>0.0116410218742</c:v>
                </c:pt>
                <c:pt idx="602">
                  <c:v>0.0116816319935</c:v>
                </c:pt>
                <c:pt idx="603">
                  <c:v>0.011722475136</c:v>
                </c:pt>
                <c:pt idx="604">
                  <c:v>0.0117635532137</c:v>
                </c:pt>
                <c:pt idx="605">
                  <c:v>0.0118048681566</c:v>
                </c:pt>
                <c:pt idx="606">
                  <c:v>0.0118464219128</c:v>
                </c:pt>
                <c:pt idx="607">
                  <c:v>0.0118882164488</c:v>
                </c:pt>
                <c:pt idx="608">
                  <c:v>0.0119302537493</c:v>
                </c:pt>
                <c:pt idx="609">
                  <c:v>0.0119725358175</c:v>
                </c:pt>
                <c:pt idx="610">
                  <c:v>0.0120150646748</c:v>
                </c:pt>
                <c:pt idx="611">
                  <c:v>0.0120578423612</c:v>
                </c:pt>
                <c:pt idx="612">
                  <c:v>0.0121008709353</c:v>
                </c:pt>
                <c:pt idx="613">
                  <c:v>0.0121441524741</c:v>
                </c:pt>
                <c:pt idx="614">
                  <c:v>0.0121876890731</c:v>
                </c:pt>
                <c:pt idx="615">
                  <c:v>0.0122314828465</c:v>
                </c:pt>
                <c:pt idx="616">
                  <c:v>0.0122755359268</c:v>
                </c:pt>
                <c:pt idx="617">
                  <c:v>0.0123198504654</c:v>
                </c:pt>
                <c:pt idx="618">
                  <c:v>0.0123644286317</c:v>
                </c:pt>
                <c:pt idx="619">
                  <c:v>0.012409272614</c:v>
                </c:pt>
                <c:pt idx="620">
                  <c:v>0.0124543846188</c:v>
                </c:pt>
                <c:pt idx="621">
                  <c:v>0.0124997668709</c:v>
                </c:pt>
                <c:pt idx="622">
                  <c:v>0.0125454216133</c:v>
                </c:pt>
                <c:pt idx="623">
                  <c:v>0.0125913511074</c:v>
                </c:pt>
                <c:pt idx="624">
                  <c:v>0.0126375576324</c:v>
                </c:pt>
                <c:pt idx="625">
                  <c:v>0.0126840434853</c:v>
                </c:pt>
                <c:pt idx="626">
                  <c:v>0.0127308109812</c:v>
                </c:pt>
                <c:pt idx="627">
                  <c:v>0.0127778624525</c:v>
                </c:pt>
                <c:pt idx="628">
                  <c:v>0.012825200249</c:v>
                </c:pt>
                <c:pt idx="629">
                  <c:v>0.0128728267378</c:v>
                </c:pt>
                <c:pt idx="630">
                  <c:v>0.0129207443027</c:v>
                </c:pt>
                <c:pt idx="631">
                  <c:v>0.0129689553444</c:v>
                </c:pt>
                <c:pt idx="632">
                  <c:v>0.01301746228</c:v>
                </c:pt>
                <c:pt idx="633">
                  <c:v>0.0130662675426</c:v>
                </c:pt>
                <c:pt idx="634">
                  <c:v>0.0131153735811</c:v>
                </c:pt>
                <c:pt idx="635">
                  <c:v>0.0131647828597</c:v>
                </c:pt>
                <c:pt idx="636">
                  <c:v>0.0132144978577</c:v>
                </c:pt>
                <c:pt idx="637">
                  <c:v>0.0132645210692</c:v>
                </c:pt>
                <c:pt idx="638">
                  <c:v>0.0133148550022</c:v>
                </c:pt>
                <c:pt idx="639">
                  <c:v>0.0133655021784</c:v>
                </c:pt>
                <c:pt idx="640">
                  <c:v>0.0134164651327</c:v>
                </c:pt>
                <c:pt idx="641">
                  <c:v>0.0134677464127</c:v>
                </c:pt>
                <c:pt idx="642">
                  <c:v>0.013519348578</c:v>
                </c:pt>
                <c:pt idx="643">
                  <c:v>0.0135712741996</c:v>
                </c:pt>
                <c:pt idx="644">
                  <c:v>0.0136235258591</c:v>
                </c:pt>
                <c:pt idx="645">
                  <c:v>0.0136761061484</c:v>
                </c:pt>
                <c:pt idx="646">
                  <c:v>0.0137290176687</c:v>
                </c:pt>
                <c:pt idx="647">
                  <c:v>0.0137822630295</c:v>
                </c:pt>
                <c:pt idx="648">
                  <c:v>0.0138358448482</c:v>
                </c:pt>
                <c:pt idx="649">
                  <c:v>0.013889765749</c:v>
                </c:pt>
                <c:pt idx="650">
                  <c:v>0.013944028362</c:v>
                </c:pt>
                <c:pt idx="651">
                  <c:v>0.0139986353222</c:v>
                </c:pt>
                <c:pt idx="652">
                  <c:v>0.0140535892686</c:v>
                </c:pt>
                <c:pt idx="653">
                  <c:v>0.0141088928429</c:v>
                </c:pt>
                <c:pt idx="654">
                  <c:v>0.0141645486886</c:v>
                </c:pt>
                <c:pt idx="655">
                  <c:v>0.0142205594497</c:v>
                </c:pt>
                <c:pt idx="656">
                  <c:v>0.0142769277696</c:v>
                </c:pt>
                <c:pt idx="657">
                  <c:v>0.0143336562897</c:v>
                </c:pt>
                <c:pt idx="658">
                  <c:v>0.0143907476477</c:v>
                </c:pt>
                <c:pt idx="659">
                  <c:v>0.014448204477</c:v>
                </c:pt>
                <c:pt idx="660">
                  <c:v>0.0145060294045</c:v>
                </c:pt>
                <c:pt idx="661">
                  <c:v>0.0145642250494</c:v>
                </c:pt>
                <c:pt idx="662">
                  <c:v>0.0146227940213</c:v>
                </c:pt>
                <c:pt idx="663">
                  <c:v>0.0146817389191</c:v>
                </c:pt>
                <c:pt idx="664">
                  <c:v>0.0147410623285</c:v>
                </c:pt>
                <c:pt idx="665">
                  <c:v>0.014800766821</c:v>
                </c:pt>
                <c:pt idx="666">
                  <c:v>0.0148608549513</c:v>
                </c:pt>
                <c:pt idx="667">
                  <c:v>0.0149213292559</c:v>
                </c:pt>
                <c:pt idx="668">
                  <c:v>0.0149821922508</c:v>
                </c:pt>
                <c:pt idx="669">
                  <c:v>0.0150434464294</c:v>
                </c:pt>
                <c:pt idx="670">
                  <c:v>0.0151050942606</c:v>
                </c:pt>
                <c:pt idx="671">
                  <c:v>0.0151671381865</c:v>
                </c:pt>
                <c:pt idx="672">
                  <c:v>0.01522958062</c:v>
                </c:pt>
                <c:pt idx="673">
                  <c:v>0.0152924239423</c:v>
                </c:pt>
                <c:pt idx="674">
                  <c:v>0.0153556705009</c:v>
                </c:pt>
                <c:pt idx="675">
                  <c:v>0.0154193226069</c:v>
                </c:pt>
                <c:pt idx="676">
                  <c:v>0.0154833825324</c:v>
                </c:pt>
                <c:pt idx="677">
                  <c:v>0.0155478525078</c:v>
                </c:pt>
                <c:pt idx="678">
                  <c:v>0.0156127347194</c:v>
                </c:pt>
                <c:pt idx="679">
                  <c:v>0.0156780313063</c:v>
                </c:pt>
                <c:pt idx="680">
                  <c:v>0.0157437443582</c:v>
                </c:pt>
                <c:pt idx="681">
                  <c:v>0.0158098759116</c:v>
                </c:pt>
                <c:pt idx="682">
                  <c:v>0.0158764279479</c:v>
                </c:pt>
                <c:pt idx="683">
                  <c:v>0.0159434023897</c:v>
                </c:pt>
                <c:pt idx="684">
                  <c:v>0.0160108010982</c:v>
                </c:pt>
                <c:pt idx="685">
                  <c:v>0.0160786258702</c:v>
                </c:pt>
                <c:pt idx="686">
                  <c:v>0.0161468784345</c:v>
                </c:pt>
                <c:pt idx="687">
                  <c:v>0.0162155604497</c:v>
                </c:pt>
                <c:pt idx="688">
                  <c:v>0.0162846735003</c:v>
                </c:pt>
                <c:pt idx="689">
                  <c:v>0.016354219094</c:v>
                </c:pt>
                <c:pt idx="690">
                  <c:v>0.0164241986583</c:v>
                </c:pt>
                <c:pt idx="691">
                  <c:v>0.0164946135376</c:v>
                </c:pt>
                <c:pt idx="692">
                  <c:v>0.0165654649902</c:v>
                </c:pt>
                <c:pt idx="693">
                  <c:v>0.0166367541846</c:v>
                </c:pt>
                <c:pt idx="694">
                  <c:v>0.0167084821973</c:v>
                </c:pt>
                <c:pt idx="695">
                  <c:v>0.0167806500091</c:v>
                </c:pt>
                <c:pt idx="696">
                  <c:v>0.0168532585024</c:v>
                </c:pt>
                <c:pt idx="697">
                  <c:v>0.0169263084582</c:v>
                </c:pt>
                <c:pt idx="698">
                  <c:v>0.0169998005535</c:v>
                </c:pt>
                <c:pt idx="699">
                  <c:v>0.0170737353585</c:v>
                </c:pt>
                <c:pt idx="700">
                  <c:v>0.0171481133339</c:v>
                </c:pt>
                <c:pt idx="701">
                  <c:v>0.0172229348281</c:v>
                </c:pt>
                <c:pt idx="702">
                  <c:v>0.0172982000758</c:v>
                </c:pt>
                <c:pt idx="703">
                  <c:v>0.0173739091948</c:v>
                </c:pt>
                <c:pt idx="704">
                  <c:v>0.0174500621844</c:v>
                </c:pt>
                <c:pt idx="705">
                  <c:v>0.0175266589237</c:v>
                </c:pt>
                <c:pt idx="706">
                  <c:v>0.0176036991699</c:v>
                </c:pt>
                <c:pt idx="707">
                  <c:v>0.0176811825566</c:v>
                </c:pt>
                <c:pt idx="708">
                  <c:v>0.0177591085931</c:v>
                </c:pt>
                <c:pt idx="709">
                  <c:v>0.0178374766635</c:v>
                </c:pt>
                <c:pt idx="710">
                  <c:v>0.0179162860257</c:v>
                </c:pt>
                <c:pt idx="711">
                  <c:v>0.0179955358115</c:v>
                </c:pt>
                <c:pt idx="712">
                  <c:v>0.0180752250265</c:v>
                </c:pt>
                <c:pt idx="713">
                  <c:v>0.0181553525507</c:v>
                </c:pt>
                <c:pt idx="714">
                  <c:v>0.0182359171391</c:v>
                </c:pt>
                <c:pt idx="715">
                  <c:v>0.0183169174229</c:v>
                </c:pt>
                <c:pt idx="716">
                  <c:v>0.0183983519109</c:v>
                </c:pt>
                <c:pt idx="717">
                  <c:v>0.0184802189921</c:v>
                </c:pt>
                <c:pt idx="718">
                  <c:v>0.0185625169374</c:v>
                </c:pt>
                <c:pt idx="719">
                  <c:v>0.0186452439031</c:v>
                </c:pt>
                <c:pt idx="720">
                  <c:v>0.0187283979342</c:v>
                </c:pt>
                <c:pt idx="721">
                  <c:v>0.0188119769681</c:v>
                </c:pt>
                <c:pt idx="722">
                  <c:v>0.0188959788392</c:v>
                </c:pt>
                <c:pt idx="723">
                  <c:v>0.0189804012841</c:v>
                </c:pt>
                <c:pt idx="724">
                  <c:v>0.0190652419469</c:v>
                </c:pt>
                <c:pt idx="725">
                  <c:v>0.0191504983851</c:v>
                </c:pt>
                <c:pt idx="726">
                  <c:v>0.0192361680768</c:v>
                </c:pt>
                <c:pt idx="727">
                  <c:v>0.0193222484275</c:v>
                </c:pt>
                <c:pt idx="728">
                  <c:v>0.0194087367782</c:v>
                </c:pt>
                <c:pt idx="729">
                  <c:v>0.0194956304138</c:v>
                </c:pt>
                <c:pt idx="730">
                  <c:v>0.0195829265718</c:v>
                </c:pt>
                <c:pt idx="731">
                  <c:v>0.0196706224523</c:v>
                </c:pt>
                <c:pt idx="732">
                  <c:v>0.0197587152282</c:v>
                </c:pt>
                <c:pt idx="733">
                  <c:v>0.0198472020556</c:v>
                </c:pt>
                <c:pt idx="734">
                  <c:v>0.0199360800855</c:v>
                </c:pt>
                <c:pt idx="735">
                  <c:v>0.0200253464756</c:v>
                </c:pt>
                <c:pt idx="736">
                  <c:v>0.0201149984026</c:v>
                </c:pt>
                <c:pt idx="737">
                  <c:v>0.0202050330754</c:v>
                </c:pt>
                <c:pt idx="738">
                  <c:v>0.0202954477484</c:v>
                </c:pt>
                <c:pt idx="739">
                  <c:v>0.0203862397356</c:v>
                </c:pt>
                <c:pt idx="740">
                  <c:v>0.0204774064249</c:v>
                </c:pt>
                <c:pt idx="741">
                  <c:v>0.0205689452928</c:v>
                </c:pt>
                <c:pt idx="742">
                  <c:v>0.0206608539197</c:v>
                </c:pt>
                <c:pt idx="743">
                  <c:v>0.0207531300056</c:v>
                </c:pt>
                <c:pt idx="744">
                  <c:v>0.0208457713855</c:v>
                </c:pt>
                <c:pt idx="745">
                  <c:v>0.020938776046</c:v>
                </c:pt>
                <c:pt idx="746">
                  <c:v>0.0210321421411</c:v>
                </c:pt>
                <c:pt idx="747">
                  <c:v>0.021125868009</c:v>
                </c:pt>
                <c:pt idx="748">
                  <c:v>0.0212199521886</c:v>
                </c:pt>
                <c:pt idx="749">
                  <c:v>0.0213143934359</c:v>
                </c:pt>
                <c:pt idx="750">
                  <c:v>0.0214091907409</c:v>
                </c:pt>
                <c:pt idx="751">
                  <c:v>0.021504343344</c:v>
                </c:pt>
                <c:pt idx="752">
                  <c:v>0.0215998507525</c:v>
                </c:pt>
                <c:pt idx="753">
                  <c:v>0.0216957127566</c:v>
                </c:pt>
                <c:pt idx="754">
                  <c:v>0.0217919294457</c:v>
                </c:pt>
                <c:pt idx="755">
                  <c:v>0.0218885012242</c:v>
                </c:pt>
                <c:pt idx="756">
                  <c:v>0.0219854288265</c:v>
                </c:pt>
                <c:pt idx="757">
                  <c:v>0.0220827133321</c:v>
                </c:pt>
                <c:pt idx="758">
                  <c:v>0.0221803561799</c:v>
                </c:pt>
                <c:pt idx="759">
                  <c:v>0.0222783591825</c:v>
                </c:pt>
                <c:pt idx="760">
                  <c:v>0.0223767245389</c:v>
                </c:pt>
                <c:pt idx="761">
                  <c:v>0.0224754548477</c:v>
                </c:pt>
                <c:pt idx="762">
                  <c:v>0.0225745531187</c:v>
                </c:pt>
                <c:pt idx="763">
                  <c:v>0.0226740227841</c:v>
                </c:pt>
                <c:pt idx="764">
                  <c:v>0.0227738677091</c:v>
                </c:pt>
                <c:pt idx="765">
                  <c:v>0.0228740922011</c:v>
                </c:pt>
                <c:pt idx="766">
                  <c:v>0.0229747010187</c:v>
                </c:pt>
                <c:pt idx="767">
                  <c:v>0.0230756993791</c:v>
                </c:pt>
                <c:pt idx="768">
                  <c:v>0.023177092965</c:v>
                </c:pt>
                <c:pt idx="769">
                  <c:v>0.0232788879304</c:v>
                </c:pt>
                <c:pt idx="770">
                  <c:v>0.0233810909054</c:v>
                </c:pt>
                <c:pt idx="771">
                  <c:v>0.0234837089998</c:v>
                </c:pt>
                <c:pt idx="772">
                  <c:v>0.0235867498059</c:v>
                </c:pt>
                <c:pt idx="773">
                  <c:v>0.0236902214003</c:v>
                </c:pt>
                <c:pt idx="774">
                  <c:v>0.0237941323444</c:v>
                </c:pt>
                <c:pt idx="775">
                  <c:v>0.0238984916839</c:v>
                </c:pt>
                <c:pt idx="776">
                  <c:v>0.0240033089476</c:v>
                </c:pt>
                <c:pt idx="777">
                  <c:v>0.0241085941446</c:v>
                </c:pt>
                <c:pt idx="778">
                  <c:v>0.0242143577612</c:v>
                </c:pt>
                <c:pt idx="779">
                  <c:v>0.0243206107561</c:v>
                </c:pt>
                <c:pt idx="780">
                  <c:v>0.0244273645552</c:v>
                </c:pt>
                <c:pt idx="781">
                  <c:v>0.0245346310451</c:v>
                </c:pt>
                <c:pt idx="782">
                  <c:v>0.0246424225661</c:v>
                </c:pt>
                <c:pt idx="783">
                  <c:v>0.0247507519039</c:v>
                </c:pt>
                <c:pt idx="784">
                  <c:v>0.0248596322808</c:v>
                </c:pt>
                <c:pt idx="785">
                  <c:v>0.0249690773462</c:v>
                </c:pt>
                <c:pt idx="786">
                  <c:v>0.0250791011659</c:v>
                </c:pt>
                <c:pt idx="787">
                  <c:v>0.0251897182115</c:v>
                </c:pt>
                <c:pt idx="788">
                  <c:v>0.0253009433485</c:v>
                </c:pt>
                <c:pt idx="789">
                  <c:v>0.0254127918243</c:v>
                </c:pt>
                <c:pt idx="790">
                  <c:v>0.0255252792557</c:v>
                </c:pt>
                <c:pt idx="791">
                  <c:v>0.0256384216153</c:v>
                </c:pt>
                <c:pt idx="792">
                  <c:v>0.0257522352186</c:v>
                </c:pt>
                <c:pt idx="793">
                  <c:v>0.0258667367101</c:v>
                </c:pt>
                <c:pt idx="794">
                  <c:v>0.0259819430493</c:v>
                </c:pt>
                <c:pt idx="795">
                  <c:v>0.0260978714962</c:v>
                </c:pt>
                <c:pt idx="796">
                  <c:v>0.0262145395976</c:v>
                </c:pt>
                <c:pt idx="797">
                  <c:v>0.026331965172</c:v>
                </c:pt>
                <c:pt idx="798">
                  <c:v>0.0264501662959</c:v>
                </c:pt>
                <c:pt idx="799">
                  <c:v>0.0265691612888</c:v>
                </c:pt>
                <c:pt idx="800">
                  <c:v>0.0266889686993</c:v>
                </c:pt>
                <c:pt idx="801">
                  <c:v>0.0268096072908</c:v>
                </c:pt>
                <c:pt idx="802">
                  <c:v>0.0269310960275</c:v>
                </c:pt>
                <c:pt idx="803">
                  <c:v>0.0270534540608</c:v>
                </c:pt>
                <c:pt idx="804">
                  <c:v>0.0271767007159</c:v>
                </c:pt>
                <c:pt idx="805">
                  <c:v>0.0273008554782</c:v>
                </c:pt>
                <c:pt idx="806">
                  <c:v>0.0274259379811</c:v>
                </c:pt>
                <c:pt idx="807">
                  <c:v>0.0275519679932</c:v>
                </c:pt>
                <c:pt idx="808">
                  <c:v>0.0276789654066</c:v>
                </c:pt>
                <c:pt idx="809">
                  <c:v>0.0278069502248</c:v>
                </c:pt>
                <c:pt idx="810">
                  <c:v>0.0279359425523</c:v>
                </c:pt>
                <c:pt idx="811">
                  <c:v>0.0280659625833</c:v>
                </c:pt>
                <c:pt idx="812">
                  <c:v>0.0281970305922</c:v>
                </c:pt>
                <c:pt idx="813">
                  <c:v>0.0283291669233</c:v>
                </c:pt>
                <c:pt idx="814">
                  <c:v>0.0284623919822</c:v>
                </c:pt>
                <c:pt idx="815">
                  <c:v>0.028596726227</c:v>
                </c:pt>
                <c:pt idx="816">
                  <c:v>0.0287321901604</c:v>
                </c:pt>
                <c:pt idx="817">
                  <c:v>0.0288688043219</c:v>
                </c:pt>
                <c:pt idx="818">
                  <c:v>0.0290065892809</c:v>
                </c:pt>
                <c:pt idx="819">
                  <c:v>0.0291455656302</c:v>
                </c:pt>
                <c:pt idx="820">
                  <c:v>0.0292857539801</c:v>
                </c:pt>
                <c:pt idx="821">
                  <c:v>0.029427174953</c:v>
                </c:pt>
                <c:pt idx="822">
                  <c:v>0.0295698491778</c:v>
                </c:pt>
                <c:pt idx="823">
                  <c:v>0.0297137972863</c:v>
                </c:pt>
                <c:pt idx="824">
                  <c:v>0.0298590399083</c:v>
                </c:pt>
                <c:pt idx="825">
                  <c:v>0.0300055976683</c:v>
                </c:pt>
                <c:pt idx="826">
                  <c:v>0.0301534911825</c:v>
                </c:pt>
                <c:pt idx="827">
                  <c:v>0.0303027410556</c:v>
                </c:pt>
                <c:pt idx="828">
                  <c:v>0.0304533678786</c:v>
                </c:pt>
                <c:pt idx="829">
                  <c:v>0.0306053922263</c:v>
                </c:pt>
                <c:pt idx="830">
                  <c:v>0.0307588346563</c:v>
                </c:pt>
                <c:pt idx="831">
                  <c:v>0.0309137157067</c:v>
                </c:pt>
                <c:pt idx="832">
                  <c:v>0.0310700558954</c:v>
                </c:pt>
                <c:pt idx="833">
                  <c:v>0.0312278757189</c:v>
                </c:pt>
                <c:pt idx="834">
                  <c:v>0.0313871956519</c:v>
                </c:pt>
                <c:pt idx="835">
                  <c:v>0.0315480361462</c:v>
                </c:pt>
                <c:pt idx="836">
                  <c:v>0.0317104176308</c:v>
                </c:pt>
                <c:pt idx="837">
                  <c:v>0.0318743605116</c:v>
                </c:pt>
                <c:pt idx="838">
                  <c:v>0.0320398851709</c:v>
                </c:pt>
                <c:pt idx="839">
                  <c:v>0.0322070119677</c:v>
                </c:pt>
                <c:pt idx="840">
                  <c:v>0.0323757612377</c:v>
                </c:pt>
                <c:pt idx="841">
                  <c:v>0.032546153293</c:v>
                </c:pt>
                <c:pt idx="842">
                  <c:v>0.0327182084223</c:v>
                </c:pt>
                <c:pt idx="843">
                  <c:v>0.0328919468911</c:v>
                </c:pt>
                <c:pt idx="844">
                  <c:v>0.033067388941</c:v>
                </c:pt>
                <c:pt idx="845">
                  <c:v>0.0332445547903</c:v>
                </c:pt>
                <c:pt idx="846">
                  <c:v>0.033423464633</c:v>
                </c:pt>
                <c:pt idx="847">
                  <c:v>0.0336041386387</c:v>
                </c:pt>
                <c:pt idx="848">
                  <c:v>0.0337865969523</c:v>
                </c:pt>
                <c:pt idx="849">
                  <c:v>0.0339708596926</c:v>
                </c:pt>
                <c:pt idx="850">
                  <c:v>0.0341569469518</c:v>
                </c:pt>
                <c:pt idx="851">
                  <c:v>0.0343448787938</c:v>
                </c:pt>
                <c:pt idx="852">
                  <c:v>0.0345346752533</c:v>
                </c:pt>
                <c:pt idx="853">
                  <c:v>0.0347263563335</c:v>
                </c:pt>
                <c:pt idx="854">
                  <c:v>0.0349199420042</c:v>
                </c:pt>
                <c:pt idx="855">
                  <c:v>0.0351154521994</c:v>
                </c:pt>
                <c:pt idx="856">
                  <c:v>0.0353129068145</c:v>
                </c:pt>
                <c:pt idx="857">
                  <c:v>0.0355123257031</c:v>
                </c:pt>
                <c:pt idx="858">
                  <c:v>0.0357137286735</c:v>
                </c:pt>
                <c:pt idx="859">
                  <c:v>0.0359171354848</c:v>
                </c:pt>
                <c:pt idx="860">
                  <c:v>0.0361225658424</c:v>
                </c:pt>
                <c:pt idx="861">
                  <c:v>0.0363300393931</c:v>
                </c:pt>
                <c:pt idx="862">
                  <c:v>0.0365395757201</c:v>
                </c:pt>
                <c:pt idx="863">
                  <c:v>0.0367511943368</c:v>
                </c:pt>
                <c:pt idx="864">
                  <c:v>0.0369649146808</c:v>
                </c:pt>
                <c:pt idx="865">
                  <c:v>0.037180756107</c:v>
                </c:pt>
                <c:pt idx="866">
                  <c:v>0.0373987378802</c:v>
                </c:pt>
                <c:pt idx="867">
                  <c:v>0.0376188791673</c:v>
                </c:pt>
                <c:pt idx="868">
                  <c:v>0.0378411990286</c:v>
                </c:pt>
                <c:pt idx="869">
                  <c:v>0.0380657164091</c:v>
                </c:pt>
                <c:pt idx="870">
                  <c:v>0.0382924501285</c:v>
                </c:pt>
                <c:pt idx="871">
                  <c:v>0.0385214188715</c:v>
                </c:pt>
                <c:pt idx="872">
                  <c:v>0.0387526411762</c:v>
                </c:pt>
                <c:pt idx="873">
                  <c:v>0.0389861354236</c:v>
                </c:pt>
                <c:pt idx="874">
                  <c:v>0.0392219198246</c:v>
                </c:pt>
                <c:pt idx="875">
                  <c:v>0.039460012408</c:v>
                </c:pt>
                <c:pt idx="876">
                  <c:v>0.0397004310066</c:v>
                </c:pt>
                <c:pt idx="877">
                  <c:v>0.0399431932436</c:v>
                </c:pt>
                <c:pt idx="878">
                  <c:v>0.040188316518</c:v>
                </c:pt>
                <c:pt idx="879">
                  <c:v>0.040435817989</c:v>
                </c:pt>
                <c:pt idx="880">
                  <c:v>0.0406857145603</c:v>
                </c:pt>
                <c:pt idx="881">
                  <c:v>0.0409380228634</c:v>
                </c:pt>
                <c:pt idx="882">
                  <c:v>0.0411927592408</c:v>
                </c:pt>
                <c:pt idx="883">
                  <c:v>0.0414499397274</c:v>
                </c:pt>
                <c:pt idx="884">
                  <c:v>0.041709580033</c:v>
                </c:pt>
                <c:pt idx="885">
                  <c:v>0.0419716955225</c:v>
                </c:pt>
                <c:pt idx="886">
                  <c:v>0.0422363011965</c:v>
                </c:pt>
                <c:pt idx="887">
                  <c:v>0.0425034116712</c:v>
                </c:pt>
                <c:pt idx="888">
                  <c:v>0.0427730411574</c:v>
                </c:pt>
                <c:pt idx="889">
                  <c:v>0.043045203439</c:v>
                </c:pt>
                <c:pt idx="890">
                  <c:v>0.0433199118518</c:v>
                </c:pt>
                <c:pt idx="891">
                  <c:v>0.0435971792603</c:v>
                </c:pt>
                <c:pt idx="892">
                  <c:v>0.0438770180354</c:v>
                </c:pt>
                <c:pt idx="893">
                  <c:v>0.0441594400311</c:v>
                </c:pt>
                <c:pt idx="894">
                  <c:v>0.0444444565608</c:v>
                </c:pt>
                <c:pt idx="895">
                  <c:v>0.0447320783733</c:v>
                </c:pt>
                <c:pt idx="896">
                  <c:v>0.0450223156286</c:v>
                </c:pt>
                <c:pt idx="897">
                  <c:v>0.0453151778733</c:v>
                </c:pt>
                <c:pt idx="898">
                  <c:v>0.0456106740158</c:v>
                </c:pt>
                <c:pt idx="899">
                  <c:v>0.0459088123017</c:v>
                </c:pt>
                <c:pt idx="900">
                  <c:v>0.0462096002885</c:v>
                </c:pt>
                <c:pt idx="901">
                  <c:v>0.0465130448208</c:v>
                </c:pt>
                <c:pt idx="902">
                  <c:v>0.0468191520053</c:v>
                </c:pt>
                <c:pt idx="903">
                  <c:v>0.0471279271861</c:v>
                </c:pt>
                <c:pt idx="904">
                  <c:v>0.0474393749198</c:v>
                </c:pt>
                <c:pt idx="905">
                  <c:v>0.0477534989514</c:v>
                </c:pt>
                <c:pt idx="906">
                  <c:v>0.0480703021903</c:v>
                </c:pt>
                <c:pt idx="907">
                  <c:v>0.0483897866868</c:v>
                </c:pt>
                <c:pt idx="908">
                  <c:v>0.0487119536088</c:v>
                </c:pt>
                <c:pt idx="909">
                  <c:v>0.0490368032199</c:v>
                </c:pt>
                <c:pt idx="910">
                  <c:v>0.0493643348575</c:v>
                </c:pt>
                <c:pt idx="911">
                  <c:v>0.0496945469121</c:v>
                </c:pt>
                <c:pt idx="912">
                  <c:v>0.0500274368074</c:v>
                </c:pt>
                <c:pt idx="913">
                  <c:v>0.0503630009818</c:v>
                </c:pt>
                <c:pt idx="914">
                  <c:v>0.0507012348705</c:v>
                </c:pt>
                <c:pt idx="915">
                  <c:v>0.0510421328892</c:v>
                </c:pt>
                <c:pt idx="916">
                  <c:v>0.0513856884191</c:v>
                </c:pt>
                <c:pt idx="917">
                  <c:v>0.0517318937937</c:v>
                </c:pt>
                <c:pt idx="918">
                  <c:v>0.0520807402867</c:v>
                </c:pt>
                <c:pt idx="919">
                  <c:v>0.0524322181018</c:v>
                </c:pt>
                <c:pt idx="920">
                  <c:v>0.0527863163646</c:v>
                </c:pt>
                <c:pt idx="921">
                  <c:v>0.053143023116</c:v>
                </c:pt>
                <c:pt idx="922">
                  <c:v>0.053502325308</c:v>
                </c:pt>
                <c:pt idx="923">
                  <c:v>0.0538642088016</c:v>
                </c:pt>
                <c:pt idx="924">
                  <c:v>0.0542286583665</c:v>
                </c:pt>
                <c:pt idx="925">
                  <c:v>0.0545956576838</c:v>
                </c:pt>
                <c:pt idx="926">
                  <c:v>0.0549651893507</c:v>
                </c:pt>
                <c:pt idx="927">
                  <c:v>0.0553372348879</c:v>
                </c:pt>
                <c:pt idx="928">
                  <c:v>0.0557117747491</c:v>
                </c:pt>
                <c:pt idx="929">
                  <c:v>0.056088788334</c:v>
                </c:pt>
                <c:pt idx="930">
                  <c:v>0.0564682540032</c:v>
                </c:pt>
                <c:pt idx="931">
                  <c:v>0.0568501490963</c:v>
                </c:pt>
                <c:pt idx="932">
                  <c:v>0.0572344499524</c:v>
                </c:pt>
                <c:pt idx="933">
                  <c:v>0.057621131934</c:v>
                </c:pt>
                <c:pt idx="934">
                  <c:v>0.0580101694529</c:v>
                </c:pt>
                <c:pt idx="935">
                  <c:v>0.0584015359995</c:v>
                </c:pt>
                <c:pt idx="936">
                  <c:v>0.0587952041747</c:v>
                </c:pt>
                <c:pt idx="937">
                  <c:v>0.0591911457248</c:v>
                </c:pt>
                <c:pt idx="938">
                  <c:v>0.0595893315784</c:v>
                </c:pt>
                <c:pt idx="939">
                  <c:v>0.0599897318867</c:v>
                </c:pt>
                <c:pt idx="940">
                  <c:v>0.0603923160663</c:v>
                </c:pt>
                <c:pt idx="941">
                  <c:v>0.060797052844</c:v>
                </c:pt>
                <c:pt idx="942">
                  <c:v>0.0612039103046</c:v>
                </c:pt>
                <c:pt idx="943">
                  <c:v>0.0616128559406</c:v>
                </c:pt>
                <c:pt idx="944">
                  <c:v>0.062023856704</c:v>
                </c:pt>
                <c:pt idx="945">
                  <c:v>0.0624368790605</c:v>
                </c:pt>
                <c:pt idx="946">
                  <c:v>0.0628518890452</c:v>
                </c:pt>
                <c:pt idx="947">
                  <c:v>0.0632688523202</c:v>
                </c:pt>
                <c:pt idx="948">
                  <c:v>0.0636877342334</c:v>
                </c:pt>
                <c:pt idx="949">
                  <c:v>0.0641084998792</c:v>
                </c:pt>
                <c:pt idx="950">
                  <c:v>0.0645311141596</c:v>
                </c:pt>
                <c:pt idx="951">
                  <c:v>0.0649555418468</c:v>
                </c:pt>
                <c:pt idx="952">
                  <c:v>0.0653817476459</c:v>
                </c:pt>
                <c:pt idx="953">
                  <c:v>0.065809696259</c:v>
                </c:pt>
                <c:pt idx="954">
                  <c:v>0.0662393524486</c:v>
                </c:pt>
                <c:pt idx="955">
                  <c:v>0.0666706811017</c:v>
                </c:pt>
                <c:pt idx="956">
                  <c:v>0.0671036472931</c:v>
                </c:pt>
                <c:pt idx="957">
                  <c:v>0.0675382163492</c:v>
                </c:pt>
                <c:pt idx="958">
                  <c:v>0.0679743539101</c:v>
                </c:pt>
                <c:pt idx="959">
                  <c:v>0.0684120259918</c:v>
                </c:pt>
                <c:pt idx="960">
                  <c:v>0.0688511990468</c:v>
                </c:pt>
                <c:pt idx="961">
                  <c:v>0.0692918400237</c:v>
                </c:pt>
                <c:pt idx="962">
                  <c:v>0.0697339164248</c:v>
                </c:pt>
                <c:pt idx="963">
                  <c:v>0.0701773963634</c:v>
                </c:pt>
                <c:pt idx="964">
                  <c:v>0.0706222486177</c:v>
                </c:pt>
                <c:pt idx="965">
                  <c:v>0.0710684426837</c:v>
                </c:pt>
                <c:pt idx="966">
                  <c:v>0.0715159488262</c:v>
                </c:pt>
                <c:pt idx="967">
                  <c:v>0.0719647381263</c:v>
                </c:pt>
                <c:pt idx="968">
                  <c:v>0.0724147825285</c:v>
                </c:pt>
                <c:pt idx="969">
                  <c:v>0.0728660548833</c:v>
                </c:pt>
                <c:pt idx="970">
                  <c:v>0.073318528989</c:v>
                </c:pt>
                <c:pt idx="971">
                  <c:v>0.0737721796297</c:v>
                </c:pt>
                <c:pt idx="972">
                  <c:v>0.0742269826113</c:v>
                </c:pt>
                <c:pt idx="973">
                  <c:v>0.0746829147945</c:v>
                </c:pt>
                <c:pt idx="974">
                  <c:v>0.0751399541254</c:v>
                </c:pt>
                <c:pt idx="975">
                  <c:v>0.0755980796629</c:v>
                </c:pt>
                <c:pt idx="976">
                  <c:v>0.076057271604</c:v>
                </c:pt>
                <c:pt idx="977">
                  <c:v>0.0765175113056</c:v>
                </c:pt>
                <c:pt idx="978">
                  <c:v>0.0769787813048</c:v>
                </c:pt>
                <c:pt idx="979">
                  <c:v>0.0774410653351</c:v>
                </c:pt>
                <c:pt idx="980">
                  <c:v>0.0779043483413</c:v>
                </c:pt>
                <c:pt idx="981">
                  <c:v>0.0783686164912</c:v>
                </c:pt>
                <c:pt idx="982">
                  <c:v>0.0788338571854</c:v>
                </c:pt>
                <c:pt idx="983">
                  <c:v>0.0793000590639</c:v>
                </c:pt>
                <c:pt idx="984">
                  <c:v>0.0797672120113</c:v>
                </c:pt>
                <c:pt idx="985">
                  <c:v>0.0802353071593</c:v>
                </c:pt>
                <c:pt idx="986">
                  <c:v>0.0807043368874</c:v>
                </c:pt>
                <c:pt idx="987">
                  <c:v>0.0811742948213</c:v>
                </c:pt>
                <c:pt idx="988">
                  <c:v>0.0816451758298</c:v>
                </c:pt>
                <c:pt idx="989">
                  <c:v>0.0821169760197</c:v>
                </c:pt>
                <c:pt idx="990">
                  <c:v>0.0825896927289</c:v>
                </c:pt>
                <c:pt idx="991">
                  <c:v>0.0830633245181</c:v>
                </c:pt>
                <c:pt idx="992">
                  <c:v>0.0835378711611</c:v>
                </c:pt>
                <c:pt idx="993">
                  <c:v>0.0840133336336</c:v>
                </c:pt>
                <c:pt idx="994">
                  <c:v>0.0844897141008</c:v>
                </c:pt>
                <c:pt idx="995">
                  <c:v>0.0849670159035</c:v>
                </c:pt>
                <c:pt idx="996">
                  <c:v>0.0854452435439</c:v>
                </c:pt>
                <c:pt idx="997">
                  <c:v>0.0859244026699</c:v>
                </c:pt>
                <c:pt idx="998">
                  <c:v>0.0864045000581</c:v>
                </c:pt>
                <c:pt idx="999">
                  <c:v>0.0868855435971</c:v>
                </c:pt>
                <c:pt idx="1000">
                  <c:v>0.0873675422695</c:v>
                </c:pt>
                <c:pt idx="1001">
                  <c:v>0.0878505061328</c:v>
                </c:pt>
                <c:pt idx="1002">
                  <c:v>0.0883344463008</c:v>
                </c:pt>
                <c:pt idx="1003">
                  <c:v>0.0888193749241</c:v>
                </c:pt>
                <c:pt idx="1004">
                  <c:v>0.0893053051698</c:v>
                </c:pt>
                <c:pt idx="1005">
                  <c:v>0.0897922512016</c:v>
                </c:pt>
                <c:pt idx="1006">
                  <c:v>0.0902802281596</c:v>
                </c:pt>
                <c:pt idx="1007">
                  <c:v>0.0907692521391</c:v>
                </c:pt>
                <c:pt idx="1008">
                  <c:v>0.0912593401709</c:v>
                </c:pt>
                <c:pt idx="1009">
                  <c:v>0.0917505101998</c:v>
                </c:pt>
                <c:pt idx="1010">
                  <c:v>0.0922427810646</c:v>
                </c:pt>
                <c:pt idx="1011">
                  <c:v>0.0927361724772</c:v>
                </c:pt>
                <c:pt idx="1012">
                  <c:v>0.0932307050027</c:v>
                </c:pt>
                <c:pt idx="1013">
                  <c:v>0.093726400039</c:v>
                </c:pt>
                <c:pt idx="1014">
                  <c:v>0.0942232797967</c:v>
                </c:pt>
                <c:pt idx="1015">
                  <c:v>0.0947213672799</c:v>
                </c:pt>
                <c:pt idx="1016">
                  <c:v>0.0952206862667</c:v>
                </c:pt>
                <c:pt idx="1017">
                  <c:v>0.0957212612904</c:v>
                </c:pt>
                <c:pt idx="1018">
                  <c:v>0.0962231176208</c:v>
                </c:pt>
                <c:pt idx="1019">
                  <c:v>0.0967262812461</c:v>
                </c:pt>
                <c:pt idx="1020">
                  <c:v>0.0972307788556</c:v>
                </c:pt>
                <c:pt idx="1021">
                  <c:v>0.097736637822</c:v>
                </c:pt>
                <c:pt idx="1022">
                  <c:v>0.0982438861851</c:v>
                </c:pt>
                <c:pt idx="1023">
                  <c:v>0.0987525526353</c:v>
                </c:pt>
                <c:pt idx="1024">
                  <c:v>0.0992626664981</c:v>
                </c:pt>
                <c:pt idx="1025">
                  <c:v>0.099774257719</c:v>
                </c:pt>
                <c:pt idx="1026">
                  <c:v>0.100287356849</c:v>
                </c:pt>
                <c:pt idx="1027">
                  <c:v>0.100801995028</c:v>
                </c:pt>
                <c:pt idx="1028">
                  <c:v>0.101318203978</c:v>
                </c:pt>
                <c:pt idx="1029">
                  <c:v>0.101836015981</c:v>
                </c:pt>
                <c:pt idx="1030">
                  <c:v>0.102355463874</c:v>
                </c:pt>
                <c:pt idx="1031">
                  <c:v>0.102876581033</c:v>
                </c:pt>
                <c:pt idx="1032">
                  <c:v>0.103399401362</c:v>
                </c:pt>
                <c:pt idx="1033">
                  <c:v>0.103923959285</c:v>
                </c:pt>
                <c:pt idx="1034">
                  <c:v>0.104450289732</c:v>
                </c:pt>
                <c:pt idx="1035">
                  <c:v>0.10497842813</c:v>
                </c:pt>
                <c:pt idx="1036">
                  <c:v>0.105508410397</c:v>
                </c:pt>
                <c:pt idx="1037">
                  <c:v>0.106040272928</c:v>
                </c:pt>
                <c:pt idx="1038">
                  <c:v>0.106574052591</c:v>
                </c:pt>
                <c:pt idx="1039">
                  <c:v>0.107109786717</c:v>
                </c:pt>
                <c:pt idx="1040">
                  <c:v>0.107647513093</c:v>
                </c:pt>
                <c:pt idx="1041">
                  <c:v>0.108187269957</c:v>
                </c:pt>
                <c:pt idx="1042">
                  <c:v>0.108729095989</c:v>
                </c:pt>
                <c:pt idx="1043">
                  <c:v>0.109273030305</c:v>
                </c:pt>
                <c:pt idx="1044">
                  <c:v>0.109819112455</c:v>
                </c:pt>
                <c:pt idx="1045">
                  <c:v>0.110367382415</c:v>
                </c:pt>
                <c:pt idx="1046">
                  <c:v>0.110917880584</c:v>
                </c:pt>
                <c:pt idx="1047">
                  <c:v>0.111470647777</c:v>
                </c:pt>
                <c:pt idx="1048">
                  <c:v>0.112025725226</c:v>
                </c:pt>
                <c:pt idx="1049">
                  <c:v>0.112583154573</c:v>
                </c:pt>
                <c:pt idx="1050">
                  <c:v>0.113142977869</c:v>
                </c:pt>
                <c:pt idx="1051">
                  <c:v>0.113705237569</c:v>
                </c:pt>
                <c:pt idx="1052">
                  <c:v>0.114269976534</c:v>
                </c:pt>
                <c:pt idx="1053">
                  <c:v>0.114837238025</c:v>
                </c:pt>
                <c:pt idx="1054">
                  <c:v>0.115407065705</c:v>
                </c:pt>
                <c:pt idx="1055">
                  <c:v>0.115979503633</c:v>
                </c:pt>
                <c:pt idx="1056">
                  <c:v>0.116554596271</c:v>
                </c:pt>
                <c:pt idx="1057">
                  <c:v>0.117132388474</c:v>
                </c:pt>
                <c:pt idx="1058">
                  <c:v>0.117712925499</c:v>
                </c:pt>
                <c:pt idx="1059">
                  <c:v>0.118296252998</c:v>
                </c:pt>
                <c:pt idx="1060">
                  <c:v>0.118882417022</c:v>
                </c:pt>
                <c:pt idx="1061">
                  <c:v>0.11947146402</c:v>
                </c:pt>
                <c:pt idx="1062">
                  <c:v>0.120063440842</c:v>
                </c:pt>
                <c:pt idx="1063">
                  <c:v>0.120658394736</c:v>
                </c:pt>
                <c:pt idx="1064">
                  <c:v>0.121256373356</c:v>
                </c:pt>
                <c:pt idx="1065">
                  <c:v>0.121857424754</c:v>
                </c:pt>
                <c:pt idx="1066">
                  <c:v>0.122461597392</c:v>
                </c:pt>
                <c:pt idx="1067">
                  <c:v>0.123068940134</c:v>
                </c:pt>
                <c:pt idx="1068">
                  <c:v>0.123679502258</c:v>
                </c:pt>
                <c:pt idx="1069">
                  <c:v>0.124293333449</c:v>
                </c:pt>
                <c:pt idx="1070">
                  <c:v>0.124910483808</c:v>
                </c:pt>
                <c:pt idx="1071">
                  <c:v>0.125531003849</c:v>
                </c:pt>
                <c:pt idx="1072">
                  <c:v>0.126154944508</c:v>
                </c:pt>
                <c:pt idx="1073">
                  <c:v>0.126782357139</c:v>
                </c:pt>
                <c:pt idx="1074">
                  <c:v>0.127413293521</c:v>
                </c:pt>
                <c:pt idx="1075">
                  <c:v>0.128047805862</c:v>
                </c:pt>
                <c:pt idx="1076">
                  <c:v>0.128685946795</c:v>
                </c:pt>
                <c:pt idx="1077">
                  <c:v>0.12932776939</c:v>
                </c:pt>
                <c:pt idx="1078">
                  <c:v>0.12997332715</c:v>
                </c:pt>
                <c:pt idx="1079">
                  <c:v>0.13062267402</c:v>
                </c:pt>
                <c:pt idx="1080">
                  <c:v>0.131275864384</c:v>
                </c:pt>
                <c:pt idx="1081">
                  <c:v>0.131932953072</c:v>
                </c:pt>
                <c:pt idx="1082">
                  <c:v>0.132593995363</c:v>
                </c:pt>
                <c:pt idx="1083">
                  <c:v>0.133259046987</c:v>
                </c:pt>
                <c:pt idx="1084">
                  <c:v>0.133928164129</c:v>
                </c:pt>
                <c:pt idx="1085">
                  <c:v>0.134601403429</c:v>
                </c:pt>
                <c:pt idx="1086">
                  <c:v>0.135278821992</c:v>
                </c:pt>
                <c:pt idx="1087">
                  <c:v>0.135960477381</c:v>
                </c:pt>
                <c:pt idx="1088">
                  <c:v>0.136646427631</c:v>
                </c:pt>
                <c:pt idx="1089">
                  <c:v>0.13733673124</c:v>
                </c:pt>
                <c:pt idx="1090">
                  <c:v>0.138031447181</c:v>
                </c:pt>
                <c:pt idx="1091">
                  <c:v>0.1387306349</c:v>
                </c:pt>
                <c:pt idx="1092">
                  <c:v>0.139434354319</c:v>
                </c:pt>
                <c:pt idx="1093">
                  <c:v>0.140142665839</c:v>
                </c:pt>
                <c:pt idx="1094">
                  <c:v>0.140855630338</c:v>
                </c:pt>
                <c:pt idx="1095">
                  <c:v>0.141573309181</c:v>
                </c:pt>
                <c:pt idx="1096">
                  <c:v>0.14229576421</c:v>
                </c:pt>
                <c:pt idx="1097">
                  <c:v>0.143023057756</c:v>
                </c:pt>
                <c:pt idx="1098">
                  <c:v>0.143755252634</c:v>
                </c:pt>
                <c:pt idx="1099">
                  <c:v>0.144492412143</c:v>
                </c:pt>
                <c:pt idx="1100">
                  <c:v>0.145234600071</c:v>
                </c:pt>
                <c:pt idx="1101">
                  <c:v>0.145981880691</c:v>
                </c:pt>
                <c:pt idx="1102">
                  <c:v>0.14673431876</c:v>
                </c:pt>
                <c:pt idx="1103">
                  <c:v>0.147491979521</c:v>
                </c:pt>
                <c:pt idx="1104">
                  <c:v>0.148254928703</c:v>
                </c:pt>
                <c:pt idx="1105">
                  <c:v>0.149023232513</c:v>
                </c:pt>
                <c:pt idx="1106">
                  <c:v>0.14979695764</c:v>
                </c:pt>
                <c:pt idx="1107">
                  <c:v>0.15057617125</c:v>
                </c:pt>
                <c:pt idx="1108">
                  <c:v>0.151360940982</c:v>
                </c:pt>
                <c:pt idx="1109">
                  <c:v>0.152151334947</c:v>
                </c:pt>
                <c:pt idx="1110">
                  <c:v>0.152947421719</c:v>
                </c:pt>
                <c:pt idx="1111">
                  <c:v>0.153749270337</c:v>
                </c:pt>
                <c:pt idx="1112">
                  <c:v>0.154556950291</c:v>
                </c:pt>
                <c:pt idx="1113">
                  <c:v>0.155370531523</c:v>
                </c:pt>
                <c:pt idx="1114">
                  <c:v>0.156190084415</c:v>
                </c:pt>
                <c:pt idx="1115">
                  <c:v>0.157015679783</c:v>
                </c:pt>
                <c:pt idx="1116">
                  <c:v>0.15784738887</c:v>
                </c:pt>
                <c:pt idx="1117">
                  <c:v>0.158685283333</c:v>
                </c:pt>
                <c:pt idx="1118">
                  <c:v>0.159529435236</c:v>
                </c:pt>
                <c:pt idx="1119">
                  <c:v>0.160379917034</c:v>
                </c:pt>
                <c:pt idx="1120">
                  <c:v>0.161236801566</c:v>
                </c:pt>
                <c:pt idx="1121">
                  <c:v>0.162100162039</c:v>
                </c:pt>
                <c:pt idx="1122">
                  <c:v>0.162970072011</c:v>
                </c:pt>
                <c:pt idx="1123">
                  <c:v>0.163846605381</c:v>
                </c:pt>
                <c:pt idx="1124">
                  <c:v>0.164729836366</c:v>
                </c:pt>
                <c:pt idx="1125">
                  <c:v>0.165619839487</c:v>
                </c:pt>
                <c:pt idx="1126">
                  <c:v>0.166516689547</c:v>
                </c:pt>
                <c:pt idx="1127">
                  <c:v>0.167420461613</c:v>
                </c:pt>
                <c:pt idx="1128">
                  <c:v>0.16833123099</c:v>
                </c:pt>
                <c:pt idx="1129">
                  <c:v>0.169249073199</c:v>
                </c:pt>
                <c:pt idx="1130">
                  <c:v>0.170174063951</c:v>
                </c:pt>
                <c:pt idx="1131">
                  <c:v>0.171106279123</c:v>
                </c:pt>
                <c:pt idx="1132">
                  <c:v>0.172045794723</c:v>
                </c:pt>
                <c:pt idx="1133">
                  <c:v>0.172992686864</c:v>
                </c:pt>
                <c:pt idx="1134">
                  <c:v>0.17394703173</c:v>
                </c:pt>
                <c:pt idx="1135">
                  <c:v>0.174908905541</c:v>
                </c:pt>
                <c:pt idx="1136">
                  <c:v>0.175878384518</c:v>
                </c:pt>
                <c:pt idx="1137">
                  <c:v>0.176855544842</c:v>
                </c:pt>
                <c:pt idx="1138">
                  <c:v>0.177840462615</c:v>
                </c:pt>
                <c:pt idx="1139">
                  <c:v>0.178833213816</c:v>
                </c:pt>
                <c:pt idx="1140">
                  <c:v>0.179833874254</c:v>
                </c:pt>
                <c:pt idx="1141">
                  <c:v>0.180842519522</c:v>
                </c:pt>
                <c:pt idx="1142">
                  <c:v>0.181859224945</c:v>
                </c:pt>
                <c:pt idx="1143">
                  <c:v>0.182884065526</c:v>
                </c:pt>
                <c:pt idx="1144">
                  <c:v>0.183917115892</c:v>
                </c:pt>
                <c:pt idx="1145">
                  <c:v>0.184958450232</c:v>
                </c:pt>
                <c:pt idx="1146">
                  <c:v>0.186008142233</c:v>
                </c:pt>
                <c:pt idx="1147">
                  <c:v>0.187066265022</c:v>
                </c:pt>
                <c:pt idx="1148">
                  <c:v>0.188132891088</c:v>
                </c:pt>
                <c:pt idx="1149">
                  <c:v>0.189208092217</c:v>
                </c:pt>
                <c:pt idx="1150">
                  <c:v>0.190291939412</c:v>
                </c:pt>
                <c:pt idx="1151">
                  <c:v>0.191384502816</c:v>
                </c:pt>
                <c:pt idx="1152">
                  <c:v>0.192485851627</c:v>
                </c:pt>
                <c:pt idx="1153">
                  <c:v>0.193596054015</c:v>
                </c:pt>
                <c:pt idx="1154">
                  <c:v>0.194715177025</c:v>
                </c:pt>
                <c:pt idx="1155">
                  <c:v>0.195843286486</c:v>
                </c:pt>
                <c:pt idx="1156">
                  <c:v>0.196980446913</c:v>
                </c:pt>
                <c:pt idx="1157">
                  <c:v>0.198126721397</c:v>
                </c:pt>
                <c:pt idx="1158">
                  <c:v>0.199282171505</c:v>
                </c:pt>
                <c:pt idx="1159">
                  <c:v>0.200446857159</c:v>
                </c:pt>
                <c:pt idx="1160">
                  <c:v>0.201620836523</c:v>
                </c:pt>
                <c:pt idx="1161">
                  <c:v>0.20280416588</c:v>
                </c:pt>
                <c:pt idx="1162">
                  <c:v>0.203996899499</c:v>
                </c:pt>
                <c:pt idx="1163">
                  <c:v>0.205199089511</c:v>
                </c:pt>
                <c:pt idx="1164">
                  <c:v>0.20641078576</c:v>
                </c:pt>
                <c:pt idx="1165">
                  <c:v>0.207632035668</c:v>
                </c:pt>
                <c:pt idx="1166">
                  <c:v>0.208862884079</c:v>
                </c:pt>
                <c:pt idx="1167">
                  <c:v>0.210103373107</c:v>
                </c:pt>
                <c:pt idx="1168">
                  <c:v>0.211353541973</c:v>
                </c:pt>
                <c:pt idx="1169">
                  <c:v>0.212613426837</c:v>
                </c:pt>
                <c:pt idx="1170">
                  <c:v>0.213883060629</c:v>
                </c:pt>
                <c:pt idx="1171">
                  <c:v>0.215162472863</c:v>
                </c:pt>
                <c:pt idx="1172">
                  <c:v>0.216451689454</c:v>
                </c:pt>
                <c:pt idx="1173">
                  <c:v>0.217750732527</c:v>
                </c:pt>
                <c:pt idx="1174">
                  <c:v>0.219059620214</c:v>
                </c:pt>
                <c:pt idx="1175">
                  <c:v>0.220378366453</c:v>
                </c:pt>
                <c:pt idx="1176">
                  <c:v>0.221706980771</c:v>
                </c:pt>
                <c:pt idx="1177">
                  <c:v>0.223045468068</c:v>
                </c:pt>
                <c:pt idx="1178">
                  <c:v>0.224393828389</c:v>
                </c:pt>
                <c:pt idx="1179">
                  <c:v>0.225752056693</c:v>
                </c:pt>
                <c:pt idx="1180">
                  <c:v>0.227120142613</c:v>
                </c:pt>
                <c:pt idx="1181">
                  <c:v>0.228498070208</c:v>
                </c:pt>
                <c:pt idx="1182">
                  <c:v>0.229885817711</c:v>
                </c:pt>
                <c:pt idx="1183">
                  <c:v>0.231283357267</c:v>
                </c:pt>
                <c:pt idx="1184">
                  <c:v>0.23269065467</c:v>
                </c:pt>
                <c:pt idx="1185">
                  <c:v>0.234107669085</c:v>
                </c:pt>
                <c:pt idx="1186">
                  <c:v>0.235534352768</c:v>
                </c:pt>
                <c:pt idx="1187">
                  <c:v>0.236970650784</c:v>
                </c:pt>
                <c:pt idx="1188">
                  <c:v>0.238416500706</c:v>
                </c:pt>
                <c:pt idx="1189">
                  <c:v>0.239871832323</c:v>
                </c:pt>
                <c:pt idx="1190">
                  <c:v>0.241336567331</c:v>
                </c:pt>
                <c:pt idx="1191">
                  <c:v>0.242810619021</c:v>
                </c:pt>
                <c:pt idx="1192">
                  <c:v>0.244293891964</c:v>
                </c:pt>
                <c:pt idx="1193">
                  <c:v>0.245786281692</c:v>
                </c:pt>
                <c:pt idx="1194">
                  <c:v>0.247287674363</c:v>
                </c:pt>
                <c:pt idx="1195">
                  <c:v>0.24879794644</c:v>
                </c:pt>
                <c:pt idx="1196">
                  <c:v>0.25031696435</c:v>
                </c:pt>
                <c:pt idx="1197">
                  <c:v>0.251844584143</c:v>
                </c:pt>
                <c:pt idx="1198">
                  <c:v>0.253380651157</c:v>
                </c:pt>
                <c:pt idx="1199">
                  <c:v>0.254924999669</c:v>
                </c:pt>
                <c:pt idx="1200">
                  <c:v>0.256477452547</c:v>
                </c:pt>
                <c:pt idx="1201">
                  <c:v>0.258037820906</c:v>
                </c:pt>
                <c:pt idx="1202">
                  <c:v>0.259605903758</c:v>
                </c:pt>
                <c:pt idx="1203">
                  <c:v>0.261181487662</c:v>
                </c:pt>
                <c:pt idx="1204">
                  <c:v>0.262764346377</c:v>
                </c:pt>
                <c:pt idx="1205">
                  <c:v>0.264354240517</c:v>
                </c:pt>
                <c:pt idx="1206">
                  <c:v>0.265950917204</c:v>
                </c:pt>
                <c:pt idx="1207">
                  <c:v>0.267554109733</c:v>
                </c:pt>
                <c:pt idx="1208">
                  <c:v>0.269163537229</c:v>
                </c:pt>
                <c:pt idx="1209">
                  <c:v>0.270778904323</c:v>
                </c:pt>
                <c:pt idx="1210">
                  <c:v>0.272399900824</c:v>
                </c:pt>
                <c:pt idx="1211">
                  <c:v>0.274026201403</c:v>
                </c:pt>
                <c:pt idx="1212">
                  <c:v>0.275657465286</c:v>
                </c:pt>
                <c:pt idx="1213">
                  <c:v>0.277293335955</c:v>
                </c:pt>
                <c:pt idx="1214">
                  <c:v>0.278933440863</c:v>
                </c:pt>
                <c:pt idx="1215">
                  <c:v>0.280577391155</c:v>
                </c:pt>
                <c:pt idx="1216">
                  <c:v>0.282224781415</c:v>
                </c:pt>
                <c:pt idx="1217">
                  <c:v>0.283875189412</c:v>
                </c:pt>
                <c:pt idx="1218">
                  <c:v>0.285528175877</c:v>
                </c:pt>
                <c:pt idx="1219">
                  <c:v>0.28718328429</c:v>
                </c:pt>
                <c:pt idx="1220">
                  <c:v>0.288840040689</c:v>
                </c:pt>
                <c:pt idx="1221">
                  <c:v>0.290497953497</c:v>
                </c:pt>
                <c:pt idx="1222">
                  <c:v>0.292156513376</c:v>
                </c:pt>
                <c:pt idx="1223">
                  <c:v>0.293815193098</c:v>
                </c:pt>
                <c:pt idx="1224">
                  <c:v>0.295473447453</c:v>
                </c:pt>
                <c:pt idx="1225">
                  <c:v>0.297130713166</c:v>
                </c:pt>
                <c:pt idx="1226">
                  <c:v>0.29878640886</c:v>
                </c:pt>
                <c:pt idx="1227">
                  <c:v>0.300439935038</c:v>
                </c:pt>
                <c:pt idx="1228">
                  <c:v>0.302090674097</c:v>
                </c:pt>
                <c:pt idx="1229">
                  <c:v>0.303737990377</c:v>
                </c:pt>
                <c:pt idx="1230">
                  <c:v>0.305381230245</c:v>
                </c:pt>
                <c:pt idx="1231">
                  <c:v>0.307019722209</c:v>
                </c:pt>
                <c:pt idx="1232">
                  <c:v>0.30865277707</c:v>
                </c:pt>
                <c:pt idx="1233">
                  <c:v>0.310279688114</c:v>
                </c:pt>
                <c:pt idx="1234">
                  <c:v>0.311899731341</c:v>
                </c:pt>
                <c:pt idx="1235">
                  <c:v>0.313512165731</c:v>
                </c:pt>
                <c:pt idx="1236">
                  <c:v>0.315116233554</c:v>
                </c:pt>
                <c:pt idx="1237">
                  <c:v>0.316711160721</c:v>
                </c:pt>
                <c:pt idx="1238">
                  <c:v>0.318296157172</c:v>
                </c:pt>
                <c:pt idx="1239">
                  <c:v>0.319870417312</c:v>
                </c:pt>
                <c:pt idx="1240">
                  <c:v>0.321433120491</c:v>
                </c:pt>
                <c:pt idx="1241">
                  <c:v>0.322983431522</c:v>
                </c:pt>
                <c:pt idx="1242">
                  <c:v>0.324520501245</c:v>
                </c:pt>
                <c:pt idx="1243">
                  <c:v>0.326043467139</c:v>
                </c:pt>
                <c:pt idx="1244">
                  <c:v>0.327551453973</c:v>
                </c:pt>
                <c:pt idx="1245">
                  <c:v>0.329043574502</c:v>
                </c:pt>
                <c:pt idx="1246">
                  <c:v>0.330518930208</c:v>
                </c:pt>
                <c:pt idx="1247">
                  <c:v>0.331976612084</c:v>
                </c:pt>
                <c:pt idx="1248">
                  <c:v>0.33341570146</c:v>
                </c:pt>
                <c:pt idx="1249">
                  <c:v>0.334835270868</c:v>
                </c:pt>
                <c:pt idx="1250">
                  <c:v>0.336234384957</c:v>
                </c:pt>
                <c:pt idx="1251">
                  <c:v>0.337612101438</c:v>
                </c:pt>
                <c:pt idx="1252">
                  <c:v>0.338967472075</c:v>
                </c:pt>
                <c:pt idx="1253">
                  <c:v>0.340299543711</c:v>
                </c:pt>
                <c:pt idx="1254">
                  <c:v>0.341607359333</c:v>
                </c:pt>
                <c:pt idx="1255">
                  <c:v>0.342889959168</c:v>
                </c:pt>
                <c:pt idx="1256">
                  <c:v>0.344146381816</c:v>
                </c:pt>
                <c:pt idx="1257">
                  <c:v>0.345375665416</c:v>
                </c:pt>
                <c:pt idx="1258">
                  <c:v>0.346576848839</c:v>
                </c:pt>
                <c:pt idx="1259">
                  <c:v>0.347748972907</c:v>
                </c:pt>
                <c:pt idx="1260">
                  <c:v>0.348891081645</c:v>
                </c:pt>
                <c:pt idx="1261">
                  <c:v>0.350002223554</c:v>
                </c:pt>
                <c:pt idx="1262">
                  <c:v>0.3510814529</c:v>
                </c:pt>
                <c:pt idx="1263">
                  <c:v>0.352127831031</c:v>
                </c:pt>
                <c:pt idx="1264">
                  <c:v>0.353140427707</c:v>
                </c:pt>
                <c:pt idx="1265">
                  <c:v>0.354118322445</c:v>
                </c:pt>
                <c:pt idx="1266">
                  <c:v>0.355060605876</c:v>
                </c:pt>
                <c:pt idx="1267">
                  <c:v>0.355966381111</c:v>
                </c:pt>
                <c:pt idx="1268">
                  <c:v>0.356834765115</c:v>
                </c:pt>
                <c:pt idx="1269">
                  <c:v>0.35766489009</c:v>
                </c:pt>
                <c:pt idx="1270">
                  <c:v>0.358455904846</c:v>
                </c:pt>
                <c:pt idx="1271">
                  <c:v>0.359206976188</c:v>
                </c:pt>
                <c:pt idx="1272">
                  <c:v>0.359917290286</c:v>
                </c:pt>
                <c:pt idx="1273">
                  <c:v>0.360586054046</c:v>
                </c:pt>
                <c:pt idx="1274">
                  <c:v>0.361212496466</c:v>
                </c:pt>
                <c:pt idx="1275">
                  <c:v>0.361795869985</c:v>
                </c:pt>
                <c:pt idx="1276">
                  <c:v>0.362335451814</c:v>
                </c:pt>
                <c:pt idx="1277">
                  <c:v>0.362830545243</c:v>
                </c:pt>
                <c:pt idx="1278">
                  <c:v>0.363280480942</c:v>
                </c:pt>
                <c:pt idx="1279">
                  <c:v>0.36368461822</c:v>
                </c:pt>
                <c:pt idx="1280">
                  <c:v>0.364042346268</c:v>
                </c:pt>
                <c:pt idx="1281">
                  <c:v>0.364353085372</c:v>
                </c:pt>
                <c:pt idx="1282">
                  <c:v>0.364616288083</c:v>
                </c:pt>
                <c:pt idx="1283">
                  <c:v>0.364831440363</c:v>
                </c:pt>
                <c:pt idx="1284">
                  <c:v>0.364998062683</c:v>
                </c:pt>
                <c:pt idx="1285">
                  <c:v>0.365115711081</c:v>
                </c:pt>
                <c:pt idx="1286">
                  <c:v>0.365183978178</c:v>
                </c:pt>
                <c:pt idx="1287">
                  <c:v>0.365202494139</c:v>
                </c:pt>
                <c:pt idx="1288">
                  <c:v>0.365170927584</c:v>
                </c:pt>
                <c:pt idx="1289">
                  <c:v>0.365088986451</c:v>
                </c:pt>
                <c:pt idx="1290">
                  <c:v>0.364956418793</c:v>
                </c:pt>
                <c:pt idx="1291">
                  <c:v>0.364773013517</c:v>
                </c:pt>
                <c:pt idx="1292">
                  <c:v>0.364538601059</c:v>
                </c:pt>
                <c:pt idx="1293">
                  <c:v>0.364253053996</c:v>
                </c:pt>
                <c:pt idx="1294">
                  <c:v>0.363916287584</c:v>
                </c:pt>
                <c:pt idx="1295">
                  <c:v>0.363528260228</c:v>
                </c:pt>
                <c:pt idx="1296">
                  <c:v>0.363088973873</c:v>
                </c:pt>
                <c:pt idx="1297">
                  <c:v>0.362598474322</c:v>
                </c:pt>
                <c:pt idx="1298">
                  <c:v>0.362056851477</c:v>
                </c:pt>
                <c:pt idx="1299">
                  <c:v>0.361464239491</c:v>
                </c:pt>
                <c:pt idx="1300">
                  <c:v>0.360820816843</c:v>
                </c:pt>
                <c:pt idx="1301">
                  <c:v>0.360126806329</c:v>
                </c:pt>
                <c:pt idx="1302">
                  <c:v>0.359382474964</c:v>
                </c:pt>
                <c:pt idx="1303">
                  <c:v>0.358588133795</c:v>
                </c:pt>
                <c:pt idx="1304">
                  <c:v>0.357744137633</c:v>
                </c:pt>
                <c:pt idx="1305">
                  <c:v>0.356850884684</c:v>
                </c:pt>
                <c:pt idx="1306">
                  <c:v>0.355908816107</c:v>
                </c:pt>
                <c:pt idx="1307">
                  <c:v>0.354918415466</c:v>
                </c:pt>
                <c:pt idx="1308">
                  <c:v>0.353880208107</c:v>
                </c:pt>
                <c:pt idx="1309">
                  <c:v>0.352794760438</c:v>
                </c:pt>
                <c:pt idx="1310">
                  <c:v>0.351662679123</c:v>
                </c:pt>
                <c:pt idx="1311">
                  <c:v>0.350484610197</c:v>
                </c:pt>
                <c:pt idx="1312">
                  <c:v>0.34926123809</c:v>
                </c:pt>
                <c:pt idx="1313">
                  <c:v>0.347993284569</c:v>
                </c:pt>
                <c:pt idx="1314">
                  <c:v>0.346681507606</c:v>
                </c:pt>
                <c:pt idx="1315">
                  <c:v>0.345326700169</c:v>
                </c:pt>
                <c:pt idx="1316">
                  <c:v>0.343929688931</c:v>
                </c:pt>
                <c:pt idx="1317">
                  <c:v>0.342491332924</c:v>
                </c:pt>
                <c:pt idx="1318">
                  <c:v>0.341012522111</c:v>
                </c:pt>
                <c:pt idx="1319">
                  <c:v>0.339494175913</c:v>
                </c:pt>
                <c:pt idx="1320">
                  <c:v>0.337937241666</c:v>
                </c:pt>
                <c:pt idx="1321">
                  <c:v>0.336342693032</c:v>
                </c:pt>
                <c:pt idx="1322">
                  <c:v>0.334711528359</c:v>
                </c:pt>
                <c:pt idx="1323">
                  <c:v>0.333044769008</c:v>
                </c:pt>
                <c:pt idx="1324">
                  <c:v>0.331343457628</c:v>
                </c:pt>
                <c:pt idx="1325">
                  <c:v>0.329608656414</c:v>
                </c:pt>
                <c:pt idx="1326">
                  <c:v>0.327841445334</c:v>
                </c:pt>
                <c:pt idx="1327">
                  <c:v>0.326042920332</c:v>
                </c:pt>
                <c:pt idx="1328">
                  <c:v>0.324214191526</c:v>
                </c:pt>
                <c:pt idx="1329">
                  <c:v>0.322356381393</c:v>
                </c:pt>
                <c:pt idx="1330">
                  <c:v>0.320470622949</c:v>
                </c:pt>
                <c:pt idx="1331">
                  <c:v>0.318558057936</c:v>
                </c:pt>
                <c:pt idx="1332">
                  <c:v>0.316619835022</c:v>
                </c:pt>
                <c:pt idx="1333">
                  <c:v>0.314657108004</c:v>
                </c:pt>
                <c:pt idx="1334">
                  <c:v>0.312671034045</c:v>
                </c:pt>
                <c:pt idx="1335">
                  <c:v>0.310662771923</c:v>
                </c:pt>
                <c:pt idx="1336">
                  <c:v>0.308633480323</c:v>
                </c:pt>
                <c:pt idx="1337">
                  <c:v>0.306584316152</c:v>
                </c:pt>
                <c:pt idx="1338">
                  <c:v>0.304516432902</c:v>
                </c:pt>
                <c:pt idx="1339">
                  <c:v>0.302430979055</c:v>
                </c:pt>
                <c:pt idx="1340">
                  <c:v>0.300329096532</c:v>
                </c:pt>
                <c:pt idx="1341">
                  <c:v>0.298211919197</c:v>
                </c:pt>
                <c:pt idx="1342">
                  <c:v>0.296080571414</c:v>
                </c:pt>
                <c:pt idx="1343">
                  <c:v>0.293936166666</c:v>
                </c:pt>
                <c:pt idx="1344">
                  <c:v>0.291779806225</c:v>
                </c:pt>
                <c:pt idx="1345">
                  <c:v>0.289612577896</c:v>
                </c:pt>
                <c:pt idx="1346">
                  <c:v>0.287435554815</c:v>
                </c:pt>
                <c:pt idx="1347">
                  <c:v>0.285249794324</c:v>
                </c:pt>
                <c:pt idx="1348">
                  <c:v>0.283056336903</c:v>
                </c:pt>
                <c:pt idx="1349">
                  <c:v>0.280856205181</c:v>
                </c:pt>
                <c:pt idx="1350">
                  <c:v>0.278650403004</c:v>
                </c:pt>
                <c:pt idx="1351">
                  <c:v>0.276439914586</c:v>
                </c:pt>
                <c:pt idx="1352">
                  <c:v>0.274225703721</c:v>
                </c:pt>
                <c:pt idx="1353">
                  <c:v>0.272008713065</c:v>
                </c:pt>
                <c:pt idx="1354">
                  <c:v>0.26978986349</c:v>
                </c:pt>
                <c:pt idx="1355">
                  <c:v>0.267570053505</c:v>
                </c:pt>
                <c:pt idx="1356">
                  <c:v>0.265350158742</c:v>
                </c:pt>
                <c:pt idx="1357">
                  <c:v>0.263131031511</c:v>
                </c:pt>
                <c:pt idx="1358">
                  <c:v>0.260913500416</c:v>
                </c:pt>
                <c:pt idx="1359">
                  <c:v>0.258698370038</c:v>
                </c:pt>
                <c:pt idx="1360">
                  <c:v>0.256486420674</c:v>
                </c:pt>
                <c:pt idx="1361">
                  <c:v>0.254278408139</c:v>
                </c:pt>
                <c:pt idx="1362">
                  <c:v>0.252075063622</c:v>
                </c:pt>
                <c:pt idx="1363">
                  <c:v>0.249877093599</c:v>
                </c:pt>
                <c:pt idx="1364">
                  <c:v>0.247685179798</c:v>
                </c:pt>
                <c:pt idx="1365">
                  <c:v>0.245499979211</c:v>
                </c:pt>
                <c:pt idx="1366">
                  <c:v>0.243322124158</c:v>
                </c:pt>
                <c:pt idx="1367">
                  <c:v>0.241152222395</c:v>
                </c:pt>
                <c:pt idx="1368">
                  <c:v>0.238990857258</c:v>
                </c:pt>
                <c:pt idx="1369">
                  <c:v>0.236838587861</c:v>
                </c:pt>
                <c:pt idx="1370">
                  <c:v>0.234695949314</c:v>
                </c:pt>
                <c:pt idx="1371">
                  <c:v>0.232563452995</c:v>
                </c:pt>
                <c:pt idx="1372">
                  <c:v>0.230441586833</c:v>
                </c:pt>
                <c:pt idx="1373">
                  <c:v>0.228330815644</c:v>
                </c:pt>
                <c:pt idx="1374">
                  <c:v>0.226231581473</c:v>
                </c:pt>
                <c:pt idx="1375">
                  <c:v>0.224144303979</c:v>
                </c:pt>
                <c:pt idx="1376">
                  <c:v>0.222069380828</c:v>
                </c:pt>
                <c:pt idx="1377">
                  <c:v>0.220007188119</c:v>
                </c:pt>
                <c:pt idx="1378">
                  <c:v>0.21795808082</c:v>
                </c:pt>
                <c:pt idx="1379">
                  <c:v>0.215922393222</c:v>
                </c:pt>
                <c:pt idx="1380">
                  <c:v>0.213900439413</c:v>
                </c:pt>
                <c:pt idx="1381">
                  <c:v>0.211892513752</c:v>
                </c:pt>
                <c:pt idx="1382">
                  <c:v>0.209898891367</c:v>
                </c:pt>
                <c:pt idx="1383">
                  <c:v>0.20791982865</c:v>
                </c:pt>
                <c:pt idx="1384">
                  <c:v>0.205955563768</c:v>
                </c:pt>
                <c:pt idx="1385">
                  <c:v>0.204006317175</c:v>
                </c:pt>
                <c:pt idx="1386">
                  <c:v>0.202072292125</c:v>
                </c:pt>
                <c:pt idx="1387">
                  <c:v>0.20015367519</c:v>
                </c:pt>
                <c:pt idx="1388">
                  <c:v>0.198250636785</c:v>
                </c:pt>
                <c:pt idx="1389">
                  <c:v>0.196363331676</c:v>
                </c:pt>
                <c:pt idx="1390">
                  <c:v>0.19449189951</c:v>
                </c:pt>
                <c:pt idx="1391">
                  <c:v>0.192636465318</c:v>
                </c:pt>
                <c:pt idx="1392">
                  <c:v>0.190797140033</c:v>
                </c:pt>
                <c:pt idx="1393">
                  <c:v>0.188974020992</c:v>
                </c:pt>
                <c:pt idx="1394">
                  <c:v>0.187167192442</c:v>
                </c:pt>
                <c:pt idx="1395">
                  <c:v>0.185376726029</c:v>
                </c:pt>
                <c:pt idx="1396">
                  <c:v>0.183602681288</c:v>
                </c:pt>
                <c:pt idx="1397">
                  <c:v>0.181845106127</c:v>
                </c:pt>
                <c:pt idx="1398">
                  <c:v>0.180104037294</c:v>
                </c:pt>
                <c:pt idx="1399">
                  <c:v>0.178379500843</c:v>
                </c:pt>
                <c:pt idx="1400">
                  <c:v>0.176671512589</c:v>
                </c:pt>
                <c:pt idx="1401">
                  <c:v>0.174980078552</c:v>
                </c:pt>
                <c:pt idx="1402">
                  <c:v>0.173305195395</c:v>
                </c:pt>
                <c:pt idx="1403">
                  <c:v>0.171646850847</c:v>
                </c:pt>
                <c:pt idx="1404">
                  <c:v>0.170005024119</c:v>
                </c:pt>
                <c:pt idx="1405">
                  <c:v>0.16837968631</c:v>
                </c:pt>
                <c:pt idx="1406">
                  <c:v>0.166770800798</c:v>
                </c:pt>
                <c:pt idx="1407">
                  <c:v>0.165178323629</c:v>
                </c:pt>
                <c:pt idx="1408">
                  <c:v>0.163602203884</c:v>
                </c:pt>
                <c:pt idx="1409">
                  <c:v>0.162042384045</c:v>
                </c:pt>
                <c:pt idx="1410">
                  <c:v>0.160498800343</c:v>
                </c:pt>
                <c:pt idx="1411">
                  <c:v>0.158971383102</c:v>
                </c:pt>
                <c:pt idx="1412">
                  <c:v>0.157460057064</c:v>
                </c:pt>
                <c:pt idx="1413">
                  <c:v>0.155964741712</c:v>
                </c:pt>
                <c:pt idx="1414">
                  <c:v>0.154485351575</c:v>
                </c:pt>
                <c:pt idx="1415">
                  <c:v>0.153021796528</c:v>
                </c:pt>
                <c:pt idx="1416">
                  <c:v>0.151573982078</c:v>
                </c:pt>
                <c:pt idx="1417">
                  <c:v>0.150141809643</c:v>
                </c:pt>
                <c:pt idx="1418">
                  <c:v>0.148725176816</c:v>
                </c:pt>
                <c:pt idx="1419">
                  <c:v>0.147323977625</c:v>
                </c:pt>
                <c:pt idx="1420">
                  <c:v>0.145938102779</c:v>
                </c:pt>
                <c:pt idx="1421">
                  <c:v>0.144567439907</c:v>
                </c:pt>
                <c:pt idx="1422">
                  <c:v>0.143211873784</c:v>
                </c:pt>
                <c:pt idx="1423">
                  <c:v>0.141871286556</c:v>
                </c:pt>
                <c:pt idx="1424">
                  <c:v>0.140545557945</c:v>
                </c:pt>
                <c:pt idx="1425">
                  <c:v>0.139234565454</c:v>
                </c:pt>
                <c:pt idx="1426">
                  <c:v>0.137938184559</c:v>
                </c:pt>
                <c:pt idx="1427">
                  <c:v>0.136656288895</c:v>
                </c:pt>
                <c:pt idx="1428">
                  <c:v>0.135388750435</c:v>
                </c:pt>
                <c:pt idx="1429">
                  <c:v>0.134135439656</c:v>
                </c:pt>
                <c:pt idx="1430">
                  <c:v>0.132896225703</c:v>
                </c:pt>
                <c:pt idx="1431">
                  <c:v>0.131670976542</c:v>
                </c:pt>
                <c:pt idx="1432">
                  <c:v>0.130459559111</c:v>
                </c:pt>
                <c:pt idx="1433">
                  <c:v>0.129261839456</c:v>
                </c:pt>
                <c:pt idx="1434">
                  <c:v>0.128077682868</c:v>
                </c:pt>
                <c:pt idx="1435">
                  <c:v>0.12690695401</c:v>
                </c:pt>
                <c:pt idx="1436">
                  <c:v>0.125749517035</c:v>
                </c:pt>
                <c:pt idx="1437">
                  <c:v>0.124605235706</c:v>
                </c:pt>
                <c:pt idx="1438">
                  <c:v>0.123473973503</c:v>
                </c:pt>
                <c:pt idx="1439">
                  <c:v>0.122355593726</c:v>
                </c:pt>
                <c:pt idx="1440">
                  <c:v>0.121249959595</c:v>
                </c:pt>
                <c:pt idx="1441">
                  <c:v>0.120156934343</c:v>
                </c:pt>
                <c:pt idx="1442">
                  <c:v>0.119076381301</c:v>
                </c:pt>
                <c:pt idx="1443">
                  <c:v>0.118008163986</c:v>
                </c:pt>
                <c:pt idx="1444">
                  <c:v>0.116952146177</c:v>
                </c:pt>
                <c:pt idx="1445">
                  <c:v>0.11590819199</c:v>
                </c:pt>
                <c:pt idx="1446">
                  <c:v>0.114876165948</c:v>
                </c:pt>
                <c:pt idx="1447">
                  <c:v>0.113855933045</c:v>
                </c:pt>
                <c:pt idx="1448">
                  <c:v>0.112847358812</c:v>
                </c:pt>
                <c:pt idx="1449">
                  <c:v>0.11185030937</c:v>
                </c:pt>
                <c:pt idx="1450">
                  <c:v>0.110864651488</c:v>
                </c:pt>
                <c:pt idx="1451">
                  <c:v>0.109890252635</c:v>
                </c:pt>
                <c:pt idx="1452">
                  <c:v>0.108926981024</c:v>
                </c:pt>
                <c:pt idx="1453">
                  <c:v>0.107974705658</c:v>
                </c:pt>
                <c:pt idx="1454">
                  <c:v>0.107033296373</c:v>
                </c:pt>
                <c:pt idx="1455">
                  <c:v>0.106102623876</c:v>
                </c:pt>
                <c:pt idx="1456">
                  <c:v>0.10518255978</c:v>
                </c:pt>
                <c:pt idx="1457">
                  <c:v>0.104272976636</c:v>
                </c:pt>
                <c:pt idx="1458">
                  <c:v>0.103373747966</c:v>
                </c:pt>
                <c:pt idx="1459">
                  <c:v>0.102484748293</c:v>
                </c:pt>
                <c:pt idx="1460">
                  <c:v>0.10160585316</c:v>
                </c:pt>
                <c:pt idx="1461">
                  <c:v>0.100736939162</c:v>
                </c:pt>
                <c:pt idx="1462">
                  <c:v>0.09987788396</c:v>
                </c:pt>
                <c:pt idx="1463">
                  <c:v>0.0990285663072</c:v>
                </c:pt>
                <c:pt idx="1464">
                  <c:v>0.0981888660627</c:v>
                </c:pt>
                <c:pt idx="1465">
                  <c:v>0.0973586642089</c:v>
                </c:pt>
                <c:pt idx="1466">
                  <c:v>0.0965378428654</c:v>
                </c:pt>
                <c:pt idx="1467">
                  <c:v>0.095726285302</c:v>
                </c:pt>
                <c:pt idx="1468">
                  <c:v>0.0949238759493</c:v>
                </c:pt>
                <c:pt idx="1469">
                  <c:v>0.0941305004086</c:v>
                </c:pt>
                <c:pt idx="1470">
                  <c:v>0.0933460454603</c:v>
                </c:pt>
                <c:pt idx="1471">
                  <c:v>0.0925703990703</c:v>
                </c:pt>
                <c:pt idx="1472">
                  <c:v>0.0918034503964</c:v>
                </c:pt>
                <c:pt idx="1473">
                  <c:v>0.0910450897921</c:v>
                </c:pt>
                <c:pt idx="1474">
                  <c:v>0.0902952088104</c:v>
                </c:pt>
                <c:pt idx="1475">
                  <c:v>0.0895537002062</c:v>
                </c:pt>
                <c:pt idx="1476">
                  <c:v>0.0888204579372</c:v>
                </c:pt>
                <c:pt idx="1477">
                  <c:v>0.0880953771649</c:v>
                </c:pt>
                <c:pt idx="1478">
                  <c:v>0.0873783542537</c:v>
                </c:pt>
                <c:pt idx="1479">
                  <c:v>0.0866692867696</c:v>
                </c:pt>
                <c:pt idx="1480">
                  <c:v>0.0859680734786</c:v>
                </c:pt>
                <c:pt idx="1481">
                  <c:v>0.0852746143432</c:v>
                </c:pt>
                <c:pt idx="1482">
                  <c:v>0.0845888105195</c:v>
                </c:pt>
                <c:pt idx="1483">
                  <c:v>0.0839105643526</c:v>
                </c:pt>
                <c:pt idx="1484">
                  <c:v>0.083239779372</c:v>
                </c:pt>
                <c:pt idx="1485">
                  <c:v>0.0825763602865</c:v>
                </c:pt>
                <c:pt idx="1486">
                  <c:v>0.0819202129778</c:v>
                </c:pt>
                <c:pt idx="1487">
                  <c:v>0.0812712444948</c:v>
                </c:pt>
                <c:pt idx="1488">
                  <c:v>0.0806293630463</c:v>
                </c:pt>
                <c:pt idx="1489">
                  <c:v>0.079994477994</c:v>
                </c:pt>
                <c:pt idx="1490">
                  <c:v>0.0793664998448</c:v>
                </c:pt>
                <c:pt idx="1491">
                  <c:v>0.0787453402427</c:v>
                </c:pt>
                <c:pt idx="1492">
                  <c:v>0.0781309119607</c:v>
                </c:pt>
                <c:pt idx="1493">
                  <c:v>0.0775231288918</c:v>
                </c:pt>
                <c:pt idx="1494">
                  <c:v>0.0769219060404</c:v>
                </c:pt>
                <c:pt idx="1495">
                  <c:v>0.0763271595128</c:v>
                </c:pt>
                <c:pt idx="1496">
                  <c:v>0.075738806508</c:v>
                </c:pt>
                <c:pt idx="1497">
                  <c:v>0.0751567653077</c:v>
                </c:pt>
                <c:pt idx="1498">
                  <c:v>0.0745809552668</c:v>
                </c:pt>
                <c:pt idx="1499">
                  <c:v>0.0740112968032</c:v>
                </c:pt>
                <c:pt idx="1500">
                  <c:v>0.0734477113872</c:v>
                </c:pt>
                <c:pt idx="1501">
                  <c:v>0.0728901215318</c:v>
                </c:pt>
                <c:pt idx="1502">
                  <c:v>0.0723384507818</c:v>
                </c:pt>
                <c:pt idx="1503">
                  <c:v>0.0717926237031</c:v>
                </c:pt>
                <c:pt idx="1504">
                  <c:v>0.0712525658724</c:v>
                </c:pt>
                <c:pt idx="1505">
                  <c:v>0.070718203866</c:v>
                </c:pt>
                <c:pt idx="1506">
                  <c:v>0.0701894652492</c:v>
                </c:pt>
                <c:pt idx="1507">
                  <c:v>0.0696662785652</c:v>
                </c:pt>
                <c:pt idx="1508">
                  <c:v>0.0691485733242</c:v>
                </c:pt>
                <c:pt idx="1509">
                  <c:v>0.0686362799926</c:v>
                </c:pt>
                <c:pt idx="1510">
                  <c:v>0.0681293299816</c:v>
                </c:pt>
                <c:pt idx="1511">
                  <c:v>0.0676276556364</c:v>
                </c:pt>
                <c:pt idx="1512">
                  <c:v>0.0671311902252</c:v>
                </c:pt>
                <c:pt idx="1513">
                  <c:v>0.0666398679277</c:v>
                </c:pt>
                <c:pt idx="1514">
                  <c:v>0.0661536238248</c:v>
                </c:pt>
                <c:pt idx="1515">
                  <c:v>0.0656723938871</c:v>
                </c:pt>
                <c:pt idx="1516">
                  <c:v>0.0651961149637</c:v>
                </c:pt>
                <c:pt idx="1517">
                  <c:v>0.064724724772</c:v>
                </c:pt>
                <c:pt idx="1518">
                  <c:v>0.064258161886</c:v>
                </c:pt>
                <c:pt idx="1519">
                  <c:v>0.0637963657257</c:v>
                </c:pt>
                <c:pt idx="1520">
                  <c:v>0.0633392765466</c:v>
                </c:pt>
                <c:pt idx="1521">
                  <c:v>0.0628868354284</c:v>
                </c:pt>
                <c:pt idx="1522">
                  <c:v>0.0624389842645</c:v>
                </c:pt>
                <c:pt idx="1523">
                  <c:v>0.0619956657516</c:v>
                </c:pt>
                <c:pt idx="1524">
                  <c:v>0.0615568233788</c:v>
                </c:pt>
                <c:pt idx="1525">
                  <c:v>0.061122401417</c:v>
                </c:pt>
                <c:pt idx="1526">
                  <c:v>0.0606923449091</c:v>
                </c:pt>
                <c:pt idx="1527">
                  <c:v>0.0602665996588</c:v>
                </c:pt>
                <c:pt idx="1528">
                  <c:v>0.0598451122209</c:v>
                </c:pt>
                <c:pt idx="1529">
                  <c:v>0.0594278298912</c:v>
                </c:pt>
                <c:pt idx="1530">
                  <c:v>0.0590147006958</c:v>
                </c:pt>
                <c:pt idx="1531">
                  <c:v>0.0586056733818</c:v>
                </c:pt>
                <c:pt idx="1532">
                  <c:v>0.0582006974068</c:v>
                </c:pt>
                <c:pt idx="1533">
                  <c:v>0.0577997229295</c:v>
                </c:pt>
                <c:pt idx="1534">
                  <c:v>0.0574027007998</c:v>
                </c:pt>
                <c:pt idx="1535">
                  <c:v>0.0570095825493</c:v>
                </c:pt>
                <c:pt idx="1536">
                  <c:v>0.0566203203815</c:v>
                </c:pt>
                <c:pt idx="1537">
                  <c:v>0.0562348671626</c:v>
                </c:pt>
                <c:pt idx="1538">
                  <c:v>0.0558531764122</c:v>
                </c:pt>
                <c:pt idx="1539">
                  <c:v>0.0554752022939</c:v>
                </c:pt>
                <c:pt idx="1540">
                  <c:v>0.0551008996063</c:v>
                </c:pt>
                <c:pt idx="1541">
                  <c:v>0.054730223774</c:v>
                </c:pt>
                <c:pt idx="1542">
                  <c:v>0.0543631308387</c:v>
                </c:pt>
                <c:pt idx="1543">
                  <c:v>0.0539995774502</c:v>
                </c:pt>
                <c:pt idx="1544">
                  <c:v>0.0536395208578</c:v>
                </c:pt>
                <c:pt idx="1545">
                  <c:v>0.053282918902</c:v>
                </c:pt>
                <c:pt idx="1546">
                  <c:v>0.0529297300054</c:v>
                </c:pt>
                <c:pt idx="1547">
                  <c:v>0.0525799131649</c:v>
                </c:pt>
                <c:pt idx="1548">
                  <c:v>0.052233427943</c:v>
                </c:pt>
                <c:pt idx="1549">
                  <c:v>0.0518902344597</c:v>
                </c:pt>
                <c:pt idx="1550">
                  <c:v>0.0515502933847</c:v>
                </c:pt>
                <c:pt idx="1551">
                  <c:v>0.0512135659292</c:v>
                </c:pt>
                <c:pt idx="1552">
                  <c:v>0.0508800138377</c:v>
                </c:pt>
                <c:pt idx="1553">
                  <c:v>0.050549599381</c:v>
                </c:pt>
                <c:pt idx="1554">
                  <c:v>0.0502222853479</c:v>
                </c:pt>
                <c:pt idx="1555">
                  <c:v>0.0498980350379</c:v>
                </c:pt>
                <c:pt idx="1556">
                  <c:v>0.0495768122536</c:v>
                </c:pt>
                <c:pt idx="1557">
                  <c:v>0.0492585812934</c:v>
                </c:pt>
                <c:pt idx="1558">
                  <c:v>0.0489433069445</c:v>
                </c:pt>
                <c:pt idx="1559">
                  <c:v>0.0486309544753</c:v>
                </c:pt>
                <c:pt idx="1560">
                  <c:v>0.0483214896285</c:v>
                </c:pt>
                <c:pt idx="1561">
                  <c:v>0.0480148786143</c:v>
                </c:pt>
                <c:pt idx="1562">
                  <c:v>0.0477110881033</c:v>
                </c:pt>
                <c:pt idx="1563">
                  <c:v>0.04741008522</c:v>
                </c:pt>
                <c:pt idx="1564">
                  <c:v>0.0471118375358</c:v>
                </c:pt>
                <c:pt idx="1565">
                  <c:v>0.0468163130625</c:v>
                </c:pt>
                <c:pt idx="1566">
                  <c:v>0.0465234802462</c:v>
                </c:pt>
                <c:pt idx="1567">
                  <c:v>0.0462333079604</c:v>
                </c:pt>
                <c:pt idx="1568">
                  <c:v>0.0459457655</c:v>
                </c:pt>
                <c:pt idx="1569">
                  <c:v>0.0456608225747</c:v>
                </c:pt>
                <c:pt idx="1570">
                  <c:v>0.0453784493037</c:v>
                </c:pt>
                <c:pt idx="1571">
                  <c:v>0.0450986162086</c:v>
                </c:pt>
                <c:pt idx="1572">
                  <c:v>0.0448212942084</c:v>
                </c:pt>
                <c:pt idx="1573">
                  <c:v>0.044546454613</c:v>
                </c:pt>
                <c:pt idx="1574">
                  <c:v>0.0442740691178</c:v>
                </c:pt>
                <c:pt idx="1575">
                  <c:v>0.044004109798</c:v>
                </c:pt>
                <c:pt idx="1576">
                  <c:v>0.0437365491026</c:v>
                </c:pt>
                <c:pt idx="1577">
                  <c:v>0.0434713598494</c:v>
                </c:pt>
                <c:pt idx="1578">
                  <c:v>0.0432085152193</c:v>
                </c:pt>
                <c:pt idx="1579">
                  <c:v>0.0429479887509</c:v>
                </c:pt>
                <c:pt idx="1580">
                  <c:v>0.0426897543356</c:v>
                </c:pt>
                <c:pt idx="1581">
                  <c:v>0.0424337862118</c:v>
                </c:pt>
                <c:pt idx="1582">
                  <c:v>0.0421800589603</c:v>
                </c:pt>
                <c:pt idx="1583">
                  <c:v>0.041928547499</c:v>
                </c:pt>
                <c:pt idx="1584">
                  <c:v>0.0416792270781</c:v>
                </c:pt>
                <c:pt idx="1585">
                  <c:v>0.041432073275</c:v>
                </c:pt>
                <c:pt idx="1586">
                  <c:v>0.0411870619897</c:v>
                </c:pt>
                <c:pt idx="1587">
                  <c:v>0.0409441694401</c:v>
                </c:pt>
                <c:pt idx="1588">
                  <c:v>0.0407033721569</c:v>
                </c:pt>
                <c:pt idx="1589">
                  <c:v>0.0404646469796</c:v>
                </c:pt>
                <c:pt idx="1590">
                  <c:v>0.0402279710516</c:v>
                </c:pt>
                <c:pt idx="1591">
                  <c:v>0.0399933218158</c:v>
                </c:pt>
                <c:pt idx="1592">
                  <c:v>0.0397606770103</c:v>
                </c:pt>
                <c:pt idx="1593">
                  <c:v>0.0395300146639</c:v>
                </c:pt>
                <c:pt idx="1594">
                  <c:v>0.0393013130921</c:v>
                </c:pt>
                <c:pt idx="1595">
                  <c:v>0.0390745508928</c:v>
                </c:pt>
                <c:pt idx="1596">
                  <c:v>0.038849706942</c:v>
                </c:pt>
                <c:pt idx="1597">
                  <c:v>0.0386267603901</c:v>
                </c:pt>
                <c:pt idx="1598">
                  <c:v>0.0384056906575</c:v>
                </c:pt>
                <c:pt idx="1599">
                  <c:v>0.038186477431</c:v>
                </c:pt>
                <c:pt idx="1600">
                  <c:v>0.0379691006597</c:v>
                </c:pt>
                <c:pt idx="1601">
                  <c:v>0.0377535405513</c:v>
                </c:pt>
                <c:pt idx="1602">
                  <c:v>0.0375397775682</c:v>
                </c:pt>
                <c:pt idx="1603">
                  <c:v>0.0373277924242</c:v>
                </c:pt>
                <c:pt idx="1604">
                  <c:v>0.0371175660803</c:v>
                </c:pt>
                <c:pt idx="1605">
                  <c:v>0.0369090797413</c:v>
                </c:pt>
                <c:pt idx="1606">
                  <c:v>0.0367023148527</c:v>
                </c:pt>
                <c:pt idx="1607">
                  <c:v>0.0364972530966</c:v>
                </c:pt>
                <c:pt idx="1608">
                  <c:v>0.0362938763886</c:v>
                </c:pt>
                <c:pt idx="1609">
                  <c:v>0.0360921668744</c:v>
                </c:pt>
                <c:pt idx="1610">
                  <c:v>0.0358921069266</c:v>
                </c:pt>
                <c:pt idx="1611">
                  <c:v>0.0356936791409</c:v>
                </c:pt>
                <c:pt idx="1612">
                  <c:v>0.0354968663338</c:v>
                </c:pt>
                <c:pt idx="1613">
                  <c:v>0.0353016515385</c:v>
                </c:pt>
                <c:pt idx="1614">
                  <c:v>0.0351080180025</c:v>
                </c:pt>
                <c:pt idx="1615">
                  <c:v>0.034915949184</c:v>
                </c:pt>
                <c:pt idx="1616">
                  <c:v>0.0347254287493</c:v>
                </c:pt>
                <c:pt idx="1617">
                  <c:v>0.0345364405694</c:v>
                </c:pt>
                <c:pt idx="1618">
                  <c:v>0.0343489687176</c:v>
                </c:pt>
                <c:pt idx="1619">
                  <c:v>0.0341629974662</c:v>
                </c:pt>
                <c:pt idx="1620">
                  <c:v>0.0339785112837</c:v>
                </c:pt>
                <c:pt idx="1621">
                  <c:v>0.0337954948322</c:v>
                </c:pt>
                <c:pt idx="1622">
                  <c:v>0.0336139329646</c:v>
                </c:pt>
                <c:pt idx="1623">
                  <c:v>0.0334338107217</c:v>
                </c:pt>
                <c:pt idx="1624">
                  <c:v>0.0332551133297</c:v>
                </c:pt>
                <c:pt idx="1625">
                  <c:v>0.0330778261977</c:v>
                </c:pt>
                <c:pt idx="1626">
                  <c:v>0.0329019349148</c:v>
                </c:pt>
                <c:pt idx="1627">
                  <c:v>0.0327274252476</c:v>
                </c:pt>
                <c:pt idx="1628">
                  <c:v>0.0325542831383</c:v>
                </c:pt>
                <c:pt idx="1629">
                  <c:v>0.0323824947011</c:v>
                </c:pt>
                <c:pt idx="1630">
                  <c:v>0.0322120462209</c:v>
                </c:pt>
                <c:pt idx="1631">
                  <c:v>0.0320429241503</c:v>
                </c:pt>
                <c:pt idx="1632">
                  <c:v>0.0318751151072</c:v>
                </c:pt>
                <c:pt idx="1633">
                  <c:v>0.0317086058729</c:v>
                </c:pt>
                <c:pt idx="1634">
                  <c:v>0.0315433833894</c:v>
                </c:pt>
                <c:pt idx="1635">
                  <c:v>0.0313794347574</c:v>
                </c:pt>
                <c:pt idx="1636">
                  <c:v>0.031216747234</c:v>
                </c:pt>
                <c:pt idx="1637">
                  <c:v>0.0310553082304</c:v>
                </c:pt>
                <c:pt idx="1638">
                  <c:v>0.0308951053101</c:v>
                </c:pt>
                <c:pt idx="1639">
                  <c:v>0.0307361261865</c:v>
                </c:pt>
                <c:pt idx="1640">
                  <c:v>0.0305783587208</c:v>
                </c:pt>
                <c:pt idx="1641">
                  <c:v>0.0304217909201</c:v>
                </c:pt>
                <c:pt idx="1642">
                  <c:v>0.0302664109353</c:v>
                </c:pt>
                <c:pt idx="1643">
                  <c:v>0.0301122070592</c:v>
                </c:pt>
                <c:pt idx="1644">
                  <c:v>0.0299591677244</c:v>
                </c:pt>
                <c:pt idx="1645">
                  <c:v>0.0298072815016</c:v>
                </c:pt>
                <c:pt idx="1646">
                  <c:v>0.0296565370974</c:v>
                </c:pt>
                <c:pt idx="1647">
                  <c:v>0.0295069233526</c:v>
                </c:pt>
                <c:pt idx="1648">
                  <c:v>0.0293584292404</c:v>
                </c:pt>
                <c:pt idx="1649">
                  <c:v>0.0292110438646</c:v>
                </c:pt>
                <c:pt idx="1650">
                  <c:v>0.0290647564577</c:v>
                </c:pt>
                <c:pt idx="1651">
                  <c:v>0.028919556379</c:v>
                </c:pt>
                <c:pt idx="1652">
                  <c:v>0.0287754331135</c:v>
                </c:pt>
                <c:pt idx="1653">
                  <c:v>0.0286323762693</c:v>
                </c:pt>
                <c:pt idx="1654">
                  <c:v>0.0284903755768</c:v>
                </c:pt>
                <c:pt idx="1655">
                  <c:v>0.0283494208862</c:v>
                </c:pt>
                <c:pt idx="1656">
                  <c:v>0.0282095021666</c:v>
                </c:pt>
                <c:pt idx="1657">
                  <c:v>0.0280706095041</c:v>
                </c:pt>
                <c:pt idx="1658">
                  <c:v>0.0279327331</c:v>
                </c:pt>
                <c:pt idx="1659">
                  <c:v>0.0277958632696</c:v>
                </c:pt>
                <c:pt idx="1660">
                  <c:v>0.0276599904407</c:v>
                </c:pt>
                <c:pt idx="1661">
                  <c:v>0.0275251051515</c:v>
                </c:pt>
                <c:pt idx="1662">
                  <c:v>0.02739119805</c:v>
                </c:pt>
                <c:pt idx="1663">
                  <c:v>0.0272582598916</c:v>
                </c:pt>
                <c:pt idx="1664">
                  <c:v>0.0271262815385</c:v>
                </c:pt>
                <c:pt idx="1665">
                  <c:v>0.0269952539578</c:v>
                </c:pt>
                <c:pt idx="1666">
                  <c:v>0.02686516822</c:v>
                </c:pt>
                <c:pt idx="1667">
                  <c:v>0.0267360154982</c:v>
                </c:pt>
                <c:pt idx="1668">
                  <c:v>0.026607787066</c:v>
                </c:pt>
                <c:pt idx="1669">
                  <c:v>0.0264804742966</c:v>
                </c:pt>
                <c:pt idx="1670">
                  <c:v>0.0263540686617</c:v>
                </c:pt>
                <c:pt idx="1671">
                  <c:v>0.0262285617296</c:v>
                </c:pt>
                <c:pt idx="1672">
                  <c:v>0.0261039451643</c:v>
                </c:pt>
                <c:pt idx="1673">
                  <c:v>0.0259802107241</c:v>
                </c:pt>
                <c:pt idx="1674">
                  <c:v>0.0258573502607</c:v>
                </c:pt>
                <c:pt idx="1675">
                  <c:v>0.0257353557174</c:v>
                </c:pt>
                <c:pt idx="1676">
                  <c:v>0.0256142191283</c:v>
                </c:pt>
                <c:pt idx="1677">
                  <c:v>0.025493932617</c:v>
                </c:pt>
                <c:pt idx="1678">
                  <c:v>0.0253744883955</c:v>
                </c:pt>
                <c:pt idx="1679">
                  <c:v>0.025255878763</c:v>
                </c:pt>
                <c:pt idx="1680">
                  <c:v>0.0251380961045</c:v>
                </c:pt>
                <c:pt idx="1681">
                  <c:v>0.0250211328903</c:v>
                </c:pt>
                <c:pt idx="1682">
                  <c:v>0.0249049816742</c:v>
                </c:pt>
                <c:pt idx="1683">
                  <c:v>0.0247896350929</c:v>
                </c:pt>
                <c:pt idx="1684">
                  <c:v>0.0246750858647</c:v>
                </c:pt>
                <c:pt idx="1685">
                  <c:v>0.0245613267886</c:v>
                </c:pt>
                <c:pt idx="1686">
                  <c:v>0.0244483507431</c:v>
                </c:pt>
                <c:pt idx="1687">
                  <c:v>0.0243361506852</c:v>
                </c:pt>
                <c:pt idx="1688">
                  <c:v>0.0242247196495</c:v>
                </c:pt>
                <c:pt idx="1689">
                  <c:v>0.0241140507471</c:v>
                </c:pt>
                <c:pt idx="1690">
                  <c:v>0.0240041371647</c:v>
                </c:pt>
                <c:pt idx="1691">
                  <c:v>0.0238949721635</c:v>
                </c:pt>
                <c:pt idx="1692">
                  <c:v>0.0237865490785</c:v>
                </c:pt>
                <c:pt idx="1693">
                  <c:v>0.0236788613171</c:v>
                </c:pt>
                <c:pt idx="1694">
                  <c:v>0.0235719023588</c:v>
                </c:pt>
                <c:pt idx="1695">
                  <c:v>0.0234656657538</c:v>
                </c:pt>
                <c:pt idx="1696">
                  <c:v>0.0233601451222</c:v>
                </c:pt>
                <c:pt idx="1697">
                  <c:v>0.0232553341532</c:v>
                </c:pt>
                <c:pt idx="1698">
                  <c:v>0.0231512266043</c:v>
                </c:pt>
                <c:pt idx="1699">
                  <c:v>0.0230478163003</c:v>
                </c:pt>
                <c:pt idx="1700">
                  <c:v>0.0229450971322</c:v>
                </c:pt>
                <c:pt idx="1701">
                  <c:v>0.0228430630572</c:v>
                </c:pt>
                <c:pt idx="1702">
                  <c:v>0.0227417080968</c:v>
                </c:pt>
                <c:pt idx="1703">
                  <c:v>0.0226410263367</c:v>
                </c:pt>
                <c:pt idx="1704">
                  <c:v>0.0225410119259</c:v>
                </c:pt>
                <c:pt idx="1705">
                  <c:v>0.0224416590758</c:v>
                </c:pt>
                <c:pt idx="1706">
                  <c:v>0.0223429620592</c:v>
                </c:pt>
                <c:pt idx="1707">
                  <c:v>0.02224491521</c:v>
                </c:pt>
                <c:pt idx="1708">
                  <c:v>0.0221475129222</c:v>
                </c:pt>
                <c:pt idx="1709">
                  <c:v>0.022050749649</c:v>
                </c:pt>
                <c:pt idx="1710">
                  <c:v>0.0219546199025</c:v>
                </c:pt>
                <c:pt idx="1711">
                  <c:v>0.0218591182523</c:v>
                </c:pt>
                <c:pt idx="1712">
                  <c:v>0.0217642393256</c:v>
                </c:pt>
                <c:pt idx="1713">
                  <c:v>0.0216699778058</c:v>
                </c:pt>
                <c:pt idx="1714">
                  <c:v>0.0215763284323</c:v>
                </c:pt>
                <c:pt idx="1715">
                  <c:v>0.0214832859993</c:v>
                </c:pt>
                <c:pt idx="1716">
                  <c:v>0.0213908453557</c:v>
                </c:pt>
                <c:pt idx="1717">
                  <c:v>0.0212990014039</c:v>
                </c:pt>
                <c:pt idx="1718">
                  <c:v>0.0212077490997</c:v>
                </c:pt>
                <c:pt idx="1719">
                  <c:v>0.0211170834512</c:v>
                </c:pt>
                <c:pt idx="1720">
                  <c:v>0.0210269995181</c:v>
                </c:pt>
                <c:pt idx="1721">
                  <c:v>0.0209374924116</c:v>
                </c:pt>
                <c:pt idx="1722">
                  <c:v>0.0208485572932</c:v>
                </c:pt>
                <c:pt idx="1723">
                  <c:v>0.0207601893745</c:v>
                </c:pt>
                <c:pt idx="1724">
                  <c:v>0.0206723839165</c:v>
                </c:pt>
                <c:pt idx="1725">
                  <c:v>0.0205851362286</c:v>
                </c:pt>
                <c:pt idx="1726">
                  <c:v>0.0204984416687</c:v>
                </c:pt>
                <c:pt idx="1727">
                  <c:v>0.020412295642</c:v>
                </c:pt>
                <c:pt idx="1728">
                  <c:v>0.020326693601</c:v>
                </c:pt>
                <c:pt idx="1729">
                  <c:v>0.0202416310443</c:v>
                </c:pt>
                <c:pt idx="1730">
                  <c:v>0.0201571035165</c:v>
                </c:pt>
                <c:pt idx="1731">
                  <c:v>0.0200731066077</c:v>
                </c:pt>
                <c:pt idx="1732">
                  <c:v>0.0199896359524</c:v>
                </c:pt>
                <c:pt idx="1733">
                  <c:v>0.0199066872298</c:v>
                </c:pt>
                <c:pt idx="1734">
                  <c:v>0.0198242561624</c:v>
                </c:pt>
                <c:pt idx="1735">
                  <c:v>0.0197423385161</c:v>
                </c:pt>
                <c:pt idx="1736">
                  <c:v>0.0196609300995</c:v>
                </c:pt>
                <c:pt idx="1737">
                  <c:v>0.0195800267634</c:v>
                </c:pt>
                <c:pt idx="1738">
                  <c:v>0.0194996244001</c:v>
                </c:pt>
                <c:pt idx="1739">
                  <c:v>0.0194197189432</c:v>
                </c:pt>
                <c:pt idx="1740">
                  <c:v>0.019340306367</c:v>
                </c:pt>
                <c:pt idx="1741">
                  <c:v>0.0192613826861</c:v>
                </c:pt>
                <c:pt idx="1742">
                  <c:v>0.0191829439546</c:v>
                </c:pt>
                <c:pt idx="1743">
                  <c:v>0.0191049862662</c:v>
                </c:pt>
                <c:pt idx="1744">
                  <c:v>0.0190275057532</c:v>
                </c:pt>
                <c:pt idx="1745">
                  <c:v>0.0189504985863</c:v>
                </c:pt>
                <c:pt idx="1746">
                  <c:v>0.0188739609741</c:v>
                </c:pt>
                <c:pt idx="1747">
                  <c:v>0.0187978891627</c:v>
                </c:pt>
                <c:pt idx="1748">
                  <c:v>0.0187222794353</c:v>
                </c:pt>
                <c:pt idx="1749">
                  <c:v>0.0186471281116</c:v>
                </c:pt>
                <c:pt idx="1750">
                  <c:v>0.0185724315475</c:v>
                </c:pt>
                <c:pt idx="1751">
                  <c:v>0.0184981861347</c:v>
                </c:pt>
                <c:pt idx="1752">
                  <c:v>0.0184243883003</c:v>
                </c:pt>
                <c:pt idx="1753">
                  <c:v>0.0183510345061</c:v>
                </c:pt>
                <c:pt idx="1754">
                  <c:v>0.0182781212487</c:v>
                </c:pt>
                <c:pt idx="1755">
                  <c:v>0.0182056450588</c:v>
                </c:pt>
                <c:pt idx="1756">
                  <c:v>0.0181336025006</c:v>
                </c:pt>
                <c:pt idx="1757">
                  <c:v>0.0180619901719</c:v>
                </c:pt>
                <c:pt idx="1758">
                  <c:v>0.0179908047035</c:v>
                </c:pt>
                <c:pt idx="1759">
                  <c:v>0.0179200427586</c:v>
                </c:pt>
                <c:pt idx="1760">
                  <c:v>0.0178497010327</c:v>
                </c:pt>
                <c:pt idx="1761">
                  <c:v>0.0177797762533</c:v>
                </c:pt>
                <c:pt idx="1762">
                  <c:v>0.0177102651791</c:v>
                </c:pt>
                <c:pt idx="1763">
                  <c:v>0.0176411646003</c:v>
                </c:pt>
                <c:pt idx="1764">
                  <c:v>0.0175724713376</c:v>
                </c:pt>
                <c:pt idx="1765">
                  <c:v>0.0175041822421</c:v>
                </c:pt>
                <c:pt idx="1766">
                  <c:v>0.0174362941954</c:v>
                </c:pt>
                <c:pt idx="1767">
                  <c:v>0.0173688041083</c:v>
                </c:pt>
                <c:pt idx="1768">
                  <c:v>0.0173017089213</c:v>
                </c:pt>
                <c:pt idx="1769">
                  <c:v>0.0172350056041</c:v>
                </c:pt>
                <c:pt idx="1770">
                  <c:v>0.017168691155</c:v>
                </c:pt>
                <c:pt idx="1771">
                  <c:v>0.0171027626006</c:v>
                </c:pt>
                <c:pt idx="1772">
                  <c:v>0.0170372169958</c:v>
                </c:pt>
                <c:pt idx="1773">
                  <c:v>0.0169720514234</c:v>
                </c:pt>
                <c:pt idx="1774">
                  <c:v>0.0169072629934</c:v>
                </c:pt>
                <c:pt idx="1775">
                  <c:v>0.0168428488432</c:v>
                </c:pt>
                <c:pt idx="1776">
                  <c:v>0.016778806137</c:v>
                </c:pt>
                <c:pt idx="1777">
                  <c:v>0.0167151320657</c:v>
                </c:pt>
                <c:pt idx="1778">
                  <c:v>0.0166518238462</c:v>
                </c:pt>
                <c:pt idx="1779">
                  <c:v>0.0165888787217</c:v>
                </c:pt>
                <c:pt idx="1780">
                  <c:v>0.0165262939611</c:v>
                </c:pt>
                <c:pt idx="1781">
                  <c:v>0.0164640668585</c:v>
                </c:pt>
                <c:pt idx="1782">
                  <c:v>0.0164021947332</c:v>
                </c:pt>
                <c:pt idx="1783">
                  <c:v>0.0163406749297</c:v>
                </c:pt>
                <c:pt idx="1784">
                  <c:v>0.0162795048167</c:v>
                </c:pt>
                <c:pt idx="1785">
                  <c:v>0.0162186817873</c:v>
                </c:pt>
                <c:pt idx="1786">
                  <c:v>0.016158203259</c:v>
                </c:pt>
                <c:pt idx="1787">
                  <c:v>0.0160980666726</c:v>
                </c:pt>
                <c:pt idx="1788">
                  <c:v>0.0160382694928</c:v>
                </c:pt>
                <c:pt idx="1789">
                  <c:v>0.0159788092075</c:v>
                </c:pt>
                <c:pt idx="1790">
                  <c:v>0.0159196833277</c:v>
                </c:pt>
                <c:pt idx="1791">
                  <c:v>0.0158608893869</c:v>
                </c:pt>
                <c:pt idx="1792">
                  <c:v>0.0158024249416</c:v>
                </c:pt>
                <c:pt idx="1793">
                  <c:v>0.0157442875702</c:v>
                </c:pt>
                <c:pt idx="1794">
                  <c:v>0.0156864748733</c:v>
                </c:pt>
                <c:pt idx="1795">
                  <c:v>0.0156289844734</c:v>
                </c:pt>
                <c:pt idx="1796">
                  <c:v>0.0155718140146</c:v>
                </c:pt>
                <c:pt idx="1797">
                  <c:v>0.0155149611622</c:v>
                </c:pt>
                <c:pt idx="1798">
                  <c:v>0.0154584236027</c:v>
                </c:pt>
                <c:pt idx="1799">
                  <c:v>0.0154021990435</c:v>
                </c:pt>
                <c:pt idx="1800">
                  <c:v>0.0153462852128</c:v>
                </c:pt>
                <c:pt idx="1801">
                  <c:v>0.0152906798592</c:v>
                </c:pt>
                <c:pt idx="1802">
                  <c:v>0.0152353807514</c:v>
                </c:pt>
                <c:pt idx="1803">
                  <c:v>0.0151803856784</c:v>
                </c:pt>
                <c:pt idx="1804">
                  <c:v>0.0151256924488</c:v>
                </c:pt>
                <c:pt idx="1805">
                  <c:v>0.0150712988909</c:v>
                </c:pt>
                <c:pt idx="1806">
                  <c:v>0.0150172028524</c:v>
                </c:pt>
                <c:pt idx="1807">
                  <c:v>0.0149634022003</c:v>
                </c:pt>
                <c:pt idx="1808">
                  <c:v>0.0149098948205</c:v>
                </c:pt>
                <c:pt idx="1809">
                  <c:v>0.0148566786177</c:v>
                </c:pt>
                <c:pt idx="1810">
                  <c:v>0.0148037515153</c:v>
                </c:pt>
                <c:pt idx="1811">
                  <c:v>0.0147511114551</c:v>
                </c:pt>
                <c:pt idx="1812">
                  <c:v>0.0146987563969</c:v>
                </c:pt>
                <c:pt idx="1813">
                  <c:v>0.014646684319</c:v>
                </c:pt>
                <c:pt idx="1814">
                  <c:v>0.0145948932172</c:v>
                </c:pt>
                <c:pt idx="1815">
                  <c:v>0.0145433811049</c:v>
                </c:pt>
                <c:pt idx="1816">
                  <c:v>0.0144921460134</c:v>
                </c:pt>
                <c:pt idx="1817">
                  <c:v>0.0144411859909</c:v>
                </c:pt>
                <c:pt idx="1818">
                  <c:v>0.0143904991029</c:v>
                </c:pt>
                <c:pt idx="1819">
                  <c:v>0.0143400834319</c:v>
                </c:pt>
                <c:pt idx="1820">
                  <c:v>0.0142899370771</c:v>
                </c:pt>
                <c:pt idx="1821">
                  <c:v>0.0142400581543</c:v>
                </c:pt>
                <c:pt idx="1822">
                  <c:v>0.0141904447958</c:v>
                </c:pt>
                <c:pt idx="1823">
                  <c:v>0.0141410951501</c:v>
                </c:pt>
                <c:pt idx="1824">
                  <c:v>0.0140920073819</c:v>
                </c:pt>
                <c:pt idx="1825">
                  <c:v>0.0140431796719</c:v>
                </c:pt>
                <c:pt idx="1826">
                  <c:v>0.0139946102163</c:v>
                </c:pt>
                <c:pt idx="1827">
                  <c:v>0.0139462972272</c:v>
                </c:pt>
                <c:pt idx="1828">
                  <c:v>0.013898238932</c:v>
                </c:pt>
                <c:pt idx="1829">
                  <c:v>0.0138504335736</c:v>
                </c:pt>
                <c:pt idx="1830">
                  <c:v>0.0138028794099</c:v>
                </c:pt>
                <c:pt idx="1831">
                  <c:v>0.0137555747138</c:v>
                </c:pt>
                <c:pt idx="1832">
                  <c:v>0.0137085177731</c:v>
                </c:pt>
                <c:pt idx="1833">
                  <c:v>0.0136617068903</c:v>
                </c:pt>
                <c:pt idx="1834">
                  <c:v>0.0136151403824</c:v>
                </c:pt>
                <c:pt idx="1835">
                  <c:v>0.013568816581</c:v>
                </c:pt>
                <c:pt idx="1836">
                  <c:v>0.0135227338317</c:v>
                </c:pt>
                <c:pt idx="1837">
                  <c:v>0.0134768904944</c:v>
                </c:pt>
                <c:pt idx="1838">
                  <c:v>0.0134312849429</c:v>
                </c:pt>
                <c:pt idx="1839">
                  <c:v>0.0133859155648</c:v>
                </c:pt>
                <c:pt idx="1840">
                  <c:v>0.0133407807617</c:v>
                </c:pt>
                <c:pt idx="1841">
                  <c:v>0.0132958789483</c:v>
                </c:pt>
                <c:pt idx="1842">
                  <c:v>0.013251208553</c:v>
                </c:pt>
                <c:pt idx="1843">
                  <c:v>0.0132067680177</c:v>
                </c:pt>
                <c:pt idx="1844">
                  <c:v>0.013162555797</c:v>
                </c:pt>
                <c:pt idx="1845">
                  <c:v>0.0131185703588</c:v>
                </c:pt>
                <c:pt idx="1846">
                  <c:v>0.013074810184</c:v>
                </c:pt>
                <c:pt idx="1847">
                  <c:v>0.013031273766</c:v>
                </c:pt>
                <c:pt idx="1848">
                  <c:v>0.0129879596112</c:v>
                </c:pt>
                <c:pt idx="1849">
                  <c:v>0.0129448662382</c:v>
                </c:pt>
                <c:pt idx="1850">
                  <c:v>0.0129019921782</c:v>
                </c:pt>
                <c:pt idx="1851">
                  <c:v>0.0128593359746</c:v>
                </c:pt>
                <c:pt idx="1852">
                  <c:v>0.012816896183</c:v>
                </c:pt>
                <c:pt idx="1853">
                  <c:v>0.0127746713709</c:v>
                </c:pt>
                <c:pt idx="1854">
                  <c:v>0.012732660118</c:v>
                </c:pt>
                <c:pt idx="1855">
                  <c:v>0.0126908610156</c:v>
                </c:pt>
                <c:pt idx="1856">
                  <c:v>0.0126492726667</c:v>
                </c:pt>
                <c:pt idx="1857">
                  <c:v>0.012607893686</c:v>
                </c:pt>
                <c:pt idx="1858">
                  <c:v>0.0125667226994</c:v>
                </c:pt>
                <c:pt idx="1859">
                  <c:v>0.0125257583443</c:v>
                </c:pt>
                <c:pt idx="1860">
                  <c:v>0.0124849992695</c:v>
                </c:pt>
                <c:pt idx="1861">
                  <c:v>0.0124444441347</c:v>
                </c:pt>
                <c:pt idx="1862">
                  <c:v>0.0124040916107</c:v>
                </c:pt>
                <c:pt idx="1863">
                  <c:v>0.0123639403791</c:v>
                </c:pt>
                <c:pt idx="1864">
                  <c:v>0.0123239891324</c:v>
                </c:pt>
                <c:pt idx="1865">
                  <c:v>0.0122842365739</c:v>
                </c:pt>
                <c:pt idx="1866">
                  <c:v>0.0122446814172</c:v>
                </c:pt>
                <c:pt idx="1867">
                  <c:v>0.0122053223867</c:v>
                </c:pt>
                <c:pt idx="1868">
                  <c:v>0.012166158217</c:v>
                </c:pt>
                <c:pt idx="1869">
                  <c:v>0.0121271876531</c:v>
                </c:pt>
                <c:pt idx="1870">
                  <c:v>0.01208840945</c:v>
                </c:pt>
                <c:pt idx="1871">
                  <c:v>0.012049822373</c:v>
                </c:pt>
                <c:pt idx="1872">
                  <c:v>0.0120114251973</c:v>
                </c:pt>
                <c:pt idx="1873">
                  <c:v>0.0119732167078</c:v>
                </c:pt>
                <c:pt idx="1874">
                  <c:v>0.0119351956997</c:v>
                </c:pt>
                <c:pt idx="1875">
                  <c:v>0.0118973609773</c:v>
                </c:pt>
                <c:pt idx="1876">
                  <c:v>0.0118597113549</c:v>
                </c:pt>
                <c:pt idx="1877">
                  <c:v>0.0118222456563</c:v>
                </c:pt>
                <c:pt idx="1878">
                  <c:v>0.0117849627145</c:v>
                </c:pt>
                <c:pt idx="1879">
                  <c:v>0.011747861372</c:v>
                </c:pt>
                <c:pt idx="1880">
                  <c:v>0.0117109404805</c:v>
                </c:pt>
                <c:pt idx="1881">
                  <c:v>0.011674198901</c:v>
                </c:pt>
                <c:pt idx="1882">
                  <c:v>0.0116376355033</c:v>
                </c:pt>
                <c:pt idx="1883">
                  <c:v>0.0116012491664</c:v>
                </c:pt>
                <c:pt idx="1884">
                  <c:v>0.0115650387781</c:v>
                </c:pt>
                <c:pt idx="1885">
                  <c:v>0.011529003235</c:v>
                </c:pt>
                <c:pt idx="1886">
                  <c:v>0.0114931414425</c:v>
                </c:pt>
                <c:pt idx="1887">
                  <c:v>0.0114574523147</c:v>
                </c:pt>
                <c:pt idx="1888">
                  <c:v>0.011421934774</c:v>
                </c:pt>
                <c:pt idx="1889">
                  <c:v>0.0113865877516</c:v>
                </c:pt>
                <c:pt idx="1890">
                  <c:v>0.011351410187</c:v>
                </c:pt>
                <c:pt idx="1891">
                  <c:v>0.011316401028</c:v>
                </c:pt>
                <c:pt idx="1892">
                  <c:v>0.0112815592305</c:v>
                </c:pt>
                <c:pt idx="1893">
                  <c:v>0.0112468837589</c:v>
                </c:pt>
                <c:pt idx="1894">
                  <c:v>0.0112123735855</c:v>
                </c:pt>
                <c:pt idx="1895">
                  <c:v>0.0111780276905</c:v>
                </c:pt>
                <c:pt idx="1896">
                  <c:v>0.0111438450624</c:v>
                </c:pt>
                <c:pt idx="1897">
                  <c:v>0.0111098246972</c:v>
                </c:pt>
                <c:pt idx="1898">
                  <c:v>0.011075965599</c:v>
                </c:pt>
                <c:pt idx="1899">
                  <c:v>0.0110422667794</c:v>
                </c:pt>
                <c:pt idx="1900">
                  <c:v>0.0110087272578</c:v>
                </c:pt>
                <c:pt idx="1901">
                  <c:v>0.0109753460611</c:v>
                </c:pt>
                <c:pt idx="1902">
                  <c:v>0.0109421222238</c:v>
                </c:pt>
                <c:pt idx="1903">
                  <c:v>0.0109090547879</c:v>
                </c:pt>
                <c:pt idx="1904">
                  <c:v>0.0108761428025</c:v>
                </c:pt>
                <c:pt idx="1905">
                  <c:v>0.0108433853244</c:v>
                </c:pt>
                <c:pt idx="1906">
                  <c:v>0.0108107814174</c:v>
                </c:pt>
                <c:pt idx="1907">
                  <c:v>0.0107783301526</c:v>
                </c:pt>
                <c:pt idx="1908">
                  <c:v>0.0107460306081</c:v>
                </c:pt>
                <c:pt idx="1909">
                  <c:v>0.0107138818691</c:v>
                </c:pt>
                <c:pt idx="1910">
                  <c:v>0.0106818830279</c:v>
                </c:pt>
                <c:pt idx="1911">
                  <c:v>0.0106500331836</c:v>
                </c:pt>
                <c:pt idx="1912">
                  <c:v>0.0106183314422</c:v>
                </c:pt>
                <c:pt idx="1913">
                  <c:v>0.0105867769166</c:v>
                </c:pt>
                <c:pt idx="1914">
                  <c:v>0.0105553687263</c:v>
                </c:pt>
                <c:pt idx="1915">
                  <c:v>0.0105241059975</c:v>
                </c:pt>
                <c:pt idx="1916">
                  <c:v>0.0104929878632</c:v>
                </c:pt>
                <c:pt idx="1917">
                  <c:v>0.0104620134628</c:v>
                </c:pt>
                <c:pt idx="1918">
                  <c:v>0.0104311819422</c:v>
                </c:pt>
                <c:pt idx="1919">
                  <c:v>0.0104004924539</c:v>
                </c:pt>
                <c:pt idx="1920">
                  <c:v>0.0103699441567</c:v>
                </c:pt>
                <c:pt idx="1921">
                  <c:v>0.0103395362157</c:v>
                </c:pt>
                <c:pt idx="1922">
                  <c:v>0.0103092678024</c:v>
                </c:pt>
                <c:pt idx="1923">
                  <c:v>0.0102791380944</c:v>
                </c:pt>
                <c:pt idx="1924">
                  <c:v>0.0102491462755</c:v>
                </c:pt>
                <c:pt idx="1925">
                  <c:v>0.0102192915358</c:v>
                </c:pt>
                <c:pt idx="1926">
                  <c:v>0.0101895730712</c:v>
                </c:pt>
                <c:pt idx="1927">
                  <c:v>0.0101599900838</c:v>
                </c:pt>
                <c:pt idx="1928">
                  <c:v>0.0101305417816</c:v>
                </c:pt>
                <c:pt idx="1929">
                  <c:v>0.0101012273786</c:v>
                </c:pt>
                <c:pt idx="1930">
                  <c:v>0.0100720460945</c:v>
                </c:pt>
                <c:pt idx="1931">
                  <c:v>0.0100429971549</c:v>
                </c:pt>
                <c:pt idx="1932">
                  <c:v>0.0100140797912</c:v>
                </c:pt>
                <c:pt idx="1933">
                  <c:v>0.00998529324046</c:v>
                </c:pt>
                <c:pt idx="1934">
                  <c:v>0.0099566367454</c:v>
                </c:pt>
                <c:pt idx="1935">
                  <c:v>0.00992810955438</c:v>
                </c:pt>
                <c:pt idx="1936">
                  <c:v>0.00989971092131</c:v>
                </c:pt>
                <c:pt idx="1937">
                  <c:v>0.00987144010565</c:v>
                </c:pt>
                <c:pt idx="1938">
                  <c:v>0.00984329637229</c:v>
                </c:pt>
                <c:pt idx="1939">
                  <c:v>0.00981527899158</c:v>
                </c:pt>
                <c:pt idx="1940">
                  <c:v>0.00978738723923</c:v>
                </c:pt>
                <c:pt idx="1941">
                  <c:v>0.0097596203963</c:v>
                </c:pt>
                <c:pt idx="1942">
                  <c:v>0.00973197774914</c:v>
                </c:pt>
                <c:pt idx="1943">
                  <c:v>0.00970445858934</c:v>
                </c:pt>
                <c:pt idx="1944">
                  <c:v>0.00967706221368</c:v>
                </c:pt>
                <c:pt idx="1945">
                  <c:v>0.00964978792412</c:v>
                </c:pt>
                <c:pt idx="1946">
                  <c:v>0.00962263502773</c:v>
                </c:pt>
                <c:pt idx="1947">
                  <c:v>0.00959560283664</c:v>
                </c:pt>
                <c:pt idx="1948">
                  <c:v>0.00956869066803</c:v>
                </c:pt>
                <c:pt idx="1949">
                  <c:v>0.00954189784405</c:v>
                </c:pt>
                <c:pt idx="1950">
                  <c:v>0.00951522369181</c:v>
                </c:pt>
                <c:pt idx="1951">
                  <c:v>0.0094886675433</c:v>
                </c:pt>
                <c:pt idx="1952">
                  <c:v>0.00946222873542</c:v>
                </c:pt>
                <c:pt idx="1953">
                  <c:v>0.00943590660985</c:v>
                </c:pt>
                <c:pt idx="1954">
                  <c:v>0.00940970051309</c:v>
                </c:pt>
                <c:pt idx="1955">
                  <c:v>0.00938360979636</c:v>
                </c:pt>
                <c:pt idx="1956">
                  <c:v>0.0093576338156</c:v>
                </c:pt>
                <c:pt idx="1957">
                  <c:v>0.00933177193141</c:v>
                </c:pt>
                <c:pt idx="1958">
                  <c:v>0.00930602350902</c:v>
                </c:pt>
                <c:pt idx="1959">
                  <c:v>0.00928038791827</c:v>
                </c:pt>
                <c:pt idx="1960">
                  <c:v>0.00925486453353</c:v>
                </c:pt>
                <c:pt idx="1961">
                  <c:v>0.00922945273371</c:v>
                </c:pt>
                <c:pt idx="1962">
                  <c:v>0.00920415190217</c:v>
                </c:pt>
                <c:pt idx="1963">
                  <c:v>0.00917896142674</c:v>
                </c:pt>
                <c:pt idx="1964">
                  <c:v>0.00915388069965</c:v>
                </c:pt>
                <c:pt idx="1965">
                  <c:v>0.0091289091175</c:v>
                </c:pt>
                <c:pt idx="1966">
                  <c:v>0.00910404608123</c:v>
                </c:pt>
                <c:pt idx="1967">
                  <c:v>0.00907929099608</c:v>
                </c:pt>
                <c:pt idx="1968">
                  <c:v>0.00905464327156</c:v>
                </c:pt>
                <c:pt idx="1969">
                  <c:v>0.00903010232141</c:v>
                </c:pt>
                <c:pt idx="1970">
                  <c:v>0.00900566756357</c:v>
                </c:pt>
                <c:pt idx="1971">
                  <c:v>0.00898133842016</c:v>
                </c:pt>
                <c:pt idx="1972">
                  <c:v>0.0089571143174</c:v>
                </c:pt>
                <c:pt idx="1973">
                  <c:v>0.00893299468563</c:v>
                </c:pt>
                <c:pt idx="1974">
                  <c:v>0.00890897895927</c:v>
                </c:pt>
                <c:pt idx="1975">
                  <c:v>0.00888506657675</c:v>
                </c:pt>
                <c:pt idx="1976">
                  <c:v>0.00886125698051</c:v>
                </c:pt>
                <c:pt idx="1977">
                  <c:v>0.00883754961697</c:v>
                </c:pt>
                <c:pt idx="1978">
                  <c:v>0.00881394393648</c:v>
                </c:pt>
                <c:pt idx="1979">
                  <c:v>0.0087904393933</c:v>
                </c:pt>
                <c:pt idx="1980">
                  <c:v>0.00876703544557</c:v>
                </c:pt>
                <c:pt idx="1981">
                  <c:v>0.00874373155528</c:v>
                </c:pt>
                <c:pt idx="1982">
                  <c:v>0.00872052718824</c:v>
                </c:pt>
                <c:pt idx="1983">
                  <c:v>0.00869742181402</c:v>
                </c:pt>
                <c:pt idx="1984">
                  <c:v>0.008674414906</c:v>
                </c:pt>
                <c:pt idx="1985">
                  <c:v>0.00865150594124</c:v>
                </c:pt>
                <c:pt idx="1986">
                  <c:v>0.00862869440052</c:v>
                </c:pt>
                <c:pt idx="1987">
                  <c:v>0.00860597976831</c:v>
                </c:pt>
                <c:pt idx="1988">
                  <c:v>0.00858336153268</c:v>
                </c:pt>
                <c:pt idx="1989">
                  <c:v>0.00856083918534</c:v>
                </c:pt>
                <c:pt idx="1990">
                  <c:v>0.00853841222161</c:v>
                </c:pt>
                <c:pt idx="1991">
                  <c:v>0.00851608014032</c:v>
                </c:pt>
                <c:pt idx="1992">
                  <c:v>0.00849384244388</c:v>
                </c:pt>
                <c:pt idx="1993">
                  <c:v>0.00847169863816</c:v>
                </c:pt>
                <c:pt idx="1994">
                  <c:v>0.00844964823256</c:v>
                </c:pt>
                <c:pt idx="1995">
                  <c:v>0.00842769073988</c:v>
                </c:pt>
                <c:pt idx="1996">
                  <c:v>0.00840582567639</c:v>
                </c:pt>
                <c:pt idx="1997">
                  <c:v>0.00838405256173</c:v>
                </c:pt>
                <c:pt idx="1998">
                  <c:v>0.00836237091894</c:v>
                </c:pt>
                <c:pt idx="1999">
                  <c:v>0.00834078027438</c:v>
                </c:pt>
                <c:pt idx="2000">
                  <c:v>0.00831928015777</c:v>
                </c:pt>
              </c:numCache>
            </c:numRef>
          </c:yVal>
        </c:ser>
        <c:ser>
          <c:idx val="1"/>
          <c:order val="1"/>
          <c:tx>
            <c:v>spin</c:v>
          </c:tx>
          <c:spPr>
            <a:ln xmlns:a="http://schemas.openxmlformats.org/drawingml/2006/main" w="15240">
              <a:solidFill>
                <a:srgbClr val="234F91"/>
              </a:solidFill>
              <a:prstDash val="dash"/>
            </a:ln>
          </c:spPr>
          <c:marker>
            <c:symbol val="none"/>
            <c:size val="5"/>
            <c:spPr>
              <a:solidFill xmlns:a="http://schemas.openxmlformats.org/drawingml/2006/main">
                <a:srgbClr val="234F91"/>
              </a:solidFill>
            </c:spPr>
          </c:marker>
          <c:xVal>
            <c:numRef>
              <c:f>'Chart Data'!$C$2:$C$2002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Data'!$D$2:$D$2002</c:f>
              <c:numCache>
                <c:formatCode>0.0</c:formatCode>
                <c:ptCount val="2001"/>
                <c:pt idx="0">
                  <c:v>0.00951851294227</c:v>
                </c:pt>
                <c:pt idx="1">
                  <c:v>0.009540758381</c:v>
                </c:pt>
                <c:pt idx="2">
                  <c:v>0.00956308212693</c:v>
                </c:pt>
                <c:pt idx="3">
                  <c:v>0.00958548454877</c:v>
                </c:pt>
                <c:pt idx="4">
                  <c:v>0.00960796601737</c:v>
                </c:pt>
                <c:pt idx="5">
                  <c:v>0.0096305269058</c:v>
                </c:pt>
                <c:pt idx="6">
                  <c:v>0.00965316758932</c:v>
                </c:pt>
                <c:pt idx="7">
                  <c:v>0.00967588844543</c:v>
                </c:pt>
                <c:pt idx="8">
                  <c:v>0.00969868985384</c:v>
                </c:pt>
                <c:pt idx="9">
                  <c:v>0.00972157219654</c:v>
                </c:pt>
                <c:pt idx="10">
                  <c:v>0.00974453585777</c:v>
                </c:pt>
                <c:pt idx="11">
                  <c:v>0.00976758122408</c:v>
                </c:pt>
                <c:pt idx="12">
                  <c:v>0.0097907086843</c:v>
                </c:pt>
                <c:pt idx="13">
                  <c:v>0.00981391862958</c:v>
                </c:pt>
                <c:pt idx="14">
                  <c:v>0.00983721145343</c:v>
                </c:pt>
                <c:pt idx="15">
                  <c:v>0.00986058755169</c:v>
                </c:pt>
                <c:pt idx="16">
                  <c:v>0.00988404732257</c:v>
                </c:pt>
                <c:pt idx="17">
                  <c:v>0.00990759116667</c:v>
                </c:pt>
                <c:pt idx="18">
                  <c:v>0.009931219487</c:v>
                </c:pt>
                <c:pt idx="19">
                  <c:v>0.00995493268898</c:v>
                </c:pt>
                <c:pt idx="20">
                  <c:v>0.00997873118048</c:v>
                </c:pt>
                <c:pt idx="21">
                  <c:v>0.0100026153718</c:v>
                </c:pt>
                <c:pt idx="22">
                  <c:v>0.0100265856758</c:v>
                </c:pt>
                <c:pt idx="23">
                  <c:v>0.0100506425077</c:v>
                </c:pt>
                <c:pt idx="24">
                  <c:v>0.0100747862853</c:v>
                </c:pt>
                <c:pt idx="25">
                  <c:v>0.0100990174289</c:v>
                </c:pt>
                <c:pt idx="26">
                  <c:v>0.0101233363614</c:v>
                </c:pt>
                <c:pt idx="27">
                  <c:v>0.0101477435083</c:v>
                </c:pt>
                <c:pt idx="28">
                  <c:v>0.0101722392975</c:v>
                </c:pt>
                <c:pt idx="29">
                  <c:v>0.0101968241597</c:v>
                </c:pt>
                <c:pt idx="30">
                  <c:v>0.0102214985281</c:v>
                </c:pt>
                <c:pt idx="31">
                  <c:v>0.0102462628387</c:v>
                </c:pt>
                <c:pt idx="32">
                  <c:v>0.0102711175298</c:v>
                </c:pt>
                <c:pt idx="33">
                  <c:v>0.0102960630429</c:v>
                </c:pt>
                <c:pt idx="34">
                  <c:v>0.0103210998217</c:v>
                </c:pt>
                <c:pt idx="35">
                  <c:v>0.010346228313</c:v>
                </c:pt>
                <c:pt idx="36">
                  <c:v>0.010371448966</c:v>
                </c:pt>
                <c:pt idx="37">
                  <c:v>0.0103967622331</c:v>
                </c:pt>
                <c:pt idx="38">
                  <c:v>0.010422168569</c:v>
                </c:pt>
                <c:pt idx="39">
                  <c:v>0.0104476684315</c:v>
                </c:pt>
                <c:pt idx="40">
                  <c:v>0.0104732622811</c:v>
                </c:pt>
                <c:pt idx="41">
                  <c:v>0.0104989505813</c:v>
                </c:pt>
                <c:pt idx="42">
                  <c:v>0.0105247337982</c:v>
                </c:pt>
                <c:pt idx="43">
                  <c:v>0.010550612401</c:v>
                </c:pt>
                <c:pt idx="44">
                  <c:v>0.0105765868617</c:v>
                </c:pt>
                <c:pt idx="45">
                  <c:v>0.0106026576553</c:v>
                </c:pt>
                <c:pt idx="46">
                  <c:v>0.0106288252598</c:v>
                </c:pt>
                <c:pt idx="47">
                  <c:v>0.0106550901559</c:v>
                </c:pt>
                <c:pt idx="48">
                  <c:v>0.0106814528276</c:v>
                </c:pt>
                <c:pt idx="49">
                  <c:v>0.0107079137617</c:v>
                </c:pt>
                <c:pt idx="50">
                  <c:v>0.0107344734483</c:v>
                </c:pt>
                <c:pt idx="51">
                  <c:v>0.0107611323802</c:v>
                </c:pt>
                <c:pt idx="52">
                  <c:v>0.0107878910536</c:v>
                </c:pt>
                <c:pt idx="53">
                  <c:v>0.0108147499676</c:v>
                </c:pt>
                <c:pt idx="54">
                  <c:v>0.0108417096246</c:v>
                </c:pt>
                <c:pt idx="55">
                  <c:v>0.01086877053</c:v>
                </c:pt>
                <c:pt idx="56">
                  <c:v>0.0108959331925</c:v>
                </c:pt>
                <c:pt idx="57">
                  <c:v>0.0109231981239</c:v>
                </c:pt>
                <c:pt idx="58">
                  <c:v>0.0109505658393</c:v>
                </c:pt>
                <c:pt idx="59">
                  <c:v>0.0109780368571</c:v>
                </c:pt>
                <c:pt idx="60">
                  <c:v>0.0110056116988</c:v>
                </c:pt>
                <c:pt idx="61">
                  <c:v>0.0110332908893</c:v>
                </c:pt>
                <c:pt idx="62">
                  <c:v>0.0110610749569</c:v>
                </c:pt>
                <c:pt idx="63">
                  <c:v>0.0110889644331</c:v>
                </c:pt>
                <c:pt idx="64">
                  <c:v>0.011116959853</c:v>
                </c:pt>
                <c:pt idx="65">
                  <c:v>0.0111450617548</c:v>
                </c:pt>
                <c:pt idx="66">
                  <c:v>0.0111732706803</c:v>
                </c:pt>
                <c:pt idx="67">
                  <c:v>0.0112015871748</c:v>
                </c:pt>
                <c:pt idx="68">
                  <c:v>0.0112300117871</c:v>
                </c:pt>
                <c:pt idx="69">
                  <c:v>0.0112585450693</c:v>
                </c:pt>
                <c:pt idx="70">
                  <c:v>0.0112871875772</c:v>
                </c:pt>
                <c:pt idx="71">
                  <c:v>0.0113159398701</c:v>
                </c:pt>
                <c:pt idx="72">
                  <c:v>0.011344802511</c:v>
                </c:pt>
                <c:pt idx="73">
                  <c:v>0.0113737760664</c:v>
                </c:pt>
                <c:pt idx="74">
                  <c:v>0.0114028611064</c:v>
                </c:pt>
                <c:pt idx="75">
                  <c:v>0.011432058205</c:v>
                </c:pt>
                <c:pt idx="76">
                  <c:v>0.0114613679396</c:v>
                </c:pt>
                <c:pt idx="77">
                  <c:v>0.0114907908916</c:v>
                </c:pt>
                <c:pt idx="78">
                  <c:v>0.0115203276459</c:v>
                </c:pt>
                <c:pt idx="79">
                  <c:v>0.0115499787915</c:v>
                </c:pt>
                <c:pt idx="80">
                  <c:v>0.0115797449209</c:v>
                </c:pt>
                <c:pt idx="81">
                  <c:v>0.0116096266307</c:v>
                </c:pt>
                <c:pt idx="82">
                  <c:v>0.0116396245213</c:v>
                </c:pt>
                <c:pt idx="83">
                  <c:v>0.0116697391969</c:v>
                </c:pt>
                <c:pt idx="84">
                  <c:v>0.0116999712657</c:v>
                </c:pt>
                <c:pt idx="85">
                  <c:v>0.0117303213399</c:v>
                </c:pt>
                <c:pt idx="86">
                  <c:v>0.0117607900358</c:v>
                </c:pt>
                <c:pt idx="87">
                  <c:v>0.0117913779735</c:v>
                </c:pt>
                <c:pt idx="88">
                  <c:v>0.0118220857774</c:v>
                </c:pt>
                <c:pt idx="89">
                  <c:v>0.0118529140758</c:v>
                </c:pt>
                <c:pt idx="90">
                  <c:v>0.0118838635012</c:v>
                </c:pt>
                <c:pt idx="91">
                  <c:v>0.0119149346902</c:v>
                </c:pt>
                <c:pt idx="92">
                  <c:v>0.0119461282839</c:v>
                </c:pt>
                <c:pt idx="93">
                  <c:v>0.0119774449272</c:v>
                </c:pt>
                <c:pt idx="94">
                  <c:v>0.0120088852695</c:v>
                </c:pt>
                <c:pt idx="95">
                  <c:v>0.0120404499644</c:v>
                </c:pt>
                <c:pt idx="96">
                  <c:v>0.01207213967</c:v>
                </c:pt>
                <c:pt idx="97">
                  <c:v>0.0121039550486</c:v>
                </c:pt>
                <c:pt idx="98">
                  <c:v>0.0121358967668</c:v>
                </c:pt>
                <c:pt idx="99">
                  <c:v>0.0121679654959</c:v>
                </c:pt>
                <c:pt idx="100">
                  <c:v>0.0122001619114</c:v>
                </c:pt>
                <c:pt idx="101">
                  <c:v>0.0122324866936</c:v>
                </c:pt>
                <c:pt idx="102">
                  <c:v>0.0122649405271</c:v>
                </c:pt>
                <c:pt idx="103">
                  <c:v>0.0122975241012</c:v>
                </c:pt>
                <c:pt idx="104">
                  <c:v>0.0123302381097</c:v>
                </c:pt>
                <c:pt idx="105">
                  <c:v>0.0123630832511</c:v>
                </c:pt>
                <c:pt idx="106">
                  <c:v>0.0123960602287</c:v>
                </c:pt>
                <c:pt idx="107">
                  <c:v>0.0124291697504</c:v>
                </c:pt>
                <c:pt idx="108">
                  <c:v>0.0124624125288</c:v>
                </c:pt>
                <c:pt idx="109">
                  <c:v>0.0124957892815</c:v>
                </c:pt>
                <c:pt idx="110">
                  <c:v>0.0125293007308</c:v>
                </c:pt>
                <c:pt idx="111">
                  <c:v>0.0125629476039</c:v>
                </c:pt>
                <c:pt idx="112">
                  <c:v>0.0125967306329</c:v>
                </c:pt>
                <c:pt idx="113">
                  <c:v>0.012630650555</c:v>
                </c:pt>
                <c:pt idx="114">
                  <c:v>0.0126647081123</c:v>
                </c:pt>
                <c:pt idx="115">
                  <c:v>0.0126989040518</c:v>
                </c:pt>
                <c:pt idx="116">
                  <c:v>0.0127332391258</c:v>
                </c:pt>
                <c:pt idx="117">
                  <c:v>0.0127677140916</c:v>
                </c:pt>
                <c:pt idx="118">
                  <c:v>0.0128023297118</c:v>
                </c:pt>
                <c:pt idx="119">
                  <c:v>0.012837086754</c:v>
                </c:pt>
                <c:pt idx="120">
                  <c:v>0.0128719859912</c:v>
                </c:pt>
                <c:pt idx="121">
                  <c:v>0.0129070282018</c:v>
                </c:pt>
                <c:pt idx="122">
                  <c:v>0.0129422141692</c:v>
                </c:pt>
                <c:pt idx="123">
                  <c:v>0.0129775446824</c:v>
                </c:pt>
                <c:pt idx="124">
                  <c:v>0.013013020536</c:v>
                </c:pt>
                <c:pt idx="125">
                  <c:v>0.0130486425296</c:v>
                </c:pt>
                <c:pt idx="126">
                  <c:v>0.0130844114688</c:v>
                </c:pt>
                <c:pt idx="127">
                  <c:v>0.0131203281644</c:v>
                </c:pt>
                <c:pt idx="128">
                  <c:v>0.0131563934331</c:v>
                </c:pt>
                <c:pt idx="129">
                  <c:v>0.013192608097</c:v>
                </c:pt>
                <c:pt idx="130">
                  <c:v>0.013228972984</c:v>
                </c:pt>
                <c:pt idx="131">
                  <c:v>0.0132654889279</c:v>
                </c:pt>
                <c:pt idx="132">
                  <c:v>0.0133021567681</c:v>
                </c:pt>
                <c:pt idx="133">
                  <c:v>0.0133389773498</c:v>
                </c:pt>
                <c:pt idx="134">
                  <c:v>0.0133759515243</c:v>
                </c:pt>
                <c:pt idx="135">
                  <c:v>0.0134130801488</c:v>
                </c:pt>
                <c:pt idx="136">
                  <c:v>0.0134503640863</c:v>
                </c:pt>
                <c:pt idx="137">
                  <c:v>0.013487804206</c:v>
                </c:pt>
                <c:pt idx="138">
                  <c:v>0.0135254013833</c:v>
                </c:pt>
                <c:pt idx="139">
                  <c:v>0.0135631564995</c:v>
                </c:pt>
                <c:pt idx="140">
                  <c:v>0.0136010704422</c:v>
                </c:pt>
                <c:pt idx="141">
                  <c:v>0.0136391441053</c:v>
                </c:pt>
                <c:pt idx="142">
                  <c:v>0.0136773783891</c:v>
                </c:pt>
                <c:pt idx="143">
                  <c:v>0.0137157741999</c:v>
                </c:pt>
                <c:pt idx="144">
                  <c:v>0.0137543324509</c:v>
                </c:pt>
                <c:pt idx="145">
                  <c:v>0.0137930540612</c:v>
                </c:pt>
                <c:pt idx="146">
                  <c:v>0.013831939957</c:v>
                </c:pt>
                <c:pt idx="147">
                  <c:v>0.0138709910706</c:v>
                </c:pt>
                <c:pt idx="148">
                  <c:v>0.0139102083412</c:v>
                </c:pt>
                <c:pt idx="149">
                  <c:v>0.0139495927146</c:v>
                </c:pt>
                <c:pt idx="150">
                  <c:v>0.0139891451434</c:v>
                </c:pt>
                <c:pt idx="151">
                  <c:v>0.0140288665869</c:v>
                </c:pt>
                <c:pt idx="152">
                  <c:v>0.0140687580114</c:v>
                </c:pt>
                <c:pt idx="153">
                  <c:v>0.01410882039</c:v>
                </c:pt>
                <c:pt idx="154">
                  <c:v>0.0141490547029</c:v>
                </c:pt>
                <c:pt idx="155">
                  <c:v>0.0141894619371</c:v>
                </c:pt>
                <c:pt idx="156">
                  <c:v>0.0142300430871</c:v>
                </c:pt>
                <c:pt idx="157">
                  <c:v>0.0142707991541</c:v>
                </c:pt>
                <c:pt idx="158">
                  <c:v>0.0143117311469</c:v>
                </c:pt>
                <c:pt idx="159">
                  <c:v>0.0143528400813</c:v>
                </c:pt>
                <c:pt idx="160">
                  <c:v>0.0143941269808</c:v>
                </c:pt>
                <c:pt idx="161">
                  <c:v>0.0144355928759</c:v>
                </c:pt>
                <c:pt idx="162">
                  <c:v>0.0144772388049</c:v>
                </c:pt>
                <c:pt idx="163">
                  <c:v>0.0145190658135</c:v>
                </c:pt>
                <c:pt idx="164">
                  <c:v>0.0145610749551</c:v>
                </c:pt>
                <c:pt idx="165">
                  <c:v>0.0146032672905</c:v>
                </c:pt>
                <c:pt idx="166">
                  <c:v>0.0146456438887</c:v>
                </c:pt>
                <c:pt idx="167">
                  <c:v>0.0146882058261</c:v>
                </c:pt>
                <c:pt idx="168">
                  <c:v>0.0147309541872</c:v>
                </c:pt>
                <c:pt idx="169">
                  <c:v>0.0147738900644</c:v>
                </c:pt>
                <c:pt idx="170">
                  <c:v>0.0148170145581</c:v>
                </c:pt>
                <c:pt idx="171">
                  <c:v>0.0148603287768</c:v>
                </c:pt>
                <c:pt idx="172">
                  <c:v>0.0149038338371</c:v>
                </c:pt>
                <c:pt idx="173">
                  <c:v>0.014947530864</c:v>
                </c:pt>
                <c:pt idx="174">
                  <c:v>0.0149914209907</c:v>
                </c:pt>
                <c:pt idx="175">
                  <c:v>0.0150355053587</c:v>
                </c:pt>
                <c:pt idx="176">
                  <c:v>0.0150797851181</c:v>
                </c:pt>
                <c:pt idx="177">
                  <c:v>0.0151242614274</c:v>
                </c:pt>
                <c:pt idx="178">
                  <c:v>0.0151689354538</c:v>
                </c:pt>
                <c:pt idx="179">
                  <c:v>0.0152138083732</c:v>
                </c:pt>
                <c:pt idx="180">
                  <c:v>0.0152588813701</c:v>
                </c:pt>
                <c:pt idx="181">
                  <c:v>0.015304155638</c:v>
                </c:pt>
                <c:pt idx="182">
                  <c:v>0.0153496323793</c:v>
                </c:pt>
                <c:pt idx="183">
                  <c:v>0.0153953128053</c:v>
                </c:pt>
                <c:pt idx="184">
                  <c:v>0.0154411981365</c:v>
                </c:pt>
                <c:pt idx="185">
                  <c:v>0.0154872896025</c:v>
                </c:pt>
                <c:pt idx="186">
                  <c:v>0.015533588442</c:v>
                </c:pt>
                <c:pt idx="187">
                  <c:v>0.0155800959033</c:v>
                </c:pt>
                <c:pt idx="188">
                  <c:v>0.015626813244</c:v>
                </c:pt>
                <c:pt idx="189">
                  <c:v>0.015673741731</c:v>
                </c:pt>
                <c:pt idx="190">
                  <c:v>0.0157208826412</c:v>
                </c:pt>
                <c:pt idx="191">
                  <c:v>0.0157682372607</c:v>
                </c:pt>
                <c:pt idx="192">
                  <c:v>0.0158158068856</c:v>
                </c:pt>
                <c:pt idx="193">
                  <c:v>0.0158635928219</c:v>
                </c:pt>
                <c:pt idx="194">
                  <c:v>0.0159115963855</c:v>
                </c:pt>
                <c:pt idx="195">
                  <c:v>0.0159598189021</c:v>
                </c:pt>
                <c:pt idx="196">
                  <c:v>0.0160082617078</c:v>
                </c:pt>
                <c:pt idx="197">
                  <c:v>0.0160569261488</c:v>
                </c:pt>
                <c:pt idx="198">
                  <c:v>0.0161058135817</c:v>
                </c:pt>
                <c:pt idx="199">
                  <c:v>0.0161549253732</c:v>
                </c:pt>
                <c:pt idx="200">
                  <c:v>0.0162042629008</c:v>
                </c:pt>
                <c:pt idx="201">
                  <c:v>0.0162538275525</c:v>
                </c:pt>
                <c:pt idx="202">
                  <c:v>0.016303620727</c:v>
                </c:pt>
                <c:pt idx="203">
                  <c:v>0.0163536438337</c:v>
                </c:pt>
                <c:pt idx="204">
                  <c:v>0.016403898293</c:v>
                </c:pt>
                <c:pt idx="205">
                  <c:v>0.0164543855361</c:v>
                </c:pt>
                <c:pt idx="206">
                  <c:v>0.0165051070057</c:v>
                </c:pt>
                <c:pt idx="207">
                  <c:v>0.0165560641551</c:v>
                </c:pt>
                <c:pt idx="208">
                  <c:v>0.0166072584495</c:v>
                </c:pt>
                <c:pt idx="209">
                  <c:v>0.016658691365</c:v>
                </c:pt>
                <c:pt idx="210">
                  <c:v>0.0167103643895</c:v>
                </c:pt>
                <c:pt idx="211">
                  <c:v>0.0167622790225</c:v>
                </c:pt>
                <c:pt idx="212">
                  <c:v>0.0168144367751</c:v>
                </c:pt>
                <c:pt idx="213">
                  <c:v>0.0168668391703</c:v>
                </c:pt>
                <c:pt idx="214">
                  <c:v>0.0169194877431</c:v>
                </c:pt>
                <c:pt idx="215">
                  <c:v>0.0169723840404</c:v>
                </c:pt>
                <c:pt idx="216">
                  <c:v>0.0170255296215</c:v>
                </c:pt>
                <c:pt idx="217">
                  <c:v>0.0170789260578</c:v>
                </c:pt>
                <c:pt idx="218">
                  <c:v>0.0171325749332</c:v>
                </c:pt>
                <c:pt idx="219">
                  <c:v>0.017186477844</c:v>
                </c:pt>
                <c:pt idx="220">
                  <c:v>0.0172406363994</c:v>
                </c:pt>
                <c:pt idx="221">
                  <c:v>0.0172950522211</c:v>
                </c:pt>
                <c:pt idx="222">
                  <c:v>0.0173497269437</c:v>
                </c:pt>
                <c:pt idx="223">
                  <c:v>0.017404662215</c:v>
                </c:pt>
                <c:pt idx="224">
                  <c:v>0.0174598596957</c:v>
                </c:pt>
                <c:pt idx="225">
                  <c:v>0.0175153210599</c:v>
                </c:pt>
                <c:pt idx="226">
                  <c:v>0.0175710479951</c:v>
                </c:pt>
                <c:pt idx="227">
                  <c:v>0.0176270422021</c:v>
                </c:pt>
                <c:pt idx="228">
                  <c:v>0.0176833053956</c:v>
                </c:pt>
                <c:pt idx="229">
                  <c:v>0.017739839304</c:v>
                </c:pt>
                <c:pt idx="230">
                  <c:v>0.0177966456694</c:v>
                </c:pt>
                <c:pt idx="231">
                  <c:v>0.0178537262483</c:v>
                </c:pt>
                <c:pt idx="232">
                  <c:v>0.0179110828109</c:v>
                </c:pt>
                <c:pt idx="233">
                  <c:v>0.0179687171422</c:v>
                </c:pt>
                <c:pt idx="234">
                  <c:v>0.0180266310413</c:v>
                </c:pt>
                <c:pt idx="235">
                  <c:v>0.0180848263221</c:v>
                </c:pt>
                <c:pt idx="236">
                  <c:v>0.0181433048131</c:v>
                </c:pt>
                <c:pt idx="237">
                  <c:v>0.0182020683577</c:v>
                </c:pt>
                <c:pt idx="238">
                  <c:v>0.0182611188143</c:v>
                </c:pt>
                <c:pt idx="239">
                  <c:v>0.0183204580565</c:v>
                </c:pt>
                <c:pt idx="240">
                  <c:v>0.0183800879734</c:v>
                </c:pt>
                <c:pt idx="241">
                  <c:v>0.0184400104691</c:v>
                </c:pt>
                <c:pt idx="242">
                  <c:v>0.0185002274637</c:v>
                </c:pt>
                <c:pt idx="243">
                  <c:v>0.0185607408931</c:v>
                </c:pt>
                <c:pt idx="244">
                  <c:v>0.0186215527088</c:v>
                </c:pt>
                <c:pt idx="245">
                  <c:v>0.0186826648786</c:v>
                </c:pt>
                <c:pt idx="246">
                  <c:v>0.0187440793865</c:v>
                </c:pt>
                <c:pt idx="247">
                  <c:v>0.0188057982331</c:v>
                </c:pt>
                <c:pt idx="248">
                  <c:v>0.0188678234351</c:v>
                </c:pt>
                <c:pt idx="249">
                  <c:v>0.0189301570263</c:v>
                </c:pt>
                <c:pt idx="250">
                  <c:v>0.0189928010573</c:v>
                </c:pt>
                <c:pt idx="251">
                  <c:v>0.0190557575958</c:v>
                </c:pt>
                <c:pt idx="252">
                  <c:v>0.0191190287267</c:v>
                </c:pt>
                <c:pt idx="253">
                  <c:v>0.0191826165521</c:v>
                </c:pt>
                <c:pt idx="254">
                  <c:v>0.0192465231921</c:v>
                </c:pt>
                <c:pt idx="255">
                  <c:v>0.0193107507843</c:v>
                </c:pt>
                <c:pt idx="256">
                  <c:v>0.0193753014841</c:v>
                </c:pt>
                <c:pt idx="257">
                  <c:v>0.0194401774653</c:v>
                </c:pt>
                <c:pt idx="258">
                  <c:v>0.0195053809198</c:v>
                </c:pt>
                <c:pt idx="259">
                  <c:v>0.0195709140582</c:v>
                </c:pt>
                <c:pt idx="260">
                  <c:v>0.0196367791094</c:v>
                </c:pt>
                <c:pt idx="261">
                  <c:v>0.0197029783216</c:v>
                </c:pt>
                <c:pt idx="262">
                  <c:v>0.0197695139616</c:v>
                </c:pt>
                <c:pt idx="263">
                  <c:v>0.0198363883158</c:v>
                </c:pt>
                <c:pt idx="264">
                  <c:v>0.0199036036898</c:v>
                </c:pt>
                <c:pt idx="265">
                  <c:v>0.019971162409</c:v>
                </c:pt>
                <c:pt idx="266">
                  <c:v>0.0200390668186</c:v>
                </c:pt>
                <c:pt idx="267">
                  <c:v>0.0201073192838</c:v>
                </c:pt>
                <c:pt idx="268">
                  <c:v>0.0201759221899</c:v>
                </c:pt>
                <c:pt idx="269">
                  <c:v>0.0202448779429</c:v>
                </c:pt>
                <c:pt idx="270">
                  <c:v>0.0203141889694</c:v>
                </c:pt>
                <c:pt idx="271">
                  <c:v>0.0203838577168</c:v>
                </c:pt>
                <c:pt idx="272">
                  <c:v>0.0204538866535</c:v>
                </c:pt>
                <c:pt idx="273">
                  <c:v>0.0205242782694</c:v>
                </c:pt>
                <c:pt idx="274">
                  <c:v>0.0205950350759</c:v>
                </c:pt>
                <c:pt idx="275">
                  <c:v>0.020666159606</c:v>
                </c:pt>
                <c:pt idx="276">
                  <c:v>0.0207376544148</c:v>
                </c:pt>
                <c:pt idx="277">
                  <c:v>0.0208095220795</c:v>
                </c:pt>
                <c:pt idx="278">
                  <c:v>0.0208817651999</c:v>
                </c:pt>
                <c:pt idx="279">
                  <c:v>0.0209543863983</c:v>
                </c:pt>
                <c:pt idx="280">
                  <c:v>0.02102738832</c:v>
                </c:pt>
                <c:pt idx="281">
                  <c:v>0.0211007736334</c:v>
                </c:pt>
                <c:pt idx="282">
                  <c:v>0.0211745450302</c:v>
                </c:pt>
                <c:pt idx="283">
                  <c:v>0.021248705226</c:v>
                </c:pt>
                <c:pt idx="284">
                  <c:v>0.0213232569599</c:v>
                </c:pt>
                <c:pt idx="285">
                  <c:v>0.0213982029955</c:v>
                </c:pt>
                <c:pt idx="286">
                  <c:v>0.0214735461204</c:v>
                </c:pt>
                <c:pt idx="287">
                  <c:v>0.0215492891473</c:v>
                </c:pt>
                <c:pt idx="288">
                  <c:v>0.0216254349134</c:v>
                </c:pt>
                <c:pt idx="289">
                  <c:v>0.0217019862812</c:v>
                </c:pt>
                <c:pt idx="290">
                  <c:v>0.0217789461388</c:v>
                </c:pt>
                <c:pt idx="291">
                  <c:v>0.0218563173997</c:v>
                </c:pt>
                <c:pt idx="292">
                  <c:v>0.0219341030036</c:v>
                </c:pt>
                <c:pt idx="293">
                  <c:v>0.0220123059164</c:v>
                </c:pt>
                <c:pt idx="294">
                  <c:v>0.0220909291304</c:v>
                </c:pt>
                <c:pt idx="295">
                  <c:v>0.022169975665</c:v>
                </c:pt>
                <c:pt idx="296">
                  <c:v>0.0222494485665</c:v>
                </c:pt>
                <c:pt idx="297">
                  <c:v>0.0223293509085</c:v>
                </c:pt>
                <c:pt idx="298">
                  <c:v>0.0224096857926</c:v>
                </c:pt>
                <c:pt idx="299">
                  <c:v>0.0224904563482</c:v>
                </c:pt>
                <c:pt idx="300">
                  <c:v>0.0225716657329</c:v>
                </c:pt>
                <c:pt idx="301">
                  <c:v>0.0226533171331</c:v>
                </c:pt>
                <c:pt idx="302">
                  <c:v>0.022735413764</c:v>
                </c:pt>
                <c:pt idx="303">
                  <c:v>0.02281795887</c:v>
                </c:pt>
                <c:pt idx="304">
                  <c:v>0.0229009557251</c:v>
                </c:pt>
                <c:pt idx="305">
                  <c:v>0.0229844076331</c:v>
                </c:pt>
                <c:pt idx="306">
                  <c:v>0.0230683179281</c:v>
                </c:pt>
                <c:pt idx="307">
                  <c:v>0.0231526899745</c:v>
                </c:pt>
                <c:pt idx="308">
                  <c:v>0.0232375271678</c:v>
                </c:pt>
                <c:pt idx="309">
                  <c:v>0.0233228329345</c:v>
                </c:pt>
                <c:pt idx="310">
                  <c:v>0.0234086107327</c:v>
                </c:pt>
                <c:pt idx="311">
                  <c:v>0.0234948640524</c:v>
                </c:pt>
                <c:pt idx="312">
                  <c:v>0.0235815964158</c:v>
                </c:pt>
                <c:pt idx="313">
                  <c:v>0.0236688113776</c:v>
                </c:pt>
                <c:pt idx="314">
                  <c:v>0.0237565125256</c:v>
                </c:pt>
                <c:pt idx="315">
                  <c:v>0.0238447034807</c:v>
                </c:pt>
                <c:pt idx="316">
                  <c:v>0.0239333878978</c:v>
                </c:pt>
                <c:pt idx="317">
                  <c:v>0.0240225694655</c:v>
                </c:pt>
                <c:pt idx="318">
                  <c:v>0.0241122519071</c:v>
                </c:pt>
                <c:pt idx="319">
                  <c:v>0.0242024389804</c:v>
                </c:pt>
                <c:pt idx="320">
                  <c:v>0.0242931344787</c:v>
                </c:pt>
                <c:pt idx="321">
                  <c:v>0.0243843422308</c:v>
                </c:pt>
                <c:pt idx="322">
                  <c:v>0.0244760661015</c:v>
                </c:pt>
                <c:pt idx="323">
                  <c:v>0.024568309992</c:v>
                </c:pt>
                <c:pt idx="324">
                  <c:v>0.0246610778401</c:v>
                </c:pt>
                <c:pt idx="325">
                  <c:v>0.0247543736212</c:v>
                </c:pt>
                <c:pt idx="326">
                  <c:v>0.024848201348</c:v>
                </c:pt>
                <c:pt idx="327">
                  <c:v>0.0249425650715</c:v>
                </c:pt>
                <c:pt idx="328">
                  <c:v>0.0250374688811</c:v>
                </c:pt>
                <c:pt idx="329">
                  <c:v>0.025132916905</c:v>
                </c:pt>
                <c:pt idx="330">
                  <c:v>0.0252289133111</c:v>
                </c:pt>
                <c:pt idx="331">
                  <c:v>0.0253254623069</c:v>
                </c:pt>
                <c:pt idx="332">
                  <c:v>0.0254225681402</c:v>
                </c:pt>
                <c:pt idx="333">
                  <c:v>0.0255202350994</c:v>
                </c:pt>
                <c:pt idx="334">
                  <c:v>0.0256184675145</c:v>
                </c:pt>
                <c:pt idx="335">
                  <c:v>0.0257172697567</c:v>
                </c:pt>
                <c:pt idx="336">
                  <c:v>0.0258166462398</c:v>
                </c:pt>
                <c:pt idx="337">
                  <c:v>0.0259166014198</c:v>
                </c:pt>
                <c:pt idx="338">
                  <c:v>0.0260171397962</c:v>
                </c:pt>
                <c:pt idx="339">
                  <c:v>0.0261182659119</c:v>
                </c:pt>
                <c:pt idx="340">
                  <c:v>0.026219984354</c:v>
                </c:pt>
                <c:pt idx="341">
                  <c:v>0.0263222997542</c:v>
                </c:pt>
                <c:pt idx="342">
                  <c:v>0.0264252167896</c:v>
                </c:pt>
                <c:pt idx="343">
                  <c:v>0.0265287401826</c:v>
                </c:pt>
                <c:pt idx="344">
                  <c:v>0.026632874702</c:v>
                </c:pt>
                <c:pt idx="345">
                  <c:v>0.0267376251635</c:v>
                </c:pt>
                <c:pt idx="346">
                  <c:v>0.0268429964298</c:v>
                </c:pt>
                <c:pt idx="347">
                  <c:v>0.0269489934116</c:v>
                </c:pt>
                <c:pt idx="348">
                  <c:v>0.0270556210682</c:v>
                </c:pt>
                <c:pt idx="349">
                  <c:v>0.0271628844075</c:v>
                </c:pt>
                <c:pt idx="350">
                  <c:v>0.0272707884872</c:v>
                </c:pt>
                <c:pt idx="351">
                  <c:v>0.0273793384152</c:v>
                </c:pt>
                <c:pt idx="352">
                  <c:v>0.0274885393499</c:v>
                </c:pt>
                <c:pt idx="353">
                  <c:v>0.0275983965013</c:v>
                </c:pt>
                <c:pt idx="354">
                  <c:v>0.0277089151311</c:v>
                </c:pt>
                <c:pt idx="355">
                  <c:v>0.0278201005536</c:v>
                </c:pt>
                <c:pt idx="356">
                  <c:v>0.0279319581365</c:v>
                </c:pt>
                <c:pt idx="357">
                  <c:v>0.0280444933011</c:v>
                </c:pt>
                <c:pt idx="358">
                  <c:v>0.0281577115232</c:v>
                </c:pt>
                <c:pt idx="359">
                  <c:v>0.0282716183336</c:v>
                </c:pt>
                <c:pt idx="360">
                  <c:v>0.0283862193192</c:v>
                </c:pt>
                <c:pt idx="361">
                  <c:v>0.0285015201229</c:v>
                </c:pt>
                <c:pt idx="362">
                  <c:v>0.0286175264451</c:v>
                </c:pt>
                <c:pt idx="363">
                  <c:v>0.0287342440437</c:v>
                </c:pt>
                <c:pt idx="364">
                  <c:v>0.0288516787353</c:v>
                </c:pt>
                <c:pt idx="365">
                  <c:v>0.0289698363955</c:v>
                </c:pt>
                <c:pt idx="366">
                  <c:v>0.02908872296</c:v>
                </c:pt>
                <c:pt idx="367">
                  <c:v>0.0292083444251</c:v>
                </c:pt>
                <c:pt idx="368">
                  <c:v>0.0293287068484</c:v>
                </c:pt>
                <c:pt idx="369">
                  <c:v>0.0294498163497</c:v>
                </c:pt>
                <c:pt idx="370">
                  <c:v>0.0295716791117</c:v>
                </c:pt>
                <c:pt idx="371">
                  <c:v>0.0296943013805</c:v>
                </c:pt>
                <c:pt idx="372">
                  <c:v>0.0298176894671</c:v>
                </c:pt>
                <c:pt idx="373">
                  <c:v>0.0299418497473</c:v>
                </c:pt>
                <c:pt idx="374">
                  <c:v>0.030066788663</c:v>
                </c:pt>
                <c:pt idx="375">
                  <c:v>0.030192512723</c:v>
                </c:pt>
                <c:pt idx="376">
                  <c:v>0.0303190285037</c:v>
                </c:pt>
                <c:pt idx="377">
                  <c:v>0.0304463426501</c:v>
                </c:pt>
                <c:pt idx="378">
                  <c:v>0.0305744618763</c:v>
                </c:pt>
                <c:pt idx="379">
                  <c:v>0.0307033929667</c:v>
                </c:pt>
                <c:pt idx="380">
                  <c:v>0.0308331427768</c:v>
                </c:pt>
                <c:pt idx="381">
                  <c:v>0.030963718234</c:v>
                </c:pt>
                <c:pt idx="382">
                  <c:v>0.0310951263385</c:v>
                </c:pt>
                <c:pt idx="383">
                  <c:v>0.0312273741641</c:v>
                </c:pt>
                <c:pt idx="384">
                  <c:v>0.0313604688596</c:v>
                </c:pt>
                <c:pt idx="385">
                  <c:v>0.031494417649</c:v>
                </c:pt>
                <c:pt idx="386">
                  <c:v>0.0316292278331</c:v>
                </c:pt>
                <c:pt idx="387">
                  <c:v>0.0317649067902</c:v>
                </c:pt>
                <c:pt idx="388">
                  <c:v>0.0319014619768</c:v>
                </c:pt>
                <c:pt idx="389">
                  <c:v>0.032038900929</c:v>
                </c:pt>
                <c:pt idx="390">
                  <c:v>0.0321772312636</c:v>
                </c:pt>
                <c:pt idx="391">
                  <c:v>0.0323164606784</c:v>
                </c:pt>
                <c:pt idx="392">
                  <c:v>0.0324565969541</c:v>
                </c:pt>
                <c:pt idx="393">
                  <c:v>0.0325976479547</c:v>
                </c:pt>
                <c:pt idx="394">
                  <c:v>0.032739621629</c:v>
                </c:pt>
                <c:pt idx="395">
                  <c:v>0.0328825260113</c:v>
                </c:pt>
                <c:pt idx="396">
                  <c:v>0.0330263692228</c:v>
                </c:pt>
                <c:pt idx="397">
                  <c:v>0.0331711594725</c:v>
                </c:pt>
                <c:pt idx="398">
                  <c:v>0.0333169050584</c:v>
                </c:pt>
                <c:pt idx="399">
                  <c:v>0.0334636143688</c:v>
                </c:pt>
                <c:pt idx="400">
                  <c:v>0.033611295883</c:v>
                </c:pt>
                <c:pt idx="401">
                  <c:v>0.033759958173</c:v>
                </c:pt>
                <c:pt idx="402">
                  <c:v>0.0339096099045</c:v>
                </c:pt>
                <c:pt idx="403">
                  <c:v>0.034060259838</c:v>
                </c:pt>
                <c:pt idx="404">
                  <c:v>0.0342119168298</c:v>
                </c:pt>
                <c:pt idx="405">
                  <c:v>0.0343645898341</c:v>
                </c:pt>
                <c:pt idx="406">
                  <c:v>0.0345182879032</c:v>
                </c:pt>
                <c:pt idx="407">
                  <c:v>0.0346730201896</c:v>
                </c:pt>
                <c:pt idx="408">
                  <c:v>0.0348287959467</c:v>
                </c:pt>
                <c:pt idx="409">
                  <c:v>0.0349856245306</c:v>
                </c:pt>
                <c:pt idx="410">
                  <c:v>0.0351435154012</c:v>
                </c:pt>
                <c:pt idx="411">
                  <c:v>0.0353024781234</c:v>
                </c:pt>
                <c:pt idx="412">
                  <c:v>0.035462522369</c:v>
                </c:pt>
                <c:pt idx="413">
                  <c:v>0.0356236579173</c:v>
                </c:pt>
                <c:pt idx="414">
                  <c:v>0.0357858946575</c:v>
                </c:pt>
                <c:pt idx="415">
                  <c:v>0.0359492425891</c:v>
                </c:pt>
                <c:pt idx="416">
                  <c:v>0.0361137118242</c:v>
                </c:pt>
                <c:pt idx="417">
                  <c:v>0.0362793125886</c:v>
                </c:pt>
                <c:pt idx="418">
                  <c:v>0.0364460552232</c:v>
                </c:pt>
                <c:pt idx="419">
                  <c:v>0.0366139501858</c:v>
                </c:pt>
                <c:pt idx="420">
                  <c:v>0.0367830080525</c:v>
                </c:pt>
                <c:pt idx="421">
                  <c:v>0.0369532395194</c:v>
                </c:pt>
                <c:pt idx="422">
                  <c:v>0.037124655404</c:v>
                </c:pt>
                <c:pt idx="423">
                  <c:v>0.0372972666467</c:v>
                </c:pt>
                <c:pt idx="424">
                  <c:v>0.0374710843131</c:v>
                </c:pt>
                <c:pt idx="425">
                  <c:v>0.0376461195949</c:v>
                </c:pt>
                <c:pt idx="426">
                  <c:v>0.037822383812</c:v>
                </c:pt>
                <c:pt idx="427">
                  <c:v>0.0379998884141</c:v>
                </c:pt>
                <c:pt idx="428">
                  <c:v>0.0381786449825</c:v>
                </c:pt>
                <c:pt idx="429">
                  <c:v>0.0383586652319</c:v>
                </c:pt>
                <c:pt idx="430">
                  <c:v>0.038539961012</c:v>
                </c:pt>
                <c:pt idx="431">
                  <c:v>0.0387225443095</c:v>
                </c:pt>
                <c:pt idx="432">
                  <c:v>0.0389064272501</c:v>
                </c:pt>
                <c:pt idx="433">
                  <c:v>0.0390916221</c:v>
                </c:pt>
                <c:pt idx="434">
                  <c:v>0.039278141268</c:v>
                </c:pt>
                <c:pt idx="435">
                  <c:v>0.0394659973074</c:v>
                </c:pt>
                <c:pt idx="436">
                  <c:v>0.0396552029182</c:v>
                </c:pt>
                <c:pt idx="437">
                  <c:v>0.0398457709487</c:v>
                </c:pt>
                <c:pt idx="438">
                  <c:v>0.0400377143978</c:v>
                </c:pt>
                <c:pt idx="439">
                  <c:v>0.0402310464169</c:v>
                </c:pt>
                <c:pt idx="440">
                  <c:v>0.0404257803121</c:v>
                </c:pt>
                <c:pt idx="441">
                  <c:v>0.0406219295464</c:v>
                </c:pt>
                <c:pt idx="442">
                  <c:v>0.0408195077415</c:v>
                </c:pt>
                <c:pt idx="443">
                  <c:v>0.0410185286803</c:v>
                </c:pt>
                <c:pt idx="444">
                  <c:v>0.0412190063091</c:v>
                </c:pt>
                <c:pt idx="445">
                  <c:v>0.0414209547396</c:v>
                </c:pt>
                <c:pt idx="446">
                  <c:v>0.0416243882517</c:v>
                </c:pt>
                <c:pt idx="447">
                  <c:v>0.041829321295</c:v>
                </c:pt>
                <c:pt idx="448">
                  <c:v>0.0420357684921</c:v>
                </c:pt>
                <c:pt idx="449">
                  <c:v>0.0422437446401</c:v>
                </c:pt>
                <c:pt idx="450">
                  <c:v>0.0424532647139</c:v>
                </c:pt>
                <c:pt idx="451">
                  <c:v>0.0426643438677</c:v>
                </c:pt>
                <c:pt idx="452">
                  <c:v>0.0428769974384</c:v>
                </c:pt>
                <c:pt idx="453">
                  <c:v>0.0430912409476</c:v>
                </c:pt>
                <c:pt idx="454">
                  <c:v>0.0433070901044</c:v>
                </c:pt>
                <c:pt idx="455">
                  <c:v>0.0435245608078</c:v>
                </c:pt>
                <c:pt idx="456">
                  <c:v>0.0437436691497</c:v>
                </c:pt>
                <c:pt idx="457">
                  <c:v>0.0439644314172</c:v>
                </c:pt>
                <c:pt idx="458">
                  <c:v>0.0441868640958</c:v>
                </c:pt>
                <c:pt idx="459">
                  <c:v>0.0444109838716</c:v>
                </c:pt>
                <c:pt idx="460">
                  <c:v>0.0446368076346</c:v>
                </c:pt>
                <c:pt idx="461">
                  <c:v>0.0448643524815</c:v>
                </c:pt>
                <c:pt idx="462">
                  <c:v>0.0450936357184</c:v>
                </c:pt>
                <c:pt idx="463">
                  <c:v>0.0453246748639</c:v>
                </c:pt>
                <c:pt idx="464">
                  <c:v>0.0455574876521</c:v>
                </c:pt>
                <c:pt idx="465">
                  <c:v>0.0457920920356</c:v>
                </c:pt>
                <c:pt idx="466">
                  <c:v>0.0460285061885</c:v>
                </c:pt>
                <c:pt idx="467">
                  <c:v>0.0462667485099</c:v>
                </c:pt>
                <c:pt idx="468">
                  <c:v>0.0465068376266</c:v>
                </c:pt>
                <c:pt idx="469">
                  <c:v>0.0467487923967</c:v>
                </c:pt>
                <c:pt idx="470">
                  <c:v>0.0469926319127</c:v>
                </c:pt>
                <c:pt idx="471">
                  <c:v>0.0472383755049</c:v>
                </c:pt>
                <c:pt idx="472">
                  <c:v>0.0474860427449</c:v>
                </c:pt>
                <c:pt idx="473">
                  <c:v>0.0477356534488</c:v>
                </c:pt>
                <c:pt idx="474">
                  <c:v>0.0479872276807</c:v>
                </c:pt>
                <c:pt idx="475">
                  <c:v>0.0482407857565</c:v>
                </c:pt>
                <c:pt idx="476">
                  <c:v>0.0484963482473</c:v>
                </c:pt>
                <c:pt idx="477">
                  <c:v>0.0487539359832</c:v>
                </c:pt>
                <c:pt idx="478">
                  <c:v>0.0490135700568</c:v>
                </c:pt>
                <c:pt idx="479">
                  <c:v>0.0492752718269</c:v>
                </c:pt>
                <c:pt idx="480">
                  <c:v>0.0495390629228</c:v>
                </c:pt>
                <c:pt idx="481">
                  <c:v>0.0498049652478</c:v>
                </c:pt>
                <c:pt idx="482">
                  <c:v>0.0500730009829</c:v>
                </c:pt>
                <c:pt idx="483">
                  <c:v>0.0503431925914</c:v>
                </c:pt>
                <c:pt idx="484">
                  <c:v>0.0506155628225</c:v>
                </c:pt>
                <c:pt idx="485">
                  <c:v>0.0508901347157</c:v>
                </c:pt>
                <c:pt idx="486">
                  <c:v>0.0511669316047</c:v>
                </c:pt>
                <c:pt idx="487">
                  <c:v>0.0514459771218</c:v>
                </c:pt>
                <c:pt idx="488">
                  <c:v>0.0517272952022</c:v>
                </c:pt>
                <c:pt idx="489">
                  <c:v>0.0520109100883</c:v>
                </c:pt>
                <c:pt idx="490">
                  <c:v>0.0522968463344</c:v>
                </c:pt>
                <c:pt idx="491">
                  <c:v>0.0525851288107</c:v>
                </c:pt>
                <c:pt idx="492">
                  <c:v>0.0528757827082</c:v>
                </c:pt>
                <c:pt idx="493">
                  <c:v>0.0531688335434</c:v>
                </c:pt>
                <c:pt idx="494">
                  <c:v>0.0534643071629</c:v>
                </c:pt>
                <c:pt idx="495">
                  <c:v>0.0537622297478</c:v>
                </c:pt>
                <c:pt idx="496">
                  <c:v>0.0540626278194</c:v>
                </c:pt>
                <c:pt idx="497">
                  <c:v>0.0543655282432</c:v>
                </c:pt>
                <c:pt idx="498">
                  <c:v>0.0546709582344</c:v>
                </c:pt>
                <c:pt idx="499">
                  <c:v>0.0549789453628</c:v>
                </c:pt>
                <c:pt idx="500">
                  <c:v>0.055289517558</c:v>
                </c:pt>
                <c:pt idx="501">
                  <c:v>0.0556027031146</c:v>
                </c:pt>
                <c:pt idx="502">
                  <c:v>0.0559185306974</c:v>
                </c:pt>
                <c:pt idx="503">
                  <c:v>0.0562370293466</c:v>
                </c:pt>
                <c:pt idx="504">
                  <c:v>0.0565582284836</c:v>
                </c:pt>
                <c:pt idx="505">
                  <c:v>0.0568821579164</c:v>
                </c:pt>
                <c:pt idx="506">
                  <c:v>0.0572088478449</c:v>
                </c:pt>
                <c:pt idx="507">
                  <c:v>0.0575383288667</c:v>
                </c:pt>
                <c:pt idx="508">
                  <c:v>0.0578706319831</c:v>
                </c:pt>
                <c:pt idx="509">
                  <c:v>0.0582057886045</c:v>
                </c:pt>
                <c:pt idx="510">
                  <c:v>0.0585438305567</c:v>
                </c:pt>
                <c:pt idx="511">
                  <c:v>0.0588847900866</c:v>
                </c:pt>
                <c:pt idx="512">
                  <c:v>0.0592286998683</c:v>
                </c:pt>
                <c:pt idx="513">
                  <c:v>0.0595755930093</c:v>
                </c:pt>
                <c:pt idx="514">
                  <c:v>0.0599255030567</c:v>
                </c:pt>
                <c:pt idx="515">
                  <c:v>0.0602784640035</c:v>
                </c:pt>
                <c:pt idx="516">
                  <c:v>0.0606345102952</c:v>
                </c:pt>
                <c:pt idx="517">
                  <c:v>0.0609936768358</c:v>
                </c:pt>
                <c:pt idx="518">
                  <c:v>0.0613559989948</c:v>
                </c:pt>
                <c:pt idx="519">
                  <c:v>0.0617215126137</c:v>
                </c:pt>
                <c:pt idx="520">
                  <c:v>0.0620902540126</c:v>
                </c:pt>
                <c:pt idx="521">
                  <c:v>0.0624622599973</c:v>
                </c:pt>
                <c:pt idx="522">
                  <c:v>0.062837567866</c:v>
                </c:pt>
                <c:pt idx="523">
                  <c:v>0.0632162154161</c:v>
                </c:pt>
                <c:pt idx="524">
                  <c:v>0.0635982409517</c:v>
                </c:pt>
                <c:pt idx="525">
                  <c:v>0.0639836832906</c:v>
                </c:pt>
                <c:pt idx="526">
                  <c:v>0.0643725817714</c:v>
                </c:pt>
                <c:pt idx="527">
                  <c:v>0.0647649762607</c:v>
                </c:pt>
                <c:pt idx="528">
                  <c:v>0.0651609071612</c:v>
                </c:pt>
                <c:pt idx="529">
                  <c:v>0.0655604154183</c:v>
                </c:pt>
                <c:pt idx="530">
                  <c:v>0.0659635425284</c:v>
                </c:pt>
                <c:pt idx="531">
                  <c:v>0.0663703305461</c:v>
                </c:pt>
                <c:pt idx="532">
                  <c:v>0.0667808220923</c:v>
                </c:pt>
                <c:pt idx="533">
                  <c:v>0.0671950603616</c:v>
                </c:pt>
                <c:pt idx="534">
                  <c:v>0.0676130891308</c:v>
                </c:pt>
                <c:pt idx="535">
                  <c:v>0.0680349527663</c:v>
                </c:pt>
                <c:pt idx="536">
                  <c:v>0.0684606962328</c:v>
                </c:pt>
                <c:pt idx="537">
                  <c:v>0.0688903651006</c:v>
                </c:pt>
                <c:pt idx="538">
                  <c:v>0.0693240055549</c:v>
                </c:pt>
                <c:pt idx="539">
                  <c:v>0.0697616644032</c:v>
                </c:pt>
                <c:pt idx="540">
                  <c:v>0.0702033890842</c:v>
                </c:pt>
                <c:pt idx="541">
                  <c:v>0.0706492276759</c:v>
                </c:pt>
                <c:pt idx="542">
                  <c:v>0.0710992289046</c:v>
                </c:pt>
                <c:pt idx="543">
                  <c:v>0.0715534421531</c:v>
                </c:pt>
                <c:pt idx="544">
                  <c:v>0.0720119174694</c:v>
                </c:pt>
                <c:pt idx="545">
                  <c:v>0.0724747055757</c:v>
                </c:pt>
                <c:pt idx="546">
                  <c:v>0.0729418578768</c:v>
                </c:pt>
                <c:pt idx="547">
                  <c:v>0.0734134264694</c:v>
                </c:pt>
                <c:pt idx="548">
                  <c:v>0.0738894641506</c:v>
                </c:pt>
                <c:pt idx="549">
                  <c:v>0.0743700244269</c:v>
                </c:pt>
                <c:pt idx="550">
                  <c:v>0.0748551615236</c:v>
                </c:pt>
                <c:pt idx="551">
                  <c:v>0.0753449303934</c:v>
                </c:pt>
                <c:pt idx="552">
                  <c:v>0.0758393867256</c:v>
                </c:pt>
                <c:pt idx="553">
                  <c:v>0.0763385869553</c:v>
                </c:pt>
                <c:pt idx="554">
                  <c:v>0.0768425882727</c:v>
                </c:pt>
                <c:pt idx="555">
                  <c:v>0.0773514486317</c:v>
                </c:pt>
                <c:pt idx="556">
                  <c:v>0.07786522676</c:v>
                </c:pt>
                <c:pt idx="557">
                  <c:v>0.0783839821675</c:v>
                </c:pt>
                <c:pt idx="558">
                  <c:v>0.0789077751558</c:v>
                </c:pt>
                <c:pt idx="559">
                  <c:v>0.0794366668276</c:v>
                </c:pt>
                <c:pt idx="560">
                  <c:v>0.0799707190956</c:v>
                </c:pt>
                <c:pt idx="561">
                  <c:v>0.0805099946921</c:v>
                </c:pt>
                <c:pt idx="562">
                  <c:v>0.0810545571776</c:v>
                </c:pt>
                <c:pt idx="563">
                  <c:v>0.0816044709507</c:v>
                </c:pt>
                <c:pt idx="564">
                  <c:v>0.0821598012564</c:v>
                </c:pt>
                <c:pt idx="565">
                  <c:v>0.0827206141958</c:v>
                </c:pt>
                <c:pt idx="566">
                  <c:v>0.0832869767347</c:v>
                </c:pt>
                <c:pt idx="567">
                  <c:v>0.0838589567129</c:v>
                </c:pt>
                <c:pt idx="568">
                  <c:v>0.0844366228526</c:v>
                </c:pt>
                <c:pt idx="569">
                  <c:v>0.0850200447677</c:v>
                </c:pt>
                <c:pt idx="570">
                  <c:v>0.0856092929718</c:v>
                </c:pt>
                <c:pt idx="571">
                  <c:v>0.0862044388873</c:v>
                </c:pt>
                <c:pt idx="572">
                  <c:v>0.0868055548536</c:v>
                </c:pt>
                <c:pt idx="573">
                  <c:v>0.0874127141355</c:v>
                </c:pt>
                <c:pt idx="574">
                  <c:v>0.0880259909307</c:v>
                </c:pt>
                <c:pt idx="575">
                  <c:v>0.0886454603788</c:v>
                </c:pt>
                <c:pt idx="576">
                  <c:v>0.0892711985679</c:v>
                </c:pt>
                <c:pt idx="577">
                  <c:v>0.0899032825429</c:v>
                </c:pt>
                <c:pt idx="578">
                  <c:v>0.0905417903125</c:v>
                </c:pt>
                <c:pt idx="579">
                  <c:v>0.0911868008561</c:v>
                </c:pt>
                <c:pt idx="580">
                  <c:v>0.0918383941307</c:v>
                </c:pt>
                <c:pt idx="581">
                  <c:v>0.0924966510776</c:v>
                </c:pt>
                <c:pt idx="582">
                  <c:v>0.0931616536281</c:v>
                </c:pt>
                <c:pt idx="583">
                  <c:v>0.0938334847097</c:v>
                </c:pt>
                <c:pt idx="584">
                  <c:v>0.0945122282512</c:v>
                </c:pt>
                <c:pt idx="585">
                  <c:v>0.095197969188</c:v>
                </c:pt>
                <c:pt idx="586">
                  <c:v>0.0958907934669</c:v>
                </c:pt>
                <c:pt idx="587">
                  <c:v>0.0965907880497</c:v>
                </c:pt>
                <c:pt idx="588">
                  <c:v>0.0972980409177</c:v>
                </c:pt>
                <c:pt idx="589">
                  <c:v>0.0980126410742</c:v>
                </c:pt>
                <c:pt idx="590">
                  <c:v>0.0987346785477</c:v>
                </c:pt>
                <c:pt idx="591">
                  <c:v>0.0994642443936</c:v>
                </c:pt>
                <c:pt idx="592">
                  <c:v>0.100201430696</c:v>
                </c:pt>
                <c:pt idx="593">
                  <c:v>0.100946330569</c:v>
                </c:pt>
                <c:pt idx="594">
                  <c:v>0.101699038154</c:v>
                </c:pt>
                <c:pt idx="595">
                  <c:v>0.102459648625</c:v>
                </c:pt>
                <c:pt idx="596">
                  <c:v>0.10322825818</c:v>
                </c:pt>
                <c:pt idx="597">
                  <c:v>0.104004964046</c:v>
                </c:pt>
                <c:pt idx="598">
                  <c:v>0.10478986447</c:v>
                </c:pt>
                <c:pt idx="599">
                  <c:v>0.105583058718</c:v>
                </c:pt>
                <c:pt idx="600">
                  <c:v>0.106384647072</c:v>
                </c:pt>
                <c:pt idx="601">
                  <c:v>0.107194730818</c:v>
                </c:pt>
                <c:pt idx="602">
                  <c:v>0.108013412247</c:v>
                </c:pt>
                <c:pt idx="603">
                  <c:v>0.108840794641</c:v>
                </c:pt>
                <c:pt idx="604">
                  <c:v>0.109676982266</c:v>
                </c:pt>
                <c:pt idx="605">
                  <c:v>0.110522080362</c:v>
                </c:pt>
                <c:pt idx="606">
                  <c:v>0.11137619513</c:v>
                </c:pt>
                <c:pt idx="607">
                  <c:v>0.11223943372</c:v>
                </c:pt>
                <c:pt idx="608">
                  <c:v>0.113111904218</c:v>
                </c:pt>
                <c:pt idx="609">
                  <c:v>0.113993715625</c:v>
                </c:pt>
                <c:pt idx="610">
                  <c:v>0.114884977846</c:v>
                </c:pt>
                <c:pt idx="611">
                  <c:v>0.115785801666</c:v>
                </c:pt>
                <c:pt idx="612">
                  <c:v>0.116696298732</c:v>
                </c:pt>
                <c:pt idx="613">
                  <c:v>0.117616581529</c:v>
                </c:pt>
                <c:pt idx="614">
                  <c:v>0.118546763356</c:v>
                </c:pt>
                <c:pt idx="615">
                  <c:v>0.1194869583</c:v>
                </c:pt>
                <c:pt idx="616">
                  <c:v>0.120437281207</c:v>
                </c:pt>
                <c:pt idx="617">
                  <c:v>0.121397847653</c:v>
                </c:pt>
                <c:pt idx="618">
                  <c:v>0.122368773908</c:v>
                </c:pt>
                <c:pt idx="619">
                  <c:v>0.123350176907</c:v>
                </c:pt>
                <c:pt idx="620">
                  <c:v>0.124342174205</c:v>
                </c:pt>
                <c:pt idx="621">
                  <c:v>0.125344883946</c:v>
                </c:pt>
                <c:pt idx="622">
                  <c:v>0.126358424812</c:v>
                </c:pt>
                <c:pt idx="623">
                  <c:v>0.127382915986</c:v>
                </c:pt>
                <c:pt idx="624">
                  <c:v>0.128418477098</c:v>
                </c:pt>
                <c:pt idx="625">
                  <c:v>0.129465228179</c:v>
                </c:pt>
                <c:pt idx="626">
                  <c:v>0.130523289604</c:v>
                </c:pt>
                <c:pt idx="627">
                  <c:v>0.131592782041</c:v>
                </c:pt>
                <c:pt idx="628">
                  <c:v>0.132673826383</c:v>
                </c:pt>
                <c:pt idx="629">
                  <c:v>0.133766543693</c:v>
                </c:pt>
                <c:pt idx="630">
                  <c:v>0.134871055135</c:v>
                </c:pt>
                <c:pt idx="631">
                  <c:v>0.135987481902</c:v>
                </c:pt>
                <c:pt idx="632">
                  <c:v>0.137115945147</c:v>
                </c:pt>
                <c:pt idx="633">
                  <c:v>0.138256565902</c:v>
                </c:pt>
                <c:pt idx="634">
                  <c:v>0.139409465001</c:v>
                </c:pt>
                <c:pt idx="635">
                  <c:v>0.140574762992</c:v>
                </c:pt>
                <c:pt idx="636">
                  <c:v>0.141752580051</c:v>
                </c:pt>
                <c:pt idx="637">
                  <c:v>0.142943035889</c:v>
                </c:pt>
                <c:pt idx="638">
                  <c:v>0.144146249654</c:v>
                </c:pt>
                <c:pt idx="639">
                  <c:v>0.145362339831</c:v>
                </c:pt>
                <c:pt idx="640">
                  <c:v>0.146591424136</c:v>
                </c:pt>
                <c:pt idx="641">
                  <c:v>0.147833619405</c:v>
                </c:pt>
                <c:pt idx="642">
                  <c:v>0.149089041484</c:v>
                </c:pt>
                <c:pt idx="643">
                  <c:v>0.150357805103</c:v>
                </c:pt>
                <c:pt idx="644">
                  <c:v>0.151640023758</c:v>
                </c:pt>
                <c:pt idx="645">
                  <c:v>0.152935809581</c:v>
                </c:pt>
                <c:pt idx="646">
                  <c:v>0.154245273203</c:v>
                </c:pt>
                <c:pt idx="647">
                  <c:v>0.155568523622</c:v>
                </c:pt>
                <c:pt idx="648">
                  <c:v>0.156905668053</c:v>
                </c:pt>
                <c:pt idx="649">
                  <c:v>0.158256811785</c:v>
                </c:pt>
                <c:pt idx="650">
                  <c:v>0.159622058026</c:v>
                </c:pt>
                <c:pt idx="651">
                  <c:v>0.161001507742</c:v>
                </c:pt>
                <c:pt idx="652">
                  <c:v>0.162395259498</c:v>
                </c:pt>
                <c:pt idx="653">
                  <c:v>0.163803409289</c:v>
                </c:pt>
                <c:pt idx="654">
                  <c:v>0.165226050361</c:v>
                </c:pt>
                <c:pt idx="655">
                  <c:v>0.166663273039</c:v>
                </c:pt>
                <c:pt idx="656">
                  <c:v>0.168115164543</c:v>
                </c:pt>
                <c:pt idx="657">
                  <c:v>0.169581808794</c:v>
                </c:pt>
                <c:pt idx="658">
                  <c:v>0.171063286229</c:v>
                </c:pt>
                <c:pt idx="659">
                  <c:v>0.172559673596</c:v>
                </c:pt>
                <c:pt idx="660">
                  <c:v>0.174071043757</c:v>
                </c:pt>
                <c:pt idx="661">
                  <c:v>0.175597465475</c:v>
                </c:pt>
                <c:pt idx="662">
                  <c:v>0.177139003212</c:v>
                </c:pt>
                <c:pt idx="663">
                  <c:v>0.178695716903</c:v>
                </c:pt>
                <c:pt idx="664">
                  <c:v>0.180267661746</c:v>
                </c:pt>
                <c:pt idx="665">
                  <c:v>0.181854887973</c:v>
                </c:pt>
                <c:pt idx="666">
                  <c:v>0.183457440626</c:v>
                </c:pt>
                <c:pt idx="667">
                  <c:v>0.185075359327</c:v>
                </c:pt>
                <c:pt idx="668">
                  <c:v>0.186708678046</c:v>
                </c:pt>
                <c:pt idx="669">
                  <c:v>0.188357424866</c:v>
                </c:pt>
                <c:pt idx="670">
                  <c:v>0.190021621745</c:v>
                </c:pt>
                <c:pt idx="671">
                  <c:v>0.191701284279</c:v>
                </c:pt>
                <c:pt idx="672">
                  <c:v>0.193396421456</c:v>
                </c:pt>
                <c:pt idx="673">
                  <c:v>0.195107035425</c:v>
                </c:pt>
                <c:pt idx="674">
                  <c:v>0.196833121243</c:v>
                </c:pt>
                <c:pt idx="675">
                  <c:v>0.19857466664</c:v>
                </c:pt>
                <c:pt idx="676">
                  <c:v>0.200331651777</c:v>
                </c:pt>
                <c:pt idx="677">
                  <c:v>0.202104049003</c:v>
                </c:pt>
                <c:pt idx="678">
                  <c:v>0.203891822621</c:v>
                </c:pt>
                <c:pt idx="679">
                  <c:v>0.205694928645</c:v>
                </c:pt>
                <c:pt idx="680">
                  <c:v>0.207513314575</c:v>
                </c:pt>
                <c:pt idx="681">
                  <c:v>0.209346919161</c:v>
                </c:pt>
                <c:pt idx="682">
                  <c:v>0.21119567218</c:v>
                </c:pt>
                <c:pt idx="683">
                  <c:v>0.213059494215</c:v>
                </c:pt>
                <c:pt idx="684">
                  <c:v>0.21493829644</c:v>
                </c:pt>
                <c:pt idx="685">
                  <c:v>0.216831980413</c:v>
                </c:pt>
                <c:pt idx="686">
                  <c:v>0.218740437873</c:v>
                </c:pt>
                <c:pt idx="687">
                  <c:v>0.220663550547</c:v>
                </c:pt>
                <c:pt idx="688">
                  <c:v>0.222601189967</c:v>
                </c:pt>
                <c:pt idx="689">
                  <c:v>0.224553217294</c:v>
                </c:pt>
                <c:pt idx="690">
                  <c:v>0.226519483153</c:v>
                </c:pt>
                <c:pt idx="691">
                  <c:v>0.22849982748</c:v>
                </c:pt>
                <c:pt idx="692">
                  <c:v>0.230494079382</c:v>
                </c:pt>
                <c:pt idx="693">
                  <c:v>0.232502057006</c:v>
                </c:pt>
                <c:pt idx="694">
                  <c:v>0.234523567426</c:v>
                </c:pt>
                <c:pt idx="695">
                  <c:v>0.23655840654</c:v>
                </c:pt>
                <c:pt idx="696">
                  <c:v>0.238606358987</c:v>
                </c:pt>
                <c:pt idx="697">
                  <c:v>0.240667198076</c:v>
                </c:pt>
                <c:pt idx="698">
                  <c:v>0.242740685731</c:v>
                </c:pt>
                <c:pt idx="699">
                  <c:v>0.24482657246</c:v>
                </c:pt>
                <c:pt idx="700">
                  <c:v>0.246924597333</c:v>
                </c:pt>
                <c:pt idx="701">
                  <c:v>0.249034487983</c:v>
                </c:pt>
                <c:pt idx="702">
                  <c:v>0.251155960631</c:v>
                </c:pt>
                <c:pt idx="703">
                  <c:v>0.253288720118</c:v>
                </c:pt>
                <c:pt idx="704">
                  <c:v>0.255432459972</c:v>
                </c:pt>
                <c:pt idx="705">
                  <c:v>0.257586862486</c:v>
                </c:pt>
                <c:pt idx="706">
                  <c:v>0.259751598821</c:v>
                </c:pt>
                <c:pt idx="707">
                  <c:v>0.261926329131</c:v>
                </c:pt>
                <c:pt idx="708">
                  <c:v>0.264110702704</c:v>
                </c:pt>
                <c:pt idx="709">
                  <c:v>0.266304358137</c:v>
                </c:pt>
                <c:pt idx="710">
                  <c:v>0.268506923521</c:v>
                </c:pt>
                <c:pt idx="711">
                  <c:v>0.270718016655</c:v>
                </c:pt>
                <c:pt idx="712">
                  <c:v>0.272937245283</c:v>
                </c:pt>
                <c:pt idx="713">
                  <c:v>0.275164207349</c:v>
                </c:pt>
                <c:pt idx="714">
                  <c:v>0.277398491278</c:v>
                </c:pt>
                <c:pt idx="715">
                  <c:v>0.279639676282</c:v>
                </c:pt>
                <c:pt idx="716">
                  <c:v>0.281887332678</c:v>
                </c:pt>
                <c:pt idx="717">
                  <c:v>0.28414102224</c:v>
                </c:pt>
                <c:pt idx="718">
                  <c:v>0.286400298563</c:v>
                </c:pt>
                <c:pt idx="719">
                  <c:v>0.288664707456</c:v>
                </c:pt>
                <c:pt idx="720">
                  <c:v>0.290933787345</c:v>
                </c:pt>
                <c:pt idx="721">
                  <c:v>0.293207069708</c:v>
                </c:pt>
                <c:pt idx="722">
                  <c:v>0.295484079524</c:v>
                </c:pt>
                <c:pt idx="723">
                  <c:v>0.297764335733</c:v>
                </c:pt>
                <c:pt idx="724">
                  <c:v>0.300047351729</c:v>
                </c:pt>
                <c:pt idx="725">
                  <c:v>0.30233263586</c:v>
                </c:pt>
                <c:pt idx="726">
                  <c:v>0.304619691944</c:v>
                </c:pt>
                <c:pt idx="727">
                  <c:v>0.306908019806</c:v>
                </c:pt>
                <c:pt idx="728">
                  <c:v>0.309197115825</c:v>
                </c:pt>
                <c:pt idx="729">
                  <c:v>0.311486473493</c:v>
                </c:pt>
                <c:pt idx="730">
                  <c:v>0.313775583995</c:v>
                </c:pt>
                <c:pt idx="731">
                  <c:v>0.316063936785</c:v>
                </c:pt>
                <c:pt idx="732">
                  <c:v>0.318351020189</c:v>
                </c:pt>
                <c:pt idx="733">
                  <c:v>0.320636322002</c:v>
                </c:pt>
                <c:pt idx="734">
                  <c:v>0.322919330103</c:v>
                </c:pt>
                <c:pt idx="735">
                  <c:v>0.325199533068</c:v>
                </c:pt>
                <c:pt idx="736">
                  <c:v>0.327476420795</c:v>
                </c:pt>
                <c:pt idx="737">
                  <c:v>0.329749485127</c:v>
                </c:pt>
                <c:pt idx="738">
                  <c:v>0.33201822048</c:v>
                </c:pt>
                <c:pt idx="739">
                  <c:v>0.334282124469</c:v>
                </c:pt>
                <c:pt idx="740">
                  <c:v>0.336540698536</c:v>
                </c:pt>
                <c:pt idx="741">
                  <c:v>0.338793448576</c:v>
                </c:pt>
                <c:pt idx="742">
                  <c:v>0.341039885554</c:v>
                </c:pt>
                <c:pt idx="743">
                  <c:v>0.343279526122</c:v>
                </c:pt>
                <c:pt idx="744">
                  <c:v>0.345511893231</c:v>
                </c:pt>
                <c:pt idx="745">
                  <c:v>0.347736516723</c:v>
                </c:pt>
                <c:pt idx="746">
                  <c:v>0.349952933929</c:v>
                </c:pt>
                <c:pt idx="747">
                  <c:v>0.352160690244</c:v>
                </c:pt>
                <c:pt idx="748">
                  <c:v>0.354359339694</c:v>
                </c:pt>
                <c:pt idx="749">
                  <c:v>0.356548445486</c:v>
                </c:pt>
                <c:pt idx="750">
                  <c:v>0.358727580544</c:v>
                </c:pt>
                <c:pt idx="751">
                  <c:v>0.360896328028</c:v>
                </c:pt>
                <c:pt idx="752">
                  <c:v>0.363054281831</c:v>
                </c:pt>
                <c:pt idx="753">
                  <c:v>0.365201047058</c:v>
                </c:pt>
                <c:pt idx="754">
                  <c:v>0.367336240482</c:v>
                </c:pt>
                <c:pt idx="755">
                  <c:v>0.369459490979</c:v>
                </c:pt>
                <c:pt idx="756">
                  <c:v>0.371570439937</c:v>
                </c:pt>
                <c:pt idx="757">
                  <c:v>0.373668741633</c:v>
                </c:pt>
                <c:pt idx="758">
                  <c:v>0.375754063597</c:v>
                </c:pt>
                <c:pt idx="759">
                  <c:v>0.377826086935</c:v>
                </c:pt>
                <c:pt idx="760">
                  <c:v>0.379884506627</c:v>
                </c:pt>
                <c:pt idx="761">
                  <c:v>0.381929031795</c:v>
                </c:pt>
                <c:pt idx="762">
                  <c:v>0.383959385942</c:v>
                </c:pt>
                <c:pt idx="763">
                  <c:v>0.385975307154</c:v>
                </c:pt>
                <c:pt idx="764">
                  <c:v>0.387976548269</c:v>
                </c:pt>
                <c:pt idx="765">
                  <c:v>0.38996287702</c:v>
                </c:pt>
                <c:pt idx="766">
                  <c:v>0.391934076136</c:v>
                </c:pt>
                <c:pt idx="767">
                  <c:v>0.393889943409</c:v>
                </c:pt>
                <c:pt idx="768">
                  <c:v>0.395830291731</c:v>
                </c:pt>
                <c:pt idx="769">
                  <c:v>0.397754949094</c:v>
                </c:pt>
                <c:pt idx="770">
                  <c:v>0.399663758547</c:v>
                </c:pt>
                <c:pt idx="771">
                  <c:v>0.401556578133</c:v>
                </c:pt>
                <c:pt idx="772">
                  <c:v>0.403433280777</c:v>
                </c:pt>
                <c:pt idx="773">
                  <c:v>0.405293754144</c:v>
                </c:pt>
                <c:pt idx="774">
                  <c:v>0.407137900468</c:v>
                </c:pt>
                <c:pt idx="775">
                  <c:v>0.408965636336</c:v>
                </c:pt>
                <c:pt idx="776">
                  <c:v>0.410776892451</c:v>
                </c:pt>
                <c:pt idx="777">
                  <c:v>0.41257161335</c:v>
                </c:pt>
                <c:pt idx="778">
                  <c:v>0.414349757105</c:v>
                </c:pt>
                <c:pt idx="779">
                  <c:v>0.416111294975</c:v>
                </c:pt>
                <c:pt idx="780">
                  <c:v>0.41785621105</c:v>
                </c:pt>
                <c:pt idx="781">
                  <c:v>0.419584501845</c:v>
                </c:pt>
                <c:pt idx="782">
                  <c:v>0.421296175884</c:v>
                </c:pt>
                <c:pt idx="783">
                  <c:v>0.422991253251</c:v>
                </c:pt>
                <c:pt idx="784">
                  <c:v>0.424669765115</c:v>
                </c:pt>
                <c:pt idx="785">
                  <c:v>0.426331753237</c:v>
                </c:pt>
                <c:pt idx="786">
                  <c:v>0.427977269452</c:v>
                </c:pt>
                <c:pt idx="787">
                  <c:v>0.429606375138</c:v>
                </c:pt>
                <c:pt idx="788">
                  <c:v>0.431219140659</c:v>
                </c:pt>
                <c:pt idx="789">
                  <c:v>0.432815644795</c:v>
                </c:pt>
                <c:pt idx="790">
                  <c:v>0.434395974166</c:v>
                </c:pt>
                <c:pt idx="791">
                  <c:v>0.435960222628</c:v>
                </c:pt>
                <c:pt idx="792">
                  <c:v>0.437508490674</c:v>
                </c:pt>
                <c:pt idx="793">
                  <c:v>0.439040884818</c:v>
                </c:pt>
                <c:pt idx="794">
                  <c:v>0.440557516971</c:v>
                </c:pt>
                <c:pt idx="795">
                  <c:v>0.442058503818</c:v>
                </c:pt>
                <c:pt idx="796">
                  <c:v>0.443543966186</c:v>
                </c:pt>
                <c:pt idx="797">
                  <c:v>0.445014028415</c:v>
                </c:pt>
                <c:pt idx="798">
                  <c:v>0.446468817725</c:v>
                </c:pt>
                <c:pt idx="799">
                  <c:v>0.447908463587</c:v>
                </c:pt>
                <c:pt idx="800">
                  <c:v>0.449333097095</c:v>
                </c:pt>
                <c:pt idx="801">
                  <c:v>0.450742850347</c:v>
                </c:pt>
                <c:pt idx="802">
                  <c:v>0.452137855828</c:v>
                </c:pt>
                <c:pt idx="803">
                  <c:v>0.453518245799</c:v>
                </c:pt>
                <c:pt idx="804">
                  <c:v>0.454884151703</c:v>
                </c:pt>
                <c:pt idx="805">
                  <c:v>0.45623570357</c:v>
                </c:pt>
                <c:pt idx="806">
                  <c:v>0.457573029443</c:v>
                </c:pt>
                <c:pt idx="807">
                  <c:v>0.458896254808</c:v>
                </c:pt>
                <c:pt idx="808">
                  <c:v>0.46020550204</c:v>
                </c:pt>
                <c:pt idx="809">
                  <c:v>0.461500889866</c:v>
                </c:pt>
                <c:pt idx="810">
                  <c:v>0.462782532838</c:v>
                </c:pt>
                <c:pt idx="811">
                  <c:v>0.464050540824</c:v>
                </c:pt>
                <c:pt idx="812">
                  <c:v>0.465305018509</c:v>
                </c:pt>
                <c:pt idx="813">
                  <c:v>0.466546064922</c:v>
                </c:pt>
                <c:pt idx="814">
                  <c:v>0.467773772973</c:v>
                </c:pt>
                <c:pt idx="815">
                  <c:v>0.468988229005</c:v>
                </c:pt>
                <c:pt idx="816">
                  <c:v>0.470189512371</c:v>
                </c:pt>
                <c:pt idx="817">
                  <c:v>0.471377695021</c:v>
                </c:pt>
                <c:pt idx="818">
                  <c:v>0.472552841108</c:v>
                </c:pt>
                <c:pt idx="819">
                  <c:v>0.473715006618</c:v>
                </c:pt>
                <c:pt idx="820">
                  <c:v>0.474864239007</c:v>
                </c:pt>
                <c:pt idx="821">
                  <c:v>0.476000576861</c:v>
                </c:pt>
                <c:pt idx="822">
                  <c:v>0.477124049575</c:v>
                </c:pt>
                <c:pt idx="823">
                  <c:v>0.478234677049</c:v>
                </c:pt>
                <c:pt idx="824">
                  <c:v>0.479332469393</c:v>
                </c:pt>
                <c:pt idx="825">
                  <c:v>0.48041742666</c:v>
                </c:pt>
                <c:pt idx="826">
                  <c:v>0.481489538585</c:v>
                </c:pt>
                <c:pt idx="827">
                  <c:v>0.482548784353</c:v>
                </c:pt>
                <c:pt idx="828">
                  <c:v>0.483595132366</c:v>
                </c:pt>
                <c:pt idx="829">
                  <c:v>0.48462854004</c:v>
                </c:pt>
                <c:pt idx="830">
                  <c:v>0.485648953612</c:v>
                </c:pt>
                <c:pt idx="831">
                  <c:v>0.486656307958</c:v>
                </c:pt>
                <c:pt idx="832">
                  <c:v>0.487650526432</c:v>
                </c:pt>
                <c:pt idx="833">
                  <c:v>0.488631520716</c:v>
                </c:pt>
                <c:pt idx="834">
                  <c:v>0.489599190684</c:v>
                </c:pt>
                <c:pt idx="835">
                  <c:v>0.490553424278</c:v>
                </c:pt>
                <c:pt idx="836">
                  <c:v>0.491494097401</c:v>
                </c:pt>
                <c:pt idx="837">
                  <c:v>0.492421073822</c:v>
                </c:pt>
                <c:pt idx="838">
                  <c:v>0.49333420509</c:v>
                </c:pt>
                <c:pt idx="839">
                  <c:v>0.494233330468</c:v>
                </c:pt>
                <c:pt idx="840">
                  <c:v>0.495118276868</c:v>
                </c:pt>
                <c:pt idx="841">
                  <c:v>0.495988858815</c:v>
                </c:pt>
                <c:pt idx="842">
                  <c:v>0.496844878405</c:v>
                </c:pt>
                <c:pt idx="843">
                  <c:v>0.497686125287</c:v>
                </c:pt>
                <c:pt idx="844">
                  <c:v>0.498512376654</c:v>
                </c:pt>
                <c:pt idx="845">
                  <c:v>0.499323397246</c:v>
                </c:pt>
                <c:pt idx="846">
                  <c:v>0.500118939363</c:v>
                </c:pt>
                <c:pt idx="847">
                  <c:v>0.500898742893</c:v>
                </c:pt>
                <c:pt idx="848">
                  <c:v>0.501662535352</c:v>
                </c:pt>
                <c:pt idx="849">
                  <c:v>0.502410031935</c:v>
                </c:pt>
                <c:pt idx="850">
                  <c:v>0.503140935583</c:v>
                </c:pt>
                <c:pt idx="851">
                  <c:v>0.503854937055</c:v>
                </c:pt>
                <c:pt idx="852">
                  <c:v>0.504551715024</c:v>
                </c:pt>
                <c:pt idx="853">
                  <c:v>0.505230936181</c:v>
                </c:pt>
                <c:pt idx="854">
                  <c:v>0.50589225535</c:v>
                </c:pt>
                <c:pt idx="855">
                  <c:v>0.506535315624</c:v>
                </c:pt>
                <c:pt idx="856">
                  <c:v>0.507159748511</c:v>
                </c:pt>
                <c:pt idx="857">
                  <c:v>0.507765174099</c:v>
                </c:pt>
                <c:pt idx="858">
                  <c:v>0.508351201232</c:v>
                </c:pt>
                <c:pt idx="859">
                  <c:v>0.508917427708</c:v>
                </c:pt>
                <c:pt idx="860">
                  <c:v>0.509463440491</c:v>
                </c:pt>
                <c:pt idx="861">
                  <c:v>0.509988815941</c:v>
                </c:pt>
                <c:pt idx="862">
                  <c:v>0.510493120062</c:v>
                </c:pt>
                <c:pt idx="863">
                  <c:v>0.51097590877</c:v>
                </c:pt>
                <c:pt idx="864">
                  <c:v>0.511436728182</c:v>
                </c:pt>
                <c:pt idx="865">
                  <c:v>0.511875114921</c:v>
                </c:pt>
                <c:pt idx="866">
                  <c:v>0.512290596447</c:v>
                </c:pt>
                <c:pt idx="867">
                  <c:v>0.512682691409</c:v>
                </c:pt>
                <c:pt idx="868">
                  <c:v>0.513050910015</c:v>
                </c:pt>
                <c:pt idx="869">
                  <c:v>0.513394754433</c:v>
                </c:pt>
                <c:pt idx="870">
                  <c:v>0.513713719207</c:v>
                </c:pt>
                <c:pt idx="871">
                  <c:v>0.51400729171</c:v>
                </c:pt>
                <c:pt idx="872">
                  <c:v>0.514274952608</c:v>
                </c:pt>
                <c:pt idx="873">
                  <c:v>0.514516176363</c:v>
                </c:pt>
                <c:pt idx="874">
                  <c:v>0.514730431754</c:v>
                </c:pt>
                <c:pt idx="875">
                  <c:v>0.514917182431</c:v>
                </c:pt>
                <c:pt idx="876">
                  <c:v>0.515075887493</c:v>
                </c:pt>
                <c:pt idx="877">
                  <c:v>0.515206002096</c:v>
                </c:pt>
                <c:pt idx="878">
                  <c:v>0.51530697809</c:v>
                </c:pt>
                <c:pt idx="879">
                  <c:v>0.515378264689</c:v>
                </c:pt>
                <c:pt idx="880">
                  <c:v>0.51541930916</c:v>
                </c:pt>
                <c:pt idx="881">
                  <c:v>0.515429557553</c:v>
                </c:pt>
                <c:pt idx="882">
                  <c:v>0.515408455454</c:v>
                </c:pt>
                <c:pt idx="883">
                  <c:v>0.515355448774</c:v>
                </c:pt>
                <c:pt idx="884">
                  <c:v>0.515269984555</c:v>
                </c:pt>
                <c:pt idx="885">
                  <c:v>0.515151511826</c:v>
                </c:pt>
                <c:pt idx="886">
                  <c:v>0.514999482466</c:v>
                </c:pt>
                <c:pt idx="887">
                  <c:v>0.514813352111</c:v>
                </c:pt>
                <c:pt idx="888">
                  <c:v>0.514592581084</c:v>
                </c:pt>
                <c:pt idx="889">
                  <c:v>0.514336635349</c:v>
                </c:pt>
                <c:pt idx="890">
                  <c:v>0.514044987499</c:v>
                </c:pt>
                <c:pt idx="891">
                  <c:v>0.51371711776</c:v>
                </c:pt>
                <c:pt idx="892">
                  <c:v>0.513352515027</c:v>
                </c:pt>
                <c:pt idx="893">
                  <c:v>0.512950677916</c:v>
                </c:pt>
                <c:pt idx="894">
                  <c:v>0.51251111584</c:v>
                </c:pt>
                <c:pt idx="895">
                  <c:v>0.512033350107</c:v>
                </c:pt>
                <c:pt idx="896">
                  <c:v>0.511516915026</c:v>
                </c:pt>
                <c:pt idx="897">
                  <c:v>0.510961359036</c:v>
                </c:pt>
                <c:pt idx="898">
                  <c:v>0.510366245844</c:v>
                </c:pt>
                <c:pt idx="899">
                  <c:v>0.509731155572</c:v>
                </c:pt>
                <c:pt idx="900">
                  <c:v>0.509055685914</c:v>
                </c:pt>
                <c:pt idx="901">
                  <c:v>0.508339453291</c:v>
                </c:pt>
                <c:pt idx="902">
                  <c:v>0.507582094012</c:v>
                </c:pt>
                <c:pt idx="903">
                  <c:v>0.506783265432</c:v>
                </c:pt>
                <c:pt idx="904">
                  <c:v>0.505942647102</c:v>
                </c:pt>
                <c:pt idx="905">
                  <c:v>0.505059941907</c:v>
                </c:pt>
                <c:pt idx="906">
                  <c:v>0.504134877196</c:v>
                </c:pt>
                <c:pt idx="907">
                  <c:v>0.503167205891</c:v>
                </c:pt>
                <c:pt idx="908">
                  <c:v>0.502156707573</c:v>
                </c:pt>
                <c:pt idx="909">
                  <c:v>0.501103189547</c:v>
                </c:pt>
                <c:pt idx="910">
                  <c:v>0.50000648787</c:v>
                </c:pt>
                <c:pt idx="911">
                  <c:v>0.49886646835</c:v>
                </c:pt>
                <c:pt idx="912">
                  <c:v>0.497683027508</c:v>
                </c:pt>
                <c:pt idx="913">
                  <c:v>0.496456093487</c:v>
                </c:pt>
                <c:pt idx="914">
                  <c:v>0.495185626924</c:v>
                </c:pt>
                <c:pt idx="915">
                  <c:v>0.493871621767</c:v>
                </c:pt>
                <c:pt idx="916">
                  <c:v>0.49251410603</c:v>
                </c:pt>
                <c:pt idx="917">
                  <c:v>0.491113142497</c:v>
                </c:pt>
                <c:pt idx="918">
                  <c:v>0.489668829355</c:v>
                </c:pt>
                <c:pt idx="919">
                  <c:v>0.488181300761</c:v>
                </c:pt>
                <c:pt idx="920">
                  <c:v>0.486650727336</c:v>
                </c:pt>
                <c:pt idx="921">
                  <c:v>0.485077316585</c:v>
                </c:pt>
                <c:pt idx="922">
                  <c:v>0.483461313235</c:v>
                </c:pt>
                <c:pt idx="923">
                  <c:v>0.481802999493</c:v>
                </c:pt>
                <c:pt idx="924">
                  <c:v>0.480102695221</c:v>
                </c:pt>
                <c:pt idx="925">
                  <c:v>0.478360758019</c:v>
                </c:pt>
                <c:pt idx="926">
                  <c:v>0.476577583221</c:v>
                </c:pt>
                <c:pt idx="927">
                  <c:v>0.474753603803</c:v>
                </c:pt>
                <c:pt idx="928">
                  <c:v>0.472889290193</c:v>
                </c:pt>
                <c:pt idx="929">
                  <c:v>0.470985149989</c:v>
                </c:pt>
                <c:pt idx="930">
                  <c:v>0.469041727586</c:v>
                </c:pt>
                <c:pt idx="931">
                  <c:v>0.467059603706</c:v>
                </c:pt>
                <c:pt idx="932">
                  <c:v>0.465039394834</c:v>
                </c:pt>
                <c:pt idx="933">
                  <c:v>0.462981752562</c:v>
                </c:pt>
                <c:pt idx="934">
                  <c:v>0.460887362841</c:v>
                </c:pt>
                <c:pt idx="935">
                  <c:v>0.458756945143</c:v>
                </c:pt>
                <c:pt idx="936">
                  <c:v>0.456591251531</c:v>
                </c:pt>
                <c:pt idx="937">
                  <c:v>0.454391065651</c:v>
                </c:pt>
                <c:pt idx="938">
                  <c:v>0.452157201633</c:v>
                </c:pt>
                <c:pt idx="939">
                  <c:v>0.449890502918</c:v>
                </c:pt>
                <c:pt idx="940">
                  <c:v>0.44759184101</c:v>
                </c:pt>
                <c:pt idx="941">
                  <c:v>0.445262114148</c:v>
                </c:pt>
                <c:pt idx="942">
                  <c:v>0.442902245925</c:v>
                </c:pt>
                <c:pt idx="943">
                  <c:v>0.440513183833</c:v>
                </c:pt>
                <c:pt idx="944">
                  <c:v>0.438095897754</c:v>
                </c:pt>
                <c:pt idx="945">
                  <c:v>0.435651378403</c:v>
                </c:pt>
                <c:pt idx="946">
                  <c:v>0.43318063572</c:v>
                </c:pt>
                <c:pt idx="947">
                  <c:v>0.430684697225</c:v>
                </c:pt>
                <c:pt idx="948">
                  <c:v>0.428164606336</c:v>
                </c:pt>
                <c:pt idx="949">
                  <c:v>0.42562142066</c:v>
                </c:pt>
                <c:pt idx="950">
                  <c:v>0.423056210259</c:v>
                </c:pt>
                <c:pt idx="951">
                  <c:v>0.420470055905</c:v>
                </c:pt>
                <c:pt idx="952">
                  <c:v>0.417864047321</c:v>
                </c:pt>
                <c:pt idx="953">
                  <c:v>0.415239281413</c:v>
                </c:pt>
                <c:pt idx="954">
                  <c:v>0.41259686052</c:v>
                </c:pt>
                <c:pt idx="955">
                  <c:v>0.409937890651</c:v>
                </c:pt>
                <c:pt idx="956">
                  <c:v>0.407263479753</c:v>
                </c:pt>
                <c:pt idx="957">
                  <c:v>0.404574735989</c:v>
                </c:pt>
                <c:pt idx="958">
                  <c:v>0.401872766045</c:v>
                </c:pt>
                <c:pt idx="959">
                  <c:v>0.399158673463</c:v>
                </c:pt>
                <c:pt idx="960">
                  <c:v>0.396433557013</c:v>
                </c:pt>
                <c:pt idx="961">
                  <c:v>0.393698509104</c:v>
                </c:pt>
                <c:pt idx="962">
                  <c:v>0.390954614236</c:v>
                </c:pt>
                <c:pt idx="963">
                  <c:v>0.388202947501</c:v>
                </c:pt>
                <c:pt idx="964">
                  <c:v>0.385444573141</c:v>
                </c:pt>
                <c:pt idx="965">
                  <c:v>0.382680543152</c:v>
                </c:pt>
                <c:pt idx="966">
                  <c:v>0.379911895954</c:v>
                </c:pt>
                <c:pt idx="967">
                  <c:v>0.377139655118</c:v>
                </c:pt>
                <c:pt idx="968">
                  <c:v>0.374364828159</c:v>
                </c:pt>
                <c:pt idx="969">
                  <c:v>0.371588405389</c:v>
                </c:pt>
                <c:pt idx="970">
                  <c:v>0.368811358844</c:v>
                </c:pt>
                <c:pt idx="971">
                  <c:v>0.366034641274</c:v>
                </c:pt>
                <c:pt idx="972">
                  <c:v>0.363259185207</c:v>
                </c:pt>
                <c:pt idx="973">
                  <c:v>0.360485902075</c:v>
                </c:pt>
                <c:pt idx="974">
                  <c:v>0.35771568142</c:v>
                </c:pt>
                <c:pt idx="975">
                  <c:v>0.354949390168</c:v>
                </c:pt>
                <c:pt idx="976">
                  <c:v>0.352187871962</c:v>
                </c:pt>
                <c:pt idx="977">
                  <c:v>0.349431946586</c:v>
                </c:pt>
                <c:pt idx="978">
                  <c:v>0.346682409435</c:v>
                </c:pt>
                <c:pt idx="979">
                  <c:v>0.343940031071</c:v>
                </c:pt>
                <c:pt idx="980">
                  <c:v>0.341205556835</c:v>
                </c:pt>
                <c:pt idx="981">
                  <c:v>0.338479706531</c:v>
                </c:pt>
                <c:pt idx="982">
                  <c:v>0.335763174168</c:v>
                </c:pt>
                <c:pt idx="983">
                  <c:v>0.333056627768</c:v>
                </c:pt>
                <c:pt idx="984">
                  <c:v>0.330360709235</c:v>
                </c:pt>
                <c:pt idx="985">
                  <c:v>0.327676034277</c:v>
                </c:pt>
                <c:pt idx="986">
                  <c:v>0.325003192392</c:v>
                </c:pt>
                <c:pt idx="987">
                  <c:v>0.322342746899</c:v>
                </c:pt>
                <c:pt idx="988">
                  <c:v>0.319695235028</c:v>
                </c:pt>
                <c:pt idx="989">
                  <c:v>0.317061168056</c:v>
                </c:pt>
                <c:pt idx="990">
                  <c:v>0.31444103149</c:v>
                </c:pt>
                <c:pt idx="991">
                  <c:v>0.311835285297</c:v>
                </c:pt>
                <c:pt idx="992">
                  <c:v>0.309244364168</c:v>
                </c:pt>
                <c:pt idx="993">
                  <c:v>0.306668677835</c:v>
                </c:pt>
                <c:pt idx="994">
                  <c:v>0.304108611412</c:v>
                </c:pt>
                <c:pt idx="995">
                  <c:v>0.301564525781</c:v>
                </c:pt>
                <c:pt idx="996">
                  <c:v>0.299036758002</c:v>
                </c:pt>
                <c:pt idx="997">
                  <c:v>0.296525621758</c:v>
                </c:pt>
                <c:pt idx="998">
                  <c:v>0.294031407829</c:v>
                </c:pt>
                <c:pt idx="999">
                  <c:v>0.291554384585</c:v>
                </c:pt>
                <c:pt idx="1000">
                  <c:v>0.289094798508</c:v>
                </c:pt>
                <c:pt idx="1001">
                  <c:v>0.286652874733</c:v>
                </c:pt>
                <c:pt idx="1002">
                  <c:v>0.284228817606</c:v>
                </c:pt>
                <c:pt idx="1003">
                  <c:v>0.281822811262</c:v>
                </c:pt>
                <c:pt idx="1004">
                  <c:v>0.279435020215</c:v>
                </c:pt>
                <c:pt idx="1005">
                  <c:v>0.277065589961</c:v>
                </c:pt>
                <c:pt idx="1006">
                  <c:v>0.274714647595</c:v>
                </c:pt>
                <c:pt idx="1007">
                  <c:v>0.272382302433</c:v>
                </c:pt>
                <c:pt idx="1008">
                  <c:v>0.270068646643</c:v>
                </c:pt>
                <c:pt idx="1009">
                  <c:v>0.26777375588</c:v>
                </c:pt>
                <c:pt idx="1010">
                  <c:v>0.265497689929</c:v>
                </c:pt>
                <c:pt idx="1011">
                  <c:v>0.263240493348</c:v>
                </c:pt>
                <c:pt idx="1012">
                  <c:v>0.26100219611</c:v>
                </c:pt>
                <c:pt idx="1013">
                  <c:v>0.258782814245</c:v>
                </c:pt>
                <c:pt idx="1014">
                  <c:v>0.256582350486</c:v>
                </c:pt>
                <c:pt idx="1015">
                  <c:v>0.254400794904</c:v>
                </c:pt>
                <c:pt idx="1016">
                  <c:v>0.252238125543</c:v>
                </c:pt>
                <c:pt idx="1017">
                  <c:v>0.250094309047</c:v>
                </c:pt>
                <c:pt idx="1018">
                  <c:v>0.247969301283</c:v>
                </c:pt>
                <c:pt idx="1019">
                  <c:v>0.245863047956</c:v>
                </c:pt>
                <c:pt idx="1020">
                  <c:v>0.24377548521</c:v>
                </c:pt>
                <c:pt idx="1021">
                  <c:v>0.241706540225</c:v>
                </c:pt>
                <c:pt idx="1022">
                  <c:v>0.239656131805</c:v>
                </c:pt>
                <c:pt idx="1023">
                  <c:v>0.237624170945</c:v>
                </c:pt>
                <c:pt idx="1024">
                  <c:v>0.235610561395</c:v>
                </c:pt>
                <c:pt idx="1025">
                  <c:v>0.233615200207</c:v>
                </c:pt>
                <c:pt idx="1026">
                  <c:v>0.231637978269</c:v>
                </c:pt>
                <c:pt idx="1027">
                  <c:v>0.229678780823</c:v>
                </c:pt>
                <c:pt idx="1028">
                  <c:v>0.227737487969</c:v>
                </c:pt>
                <c:pt idx="1029">
                  <c:v>0.225813975157</c:v>
                </c:pt>
                <c:pt idx="1030">
                  <c:v>0.223908113654</c:v>
                </c:pt>
                <c:pt idx="1031">
                  <c:v>0.222019771004</c:v>
                </c:pt>
                <c:pt idx="1032">
                  <c:v>0.220148811464</c:v>
                </c:pt>
                <c:pt idx="1033">
                  <c:v>0.21829509643</c:v>
                </c:pt>
                <c:pt idx="1034">
                  <c:v>0.216458484837</c:v>
                </c:pt>
                <c:pt idx="1035">
                  <c:v>0.214638833545</c:v>
                </c:pt>
                <c:pt idx="1036">
                  <c:v>0.212835997711</c:v>
                </c:pt>
                <c:pt idx="1037">
                  <c:v>0.211049831137</c:v>
                </c:pt>
                <c:pt idx="1038">
                  <c:v>0.209280186599</c:v>
                </c:pt>
                <c:pt idx="1039">
                  <c:v>0.207526916168</c:v>
                </c:pt>
                <c:pt idx="1040">
                  <c:v>0.205789871496</c:v>
                </c:pt>
                <c:pt idx="1041">
                  <c:v>0.204068904101</c:v>
                </c:pt>
                <c:pt idx="1042">
                  <c:v>0.202363865621</c:v>
                </c:pt>
                <c:pt idx="1043">
                  <c:v>0.200674608059</c:v>
                </c:pt>
                <c:pt idx="1044">
                  <c:v>0.199000984003</c:v>
                </c:pt>
                <c:pt idx="1045">
                  <c:v>0.197342846832</c:v>
                </c:pt>
                <c:pt idx="1046">
                  <c:v>0.195700050909</c:v>
                </c:pt>
                <c:pt idx="1047">
                  <c:v>0.194072451745</c:v>
                </c:pt>
                <c:pt idx="1048">
                  <c:v>0.192459906165</c:v>
                </c:pt>
                <c:pt idx="1049">
                  <c:v>0.190862272435</c:v>
                </c:pt>
                <c:pt idx="1050">
                  <c:v>0.189279410395</c:v>
                </c:pt>
                <c:pt idx="1051">
                  <c:v>0.187711181566</c:v>
                </c:pt>
                <c:pt idx="1052">
                  <c:v>0.186157449238</c:v>
                </c:pt>
                <c:pt idx="1053">
                  <c:v>0.184618078557</c:v>
                </c:pt>
                <c:pt idx="1054">
                  <c:v>0.183092936588</c:v>
                </c:pt>
                <c:pt idx="1055">
                  <c:v>0.181581892367</c:v>
                </c:pt>
                <c:pt idx="1056">
                  <c:v>0.180084816945</c:v>
                </c:pt>
                <c:pt idx="1057">
                  <c:v>0.178601583416</c:v>
                </c:pt>
                <c:pt idx="1058">
                  <c:v>0.177132066936</c:v>
                </c:pt>
                <c:pt idx="1059">
                  <c:v>0.175676144729</c:v>
                </c:pt>
                <c:pt idx="1060">
                  <c:v>0.17423369609</c:v>
                </c:pt>
                <c:pt idx="1061">
                  <c:v>0.172804602368</c:v>
                </c:pt>
                <c:pt idx="1062">
                  <c:v>0.171388746952</c:v>
                </c:pt>
                <c:pt idx="1063">
                  <c:v>0.169986015243</c:v>
                </c:pt>
                <c:pt idx="1064">
                  <c:v>0.168596294617</c:v>
                </c:pt>
                <c:pt idx="1065">
                  <c:v>0.167219474392</c:v>
                </c:pt>
                <c:pt idx="1066">
                  <c:v>0.165855445775</c:v>
                </c:pt>
                <c:pt idx="1067">
                  <c:v>0.164504101814</c:v>
                </c:pt>
                <c:pt idx="1068">
                  <c:v>0.163165337346</c:v>
                </c:pt>
                <c:pt idx="1069">
                  <c:v>0.16183904893</c:v>
                </c:pt>
                <c:pt idx="1070">
                  <c:v>0.160525134793</c:v>
                </c:pt>
                <c:pt idx="1071">
                  <c:v>0.159223494761</c:v>
                </c:pt>
                <c:pt idx="1072">
                  <c:v>0.157934030189</c:v>
                </c:pt>
                <c:pt idx="1073">
                  <c:v>0.1566566439</c:v>
                </c:pt>
                <c:pt idx="1074">
                  <c:v>0.155391240106</c:v>
                </c:pt>
                <c:pt idx="1075">
                  <c:v>0.154137724345</c:v>
                </c:pt>
                <c:pt idx="1076">
                  <c:v>0.152896003404</c:v>
                </c:pt>
                <c:pt idx="1077">
                  <c:v>0.151665985254</c:v>
                </c:pt>
                <c:pt idx="1078">
                  <c:v>0.150447578975</c:v>
                </c:pt>
                <c:pt idx="1079">
                  <c:v>0.149240694691</c:v>
                </c:pt>
                <c:pt idx="1080">
                  <c:v>0.1480452435</c:v>
                </c:pt>
                <c:pt idx="1081">
                  <c:v>0.146861137404</c:v>
                </c:pt>
                <c:pt idx="1082">
                  <c:v>0.145688289255</c:v>
                </c:pt>
                <c:pt idx="1083">
                  <c:v>0.144526612679</c:v>
                </c:pt>
                <c:pt idx="1084">
                  <c:v>0.143376022028</c:v>
                </c:pt>
                <c:pt idx="1085">
                  <c:v>0.142236432313</c:v>
                </c:pt>
                <c:pt idx="1086">
                  <c:v>0.141107759153</c:v>
                </c:pt>
                <c:pt idx="1087">
                  <c:v>0.139989918724</c:v>
                </c:pt>
                <c:pt idx="1088">
                  <c:v>0.138882827704</c:v>
                </c:pt>
                <c:pt idx="1089">
                  <c:v>0.137786403232</c:v>
                </c:pt>
                <c:pt idx="1090">
                  <c:v>0.136700562859</c:v>
                </c:pt>
                <c:pt idx="1091">
                  <c:v>0.135625224513</c:v>
                </c:pt>
                <c:pt idx="1092">
                  <c:v>0.134560306453</c:v>
                </c:pt>
                <c:pt idx="1093">
                  <c:v>0.133505727243</c:v>
                </c:pt>
                <c:pt idx="1094">
                  <c:v>0.132461405714</c:v>
                </c:pt>
                <c:pt idx="1095">
                  <c:v>0.131427260937</c:v>
                </c:pt>
                <c:pt idx="1096">
                  <c:v>0.130403212197</c:v>
                </c:pt>
                <c:pt idx="1097">
                  <c:v>0.129389178972</c:v>
                </c:pt>
                <c:pt idx="1098">
                  <c:v>0.128385080909</c:v>
                </c:pt>
                <c:pt idx="1099">
                  <c:v>0.127390837808</c:v>
                </c:pt>
                <c:pt idx="1100">
                  <c:v>0.126406369608</c:v>
                </c:pt>
                <c:pt idx="1101">
                  <c:v>0.125431596371</c:v>
                </c:pt>
                <c:pt idx="1102">
                  <c:v>0.12446643828</c:v>
                </c:pt>
                <c:pt idx="1103">
                  <c:v>0.123510815619</c:v>
                </c:pt>
                <c:pt idx="1104">
                  <c:v>0.12256464878</c:v>
                </c:pt>
                <c:pt idx="1105">
                  <c:v>0.121627858251</c:v>
                </c:pt>
                <c:pt idx="1106">
                  <c:v>0.120700364618</c:v>
                </c:pt>
                <c:pt idx="1107">
                  <c:v>0.119782088563</c:v>
                </c:pt>
                <c:pt idx="1108">
                  <c:v>0.11887295087</c:v>
                </c:pt>
                <c:pt idx="1109">
                  <c:v>0.117972872425</c:v>
                </c:pt>
                <c:pt idx="1110">
                  <c:v>0.117081774222</c:v>
                </c:pt>
                <c:pt idx="1111">
                  <c:v>0.116199577371</c:v>
                </c:pt>
                <c:pt idx="1112">
                  <c:v>0.115326203104</c:v>
                </c:pt>
                <c:pt idx="1113">
                  <c:v>0.114461572782</c:v>
                </c:pt>
                <c:pt idx="1114">
                  <c:v>0.113605607912</c:v>
                </c:pt>
                <c:pt idx="1115">
                  <c:v>0.112758230147</c:v>
                </c:pt>
                <c:pt idx="1116">
                  <c:v>0.111919361309</c:v>
                </c:pt>
                <c:pt idx="1117">
                  <c:v>0.11108892339</c:v>
                </c:pt>
                <c:pt idx="1118">
                  <c:v>0.110266838575</c:v>
                </c:pt>
                <c:pt idx="1119">
                  <c:v>0.109453029249</c:v>
                </c:pt>
                <c:pt idx="1120">
                  <c:v>0.10864741801</c:v>
                </c:pt>
                <c:pt idx="1121">
                  <c:v>0.107849927688</c:v>
                </c:pt>
                <c:pt idx="1122">
                  <c:v>0.107060481357</c:v>
                </c:pt>
                <c:pt idx="1123">
                  <c:v>0.106279002346</c:v>
                </c:pt>
                <c:pt idx="1124">
                  <c:v>0.10550541426</c:v>
                </c:pt>
                <c:pt idx="1125">
                  <c:v>0.104739640989</c:v>
                </c:pt>
                <c:pt idx="1126">
                  <c:v>0.103981606725</c:v>
                </c:pt>
                <c:pt idx="1127">
                  <c:v>0.103231235976</c:v>
                </c:pt>
                <c:pt idx="1128">
                  <c:v>0.10248845358</c:v>
                </c:pt>
                <c:pt idx="1129">
                  <c:v>0.101753184721</c:v>
                </c:pt>
                <c:pt idx="1130">
                  <c:v>0.10102535494</c:v>
                </c:pt>
                <c:pt idx="1131">
                  <c:v>0.100304890149</c:v>
                </c:pt>
                <c:pt idx="1132">
                  <c:v>0.099591716647</c:v>
                </c:pt>
                <c:pt idx="1133">
                  <c:v>0.0988857611298</c:v>
                </c:pt>
                <c:pt idx="1134">
                  <c:v>0.0981869507037</c:v>
                </c:pt>
                <c:pt idx="1135">
                  <c:v>0.0974952128976</c:v>
                </c:pt>
                <c:pt idx="1136">
                  <c:v>0.0968104756746</c:v>
                </c:pt>
                <c:pt idx="1137">
                  <c:v>0.096132667443</c:v>
                </c:pt>
                <c:pt idx="1138">
                  <c:v>0.0954617170672</c:v>
                </c:pt>
                <c:pt idx="1139">
                  <c:v>0.0947975538777</c:v>
                </c:pt>
                <c:pt idx="1140">
                  <c:v>0.0941401076809</c:v>
                </c:pt>
                <c:pt idx="1141">
                  <c:v>0.0934893087683</c:v>
                </c:pt>
                <c:pt idx="1142">
                  <c:v>0.0928450879249</c:v>
                </c:pt>
                <c:pt idx="1143">
                  <c:v>0.0922073764377</c:v>
                </c:pt>
                <c:pt idx="1144">
                  <c:v>0.0915761061027</c:v>
                </c:pt>
                <c:pt idx="1145">
                  <c:v>0.0909512092325</c:v>
                </c:pt>
                <c:pt idx="1146">
                  <c:v>0.0903326186623</c:v>
                </c:pt>
                <c:pt idx="1147">
                  <c:v>0.089720267756</c:v>
                </c:pt>
                <c:pt idx="1148">
                  <c:v>0.0891140904114</c:v>
                </c:pt>
                <c:pt idx="1149">
                  <c:v>0.0885140210653</c:v>
                </c:pt>
                <c:pt idx="1150">
                  <c:v>0.0879199946975</c:v>
                </c:pt>
                <c:pt idx="1151">
                  <c:v>0.0873319468347</c:v>
                </c:pt>
                <c:pt idx="1152">
                  <c:v>0.0867498135535</c:v>
                </c:pt>
                <c:pt idx="1153">
                  <c:v>0.0861735314833</c:v>
                </c:pt>
                <c:pt idx="1154">
                  <c:v>0.0856030378082</c:v>
                </c:pt>
                <c:pt idx="1155">
                  <c:v>0.085038270269</c:v>
                </c:pt>
                <c:pt idx="1156">
                  <c:v>0.0844791671639</c:v>
                </c:pt>
                <c:pt idx="1157">
                  <c:v>0.0839256673494</c:v>
                </c:pt>
                <c:pt idx="1158">
                  <c:v>0.0833777102405</c:v>
                </c:pt>
                <c:pt idx="1159">
                  <c:v>0.0828352358101</c:v>
                </c:pt>
                <c:pt idx="1160">
                  <c:v>0.0822981845885</c:v>
                </c:pt>
                <c:pt idx="1161">
                  <c:v>0.081766497662</c:v>
                </c:pt>
                <c:pt idx="1162">
                  <c:v>0.0812401166712</c:v>
                </c:pt>
                <c:pt idx="1163">
                  <c:v>0.0807189838088</c:v>
                </c:pt>
                <c:pt idx="1164">
                  <c:v>0.0802030418172</c:v>
                </c:pt>
                <c:pt idx="1165">
                  <c:v>0.0796922339853</c:v>
                </c:pt>
                <c:pt idx="1166">
                  <c:v>0.0791865041453</c:v>
                </c:pt>
                <c:pt idx="1167">
                  <c:v>0.0786857966689</c:v>
                </c:pt>
                <c:pt idx="1168">
                  <c:v>0.078190056463</c:v>
                </c:pt>
                <c:pt idx="1169">
                  <c:v>0.0776992289653</c:v>
                </c:pt>
                <c:pt idx="1170">
                  <c:v>0.077213260139</c:v>
                </c:pt>
                <c:pt idx="1171">
                  <c:v>0.0767320964684</c:v>
                </c:pt>
                <c:pt idx="1172">
                  <c:v>0.0762556849524</c:v>
                </c:pt>
                <c:pt idx="1173">
                  <c:v>0.0757839730991</c:v>
                </c:pt>
                <c:pt idx="1174">
                  <c:v>0.0753169089193</c:v>
                </c:pt>
                <c:pt idx="1175">
                  <c:v>0.0748544409202</c:v>
                </c:pt>
                <c:pt idx="1176">
                  <c:v>0.0743965180985</c:v>
                </c:pt>
                <c:pt idx="1177">
                  <c:v>0.073943089933</c:v>
                </c:pt>
                <c:pt idx="1178">
                  <c:v>0.0734941063778</c:v>
                </c:pt>
                <c:pt idx="1179">
                  <c:v>0.0730495178541</c:v>
                </c:pt>
                <c:pt idx="1180">
                  <c:v>0.0726092752426</c:v>
                </c:pt>
                <c:pt idx="1181">
                  <c:v>0.0721733298754</c:v>
                </c:pt>
                <c:pt idx="1182">
                  <c:v>0.0717416335277</c:v>
                </c:pt>
                <c:pt idx="1183">
                  <c:v>0.0713141384091</c:v>
                </c:pt>
                <c:pt idx="1184">
                  <c:v>0.0708907971551</c:v>
                </c:pt>
                <c:pt idx="1185">
                  <c:v>0.0704715628181</c:v>
                </c:pt>
                <c:pt idx="1186">
                  <c:v>0.0700563888585</c:v>
                </c:pt>
                <c:pt idx="1187">
                  <c:v>0.0696452291354</c:v>
                </c:pt>
                <c:pt idx="1188">
                  <c:v>0.0692380378972</c:v>
                </c:pt>
                <c:pt idx="1189">
                  <c:v>0.0688347697725</c:v>
                </c:pt>
                <c:pt idx="1190">
                  <c:v>0.0684353797602</c:v>
                </c:pt>
                <c:pt idx="1191">
                  <c:v>0.0680398232204</c:v>
                </c:pt>
                <c:pt idx="1192">
                  <c:v>0.0676480558643</c:v>
                </c:pt>
                <c:pt idx="1193">
                  <c:v>0.0672600337447</c:v>
                </c:pt>
                <c:pt idx="1194">
                  <c:v>0.0668757132465</c:v>
                </c:pt>
                <c:pt idx="1195">
                  <c:v>0.0664950510766</c:v>
                </c:pt>
                <c:pt idx="1196">
                  <c:v>0.0661180042547</c:v>
                </c:pt>
                <c:pt idx="1197">
                  <c:v>0.0657445301034</c:v>
                </c:pt>
                <c:pt idx="1198">
                  <c:v>0.0653745862385</c:v>
                </c:pt>
                <c:pt idx="1199">
                  <c:v>0.0650081305601</c:v>
                </c:pt>
                <c:pt idx="1200">
                  <c:v>0.0646451212427</c:v>
                </c:pt>
                <c:pt idx="1201">
                  <c:v>0.0642855167262</c:v>
                </c:pt>
                <c:pt idx="1202">
                  <c:v>0.0639292757069</c:v>
                </c:pt>
                <c:pt idx="1203">
                  <c:v>0.0635763571288</c:v>
                </c:pt>
                <c:pt idx="1204">
                  <c:v>0.0632267201746</c:v>
                </c:pt>
                <c:pt idx="1205">
                  <c:v>0.0628803242578</c:v>
                </c:pt>
                <c:pt idx="1206">
                  <c:v>0.0625371290143</c:v>
                </c:pt>
                <c:pt idx="1207">
                  <c:v>0.0621970942945</c:v>
                </c:pt>
                <c:pt idx="1208">
                  <c:v>0.0618601801565</c:v>
                </c:pt>
                <c:pt idx="1209">
                  <c:v>0.0615263468581</c:v>
                </c:pt>
                <c:pt idx="1210">
                  <c:v>0.0611955548511</c:v>
                </c:pt>
                <c:pt idx="1211">
                  <c:v>0.0608677647743</c:v>
                </c:pt>
                <c:pt idx="1212">
                  <c:v>0.060542937448</c:v>
                </c:pt>
                <c:pt idx="1213">
                  <c:v>0.0602210338689</c:v>
                </c:pt>
                <c:pt idx="1214">
                  <c:v>0.0599020152047</c:v>
                </c:pt>
                <c:pt idx="1215">
                  <c:v>0.0595858427909</c:v>
                </c:pt>
                <c:pt idx="1216">
                  <c:v>0.0592724781261</c:v>
                </c:pt>
                <c:pt idx="1217">
                  <c:v>0.0589618828696</c:v>
                </c:pt>
                <c:pt idx="1218">
                  <c:v>0.0586540188391</c:v>
                </c:pt>
                <c:pt idx="1219">
                  <c:v>0.0583488480084</c:v>
                </c:pt>
                <c:pt idx="1220">
                  <c:v>0.0580463325071</c:v>
                </c:pt>
                <c:pt idx="1221">
                  <c:v>0.0577464346197</c:v>
                </c:pt>
                <c:pt idx="1222">
                  <c:v>0.0574491167865</c:v>
                </c:pt>
                <c:pt idx="1223">
                  <c:v>0.0571543416046</c:v>
                </c:pt>
                <c:pt idx="1224">
                  <c:v>0.0568620718301</c:v>
                </c:pt>
                <c:pt idx="1225">
                  <c:v>0.0565722703807</c:v>
                </c:pt>
                <c:pt idx="1226">
                  <c:v>0.0562849003396</c:v>
                </c:pt>
                <c:pt idx="1227">
                  <c:v>0.0559999249597</c:v>
                </c:pt>
                <c:pt idx="1228">
                  <c:v>0.0557173076693</c:v>
                </c:pt>
                <c:pt idx="1229">
                  <c:v>0.0554370120781</c:v>
                </c:pt>
                <c:pt idx="1230">
                  <c:v>0.0551590019841</c:v>
                </c:pt>
                <c:pt idx="1231">
                  <c:v>0.054883241382</c:v>
                </c:pt>
                <c:pt idx="1232">
                  <c:v>0.0546096944714</c:v>
                </c:pt>
                <c:pt idx="1233">
                  <c:v>0.0543383256669</c:v>
                </c:pt>
                <c:pt idx="1234">
                  <c:v>0.0540690996082</c:v>
                </c:pt>
                <c:pt idx="1235">
                  <c:v>0.0538019811717</c:v>
                </c:pt>
                <c:pt idx="1236">
                  <c:v>0.0535369354823</c:v>
                </c:pt>
                <c:pt idx="1237">
                  <c:v>0.0532739279262</c:v>
                </c:pt>
                <c:pt idx="1238">
                  <c:v>0.0530129241652</c:v>
                </c:pt>
                <c:pt idx="1239">
                  <c:v>0.0527538901499</c:v>
                </c:pt>
                <c:pt idx="1240">
                  <c:v>0.0524967921355</c:v>
                </c:pt>
                <c:pt idx="1241">
                  <c:v>0.0522415966973</c:v>
                </c:pt>
                <c:pt idx="1242">
                  <c:v>0.0519882707465</c:v>
                </c:pt>
                <c:pt idx="1243">
                  <c:v>0.0517367815472</c:v>
                </c:pt>
                <c:pt idx="1244">
                  <c:v>0.0514870967338</c:v>
                </c:pt>
                <c:pt idx="1245">
                  <c:v>0.0512391843279</c:v>
                </c:pt>
                <c:pt idx="1246">
                  <c:v>0.050993012757</c:v>
                </c:pt>
                <c:pt idx="1247">
                  <c:v>0.050748550872</c:v>
                </c:pt>
                <c:pt idx="1248">
                  <c:v>0.0505057679662</c:v>
                </c:pt>
                <c:pt idx="1249">
                  <c:v>0.0502646337934</c:v>
                </c:pt>
                <c:pt idx="1250">
                  <c:v>0.0500251185865</c:v>
                </c:pt>
                <c:pt idx="1251">
                  <c:v>0.0497871930761</c:v>
                </c:pt>
                <c:pt idx="1252">
                  <c:v>0.0495508285087</c:v>
                </c:pt>
                <c:pt idx="1253">
                  <c:v>0.0493159966652</c:v>
                </c:pt>
                <c:pt idx="1254">
                  <c:v>0.0490826698783</c:v>
                </c:pt>
                <c:pt idx="1255">
                  <c:v>0.0488508210502</c:v>
                </c:pt>
                <c:pt idx="1256">
                  <c:v>0.0486204236697</c:v>
                </c:pt>
                <c:pt idx="1257">
                  <c:v>0.0483914518283</c:v>
                </c:pt>
                <c:pt idx="1258">
                  <c:v>0.0481638802361</c:v>
                </c:pt>
                <c:pt idx="1259">
                  <c:v>0.0479376842371</c:v>
                </c:pt>
                <c:pt idx="1260">
                  <c:v>0.0477128398229</c:v>
                </c:pt>
                <c:pt idx="1261">
                  <c:v>0.0474893236463</c:v>
                </c:pt>
                <c:pt idx="1262">
                  <c:v>0.0472671130337</c:v>
                </c:pt>
                <c:pt idx="1263">
                  <c:v>0.047046185996</c:v>
                </c:pt>
                <c:pt idx="1264">
                  <c:v>0.0468265212392</c:v>
                </c:pt>
                <c:pt idx="1265">
                  <c:v>0.0466080981732</c:v>
                </c:pt>
                <c:pt idx="1266">
                  <c:v>0.0463908969192</c:v>
                </c:pt>
                <c:pt idx="1267">
                  <c:v>0.0461748983169</c:v>
                </c:pt>
                <c:pt idx="1268">
                  <c:v>0.0459600839287</c:v>
                </c:pt>
                <c:pt idx="1269">
                  <c:v>0.045746436044</c:v>
                </c:pt>
                <c:pt idx="1270">
                  <c:v>0.0455339376815</c:v>
                </c:pt>
                <c:pt idx="1271">
                  <c:v>0.0453225725897</c:v>
                </c:pt>
                <c:pt idx="1272">
                  <c:v>0.0451123252466</c:v>
                </c:pt>
                <c:pt idx="1273">
                  <c:v>0.0449031808577</c:v>
                </c:pt>
                <c:pt idx="1274">
                  <c:v>0.0446951253521</c:v>
                </c:pt>
                <c:pt idx="1275">
                  <c:v>0.0444881453779</c:v>
                </c:pt>
                <c:pt idx="1276">
                  <c:v>0.0442822282958</c:v>
                </c:pt>
                <c:pt idx="1277">
                  <c:v>0.0440773621707</c:v>
                </c:pt>
                <c:pt idx="1278">
                  <c:v>0.0438735357631</c:v>
                </c:pt>
                <c:pt idx="1279">
                  <c:v>0.0436707385179</c:v>
                </c:pt>
                <c:pt idx="1280">
                  <c:v>0.0434689605526</c:v>
                </c:pt>
                <c:pt idx="1281">
                  <c:v>0.0432681926443</c:v>
                </c:pt>
                <c:pt idx="1282">
                  <c:v>0.0430684262148</c:v>
                </c:pt>
                <c:pt idx="1283">
                  <c:v>0.0428696533151</c:v>
                </c:pt>
                <c:pt idx="1284">
                  <c:v>0.0426718666086</c:v>
                </c:pt>
                <c:pt idx="1285">
                  <c:v>0.0424750593535</c:v>
                </c:pt>
                <c:pt idx="1286">
                  <c:v>0.0422792253836</c:v>
                </c:pt>
                <c:pt idx="1287">
                  <c:v>0.0420843590891</c:v>
                </c:pt>
                <c:pt idx="1288">
                  <c:v>0.0418904553959</c:v>
                </c:pt>
                <c:pt idx="1289">
                  <c:v>0.0416975097443</c:v>
                </c:pt>
                <c:pt idx="1290">
                  <c:v>0.0415055180676</c:v>
                </c:pt>
                <c:pt idx="1291">
                  <c:v>0.0413144767692</c:v>
                </c:pt>
                <c:pt idx="1292">
                  <c:v>0.0411243827004</c:v>
                </c:pt>
                <c:pt idx="1293">
                  <c:v>0.0409352331366</c:v>
                </c:pt>
                <c:pt idx="1294">
                  <c:v>0.0407470257543</c:v>
                </c:pt>
                <c:pt idx="1295">
                  <c:v>0.0405597586071</c:v>
                </c:pt>
                <c:pt idx="1296">
                  <c:v>0.0403734301022</c:v>
                </c:pt>
                <c:pt idx="1297">
                  <c:v>0.0401880389764</c:v>
                </c:pt>
                <c:pt idx="1298">
                  <c:v>0.0400035842724</c:v>
                </c:pt>
                <c:pt idx="1299">
                  <c:v>0.0398200653153</c:v>
                </c:pt>
                <c:pt idx="1300">
                  <c:v>0.0396374816891</c:v>
                </c:pt>
                <c:pt idx="1301">
                  <c:v>0.0394558332136</c:v>
                </c:pt>
                <c:pt idx="1302">
                  <c:v>0.0392751199215</c:v>
                </c:pt>
                <c:pt idx="1303">
                  <c:v>0.0390953420365</c:v>
                </c:pt>
                <c:pt idx="1304">
                  <c:v>0.0389164999509</c:v>
                </c:pt>
                <c:pt idx="1305">
                  <c:v>0.0387385942045</c:v>
                </c:pt>
                <c:pt idx="1306">
                  <c:v>0.038561625464</c:v>
                </c:pt>
                <c:pt idx="1307">
                  <c:v>0.0383855945026</c:v>
                </c:pt>
                <c:pt idx="1308">
                  <c:v>0.0382105021808</c:v>
                </c:pt>
                <c:pt idx="1309">
                  <c:v>0.0380363494275</c:v>
                </c:pt>
                <c:pt idx="1310">
                  <c:v>0.037863137222</c:v>
                </c:pt>
                <c:pt idx="1311">
                  <c:v>0.037690866577</c:v>
                </c:pt>
                <c:pt idx="1312">
                  <c:v>0.037519538522</c:v>
                </c:pt>
                <c:pt idx="1313">
                  <c:v>0.0373491540877</c:v>
                </c:pt>
                <c:pt idx="1314">
                  <c:v>0.0371797142911</c:v>
                </c:pt>
                <c:pt idx="1315">
                  <c:v>0.0370112201219</c:v>
                </c:pt>
                <c:pt idx="1316">
                  <c:v>0.0368436725289</c:v>
                </c:pt>
                <c:pt idx="1317">
                  <c:v>0.0366770724081</c:v>
                </c:pt>
                <c:pt idx="1318">
                  <c:v>0.0365114205911</c:v>
                </c:pt>
                <c:pt idx="1319">
                  <c:v>0.0363467178347</c:v>
                </c:pt>
                <c:pt idx="1320">
                  <c:v>0.0361829648106</c:v>
                </c:pt>
                <c:pt idx="1321">
                  <c:v>0.036020162097</c:v>
                </c:pt>
                <c:pt idx="1322">
                  <c:v>0.0358583101702</c:v>
                </c:pt>
                <c:pt idx="1323">
                  <c:v>0.0356974093971</c:v>
                </c:pt>
                <c:pt idx="1324">
                  <c:v>0.0355374600286</c:v>
                </c:pt>
                <c:pt idx="1325">
                  <c:v>0.0353784621941</c:v>
                </c:pt>
                <c:pt idx="1326">
                  <c:v>0.0352204158955</c:v>
                </c:pt>
                <c:pt idx="1327">
                  <c:v>0.0350633210035</c:v>
                </c:pt>
                <c:pt idx="1328">
                  <c:v>0.0349071772533</c:v>
                </c:pt>
                <c:pt idx="1329">
                  <c:v>0.0347519842416</c:v>
                </c:pt>
                <c:pt idx="1330">
                  <c:v>0.034597741424</c:v>
                </c:pt>
                <c:pt idx="1331">
                  <c:v>0.0344444481128</c:v>
                </c:pt>
                <c:pt idx="1332">
                  <c:v>0.0342921034758</c:v>
                </c:pt>
                <c:pt idx="1333">
                  <c:v>0.0341407065349</c:v>
                </c:pt>
                <c:pt idx="1334">
                  <c:v>0.0339902561665</c:v>
                </c:pt>
                <c:pt idx="1335">
                  <c:v>0.0338407511004</c:v>
                </c:pt>
                <c:pt idx="1336">
                  <c:v>0.0336921899211</c:v>
                </c:pt>
                <c:pt idx="1337">
                  <c:v>0.0335445710681</c:v>
                </c:pt>
                <c:pt idx="1338">
                  <c:v>0.0333978928376</c:v>
                </c:pt>
                <c:pt idx="1339">
                  <c:v>0.0332521533835</c:v>
                </c:pt>
                <c:pt idx="1340">
                  <c:v>0.0331073507194</c:v>
                </c:pt>
                <c:pt idx="1341">
                  <c:v>0.0329634827212</c:v>
                </c:pt>
                <c:pt idx="1342">
                  <c:v>0.0328205471287</c:v>
                </c:pt>
                <c:pt idx="1343">
                  <c:v>0.0326785415489</c:v>
                </c:pt>
                <c:pt idx="1344">
                  <c:v>0.0325374634587</c:v>
                </c:pt>
                <c:pt idx="1345">
                  <c:v>0.0323973102076</c:v>
                </c:pt>
                <c:pt idx="1346">
                  <c:v>0.0322580790212</c:v>
                </c:pt>
                <c:pt idx="1347">
                  <c:v>0.0321197670047</c:v>
                </c:pt>
                <c:pt idx="1348">
                  <c:v>0.0319823711458</c:v>
                </c:pt>
                <c:pt idx="1349">
                  <c:v>0.0318458883188</c:v>
                </c:pt>
                <c:pt idx="1350">
                  <c:v>0.031710315288</c:v>
                </c:pt>
                <c:pt idx="1351">
                  <c:v>0.0315756487114</c:v>
                </c:pt>
                <c:pt idx="1352">
                  <c:v>0.0314418851444</c:v>
                </c:pt>
                <c:pt idx="1353">
                  <c:v>0.031309021044</c:v>
                </c:pt>
                <c:pt idx="1354">
                  <c:v>0.031177052772</c:v>
                </c:pt>
                <c:pt idx="1355">
                  <c:v>0.0310459765991</c:v>
                </c:pt>
                <c:pt idx="1356">
                  <c:v>0.0309157887088</c:v>
                </c:pt>
                <c:pt idx="1357">
                  <c:v>0.030786485201</c:v>
                </c:pt>
                <c:pt idx="1358">
                  <c:v>0.0306580620959</c:v>
                </c:pt>
                <c:pt idx="1359">
                  <c:v>0.0305305153375</c:v>
                </c:pt>
                <c:pt idx="1360">
                  <c:v>0.0304038407974</c:v>
                </c:pt>
                <c:pt idx="1361">
                  <c:v>0.0302780342783</c:v>
                </c:pt>
                <c:pt idx="1362">
                  <c:v>0.0301530915177</c:v>
                </c:pt>
                <c:pt idx="1363">
                  <c:v>0.030029008191</c:v>
                </c:pt>
                <c:pt idx="1364">
                  <c:v>0.0299057799153</c:v>
                </c:pt>
                <c:pt idx="1365">
                  <c:v>0.0297834022521</c:v>
                </c:pt>
                <c:pt idx="1366">
                  <c:v>0.0296618707111</c:v>
                </c:pt>
                <c:pt idx="1367">
                  <c:v>0.0295411807528</c:v>
                </c:pt>
                <c:pt idx="1368">
                  <c:v>0.0294213277917</c:v>
                </c:pt>
                <c:pt idx="1369">
                  <c:v>0.029302307199</c:v>
                </c:pt>
                <c:pt idx="1370">
                  <c:v>0.0291841143055</c:v>
                </c:pt>
                <c:pt idx="1371">
                  <c:v>0.0290667444042</c:v>
                </c:pt>
                <c:pt idx="1372">
                  <c:v>0.0289501927527</c:v>
                </c:pt>
                <c:pt idx="1373">
                  <c:v>0.0288344545758</c:v>
                </c:pt>
                <c:pt idx="1374">
                  <c:v>0.0287195250675</c:v>
                </c:pt>
                <c:pt idx="1375">
                  <c:v>0.0286053993935</c:v>
                </c:pt>
                <c:pt idx="1376">
                  <c:v>0.0284920726928</c:v>
                </c:pt>
                <c:pt idx="1377">
                  <c:v>0.0283795400799</c:v>
                </c:pt>
                <c:pt idx="1378">
                  <c:v>0.0282677966468</c:v>
                </c:pt>
                <c:pt idx="1379">
                  <c:v>0.0281568374639</c:v>
                </c:pt>
                <c:pt idx="1380">
                  <c:v>0.0280466575823</c:v>
                </c:pt>
                <c:pt idx="1381">
                  <c:v>0.0279372520347</c:v>
                </c:pt>
                <c:pt idx="1382">
                  <c:v>0.0278286158371</c:v>
                </c:pt>
                <c:pt idx="1383">
                  <c:v>0.0277207439894</c:v>
                </c:pt>
                <c:pt idx="1384">
                  <c:v>0.027613631477</c:v>
                </c:pt>
                <c:pt idx="1385">
                  <c:v>0.0275072732712</c:v>
                </c:pt>
                <c:pt idx="1386">
                  <c:v>0.0274016643302</c:v>
                </c:pt>
                <c:pt idx="1387">
                  <c:v>0.0272967995999</c:v>
                </c:pt>
                <c:pt idx="1388">
                  <c:v>0.0271926740141</c:v>
                </c:pt>
                <c:pt idx="1389">
                  <c:v>0.0270892824951</c:v>
                </c:pt>
                <c:pt idx="1390">
                  <c:v>0.0269866199541</c:v>
                </c:pt>
                <c:pt idx="1391">
                  <c:v>0.0268846812911</c:v>
                </c:pt>
                <c:pt idx="1392">
                  <c:v>0.0267834613949</c:v>
                </c:pt>
                <c:pt idx="1393">
                  <c:v>0.0266829551436</c:v>
                </c:pt>
                <c:pt idx="1394">
                  <c:v>0.0265831574037</c:v>
                </c:pt>
                <c:pt idx="1395">
                  <c:v>0.0264840630304</c:v>
                </c:pt>
                <c:pt idx="1396">
                  <c:v>0.0263856668669</c:v>
                </c:pt>
                <c:pt idx="1397">
                  <c:v>0.0262879637439</c:v>
                </c:pt>
                <c:pt idx="1398">
                  <c:v>0.0261909484791</c:v>
                </c:pt>
                <c:pt idx="1399">
                  <c:v>0.0260946158766</c:v>
                </c:pt>
                <c:pt idx="1400">
                  <c:v>0.0259989607258</c:v>
                </c:pt>
                <c:pt idx="1401">
                  <c:v>0.0259039778008</c:v>
                </c:pt>
                <c:pt idx="1402">
                  <c:v>0.0258096618592</c:v>
                </c:pt>
                <c:pt idx="1403">
                  <c:v>0.0257160076414</c:v>
                </c:pt>
                <c:pt idx="1404">
                  <c:v>0.0256230098689</c:v>
                </c:pt>
                <c:pt idx="1405">
                  <c:v>0.0255306632434</c:v>
                </c:pt>
                <c:pt idx="1406">
                  <c:v>0.0254389624456</c:v>
                </c:pt>
                <c:pt idx="1407">
                  <c:v>0.0253479021336</c:v>
                </c:pt>
                <c:pt idx="1408">
                  <c:v>0.0252574769413</c:v>
                </c:pt>
                <c:pt idx="1409">
                  <c:v>0.0251676814775</c:v>
                </c:pt>
                <c:pt idx="1410">
                  <c:v>0.0250785103237</c:v>
                </c:pt>
                <c:pt idx="1411">
                  <c:v>0.0249899580328</c:v>
                </c:pt>
                <c:pt idx="1412">
                  <c:v>0.0249020191274</c:v>
                </c:pt>
                <c:pt idx="1413">
                  <c:v>0.0248146880981</c:v>
                </c:pt>
                <c:pt idx="1414">
                  <c:v>0.0247279594017</c:v>
                </c:pt>
                <c:pt idx="1415">
                  <c:v>0.0246418274598</c:v>
                </c:pt>
                <c:pt idx="1416">
                  <c:v>0.0245562866563</c:v>
                </c:pt>
                <c:pt idx="1417">
                  <c:v>0.0244713313365</c:v>
                </c:pt>
                <c:pt idx="1418">
                  <c:v>0.0243869558047</c:v>
                </c:pt>
                <c:pt idx="1419">
                  <c:v>0.0243031543228</c:v>
                </c:pt>
                <c:pt idx="1420">
                  <c:v>0.0242199211081</c:v>
                </c:pt>
                <c:pt idx="1421">
                  <c:v>0.0241372503322</c:v>
                </c:pt>
                <c:pt idx="1422">
                  <c:v>0.0240551361189</c:v>
                </c:pt>
                <c:pt idx="1423">
                  <c:v>0.0239735725425</c:v>
                </c:pt>
                <c:pt idx="1424">
                  <c:v>0.0238925536265</c:v>
                </c:pt>
                <c:pt idx="1425">
                  <c:v>0.0238120733418</c:v>
                </c:pt>
                <c:pt idx="1426">
                  <c:v>0.0237321256055</c:v>
                </c:pt>
                <c:pt idx="1427">
                  <c:v>0.0236527042795</c:v>
                </c:pt>
                <c:pt idx="1428">
                  <c:v>0.023573803169</c:v>
                </c:pt>
                <c:pt idx="1429">
                  <c:v>0.0234954160215</c:v>
                </c:pt>
                <c:pt idx="1430">
                  <c:v>0.023417536526</c:v>
                </c:pt>
                <c:pt idx="1431">
                  <c:v>0.0233401583117</c:v>
                </c:pt>
                <c:pt idx="1432">
                  <c:v>0.0232632749478</c:v>
                </c:pt>
                <c:pt idx="1433">
                  <c:v>0.0231868799423</c:v>
                </c:pt>
                <c:pt idx="1434">
                  <c:v>0.0231109667419</c:v>
                </c:pt>
                <c:pt idx="1435">
                  <c:v>0.023035528732</c:v>
                </c:pt>
                <c:pt idx="1436">
                  <c:v>0.0229605592362</c:v>
                </c:pt>
                <c:pt idx="1437">
                  <c:v>0.022886051517</c:v>
                </c:pt>
                <c:pt idx="1438">
                  <c:v>0.0228119987758</c:v>
                </c:pt>
                <c:pt idx="1439">
                  <c:v>0.0227383941536</c:v>
                </c:pt>
                <c:pt idx="1440">
                  <c:v>0.0226652307322</c:v>
                </c:pt>
                <c:pt idx="1441">
                  <c:v>0.0225925015349</c:v>
                </c:pt>
                <c:pt idx="1442">
                  <c:v>0.0225201995283</c:v>
                </c:pt>
                <c:pt idx="1443">
                  <c:v>0.0224483176238</c:v>
                </c:pt>
                <c:pt idx="1444">
                  <c:v>0.0223768486794</c:v>
                </c:pt>
                <c:pt idx="1445">
                  <c:v>0.0223057855024</c:v>
                </c:pt>
                <c:pt idx="1446">
                  <c:v>0.0222351208517</c:v>
                </c:pt>
                <c:pt idx="1447">
                  <c:v>0.0221648474405</c:v>
                </c:pt>
                <c:pt idx="1448">
                  <c:v>0.0220949579398</c:v>
                </c:pt>
                <c:pt idx="1449">
                  <c:v>0.022025444982</c:v>
                </c:pt>
                <c:pt idx="1450">
                  <c:v>0.0219563011643</c:v>
                </c:pt>
                <c:pt idx="1451">
                  <c:v>0.0218875190532</c:v>
                </c:pt>
                <c:pt idx="1452">
                  <c:v>0.0218190911889</c:v>
                </c:pt>
                <c:pt idx="1453">
                  <c:v>0.0217510100901</c:v>
                </c:pt>
                <c:pt idx="1454">
                  <c:v>0.0216832682591</c:v>
                </c:pt>
                <c:pt idx="1455">
                  <c:v>0.0216158581875</c:v>
                </c:pt>
                <c:pt idx="1456">
                  <c:v>0.0215487723615</c:v>
                </c:pt>
                <c:pt idx="1457">
                  <c:v>0.0214820032684</c:v>
                </c:pt>
                <c:pt idx="1458">
                  <c:v>0.0214155434028</c:v>
                </c:pt>
                <c:pt idx="1459">
                  <c:v>0.0213493852733</c:v>
                </c:pt>
                <c:pt idx="1460">
                  <c:v>0.0212835214093</c:v>
                </c:pt>
                <c:pt idx="1461">
                  <c:v>0.0212179443686</c:v>
                </c:pt>
                <c:pt idx="1462">
                  <c:v>0.0211526467442</c:v>
                </c:pt>
                <c:pt idx="1463">
                  <c:v>0.0210876211726</c:v>
                </c:pt>
                <c:pt idx="1464">
                  <c:v>0.0210228603414</c:v>
                </c:pt>
                <c:pt idx="1465">
                  <c:v>0.0209583569971</c:v>
                </c:pt>
                <c:pt idx="1466">
                  <c:v>0.0208941039538</c:v>
                </c:pt>
                <c:pt idx="1467">
                  <c:v>0.0208300941014</c:v>
                </c:pt>
                <c:pt idx="1468">
                  <c:v>0.0207663204139</c:v>
                </c:pt>
                <c:pt idx="1469">
                  <c:v>0.020702775958</c:v>
                </c:pt>
                <c:pt idx="1470">
                  <c:v>0.0206394539019</c:v>
                </c:pt>
                <c:pt idx="1471">
                  <c:v>0.0205763475237</c:v>
                </c:pt>
                <c:pt idx="1472">
                  <c:v>0.0205134502201</c:v>
                </c:pt>
                <c:pt idx="1473">
                  <c:v>0.0204507555151</c:v>
                </c:pt>
                <c:pt idx="1474">
                  <c:v>0.0203882570682</c:v>
                </c:pt>
                <c:pt idx="1475">
                  <c:v>0.020325948683</c:v>
                </c:pt>
                <c:pt idx="1476">
                  <c:v>0.0202638243156</c:v>
                </c:pt>
                <c:pt idx="1477">
                  <c:v>0.0202018780823</c:v>
                </c:pt>
                <c:pt idx="1478">
                  <c:v>0.0201401042677</c:v>
                </c:pt>
                <c:pt idx="1479">
                  <c:v>0.0200784973323</c:v>
                </c:pt>
                <c:pt idx="1480">
                  <c:v>0.0200170519197</c:v>
                </c:pt>
                <c:pt idx="1481">
                  <c:v>0.0199557628638</c:v>
                </c:pt>
                <c:pt idx="1482">
                  <c:v>0.0198946251954</c:v>
                </c:pt>
                <c:pt idx="1483">
                  <c:v>0.0198336341483</c:v>
                </c:pt>
                <c:pt idx="1484">
                  <c:v>0.0197727851657</c:v>
                </c:pt>
                <c:pt idx="1485">
                  <c:v>0.0197120739051</c:v>
                </c:pt>
                <c:pt idx="1486">
                  <c:v>0.0196514962436</c:v>
                </c:pt>
                <c:pt idx="1487">
                  <c:v>0.0195910482824</c:v>
                </c:pt>
                <c:pt idx="1488">
                  <c:v>0.0195307263507</c:v>
                </c:pt>
                <c:pt idx="1489">
                  <c:v>0.0194705270092</c:v>
                </c:pt>
                <c:pt idx="1490">
                  <c:v>0.0194104470534</c:v>
                </c:pt>
                <c:pt idx="1491">
                  <c:v>0.0193504835151</c:v>
                </c:pt>
                <c:pt idx="1492">
                  <c:v>0.0192906336651</c:v>
                </c:pt>
                <c:pt idx="1493">
                  <c:v>0.019230895014</c:v>
                </c:pt>
                <c:pt idx="1494">
                  <c:v>0.0191712653128</c:v>
                </c:pt>
                <c:pt idx="1495">
                  <c:v>0.019111742553</c:v>
                </c:pt>
                <c:pt idx="1496">
                  <c:v>0.019052324966</c:v>
                </c:pt>
                <c:pt idx="1497">
                  <c:v>0.018993011022</c:v>
                </c:pt>
                <c:pt idx="1498">
                  <c:v>0.018933799428</c:v>
                </c:pt>
                <c:pt idx="1499">
                  <c:v>0.0188746891258</c:v>
                </c:pt>
                <c:pt idx="1500">
                  <c:v>0.0188156792888</c:v>
                </c:pt>
                <c:pt idx="1501">
                  <c:v>0.0187567693187</c:v>
                </c:pt>
                <c:pt idx="1502">
                  <c:v>0.0186979588413</c:v>
                </c:pt>
                <c:pt idx="1503">
                  <c:v>0.0186392477021</c:v>
                </c:pt>
                <c:pt idx="1504">
                  <c:v>0.0185806359612</c:v>
                </c:pt>
                <c:pt idx="1505">
                  <c:v>0.0185221238874</c:v>
                </c:pt>
                <c:pt idx="1506">
                  <c:v>0.018463711953</c:v>
                </c:pt>
                <c:pt idx="1507">
                  <c:v>0.0184054008265</c:v>
                </c:pt>
                <c:pt idx="1508">
                  <c:v>0.0183471913662</c:v>
                </c:pt>
                <c:pt idx="1509">
                  <c:v>0.0182890846131</c:v>
                </c:pt>
                <c:pt idx="1510">
                  <c:v>0.0182310817828</c:v>
                </c:pt>
                <c:pt idx="1511">
                  <c:v>0.0181731842583</c:v>
                </c:pt>
                <c:pt idx="1512">
                  <c:v>0.0181153935815</c:v>
                </c:pt>
                <c:pt idx="1513">
                  <c:v>0.0180577114446</c:v>
                </c:pt>
                <c:pt idx="1514">
                  <c:v>0.0180001396822</c:v>
                </c:pt>
                <c:pt idx="1515">
                  <c:v>0.0179426802616</c:v>
                </c:pt>
                <c:pt idx="1516">
                  <c:v>0.017885335275</c:v>
                </c:pt>
                <c:pt idx="1517">
                  <c:v>0.0178281069294</c:v>
                </c:pt>
                <c:pt idx="1518">
                  <c:v>0.0177709975384</c:v>
                </c:pt>
                <c:pt idx="1519">
                  <c:v>0.0177140095126</c:v>
                </c:pt>
                <c:pt idx="1520">
                  <c:v>0.0176571453507</c:v>
                </c:pt>
                <c:pt idx="1521">
                  <c:v>0.0176004076304</c:v>
                </c:pt>
                <c:pt idx="1522">
                  <c:v>0.0175437989996</c:v>
                </c:pt>
                <c:pt idx="1523">
                  <c:v>0.0174873221669</c:v>
                </c:pt>
                <c:pt idx="1524">
                  <c:v>0.0174309798935</c:v>
                </c:pt>
                <c:pt idx="1525">
                  <c:v>0.0173747749843</c:v>
                </c:pt>
                <c:pt idx="1526">
                  <c:v>0.0173187102791</c:v>
                </c:pt>
                <c:pt idx="1527">
                  <c:v>0.017262788645</c:v>
                </c:pt>
                <c:pt idx="1528">
                  <c:v>0.0172070129677</c:v>
                </c:pt>
                <c:pt idx="1529">
                  <c:v>0.017151386144</c:v>
                </c:pt>
                <c:pt idx="1530">
                  <c:v>0.0170959110744</c:v>
                </c:pt>
                <c:pt idx="1531">
                  <c:v>0.0170405906554</c:v>
                </c:pt>
                <c:pt idx="1532">
                  <c:v>0.0169854277728</c:v>
                </c:pt>
                <c:pt idx="1533">
                  <c:v>0.0169304252949</c:v>
                </c:pt>
                <c:pt idx="1534">
                  <c:v>0.0168755860661</c:v>
                </c:pt>
                <c:pt idx="1535">
                  <c:v>0.0168209129009</c:v>
                </c:pt>
                <c:pt idx="1536">
                  <c:v>0.0167664085779</c:v>
                </c:pt>
                <c:pt idx="1537">
                  <c:v>0.0167120758348</c:v>
                </c:pt>
                <c:pt idx="1538">
                  <c:v>0.0166579173628</c:v>
                </c:pt>
                <c:pt idx="1539">
                  <c:v>0.0166039358024</c:v>
                </c:pt>
                <c:pt idx="1540">
                  <c:v>0.0165501337385</c:v>
                </c:pt>
                <c:pt idx="1541">
                  <c:v>0.0164965136965</c:v>
                </c:pt>
                <c:pt idx="1542">
                  <c:v>0.0164430781386</c:v>
                </c:pt>
                <c:pt idx="1543">
                  <c:v>0.0163898294601</c:v>
                </c:pt>
                <c:pt idx="1544">
                  <c:v>0.0163367699867</c:v>
                </c:pt>
                <c:pt idx="1545">
                  <c:v>0.0162839019715</c:v>
                </c:pt>
                <c:pt idx="1546">
                  <c:v>0.0162312275923</c:v>
                </c:pt>
                <c:pt idx="1547">
                  <c:v>0.0161787489496</c:v>
                </c:pt>
                <c:pt idx="1548">
                  <c:v>0.016126468065</c:v>
                </c:pt>
                <c:pt idx="1549">
                  <c:v>0.016074386879</c:v>
                </c:pt>
                <c:pt idx="1550">
                  <c:v>0.0160225072499</c:v>
                </c:pt>
                <c:pt idx="1551">
                  <c:v>0.0159708309531</c:v>
                </c:pt>
                <c:pt idx="1552">
                  <c:v>0.0159193596796</c:v>
                </c:pt>
                <c:pt idx="1553">
                  <c:v>0.0158680950357</c:v>
                </c:pt>
                <c:pt idx="1554">
                  <c:v>0.0158170385429</c:v>
                </c:pt>
                <c:pt idx="1555">
                  <c:v>0.0157661916373</c:v>
                </c:pt>
                <c:pt idx="1556">
                  <c:v>0.01571555567</c:v>
                </c:pt>
                <c:pt idx="1557">
                  <c:v>0.015665131907</c:v>
                </c:pt>
                <c:pt idx="1558">
                  <c:v>0.0156149215299</c:v>
                </c:pt>
                <c:pt idx="1559">
                  <c:v>0.0155649256364</c:v>
                </c:pt>
                <c:pt idx="1560">
                  <c:v>0.015515145241</c:v>
                </c:pt>
                <c:pt idx="1561">
                  <c:v>0.015465581276</c:v>
                </c:pt>
                <c:pt idx="1562">
                  <c:v>0.0154162345924</c:v>
                </c:pt>
                <c:pt idx="1563">
                  <c:v>0.015367105961</c:v>
                </c:pt>
                <c:pt idx="1564">
                  <c:v>0.0153181960738</c:v>
                </c:pt>
                <c:pt idx="1565">
                  <c:v>0.0152695055453</c:v>
                </c:pt>
                <c:pt idx="1566">
                  <c:v>0.015221034914</c:v>
                </c:pt>
                <c:pt idx="1567">
                  <c:v>0.0151727846436</c:v>
                </c:pt>
                <c:pt idx="1568">
                  <c:v>0.0151247551253</c:v>
                </c:pt>
                <c:pt idx="1569">
                  <c:v>0.0150769466785</c:v>
                </c:pt>
                <c:pt idx="1570">
                  <c:v>0.0150293595535</c:v>
                </c:pt>
                <c:pt idx="1571">
                  <c:v>0.0149819939326</c:v>
                </c:pt>
                <c:pt idx="1572">
                  <c:v>0.0149348499321</c:v>
                </c:pt>
                <c:pt idx="1573">
                  <c:v>0.0148879276041</c:v>
                </c:pt>
                <c:pt idx="1574">
                  <c:v>0.0148412269386</c:v>
                </c:pt>
                <c:pt idx="1575">
                  <c:v>0.014794747865</c:v>
                </c:pt>
                <c:pt idx="1576">
                  <c:v>0.0147484902543</c:v>
                </c:pt>
                <c:pt idx="1577">
                  <c:v>0.0147024539208</c:v>
                </c:pt>
                <c:pt idx="1578">
                  <c:v>0.014656638624</c:v>
                </c:pt>
                <c:pt idx="1579">
                  <c:v>0.0146110440707</c:v>
                </c:pt>
                <c:pt idx="1580">
                  <c:v>0.0145656699169</c:v>
                </c:pt>
                <c:pt idx="1581">
                  <c:v>0.0145205157692</c:v>
                </c:pt>
                <c:pt idx="1582">
                  <c:v>0.0144755811873</c:v>
                </c:pt>
                <c:pt idx="1583">
                  <c:v>0.0144308656855</c:v>
                </c:pt>
                <c:pt idx="1584">
                  <c:v>0.0143863687346</c:v>
                </c:pt>
                <c:pt idx="1585">
                  <c:v>0.0143420897636</c:v>
                </c:pt>
                <c:pt idx="1586">
                  <c:v>0.0142980281618</c:v>
                </c:pt>
                <c:pt idx="1587">
                  <c:v>0.0142541832801</c:v>
                </c:pt>
                <c:pt idx="1588">
                  <c:v>0.0142105544331</c:v>
                </c:pt>
                <c:pt idx="1589">
                  <c:v>0.0141671409006</c:v>
                </c:pt>
                <c:pt idx="1590">
                  <c:v>0.0141239419294</c:v>
                </c:pt>
                <c:pt idx="1591">
                  <c:v>0.0140809567345</c:v>
                </c:pt>
                <c:pt idx="1592">
                  <c:v>0.0140381845014</c:v>
                </c:pt>
                <c:pt idx="1593">
                  <c:v>0.0139956243869</c:v>
                </c:pt>
                <c:pt idx="1594">
                  <c:v>0.0139532755213</c:v>
                </c:pt>
                <c:pt idx="1595">
                  <c:v>0.0139111370092</c:v>
                </c:pt>
                <c:pt idx="1596">
                  <c:v>0.0138692079315</c:v>
                </c:pt>
                <c:pt idx="1597">
                  <c:v>0.0138274873464</c:v>
                </c:pt>
                <c:pt idx="1598">
                  <c:v>0.013785974291</c:v>
                </c:pt>
                <c:pt idx="1599">
                  <c:v>0.0137446677826</c:v>
                </c:pt>
                <c:pt idx="1600">
                  <c:v>0.0137035668198</c:v>
                </c:pt>
                <c:pt idx="1601">
                  <c:v>0.0136626703838</c:v>
                </c:pt>
                <c:pt idx="1602">
                  <c:v>0.0136219774399</c:v>
                </c:pt>
                <c:pt idx="1603">
                  <c:v>0.0135814869382</c:v>
                </c:pt>
                <c:pt idx="1604">
                  <c:v>0.0135411978151</c:v>
                </c:pt>
                <c:pt idx="1605">
                  <c:v>0.0135011089941</c:v>
                </c:pt>
                <c:pt idx="1606">
                  <c:v>0.013461219387</c:v>
                </c:pt>
                <c:pt idx="1607">
                  <c:v>0.013421527895</c:v>
                </c:pt>
                <c:pt idx="1608">
                  <c:v>0.0133820334095</c:v>
                </c:pt>
                <c:pt idx="1609">
                  <c:v>0.0133427348133</c:v>
                </c:pt>
                <c:pt idx="1610">
                  <c:v>0.0133036309811</c:v>
                </c:pt>
                <c:pt idx="1611">
                  <c:v>0.0132647207808</c:v>
                </c:pt>
                <c:pt idx="1612">
                  <c:v>0.0132260030741</c:v>
                </c:pt>
                <c:pt idx="1613">
                  <c:v>0.0131874767172</c:v>
                </c:pt>
                <c:pt idx="1614">
                  <c:v>0.0131491405621</c:v>
                </c:pt>
                <c:pt idx="1615">
                  <c:v>0.0131109934567</c:v>
                </c:pt>
                <c:pt idx="1616">
                  <c:v>0.0130730342459</c:v>
                </c:pt>
                <c:pt idx="1617">
                  <c:v>0.0130352617721</c:v>
                </c:pt>
                <c:pt idx="1618">
                  <c:v>0.0129976748763</c:v>
                </c:pt>
                <c:pt idx="1619">
                  <c:v>0.0129602723978</c:v>
                </c:pt>
                <c:pt idx="1620">
                  <c:v>0.0129230531759</c:v>
                </c:pt>
                <c:pt idx="1621">
                  <c:v>0.0128860160496</c:v>
                </c:pt>
                <c:pt idx="1622">
                  <c:v>0.0128491598585</c:v>
                </c:pt>
                <c:pt idx="1623">
                  <c:v>0.0128124834437</c:v>
                </c:pt>
                <c:pt idx="1624">
                  <c:v>0.0127759856472</c:v>
                </c:pt>
                <c:pt idx="1625">
                  <c:v>0.0127396653137</c:v>
                </c:pt>
                <c:pt idx="1626">
                  <c:v>0.0127035212901</c:v>
                </c:pt>
                <c:pt idx="1627">
                  <c:v>0.0126675524261</c:v>
                </c:pt>
                <c:pt idx="1628">
                  <c:v>0.012631757575</c:v>
                </c:pt>
                <c:pt idx="1629">
                  <c:v>0.0125961355936</c:v>
                </c:pt>
                <c:pt idx="1630">
                  <c:v>0.0125606853427</c:v>
                </c:pt>
                <c:pt idx="1631">
                  <c:v>0.0125254056875</c:v>
                </c:pt>
                <c:pt idx="1632">
                  <c:v>0.012490295498</c:v>
                </c:pt>
                <c:pt idx="1633">
                  <c:v>0.0124553536489</c:v>
                </c:pt>
                <c:pt idx="1634">
                  <c:v>0.0124205790204</c:v>
                </c:pt>
                <c:pt idx="1635">
                  <c:v>0.012385970498</c:v>
                </c:pt>
                <c:pt idx="1636">
                  <c:v>0.0123515269729</c:v>
                </c:pt>
                <c:pt idx="1637">
                  <c:v>0.0123172473423</c:v>
                </c:pt>
                <c:pt idx="1638">
                  <c:v>0.0122831305096</c:v>
                </c:pt>
                <c:pt idx="1639">
                  <c:v>0.0122491753841</c:v>
                </c:pt>
                <c:pt idx="1640">
                  <c:v>0.0122153808821</c:v>
                </c:pt>
                <c:pt idx="1641">
                  <c:v>0.0121817459263</c:v>
                </c:pt>
                <c:pt idx="1642">
                  <c:v>0.0121482694459</c:v>
                </c:pt>
                <c:pt idx="1643">
                  <c:v>0.0121149503774</c:v>
                </c:pt>
                <c:pt idx="1644">
                  <c:v>0.012081787664</c:v>
                </c:pt>
                <c:pt idx="1645">
                  <c:v>0.0120487802561</c:v>
                </c:pt>
                <c:pt idx="1646">
                  <c:v>0.0120159271112</c:v>
                </c:pt>
                <c:pt idx="1647">
                  <c:v>0.0119832271941</c:v>
                </c:pt>
                <c:pt idx="1648">
                  <c:v>0.011950679477</c:v>
                </c:pt>
                <c:pt idx="1649">
                  <c:v>0.0119182829393</c:v>
                </c:pt>
                <c:pt idx="1650">
                  <c:v>0.0118860365679</c:v>
                </c:pt>
                <c:pt idx="1651">
                  <c:v>0.011853939357</c:v>
                </c:pt>
                <c:pt idx="1652">
                  <c:v>0.0118219903085</c:v>
                </c:pt>
                <c:pt idx="1653">
                  <c:v>0.0117901884316</c:v>
                </c:pt>
                <c:pt idx="1654">
                  <c:v>0.0117585327431</c:v>
                </c:pt>
                <c:pt idx="1655">
                  <c:v>0.0117270222673</c:v>
                </c:pt>
                <c:pt idx="1656">
                  <c:v>0.011695656036</c:v>
                </c:pt>
                <c:pt idx="1657">
                  <c:v>0.0116644330885</c:v>
                </c:pt>
                <c:pt idx="1658">
                  <c:v>0.0116333524716</c:v>
                </c:pt>
                <c:pt idx="1659">
                  <c:v>0.0116024132396</c:v>
                </c:pt>
                <c:pt idx="1660">
                  <c:v>0.0115716144541</c:v>
                </c:pt>
                <c:pt idx="1661">
                  <c:v>0.0115409551845</c:v>
                </c:pt>
                <c:pt idx="1662">
                  <c:v>0.0115104345072</c:v>
                </c:pt>
                <c:pt idx="1663">
                  <c:v>0.0114800515063</c:v>
                </c:pt>
                <c:pt idx="1664">
                  <c:v>0.0114498052731</c:v>
                </c:pt>
                <c:pt idx="1665">
                  <c:v>0.0114196949062</c:v>
                </c:pt>
                <c:pt idx="1666">
                  <c:v>0.0113897195116</c:v>
                </c:pt>
                <c:pt idx="1667">
                  <c:v>0.0113598782025</c:v>
                </c:pt>
                <c:pt idx="1668">
                  <c:v>0.0113301700994</c:v>
                </c:pt>
                <c:pt idx="1669">
                  <c:v>0.0113005943298</c:v>
                </c:pt>
                <c:pt idx="1670">
                  <c:v>0.0112711500284</c:v>
                </c:pt>
                <c:pt idx="1671">
                  <c:v>0.0112418363372</c:v>
                </c:pt>
                <c:pt idx="1672">
                  <c:v>0.011212652405</c:v>
                </c:pt>
                <c:pt idx="1673">
                  <c:v>0.0111835973878</c:v>
                </c:pt>
                <c:pt idx="1674">
                  <c:v>0.0111546704486</c:v>
                </c:pt>
                <c:pt idx="1675">
                  <c:v>0.0111258707573</c:v>
                </c:pt>
                <c:pt idx="1676">
                  <c:v>0.0110971974908</c:v>
                </c:pt>
                <c:pt idx="1677">
                  <c:v>0.0110686498326</c:v>
                </c:pt>
                <c:pt idx="1678">
                  <c:v>0.0110402269735</c:v>
                </c:pt>
                <c:pt idx="1679">
                  <c:v>0.0110119281108</c:v>
                </c:pt>
                <c:pt idx="1680">
                  <c:v>0.0109837524488</c:v>
                </c:pt>
                <c:pt idx="1681">
                  <c:v>0.0109556991982</c:v>
                </c:pt>
                <c:pt idx="1682">
                  <c:v>0.0109277675769</c:v>
                </c:pt>
                <c:pt idx="1683">
                  <c:v>0.0108999568092</c:v>
                </c:pt>
                <c:pt idx="1684">
                  <c:v>0.0108722661261</c:v>
                </c:pt>
                <c:pt idx="1685">
                  <c:v>0.0108446947652</c:v>
                </c:pt>
                <c:pt idx="1686">
                  <c:v>0.0108172419709</c:v>
                </c:pt>
                <c:pt idx="1687">
                  <c:v>0.010789906994</c:v>
                </c:pt>
                <c:pt idx="1688">
                  <c:v>0.0107626890918</c:v>
                </c:pt>
                <c:pt idx="1689">
                  <c:v>0.0107355875283</c:v>
                </c:pt>
                <c:pt idx="1690">
                  <c:v>0.010708601574</c:v>
                </c:pt>
                <c:pt idx="1691">
                  <c:v>0.0106817305056</c:v>
                </c:pt>
                <c:pt idx="1692">
                  <c:v>0.0106549736065</c:v>
                </c:pt>
                <c:pt idx="1693">
                  <c:v>0.0106283301666</c:v>
                </c:pt>
                <c:pt idx="1694">
                  <c:v>0.0106017994818</c:v>
                </c:pt>
                <c:pt idx="1695">
                  <c:v>0.0105753808547</c:v>
                </c:pt>
                <c:pt idx="1696">
                  <c:v>0.0105490735941</c:v>
                </c:pt>
                <c:pt idx="1697">
                  <c:v>0.0105228770152</c:v>
                </c:pt>
                <c:pt idx="1698">
                  <c:v>0.0104967904393</c:v>
                </c:pt>
                <c:pt idx="1699">
                  <c:v>0.010470813194</c:v>
                </c:pt>
                <c:pt idx="1700">
                  <c:v>0.0104449446132</c:v>
                </c:pt>
                <c:pt idx="1701">
                  <c:v>0.0104191840368</c:v>
                </c:pt>
                <c:pt idx="1702">
                  <c:v>0.010393530811</c:v>
                </c:pt>
                <c:pt idx="1703">
                  <c:v>0.010367984288</c:v>
                </c:pt>
                <c:pt idx="1704">
                  <c:v>0.010342543826</c:v>
                </c:pt>
                <c:pt idx="1705">
                  <c:v>0.0103172087894</c:v>
                </c:pt>
                <c:pt idx="1706">
                  <c:v>0.0102919785482</c:v>
                </c:pt>
                <c:pt idx="1707">
                  <c:v>0.0102668524788</c:v>
                </c:pt>
                <c:pt idx="1708">
                  <c:v>0.0102418299631</c:v>
                </c:pt>
                <c:pt idx="1709">
                  <c:v>0.010216910389</c:v>
                </c:pt>
                <c:pt idx="1710">
                  <c:v>0.01019209315</c:v>
                </c:pt>
                <c:pt idx="1711">
                  <c:v>0.0101673776455</c:v>
                </c:pt>
                <c:pt idx="1712">
                  <c:v>0.0101427632806</c:v>
                </c:pt>
                <c:pt idx="1713">
                  <c:v>0.0101182494657</c:v>
                </c:pt>
                <c:pt idx="1714">
                  <c:v>0.0100938356169</c:v>
                </c:pt>
                <c:pt idx="1715">
                  <c:v>0.010069521156</c:v>
                </c:pt>
                <c:pt idx="1716">
                  <c:v>0.0100453055098</c:v>
                </c:pt>
                <c:pt idx="1717">
                  <c:v>0.0100211881107</c:v>
                </c:pt>
                <c:pt idx="1718">
                  <c:v>0.00999716839639</c:v>
                </c:pt>
                <c:pt idx="1719">
                  <c:v>0.00997324580965</c:v>
                </c:pt>
                <c:pt idx="1720">
                  <c:v>0.00994941979844</c:v>
                </c:pt>
                <c:pt idx="1721">
                  <c:v>0.00992568981582</c:v>
                </c:pt>
                <c:pt idx="1722">
                  <c:v>0.00990205531979</c:v>
                </c:pt>
                <c:pt idx="1723">
                  <c:v>0.00987851577331</c:v>
                </c:pt>
                <c:pt idx="1724">
                  <c:v>0.00985507064416</c:v>
                </c:pt>
                <c:pt idx="1725">
                  <c:v>0.0098317194049</c:v>
                </c:pt>
                <c:pt idx="1726">
                  <c:v>0.00980846153277</c:v>
                </c:pt>
                <c:pt idx="1727">
                  <c:v>0.00978529650965</c:v>
                </c:pt>
                <c:pt idx="1728">
                  <c:v>0.00976222382196</c:v>
                </c:pt>
                <c:pt idx="1729">
                  <c:v>0.00973924296056</c:v>
                </c:pt>
                <c:pt idx="1730">
                  <c:v>0.00971635342073</c:v>
                </c:pt>
                <c:pt idx="1731">
                  <c:v>0.00969355470207</c:v>
                </c:pt>
                <c:pt idx="1732">
                  <c:v>0.00967084630842</c:v>
                </c:pt>
                <c:pt idx="1733">
                  <c:v>0.0096482277478</c:v>
                </c:pt>
                <c:pt idx="1734">
                  <c:v>0.00962569853232</c:v>
                </c:pt>
                <c:pt idx="1735">
                  <c:v>0.00960325817814</c:v>
                </c:pt>
                <c:pt idx="1736">
                  <c:v>0.0095809062054</c:v>
                </c:pt>
                <c:pt idx="1737">
                  <c:v>0.00955864213812</c:v>
                </c:pt>
                <c:pt idx="1738">
                  <c:v>0.00953646550416</c:v>
                </c:pt>
                <c:pt idx="1739">
                  <c:v>0.00951437583517</c:v>
                </c:pt>
                <c:pt idx="1740">
                  <c:v>0.00949237266651</c:v>
                </c:pt>
                <c:pt idx="1741">
                  <c:v>0.00947045553721</c:v>
                </c:pt>
                <c:pt idx="1742">
                  <c:v>0.00944862398989</c:v>
                </c:pt>
                <c:pt idx="1743">
                  <c:v>0.00942687757074</c:v>
                </c:pt>
                <c:pt idx="1744">
                  <c:v>0.00940521582944</c:v>
                </c:pt>
                <c:pt idx="1745">
                  <c:v>0.00938363831914</c:v>
                </c:pt>
                <c:pt idx="1746">
                  <c:v>0.0093621445964</c:v>
                </c:pt>
                <c:pt idx="1747">
                  <c:v>0.00934073422113</c:v>
                </c:pt>
                <c:pt idx="1748">
                  <c:v>0.0093194067566</c:v>
                </c:pt>
                <c:pt idx="1749">
                  <c:v>0.00929816176936</c:v>
                </c:pt>
                <c:pt idx="1750">
                  <c:v>0.00927699882924</c:v>
                </c:pt>
                <c:pt idx="1751">
                  <c:v>0.00925591750928</c:v>
                </c:pt>
                <c:pt idx="1752">
                  <c:v>0.00923491738573</c:v>
                </c:pt>
                <c:pt idx="1753">
                  <c:v>0.00921399803803</c:v>
                </c:pt>
                <c:pt idx="1754">
                  <c:v>0.00919315904876</c:v>
                </c:pt>
                <c:pt idx="1755">
                  <c:v>0.00917240000363</c:v>
                </c:pt>
                <c:pt idx="1756">
                  <c:v>0.00915172049148</c:v>
                </c:pt>
                <c:pt idx="1757">
                  <c:v>0.00913112010425</c:v>
                </c:pt>
                <c:pt idx="1758">
                  <c:v>0.00911059843695</c:v>
                </c:pt>
                <c:pt idx="1759">
                  <c:v>0.00909015508766</c:v>
                </c:pt>
                <c:pt idx="1760">
                  <c:v>0.00906978965753</c:v>
                </c:pt>
                <c:pt idx="1761">
                  <c:v>0.00904950175076</c:v>
                </c:pt>
                <c:pt idx="1762">
                  <c:v>0.0090292909746</c:v>
                </c:pt>
                <c:pt idx="1763">
                  <c:v>0.00900915693932</c:v>
                </c:pt>
                <c:pt idx="1764">
                  <c:v>0.00898909925823</c:v>
                </c:pt>
                <c:pt idx="1765">
                  <c:v>0.00896911754767</c:v>
                </c:pt>
                <c:pt idx="1766">
                  <c:v>0.00894921142699</c:v>
                </c:pt>
                <c:pt idx="1767">
                  <c:v>0.00892938051857</c:v>
                </c:pt>
                <c:pt idx="1768">
                  <c:v>0.00890962444779</c:v>
                </c:pt>
                <c:pt idx="1769">
                  <c:v>0.00888994284306</c:v>
                </c:pt>
                <c:pt idx="1770">
                  <c:v>0.00887033533579</c:v>
                </c:pt>
                <c:pt idx="1771">
                  <c:v>0.00885080156038</c:v>
                </c:pt>
                <c:pt idx="1772">
                  <c:v>0.00883134115424</c:v>
                </c:pt>
                <c:pt idx="1773">
                  <c:v>0.00881195375779</c:v>
                </c:pt>
                <c:pt idx="1774">
                  <c:v>0.00879263901441</c:v>
                </c:pt>
                <c:pt idx="1775">
                  <c:v>0.00877339657048</c:v>
                </c:pt>
                <c:pt idx="1776">
                  <c:v>0.00875422607536</c:v>
                </c:pt>
                <c:pt idx="1777">
                  <c:v>0.00873512718137</c:v>
                </c:pt>
                <c:pt idx="1778">
                  <c:v>0.00871609954377</c:v>
                </c:pt>
                <c:pt idx="1779">
                  <c:v>0.0086971428208</c:v>
                </c:pt>
                <c:pt idx="1780">
                  <c:v>0.0086782566736</c:v>
                </c:pt>
                <c:pt idx="1781">
                  <c:v>0.00865944076624</c:v>
                </c:pt>
                <c:pt idx="1782">
                  <c:v>0.00864069476571</c:v>
                </c:pt>
                <c:pt idx="1783">
                  <c:v>0.00862201834186</c:v>
                </c:pt>
                <c:pt idx="1784">
                  <c:v>0.0086034111674</c:v>
                </c:pt>
                <c:pt idx="1785">
                  <c:v>0.00858487291792</c:v>
                </c:pt>
                <c:pt idx="1786">
                  <c:v>0.0085664032718</c:v>
                </c:pt>
                <c:pt idx="1787">
                  <c:v>0.00854800191022</c:v>
                </c:pt>
                <c:pt idx="1788">
                  <c:v>0.00852966851715</c:v>
                </c:pt>
                <c:pt idx="1789">
                  <c:v>0.0085114027793</c:v>
                </c:pt>
                <c:pt idx="1790">
                  <c:v>0.00849320438609</c:v>
                </c:pt>
                <c:pt idx="1791">
                  <c:v>0.00847507302962</c:v>
                </c:pt>
                <c:pt idx="1792">
                  <c:v>0.00845700840467</c:v>
                </c:pt>
                <c:pt idx="1793">
                  <c:v>0.00843901020862</c:v>
                </c:pt>
                <c:pt idx="1794">
                  <c:v>0.00842107814146</c:v>
                </c:pt>
                <c:pt idx="1795">
                  <c:v>0.00840321190572</c:v>
                </c:pt>
                <c:pt idx="1796">
                  <c:v>0.00838541120646</c:v>
                </c:pt>
                <c:pt idx="1797">
                  <c:v>0.00836767575124</c:v>
                </c:pt>
                <c:pt idx="1798">
                  <c:v>0.00835000525004</c:v>
                </c:pt>
                <c:pt idx="1799">
                  <c:v>0.0083323994153</c:v>
                </c:pt>
                <c:pt idx="1800">
                  <c:v>0.0083148579618</c:v>
                </c:pt>
                <c:pt idx="1801">
                  <c:v>0.00829738060669</c:v>
                </c:pt>
                <c:pt idx="1802">
                  <c:v>0.00827996706942</c:v>
                </c:pt>
                <c:pt idx="1803">
                  <c:v>0.00826261707171</c:v>
                </c:pt>
                <c:pt idx="1804">
                  <c:v>0.00824533033754</c:v>
                </c:pt>
                <c:pt idx="1805">
                  <c:v>0.00822810659309</c:v>
                </c:pt>
                <c:pt idx="1806">
                  <c:v>0.00821094556671</c:v>
                </c:pt>
                <c:pt idx="1807">
                  <c:v>0.0081938469889</c:v>
                </c:pt>
                <c:pt idx="1808">
                  <c:v>0.00817681059227</c:v>
                </c:pt>
                <c:pt idx="1809">
                  <c:v>0.00815983611155</c:v>
                </c:pt>
                <c:pt idx="1810">
                  <c:v>0.00814292328348</c:v>
                </c:pt>
                <c:pt idx="1811">
                  <c:v>0.00812607184689</c:v>
                </c:pt>
                <c:pt idx="1812">
                  <c:v>0.00810928154257</c:v>
                </c:pt>
                <c:pt idx="1813">
                  <c:v>0.00809255211336</c:v>
                </c:pt>
                <c:pt idx="1814">
                  <c:v>0.00807588330404</c:v>
                </c:pt>
                <c:pt idx="1815">
                  <c:v>0.00805927486135</c:v>
                </c:pt>
                <c:pt idx="1816">
                  <c:v>0.00804272653399</c:v>
                </c:pt>
                <c:pt idx="1817">
                  <c:v>0.00802623807258</c:v>
                </c:pt>
                <c:pt idx="1818">
                  <c:v>0.00800980922965</c:v>
                </c:pt>
                <c:pt idx="1819">
                  <c:v>0.00799343975968</c:v>
                </c:pt>
                <c:pt idx="1820">
                  <c:v>0.00797712941902</c:v>
                </c:pt>
                <c:pt idx="1821">
                  <c:v>0.00796087796595</c:v>
                </c:pt>
                <c:pt idx="1822">
                  <c:v>0.00794468516064</c:v>
                </c:pt>
                <c:pt idx="1823">
                  <c:v>0.00792855076517</c:v>
                </c:pt>
                <c:pt idx="1824">
                  <c:v>0.00791247454354</c:v>
                </c:pt>
                <c:pt idx="1825">
                  <c:v>0.00789645626166</c:v>
                </c:pt>
                <c:pt idx="1826">
                  <c:v>0.00788049568733</c:v>
                </c:pt>
                <c:pt idx="1827">
                  <c:v>0.00786459259034</c:v>
                </c:pt>
                <c:pt idx="1828">
                  <c:v>0.00784874674237</c:v>
                </c:pt>
                <c:pt idx="1829">
                  <c:v>0.00783295791708</c:v>
                </c:pt>
                <c:pt idx="1830">
                  <c:v>0.0078172258901</c:v>
                </c:pt>
                <c:pt idx="1831">
                  <c:v>0.00780155043903</c:v>
                </c:pt>
                <c:pt idx="1832">
                  <c:v>0.00778593134348</c:v>
                </c:pt>
                <c:pt idx="1833">
                  <c:v>0.00777036838509</c:v>
                </c:pt>
                <c:pt idx="1834">
                  <c:v>0.00775486134752</c:v>
                </c:pt>
                <c:pt idx="1835">
                  <c:v>0.00773941001649</c:v>
                </c:pt>
                <c:pt idx="1836">
                  <c:v>0.0077240141798</c:v>
                </c:pt>
                <c:pt idx="1837">
                  <c:v>0.00770867362734</c:v>
                </c:pt>
                <c:pt idx="1838">
                  <c:v>0.00769338815113</c:v>
                </c:pt>
                <c:pt idx="1839">
                  <c:v>0.0076781575453</c:v>
                </c:pt>
                <c:pt idx="1840">
                  <c:v>0.00766298160616</c:v>
                </c:pt>
                <c:pt idx="1841">
                  <c:v>0.00764786013219</c:v>
                </c:pt>
                <c:pt idx="1842">
                  <c:v>0.00763279292405</c:v>
                </c:pt>
                <c:pt idx="1843">
                  <c:v>0.00761777978462</c:v>
                </c:pt>
                <c:pt idx="1844">
                  <c:v>0.007602820519</c:v>
                </c:pt>
                <c:pt idx="1845">
                  <c:v>0.00758791493454</c:v>
                </c:pt>
                <c:pt idx="1846">
                  <c:v>0.00757306284084</c:v>
                </c:pt>
                <c:pt idx="1847">
                  <c:v>0.00755826404977</c:v>
                </c:pt>
                <c:pt idx="1848">
                  <c:v>0.00754351837547</c:v>
                </c:pt>
                <c:pt idx="1849">
                  <c:v>0.00752882563438</c:v>
                </c:pt>
                <c:pt idx="1850">
                  <c:v>0.00751418564522</c:v>
                </c:pt>
                <c:pt idx="1851">
                  <c:v>0.00749959822902</c:v>
                </c:pt>
                <c:pt idx="1852">
                  <c:v>0.00748506320912</c:v>
                </c:pt>
                <c:pt idx="1853">
                  <c:v>0.00747058041112</c:v>
                </c:pt>
                <c:pt idx="1854">
                  <c:v>0.00745614966297</c:v>
                </c:pt>
                <c:pt idx="1855">
                  <c:v>0.00744177079489</c:v>
                </c:pt>
                <c:pt idx="1856">
                  <c:v>0.00742744363938</c:v>
                </c:pt>
                <c:pt idx="1857">
                  <c:v>0.00741316803125</c:v>
                </c:pt>
                <c:pt idx="1858">
                  <c:v>0.00739894380754</c:v>
                </c:pt>
                <c:pt idx="1859">
                  <c:v>0.00738477080758</c:v>
                </c:pt>
                <c:pt idx="1860">
                  <c:v>0.00737064887294</c:v>
                </c:pt>
                <c:pt idx="1861">
                  <c:v>0.00735657784738</c:v>
                </c:pt>
                <c:pt idx="1862">
                  <c:v>0.00734255757689</c:v>
                </c:pt>
                <c:pt idx="1863">
                  <c:v>0.00732858790963</c:v>
                </c:pt>
                <c:pt idx="1864">
                  <c:v>0.00731466869594</c:v>
                </c:pt>
                <c:pt idx="1865">
                  <c:v>0.00730079978825</c:v>
                </c:pt>
                <c:pt idx="1866">
                  <c:v>0.00728698104114</c:v>
                </c:pt>
                <c:pt idx="1867">
                  <c:v>0.00727321231124</c:v>
                </c:pt>
                <c:pt idx="1868">
                  <c:v>0.00725949345724</c:v>
                </c:pt>
                <c:pt idx="1869">
                  <c:v>0.00724582433984</c:v>
                </c:pt>
                <c:pt idx="1870">
                  <c:v>0.00723220482172</c:v>
                </c:pt>
                <c:pt idx="1871">
                  <c:v>0.00721863476754</c:v>
                </c:pt>
                <c:pt idx="1872">
                  <c:v>0.00720511404385</c:v>
                </c:pt>
                <c:pt idx="1873">
                  <c:v>0.00719164251911</c:v>
                </c:pt>
                <c:pt idx="1874">
                  <c:v>0.00717822006362</c:v>
                </c:pt>
                <c:pt idx="1875">
                  <c:v>0.00716484654952</c:v>
                </c:pt>
                <c:pt idx="1876">
                  <c:v>0.00715152185072</c:v>
                </c:pt>
                <c:pt idx="1877">
                  <c:v>0.00713824584291</c:v>
                </c:pt>
                <c:pt idx="1878">
                  <c:v>0.00712501840348</c:v>
                </c:pt>
                <c:pt idx="1879">
                  <c:v>0.00711183941153</c:v>
                </c:pt>
                <c:pt idx="1880">
                  <c:v>0.00709870874785</c:v>
                </c:pt>
                <c:pt idx="1881">
                  <c:v>0.00708562629482</c:v>
                </c:pt>
                <c:pt idx="1882">
                  <c:v>0.00707259193648</c:v>
                </c:pt>
                <c:pt idx="1883">
                  <c:v>0.00705960555844</c:v>
                </c:pt>
                <c:pt idx="1884">
                  <c:v>0.00704666704785</c:v>
                </c:pt>
                <c:pt idx="1885">
                  <c:v>0.00703377629345</c:v>
                </c:pt>
                <c:pt idx="1886">
                  <c:v>0.00702093318548</c:v>
                </c:pt>
                <c:pt idx="1887">
                  <c:v>0.00700813761569</c:v>
                </c:pt>
                <c:pt idx="1888">
                  <c:v>0.00699538947731</c:v>
                </c:pt>
                <c:pt idx="1889">
                  <c:v>0.00698268866509</c:v>
                </c:pt>
                <c:pt idx="1890">
                  <c:v>0.00697003507521</c:v>
                </c:pt>
                <c:pt idx="1891">
                  <c:v>0.00695742860534</c:v>
                </c:pt>
                <c:pt idx="1892">
                  <c:v>0.0069448691546</c:v>
                </c:pt>
                <c:pt idx="1893">
                  <c:v>0.00693235662357</c:v>
                </c:pt>
                <c:pt idx="1894">
                  <c:v>0.00691989091428</c:v>
                </c:pt>
                <c:pt idx="1895">
                  <c:v>0.00690747193024</c:v>
                </c:pt>
                <c:pt idx="1896">
                  <c:v>0.00689509957639</c:v>
                </c:pt>
                <c:pt idx="1897">
                  <c:v>0.00688277375919</c:v>
                </c:pt>
                <c:pt idx="1898">
                  <c:v>0.00687049438653</c:v>
                </c:pt>
                <c:pt idx="1899">
                  <c:v>0.00685826136785</c:v>
                </c:pt>
                <c:pt idx="1900">
                  <c:v>0.00684607461405</c:v>
                </c:pt>
                <c:pt idx="1901">
                  <c:v>0.00683393403759</c:v>
                </c:pt>
                <c:pt idx="1902">
                  <c:v>0.00682183955246</c:v>
                </c:pt>
                <c:pt idx="1903">
                  <c:v>0.00680979107421</c:v>
                </c:pt>
                <c:pt idx="1904">
                  <c:v>0.00679778852001</c:v>
                </c:pt>
                <c:pt idx="1905">
                  <c:v>0.00678583180859</c:v>
                </c:pt>
                <c:pt idx="1906">
                  <c:v>0.00677392086035</c:v>
                </c:pt>
                <c:pt idx="1907">
                  <c:v>0.00676205559735</c:v>
                </c:pt>
                <c:pt idx="1908">
                  <c:v>0.00675023594333</c:v>
                </c:pt>
                <c:pt idx="1909">
                  <c:v>0.00673846182374</c:v>
                </c:pt>
                <c:pt idx="1910">
                  <c:v>0.00672673316581</c:v>
                </c:pt>
                <c:pt idx="1911">
                  <c:v>0.00671504989849</c:v>
                </c:pt>
                <c:pt idx="1912">
                  <c:v>0.00670341195259</c:v>
                </c:pt>
                <c:pt idx="1913">
                  <c:v>0.00669181926071</c:v>
                </c:pt>
                <c:pt idx="1914">
                  <c:v>0.00668027175734</c:v>
                </c:pt>
                <c:pt idx="1915">
                  <c:v>0.00666876937885</c:v>
                </c:pt>
                <c:pt idx="1916">
                  <c:v>0.00665731206352</c:v>
                </c:pt>
                <c:pt idx="1917">
                  <c:v>0.0066458997516</c:v>
                </c:pt>
                <c:pt idx="1918">
                  <c:v>0.0066345323853</c:v>
                </c:pt>
                <c:pt idx="1919">
                  <c:v>0.00662320990882</c:v>
                </c:pt>
                <c:pt idx="1920">
                  <c:v>0.00661193226839</c:v>
                </c:pt>
                <c:pt idx="1921">
                  <c:v>0.00660069941231</c:v>
                </c:pt>
                <c:pt idx="1922">
                  <c:v>0.0065895112909</c:v>
                </c:pt>
                <c:pt idx="1923">
                  <c:v>0.00657836785661</c:v>
                </c:pt>
                <c:pt idx="1924">
                  <c:v>0.00656726906397</c:v>
                </c:pt>
                <c:pt idx="1925">
                  <c:v>0.00655621486962</c:v>
                </c:pt>
                <c:pt idx="1926">
                  <c:v>0.00654520523237</c:v>
                </c:pt>
                <c:pt idx="1927">
                  <c:v>0.00653424011315</c:v>
                </c:pt>
                <c:pt idx="1928">
                  <c:v>0.00652331947503</c:v>
                </c:pt>
                <c:pt idx="1929">
                  <c:v>0.00651244328328</c:v>
                </c:pt>
                <c:pt idx="1930">
                  <c:v>0.0065016115053</c:v>
                </c:pt>
                <c:pt idx="1931">
                  <c:v>0.00649082411068</c:v>
                </c:pt>
                <c:pt idx="1932">
                  <c:v>0.00648008107117</c:v>
                </c:pt>
                <c:pt idx="1933">
                  <c:v>0.0064693823607</c:v>
                </c:pt>
                <c:pt idx="1934">
                  <c:v>0.00645872795535</c:v>
                </c:pt>
                <c:pt idx="1935">
                  <c:v>0.00644811783336</c:v>
                </c:pt>
                <c:pt idx="1936">
                  <c:v>0.00643755197511</c:v>
                </c:pt>
                <c:pt idx="1937">
                  <c:v>0.00642703036314</c:v>
                </c:pt>
                <c:pt idx="1938">
                  <c:v>0.0064165529821</c:v>
                </c:pt>
                <c:pt idx="1939">
                  <c:v>0.00640611981874</c:v>
                </c:pt>
                <c:pt idx="1940">
                  <c:v>0.00639573086192</c:v>
                </c:pt>
                <c:pt idx="1941">
                  <c:v>0.00638538610258</c:v>
                </c:pt>
                <c:pt idx="1942">
                  <c:v>0.00637508553371</c:v>
                </c:pt>
                <c:pt idx="1943">
                  <c:v>0.00636482915031</c:v>
                </c:pt>
                <c:pt idx="1944">
                  <c:v>0.00635461694944</c:v>
                </c:pt>
                <c:pt idx="1945">
                  <c:v>0.00634444893011</c:v>
                </c:pt>
                <c:pt idx="1946">
                  <c:v>0.00633432509331</c:v>
                </c:pt>
                <c:pt idx="1947">
                  <c:v>0.00632424544197</c:v>
                </c:pt>
                <c:pt idx="1948">
                  <c:v>0.00631420998091</c:v>
                </c:pt>
                <c:pt idx="1949">
                  <c:v>0.00630421871685</c:v>
                </c:pt>
                <c:pt idx="1950">
                  <c:v>0.00629427165837</c:v>
                </c:pt>
                <c:pt idx="1951">
                  <c:v>0.00628436881586</c:v>
                </c:pt>
                <c:pt idx="1952">
                  <c:v>0.00627451020151</c:v>
                </c:pt>
                <c:pt idx="1953">
                  <c:v>0.00626469582928</c:v>
                </c:pt>
                <c:pt idx="1954">
                  <c:v>0.00625492571486</c:v>
                </c:pt>
                <c:pt idx="1955">
                  <c:v>0.00624519987566</c:v>
                </c:pt>
                <c:pt idx="1956">
                  <c:v>0.00623551833076</c:v>
                </c:pt>
                <c:pt idx="1957">
                  <c:v>0.00622588110086</c:v>
                </c:pt>
                <c:pt idx="1958">
                  <c:v>0.00621628820832</c:v>
                </c:pt>
                <c:pt idx="1959">
                  <c:v>0.00620673967705</c:v>
                </c:pt>
                <c:pt idx="1960">
                  <c:v>0.00619723553252</c:v>
                </c:pt>
                <c:pt idx="1961">
                  <c:v>0.00618777580173</c:v>
                </c:pt>
                <c:pt idx="1962">
                  <c:v>0.00617836051318</c:v>
                </c:pt>
                <c:pt idx="1963">
                  <c:v>0.00616898969681</c:v>
                </c:pt>
                <c:pt idx="1964">
                  <c:v>0.006159663384</c:v>
                </c:pt>
                <c:pt idx="1965">
                  <c:v>0.00615038160755</c:v>
                </c:pt>
                <c:pt idx="1966">
                  <c:v>0.0061411444016</c:v>
                </c:pt>
                <c:pt idx="1967">
                  <c:v>0.00613195180164</c:v>
                </c:pt>
                <c:pt idx="1968">
                  <c:v>0.00612280384446</c:v>
                </c:pt>
                <c:pt idx="1969">
                  <c:v>0.00611370056812</c:v>
                </c:pt>
                <c:pt idx="1970">
                  <c:v>0.00610464201194</c:v>
                </c:pt>
                <c:pt idx="1971">
                  <c:v>0.00609562821641</c:v>
                </c:pt>
                <c:pt idx="1972">
                  <c:v>0.00608665922319</c:v>
                </c:pt>
                <c:pt idx="1973">
                  <c:v>0.00607773507511</c:v>
                </c:pt>
                <c:pt idx="1974">
                  <c:v>0.00606885581603</c:v>
                </c:pt>
                <c:pt idx="1975">
                  <c:v>0.00606002149091</c:v>
                </c:pt>
                <c:pt idx="1976">
                  <c:v>0.00605123214568</c:v>
                </c:pt>
                <c:pt idx="1977">
                  <c:v>0.00604248782727</c:v>
                </c:pt>
                <c:pt idx="1978">
                  <c:v>0.00603378858349</c:v>
                </c:pt>
                <c:pt idx="1979">
                  <c:v>0.00602513446302</c:v>
                </c:pt>
                <c:pt idx="1980">
                  <c:v>0.00601652551537</c:v>
                </c:pt>
                <c:pt idx="1981">
                  <c:v>0.00600796179079</c:v>
                </c:pt>
                <c:pt idx="1982">
                  <c:v>0.00599944334023</c:v>
                </c:pt>
                <c:pt idx="1983">
                  <c:v>0.00599097021525</c:v>
                </c:pt>
                <c:pt idx="1984">
                  <c:v>0.00598254246802</c:v>
                </c:pt>
                <c:pt idx="1985">
                  <c:v>0.00597416015114</c:v>
                </c:pt>
                <c:pt idx="1986">
                  <c:v>0.00596582331768</c:v>
                </c:pt>
                <c:pt idx="1987">
                  <c:v>0.00595753202101</c:v>
                </c:pt>
                <c:pt idx="1988">
                  <c:v>0.00594928631475</c:v>
                </c:pt>
                <c:pt idx="1989">
                  <c:v>0.00594108625269</c:v>
                </c:pt>
                <c:pt idx="1990">
                  <c:v>0.00593293188866</c:v>
                </c:pt>
                <c:pt idx="1991">
                  <c:v>0.00592482327647</c:v>
                </c:pt>
                <c:pt idx="1992">
                  <c:v>0.00591676046975</c:v>
                </c:pt>
                <c:pt idx="1993">
                  <c:v>0.00590874352189</c:v>
                </c:pt>
                <c:pt idx="1994">
                  <c:v>0.00590077248586</c:v>
                </c:pt>
                <c:pt idx="1995">
                  <c:v>0.00589284741416</c:v>
                </c:pt>
                <c:pt idx="1996">
                  <c:v>0.00588496835862</c:v>
                </c:pt>
                <c:pt idx="1997">
                  <c:v>0.00587713537028</c:v>
                </c:pt>
                <c:pt idx="1998">
                  <c:v>0.00586934849926</c:v>
                </c:pt>
                <c:pt idx="1999">
                  <c:v>0.00586160779462</c:v>
                </c:pt>
                <c:pt idx="2000">
                  <c:v>0.00585391330416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0.75"/>
          <c:min val="0"/>
        </c:scaling>
        <c:delete val="0"/>
        <c:axPos val="l"/>
        <c:majorGridlines>
          <c:spPr>
            <a:ln xmlns:a="http://schemas.openxmlformats.org/drawingml/2006/main" w="4763">
              <a:solidFill>
                <a:srgbClr val="EEEEEE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2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majorUnit val="1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1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U/t = 4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222222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scatterChart>
        <c:scatterStyle val="lineMarker"/>
        <c:varyColors val="0"/>
        <c:ser>
          <c:idx val="0"/>
          <c:order val="0"/>
          <c:tx>
            <c:v>charge</c:v>
          </c:tx>
          <c:spPr>
            <a:ln xmlns:a="http://schemas.openxmlformats.org/drawingml/2006/main" w="15240">
              <a:solidFill>
                <a:srgbClr val="C43C64"/>
              </a:solidFill>
              <a:prstDash val="solid"/>
            </a:ln>
          </c:spPr>
          <c:marker>
            <c:symbol val="none"/>
            <c:size val="5"/>
            <c:spPr>
              <a:solidFill xmlns:a="http://schemas.openxmlformats.org/drawingml/2006/main">
                <a:srgbClr val="C43C64"/>
              </a:solidFill>
            </c:spPr>
          </c:marker>
          <c:xVal>
            <c:numRef>
              <c:f>'Chart Data'!$A$2:$A$2002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Data'!$B$2:$B$2002</c:f>
              <c:numCache>
                <c:formatCode>0.0</c:formatCode>
                <c:ptCount val="2001"/>
                <c:pt idx="0">
                  <c:v>0.00289699633937</c:v>
                </c:pt>
                <c:pt idx="1">
                  <c:v>0.00290189656431</c:v>
                </c:pt>
                <c:pt idx="2">
                  <c:v>0.00290680945824</c:v>
                </c:pt>
                <c:pt idx="3">
                  <c:v>0.00291173506571</c:v>
                </c:pt>
                <c:pt idx="4">
                  <c:v>0.00291667343152</c:v>
                </c:pt>
                <c:pt idx="5">
                  <c:v>0.00292162460063</c:v>
                </c:pt>
                <c:pt idx="6">
                  <c:v>0.00292658861824</c:v>
                </c:pt>
                <c:pt idx="7">
                  <c:v>0.00293156552973</c:v>
                </c:pt>
                <c:pt idx="8">
                  <c:v>0.00293655538069</c:v>
                </c:pt>
                <c:pt idx="9">
                  <c:v>0.00294155821692</c:v>
                </c:pt>
                <c:pt idx="10">
                  <c:v>0.00294657408442</c:v>
                </c:pt>
                <c:pt idx="11">
                  <c:v>0.00295160302942</c:v>
                </c:pt>
                <c:pt idx="12">
                  <c:v>0.00295664509834</c:v>
                </c:pt>
                <c:pt idx="13">
                  <c:v>0.00296170033782</c:v>
                </c:pt>
                <c:pt idx="14">
                  <c:v>0.0029667687947</c:v>
                </c:pt>
                <c:pt idx="15">
                  <c:v>0.00297185051604</c:v>
                </c:pt>
                <c:pt idx="16">
                  <c:v>0.00297694554913</c:v>
                </c:pt>
                <c:pt idx="17">
                  <c:v>0.00298205394145</c:v>
                </c:pt>
                <c:pt idx="18">
                  <c:v>0.00298717574072</c:v>
                </c:pt>
                <c:pt idx="19">
                  <c:v>0.00299231099487</c:v>
                </c:pt>
                <c:pt idx="20">
                  <c:v>0.00299745975203</c:v>
                </c:pt>
                <c:pt idx="21">
                  <c:v>0.00300262206059</c:v>
                </c:pt>
                <c:pt idx="22">
                  <c:v>0.00300779796913</c:v>
                </c:pt>
                <c:pt idx="23">
                  <c:v>0.00301298752648</c:v>
                </c:pt>
                <c:pt idx="24">
                  <c:v>0.00301819078165</c:v>
                </c:pt>
                <c:pt idx="25">
                  <c:v>0.00302340778393</c:v>
                </c:pt>
                <c:pt idx="26">
                  <c:v>0.00302863858281</c:v>
                </c:pt>
                <c:pt idx="27">
                  <c:v>0.003033883228</c:v>
                </c:pt>
                <c:pt idx="28">
                  <c:v>0.00303914176945</c:v>
                </c:pt>
                <c:pt idx="29">
                  <c:v>0.00304441425735</c:v>
                </c:pt>
                <c:pt idx="30">
                  <c:v>0.00304970074212</c:v>
                </c:pt>
                <c:pt idx="31">
                  <c:v>0.00305500127439</c:v>
                </c:pt>
                <c:pt idx="32">
                  <c:v>0.00306031590506</c:v>
                </c:pt>
                <c:pt idx="33">
                  <c:v>0.00306564468525</c:v>
                </c:pt>
                <c:pt idx="34">
                  <c:v>0.0030709876663</c:v>
                </c:pt>
                <c:pt idx="35">
                  <c:v>0.00307634489982</c:v>
                </c:pt>
                <c:pt idx="36">
                  <c:v>0.00308171643764</c:v>
                </c:pt>
                <c:pt idx="37">
                  <c:v>0.00308710233185</c:v>
                </c:pt>
                <c:pt idx="38">
                  <c:v>0.00309250263476</c:v>
                </c:pt>
                <c:pt idx="39">
                  <c:v>0.00309791739895</c:v>
                </c:pt>
                <c:pt idx="40">
                  <c:v>0.00310334667722</c:v>
                </c:pt>
                <c:pt idx="41">
                  <c:v>0.00310879052265</c:v>
                </c:pt>
                <c:pt idx="42">
                  <c:v>0.00311424898853</c:v>
                </c:pt>
                <c:pt idx="43">
                  <c:v>0.00311972212843</c:v>
                </c:pt>
                <c:pt idx="44">
                  <c:v>0.00312520999616</c:v>
                </c:pt>
                <c:pt idx="45">
                  <c:v>0.0031307126458</c:v>
                </c:pt>
                <c:pt idx="46">
                  <c:v>0.00313623013165</c:v>
                </c:pt>
                <c:pt idx="47">
                  <c:v>0.0031417625083</c:v>
                </c:pt>
                <c:pt idx="48">
                  <c:v>0.00314730983058</c:v>
                </c:pt>
                <c:pt idx="49">
                  <c:v>0.0031528721536</c:v>
                </c:pt>
                <c:pt idx="50">
                  <c:v>0.00315844953269</c:v>
                </c:pt>
                <c:pt idx="51">
                  <c:v>0.00316404202349</c:v>
                </c:pt>
                <c:pt idx="52">
                  <c:v>0.00316964968187</c:v>
                </c:pt>
                <c:pt idx="53">
                  <c:v>0.00317527256398</c:v>
                </c:pt>
                <c:pt idx="54">
                  <c:v>0.00318091072624</c:v>
                </c:pt>
                <c:pt idx="55">
                  <c:v>0.00318656422533</c:v>
                </c:pt>
                <c:pt idx="56">
                  <c:v>0.00319223311821</c:v>
                </c:pt>
                <c:pt idx="57">
                  <c:v>0.00319791746209</c:v>
                </c:pt>
                <c:pt idx="58">
                  <c:v>0.00320361731449</c:v>
                </c:pt>
                <c:pt idx="59">
                  <c:v>0.00320933273317</c:v>
                </c:pt>
                <c:pt idx="60">
                  <c:v>0.00321506377619</c:v>
                </c:pt>
                <c:pt idx="61">
                  <c:v>0.00322081050187</c:v>
                </c:pt>
                <c:pt idx="62">
                  <c:v>0.00322657296883</c:v>
                </c:pt>
                <c:pt idx="63">
                  <c:v>0.00323235123595</c:v>
                </c:pt>
                <c:pt idx="64">
                  <c:v>0.00323814536242</c:v>
                </c:pt>
                <c:pt idx="65">
                  <c:v>0.00324395540769</c:v>
                </c:pt>
                <c:pt idx="66">
                  <c:v>0.0032497814315</c:v>
                </c:pt>
                <c:pt idx="67">
                  <c:v>0.00325562349391</c:v>
                </c:pt>
                <c:pt idx="68">
                  <c:v>0.00326148165522</c:v>
                </c:pt>
                <c:pt idx="69">
                  <c:v>0.00326735597606</c:v>
                </c:pt>
                <c:pt idx="70">
                  <c:v>0.00327324651733</c:v>
                </c:pt>
                <c:pt idx="71">
                  <c:v>0.00327915334026</c:v>
                </c:pt>
                <c:pt idx="72">
                  <c:v>0.00328507650633</c:v>
                </c:pt>
                <c:pt idx="73">
                  <c:v>0.00329101607736</c:v>
                </c:pt>
                <c:pt idx="74">
                  <c:v>0.00329697211544</c:v>
                </c:pt>
                <c:pt idx="75">
                  <c:v>0.00330294468299</c:v>
                </c:pt>
                <c:pt idx="76">
                  <c:v>0.00330893384271</c:v>
                </c:pt>
                <c:pt idx="77">
                  <c:v>0.00331493965763</c:v>
                </c:pt>
                <c:pt idx="78">
                  <c:v>0.00332096219107</c:v>
                </c:pt>
                <c:pt idx="79">
                  <c:v>0.00332700150666</c:v>
                </c:pt>
                <c:pt idx="80">
                  <c:v>0.00333305766836</c:v>
                </c:pt>
                <c:pt idx="81">
                  <c:v>0.00333913074042</c:v>
                </c:pt>
                <c:pt idx="82">
                  <c:v>0.00334522078743</c:v>
                </c:pt>
                <c:pt idx="83">
                  <c:v>0.00335132787428</c:v>
                </c:pt>
                <c:pt idx="84">
                  <c:v>0.00335745206619</c:v>
                </c:pt>
                <c:pt idx="85">
                  <c:v>0.00336359342869</c:v>
                </c:pt>
                <c:pt idx="86">
                  <c:v>0.00336975202765</c:v>
                </c:pt>
                <c:pt idx="87">
                  <c:v>0.00337592792925</c:v>
                </c:pt>
                <c:pt idx="88">
                  <c:v>0.00338212120001</c:v>
                </c:pt>
                <c:pt idx="89">
                  <c:v>0.00338833190676</c:v>
                </c:pt>
                <c:pt idx="90">
                  <c:v>0.0033945601167</c:v>
                </c:pt>
                <c:pt idx="91">
                  <c:v>0.00340080589731</c:v>
                </c:pt>
                <c:pt idx="92">
                  <c:v>0.00340706931646</c:v>
                </c:pt>
                <c:pt idx="93">
                  <c:v>0.00341335044233</c:v>
                </c:pt>
                <c:pt idx="94">
                  <c:v>0.00341964934343</c:v>
                </c:pt>
                <c:pt idx="95">
                  <c:v>0.00342596608863</c:v>
                </c:pt>
                <c:pt idx="96">
                  <c:v>0.00343230074715</c:v>
                </c:pt>
                <c:pt idx="97">
                  <c:v>0.00343865338853</c:v>
                </c:pt>
                <c:pt idx="98">
                  <c:v>0.00344502408269</c:v>
                </c:pt>
                <c:pt idx="99">
                  <c:v>0.00345141289988</c:v>
                </c:pt>
                <c:pt idx="100">
                  <c:v>0.0034578199107</c:v>
                </c:pt>
                <c:pt idx="101">
                  <c:v>0.00346424518612</c:v>
                </c:pt>
                <c:pt idx="102">
                  <c:v>0.00347068879747</c:v>
                </c:pt>
                <c:pt idx="103">
                  <c:v>0.00347715081641</c:v>
                </c:pt>
                <c:pt idx="104">
                  <c:v>0.003483631315</c:v>
                </c:pt>
                <c:pt idx="105">
                  <c:v>0.00349013036564</c:v>
                </c:pt>
                <c:pt idx="106">
                  <c:v>0.0034966480411</c:v>
                </c:pt>
                <c:pt idx="107">
                  <c:v>0.00350318441452</c:v>
                </c:pt>
                <c:pt idx="108">
                  <c:v>0.00350973955942</c:v>
                </c:pt>
                <c:pt idx="109">
                  <c:v>0.00351631354968</c:v>
                </c:pt>
                <c:pt idx="110">
                  <c:v>0.00352290645956</c:v>
                </c:pt>
                <c:pt idx="111">
                  <c:v>0.00352951836371</c:v>
                </c:pt>
                <c:pt idx="112">
                  <c:v>0.00353614933715</c:v>
                </c:pt>
                <c:pt idx="113">
                  <c:v>0.00354279945527</c:v>
                </c:pt>
                <c:pt idx="114">
                  <c:v>0.00354946879387</c:v>
                </c:pt>
                <c:pt idx="115">
                  <c:v>0.00355615742912</c:v>
                </c:pt>
                <c:pt idx="116">
                  <c:v>0.00356286543759</c:v>
                </c:pt>
                <c:pt idx="117">
                  <c:v>0.00356959289625</c:v>
                </c:pt>
                <c:pt idx="118">
                  <c:v>0.00357633988244</c:v>
                </c:pt>
                <c:pt idx="119">
                  <c:v>0.00358310647393</c:v>
                </c:pt>
                <c:pt idx="120">
                  <c:v>0.00358989274886</c:v>
                </c:pt>
                <c:pt idx="121">
                  <c:v>0.00359669878579</c:v>
                </c:pt>
                <c:pt idx="122">
                  <c:v>0.00360352466368</c:v>
                </c:pt>
                <c:pt idx="123">
                  <c:v>0.00361037046192</c:v>
                </c:pt>
                <c:pt idx="124">
                  <c:v>0.00361723626027</c:v>
                </c:pt>
                <c:pt idx="125">
                  <c:v>0.00362412213893</c:v>
                </c:pt>
                <c:pt idx="126">
                  <c:v>0.00363102817852</c:v>
                </c:pt>
                <c:pt idx="127">
                  <c:v>0.00363795446007</c:v>
                </c:pt>
                <c:pt idx="128">
                  <c:v>0.00364490106502</c:v>
                </c:pt>
                <c:pt idx="129">
                  <c:v>0.00365186807527</c:v>
                </c:pt>
                <c:pt idx="130">
                  <c:v>0.0036588555731</c:v>
                </c:pt>
                <c:pt idx="131">
                  <c:v>0.00366586364126</c:v>
                </c:pt>
                <c:pt idx="132">
                  <c:v>0.00367289236292</c:v>
                </c:pt>
                <c:pt idx="133">
                  <c:v>0.00367994182167</c:v>
                </c:pt>
                <c:pt idx="134">
                  <c:v>0.00368701210155</c:v>
                </c:pt>
                <c:pt idx="135">
                  <c:v>0.00369410328706</c:v>
                </c:pt>
                <c:pt idx="136">
                  <c:v>0.00370121546312</c:v>
                </c:pt>
                <c:pt idx="137">
                  <c:v>0.00370834871509</c:v>
                </c:pt>
                <c:pt idx="138">
                  <c:v>0.00371550312882</c:v>
                </c:pt>
                <c:pt idx="139">
                  <c:v>0.00372267879056</c:v>
                </c:pt>
                <c:pt idx="140">
                  <c:v>0.00372987578707</c:v>
                </c:pt>
                <c:pt idx="141">
                  <c:v>0.00373709420552</c:v>
                </c:pt>
                <c:pt idx="142">
                  <c:v>0.00374433413358</c:v>
                </c:pt>
                <c:pt idx="143">
                  <c:v>0.00375159565937</c:v>
                </c:pt>
                <c:pt idx="144">
                  <c:v>0.00375887887148</c:v>
                </c:pt>
                <c:pt idx="145">
                  <c:v>0.00376618385896</c:v>
                </c:pt>
                <c:pt idx="146">
                  <c:v>0.00377351071135</c:v>
                </c:pt>
                <c:pt idx="147">
                  <c:v>0.00378085951867</c:v>
                </c:pt>
                <c:pt idx="148">
                  <c:v>0.00378823037141</c:v>
                </c:pt>
                <c:pt idx="149">
                  <c:v>0.00379562336054</c:v>
                </c:pt>
                <c:pt idx="150">
                  <c:v>0.00380303857754</c:v>
                </c:pt>
                <c:pt idx="151">
                  <c:v>0.00381047611436</c:v>
                </c:pt>
                <c:pt idx="152">
                  <c:v>0.00381793606345</c:v>
                </c:pt>
                <c:pt idx="153">
                  <c:v>0.00382541851776</c:v>
                </c:pt>
                <c:pt idx="154">
                  <c:v>0.00383292357073</c:v>
                </c:pt>
                <c:pt idx="155">
                  <c:v>0.00384045131633</c:v>
                </c:pt>
                <c:pt idx="156">
                  <c:v>0.00384800184901</c:v>
                </c:pt>
                <c:pt idx="157">
                  <c:v>0.00385557526375</c:v>
                </c:pt>
                <c:pt idx="158">
                  <c:v>0.00386317165603</c:v>
                </c:pt>
                <c:pt idx="159">
                  <c:v>0.00387079112185</c:v>
                </c:pt>
                <c:pt idx="160">
                  <c:v>0.00387843375774</c:v>
                </c:pt>
                <c:pt idx="161">
                  <c:v>0.00388609966076</c:v>
                </c:pt>
                <c:pt idx="162">
                  <c:v>0.00389378892847</c:v>
                </c:pt>
                <c:pt idx="163">
                  <c:v>0.00390150165901</c:v>
                </c:pt>
                <c:pt idx="164">
                  <c:v>0.00390923795101</c:v>
                </c:pt>
                <c:pt idx="165">
                  <c:v>0.00391699790365</c:v>
                </c:pt>
                <c:pt idx="166">
                  <c:v>0.00392478161669</c:v>
                </c:pt>
                <c:pt idx="167">
                  <c:v>0.00393258919038</c:v>
                </c:pt>
                <c:pt idx="168">
                  <c:v>0.00394042072556</c:v>
                </c:pt>
                <c:pt idx="169">
                  <c:v>0.00394827632362</c:v>
                </c:pt>
                <c:pt idx="170">
                  <c:v>0.0039561560865</c:v>
                </c:pt>
                <c:pt idx="171">
                  <c:v>0.0039640601167</c:v>
                </c:pt>
                <c:pt idx="172">
                  <c:v>0.0039719885173</c:v>
                </c:pt>
                <c:pt idx="173">
                  <c:v>0.00397994139193</c:v>
                </c:pt>
                <c:pt idx="174">
                  <c:v>0.00398791884482</c:v>
                </c:pt>
                <c:pt idx="175">
                  <c:v>0.00399592098075</c:v>
                </c:pt>
                <c:pt idx="176">
                  <c:v>0.00400394790511</c:v>
                </c:pt>
                <c:pt idx="177">
                  <c:v>0.00401199972386</c:v>
                </c:pt>
                <c:pt idx="178">
                  <c:v>0.00402007654354</c:v>
                </c:pt>
                <c:pt idx="179">
                  <c:v>0.00402817847132</c:v>
                </c:pt>
                <c:pt idx="180">
                  <c:v>0.00403630561494</c:v>
                </c:pt>
                <c:pt idx="181">
                  <c:v>0.00404445808274</c:v>
                </c:pt>
                <c:pt idx="182">
                  <c:v>0.0040526359837</c:v>
                </c:pt>
                <c:pt idx="183">
                  <c:v>0.00406083942736</c:v>
                </c:pt>
                <c:pt idx="184">
                  <c:v>0.00406906852393</c:v>
                </c:pt>
                <c:pt idx="185">
                  <c:v>0.00407732338421</c:v>
                </c:pt>
                <c:pt idx="186">
                  <c:v>0.00408560411962</c:v>
                </c:pt>
                <c:pt idx="187">
                  <c:v>0.00409391084223</c:v>
                </c:pt>
                <c:pt idx="188">
                  <c:v>0.00410224366473</c:v>
                </c:pt>
                <c:pt idx="189">
                  <c:v>0.00411060270046</c:v>
                </c:pt>
                <c:pt idx="190">
                  <c:v>0.00411898806338</c:v>
                </c:pt>
                <c:pt idx="191">
                  <c:v>0.00412739986812</c:v>
                </c:pt>
                <c:pt idx="192">
                  <c:v>0.00413583822996</c:v>
                </c:pt>
                <c:pt idx="193">
                  <c:v>0.00414430326482</c:v>
                </c:pt>
                <c:pt idx="194">
                  <c:v>0.00415279508929</c:v>
                </c:pt>
                <c:pt idx="195">
                  <c:v>0.00416131382064</c:v>
                </c:pt>
                <c:pt idx="196">
                  <c:v>0.0041698595768</c:v>
                </c:pt>
                <c:pt idx="197">
                  <c:v>0.00417843247637</c:v>
                </c:pt>
                <c:pt idx="198">
                  <c:v>0.00418703263863</c:v>
                </c:pt>
                <c:pt idx="199">
                  <c:v>0.00419566018356</c:v>
                </c:pt>
                <c:pt idx="200">
                  <c:v>0.00420431523183</c:v>
                </c:pt>
                <c:pt idx="201">
                  <c:v>0.00421299790478</c:v>
                </c:pt>
                <c:pt idx="202">
                  <c:v>0.00422170832448</c:v>
                </c:pt>
                <c:pt idx="203">
                  <c:v>0.0042304466137</c:v>
                </c:pt>
                <c:pt idx="204">
                  <c:v>0.00423921289592</c:v>
                </c:pt>
                <c:pt idx="205">
                  <c:v>0.00424800729531</c:v>
                </c:pt>
                <c:pt idx="206">
                  <c:v>0.00425682993681</c:v>
                </c:pt>
                <c:pt idx="207">
                  <c:v>0.00426568094605</c:v>
                </c:pt>
                <c:pt idx="208">
                  <c:v>0.0042745604494</c:v>
                </c:pt>
                <c:pt idx="209">
                  <c:v>0.00428346857399</c:v>
                </c:pt>
                <c:pt idx="210">
                  <c:v>0.00429240544765</c:v>
                </c:pt>
                <c:pt idx="211">
                  <c:v>0.00430137119901</c:v>
                </c:pt>
                <c:pt idx="212">
                  <c:v>0.0043103659574</c:v>
                </c:pt>
                <c:pt idx="213">
                  <c:v>0.00431938985296</c:v>
                </c:pt>
                <c:pt idx="214">
                  <c:v>0.00432844301657</c:v>
                </c:pt>
                <c:pt idx="215">
                  <c:v>0.00433752557988</c:v>
                </c:pt>
                <c:pt idx="216">
                  <c:v>0.00434663767532</c:v>
                </c:pt>
                <c:pt idx="217">
                  <c:v>0.00435577943611</c:v>
                </c:pt>
                <c:pt idx="218">
                  <c:v>0.00436495099626</c:v>
                </c:pt>
                <c:pt idx="219">
                  <c:v>0.00437415249055</c:v>
                </c:pt>
                <c:pt idx="220">
                  <c:v>0.00438338405459</c:v>
                </c:pt>
                <c:pt idx="221">
                  <c:v>0.00439264582479</c:v>
                </c:pt>
                <c:pt idx="222">
                  <c:v>0.00440193793837</c:v>
                </c:pt>
                <c:pt idx="223">
                  <c:v>0.00441126053335</c:v>
                </c:pt>
                <c:pt idx="224">
                  <c:v>0.00442061374861</c:v>
                </c:pt>
                <c:pt idx="225">
                  <c:v>0.00442999772383</c:v>
                </c:pt>
                <c:pt idx="226">
                  <c:v>0.00443941259956</c:v>
                </c:pt>
                <c:pt idx="227">
                  <c:v>0.00444885851717</c:v>
                </c:pt>
                <c:pt idx="228">
                  <c:v>0.00445833561887</c:v>
                </c:pt>
                <c:pt idx="229">
                  <c:v>0.00446784404777</c:v>
                </c:pt>
                <c:pt idx="230">
                  <c:v>0.0044773839478</c:v>
                </c:pt>
                <c:pt idx="231">
                  <c:v>0.00448695546379</c:v>
                </c:pt>
                <c:pt idx="232">
                  <c:v>0.00449655874143</c:v>
                </c:pt>
                <c:pt idx="233">
                  <c:v>0.00450619392729</c:v>
                </c:pt>
                <c:pt idx="234">
                  <c:v>0.00451586116886</c:v>
                </c:pt>
                <c:pt idx="235">
                  <c:v>0.00452556061449</c:v>
                </c:pt>
                <c:pt idx="236">
                  <c:v>0.00453529241346</c:v>
                </c:pt>
                <c:pt idx="237">
                  <c:v>0.00454505671595</c:v>
                </c:pt>
                <c:pt idx="238">
                  <c:v>0.00455485367307</c:v>
                </c:pt>
                <c:pt idx="239">
                  <c:v>0.00456468343684</c:v>
                </c:pt>
                <c:pt idx="240">
                  <c:v>0.00457454616023</c:v>
                </c:pt>
                <c:pt idx="241">
                  <c:v>0.00458444199713</c:v>
                </c:pt>
                <c:pt idx="242">
                  <c:v>0.0045943711024</c:v>
                </c:pt>
                <c:pt idx="243">
                  <c:v>0.00460433363184</c:v>
                </c:pt>
                <c:pt idx="244">
                  <c:v>0.00461432974222</c:v>
                </c:pt>
                <c:pt idx="245">
                  <c:v>0.00462435959128</c:v>
                </c:pt>
                <c:pt idx="246">
                  <c:v>0.00463442333773</c:v>
                </c:pt>
                <c:pt idx="247">
                  <c:v>0.00464452114127</c:v>
                </c:pt>
                <c:pt idx="248">
                  <c:v>0.00465465316261</c:v>
                </c:pt>
                <c:pt idx="249">
                  <c:v>0.00466481956343</c:v>
                </c:pt>
                <c:pt idx="250">
                  <c:v>0.00467502050644</c:v>
                </c:pt>
                <c:pt idx="251">
                  <c:v>0.00468525615537</c:v>
                </c:pt>
                <c:pt idx="252">
                  <c:v>0.00469552667497</c:v>
                </c:pt>
                <c:pt idx="253">
                  <c:v>0.00470583223102</c:v>
                </c:pt>
                <c:pt idx="254">
                  <c:v>0.00471617299035</c:v>
                </c:pt>
                <c:pt idx="255">
                  <c:v>0.00472654912082</c:v>
                </c:pt>
                <c:pt idx="256">
                  <c:v>0.00473696079139</c:v>
                </c:pt>
                <c:pt idx="257">
                  <c:v>0.00474740817205</c:v>
                </c:pt>
                <c:pt idx="258">
                  <c:v>0.00475789143387</c:v>
                </c:pt>
                <c:pt idx="259">
                  <c:v>0.00476841074903</c:v>
                </c:pt>
                <c:pt idx="260">
                  <c:v>0.00477896629078</c:v>
                </c:pt>
                <c:pt idx="261">
                  <c:v>0.00478955823349</c:v>
                </c:pt>
                <c:pt idx="262">
                  <c:v>0.00480018675262</c:v>
                </c:pt>
                <c:pt idx="263">
                  <c:v>0.00481085202476</c:v>
                </c:pt>
                <c:pt idx="264">
                  <c:v>0.00482155422765</c:v>
                </c:pt>
                <c:pt idx="265">
                  <c:v>0.00483229354014</c:v>
                </c:pt>
                <c:pt idx="266">
                  <c:v>0.00484307014225</c:v>
                </c:pt>
                <c:pt idx="267">
                  <c:v>0.00485388421514</c:v>
                </c:pt>
                <c:pt idx="268">
                  <c:v>0.00486473594115</c:v>
                </c:pt>
                <c:pt idx="269">
                  <c:v>0.00487562550379</c:v>
                </c:pt>
                <c:pt idx="270">
                  <c:v>0.00488655308777</c:v>
                </c:pt>
                <c:pt idx="271">
                  <c:v>0.00489751887897</c:v>
                </c:pt>
                <c:pt idx="272">
                  <c:v>0.00490852306452</c:v>
                </c:pt>
                <c:pt idx="273">
                  <c:v>0.00491956583272</c:v>
                </c:pt>
                <c:pt idx="274">
                  <c:v>0.00493064737312</c:v>
                </c:pt>
                <c:pt idx="275">
                  <c:v>0.00494176787652</c:v>
                </c:pt>
                <c:pt idx="276">
                  <c:v>0.00495292753495</c:v>
                </c:pt>
                <c:pt idx="277">
                  <c:v>0.00496412654169</c:v>
                </c:pt>
                <c:pt idx="278">
                  <c:v>0.00497536509131</c:v>
                </c:pt>
                <c:pt idx="279">
                  <c:v>0.00498664337964</c:v>
                </c:pt>
                <c:pt idx="280">
                  <c:v>0.00499796160382</c:v>
                </c:pt>
                <c:pt idx="281">
                  <c:v>0.00500931996228</c:v>
                </c:pt>
                <c:pt idx="282">
                  <c:v>0.00502071865477</c:v>
                </c:pt>
                <c:pt idx="283">
                  <c:v>0.00503215788235</c:v>
                </c:pt>
                <c:pt idx="284">
                  <c:v>0.00504363784741</c:v>
                </c:pt>
                <c:pt idx="285">
                  <c:v>0.00505515875372</c:v>
                </c:pt>
                <c:pt idx="286">
                  <c:v>0.00506672080638</c:v>
                </c:pt>
                <c:pt idx="287">
                  <c:v>0.00507832421186</c:v>
                </c:pt>
                <c:pt idx="288">
                  <c:v>0.00508996917802</c:v>
                </c:pt>
                <c:pt idx="289">
                  <c:v>0.00510165591411</c:v>
                </c:pt>
                <c:pt idx="290">
                  <c:v>0.00511338463079</c:v>
                </c:pt>
                <c:pt idx="291">
                  <c:v>0.00512515554012</c:v>
                </c:pt>
                <c:pt idx="292">
                  <c:v>0.0051369688556</c:v>
                </c:pt>
                <c:pt idx="293">
                  <c:v>0.0051488247922</c:v>
                </c:pt>
                <c:pt idx="294">
                  <c:v>0.00516072356629</c:v>
                </c:pt>
                <c:pt idx="295">
                  <c:v>0.00517266539574</c:v>
                </c:pt>
                <c:pt idx="296">
                  <c:v>0.00518465049991</c:v>
                </c:pt>
                <c:pt idx="297">
                  <c:v>0.00519667909962</c:v>
                </c:pt>
                <c:pt idx="298">
                  <c:v>0.00520875141723</c:v>
                </c:pt>
                <c:pt idx="299">
                  <c:v>0.0052208676766</c:v>
                </c:pt>
                <c:pt idx="300">
                  <c:v>0.00523302810312</c:v>
                </c:pt>
                <c:pt idx="301">
                  <c:v>0.00524523292375</c:v>
                </c:pt>
                <c:pt idx="302">
                  <c:v>0.00525748236697</c:v>
                </c:pt>
                <c:pt idx="303">
                  <c:v>0.00526977666287</c:v>
                </c:pt>
                <c:pt idx="304">
                  <c:v>0.00528211604312</c:v>
                </c:pt>
                <c:pt idx="305">
                  <c:v>0.00529450074097</c:v>
                </c:pt>
                <c:pt idx="306">
                  <c:v>0.00530693099133</c:v>
                </c:pt>
                <c:pt idx="307">
                  <c:v>0.00531940703069</c:v>
                </c:pt>
                <c:pt idx="308">
                  <c:v>0.00533192909723</c:v>
                </c:pt>
                <c:pt idx="309">
                  <c:v>0.00534449743075</c:v>
                </c:pt>
                <c:pt idx="310">
                  <c:v>0.00535711227277</c:v>
                </c:pt>
                <c:pt idx="311">
                  <c:v>0.00536977386645</c:v>
                </c:pt>
                <c:pt idx="312">
                  <c:v>0.00538248245671</c:v>
                </c:pt>
                <c:pt idx="313">
                  <c:v>0.00539523829014</c:v>
                </c:pt>
                <c:pt idx="314">
                  <c:v>0.0054080416151</c:v>
                </c:pt>
                <c:pt idx="315">
                  <c:v>0.0054208926817</c:v>
                </c:pt>
                <c:pt idx="316">
                  <c:v>0.0054337917418</c:v>
                </c:pt>
                <c:pt idx="317">
                  <c:v>0.00544673904906</c:v>
                </c:pt>
                <c:pt idx="318">
                  <c:v>0.00545973485894</c:v>
                </c:pt>
                <c:pt idx="319">
                  <c:v>0.00547277942872</c:v>
                </c:pt>
                <c:pt idx="320">
                  <c:v>0.00548587301751</c:v>
                </c:pt>
                <c:pt idx="321">
                  <c:v>0.00549901588627</c:v>
                </c:pt>
                <c:pt idx="322">
                  <c:v>0.00551220829782</c:v>
                </c:pt>
                <c:pt idx="323">
                  <c:v>0.0055254505169</c:v>
                </c:pt>
                <c:pt idx="324">
                  <c:v>0.00553874281012</c:v>
                </c:pt>
                <c:pt idx="325">
                  <c:v>0.00555208544602</c:v>
                </c:pt>
                <c:pt idx="326">
                  <c:v>0.00556547869508</c:v>
                </c:pt>
                <c:pt idx="327">
                  <c:v>0.00557892282975</c:v>
                </c:pt>
                <c:pt idx="328">
                  <c:v>0.00559241812443</c:v>
                </c:pt>
                <c:pt idx="329">
                  <c:v>0.00560596485554</c:v>
                </c:pt>
                <c:pt idx="330">
                  <c:v>0.00561956330151</c:v>
                </c:pt>
                <c:pt idx="331">
                  <c:v>0.00563321374278</c:v>
                </c:pt>
                <c:pt idx="332">
                  <c:v>0.00564691646187</c:v>
                </c:pt>
                <c:pt idx="333">
                  <c:v>0.00566067174335</c:v>
                </c:pt>
                <c:pt idx="334">
                  <c:v>0.00567447987388</c:v>
                </c:pt>
                <c:pt idx="335">
                  <c:v>0.00568834114226</c:v>
                </c:pt>
                <c:pt idx="336">
                  <c:v>0.00570225583939</c:v>
                </c:pt>
                <c:pt idx="337">
                  <c:v>0.00571622425833</c:v>
                </c:pt>
                <c:pt idx="338">
                  <c:v>0.00573024669431</c:v>
                </c:pt>
                <c:pt idx="339">
                  <c:v>0.00574432344476</c:v>
                </c:pt>
                <c:pt idx="340">
                  <c:v>0.00575845480932</c:v>
                </c:pt>
                <c:pt idx="341">
                  <c:v>0.00577264108987</c:v>
                </c:pt>
                <c:pt idx="342">
                  <c:v>0.00578688259053</c:v>
                </c:pt>
                <c:pt idx="343">
                  <c:v>0.00580117961773</c:v>
                </c:pt>
                <c:pt idx="344">
                  <c:v>0.00581553248016</c:v>
                </c:pt>
                <c:pt idx="345">
                  <c:v>0.00582994148887</c:v>
                </c:pt>
                <c:pt idx="346">
                  <c:v>0.00584440695724</c:v>
                </c:pt>
                <c:pt idx="347">
                  <c:v>0.00585892920102</c:v>
                </c:pt>
                <c:pt idx="348">
                  <c:v>0.00587350853834</c:v>
                </c:pt>
                <c:pt idx="349">
                  <c:v>0.00588814528979</c:v>
                </c:pt>
                <c:pt idx="350">
                  <c:v>0.00590283977834</c:v>
                </c:pt>
                <c:pt idx="351">
                  <c:v>0.00591759232946</c:v>
                </c:pt>
                <c:pt idx="352">
                  <c:v>0.00593240327111</c:v>
                </c:pt>
                <c:pt idx="353">
                  <c:v>0.00594727293376</c:v>
                </c:pt>
                <c:pt idx="354">
                  <c:v>0.00596220165039</c:v>
                </c:pt>
                <c:pt idx="355">
                  <c:v>0.00597718975658</c:v>
                </c:pt>
                <c:pt idx="356">
                  <c:v>0.00599223759049</c:v>
                </c:pt>
                <c:pt idx="357">
                  <c:v>0.00600734549289</c:v>
                </c:pt>
                <c:pt idx="358">
                  <c:v>0.00602251380718</c:v>
                </c:pt>
                <c:pt idx="359">
                  <c:v>0.00603774287944</c:v>
                </c:pt>
                <c:pt idx="360">
                  <c:v>0.00605303305845</c:v>
                </c:pt>
                <c:pt idx="361">
                  <c:v>0.00606838469571</c:v>
                </c:pt>
                <c:pt idx="362">
                  <c:v>0.00608379814546</c:v>
                </c:pt>
                <c:pt idx="363">
                  <c:v>0.00609927376473</c:v>
                </c:pt>
                <c:pt idx="364">
                  <c:v>0.00611481191333</c:v>
                </c:pt>
                <c:pt idx="365">
                  <c:v>0.00613041295395</c:v>
                </c:pt>
                <c:pt idx="366">
                  <c:v>0.00614607725209</c:v>
                </c:pt>
                <c:pt idx="367">
                  <c:v>0.00616180517619</c:v>
                </c:pt>
                <c:pt idx="368">
                  <c:v>0.00617759709758</c:v>
                </c:pt>
                <c:pt idx="369">
                  <c:v>0.00619345339057</c:v>
                </c:pt>
                <c:pt idx="370">
                  <c:v>0.00620937443241</c:v>
                </c:pt>
                <c:pt idx="371">
                  <c:v>0.00622536060342</c:v>
                </c:pt>
                <c:pt idx="372">
                  <c:v>0.00624141228692</c:v>
                </c:pt>
                <c:pt idx="373">
                  <c:v>0.00625752986933</c:v>
                </c:pt>
                <c:pt idx="374">
                  <c:v>0.00627371374017</c:v>
                </c:pt>
                <c:pt idx="375">
                  <c:v>0.0062899642921</c:v>
                </c:pt>
                <c:pt idx="376">
                  <c:v>0.00630628192096</c:v>
                </c:pt>
                <c:pt idx="377">
                  <c:v>0.00632266702579</c:v>
                </c:pt>
                <c:pt idx="378">
                  <c:v>0.00633912000889</c:v>
                </c:pt>
                <c:pt idx="379">
                  <c:v>0.0063556412758</c:v>
                </c:pt>
                <c:pt idx="380">
                  <c:v>0.0063722312354</c:v>
                </c:pt>
                <c:pt idx="381">
                  <c:v>0.00638889029991</c:v>
                </c:pt>
                <c:pt idx="382">
                  <c:v>0.00640561888492</c:v>
                </c:pt>
                <c:pt idx="383">
                  <c:v>0.00642241740943</c:v>
                </c:pt>
                <c:pt idx="384">
                  <c:v>0.00643928629592</c:v>
                </c:pt>
                <c:pt idx="385">
                  <c:v>0.00645622597032</c:v>
                </c:pt>
                <c:pt idx="386">
                  <c:v>0.00647323686213</c:v>
                </c:pt>
                <c:pt idx="387">
                  <c:v>0.00649031940438</c:v>
                </c:pt>
                <c:pt idx="388">
                  <c:v>0.00650747403371</c:v>
                </c:pt>
                <c:pt idx="389">
                  <c:v>0.00652470119041</c:v>
                </c:pt>
                <c:pt idx="390">
                  <c:v>0.00654200131845</c:v>
                </c:pt>
                <c:pt idx="391">
                  <c:v>0.0065593748655</c:v>
                </c:pt>
                <c:pt idx="392">
                  <c:v>0.00657682228301</c:v>
                </c:pt>
                <c:pt idx="393">
                  <c:v>0.00659434402623</c:v>
                </c:pt>
                <c:pt idx="394">
                  <c:v>0.00661194055424</c:v>
                </c:pt>
                <c:pt idx="395">
                  <c:v>0.00662961233001</c:v>
                </c:pt>
                <c:pt idx="396">
                  <c:v>0.00664735982045</c:v>
                </c:pt>
                <c:pt idx="397">
                  <c:v>0.00666518349641</c:v>
                </c:pt>
                <c:pt idx="398">
                  <c:v>0.00668308383277</c:v>
                </c:pt>
                <c:pt idx="399">
                  <c:v>0.00670106130847</c:v>
                </c:pt>
                <c:pt idx="400">
                  <c:v>0.00671911640653</c:v>
                </c:pt>
                <c:pt idx="401">
                  <c:v>0.00673724961415</c:v>
                </c:pt>
                <c:pt idx="402">
                  <c:v>0.0067554614227</c:v>
                </c:pt>
                <c:pt idx="403">
                  <c:v>0.00677375232777</c:v>
                </c:pt>
                <c:pt idx="404">
                  <c:v>0.00679212282928</c:v>
                </c:pt>
                <c:pt idx="405">
                  <c:v>0.00681057343144</c:v>
                </c:pt>
                <c:pt idx="406">
                  <c:v>0.00682910464286</c:v>
                </c:pt>
                <c:pt idx="407">
                  <c:v>0.00684771697658</c:v>
                </c:pt>
                <c:pt idx="408">
                  <c:v>0.00686641095011</c:v>
                </c:pt>
                <c:pt idx="409">
                  <c:v>0.00688518708549</c:v>
                </c:pt>
                <c:pt idx="410">
                  <c:v>0.00690404590936</c:v>
                </c:pt>
                <c:pt idx="411">
                  <c:v>0.00692298795295</c:v>
                </c:pt>
                <c:pt idx="412">
                  <c:v>0.0069420137522</c:v>
                </c:pt>
                <c:pt idx="413">
                  <c:v>0.00696112384778</c:v>
                </c:pt>
                <c:pt idx="414">
                  <c:v>0.00698031878514</c:v>
                </c:pt>
                <c:pt idx="415">
                  <c:v>0.00699959911459</c:v>
                </c:pt>
                <c:pt idx="416">
                  <c:v>0.00701896539131</c:v>
                </c:pt>
                <c:pt idx="417">
                  <c:v>0.00703841817544</c:v>
                </c:pt>
                <c:pt idx="418">
                  <c:v>0.00705795803215</c:v>
                </c:pt>
                <c:pt idx="419">
                  <c:v>0.00707758553165</c:v>
                </c:pt>
                <c:pt idx="420">
                  <c:v>0.00709730124928</c:v>
                </c:pt>
                <c:pt idx="421">
                  <c:v>0.00711710576555</c:v>
                </c:pt>
                <c:pt idx="422">
                  <c:v>0.00713699966622</c:v>
                </c:pt>
                <c:pt idx="423">
                  <c:v>0.00715698354234</c:v>
                </c:pt>
                <c:pt idx="424">
                  <c:v>0.00717705799033</c:v>
                </c:pt>
                <c:pt idx="425">
                  <c:v>0.00719722361202</c:v>
                </c:pt>
                <c:pt idx="426">
                  <c:v>0.00721748101473</c:v>
                </c:pt>
                <c:pt idx="427">
                  <c:v>0.00723783081131</c:v>
                </c:pt>
                <c:pt idx="428">
                  <c:v>0.00725827362023</c:v>
                </c:pt>
                <c:pt idx="429">
                  <c:v>0.00727881006562</c:v>
                </c:pt>
                <c:pt idx="430">
                  <c:v>0.00729944077736</c:v>
                </c:pt>
                <c:pt idx="431">
                  <c:v>0.00732016639113</c:v>
                </c:pt>
                <c:pt idx="432">
                  <c:v>0.00734098754848</c:v>
                </c:pt>
                <c:pt idx="433">
                  <c:v>0.00736190489687</c:v>
                </c:pt>
                <c:pt idx="434">
                  <c:v>0.00738291908981</c:v>
                </c:pt>
                <c:pt idx="435">
                  <c:v>0.00740403078685</c:v>
                </c:pt>
                <c:pt idx="436">
                  <c:v>0.0074252406537</c:v>
                </c:pt>
                <c:pt idx="437">
                  <c:v>0.00744654936226</c:v>
                </c:pt>
                <c:pt idx="438">
                  <c:v>0.00746795759076</c:v>
                </c:pt>
                <c:pt idx="439">
                  <c:v>0.00748946602374</c:v>
                </c:pt>
                <c:pt idx="440">
                  <c:v>0.00751107535221</c:v>
                </c:pt>
                <c:pt idx="441">
                  <c:v>0.00753278627365</c:v>
                </c:pt>
                <c:pt idx="442">
                  <c:v>0.00755459949216</c:v>
                </c:pt>
                <c:pt idx="443">
                  <c:v>0.00757651571845</c:v>
                </c:pt>
                <c:pt idx="444">
                  <c:v>0.00759853567</c:v>
                </c:pt>
                <c:pt idx="445">
                  <c:v>0.00762066007109</c:v>
                </c:pt>
                <c:pt idx="446">
                  <c:v>0.00764288965288</c:v>
                </c:pt>
                <c:pt idx="447">
                  <c:v>0.0076652251535</c:v>
                </c:pt>
                <c:pt idx="448">
                  <c:v>0.00768766731813</c:v>
                </c:pt>
                <c:pt idx="449">
                  <c:v>0.00771021689909</c:v>
                </c:pt>
                <c:pt idx="450">
                  <c:v>0.00773287465588</c:v>
                </c:pt>
                <c:pt idx="451">
                  <c:v>0.00775564135533</c:v>
                </c:pt>
                <c:pt idx="452">
                  <c:v>0.00777851777161</c:v>
                </c:pt>
                <c:pt idx="453">
                  <c:v>0.00780150468639</c:v>
                </c:pt>
                <c:pt idx="454">
                  <c:v>0.00782460288884</c:v>
                </c:pt>
                <c:pt idx="455">
                  <c:v>0.00784781317582</c:v>
                </c:pt>
                <c:pt idx="456">
                  <c:v>0.00787113635185</c:v>
                </c:pt>
                <c:pt idx="457">
                  <c:v>0.00789457322929</c:v>
                </c:pt>
                <c:pt idx="458">
                  <c:v>0.00791812462839</c:v>
                </c:pt>
                <c:pt idx="459">
                  <c:v>0.0079417913774</c:v>
                </c:pt>
                <c:pt idx="460">
                  <c:v>0.0079655743126</c:v>
                </c:pt>
                <c:pt idx="461">
                  <c:v>0.00798947427849</c:v>
                </c:pt>
                <c:pt idx="462">
                  <c:v>0.0080134921278</c:v>
                </c:pt>
                <c:pt idx="463">
                  <c:v>0.00803762872161</c:v>
                </c:pt>
                <c:pt idx="464">
                  <c:v>0.00806188492946</c:v>
                </c:pt>
                <c:pt idx="465">
                  <c:v>0.0080862616294</c:v>
                </c:pt>
                <c:pt idx="466">
                  <c:v>0.00811075970815</c:v>
                </c:pt>
                <c:pt idx="467">
                  <c:v>0.00813538006113</c:v>
                </c:pt>
                <c:pt idx="468">
                  <c:v>0.0081601235926</c:v>
                </c:pt>
                <c:pt idx="469">
                  <c:v>0.00818499121574</c:v>
                </c:pt>
                <c:pt idx="470">
                  <c:v>0.00820998385275</c:v>
                </c:pt>
                <c:pt idx="471">
                  <c:v>0.00823510243494</c:v>
                </c:pt>
                <c:pt idx="472">
                  <c:v>0.00826034790286</c:v>
                </c:pt>
                <c:pt idx="473">
                  <c:v>0.00828572120635</c:v>
                </c:pt>
                <c:pt idx="474">
                  <c:v>0.00831122330468</c:v>
                </c:pt>
                <c:pt idx="475">
                  <c:v>0.00833685516663</c:v>
                </c:pt>
                <c:pt idx="476">
                  <c:v>0.00836261777062</c:v>
                </c:pt>
                <c:pt idx="477">
                  <c:v>0.00838851210476</c:v>
                </c:pt>
                <c:pt idx="478">
                  <c:v>0.00841453916699</c:v>
                </c:pt>
                <c:pt idx="479">
                  <c:v>0.00844069996519</c:v>
                </c:pt>
                <c:pt idx="480">
                  <c:v>0.00846699551725</c:v>
                </c:pt>
                <c:pt idx="481">
                  <c:v>0.00849342685119</c:v>
                </c:pt>
                <c:pt idx="482">
                  <c:v>0.00851999500526</c:v>
                </c:pt>
                <c:pt idx="483">
                  <c:v>0.00854670102805</c:v>
                </c:pt>
                <c:pt idx="484">
                  <c:v>0.00857354597857</c:v>
                </c:pt>
                <c:pt idx="485">
                  <c:v>0.0086005309264</c:v>
                </c:pt>
                <c:pt idx="486">
                  <c:v>0.00862765695173</c:v>
                </c:pt>
                <c:pt idx="487">
                  <c:v>0.00865492514551</c:v>
                </c:pt>
                <c:pt idx="488">
                  <c:v>0.00868233660954</c:v>
                </c:pt>
                <c:pt idx="489">
                  <c:v>0.00870989245657</c:v>
                </c:pt>
                <c:pt idx="490">
                  <c:v>0.00873759381038</c:v>
                </c:pt>
                <c:pt idx="491">
                  <c:v>0.00876544180593</c:v>
                </c:pt>
                <c:pt idx="492">
                  <c:v>0.00879343758941</c:v>
                </c:pt>
                <c:pt idx="493">
                  <c:v>0.00882158231837</c:v>
                </c:pt>
                <c:pt idx="494">
                  <c:v>0.00884987716182</c:v>
                </c:pt>
                <c:pt idx="495">
                  <c:v>0.0088783233003</c:v>
                </c:pt>
                <c:pt idx="496">
                  <c:v>0.008906921926</c:v>
                </c:pt>
                <c:pt idx="497">
                  <c:v>0.00893567424287</c:v>
                </c:pt>
                <c:pt idx="498">
                  <c:v>0.00896458146668</c:v>
                </c:pt>
                <c:pt idx="499">
                  <c:v>0.00899364482511</c:v>
                </c:pt>
                <c:pt idx="500">
                  <c:v>0.00902286555789</c:v>
                </c:pt>
                <c:pt idx="501">
                  <c:v>0.00905224491684</c:v>
                </c:pt>
                <c:pt idx="502">
                  <c:v>0.00908178416598</c:v>
                </c:pt>
                <c:pt idx="503">
                  <c:v>0.0091114845816</c:v>
                </c:pt>
                <c:pt idx="504">
                  <c:v>0.00914134745238</c:v>
                </c:pt>
                <c:pt idx="505">
                  <c:v>0.00917137407941</c:v>
                </c:pt>
                <c:pt idx="506">
                  <c:v>0.00920156577632</c:v>
                </c:pt>
                <c:pt idx="507">
                  <c:v>0.00923192386933</c:v>
                </c:pt>
                <c:pt idx="508">
                  <c:v>0.00926244969733</c:v>
                </c:pt>
                <c:pt idx="509">
                  <c:v>0.00929314461193</c:v>
                </c:pt>
                <c:pt idx="510">
                  <c:v>0.00932400997754</c:v>
                </c:pt>
                <c:pt idx="511">
                  <c:v>0.00935504717146</c:v>
                </c:pt>
                <c:pt idx="512">
                  <c:v>0.00938625758385</c:v>
                </c:pt>
                <c:pt idx="513">
                  <c:v>0.00941764261787</c:v>
                </c:pt>
                <c:pt idx="514">
                  <c:v>0.00944920368969</c:v>
                </c:pt>
                <c:pt idx="515">
                  <c:v>0.00948094222852</c:v>
                </c:pt>
                <c:pt idx="516">
                  <c:v>0.00951285967666</c:v>
                </c:pt>
                <c:pt idx="517">
                  <c:v>0.00954495748955</c:v>
                </c:pt>
                <c:pt idx="518">
                  <c:v>0.00957723713573</c:v>
                </c:pt>
                <c:pt idx="519">
                  <c:v>0.00960970009694</c:v>
                </c:pt>
                <c:pt idx="520">
                  <c:v>0.00964234786808</c:v>
                </c:pt>
                <c:pt idx="521">
                  <c:v>0.00967518195721</c:v>
                </c:pt>
                <c:pt idx="522">
                  <c:v>0.00970820388557</c:v>
                </c:pt>
                <c:pt idx="523">
                  <c:v>0.00974141518755</c:v>
                </c:pt>
                <c:pt idx="524">
                  <c:v>0.00977481741069</c:v>
                </c:pt>
                <c:pt idx="525">
                  <c:v>0.00980841211562</c:v>
                </c:pt>
                <c:pt idx="526">
                  <c:v>0.00984220087604</c:v>
                </c:pt>
                <c:pt idx="527">
                  <c:v>0.00987618527866</c:v>
                </c:pt>
                <c:pt idx="528">
                  <c:v>0.00991036692315</c:v>
                </c:pt>
                <c:pt idx="529">
                  <c:v>0.00994474742206</c:v>
                </c:pt>
                <c:pt idx="530">
                  <c:v>0.00997932840073</c:v>
                </c:pt>
                <c:pt idx="531">
                  <c:v>0.0100141114972</c:v>
                </c:pt>
                <c:pt idx="532">
                  <c:v>0.0100490983621</c:v>
                </c:pt>
                <c:pt idx="533">
                  <c:v>0.0100842906586</c:v>
                </c:pt>
                <c:pt idx="534">
                  <c:v>0.0101196900622</c:v>
                </c:pt>
                <c:pt idx="535">
                  <c:v>0.0101552982603</c:v>
                </c:pt>
                <c:pt idx="536">
                  <c:v>0.0101911169527</c:v>
                </c:pt>
                <c:pt idx="537">
                  <c:v>0.0102271478508</c:v>
                </c:pt>
                <c:pt idx="538">
                  <c:v>0.0102633926778</c:v>
                </c:pt>
                <c:pt idx="539">
                  <c:v>0.0102998531681</c:v>
                </c:pt>
                <c:pt idx="540">
                  <c:v>0.0103365310675</c:v>
                </c:pt>
                <c:pt idx="541">
                  <c:v>0.0103734281324</c:v>
                </c:pt>
                <c:pt idx="542">
                  <c:v>0.0104105461301</c:v>
                </c:pt>
                <c:pt idx="543">
                  <c:v>0.0104478868383</c:v>
                </c:pt>
                <c:pt idx="544">
                  <c:v>0.0104854520444</c:v>
                </c:pt>
                <c:pt idx="545">
                  <c:v>0.0105232435458</c:v>
                </c:pt>
                <c:pt idx="546">
                  <c:v>0.0105612631489</c:v>
                </c:pt>
                <c:pt idx="547">
                  <c:v>0.0105995126693</c:v>
                </c:pt>
                <c:pt idx="548">
                  <c:v>0.010637993931</c:v>
                </c:pt>
                <c:pt idx="549">
                  <c:v>0.0106767087658</c:v>
                </c:pt>
                <c:pt idx="550">
                  <c:v>0.0107156590135</c:v>
                </c:pt>
                <c:pt idx="551">
                  <c:v>0.0107548465206</c:v>
                </c:pt>
                <c:pt idx="552">
                  <c:v>0.0107942731404</c:v>
                </c:pt>
                <c:pt idx="553">
                  <c:v>0.0108339407321</c:v>
                </c:pt>
                <c:pt idx="554">
                  <c:v>0.0108738511601</c:v>
                </c:pt>
                <c:pt idx="555">
                  <c:v>0.0109140062937</c:v>
                </c:pt>
                <c:pt idx="556">
                  <c:v>0.0109544080064</c:v>
                </c:pt>
                <c:pt idx="557">
                  <c:v>0.010995058175</c:v>
                </c:pt>
                <c:pt idx="558">
                  <c:v>0.0110359586787</c:v>
                </c:pt>
                <c:pt idx="559">
                  <c:v>0.011077111399</c:v>
                </c:pt>
                <c:pt idx="560">
                  <c:v>0.0111185182182</c:v>
                </c:pt>
                <c:pt idx="561">
                  <c:v>0.011160181019</c:v>
                </c:pt>
                <c:pt idx="562">
                  <c:v>0.0112021016831</c:v>
                </c:pt>
                <c:pt idx="563">
                  <c:v>0.0112442820909</c:v>
                </c:pt>
                <c:pt idx="564">
                  <c:v>0.0112867241202</c:v>
                </c:pt>
                <c:pt idx="565">
                  <c:v>0.011329429645</c:v>
                </c:pt>
                <c:pt idx="566">
                  <c:v>0.0113724005348</c:v>
                </c:pt>
                <c:pt idx="567">
                  <c:v>0.0114156386532</c:v>
                </c:pt>
                <c:pt idx="568">
                  <c:v>0.0114591458569</c:v>
                </c:pt>
                <c:pt idx="569">
                  <c:v>0.0115029239946</c:v>
                </c:pt>
                <c:pt idx="570">
                  <c:v>0.0115469749053</c:v>
                </c:pt>
                <c:pt idx="571">
                  <c:v>0.0115913004175</c:v>
                </c:pt>
                <c:pt idx="572">
                  <c:v>0.0116359023477</c:v>
                </c:pt>
                <c:pt idx="573">
                  <c:v>0.0116807824986</c:v>
                </c:pt>
                <c:pt idx="574">
                  <c:v>0.0117259426584</c:v>
                </c:pt>
                <c:pt idx="575">
                  <c:v>0.0117713845985</c:v>
                </c:pt>
                <c:pt idx="576">
                  <c:v>0.0118171100726</c:v>
                </c:pt>
                <c:pt idx="577">
                  <c:v>0.0118631208147</c:v>
                </c:pt>
                <c:pt idx="578">
                  <c:v>0.0119094185375</c:v>
                </c:pt>
                <c:pt idx="579">
                  <c:v>0.0119560049308</c:v>
                </c:pt>
                <c:pt idx="580">
                  <c:v>0.0120028816596</c:v>
                </c:pt>
                <c:pt idx="581">
                  <c:v>0.0120500503624</c:v>
                </c:pt>
                <c:pt idx="582">
                  <c:v>0.0120975126494</c:v>
                </c:pt>
                <c:pt idx="583">
                  <c:v>0.0121452701002</c:v>
                </c:pt>
                <c:pt idx="584">
                  <c:v>0.0121933242623</c:v>
                </c:pt>
                <c:pt idx="585">
                  <c:v>0.0122416766491</c:v>
                </c:pt>
                <c:pt idx="586">
                  <c:v>0.0122903287372</c:v>
                </c:pt>
                <c:pt idx="587">
                  <c:v>0.0123392819652</c:v>
                </c:pt>
                <c:pt idx="588">
                  <c:v>0.0123885377309</c:v>
                </c:pt>
                <c:pt idx="589">
                  <c:v>0.0124380973893</c:v>
                </c:pt>
                <c:pt idx="590">
                  <c:v>0.0124879622507</c:v>
                </c:pt>
                <c:pt idx="591">
                  <c:v>0.012538133578</c:v>
                </c:pt>
                <c:pt idx="592">
                  <c:v>0.0125886125847</c:v>
                </c:pt>
                <c:pt idx="593">
                  <c:v>0.0126394004324</c:v>
                </c:pt>
                <c:pt idx="594">
                  <c:v>0.0126904982289</c:v>
                </c:pt>
                <c:pt idx="595">
                  <c:v>0.0127419070252</c:v>
                </c:pt>
                <c:pt idx="596">
                  <c:v>0.012793627814</c:v>
                </c:pt>
                <c:pt idx="597">
                  <c:v>0.0128456615264</c:v>
                </c:pt>
                <c:pt idx="598">
                  <c:v>0.0128980090305</c:v>
                </c:pt>
                <c:pt idx="599">
                  <c:v>0.0129506711282</c:v>
                </c:pt>
                <c:pt idx="600">
                  <c:v>0.0130036485535</c:v>
                </c:pt>
                <c:pt idx="601">
                  <c:v>0.0130569419698</c:v>
                </c:pt>
                <c:pt idx="602">
                  <c:v>0.013110551968</c:v>
                </c:pt>
                <c:pt idx="603">
                  <c:v>0.0131644790637</c:v>
                </c:pt>
                <c:pt idx="604">
                  <c:v>0.0132187236955</c:v>
                </c:pt>
                <c:pt idx="605">
                  <c:v>0.0132732862228</c:v>
                </c:pt>
                <c:pt idx="606">
                  <c:v>0.0133281669233</c:v>
                </c:pt>
                <c:pt idx="607">
                  <c:v>0.0133833659916</c:v>
                </c:pt>
                <c:pt idx="608">
                  <c:v>0.0134388835366</c:v>
                </c:pt>
                <c:pt idx="609">
                  <c:v>0.0134947195804</c:v>
                </c:pt>
                <c:pt idx="610">
                  <c:v>0.0135508740561</c:v>
                </c:pt>
                <c:pt idx="611">
                  <c:v>0.0136073468061</c:v>
                </c:pt>
                <c:pt idx="612">
                  <c:v>0.0136641375813</c:v>
                </c:pt>
                <c:pt idx="613">
                  <c:v>0.0137212460389</c:v>
                </c:pt>
                <c:pt idx="614">
                  <c:v>0.0137786717419</c:v>
                </c:pt>
                <c:pt idx="615">
                  <c:v>0.013836414158</c:v>
                </c:pt>
                <c:pt idx="616">
                  <c:v>0.0138944726584</c:v>
                </c:pt>
                <c:pt idx="617">
                  <c:v>0.0139528465177</c:v>
                </c:pt>
                <c:pt idx="618">
                  <c:v>0.0140115349132</c:v>
                </c:pt>
                <c:pt idx="619">
                  <c:v>0.0140705369249</c:v>
                </c:pt>
                <c:pt idx="620">
                  <c:v>0.0141298515355</c:v>
                </c:pt>
                <c:pt idx="621">
                  <c:v>0.0141894776306</c:v>
                </c:pt>
                <c:pt idx="622">
                  <c:v>0.0142494139998</c:v>
                </c:pt>
                <c:pt idx="623">
                  <c:v>0.0143096593369</c:v>
                </c:pt>
                <c:pt idx="624">
                  <c:v>0.0143702122417</c:v>
                </c:pt>
                <c:pt idx="625">
                  <c:v>0.0144310712211</c:v>
                </c:pt>
                <c:pt idx="626">
                  <c:v>0.0144922346911</c:v>
                </c:pt>
                <c:pt idx="627">
                  <c:v>0.0145537009791</c:v>
                </c:pt>
                <c:pt idx="628">
                  <c:v>0.0146154683261</c:v>
                </c:pt>
                <c:pt idx="629">
                  <c:v>0.01467753489</c:v>
                </c:pt>
                <c:pt idx="630">
                  <c:v>0.0147398987482</c:v>
                </c:pt>
                <c:pt idx="631">
                  <c:v>0.014802557902</c:v>
                </c:pt>
                <c:pt idx="632">
                  <c:v>0.0148655102802</c:v>
                </c:pt>
                <c:pt idx="633">
                  <c:v>0.0149287537434</c:v>
                </c:pt>
                <c:pt idx="634">
                  <c:v>0.0149922860892</c:v>
                </c:pt>
                <c:pt idx="635">
                  <c:v>0.0150561050571</c:v>
                </c:pt>
                <c:pt idx="636">
                  <c:v>0.0151202083342</c:v>
                </c:pt>
                <c:pt idx="637">
                  <c:v>0.0151845935615</c:v>
                </c:pt>
                <c:pt idx="638">
                  <c:v>0.01524925834</c:v>
                </c:pt>
                <c:pt idx="639">
                  <c:v>0.0153142002379</c:v>
                </c:pt>
                <c:pt idx="640">
                  <c:v>0.0153794167974</c:v>
                </c:pt>
                <c:pt idx="641">
                  <c:v>0.015444905543</c:v>
                </c:pt>
                <c:pt idx="642">
                  <c:v>0.0155106639891</c:v>
                </c:pt>
                <c:pt idx="643">
                  <c:v>0.0155766896486</c:v>
                </c:pt>
                <c:pt idx="644">
                  <c:v>0.0156429800419</c:v>
                </c:pt>
                <c:pt idx="645">
                  <c:v>0.0157095327058</c:v>
                </c:pt>
                <c:pt idx="646">
                  <c:v>0.0157763452031</c:v>
                </c:pt>
                <c:pt idx="647">
                  <c:v>0.0158434151326</c:v>
                </c:pt>
                <c:pt idx="648">
                  <c:v>0.0159107401392</c:v>
                </c:pt>
                <c:pt idx="649">
                  <c:v>0.0159783179242</c:v>
                </c:pt>
                <c:pt idx="650">
                  <c:v>0.0160461462563</c:v>
                </c:pt>
                <c:pt idx="651">
                  <c:v>0.0161142229823</c:v>
                </c:pt>
                <c:pt idx="652">
                  <c:v>0.0161825460383</c:v>
                </c:pt>
                <c:pt idx="653">
                  <c:v>0.0162511134612</c:v>
                </c:pt>
                <c:pt idx="654">
                  <c:v>0.0163199233999</c:v>
                </c:pt>
                <c:pt idx="655">
                  <c:v>0.0163889741272</c:v>
                </c:pt>
                <c:pt idx="656">
                  <c:v>0.0164582640512</c:v>
                </c:pt>
                <c:pt idx="657">
                  <c:v>0.0165277917274</c:v>
                </c:pt>
                <c:pt idx="658">
                  <c:v>0.0165975558699</c:v>
                </c:pt>
                <c:pt idx="659">
                  <c:v>0.0166675553637</c:v>
                </c:pt>
                <c:pt idx="660">
                  <c:v>0.0167377892757</c:v>
                </c:pt>
                <c:pt idx="661">
                  <c:v>0.016808256867</c:v>
                </c:pt>
                <c:pt idx="662">
                  <c:v>0.0168789576035</c:v>
                </c:pt>
                <c:pt idx="663">
                  <c:v>0.0169498911678</c:v>
                </c:pt>
                <c:pt idx="664">
                  <c:v>0.0170210574697</c:v>
                </c:pt>
                <c:pt idx="665">
                  <c:v>0.0170924566572</c:v>
                </c:pt>
                <c:pt idx="666">
                  <c:v>0.0171640891267</c:v>
                </c:pt>
                <c:pt idx="667">
                  <c:v>0.0172359555336</c:v>
                </c:pt>
                <c:pt idx="668">
                  <c:v>0.0173080568012</c:v>
                </c:pt>
                <c:pt idx="669">
                  <c:v>0.0173803941306</c:v>
                </c:pt>
                <c:pt idx="670">
                  <c:v>0.0174529690096</c:v>
                </c:pt>
                <c:pt idx="671">
                  <c:v>0.0175257832205</c:v>
                </c:pt>
                <c:pt idx="672">
                  <c:v>0.0175988388487</c:v>
                </c:pt>
                <c:pt idx="673">
                  <c:v>0.0176721382895</c:v>
                </c:pt>
                <c:pt idx="674">
                  <c:v>0.017745684255</c:v>
                </c:pt>
                <c:pt idx="675">
                  <c:v>0.0178194797803</c:v>
                </c:pt>
                <c:pt idx="676">
                  <c:v>0.017893528229</c:v>
                </c:pt>
                <c:pt idx="677">
                  <c:v>0.0179678332983</c:v>
                </c:pt>
                <c:pt idx="678">
                  <c:v>0.018042399023</c:v>
                </c:pt>
                <c:pt idx="679">
                  <c:v>0.0181172297791</c:v>
                </c:pt>
                <c:pt idx="680">
                  <c:v>0.018192330287</c:v>
                </c:pt>
                <c:pt idx="681">
                  <c:v>0.0182677056133</c:v>
                </c:pt>
                <c:pt idx="682">
                  <c:v>0.0183433611729</c:v>
                </c:pt>
                <c:pt idx="683">
                  <c:v>0.018419302729</c:v>
                </c:pt>
                <c:pt idx="684">
                  <c:v>0.0184955363942</c:v>
                </c:pt>
                <c:pt idx="685">
                  <c:v>0.0185720686292</c:v>
                </c:pt>
                <c:pt idx="686">
                  <c:v>0.0186489062418</c:v>
                </c:pt>
                <c:pt idx="687">
                  <c:v>0.0187260563852</c:v>
                </c:pt>
                <c:pt idx="688">
                  <c:v>0.018803526555</c:v>
                </c:pt>
                <c:pt idx="689">
                  <c:v>0.0188813245862</c:v>
                </c:pt>
                <c:pt idx="690">
                  <c:v>0.0189594586495</c:v>
                </c:pt>
                <c:pt idx="691">
                  <c:v>0.0190379372464</c:v>
                </c:pt>
                <c:pt idx="692">
                  <c:v>0.0191167692045</c:v>
                </c:pt>
                <c:pt idx="693">
                  <c:v>0.0191959636716</c:v>
                </c:pt>
                <c:pt idx="694">
                  <c:v>0.0192755301098</c:v>
                </c:pt>
                <c:pt idx="695">
                  <c:v>0.0193554782888</c:v>
                </c:pt>
                <c:pt idx="696">
                  <c:v>0.0194358182784</c:v>
                </c:pt>
                <c:pt idx="697">
                  <c:v>0.0195165604414</c:v>
                </c:pt>
                <c:pt idx="698">
                  <c:v>0.0195977154254</c:v>
                </c:pt>
                <c:pt idx="699">
                  <c:v>0.0196792941544</c:v>
                </c:pt>
                <c:pt idx="700">
                  <c:v>0.0197613078203</c:v>
                </c:pt>
                <c:pt idx="701">
                  <c:v>0.0198437678737</c:v>
                </c:pt>
                <c:pt idx="702">
                  <c:v>0.0199266860149</c:v>
                </c:pt>
                <c:pt idx="703">
                  <c:v>0.0200100741844</c:v>
                </c:pt>
                <c:pt idx="704">
                  <c:v>0.0200939445531</c:v>
                </c:pt>
                <c:pt idx="705">
                  <c:v>0.0201783095129</c:v>
                </c:pt>
                <c:pt idx="706">
                  <c:v>0.0202631816665</c:v>
                </c:pt>
                <c:pt idx="707">
                  <c:v>0.0203485738176</c:v>
                </c:pt>
                <c:pt idx="708">
                  <c:v>0.0204344989613</c:v>
                </c:pt>
                <c:pt idx="709">
                  <c:v>0.0205209702735</c:v>
                </c:pt>
                <c:pt idx="710">
                  <c:v>0.0206080011016</c:v>
                </c:pt>
                <c:pt idx="711">
                  <c:v>0.0206956049548</c:v>
                </c:pt>
                <c:pt idx="712">
                  <c:v>0.0207837954937</c:v>
                </c:pt>
                <c:pt idx="713">
                  <c:v>0.0208725865217</c:v>
                </c:pt>
                <c:pt idx="714">
                  <c:v>0.020961991975</c:v>
                </c:pt>
                <c:pt idx="715">
                  <c:v>0.0210520259137</c:v>
                </c:pt>
                <c:pt idx="716">
                  <c:v>0.0211427025132</c:v>
                </c:pt>
                <c:pt idx="717">
                  <c:v>0.021234036055</c:v>
                </c:pt>
                <c:pt idx="718">
                  <c:v>0.0213260409189</c:v>
                </c:pt>
                <c:pt idx="719">
                  <c:v>0.0214187315744</c:v>
                </c:pt>
                <c:pt idx="720">
                  <c:v>0.0215121225735</c:v>
                </c:pt>
                <c:pt idx="721">
                  <c:v>0.0216062285433</c:v>
                </c:pt>
                <c:pt idx="722">
                  <c:v>0.0217010641783</c:v>
                </c:pt>
                <c:pt idx="723">
                  <c:v>0.0217966442345</c:v>
                </c:pt>
                <c:pt idx="724">
                  <c:v>0.021892983523</c:v>
                </c:pt>
                <c:pt idx="725">
                  <c:v>0.0219900969034</c:v>
                </c:pt>
                <c:pt idx="726">
                  <c:v>0.0220879992791</c:v>
                </c:pt>
                <c:pt idx="727">
                  <c:v>0.0221867055919</c:v>
                </c:pt>
                <c:pt idx="728">
                  <c:v>0.0222862308171</c:v>
                </c:pt>
                <c:pt idx="729">
                  <c:v>0.0223865899593</c:v>
                </c:pt>
                <c:pt idx="730">
                  <c:v>0.0224877980483</c:v>
                </c:pt>
                <c:pt idx="731">
                  <c:v>0.0225898701358</c:v>
                </c:pt>
                <c:pt idx="732">
                  <c:v>0.0226928212921</c:v>
                </c:pt>
                <c:pt idx="733">
                  <c:v>0.0227966666032</c:v>
                </c:pt>
                <c:pt idx="734">
                  <c:v>0.0229014211686</c:v>
                </c:pt>
                <c:pt idx="735">
                  <c:v>0.0230071000991</c:v>
                </c:pt>
                <c:pt idx="736">
                  <c:v>0.0231137185149</c:v>
                </c:pt>
                <c:pt idx="737">
                  <c:v>0.0232212915447</c:v>
                </c:pt>
                <c:pt idx="738">
                  <c:v>0.0233298343242</c:v>
                </c:pt>
                <c:pt idx="739">
                  <c:v>0.0234393619957</c:v>
                </c:pt>
                <c:pt idx="740">
                  <c:v>0.0235498897075</c:v>
                </c:pt>
                <c:pt idx="741">
                  <c:v>0.0236614326137</c:v>
                </c:pt>
                <c:pt idx="742">
                  <c:v>0.0237740058745</c:v>
                </c:pt>
                <c:pt idx="743">
                  <c:v>0.0238876246566</c:v>
                </c:pt>
                <c:pt idx="744">
                  <c:v>0.0240023041335</c:v>
                </c:pt>
                <c:pt idx="745">
                  <c:v>0.0241180594868</c:v>
                </c:pt>
                <c:pt idx="746">
                  <c:v>0.0242349059068</c:v>
                </c:pt>
                <c:pt idx="747">
                  <c:v>0.0243528585942</c:v>
                </c:pt>
                <c:pt idx="748">
                  <c:v>0.0244719327609</c:v>
                </c:pt>
                <c:pt idx="749">
                  <c:v>0.0245921436321</c:v>
                </c:pt>
                <c:pt idx="750">
                  <c:v>0.0247135064476</c:v>
                </c:pt>
                <c:pt idx="751">
                  <c:v>0.0248360364641</c:v>
                </c:pt>
                <c:pt idx="752">
                  <c:v>0.0249597489562</c:v>
                </c:pt>
                <c:pt idx="753">
                  <c:v>0.0250846592194</c:v>
                </c:pt>
                <c:pt idx="754">
                  <c:v>0.0252107825713</c:v>
                </c:pt>
                <c:pt idx="755">
                  <c:v>0.0253381343542</c:v>
                </c:pt>
                <c:pt idx="756">
                  <c:v>0.025466729937</c:v>
                </c:pt>
                <c:pt idx="757">
                  <c:v>0.0255965847173</c:v>
                </c:pt>
                <c:pt idx="758">
                  <c:v>0.0257277141235</c:v>
                </c:pt>
                <c:pt idx="759">
                  <c:v>0.0258601336171</c:v>
                </c:pt>
                <c:pt idx="760">
                  <c:v>0.0259938586944</c:v>
                </c:pt>
                <c:pt idx="761">
                  <c:v>0.0261289048887</c:v>
                </c:pt>
                <c:pt idx="762">
                  <c:v>0.0262652877722</c:v>
                </c:pt>
                <c:pt idx="763">
                  <c:v>0.026403022958</c:v>
                </c:pt>
                <c:pt idx="764">
                  <c:v>0.0265421261014</c:v>
                </c:pt>
                <c:pt idx="765">
                  <c:v>0.0266826129019</c:v>
                </c:pt>
                <c:pt idx="766">
                  <c:v>0.0268244991046</c:v>
                </c:pt>
                <c:pt idx="767">
                  <c:v>0.0269678005013</c:v>
                </c:pt>
                <c:pt idx="768">
                  <c:v>0.0271125329323</c:v>
                </c:pt>
                <c:pt idx="769">
                  <c:v>0.0272587122866</c:v>
                </c:pt>
                <c:pt idx="770">
                  <c:v>0.0274063545031</c:v>
                </c:pt>
                <c:pt idx="771">
                  <c:v>0.0275554755716</c:v>
                </c:pt>
                <c:pt idx="772">
                  <c:v>0.0277060915325</c:v>
                </c:pt>
                <c:pt idx="773">
                  <c:v>0.0278582184774</c:v>
                </c:pt>
                <c:pt idx="774">
                  <c:v>0.0280118725489</c:v>
                </c:pt>
                <c:pt idx="775">
                  <c:v>0.0281670699402</c:v>
                </c:pt>
                <c:pt idx="776">
                  <c:v>0.028323826895</c:v>
                </c:pt>
                <c:pt idx="777">
                  <c:v>0.0284821597057</c:v>
                </c:pt>
                <c:pt idx="778">
                  <c:v>0.0286420847132</c:v>
                </c:pt>
                <c:pt idx="779">
                  <c:v>0.0288036183046</c:v>
                </c:pt>
                <c:pt idx="780">
                  <c:v>0.0289667769121</c:v>
                </c:pt>
                <c:pt idx="781">
                  <c:v>0.0291315770103</c:v>
                </c:pt>
                <c:pt idx="782">
                  <c:v>0.0292980351142</c:v>
                </c:pt>
                <c:pt idx="783">
                  <c:v>0.0294661677758</c:v>
                </c:pt>
                <c:pt idx="784">
                  <c:v>0.0296359915816</c:v>
                </c:pt>
                <c:pt idx="785">
                  <c:v>0.0298075231483</c:v>
                </c:pt>
                <c:pt idx="786">
                  <c:v>0.0299807791192</c:v>
                </c:pt>
                <c:pt idx="787">
                  <c:v>0.0301557761599</c:v>
                </c:pt>
                <c:pt idx="788">
                  <c:v>0.0303325309529</c:v>
                </c:pt>
                <c:pt idx="789">
                  <c:v>0.0305110601931</c:v>
                </c:pt>
                <c:pt idx="790">
                  <c:v>0.0306913805815</c:v>
                </c:pt>
                <c:pt idx="791">
                  <c:v>0.0308735088192</c:v>
                </c:pt>
                <c:pt idx="792">
                  <c:v>0.0310574616011</c:v>
                </c:pt>
                <c:pt idx="793">
                  <c:v>0.031243255608</c:v>
                </c:pt>
                <c:pt idx="794">
                  <c:v>0.0314309074997</c:v>
                </c:pt>
                <c:pt idx="795">
                  <c:v>0.0316204339066</c:v>
                </c:pt>
                <c:pt idx="796">
                  <c:v>0.0318118514209</c:v>
                </c:pt>
                <c:pt idx="797">
                  <c:v>0.0320051765875</c:v>
                </c:pt>
                <c:pt idx="798">
                  <c:v>0.0322004258943</c:v>
                </c:pt>
                <c:pt idx="799">
                  <c:v>0.0323976157619</c:v>
                </c:pt>
                <c:pt idx="800">
                  <c:v>0.0325967625328</c:v>
                </c:pt>
                <c:pt idx="801">
                  <c:v>0.0327978824596</c:v>
                </c:pt>
                <c:pt idx="802">
                  <c:v>0.0330009916934</c:v>
                </c:pt>
                <c:pt idx="803">
                  <c:v>0.0332061062711</c:v>
                </c:pt>
                <c:pt idx="804">
                  <c:v>0.0334132421019</c:v>
                </c:pt>
                <c:pt idx="805">
                  <c:v>0.0336224149537</c:v>
                </c:pt>
                <c:pt idx="806">
                  <c:v>0.0338336404386</c:v>
                </c:pt>
                <c:pt idx="807">
                  <c:v>0.0340469339976</c:v>
                </c:pt>
                <c:pt idx="808">
                  <c:v>0.0342623108854</c:v>
                </c:pt>
                <c:pt idx="809">
                  <c:v>0.0344797861535</c:v>
                </c:pt>
                <c:pt idx="810">
                  <c:v>0.0346993746334</c:v>
                </c:pt>
                <c:pt idx="811">
                  <c:v>0.0349210909193</c:v>
                </c:pt>
                <c:pt idx="812">
                  <c:v>0.0351449493492</c:v>
                </c:pt>
                <c:pt idx="813">
                  <c:v>0.0353709639866</c:v>
                </c:pt>
                <c:pt idx="814">
                  <c:v>0.0355991486008</c:v>
                </c:pt>
                <c:pt idx="815">
                  <c:v>0.0358295166465</c:v>
                </c:pt>
                <c:pt idx="816">
                  <c:v>0.0360620812434</c:v>
                </c:pt>
                <c:pt idx="817">
                  <c:v>0.0362968551546</c:v>
                </c:pt>
                <c:pt idx="818">
                  <c:v>0.0365338507647</c:v>
                </c:pt>
                <c:pt idx="819">
                  <c:v>0.0367730800574</c:v>
                </c:pt>
                <c:pt idx="820">
                  <c:v>0.0370145545919</c:v>
                </c:pt>
                <c:pt idx="821">
                  <c:v>0.0372582854798</c:v>
                </c:pt>
                <c:pt idx="822">
                  <c:v>0.0375042833605</c:v>
                </c:pt>
                <c:pt idx="823">
                  <c:v>0.037752558377</c:v>
                </c:pt>
                <c:pt idx="824">
                  <c:v>0.03800312015</c:v>
                </c:pt>
                <c:pt idx="825">
                  <c:v>0.0382559777531</c:v>
                </c:pt>
                <c:pt idx="826">
                  <c:v>0.0385111396862</c:v>
                </c:pt>
                <c:pt idx="827">
                  <c:v>0.0387686138495</c:v>
                </c:pt>
                <c:pt idx="828">
                  <c:v>0.0390284075166</c:v>
                </c:pt>
                <c:pt idx="829">
                  <c:v>0.0392905273078</c:v>
                </c:pt>
                <c:pt idx="830">
                  <c:v>0.0395549791626</c:v>
                </c:pt>
                <c:pt idx="831">
                  <c:v>0.0398217683127</c:v>
                </c:pt>
                <c:pt idx="832">
                  <c:v>0.0400908992543</c:v>
                </c:pt>
                <c:pt idx="833">
                  <c:v>0.0403623757205</c:v>
                </c:pt>
                <c:pt idx="834">
                  <c:v>0.0406362006544</c:v>
                </c:pt>
                <c:pt idx="835">
                  <c:v>0.0409123761808</c:v>
                </c:pt>
                <c:pt idx="836">
                  <c:v>0.0411909035798</c:v>
                </c:pt>
                <c:pt idx="837">
                  <c:v>0.0414717832595</c:v>
                </c:pt>
                <c:pt idx="838">
                  <c:v>0.0417550147291</c:v>
                </c:pt>
                <c:pt idx="839">
                  <c:v>0.042040596573</c:v>
                </c:pt>
                <c:pt idx="840">
                  <c:v>0.0423285264252</c:v>
                </c:pt>
                <c:pt idx="841">
                  <c:v>0.0426188009435</c:v>
                </c:pt>
                <c:pt idx="842">
                  <c:v>0.0429114157859</c:v>
                </c:pt>
                <c:pt idx="843">
                  <c:v>0.0432063655864</c:v>
                </c:pt>
                <c:pt idx="844">
                  <c:v>0.0435036439326</c:v>
                </c:pt>
                <c:pt idx="845">
                  <c:v>0.0438032433438</c:v>
                </c:pt>
                <c:pt idx="846">
                  <c:v>0.0441051552507</c:v>
                </c:pt>
                <c:pt idx="847">
                  <c:v>0.0444093699757</c:v>
                </c:pt>
                <c:pt idx="848">
                  <c:v>0.0447158767154</c:v>
                </c:pt>
                <c:pt idx="849">
                  <c:v>0.0450246635236</c:v>
                </c:pt>
                <c:pt idx="850">
                  <c:v>0.0453357172968</c:v>
                </c:pt>
                <c:pt idx="851">
                  <c:v>0.0456490237608</c:v>
                </c:pt>
                <c:pt idx="852">
                  <c:v>0.0459645674591</c:v>
                </c:pt>
                <c:pt idx="853">
                  <c:v>0.046282331744</c:v>
                </c:pt>
                <c:pt idx="854">
                  <c:v>0.0466022987684</c:v>
                </c:pt>
                <c:pt idx="855">
                  <c:v>0.0469244494812</c:v>
                </c:pt>
                <c:pt idx="856">
                  <c:v>0.0472487636236</c:v>
                </c:pt>
                <c:pt idx="857">
                  <c:v>0.047575219729</c:v>
                </c:pt>
                <c:pt idx="858">
                  <c:v>0.0479037951245</c:v>
                </c:pt>
                <c:pt idx="859">
                  <c:v>0.0482344659349</c:v>
                </c:pt>
                <c:pt idx="860">
                  <c:v>0.0485672070899</c:v>
                </c:pt>
                <c:pt idx="861">
                  <c:v>0.0489019923338</c:v>
                </c:pt>
                <c:pt idx="862">
                  <c:v>0.0492387942374</c:v>
                </c:pt>
                <c:pt idx="863">
                  <c:v>0.0495775842134</c:v>
                </c:pt>
                <c:pt idx="864">
                  <c:v>0.0499183325344</c:v>
                </c:pt>
                <c:pt idx="865">
                  <c:v>0.0502610083537</c:v>
                </c:pt>
                <c:pt idx="866">
                  <c:v>0.050605579729</c:v>
                </c:pt>
                <c:pt idx="867">
                  <c:v>0.0509520136492</c:v>
                </c:pt>
                <c:pt idx="868">
                  <c:v>0.0513002760642</c:v>
                </c:pt>
                <c:pt idx="869">
                  <c:v>0.0516503319169</c:v>
                </c:pt>
                <c:pt idx="870">
                  <c:v>0.0520021451791</c:v>
                </c:pt>
                <c:pt idx="871">
                  <c:v>0.0523556788895</c:v>
                </c:pt>
                <c:pt idx="872">
                  <c:v>0.0527108951948</c:v>
                </c:pt>
                <c:pt idx="873">
                  <c:v>0.0530677553932</c:v>
                </c:pt>
                <c:pt idx="874">
                  <c:v>0.0534262199808</c:v>
                </c:pt>
                <c:pt idx="875">
                  <c:v>0.0537862487004</c:v>
                </c:pt>
                <c:pt idx="876">
                  <c:v>0.0541478005928</c:v>
                </c:pt>
                <c:pt idx="877">
                  <c:v>0.0545108340499</c:v>
                </c:pt>
                <c:pt idx="878">
                  <c:v>0.0548753068707</c:v>
                </c:pt>
                <c:pt idx="879">
                  <c:v>0.0552411763183</c:v>
                </c:pt>
                <c:pt idx="880">
                  <c:v>0.0556083991799</c:v>
                </c:pt>
                <c:pt idx="881">
                  <c:v>0.0559769318269</c:v>
                </c:pt>
                <c:pt idx="882">
                  <c:v>0.0563467302777</c:v>
                </c:pt>
                <c:pt idx="883">
                  <c:v>0.0567177502615</c:v>
                </c:pt>
                <c:pt idx="884">
                  <c:v>0.0570899472819</c:v>
                </c:pt>
                <c:pt idx="885">
                  <c:v>0.0574632766835</c:v>
                </c:pt>
                <c:pt idx="886">
                  <c:v>0.0578376937167</c:v>
                </c:pt>
                <c:pt idx="887">
                  <c:v>0.0582131536045</c:v>
                </c:pt>
                <c:pt idx="888">
                  <c:v>0.0585896116092</c:v>
                </c:pt>
                <c:pt idx="889">
                  <c:v>0.0589670230979</c:v>
                </c:pt>
                <c:pt idx="890">
                  <c:v>0.0593453436092</c:v>
                </c:pt>
                <c:pt idx="891">
                  <c:v>0.0597245289182</c:v>
                </c:pt>
                <c:pt idx="892">
                  <c:v>0.0601045351015</c:v>
                </c:pt>
                <c:pt idx="893">
                  <c:v>0.0604853186006</c:v>
                </c:pt>
                <c:pt idx="894">
                  <c:v>0.0608668362845</c:v>
                </c:pt>
                <c:pt idx="895">
                  <c:v>0.0612490455108</c:v>
                </c:pt>
                <c:pt idx="896">
                  <c:v>0.0616319041853</c:v>
                </c:pt>
                <c:pt idx="897">
                  <c:v>0.0620153708198</c:v>
                </c:pt>
                <c:pt idx="898">
                  <c:v>0.0623994045879</c:v>
                </c:pt>
                <c:pt idx="899">
                  <c:v>0.0627839653787</c:v>
                </c:pt>
                <c:pt idx="900">
                  <c:v>0.0631690138486</c:v>
                </c:pt>
                <c:pt idx="901">
                  <c:v>0.0635545114702</c:v>
                </c:pt>
                <c:pt idx="902">
                  <c:v>0.0639404205796</c:v>
                </c:pt>
                <c:pt idx="903">
                  <c:v>0.06432670442</c:v>
                </c:pt>
                <c:pt idx="904">
                  <c:v>0.0647133271836</c:v>
                </c:pt>
                <c:pt idx="905">
                  <c:v>0.0651002540505</c:v>
                </c:pt>
                <c:pt idx="906">
                  <c:v>0.0654874512246</c:v>
                </c:pt>
                <c:pt idx="907">
                  <c:v>0.065874885967</c:v>
                </c:pt>
                <c:pt idx="908">
                  <c:v>0.0662625266266</c:v>
                </c:pt>
                <c:pt idx="909">
                  <c:v>0.0666503426674</c:v>
                </c:pt>
                <c:pt idx="910">
                  <c:v>0.0670383046938</c:v>
                </c:pt>
                <c:pt idx="911">
                  <c:v>0.067426384472</c:v>
                </c:pt>
                <c:pt idx="912">
                  <c:v>0.0678145549497</c:v>
                </c:pt>
                <c:pt idx="913">
                  <c:v>0.0682027902721</c:v>
                </c:pt>
                <c:pt idx="914">
                  <c:v>0.0685910657962</c:v>
                </c:pt>
                <c:pt idx="915">
                  <c:v>0.0689793581012</c:v>
                </c:pt>
                <c:pt idx="916">
                  <c:v>0.0693676449976</c:v>
                </c:pt>
                <c:pt idx="917">
                  <c:v>0.069755905533</c:v>
                </c:pt>
                <c:pt idx="918">
                  <c:v>0.0701441199956</c:v>
                </c:pt>
                <c:pt idx="919">
                  <c:v>0.0705322699155</c:v>
                </c:pt>
                <c:pt idx="920">
                  <c:v>0.070920338064</c:v>
                </c:pt>
                <c:pt idx="921">
                  <c:v>0.0713083084502</c:v>
                </c:pt>
                <c:pt idx="922">
                  <c:v>0.0716961663157</c:v>
                </c:pt>
                <c:pt idx="923">
                  <c:v>0.0720838981281</c:v>
                </c:pt>
                <c:pt idx="924">
                  <c:v>0.0724714915714</c:v>
                </c:pt>
                <c:pt idx="925">
                  <c:v>0.072858935536</c:v>
                </c:pt>
                <c:pt idx="926">
                  <c:v>0.073246220106</c:v>
                </c:pt>
                <c:pt idx="927">
                  <c:v>0.0736333365454</c:v>
                </c:pt>
                <c:pt idx="928">
                  <c:v>0.0740202772834</c:v>
                </c:pt>
                <c:pt idx="929">
                  <c:v>0.0744070358977</c:v>
                </c:pt>
                <c:pt idx="930">
                  <c:v>0.0747936070967</c:v>
                </c:pt>
                <c:pt idx="931">
                  <c:v>0.0751799867012</c:v>
                </c:pt>
                <c:pt idx="932">
                  <c:v>0.0755661716242</c:v>
                </c:pt>
                <c:pt idx="933">
                  <c:v>0.0759521598511</c:v>
                </c:pt>
                <c:pt idx="934">
                  <c:v>0.0763379504176</c:v>
                </c:pt>
                <c:pt idx="935">
                  <c:v>0.0767235433885</c:v>
                </c:pt>
                <c:pt idx="936">
                  <c:v>0.0771089398342</c:v>
                </c:pt>
                <c:pt idx="937">
                  <c:v>0.0774941418086</c:v>
                </c:pt>
                <c:pt idx="938">
                  <c:v>0.077879152325</c:v>
                </c:pt>
                <c:pt idx="939">
                  <c:v>0.0782639753324</c:v>
                </c:pt>
                <c:pt idx="940">
                  <c:v>0.0786486156917</c:v>
                </c:pt>
                <c:pt idx="941">
                  <c:v>0.0790330791514</c:v>
                </c:pt>
                <c:pt idx="942">
                  <c:v>0.0794173723228</c:v>
                </c:pt>
                <c:pt idx="943">
                  <c:v>0.0798015026566</c:v>
                </c:pt>
                <c:pt idx="944">
                  <c:v>0.0801854784176</c:v>
                </c:pt>
                <c:pt idx="945">
                  <c:v>0.0805693086611</c:v>
                </c:pt>
                <c:pt idx="946">
                  <c:v>0.0809530032087</c:v>
                </c:pt>
                <c:pt idx="947">
                  <c:v>0.0813365726243</c:v>
                </c:pt>
                <c:pt idx="948">
                  <c:v>0.0817200281905</c:v>
                </c:pt>
                <c:pt idx="949">
                  <c:v>0.0821033818851</c:v>
                </c:pt>
                <c:pt idx="950">
                  <c:v>0.0824866463583</c:v>
                </c:pt>
                <c:pt idx="951">
                  <c:v>0.0828698349101</c:v>
                </c:pt>
                <c:pt idx="952">
                  <c:v>0.0832529614676</c:v>
                </c:pt>
                <c:pt idx="953">
                  <c:v>0.0836360405635</c:v>
                </c:pt>
                <c:pt idx="954">
                  <c:v>0.0840190873145</c:v>
                </c:pt>
                <c:pt idx="955">
                  <c:v>0.0844021174004</c:v>
                </c:pt>
                <c:pt idx="956">
                  <c:v>0.0847851470439</c:v>
                </c:pt>
                <c:pt idx="957">
                  <c:v>0.08516819299</c:v>
                </c:pt>
                <c:pt idx="958">
                  <c:v>0.0855512724873</c:v>
                </c:pt>
                <c:pt idx="959">
                  <c:v>0.0859344032687</c:v>
                </c:pt>
                <c:pt idx="960">
                  <c:v>0.0863176035328</c:v>
                </c:pt>
                <c:pt idx="961">
                  <c:v>0.0867008919268</c:v>
                </c:pt>
                <c:pt idx="962">
                  <c:v>0.0870842875285</c:v>
                </c:pt>
                <c:pt idx="963">
                  <c:v>0.0874678098301</c:v>
                </c:pt>
                <c:pt idx="964">
                  <c:v>0.0878514787217</c:v>
                </c:pt>
                <c:pt idx="965">
                  <c:v>0.0882353144759</c:v>
                </c:pt>
                <c:pt idx="966">
                  <c:v>0.088619337733</c:v>
                </c:pt>
                <c:pt idx="967">
                  <c:v>0.0890035694858</c:v>
                </c:pt>
                <c:pt idx="968">
                  <c:v>0.0893880310666</c:v>
                </c:pt>
                <c:pt idx="969">
                  <c:v>0.0897727441334</c:v>
                </c:pt>
                <c:pt idx="970">
                  <c:v>0.0901577306568</c:v>
                </c:pt>
                <c:pt idx="971">
                  <c:v>0.0905430129084</c:v>
                </c:pt>
                <c:pt idx="972">
                  <c:v>0.0909286134487</c:v>
                </c:pt>
                <c:pt idx="973">
                  <c:v>0.0913145551157</c:v>
                </c:pt>
                <c:pt idx="974">
                  <c:v>0.0917008610148</c:v>
                </c:pt>
                <c:pt idx="975">
                  <c:v>0.0920875545081</c:v>
                </c:pt>
                <c:pt idx="976">
                  <c:v>0.0924746592051</c:v>
                </c:pt>
                <c:pt idx="977">
                  <c:v>0.0928621989534</c:v>
                </c:pt>
                <c:pt idx="978">
                  <c:v>0.09325019783</c:v>
                </c:pt>
                <c:pt idx="979">
                  <c:v>0.093638680133</c:v>
                </c:pt>
                <c:pt idx="980">
                  <c:v>0.0940276703743</c:v>
                </c:pt>
                <c:pt idx="981">
                  <c:v>0.0944171932718</c:v>
                </c:pt>
                <c:pt idx="982">
                  <c:v>0.0948072737428</c:v>
                </c:pt>
                <c:pt idx="983">
                  <c:v>0.0951979368974</c:v>
                </c:pt>
                <c:pt idx="984">
                  <c:v>0.095589208033</c:v>
                </c:pt>
                <c:pt idx="985">
                  <c:v>0.095981112628</c:v>
                </c:pt>
                <c:pt idx="986">
                  <c:v>0.096373676337</c:v>
                </c:pt>
                <c:pt idx="987">
                  <c:v>0.0967669249859</c:v>
                </c:pt>
                <c:pt idx="988">
                  <c:v>0.0971608845676</c:v>
                </c:pt>
                <c:pt idx="989">
                  <c:v>0.0975555812374</c:v>
                </c:pt>
                <c:pt idx="990">
                  <c:v>0.0979510413099</c:v>
                </c:pt>
                <c:pt idx="991">
                  <c:v>0.098347291255</c:v>
                </c:pt>
                <c:pt idx="992">
                  <c:v>0.0987443576952</c:v>
                </c:pt>
                <c:pt idx="993">
                  <c:v>0.0991422674025</c:v>
                </c:pt>
                <c:pt idx="994">
                  <c:v>0.0995410472961</c:v>
                </c:pt>
                <c:pt idx="995">
                  <c:v>0.0999407244404</c:v>
                </c:pt>
                <c:pt idx="996">
                  <c:v>0.100341326042</c:v>
                </c:pt>
                <c:pt idx="997">
                  <c:v>0.100742879451</c:v>
                </c:pt>
                <c:pt idx="998">
                  <c:v>0.101145412155</c:v>
                </c:pt>
                <c:pt idx="999">
                  <c:v>0.101548951781</c:v>
                </c:pt>
                <c:pt idx="1000">
                  <c:v>0.101953526095</c:v>
                </c:pt>
                <c:pt idx="1001">
                  <c:v>0.102359163001</c:v>
                </c:pt>
                <c:pt idx="1002">
                  <c:v>0.102765890537</c:v>
                </c:pt>
                <c:pt idx="1003">
                  <c:v>0.10317373688</c:v>
                </c:pt>
                <c:pt idx="1004">
                  <c:v>0.103582730343</c:v>
                </c:pt>
                <c:pt idx="1005">
                  <c:v>0.103992899376</c:v>
                </c:pt>
                <c:pt idx="1006">
                  <c:v>0.104404272566</c:v>
                </c:pt>
                <c:pt idx="1007">
                  <c:v>0.104816878636</c:v>
                </c:pt>
                <c:pt idx="1008">
                  <c:v>0.105230746452</c:v>
                </c:pt>
                <c:pt idx="1009">
                  <c:v>0.105645905014</c:v>
                </c:pt>
                <c:pt idx="1010">
                  <c:v>0.106062383466</c:v>
                </c:pt>
                <c:pt idx="1011">
                  <c:v>0.106480211092</c:v>
                </c:pt>
                <c:pt idx="1012">
                  <c:v>0.106899417319</c:v>
                </c:pt>
                <c:pt idx="1013">
                  <c:v>0.107320031719</c:v>
                </c:pt>
                <c:pt idx="1014">
                  <c:v>0.107742084008</c:v>
                </c:pt>
                <c:pt idx="1015">
                  <c:v>0.108165604051</c:v>
                </c:pt>
                <c:pt idx="1016">
                  <c:v>0.108590621863</c:v>
                </c:pt>
                <c:pt idx="1017">
                  <c:v>0.109017167609</c:v>
                </c:pt>
                <c:pt idx="1018">
                  <c:v>0.109445271608</c:v>
                </c:pt>
                <c:pt idx="1019">
                  <c:v>0.109874964332</c:v>
                </c:pt>
                <c:pt idx="1020">
                  <c:v>0.110306276415</c:v>
                </c:pt>
                <c:pt idx="1021">
                  <c:v>0.110739238646</c:v>
                </c:pt>
                <c:pt idx="1022">
                  <c:v>0.111173881979</c:v>
                </c:pt>
                <c:pt idx="1023">
                  <c:v>0.111610237532</c:v>
                </c:pt>
                <c:pt idx="1024">
                  <c:v>0.112048336588</c:v>
                </c:pt>
                <c:pt idx="1025">
                  <c:v>0.112488210603</c:v>
                </c:pt>
                <c:pt idx="1026">
                  <c:v>0.1129298912</c:v>
                </c:pt>
                <c:pt idx="1027">
                  <c:v>0.11337341018</c:v>
                </c:pt>
                <c:pt idx="1028">
                  <c:v>0.11381879952</c:v>
                </c:pt>
                <c:pt idx="1029">
                  <c:v>0.114266091377</c:v>
                </c:pt>
                <c:pt idx="1030">
                  <c:v>0.114715318088</c:v>
                </c:pt>
                <c:pt idx="1031">
                  <c:v>0.115166512179</c:v>
                </c:pt>
                <c:pt idx="1032">
                  <c:v>0.115619706358</c:v>
                </c:pt>
                <c:pt idx="1033">
                  <c:v>0.116074933529</c:v>
                </c:pt>
                <c:pt idx="1034">
                  <c:v>0.116532226785</c:v>
                </c:pt>
                <c:pt idx="1035">
                  <c:v>0.116991619414</c:v>
                </c:pt>
                <c:pt idx="1036">
                  <c:v>0.117453144905</c:v>
                </c:pt>
                <c:pt idx="1037">
                  <c:v>0.117916836944</c:v>
                </c:pt>
                <c:pt idx="1038">
                  <c:v>0.118382729424</c:v>
                </c:pt>
                <c:pt idx="1039">
                  <c:v>0.11885085644</c:v>
                </c:pt>
                <c:pt idx="1040">
                  <c:v>0.119321252296</c:v>
                </c:pt>
                <c:pt idx="1041">
                  <c:v>0.119793951507</c:v>
                </c:pt>
                <c:pt idx="1042">
                  <c:v>0.120268988799</c:v>
                </c:pt>
                <c:pt idx="1043">
                  <c:v>0.120746399115</c:v>
                </c:pt>
                <c:pt idx="1044">
                  <c:v>0.121226217613</c:v>
                </c:pt>
                <c:pt idx="1045">
                  <c:v>0.12170847967</c:v>
                </c:pt>
                <c:pt idx="1046">
                  <c:v>0.122193220885</c:v>
                </c:pt>
                <c:pt idx="1047">
                  <c:v>0.122680477078</c:v>
                </c:pt>
                <c:pt idx="1048">
                  <c:v>0.123170284294</c:v>
                </c:pt>
                <c:pt idx="1049">
                  <c:v>0.123662678804</c:v>
                </c:pt>
                <c:pt idx="1050">
                  <c:v>0.124157697106</c:v>
                </c:pt>
                <c:pt idx="1051">
                  <c:v>0.124655375926</c:v>
                </c:pt>
                <c:pt idx="1052">
                  <c:v>0.125155752219</c:v>
                </c:pt>
                <c:pt idx="1053">
                  <c:v>0.125658863171</c:v>
                </c:pt>
                <c:pt idx="1054">
                  <c:v>0.1261647462</c:v>
                </c:pt>
                <c:pt idx="1055">
                  <c:v>0.126673438954</c:v>
                </c:pt>
                <c:pt idx="1056">
                  <c:v>0.127184979314</c:v>
                </c:pt>
                <c:pt idx="1057">
                  <c:v>0.12769940539</c:v>
                </c:pt>
                <c:pt idx="1058">
                  <c:v>0.128216755527</c:v>
                </c:pt>
                <c:pt idx="1059">
                  <c:v>0.128737068301</c:v>
                </c:pt>
                <c:pt idx="1060">
                  <c:v>0.129260382516</c:v>
                </c:pt>
                <c:pt idx="1061">
                  <c:v>0.129786737206</c:v>
                </c:pt>
                <c:pt idx="1062">
                  <c:v>0.130316171636</c:v>
                </c:pt>
                <c:pt idx="1063">
                  <c:v>0.130848725295</c:v>
                </c:pt>
                <c:pt idx="1064">
                  <c:v>0.131384437896</c:v>
                </c:pt>
                <c:pt idx="1065">
                  <c:v>0.131923349375</c:v>
                </c:pt>
                <c:pt idx="1066">
                  <c:v>0.13246549989</c:v>
                </c:pt>
                <c:pt idx="1067">
                  <c:v>0.133010929811</c:v>
                </c:pt>
                <c:pt idx="1068">
                  <c:v>0.133559679724</c:v>
                </c:pt>
                <c:pt idx="1069">
                  <c:v>0.134111790424</c:v>
                </c:pt>
                <c:pt idx="1070">
                  <c:v>0.134667302908</c:v>
                </c:pt>
                <c:pt idx="1071">
                  <c:v>0.135226258377</c:v>
                </c:pt>
                <c:pt idx="1072">
                  <c:v>0.135788698222</c:v>
                </c:pt>
                <c:pt idx="1073">
                  <c:v>0.136354664027</c:v>
                </c:pt>
                <c:pt idx="1074">
                  <c:v>0.136924197554</c:v>
                </c:pt>
                <c:pt idx="1075">
                  <c:v>0.137497340744</c:v>
                </c:pt>
                <c:pt idx="1076">
                  <c:v>0.138074135704</c:v>
                </c:pt>
                <c:pt idx="1077">
                  <c:v>0.1386546247</c:v>
                </c:pt>
                <c:pt idx="1078">
                  <c:v>0.139238850149</c:v>
                </c:pt>
                <c:pt idx="1079">
                  <c:v>0.13982685461</c:v>
                </c:pt>
                <c:pt idx="1080">
                  <c:v>0.140418680774</c:v>
                </c:pt>
                <c:pt idx="1081">
                  <c:v>0.141014371448</c:v>
                </c:pt>
                <c:pt idx="1082">
                  <c:v>0.141613969553</c:v>
                </c:pt>
                <c:pt idx="1083">
                  <c:v>0.142217518101</c:v>
                </c:pt>
                <c:pt idx="1084">
                  <c:v>0.14282506019</c:v>
                </c:pt>
                <c:pt idx="1085">
                  <c:v>0.143436638985</c:v>
                </c:pt>
                <c:pt idx="1086">
                  <c:v>0.144052297705</c:v>
                </c:pt>
                <c:pt idx="1087">
                  <c:v>0.144672079605</c:v>
                </c:pt>
                <c:pt idx="1088">
                  <c:v>0.145296027962</c:v>
                </c:pt>
                <c:pt idx="1089">
                  <c:v>0.145924186055</c:v>
                </c:pt>
                <c:pt idx="1090">
                  <c:v>0.146556597148</c:v>
                </c:pt>
                <c:pt idx="1091">
                  <c:v>0.147193304465</c:v>
                </c:pt>
                <c:pt idx="1092">
                  <c:v>0.147834351176</c:v>
                </c:pt>
                <c:pt idx="1093">
                  <c:v>0.148479780369</c:v>
                </c:pt>
                <c:pt idx="1094">
                  <c:v>0.14912963503</c:v>
                </c:pt>
                <c:pt idx="1095">
                  <c:v>0.149783958014</c:v>
                </c:pt>
                <c:pt idx="1096">
                  <c:v>0.150442792024</c:v>
                </c:pt>
                <c:pt idx="1097">
                  <c:v>0.151106179581</c:v>
                </c:pt>
                <c:pt idx="1098">
                  <c:v>0.151774162996</c:v>
                </c:pt>
                <c:pt idx="1099">
                  <c:v>0.152446784339</c:v>
                </c:pt>
                <c:pt idx="1100">
                  <c:v>0.153124085409</c:v>
                </c:pt>
                <c:pt idx="1101">
                  <c:v>0.153806107699</c:v>
                </c:pt>
                <c:pt idx="1102">
                  <c:v>0.154492892363</c:v>
                </c:pt>
                <c:pt idx="1103">
                  <c:v>0.15518448018</c:v>
                </c:pt>
                <c:pt idx="1104">
                  <c:v>0.155880911517</c:v>
                </c:pt>
                <c:pt idx="1105">
                  <c:v>0.156582226286</c:v>
                </c:pt>
                <c:pt idx="1106">
                  <c:v>0.157288463907</c:v>
                </c:pt>
                <c:pt idx="1107">
                  <c:v>0.157999663264</c:v>
                </c:pt>
                <c:pt idx="1108">
                  <c:v>0.158715862661</c:v>
                </c:pt>
                <c:pt idx="1109">
                  <c:v>0.159437099773</c:v>
                </c:pt>
                <c:pt idx="1110">
                  <c:v>0.160163411602</c:v>
                </c:pt>
                <c:pt idx="1111">
                  <c:v>0.160894834424</c:v>
                </c:pt>
                <c:pt idx="1112">
                  <c:v>0.161631403739</c:v>
                </c:pt>
                <c:pt idx="1113">
                  <c:v>0.162373154215</c:v>
                </c:pt>
                <c:pt idx="1114">
                  <c:v>0.163120119635</c:v>
                </c:pt>
                <c:pt idx="1115">
                  <c:v>0.163872332836</c:v>
                </c:pt>
                <c:pt idx="1116">
                  <c:v>0.164629825653</c:v>
                </c:pt>
                <c:pt idx="1117">
                  <c:v>0.165392628854</c:v>
                </c:pt>
                <c:pt idx="1118">
                  <c:v>0.166160772078</c:v>
                </c:pt>
                <c:pt idx="1119">
                  <c:v>0.166934283769</c:v>
                </c:pt>
                <c:pt idx="1120">
                  <c:v>0.167713191107</c:v>
                </c:pt>
                <c:pt idx="1121">
                  <c:v>0.168497519939</c:v>
                </c:pt>
                <c:pt idx="1122">
                  <c:v>0.169287294708</c:v>
                </c:pt>
                <c:pt idx="1123">
                  <c:v>0.170082538375</c:v>
                </c:pt>
                <c:pt idx="1124">
                  <c:v>0.170883272348</c:v>
                </c:pt>
                <c:pt idx="1125">
                  <c:v>0.171689516402</c:v>
                </c:pt>
                <c:pt idx="1126">
                  <c:v>0.172501288597</c:v>
                </c:pt>
                <c:pt idx="1127">
                  <c:v>0.173318605197</c:v>
                </c:pt>
                <c:pt idx="1128">
                  <c:v>0.17414148059</c:v>
                </c:pt>
                <c:pt idx="1129">
                  <c:v>0.174969927196</c:v>
                </c:pt>
                <c:pt idx="1130">
                  <c:v>0.175803955382</c:v>
                </c:pt>
                <c:pt idx="1131">
                  <c:v>0.176643573376</c:v>
                </c:pt>
                <c:pt idx="1132">
                  <c:v>0.177488787172</c:v>
                </c:pt>
                <c:pt idx="1133">
                  <c:v>0.178339600436</c:v>
                </c:pt>
                <c:pt idx="1134">
                  <c:v>0.17919601442</c:v>
                </c:pt>
                <c:pt idx="1135">
                  <c:v>0.180058027857</c:v>
                </c:pt>
                <c:pt idx="1136">
                  <c:v>0.180925636871</c:v>
                </c:pt>
                <c:pt idx="1137">
                  <c:v>0.181798834878</c:v>
                </c:pt>
                <c:pt idx="1138">
                  <c:v>0.182677612486</c:v>
                </c:pt>
                <c:pt idx="1139">
                  <c:v>0.183561957396</c:v>
                </c:pt>
                <c:pt idx="1140">
                  <c:v>0.184451854302</c:v>
                </c:pt>
                <c:pt idx="1141">
                  <c:v>0.185347284792</c:v>
                </c:pt>
                <c:pt idx="1142">
                  <c:v>0.186248227245</c:v>
                </c:pt>
                <c:pt idx="1143">
                  <c:v>0.187154656729</c:v>
                </c:pt>
                <c:pt idx="1144">
                  <c:v>0.188066544906</c:v>
                </c:pt>
                <c:pt idx="1145">
                  <c:v>0.188983859923</c:v>
                </c:pt>
                <c:pt idx="1146">
                  <c:v>0.189906566319</c:v>
                </c:pt>
                <c:pt idx="1147">
                  <c:v>0.190834624923</c:v>
                </c:pt>
                <c:pt idx="1148">
                  <c:v>0.191767992754</c:v>
                </c:pt>
                <c:pt idx="1149">
                  <c:v>0.192706622929</c:v>
                </c:pt>
                <c:pt idx="1150">
                  <c:v>0.193650464564</c:v>
                </c:pt>
                <c:pt idx="1151">
                  <c:v>0.194599462682</c:v>
                </c:pt>
                <c:pt idx="1152">
                  <c:v>0.195553558121</c:v>
                </c:pt>
                <c:pt idx="1153">
                  <c:v>0.196512687448</c:v>
                </c:pt>
                <c:pt idx="1154">
                  <c:v>0.197476782871</c:v>
                </c:pt>
                <c:pt idx="1155">
                  <c:v>0.198445772157</c:v>
                </c:pt>
                <c:pt idx="1156">
                  <c:v>0.199419578552</c:v>
                </c:pt>
                <c:pt idx="1157">
                  <c:v>0.200398120709</c:v>
                </c:pt>
                <c:pt idx="1158">
                  <c:v>0.201381312612</c:v>
                </c:pt>
                <c:pt idx="1159">
                  <c:v>0.202369063513</c:v>
                </c:pt>
                <c:pt idx="1160">
                  <c:v>0.203361277867</c:v>
                </c:pt>
                <c:pt idx="1161">
                  <c:v>0.204357855279</c:v>
                </c:pt>
                <c:pt idx="1162">
                  <c:v>0.205358690449</c:v>
                </c:pt>
                <c:pt idx="1163">
                  <c:v>0.206363673126</c:v>
                </c:pt>
                <c:pt idx="1164">
                  <c:v>0.207372688073</c:v>
                </c:pt>
                <c:pt idx="1165">
                  <c:v>0.208385615028</c:v>
                </c:pt>
                <c:pt idx="1166">
                  <c:v>0.209402328682</c:v>
                </c:pt>
                <c:pt idx="1167">
                  <c:v>0.210422698654</c:v>
                </c:pt>
                <c:pt idx="1168">
                  <c:v>0.211446589485</c:v>
                </c:pt>
                <c:pt idx="1169">
                  <c:v>0.212473860628</c:v>
                </c:pt>
                <c:pt idx="1170">
                  <c:v>0.213504366451</c:v>
                </c:pt>
                <c:pt idx="1171">
                  <c:v>0.21453795625</c:v>
                </c:pt>
                <c:pt idx="1172">
                  <c:v>0.215574474265</c:v>
                </c:pt>
                <c:pt idx="1173">
                  <c:v>0.216613759706</c:v>
                </c:pt>
                <c:pt idx="1174">
                  <c:v>0.217655646792</c:v>
                </c:pt>
                <c:pt idx="1175">
                  <c:v>0.218699964787</c:v>
                </c:pt>
                <c:pt idx="1176">
                  <c:v>0.21974653806</c:v>
                </c:pt>
                <c:pt idx="1177">
                  <c:v>0.220795186137</c:v>
                </c:pt>
                <c:pt idx="1178">
                  <c:v>0.221845723776</c:v>
                </c:pt>
                <c:pt idx="1179">
                  <c:v>0.22289796104</c:v>
                </c:pt>
                <c:pt idx="1180">
                  <c:v>0.223951703382</c:v>
                </c:pt>
                <c:pt idx="1181">
                  <c:v>0.225006751741</c:v>
                </c:pt>
                <c:pt idx="1182">
                  <c:v>0.226062902641</c:v>
                </c:pt>
                <c:pt idx="1183">
                  <c:v>0.227119948302</c:v>
                </c:pt>
                <c:pt idx="1184">
                  <c:v>0.228177676754</c:v>
                </c:pt>
                <c:pt idx="1185">
                  <c:v>0.229235871964</c:v>
                </c:pt>
                <c:pt idx="1186">
                  <c:v>0.230294313963</c:v>
                </c:pt>
                <c:pt idx="1187">
                  <c:v>0.23135277899</c:v>
                </c:pt>
                <c:pt idx="1188">
                  <c:v>0.232411039627</c:v>
                </c:pt>
                <c:pt idx="1189">
                  <c:v>0.233468864954</c:v>
                </c:pt>
                <c:pt idx="1190">
                  <c:v>0.234526020705</c:v>
                </c:pt>
                <c:pt idx="1191">
                  <c:v>0.235582269422</c:v>
                </c:pt>
                <c:pt idx="1192">
                  <c:v>0.236637370622</c:v>
                </c:pt>
                <c:pt idx="1193">
                  <c:v>0.237691080964</c:v>
                </c:pt>
                <c:pt idx="1194">
                  <c:v>0.238743154419</c:v>
                </c:pt>
                <c:pt idx="1195">
                  <c:v>0.239793342443</c:v>
                </c:pt>
                <c:pt idx="1196">
                  <c:v>0.240841394149</c:v>
                </c:pt>
                <c:pt idx="1197">
                  <c:v>0.241887056486</c:v>
                </c:pt>
                <c:pt idx="1198">
                  <c:v>0.242930074412</c:v>
                </c:pt>
                <c:pt idx="1199">
                  <c:v>0.243970191072</c:v>
                </c:pt>
                <c:pt idx="1200">
                  <c:v>0.245007147968</c:v>
                </c:pt>
                <c:pt idx="1201">
                  <c:v>0.246040685137</c:v>
                </c:pt>
                <c:pt idx="1202">
                  <c:v>0.247070541317</c:v>
                </c:pt>
                <c:pt idx="1203">
                  <c:v>0.248096454114</c:v>
                </c:pt>
                <c:pt idx="1204">
                  <c:v>0.249118160167</c:v>
                </c:pt>
                <c:pt idx="1205">
                  <c:v>0.250135395303</c:v>
                </c:pt>
                <c:pt idx="1206">
                  <c:v>0.251147894691</c:v>
                </c:pt>
                <c:pt idx="1207">
                  <c:v>0.252155392986</c:v>
                </c:pt>
                <c:pt idx="1208">
                  <c:v>0.253157624473</c:v>
                </c:pt>
                <c:pt idx="1209">
                  <c:v>0.25415432319</c:v>
                </c:pt>
                <c:pt idx="1210">
                  <c:v>0.25514522306</c:v>
                </c:pt>
                <c:pt idx="1211">
                  <c:v>0.256130057998</c:v>
                </c:pt>
                <c:pt idx="1212">
                  <c:v>0.25710856202</c:v>
                </c:pt>
                <c:pt idx="1213">
                  <c:v>0.258080469334</c:v>
                </c:pt>
                <c:pt idx="1214">
                  <c:v>0.259045514426</c:v>
                </c:pt>
                <c:pt idx="1215">
                  <c:v>0.260003432132</c:v>
                </c:pt>
                <c:pt idx="1216">
                  <c:v>0.260953957695</c:v>
                </c:pt>
                <c:pt idx="1217">
                  <c:v>0.261896826817</c:v>
                </c:pt>
                <c:pt idx="1218">
                  <c:v>0.262831775696</c:v>
                </c:pt>
                <c:pt idx="1219">
                  <c:v>0.263758541042</c:v>
                </c:pt>
                <c:pt idx="1220">
                  <c:v>0.264676860092</c:v>
                </c:pt>
                <c:pt idx="1221">
                  <c:v>0.265586470605</c:v>
                </c:pt>
                <c:pt idx="1222">
                  <c:v>0.266487110845</c:v>
                </c:pt>
                <c:pt idx="1223">
                  <c:v>0.267378519544</c:v>
                </c:pt>
                <c:pt idx="1224">
                  <c:v>0.268260435866</c:v>
                </c:pt>
                <c:pt idx="1225">
                  <c:v>0.26913259934</c:v>
                </c:pt>
                <c:pt idx="1226">
                  <c:v>0.26999474979</c:v>
                </c:pt>
                <c:pt idx="1227">
                  <c:v>0.270846627249</c:v>
                </c:pt>
                <c:pt idx="1228">
                  <c:v>0.271687971859</c:v>
                </c:pt>
                <c:pt idx="1229">
                  <c:v>0.272518523759</c:v>
                </c:pt>
                <c:pt idx="1230">
                  <c:v>0.273338022957</c:v>
                </c:pt>
                <c:pt idx="1231">
                  <c:v>0.274146209193</c:v>
                </c:pt>
                <c:pt idx="1232">
                  <c:v>0.274942821794</c:v>
                </c:pt>
                <c:pt idx="1233">
                  <c:v>0.275727599508</c:v>
                </c:pt>
                <c:pt idx="1234">
                  <c:v>0.276500280337</c:v>
                </c:pt>
                <c:pt idx="1235">
                  <c:v>0.277260601354</c:v>
                </c:pt>
                <c:pt idx="1236">
                  <c:v>0.278008298521</c:v>
                </c:pt>
                <c:pt idx="1237">
                  <c:v>0.278743106485</c:v>
                </c:pt>
                <c:pt idx="1238">
                  <c:v>0.279464758382</c:v>
                </c:pt>
                <c:pt idx="1239">
                  <c:v>0.280172985628</c:v>
                </c:pt>
                <c:pt idx="1240">
                  <c:v>0.280867517705</c:v>
                </c:pt>
                <c:pt idx="1241">
                  <c:v>0.281548081953</c:v>
                </c:pt>
                <c:pt idx="1242">
                  <c:v>0.28221440335</c:v>
                </c:pt>
                <c:pt idx="1243">
                  <c:v>0.282866204299</c:v>
                </c:pt>
                <c:pt idx="1244">
                  <c:v>0.283503204419</c:v>
                </c:pt>
                <c:pt idx="1245">
                  <c:v>0.284125120334</c:v>
                </c:pt>
                <c:pt idx="1246">
                  <c:v>0.284731665471</c:v>
                </c:pt>
                <c:pt idx="1247">
                  <c:v>0.285322549867</c:v>
                </c:pt>
                <c:pt idx="1248">
                  <c:v>0.285897479982</c:v>
                </c:pt>
                <c:pt idx="1249">
                  <c:v>0.286456158527</c:v>
                </c:pt>
                <c:pt idx="1250">
                  <c:v>0.286998284302</c:v>
                </c:pt>
                <c:pt idx="1251">
                  <c:v>0.287523552055</c:v>
                </c:pt>
                <c:pt idx="1252">
                  <c:v>0.288031652353</c:v>
                </c:pt>
                <c:pt idx="1253">
                  <c:v>0.288522271476</c:v>
                </c:pt>
                <c:pt idx="1254">
                  <c:v>0.288995091333</c:v>
                </c:pt>
                <c:pt idx="1255">
                  <c:v>0.289449789404</c:v>
                </c:pt>
                <c:pt idx="1256">
                  <c:v>0.289886038702</c:v>
                </c:pt>
                <c:pt idx="1257">
                  <c:v>0.290303507772</c:v>
                </c:pt>
                <c:pt idx="1258">
                  <c:v>0.290701860717</c:v>
                </c:pt>
                <c:pt idx="1259">
                  <c:v>0.291080757253</c:v>
                </c:pt>
                <c:pt idx="1260">
                  <c:v>0.291439852805</c:v>
                </c:pt>
                <c:pt idx="1261">
                  <c:v>0.291778798634</c:v>
                </c:pt>
                <c:pt idx="1262">
                  <c:v>0.292097242006</c:v>
                </c:pt>
                <c:pt idx="1263">
                  <c:v>0.292394826402</c:v>
                </c:pt>
                <c:pt idx="1264">
                  <c:v>0.292671191761</c:v>
                </c:pt>
                <c:pt idx="1265">
                  <c:v>0.292925974775</c:v>
                </c:pt>
                <c:pt idx="1266">
                  <c:v>0.293158809225</c:v>
                </c:pt>
                <c:pt idx="1267">
                  <c:v>0.293369326359</c:v>
                </c:pt>
                <c:pt idx="1268">
                  <c:v>0.293557155317</c:v>
                </c:pt>
                <c:pt idx="1269">
                  <c:v>0.293721923603</c:v>
                </c:pt>
                <c:pt idx="1270">
                  <c:v>0.293863257606</c:v>
                </c:pt>
                <c:pt idx="1271">
                  <c:v>0.293980783159</c:v>
                </c:pt>
                <c:pt idx="1272">
                  <c:v>0.294074126152</c:v>
                </c:pt>
                <c:pt idx="1273">
                  <c:v>0.294142913189</c:v>
                </c:pt>
                <c:pt idx="1274">
                  <c:v>0.294186772287</c:v>
                </c:pt>
                <c:pt idx="1275">
                  <c:v>0.294205333624</c:v>
                </c:pt>
                <c:pt idx="1276">
                  <c:v>0.294198230321</c:v>
                </c:pt>
                <c:pt idx="1277">
                  <c:v>0.294165099278</c:v>
                </c:pt>
                <c:pt idx="1278">
                  <c:v>0.294105582035</c:v>
                </c:pt>
                <c:pt idx="1279">
                  <c:v>0.294019325678</c:v>
                </c:pt>
                <c:pt idx="1280">
                  <c:v>0.293905983775</c:v>
                </c:pt>
                <c:pt idx="1281">
                  <c:v>0.29376521735</c:v>
                </c:pt>
                <c:pt idx="1282">
                  <c:v>0.293596695874</c:v>
                </c:pt>
                <c:pt idx="1283">
                  <c:v>0.293400098289</c:v>
                </c:pt>
                <c:pt idx="1284">
                  <c:v>0.293175114049</c:v>
                </c:pt>
                <c:pt idx="1285">
                  <c:v>0.29292144418</c:v>
                </c:pt>
                <c:pt idx="1286">
                  <c:v>0.292638802347</c:v>
                </c:pt>
                <c:pt idx="1287">
                  <c:v>0.292326915938</c:v>
                </c:pt>
                <c:pt idx="1288">
                  <c:v>0.291985527142</c:v>
                </c:pt>
                <c:pt idx="1289">
                  <c:v>0.291614394028</c:v>
                </c:pt>
                <c:pt idx="1290">
                  <c:v>0.291213291624</c:v>
                </c:pt>
                <c:pt idx="1291">
                  <c:v>0.290782012972</c:v>
                </c:pt>
                <c:pt idx="1292">
                  <c:v>0.290320370176</c:v>
                </c:pt>
                <c:pt idx="1293">
                  <c:v>0.28982819542</c:v>
                </c:pt>
                <c:pt idx="1294">
                  <c:v>0.289305341967</c:v>
                </c:pt>
                <c:pt idx="1295">
                  <c:v>0.288751685114</c:v>
                </c:pt>
                <c:pt idx="1296">
                  <c:v>0.288167123118</c:v>
                </c:pt>
                <c:pt idx="1297">
                  <c:v>0.287551578072</c:v>
                </c:pt>
                <c:pt idx="1298">
                  <c:v>0.286904996735</c:v>
                </c:pt>
                <c:pt idx="1299">
                  <c:v>0.286227351309</c:v>
                </c:pt>
                <c:pt idx="1300">
                  <c:v>0.285518640156</c:v>
                </c:pt>
                <c:pt idx="1301">
                  <c:v>0.28477888845</c:v>
                </c:pt>
                <c:pt idx="1302">
                  <c:v>0.284008148767</c:v>
                </c:pt>
                <c:pt idx="1303">
                  <c:v>0.283206501603</c:v>
                </c:pt>
                <c:pt idx="1304">
                  <c:v>0.282374055811</c:v>
                </c:pt>
                <c:pt idx="1305">
                  <c:v>0.281510948969</c:v>
                </c:pt>
                <c:pt idx="1306">
                  <c:v>0.280617347661</c:v>
                </c:pt>
                <c:pt idx="1307">
                  <c:v>0.279693447679</c:v>
                </c:pt>
                <c:pt idx="1308">
                  <c:v>0.278739474137</c:v>
                </c:pt>
                <c:pt idx="1309">
                  <c:v>0.277755681501</c:v>
                </c:pt>
                <c:pt idx="1310">
                  <c:v>0.276742353528</c:v>
                </c:pt>
                <c:pt idx="1311">
                  <c:v>0.275699803123</c:v>
                </c:pt>
                <c:pt idx="1312">
                  <c:v>0.274628372102</c:v>
                </c:pt>
                <c:pt idx="1313">
                  <c:v>0.273528430871</c:v>
                </c:pt>
                <c:pt idx="1314">
                  <c:v>0.272400378013</c:v>
                </c:pt>
                <c:pt idx="1315">
                  <c:v>0.2712446398</c:v>
                </c:pt>
                <c:pt idx="1316">
                  <c:v>0.270061669611</c:v>
                </c:pt>
                <c:pt idx="1317">
                  <c:v>0.268851947272</c:v>
                </c:pt>
                <c:pt idx="1318">
                  <c:v>0.267615978322</c:v>
                </c:pt>
                <c:pt idx="1319">
                  <c:v>0.266354293201</c:v>
                </c:pt>
                <c:pt idx="1320">
                  <c:v>0.265067446362</c:v>
                </c:pt>
                <c:pt idx="1321">
                  <c:v>0.263756015323</c:v>
                </c:pt>
                <c:pt idx="1322">
                  <c:v>0.262420599652</c:v>
                </c:pt>
                <c:pt idx="1323">
                  <c:v>0.261061819891</c:v>
                </c:pt>
                <c:pt idx="1324">
                  <c:v>0.25968031643</c:v>
                </c:pt>
                <c:pt idx="1325">
                  <c:v>0.258276748335</c:v>
                </c:pt>
                <c:pt idx="1326">
                  <c:v>0.256851792119</c:v>
                </c:pt>
                <c:pt idx="1327">
                  <c:v>0.255406140494</c:v>
                </c:pt>
                <c:pt idx="1328">
                  <c:v>0.253940501071</c:v>
                </c:pt>
                <c:pt idx="1329">
                  <c:v>0.25245559505</c:v>
                </c:pt>
                <c:pt idx="1330">
                  <c:v>0.250952155879</c:v>
                </c:pt>
                <c:pt idx="1331">
                  <c:v>0.249430927895</c:v>
                </c:pt>
                <c:pt idx="1332">
                  <c:v>0.247892664964</c:v>
                </c:pt>
                <c:pt idx="1333">
                  <c:v>0.246338129109</c:v>
                </c:pt>
                <c:pt idx="1334">
                  <c:v>0.24476808914</c:v>
                </c:pt>
                <c:pt idx="1335">
                  <c:v>0.243183319291</c:v>
                </c:pt>
                <c:pt idx="1336">
                  <c:v>0.241584597868</c:v>
                </c:pt>
                <c:pt idx="1337">
                  <c:v>0.239972705913</c:v>
                </c:pt>
                <c:pt idx="1338">
                  <c:v>0.238348425885</c:v>
                </c:pt>
                <c:pt idx="1339">
                  <c:v>0.23671254037</c:v>
                </c:pt>
                <c:pt idx="1340">
                  <c:v>0.235065830817</c:v>
                </c:pt>
                <c:pt idx="1341">
                  <c:v>0.23340907631</c:v>
                </c:pt>
                <c:pt idx="1342">
                  <c:v>0.231743052371</c:v>
                </c:pt>
                <c:pt idx="1343">
                  <c:v>0.230068529807</c:v>
                </c:pt>
                <c:pt idx="1344">
                  <c:v>0.228386273597</c:v>
                </c:pt>
                <c:pt idx="1345">
                  <c:v>0.226697041826</c:v>
                </c:pt>
                <c:pt idx="1346">
                  <c:v>0.225001584661</c:v>
                </c:pt>
                <c:pt idx="1347">
                  <c:v>0.223300643385</c:v>
                </c:pt>
                <c:pt idx="1348">
                  <c:v>0.221594949473</c:v>
                </c:pt>
                <c:pt idx="1349">
                  <c:v>0.219885223724</c:v>
                </c:pt>
                <c:pt idx="1350">
                  <c:v>0.218172175448</c:v>
                </c:pt>
                <c:pt idx="1351">
                  <c:v>0.216456501701</c:v>
                </c:pt>
                <c:pt idx="1352">
                  <c:v>0.214738886583</c:v>
                </c:pt>
                <c:pt idx="1353">
                  <c:v>0.213020000579</c:v>
                </c:pt>
                <c:pt idx="1354">
                  <c:v>0.211300499967</c:v>
                </c:pt>
                <c:pt idx="1355">
                  <c:v>0.20958102627</c:v>
                </c:pt>
                <c:pt idx="1356">
                  <c:v>0.207862205767</c:v>
                </c:pt>
                <c:pt idx="1357">
                  <c:v>0.206144649055</c:v>
                </c:pt>
                <c:pt idx="1358">
                  <c:v>0.204428950661</c:v>
                </c:pt>
                <c:pt idx="1359">
                  <c:v>0.202715688712</c:v>
                </c:pt>
                <c:pt idx="1360">
                  <c:v>0.201005424642</c:v>
                </c:pt>
                <c:pt idx="1361">
                  <c:v>0.199298702961</c:v>
                </c:pt>
                <c:pt idx="1362">
                  <c:v>0.197596051059</c:v>
                </c:pt>
                <c:pt idx="1363">
                  <c:v>0.195897979062</c:v>
                </c:pt>
                <c:pt idx="1364">
                  <c:v>0.194204979726</c:v>
                </c:pt>
                <c:pt idx="1365">
                  <c:v>0.192517528378</c:v>
                </c:pt>
                <c:pt idx="1366">
                  <c:v>0.19083608289</c:v>
                </c:pt>
                <c:pt idx="1367">
                  <c:v>0.189161083696</c:v>
                </c:pt>
                <c:pt idx="1368">
                  <c:v>0.187492953838</c:v>
                </c:pt>
                <c:pt idx="1369">
                  <c:v>0.185832099055</c:v>
                </c:pt>
                <c:pt idx="1370">
                  <c:v>0.184178907891</c:v>
                </c:pt>
                <c:pt idx="1371">
                  <c:v>0.182533751845</c:v>
                </c:pt>
                <c:pt idx="1372">
                  <c:v>0.180896985536</c:v>
                </c:pt>
                <c:pt idx="1373">
                  <c:v>0.179268946907</c:v>
                </c:pt>
                <c:pt idx="1374">
                  <c:v>0.177649957438</c:v>
                </c:pt>
                <c:pt idx="1375">
                  <c:v>0.176040322395</c:v>
                </c:pt>
                <c:pt idx="1376">
                  <c:v>0.174440331082</c:v>
                </c:pt>
                <c:pt idx="1377">
                  <c:v>0.172850257132</c:v>
                </c:pt>
                <c:pt idx="1378">
                  <c:v>0.171270358789</c:v>
                </c:pt>
                <c:pt idx="1379">
                  <c:v>0.169700879231</c:v>
                </c:pt>
                <c:pt idx="1380">
                  <c:v>0.168142046881</c:v>
                </c:pt>
                <c:pt idx="1381">
                  <c:v>0.166594075747</c:v>
                </c:pt>
                <c:pt idx="1382">
                  <c:v>0.165057165763</c:v>
                </c:pt>
                <c:pt idx="1383">
                  <c:v>0.16353150314</c:v>
                </c:pt>
                <c:pt idx="1384">
                  <c:v>0.162017260722</c:v>
                </c:pt>
                <c:pt idx="1385">
                  <c:v>0.160514598355</c:v>
                </c:pt>
                <c:pt idx="1386">
                  <c:v>0.159023663247</c:v>
                </c:pt>
                <c:pt idx="1387">
                  <c:v>0.157544590345</c:v>
                </c:pt>
                <c:pt idx="1388">
                  <c:v>0.156077502702</c:v>
                </c:pt>
                <c:pt idx="1389">
                  <c:v>0.154622511857</c:v>
                </c:pt>
                <c:pt idx="1390">
                  <c:v>0.153179718199</c:v>
                </c:pt>
                <c:pt idx="1391">
                  <c:v>0.15174921135</c:v>
                </c:pt>
                <c:pt idx="1392">
                  <c:v>0.150331070527</c:v>
                </c:pt>
                <c:pt idx="1393">
                  <c:v>0.148925364915</c:v>
                </c:pt>
                <c:pt idx="1394">
                  <c:v>0.14753215403</c:v>
                </c:pt>
                <c:pt idx="1395">
                  <c:v>0.146151488081</c:v>
                </c:pt>
                <c:pt idx="1396">
                  <c:v>0.144783408326</c:v>
                </c:pt>
                <c:pt idx="1397">
                  <c:v>0.143427947424</c:v>
                </c:pt>
                <c:pt idx="1398">
                  <c:v>0.142085129781</c:v>
                </c:pt>
                <c:pt idx="1399">
                  <c:v>0.14075497189</c:v>
                </c:pt>
                <c:pt idx="1400">
                  <c:v>0.139437482665</c:v>
                </c:pt>
                <c:pt idx="1401">
                  <c:v>0.138132663773</c:v>
                </c:pt>
                <c:pt idx="1402">
                  <c:v>0.136840509946</c:v>
                </c:pt>
                <c:pt idx="1403">
                  <c:v>0.135561009303</c:v>
                </c:pt>
                <c:pt idx="1404">
                  <c:v>0.134294143651</c:v>
                </c:pt>
                <c:pt idx="1405">
                  <c:v>0.133039888789</c:v>
                </c:pt>
                <c:pt idx="1406">
                  <c:v>0.131798214792</c:v>
                </c:pt>
                <c:pt idx="1407">
                  <c:v>0.130569086303</c:v>
                </c:pt>
                <c:pt idx="1408">
                  <c:v>0.129352462801</c:v>
                </c:pt>
                <c:pt idx="1409">
                  <c:v>0.128148298875</c:v>
                </c:pt>
                <c:pt idx="1410">
                  <c:v>0.126956544481</c:v>
                </c:pt>
                <c:pt idx="1411">
                  <c:v>0.125777145193</c:v>
                </c:pt>
                <c:pt idx="1412">
                  <c:v>0.124610042452</c:v>
                </c:pt>
                <c:pt idx="1413">
                  <c:v>0.123455173798</c:v>
                </c:pt>
                <c:pt idx="1414">
                  <c:v>0.1223124731</c:v>
                </c:pt>
                <c:pt idx="1415">
                  <c:v>0.121181870779</c:v>
                </c:pt>
                <c:pt idx="1416">
                  <c:v>0.120063294016</c:v>
                </c:pt>
                <c:pt idx="1417">
                  <c:v>0.118956666968</c:v>
                </c:pt>
                <c:pt idx="1418">
                  <c:v>0.117861910953</c:v>
                </c:pt>
                <c:pt idx="1419">
                  <c:v>0.116778944654</c:v>
                </c:pt>
                <c:pt idx="1420">
                  <c:v>0.115707684294</c:v>
                </c:pt>
                <c:pt idx="1421">
                  <c:v>0.114648043818</c:v>
                </c:pt>
                <c:pt idx="1422">
                  <c:v>0.113599935061</c:v>
                </c:pt>
                <c:pt idx="1423">
                  <c:v>0.112563267912</c:v>
                </c:pt>
                <c:pt idx="1424">
                  <c:v>0.11153795047</c:v>
                </c:pt>
                <c:pt idx="1425">
                  <c:v>0.110523889195</c:v>
                </c:pt>
                <c:pt idx="1426">
                  <c:v>0.109520989051</c:v>
                </c:pt>
                <c:pt idx="1427">
                  <c:v>0.108529153649</c:v>
                </c:pt>
                <c:pt idx="1428">
                  <c:v>0.107548285369</c:v>
                </c:pt>
                <c:pt idx="1429">
                  <c:v>0.106578285497</c:v>
                </c:pt>
                <c:pt idx="1430">
                  <c:v>0.105619054337</c:v>
                </c:pt>
                <c:pt idx="1431">
                  <c:v>0.104670491333</c:v>
                </c:pt>
                <c:pt idx="1432">
                  <c:v>0.103732495174</c:v>
                </c:pt>
                <c:pt idx="1433">
                  <c:v>0.102804963899</c:v>
                </c:pt>
                <c:pt idx="1434">
                  <c:v>0.101887795001</c:v>
                </c:pt>
                <c:pt idx="1435">
                  <c:v>0.100980885518</c:v>
                </c:pt>
                <c:pt idx="1436">
                  <c:v>0.100084132124</c:v>
                </c:pt>
                <c:pt idx="1437">
                  <c:v>0.0991974312148</c:v>
                </c:pt>
                <c:pt idx="1438">
                  <c:v>0.0983206789912</c:v>
                </c:pt>
                <c:pt idx="1439">
                  <c:v>0.0974537715346</c:v>
                </c:pt>
                <c:pt idx="1440">
                  <c:v>0.0965966048808</c:v>
                </c:pt>
                <c:pt idx="1441">
                  <c:v>0.0957490750893</c:v>
                </c:pt>
                <c:pt idx="1442">
                  <c:v>0.0949110783095</c:v>
                </c:pt>
                <c:pt idx="1443">
                  <c:v>0.0940825108424</c:v>
                </c:pt>
                <c:pt idx="1444">
                  <c:v>0.093263269199</c:v>
                </c:pt>
                <c:pt idx="1445">
                  <c:v>0.0924532501564</c:v>
                </c:pt>
                <c:pt idx="1446">
                  <c:v>0.0916523508093</c:v>
                </c:pt>
                <c:pt idx="1447">
                  <c:v>0.0908604686192</c:v>
                </c:pt>
                <c:pt idx="1448">
                  <c:v>0.0900775014607</c:v>
                </c:pt>
                <c:pt idx="1449">
                  <c:v>0.0893033476649</c:v>
                </c:pt>
                <c:pt idx="1450">
                  <c:v>0.0885379060596</c:v>
                </c:pt>
                <c:pt idx="1451">
                  <c:v>0.0877810760078</c:v>
                </c:pt>
                <c:pt idx="1452">
                  <c:v>0.0870327574428</c:v>
                </c:pt>
                <c:pt idx="1453">
                  <c:v>0.0862928509018</c:v>
                </c:pt>
                <c:pt idx="1454">
                  <c:v>0.0855612575567</c:v>
                </c:pt>
                <c:pt idx="1455">
                  <c:v>0.0848378792425</c:v>
                </c:pt>
                <c:pt idx="1456">
                  <c:v>0.0841226184846</c:v>
                </c:pt>
                <c:pt idx="1457">
                  <c:v>0.0834153785228</c:v>
                </c:pt>
                <c:pt idx="1458">
                  <c:v>0.0827160633346</c:v>
                </c:pt>
                <c:pt idx="1459">
                  <c:v>0.082024577656</c:v>
                </c:pt>
                <c:pt idx="1460">
                  <c:v>0.0813408270009</c:v>
                </c:pt>
                <c:pt idx="1461">
                  <c:v>0.0806647176786</c:v>
                </c:pt>
                <c:pt idx="1462">
                  <c:v>0.0799961568098</c:v>
                </c:pt>
                <c:pt idx="1463">
                  <c:v>0.0793350523416</c:v>
                </c:pt>
                <c:pt idx="1464">
                  <c:v>0.0786813130601</c:v>
                </c:pt>
                <c:pt idx="1465">
                  <c:v>0.0780348486029</c:v>
                </c:pt>
                <c:pt idx="1466">
                  <c:v>0.0773955694691</c:v>
                </c:pt>
                <c:pt idx="1467">
                  <c:v>0.076763387029</c:v>
                </c:pt>
                <c:pt idx="1468">
                  <c:v>0.076138213532</c:v>
                </c:pt>
                <c:pt idx="1469">
                  <c:v>0.0755199621142</c:v>
                </c:pt>
                <c:pt idx="1470">
                  <c:v>0.0749085468038</c:v>
                </c:pt>
                <c:pt idx="1471">
                  <c:v>0.0743038825268</c:v>
                </c:pt>
                <c:pt idx="1472">
                  <c:v>0.0737058851108</c:v>
                </c:pt>
                <c:pt idx="1473">
                  <c:v>0.0731144712884</c:v>
                </c:pt>
                <c:pt idx="1474">
                  <c:v>0.0725295586996</c:v>
                </c:pt>
                <c:pt idx="1475">
                  <c:v>0.0719510658937</c:v>
                </c:pt>
                <c:pt idx="1476">
                  <c:v>0.0713789123298</c:v>
                </c:pt>
                <c:pt idx="1477">
                  <c:v>0.0708130183774</c:v>
                </c:pt>
                <c:pt idx="1478">
                  <c:v>0.0702533053158</c:v>
                </c:pt>
                <c:pt idx="1479">
                  <c:v>0.069699695333</c:v>
                </c:pt>
                <c:pt idx="1480">
                  <c:v>0.0691521115243</c:v>
                </c:pt>
                <c:pt idx="1481">
                  <c:v>0.0686104778897</c:v>
                </c:pt>
                <c:pt idx="1482">
                  <c:v>0.0680747193317</c:v>
                </c:pt>
                <c:pt idx="1483">
                  <c:v>0.0675447616518</c:v>
                </c:pt>
                <c:pt idx="1484">
                  <c:v>0.0670205315468</c:v>
                </c:pt>
                <c:pt idx="1485">
                  <c:v>0.066501956605</c:v>
                </c:pt>
                <c:pt idx="1486">
                  <c:v>0.0659889653015</c:v>
                </c:pt>
                <c:pt idx="1487">
                  <c:v>0.0654814869936</c:v>
                </c:pt>
                <c:pt idx="1488">
                  <c:v>0.0649794519155</c:v>
                </c:pt>
                <c:pt idx="1489">
                  <c:v>0.0644827911727</c:v>
                </c:pt>
                <c:pt idx="1490">
                  <c:v>0.0639914367366</c:v>
                </c:pt>
                <c:pt idx="1491">
                  <c:v>0.0635053214379</c:v>
                </c:pt>
                <c:pt idx="1492">
                  <c:v>0.0630243789608</c:v>
                </c:pt>
                <c:pt idx="1493">
                  <c:v>0.062548543836</c:v>
                </c:pt>
                <c:pt idx="1494">
                  <c:v>0.0620777514344</c:v>
                </c:pt>
                <c:pt idx="1495">
                  <c:v>0.0616119379597</c:v>
                </c:pt>
                <c:pt idx="1496">
                  <c:v>0.0611510404416</c:v>
                </c:pt>
                <c:pt idx="1497">
                  <c:v>0.0606949967282</c:v>
                </c:pt>
                <c:pt idx="1498">
                  <c:v>0.0602437454788</c:v>
                </c:pt>
                <c:pt idx="1499">
                  <c:v>0.0597972261561</c:v>
                </c:pt>
                <c:pt idx="1500">
                  <c:v>0.0593553790188</c:v>
                </c:pt>
                <c:pt idx="1501">
                  <c:v>0.0589181451133</c:v>
                </c:pt>
                <c:pt idx="1502">
                  <c:v>0.0584854662662</c:v>
                </c:pt>
                <c:pt idx="1503">
                  <c:v>0.0580572850762</c:v>
                </c:pt>
                <c:pt idx="1504">
                  <c:v>0.0576335449057</c:v>
                </c:pt>
                <c:pt idx="1505">
                  <c:v>0.0572141898732</c:v>
                </c:pt>
                <c:pt idx="1506">
                  <c:v>0.0567991648448</c:v>
                </c:pt>
                <c:pt idx="1507">
                  <c:v>0.0563884154259</c:v>
                </c:pt>
                <c:pt idx="1508">
                  <c:v>0.0559818879533</c:v>
                </c:pt>
                <c:pt idx="1509">
                  <c:v>0.0555795294863</c:v>
                </c:pt>
                <c:pt idx="1510">
                  <c:v>0.055181287799</c:v>
                </c:pt>
                <c:pt idx="1511">
                  <c:v>0.0547871113716</c:v>
                </c:pt>
                <c:pt idx="1512">
                  <c:v>0.0543969493822</c:v>
                </c:pt>
                <c:pt idx="1513">
                  <c:v>0.0540107516986</c:v>
                </c:pt>
                <c:pt idx="1514">
                  <c:v>0.0536284688696</c:v>
                </c:pt>
                <c:pt idx="1515">
                  <c:v>0.0532500521172</c:v>
                </c:pt>
                <c:pt idx="1516">
                  <c:v>0.0528754533278</c:v>
                </c:pt>
                <c:pt idx="1517">
                  <c:v>0.0525046250444</c:v>
                </c:pt>
                <c:pt idx="1518">
                  <c:v>0.0521375204581</c:v>
                </c:pt>
                <c:pt idx="1519">
                  <c:v>0.0517740934</c:v>
                </c:pt>
                <c:pt idx="1520">
                  <c:v>0.051414298333</c:v>
                </c:pt>
                <c:pt idx="1521">
                  <c:v>0.0510580903438</c:v>
                </c:pt>
                <c:pt idx="1522">
                  <c:v>0.0507054251344</c:v>
                </c:pt>
                <c:pt idx="1523">
                  <c:v>0.0503562590149</c:v>
                </c:pt>
                <c:pt idx="1524">
                  <c:v>0.0500105488947</c:v>
                </c:pt>
                <c:pt idx="1525">
                  <c:v>0.0496682522751</c:v>
                </c:pt>
                <c:pt idx="1526">
                  <c:v>0.0493293272411</c:v>
                </c:pt>
                <c:pt idx="1527">
                  <c:v>0.0489937324539</c:v>
                </c:pt>
                <c:pt idx="1528">
                  <c:v>0.0486614271432</c:v>
                </c:pt>
                <c:pt idx="1529">
                  <c:v>0.0483323710989</c:v>
                </c:pt>
                <c:pt idx="1530">
                  <c:v>0.0480065246645</c:v>
                </c:pt>
                <c:pt idx="1531">
                  <c:v>0.0476838487287</c:v>
                </c:pt>
                <c:pt idx="1532">
                  <c:v>0.0473643047183</c:v>
                </c:pt>
                <c:pt idx="1533">
                  <c:v>0.0470478545908</c:v>
                </c:pt>
                <c:pt idx="1534">
                  <c:v>0.0467344608271</c:v>
                </c:pt>
                <c:pt idx="1535">
                  <c:v>0.0464240864241</c:v>
                </c:pt>
                <c:pt idx="1536">
                  <c:v>0.0461166948876</c:v>
                </c:pt>
                <c:pt idx="1537">
                  <c:v>0.0458122502252</c:v>
                </c:pt>
                <c:pt idx="1538">
                  <c:v>0.0455107169394</c:v>
                </c:pt>
                <c:pt idx="1539">
                  <c:v>0.0452120600203</c:v>
                </c:pt>
                <c:pt idx="1540">
                  <c:v>0.0449162449392</c:v>
                </c:pt>
                <c:pt idx="1541">
                  <c:v>0.0446232376415</c:v>
                </c:pt>
                <c:pt idx="1542">
                  <c:v>0.0443330045397</c:v>
                </c:pt>
                <c:pt idx="1543">
                  <c:v>0.0440455125076</c:v>
                </c:pt>
                <c:pt idx="1544">
                  <c:v>0.043760728873</c:v>
                </c:pt>
                <c:pt idx="1545">
                  <c:v>0.0434786214113</c:v>
                </c:pt>
                <c:pt idx="1546">
                  <c:v>0.0431991583396</c:v>
                </c:pt>
                <c:pt idx="1547">
                  <c:v>0.0429223083097</c:v>
                </c:pt>
                <c:pt idx="1548">
                  <c:v>0.0426480404023</c:v>
                </c:pt>
                <c:pt idx="1549">
                  <c:v>0.0423763241208</c:v>
                </c:pt>
                <c:pt idx="1550">
                  <c:v>0.042107129385</c:v>
                </c:pt>
                <c:pt idx="1551">
                  <c:v>0.0418404265252</c:v>
                </c:pt>
                <c:pt idx="1552">
                  <c:v>0.0415761862764</c:v>
                </c:pt>
                <c:pt idx="1553">
                  <c:v>0.0413143797722</c:v>
                </c:pt>
                <c:pt idx="1554">
                  <c:v>0.041054978539</c:v>
                </c:pt>
                <c:pt idx="1555">
                  <c:v>0.0407979544909</c:v>
                </c:pt>
                <c:pt idx="1556">
                  <c:v>0.0405432799231</c:v>
                </c:pt>
                <c:pt idx="1557">
                  <c:v>0.0402909275071</c:v>
                </c:pt>
                <c:pt idx="1558">
                  <c:v>0.0400408702849</c:v>
                </c:pt>
                <c:pt idx="1559">
                  <c:v>0.0397930816639</c:v>
                </c:pt>
                <c:pt idx="1560">
                  <c:v>0.0395475354111</c:v>
                </c:pt>
                <c:pt idx="1561">
                  <c:v>0.0393042056482</c:v>
                </c:pt>
                <c:pt idx="1562">
                  <c:v>0.0390630668464</c:v>
                </c:pt>
                <c:pt idx="1563">
                  <c:v>0.0388240938211</c:v>
                </c:pt>
                <c:pt idx="1564">
                  <c:v>0.038587261727</c:v>
                </c:pt>
                <c:pt idx="1565">
                  <c:v>0.0383525460533</c:v>
                </c:pt>
                <c:pt idx="1566">
                  <c:v>0.0381199226184</c:v>
                </c:pt>
                <c:pt idx="1567">
                  <c:v>0.0378893675655</c:v>
                </c:pt>
                <c:pt idx="1568">
                  <c:v>0.0376608573575</c:v>
                </c:pt>
                <c:pt idx="1569">
                  <c:v>0.0374343687727</c:v>
                </c:pt>
                <c:pt idx="1570">
                  <c:v>0.0372098788998</c:v>
                </c:pt>
                <c:pt idx="1571">
                  <c:v>0.0369873651335</c:v>
                </c:pt>
                <c:pt idx="1572">
                  <c:v>0.03676680517</c:v>
                </c:pt>
                <c:pt idx="1573">
                  <c:v>0.0365481770028</c:v>
                </c:pt>
                <c:pt idx="1574">
                  <c:v>0.036331458918</c:v>
                </c:pt>
                <c:pt idx="1575">
                  <c:v>0.0361166294903</c:v>
                </c:pt>
                <c:pt idx="1576">
                  <c:v>0.0359036675784</c:v>
                </c:pt>
                <c:pt idx="1577">
                  <c:v>0.0356925523213</c:v>
                </c:pt>
                <c:pt idx="1578">
                  <c:v>0.035483263134</c:v>
                </c:pt>
                <c:pt idx="1579">
                  <c:v>0.0352757797033</c:v>
                </c:pt>
                <c:pt idx="1580">
                  <c:v>0.0350700819841</c:v>
                </c:pt>
                <c:pt idx="1581">
                  <c:v>0.0348661501952</c:v>
                </c:pt>
                <c:pt idx="1582">
                  <c:v>0.0346639648158</c:v>
                </c:pt>
                <c:pt idx="1583">
                  <c:v>0.0344635065812</c:v>
                </c:pt>
                <c:pt idx="1584">
                  <c:v>0.0342647564796</c:v>
                </c:pt>
                <c:pt idx="1585">
                  <c:v>0.034067695748</c:v>
                </c:pt>
                <c:pt idx="1586">
                  <c:v>0.0338723058688</c:v>
                </c:pt>
                <c:pt idx="1587">
                  <c:v>0.033678568566</c:v>
                </c:pt>
                <c:pt idx="1588">
                  <c:v>0.033486465802</c:v>
                </c:pt>
                <c:pt idx="1589">
                  <c:v>0.0332959797737</c:v>
                </c:pt>
                <c:pt idx="1590">
                  <c:v>0.0331070929096</c:v>
                </c:pt>
                <c:pt idx="1591">
                  <c:v>0.0329197878659</c:v>
                </c:pt>
                <c:pt idx="1592">
                  <c:v>0.0327340475237</c:v>
                </c:pt>
                <c:pt idx="1593">
                  <c:v>0.0325498549853</c:v>
                </c:pt>
                <c:pt idx="1594">
                  <c:v>0.0323671935711</c:v>
                </c:pt>
                <c:pt idx="1595">
                  <c:v>0.0321860468167</c:v>
                </c:pt>
                <c:pt idx="1596">
                  <c:v>0.0320063984695</c:v>
                </c:pt>
                <c:pt idx="1597">
                  <c:v>0.0318282324856</c:v>
                </c:pt>
                <c:pt idx="1598">
                  <c:v>0.0316515330271</c:v>
                </c:pt>
                <c:pt idx="1599">
                  <c:v>0.0314762844587</c:v>
                </c:pt>
                <c:pt idx="1600">
                  <c:v>0.0313024713452</c:v>
                </c:pt>
                <c:pt idx="1601">
                  <c:v>0.0311300784482</c:v>
                </c:pt>
                <c:pt idx="1602">
                  <c:v>0.0309590907235</c:v>
                </c:pt>
                <c:pt idx="1603">
                  <c:v>0.0307894933185</c:v>
                </c:pt>
                <c:pt idx="1604">
                  <c:v>0.0306212715688</c:v>
                </c:pt>
                <c:pt idx="1605">
                  <c:v>0.0304544109962</c:v>
                </c:pt>
                <c:pt idx="1606">
                  <c:v>0.0302888973056</c:v>
                </c:pt>
                <c:pt idx="1607">
                  <c:v>0.0301247163826</c:v>
                </c:pt>
                <c:pt idx="1608">
                  <c:v>0.0299618542906</c:v>
                </c:pt>
                <c:pt idx="1609">
                  <c:v>0.0298002972687</c:v>
                </c:pt>
                <c:pt idx="1610">
                  <c:v>0.0296400317287</c:v>
                </c:pt>
                <c:pt idx="1611">
                  <c:v>0.0294810442531</c:v>
                </c:pt>
                <c:pt idx="1612">
                  <c:v>0.0293233215924</c:v>
                </c:pt>
                <c:pt idx="1613">
                  <c:v>0.0291668506625</c:v>
                </c:pt>
                <c:pt idx="1614">
                  <c:v>0.0290116185429</c:v>
                </c:pt>
                <c:pt idx="1615">
                  <c:v>0.028857612474</c:v>
                </c:pt>
                <c:pt idx="1616">
                  <c:v>0.0287048198546</c:v>
                </c:pt>
                <c:pt idx="1617">
                  <c:v>0.0285532282404</c:v>
                </c:pt>
                <c:pt idx="1618">
                  <c:v>0.0284028253408</c:v>
                </c:pt>
                <c:pt idx="1619">
                  <c:v>0.0282535990176</c:v>
                </c:pt>
                <c:pt idx="1620">
                  <c:v>0.0281055372823</c:v>
                </c:pt>
                <c:pt idx="1621">
                  <c:v>0.0279586282942</c:v>
                </c:pt>
                <c:pt idx="1622">
                  <c:v>0.0278128603582</c:v>
                </c:pt>
                <c:pt idx="1623">
                  <c:v>0.027668221923</c:v>
                </c:pt>
                <c:pt idx="1624">
                  <c:v>0.0275247015787</c:v>
                </c:pt>
                <c:pt idx="1625">
                  <c:v>0.0273822880552</c:v>
                </c:pt>
                <c:pt idx="1626">
                  <c:v>0.0272409702197</c:v>
                </c:pt>
                <c:pt idx="1627">
                  <c:v>0.0271007370756</c:v>
                </c:pt>
                <c:pt idx="1628">
                  <c:v>0.0269615777597</c:v>
                </c:pt>
                <c:pt idx="1629">
                  <c:v>0.026823481541</c:v>
                </c:pt>
                <c:pt idx="1630">
                  <c:v>0.0266864378185</c:v>
                </c:pt>
                <c:pt idx="1631">
                  <c:v>0.0265504361195</c:v>
                </c:pt>
                <c:pt idx="1632">
                  <c:v>0.0264154660979</c:v>
                </c:pt>
                <c:pt idx="1633">
                  <c:v>0.0262815175322</c:v>
                </c:pt>
                <c:pt idx="1634">
                  <c:v>0.026148580324</c:v>
                </c:pt>
                <c:pt idx="1635">
                  <c:v>0.0260166444962</c:v>
                </c:pt>
                <c:pt idx="1636">
                  <c:v>0.0258857001913</c:v>
                </c:pt>
                <c:pt idx="1637">
                  <c:v>0.0257557376697</c:v>
                </c:pt>
                <c:pt idx="1638">
                  <c:v>0.0256267473084</c:v>
                </c:pt>
                <c:pt idx="1639">
                  <c:v>0.0254987195989</c:v>
                </c:pt>
                <c:pt idx="1640">
                  <c:v>0.0253716451458</c:v>
                </c:pt>
                <c:pt idx="1641">
                  <c:v>0.0252455146657</c:v>
                </c:pt>
                <c:pt idx="1642">
                  <c:v>0.0251203189847</c:v>
                </c:pt>
                <c:pt idx="1643">
                  <c:v>0.024996049038</c:v>
                </c:pt>
                <c:pt idx="1644">
                  <c:v>0.0248726958675</c:v>
                </c:pt>
                <c:pt idx="1645">
                  <c:v>0.0247502506209</c:v>
                </c:pt>
                <c:pt idx="1646">
                  <c:v>0.02462870455</c:v>
                </c:pt>
                <c:pt idx="1647">
                  <c:v>0.0245080490094</c:v>
                </c:pt>
                <c:pt idx="1648">
                  <c:v>0.0243882754551</c:v>
                </c:pt>
                <c:pt idx="1649">
                  <c:v>0.0242693754428</c:v>
                </c:pt>
                <c:pt idx="1650">
                  <c:v>0.0241513406271</c:v>
                </c:pt>
                <c:pt idx="1651">
                  <c:v>0.0240341627599</c:v>
                </c:pt>
                <c:pt idx="1652">
                  <c:v>0.0239178336888</c:v>
                </c:pt>
                <c:pt idx="1653">
                  <c:v>0.0238023453564</c:v>
                </c:pt>
                <c:pt idx="1654">
                  <c:v>0.0236876897983</c:v>
                </c:pt>
                <c:pt idx="1655">
                  <c:v>0.0235738591427</c:v>
                </c:pt>
                <c:pt idx="1656">
                  <c:v>0.0234608456082</c:v>
                </c:pt>
                <c:pt idx="1657">
                  <c:v>0.0233486415036</c:v>
                </c:pt>
                <c:pt idx="1658">
                  <c:v>0.0232372392257</c:v>
                </c:pt>
                <c:pt idx="1659">
                  <c:v>0.0231266312589</c:v>
                </c:pt>
                <c:pt idx="1660">
                  <c:v>0.0230168101736</c:v>
                </c:pt>
                <c:pt idx="1661">
                  <c:v>0.0229077686252</c:v>
                </c:pt>
                <c:pt idx="1662">
                  <c:v>0.022799499353</c:v>
                </c:pt>
                <c:pt idx="1663">
                  <c:v>0.0226919951788</c:v>
                </c:pt>
                <c:pt idx="1664">
                  <c:v>0.0225852490065</c:v>
                </c:pt>
                <c:pt idx="1665">
                  <c:v>0.02247925382</c:v>
                </c:pt>
                <c:pt idx="1666">
                  <c:v>0.0223740026831</c:v>
                </c:pt>
                <c:pt idx="1667">
                  <c:v>0.0222694887378</c:v>
                </c:pt>
                <c:pt idx="1668">
                  <c:v>0.0221657052037</c:v>
                </c:pt>
                <c:pt idx="1669">
                  <c:v>0.0220626453765</c:v>
                </c:pt>
                <c:pt idx="1670">
                  <c:v>0.0219603026277</c:v>
                </c:pt>
                <c:pt idx="1671">
                  <c:v>0.0218586704027</c:v>
                </c:pt>
                <c:pt idx="1672">
                  <c:v>0.0217577422206</c:v>
                </c:pt>
                <c:pt idx="1673">
                  <c:v>0.0216575116731</c:v>
                </c:pt>
                <c:pt idx="1674">
                  <c:v>0.021557972423</c:v>
                </c:pt>
                <c:pt idx="1675">
                  <c:v>0.0214591182041</c:v>
                </c:pt>
                <c:pt idx="1676">
                  <c:v>0.0213609428196</c:v>
                </c:pt>
                <c:pt idx="1677">
                  <c:v>0.0212634401414</c:v>
                </c:pt>
                <c:pt idx="1678">
                  <c:v>0.0211666041096</c:v>
                </c:pt>
                <c:pt idx="1679">
                  <c:v>0.0210704287309</c:v>
                </c:pt>
                <c:pt idx="1680">
                  <c:v>0.0209749080784</c:v>
                </c:pt>
                <c:pt idx="1681">
                  <c:v>0.0208800362904</c:v>
                </c:pt>
                <c:pt idx="1682">
                  <c:v>0.0207858075695</c:v>
                </c:pt>
                <c:pt idx="1683">
                  <c:v>0.020692216182</c:v>
                </c:pt>
                <c:pt idx="1684">
                  <c:v>0.0205992564571</c:v>
                </c:pt>
                <c:pt idx="1685">
                  <c:v>0.0205069227857</c:v>
                </c:pt>
                <c:pt idx="1686">
                  <c:v>0.0204152096202</c:v>
                </c:pt>
                <c:pt idx="1687">
                  <c:v>0.0203241114732</c:v>
                </c:pt>
                <c:pt idx="1688">
                  <c:v>0.020233622917</c:v>
                </c:pt>
                <c:pt idx="1689">
                  <c:v>0.0201437385827</c:v>
                </c:pt>
                <c:pt idx="1690">
                  <c:v>0.0200544531597</c:v>
                </c:pt>
                <c:pt idx="1691">
                  <c:v>0.0199657613947</c:v>
                </c:pt>
                <c:pt idx="1692">
                  <c:v>0.0198776580909</c:v>
                </c:pt>
                <c:pt idx="1693">
                  <c:v>0.0197901381077</c:v>
                </c:pt>
                <c:pt idx="1694">
                  <c:v>0.0197031963598</c:v>
                </c:pt>
                <c:pt idx="1695">
                  <c:v>0.0196168278161</c:v>
                </c:pt>
                <c:pt idx="1696">
                  <c:v>0.0195310274996</c:v>
                </c:pt>
                <c:pt idx="1697">
                  <c:v>0.0194457904865</c:v>
                </c:pt>
                <c:pt idx="1698">
                  <c:v>0.0193611119055</c:v>
                </c:pt>
                <c:pt idx="1699">
                  <c:v>0.0192769869371</c:v>
                </c:pt>
                <c:pt idx="1700">
                  <c:v>0.0191934108131</c:v>
                </c:pt>
                <c:pt idx="1701">
                  <c:v>0.0191103788158</c:v>
                </c:pt>
                <c:pt idx="1702">
                  <c:v>0.0190278862775</c:v>
                </c:pt>
                <c:pt idx="1703">
                  <c:v>0.0189459285798</c:v>
                </c:pt>
                <c:pt idx="1704">
                  <c:v>0.018864501153</c:v>
                </c:pt>
                <c:pt idx="1705">
                  <c:v>0.0187835994756</c:v>
                </c:pt>
                <c:pt idx="1706">
                  <c:v>0.0187032190736</c:v>
                </c:pt>
                <c:pt idx="1707">
                  <c:v>0.0186233555199</c:v>
                </c:pt>
                <c:pt idx="1708">
                  <c:v>0.0185440044336</c:v>
                </c:pt>
                <c:pt idx="1709">
                  <c:v>0.0184651614799</c:v>
                </c:pt>
                <c:pt idx="1710">
                  <c:v>0.0183868223691</c:v>
                </c:pt>
                <c:pt idx="1711">
                  <c:v>0.018308982856</c:v>
                </c:pt>
                <c:pt idx="1712">
                  <c:v>0.0182316387398</c:v>
                </c:pt>
                <c:pt idx="1713">
                  <c:v>0.018154785863</c:v>
                </c:pt>
                <c:pt idx="1714">
                  <c:v>0.0180784201115</c:v>
                </c:pt>
                <c:pt idx="1715">
                  <c:v>0.0180025374134</c:v>
                </c:pt>
                <c:pt idx="1716">
                  <c:v>0.0179271337389</c:v>
                </c:pt>
                <c:pt idx="1717">
                  <c:v>0.0178522050999</c:v>
                </c:pt>
                <c:pt idx="1718">
                  <c:v>0.017777747549</c:v>
                </c:pt>
                <c:pt idx="1719">
                  <c:v>0.0177037571797</c:v>
                </c:pt>
                <c:pt idx="1720">
                  <c:v>0.017630230125</c:v>
                </c:pt>
                <c:pt idx="1721">
                  <c:v>0.0175571625579</c:v>
                </c:pt>
                <c:pt idx="1722">
                  <c:v>0.0174845506902</c:v>
                </c:pt>
                <c:pt idx="1723">
                  <c:v>0.0174123907725</c:v>
                </c:pt>
                <c:pt idx="1724">
                  <c:v>0.0173406790932</c:v>
                </c:pt>
                <c:pt idx="1725">
                  <c:v>0.0172694119787</c:v>
                </c:pt>
                <c:pt idx="1726">
                  <c:v>0.0171985857925</c:v>
                </c:pt>
                <c:pt idx="1727">
                  <c:v>0.0171281969348</c:v>
                </c:pt>
                <c:pt idx="1728">
                  <c:v>0.0170582418423</c:v>
                </c:pt>
                <c:pt idx="1729">
                  <c:v>0.0169887169875</c:v>
                </c:pt>
                <c:pt idx="1730">
                  <c:v>0.0169196188785</c:v>
                </c:pt>
                <c:pt idx="1731">
                  <c:v>0.0168509440583</c:v>
                </c:pt>
                <c:pt idx="1732">
                  <c:v>0.0167826891046</c:v>
                </c:pt>
                <c:pt idx="1733">
                  <c:v>0.0167148506295</c:v>
                </c:pt>
                <c:pt idx="1734">
                  <c:v>0.0166474252787</c:v>
                </c:pt>
                <c:pt idx="1735">
                  <c:v>0.0165804097315</c:v>
                </c:pt>
                <c:pt idx="1736">
                  <c:v>0.0165138007003</c:v>
                </c:pt>
                <c:pt idx="1737">
                  <c:v>0.0164475949299</c:v>
                </c:pt>
                <c:pt idx="1738">
                  <c:v>0.0163817891977</c:v>
                </c:pt>
                <c:pt idx="1739">
                  <c:v>0.0163163803127</c:v>
                </c:pt>
                <c:pt idx="1740">
                  <c:v>0.0162513651157</c:v>
                </c:pt>
                <c:pt idx="1741">
                  <c:v>0.0161867404785</c:v>
                </c:pt>
                <c:pt idx="1742">
                  <c:v>0.0161225033038</c:v>
                </c:pt>
                <c:pt idx="1743">
                  <c:v>0.0160586505246</c:v>
                </c:pt>
                <c:pt idx="1744">
                  <c:v>0.0159951791042</c:v>
                </c:pt>
                <c:pt idx="1745">
                  <c:v>0.0159320860354</c:v>
                </c:pt>
                <c:pt idx="1746">
                  <c:v>0.0158693683406</c:v>
                </c:pt>
                <c:pt idx="1747">
                  <c:v>0.0158070230712</c:v>
                </c:pt>
                <c:pt idx="1748">
                  <c:v>0.0157450473072</c:v>
                </c:pt>
                <c:pt idx="1749">
                  <c:v>0.0156834381573</c:v>
                </c:pt>
                <c:pt idx="1750">
                  <c:v>0.015622192758</c:v>
                </c:pt>
                <c:pt idx="1751">
                  <c:v>0.0155613082736</c:v>
                </c:pt>
                <c:pt idx="1752">
                  <c:v>0.0155007818959</c:v>
                </c:pt>
                <c:pt idx="1753">
                  <c:v>0.0154406108439</c:v>
                </c:pt>
                <c:pt idx="1754">
                  <c:v>0.0153807923632</c:v>
                </c:pt>
                <c:pt idx="1755">
                  <c:v>0.015321323726</c:v>
                </c:pt>
                <c:pt idx="1756">
                  <c:v>0.0152622022308</c:v>
                </c:pt>
                <c:pt idx="1757">
                  <c:v>0.015203425202</c:v>
                </c:pt>
                <c:pt idx="1758">
                  <c:v>0.0151449899894</c:v>
                </c:pt>
                <c:pt idx="1759">
                  <c:v>0.0150868939684</c:v>
                </c:pt>
                <c:pt idx="1760">
                  <c:v>0.0150291345393</c:v>
                </c:pt>
                <c:pt idx="1761">
                  <c:v>0.0149717091273</c:v>
                </c:pt>
                <c:pt idx="1762">
                  <c:v>0.0149146151818</c:v>
                </c:pt>
                <c:pt idx="1763">
                  <c:v>0.0148578501767</c:v>
                </c:pt>
                <c:pt idx="1764">
                  <c:v>0.0148014116097</c:v>
                </c:pt>
                <c:pt idx="1765">
                  <c:v>0.0147452970022</c:v>
                </c:pt>
                <c:pt idx="1766">
                  <c:v>0.014689503899</c:v>
                </c:pt>
                <c:pt idx="1767">
                  <c:v>0.0146340298681</c:v>
                </c:pt>
                <c:pt idx="1768">
                  <c:v>0.0145788725004</c:v>
                </c:pt>
                <c:pt idx="1769">
                  <c:v>0.0145240294093</c:v>
                </c:pt>
                <c:pt idx="1770">
                  <c:v>0.0144694982306</c:v>
                </c:pt>
                <c:pt idx="1771">
                  <c:v>0.0144152766225</c:v>
                </c:pt>
                <c:pt idx="1772">
                  <c:v>0.0143613622648</c:v>
                </c:pt>
                <c:pt idx="1773">
                  <c:v>0.014307752859</c:v>
                </c:pt>
                <c:pt idx="1774">
                  <c:v>0.0142544461282</c:v>
                </c:pt>
                <c:pt idx="1775">
                  <c:v>0.0142014398165</c:v>
                </c:pt>
                <c:pt idx="1776">
                  <c:v>0.014148731689</c:v>
                </c:pt>
                <c:pt idx="1777">
                  <c:v>0.0140963195315</c:v>
                </c:pt>
                <c:pt idx="1778">
                  <c:v>0.0140442011503</c:v>
                </c:pt>
                <c:pt idx="1779">
                  <c:v>0.013992374372</c:v>
                </c:pt>
                <c:pt idx="1780">
                  <c:v>0.0139408370433</c:v>
                </c:pt>
                <c:pt idx="1781">
                  <c:v>0.0138895870306</c:v>
                </c:pt>
                <c:pt idx="1782">
                  <c:v>0.0138386222199</c:v>
                </c:pt>
                <c:pt idx="1783">
                  <c:v>0.0137879405168</c:v>
                </c:pt>
                <c:pt idx="1784">
                  <c:v>0.0137375398459</c:v>
                </c:pt>
                <c:pt idx="1785">
                  <c:v>0.0136874181509</c:v>
                </c:pt>
                <c:pt idx="1786">
                  <c:v>0.0136375733943</c:v>
                </c:pt>
                <c:pt idx="1787">
                  <c:v>0.013588003557</c:v>
                </c:pt>
                <c:pt idx="1788">
                  <c:v>0.0135387066384</c:v>
                </c:pt>
                <c:pt idx="1789">
                  <c:v>0.0134896806562</c:v>
                </c:pt>
                <c:pt idx="1790">
                  <c:v>0.013440923646</c:v>
                </c:pt>
                <c:pt idx="1791">
                  <c:v>0.013392433661</c:v>
                </c:pt>
                <c:pt idx="1792">
                  <c:v>0.0133442087723</c:v>
                </c:pt>
                <c:pt idx="1793">
                  <c:v>0.0132962470682</c:v>
                </c:pt>
                <c:pt idx="1794">
                  <c:v>0.0132485466545</c:v>
                </c:pt>
                <c:pt idx="1795">
                  <c:v>0.0132011056538</c:v>
                </c:pt>
                <c:pt idx="1796">
                  <c:v>0.0131539222056</c:v>
                </c:pt>
                <c:pt idx="1797">
                  <c:v>0.0131069944663</c:v>
                </c:pt>
                <c:pt idx="1798">
                  <c:v>0.0130603206085</c:v>
                </c:pt>
                <c:pt idx="1799">
                  <c:v>0.0130138988215</c:v>
                </c:pt>
                <c:pt idx="1800">
                  <c:v>0.0129677273105</c:v>
                </c:pt>
                <c:pt idx="1801">
                  <c:v>0.0129218042967</c:v>
                </c:pt>
                <c:pt idx="1802">
                  <c:v>0.0128761280174</c:v>
                </c:pt>
                <c:pt idx="1803">
                  <c:v>0.0128306967253</c:v>
                </c:pt>
                <c:pt idx="1804">
                  <c:v>0.0127855086888</c:v>
                </c:pt>
                <c:pt idx="1805">
                  <c:v>0.0127405621914</c:v>
                </c:pt>
                <c:pt idx="1806">
                  <c:v>0.012695855532</c:v>
                </c:pt>
                <c:pt idx="1807">
                  <c:v>0.0126513870245</c:v>
                </c:pt>
                <c:pt idx="1808">
                  <c:v>0.0126071549975</c:v>
                </c:pt>
                <c:pt idx="1809">
                  <c:v>0.0125631577947</c:v>
                </c:pt>
                <c:pt idx="1810">
                  <c:v>0.0125193937739</c:v>
                </c:pt>
                <c:pt idx="1811">
                  <c:v>0.0124758613076</c:v>
                </c:pt>
                <c:pt idx="1812">
                  <c:v>0.0124325587825</c:v>
                </c:pt>
                <c:pt idx="1813">
                  <c:v>0.0123894845995</c:v>
                </c:pt>
                <c:pt idx="1814">
                  <c:v>0.0123466371732</c:v>
                </c:pt>
                <c:pt idx="1815">
                  <c:v>0.0123040149325</c:v>
                </c:pt>
                <c:pt idx="1816">
                  <c:v>0.0122616163195</c:v>
                </c:pt>
                <c:pt idx="1817">
                  <c:v>0.0122194397902</c:v>
                </c:pt>
                <c:pt idx="1818">
                  <c:v>0.0121774838139</c:v>
                </c:pt>
                <c:pt idx="1819">
                  <c:v>0.0121357468731</c:v>
                </c:pt>
                <c:pt idx="1820">
                  <c:v>0.0120942274636</c:v>
                </c:pt>
                <c:pt idx="1821">
                  <c:v>0.012052924094</c:v>
                </c:pt>
                <c:pt idx="1822">
                  <c:v>0.0120118352861</c:v>
                </c:pt>
                <c:pt idx="1823">
                  <c:v>0.0119709595741</c:v>
                </c:pt>
                <c:pt idx="1824">
                  <c:v>0.011930295505</c:v>
                </c:pt>
                <c:pt idx="1825">
                  <c:v>0.0118898416384</c:v>
                </c:pt>
                <c:pt idx="1826">
                  <c:v>0.011849596546</c:v>
                </c:pt>
                <c:pt idx="1827">
                  <c:v>0.0118095588119</c:v>
                </c:pt>
                <c:pt idx="1828">
                  <c:v>0.0117697270324</c:v>
                </c:pt>
                <c:pt idx="1829">
                  <c:v>0.0117300998158</c:v>
                </c:pt>
                <c:pt idx="1830">
                  <c:v>0.011690675782</c:v>
                </c:pt>
                <c:pt idx="1831">
                  <c:v>0.011651453563</c:v>
                </c:pt>
                <c:pt idx="1832">
                  <c:v>0.0116124318022</c:v>
                </c:pt>
                <c:pt idx="1833">
                  <c:v>0.0115736091548</c:v>
                </c:pt>
                <c:pt idx="1834">
                  <c:v>0.0115349842872</c:v>
                </c:pt>
                <c:pt idx="1835">
                  <c:v>0.0114965558772</c:v>
                </c:pt>
                <c:pt idx="1836">
                  <c:v>0.0114583226138</c:v>
                </c:pt>
                <c:pt idx="1837">
                  <c:v>0.011420283197</c:v>
                </c:pt>
                <c:pt idx="1838">
                  <c:v>0.0113824363379</c:v>
                </c:pt>
                <c:pt idx="1839">
                  <c:v>0.0113447807584</c:v>
                </c:pt>
                <c:pt idx="1840">
                  <c:v>0.0113073151911</c:v>
                </c:pt>
                <c:pt idx="1841">
                  <c:v>0.0112700383795</c:v>
                </c:pt>
                <c:pt idx="1842">
                  <c:v>0.0112329490773</c:v>
                </c:pt>
                <c:pt idx="1843">
                  <c:v>0.0111960460491</c:v>
                </c:pt>
                <c:pt idx="1844">
                  <c:v>0.0111593280693</c:v>
                </c:pt>
                <c:pt idx="1845">
                  <c:v>0.0111227939231</c:v>
                </c:pt>
                <c:pt idx="1846">
                  <c:v>0.0110864424055</c:v>
                </c:pt>
                <c:pt idx="1847">
                  <c:v>0.0110502723216</c:v>
                </c:pt>
                <c:pt idx="1848">
                  <c:v>0.0110142824867</c:v>
                </c:pt>
                <c:pt idx="1849">
                  <c:v>0.0109784717257</c:v>
                </c:pt>
                <c:pt idx="1850">
                  <c:v>0.0109428388733</c:v>
                </c:pt>
                <c:pt idx="1851">
                  <c:v>0.010907382774</c:v>
                </c:pt>
                <c:pt idx="1852">
                  <c:v>0.0108721022819</c:v>
                </c:pt>
                <c:pt idx="1853">
                  <c:v>0.0108369962603</c:v>
                </c:pt>
                <c:pt idx="1854">
                  <c:v>0.0108020635824</c:v>
                </c:pt>
                <c:pt idx="1855">
                  <c:v>0.0107673031302</c:v>
                </c:pt>
                <c:pt idx="1856">
                  <c:v>0.0107327137952</c:v>
                </c:pt>
                <c:pt idx="1857">
                  <c:v>0.0106982944781</c:v>
                </c:pt>
                <c:pt idx="1858">
                  <c:v>0.0106640440885</c:v>
                </c:pt>
                <c:pt idx="1859">
                  <c:v>0.010629961545</c:v>
                </c:pt>
                <c:pt idx="1860">
                  <c:v>0.0105960457751</c:v>
                </c:pt>
                <c:pt idx="1861">
                  <c:v>0.0105622957152</c:v>
                </c:pt>
                <c:pt idx="1862">
                  <c:v>0.0105287103103</c:v>
                </c:pt>
                <c:pt idx="1863">
                  <c:v>0.010495288514</c:v>
                </c:pt>
                <c:pt idx="1864">
                  <c:v>0.0104620292885</c:v>
                </c:pt>
                <c:pt idx="1865">
                  <c:v>0.0104289316047</c:v>
                </c:pt>
                <c:pt idx="1866">
                  <c:v>0.0103959944416</c:v>
                </c:pt>
                <c:pt idx="1867">
                  <c:v>0.0103632167866</c:v>
                </c:pt>
                <c:pt idx="1868">
                  <c:v>0.0103305976354</c:v>
                </c:pt>
                <c:pt idx="1869">
                  <c:v>0.0102981359919</c:v>
                </c:pt>
                <c:pt idx="1870">
                  <c:v>0.010265830868</c:v>
                </c:pt>
                <c:pt idx="1871">
                  <c:v>0.0102336812837</c:v>
                </c:pt>
                <c:pt idx="1872">
                  <c:v>0.010201686267</c:v>
                </c:pt>
                <c:pt idx="1873">
                  <c:v>0.0101698448535</c:v>
                </c:pt>
                <c:pt idx="1874">
                  <c:v>0.010138156087</c:v>
                </c:pt>
                <c:pt idx="1875">
                  <c:v>0.0101066190188</c:v>
                </c:pt>
                <c:pt idx="1876">
                  <c:v>0.0100752327078</c:v>
                </c:pt>
                <c:pt idx="1877">
                  <c:v>0.0100439962208</c:v>
                </c:pt>
                <c:pt idx="1878">
                  <c:v>0.0100129086318</c:v>
                </c:pt>
                <c:pt idx="1879">
                  <c:v>0.00998196902241</c:v>
                </c:pt>
                <c:pt idx="1880">
                  <c:v>0.00995117648164</c:v>
                </c:pt>
                <c:pt idx="1881">
                  <c:v>0.00992053010582</c:v>
                </c:pt>
                <c:pt idx="1882">
                  <c:v>0.00989002899851</c:v>
                </c:pt>
                <c:pt idx="1883">
                  <c:v>0.0098596722705</c:v>
                </c:pt>
                <c:pt idx="1884">
                  <c:v>0.0098294590397</c:v>
                </c:pt>
                <c:pt idx="1885">
                  <c:v>0.00979938843111</c:v>
                </c:pt>
                <c:pt idx="1886">
                  <c:v>0.00976945957672</c:v>
                </c:pt>
                <c:pt idx="1887">
                  <c:v>0.00973967161547</c:v>
                </c:pt>
                <c:pt idx="1888">
                  <c:v>0.00971002369319</c:v>
                </c:pt>
                <c:pt idx="1889">
                  <c:v>0.00968051496255</c:v>
                </c:pt>
                <c:pt idx="1890">
                  <c:v>0.00965114458296</c:v>
                </c:pt>
                <c:pt idx="1891">
                  <c:v>0.00962191172055</c:v>
                </c:pt>
                <c:pt idx="1892">
                  <c:v>0.00959281554811</c:v>
                </c:pt>
                <c:pt idx="1893">
                  <c:v>0.00956385524502</c:v>
                </c:pt>
                <c:pt idx="1894">
                  <c:v>0.00953502999717</c:v>
                </c:pt>
                <c:pt idx="1895">
                  <c:v>0.00950633899695</c:v>
                </c:pt>
                <c:pt idx="1896">
                  <c:v>0.00947778144318</c:v>
                </c:pt>
                <c:pt idx="1897">
                  <c:v>0.00944935654102</c:v>
                </c:pt>
                <c:pt idx="1898">
                  <c:v>0.00942106350197</c:v>
                </c:pt>
                <c:pt idx="1899">
                  <c:v>0.00939290154377</c:v>
                </c:pt>
                <c:pt idx="1900">
                  <c:v>0.00936486989038</c:v>
                </c:pt>
                <c:pt idx="1901">
                  <c:v>0.00933696777189</c:v>
                </c:pt>
                <c:pt idx="1902">
                  <c:v>0.00930919442452</c:v>
                </c:pt>
                <c:pt idx="1903">
                  <c:v>0.00928154909052</c:v>
                </c:pt>
                <c:pt idx="1904">
                  <c:v>0.00925403101813</c:v>
                </c:pt>
                <c:pt idx="1905">
                  <c:v>0.00922663946155</c:v>
                </c:pt>
                <c:pt idx="1906">
                  <c:v>0.00919937368087</c:v>
                </c:pt>
                <c:pt idx="1907">
                  <c:v>0.00917223294204</c:v>
                </c:pt>
                <c:pt idx="1908">
                  <c:v>0.00914521651678</c:v>
                </c:pt>
                <c:pt idx="1909">
                  <c:v>0.00911832368259</c:v>
                </c:pt>
                <c:pt idx="1910">
                  <c:v>0.00909155372264</c:v>
                </c:pt>
                <c:pt idx="1911">
                  <c:v>0.00906490592579</c:v>
                </c:pt>
                <c:pt idx="1912">
                  <c:v>0.00903837958646</c:v>
                </c:pt>
                <c:pt idx="1913">
                  <c:v>0.00901197400466</c:v>
                </c:pt>
                <c:pt idx="1914">
                  <c:v>0.00898568848592</c:v>
                </c:pt>
                <c:pt idx="1915">
                  <c:v>0.0089595223412</c:v>
                </c:pt>
                <c:pt idx="1916">
                  <c:v>0.00893347488692</c:v>
                </c:pt>
                <c:pt idx="1917">
                  <c:v>0.00890754544486</c:v>
                </c:pt>
                <c:pt idx="1918">
                  <c:v>0.00888173334212</c:v>
                </c:pt>
                <c:pt idx="1919">
                  <c:v>0.00885603791111</c:v>
                </c:pt>
                <c:pt idx="1920">
                  <c:v>0.00883045848948</c:v>
                </c:pt>
                <c:pt idx="1921">
                  <c:v>0.00880499442006</c:v>
                </c:pt>
                <c:pt idx="1922">
                  <c:v>0.00877964505086</c:v>
                </c:pt>
                <c:pt idx="1923">
                  <c:v>0.00875440973499</c:v>
                </c:pt>
                <c:pt idx="1924">
                  <c:v>0.00872928783065</c:v>
                </c:pt>
                <c:pt idx="1925">
                  <c:v>0.00870427870106</c:v>
                </c:pt>
                <c:pt idx="1926">
                  <c:v>0.00867938171442</c:v>
                </c:pt>
                <c:pt idx="1927">
                  <c:v>0.00865459624389</c:v>
                </c:pt>
                <c:pt idx="1928">
                  <c:v>0.00862992166753</c:v>
                </c:pt>
                <c:pt idx="1929">
                  <c:v>0.00860535736827</c:v>
                </c:pt>
                <c:pt idx="1930">
                  <c:v>0.00858090273387</c:v>
                </c:pt>
                <c:pt idx="1931">
                  <c:v>0.00855655715686</c:v>
                </c:pt>
                <c:pt idx="1932">
                  <c:v>0.00853232003453</c:v>
                </c:pt>
                <c:pt idx="1933">
                  <c:v>0.00850819076886</c:v>
                </c:pt>
                <c:pt idx="1934">
                  <c:v>0.00848416876652</c:v>
                </c:pt>
                <c:pt idx="1935">
                  <c:v>0.00846025343878</c:v>
                </c:pt>
                <c:pt idx="1936">
                  <c:v>0.00843644420152</c:v>
                </c:pt>
                <c:pt idx="1937">
                  <c:v>0.00841274047515</c:v>
                </c:pt>
                <c:pt idx="1938">
                  <c:v>0.00838914168461</c:v>
                </c:pt>
                <c:pt idx="1939">
                  <c:v>0.00836564725928</c:v>
                </c:pt>
                <c:pt idx="1940">
                  <c:v>0.00834225663302</c:v>
                </c:pt>
                <c:pt idx="1941">
                  <c:v>0.00831896924404</c:v>
                </c:pt>
                <c:pt idx="1942">
                  <c:v>0.00829578453493</c:v>
                </c:pt>
                <c:pt idx="1943">
                  <c:v>0.00827270195259</c:v>
                </c:pt>
                <c:pt idx="1944">
                  <c:v>0.00824972094822</c:v>
                </c:pt>
                <c:pt idx="1945">
                  <c:v>0.00822684097724</c:v>
                </c:pt>
                <c:pt idx="1946">
                  <c:v>0.00820406149928</c:v>
                </c:pt>
                <c:pt idx="1947">
                  <c:v>0.00818138197815</c:v>
                </c:pt>
                <c:pt idx="1948">
                  <c:v>0.00815880188178</c:v>
                </c:pt>
                <c:pt idx="1949">
                  <c:v>0.00813632068218</c:v>
                </c:pt>
                <c:pt idx="1950">
                  <c:v>0.00811393785545</c:v>
                </c:pt>
                <c:pt idx="1951">
                  <c:v>0.00809165288167</c:v>
                </c:pt>
                <c:pt idx="1952">
                  <c:v>0.00806946524491</c:v>
                </c:pt>
                <c:pt idx="1953">
                  <c:v>0.00804737443319</c:v>
                </c:pt>
                <c:pt idx="1954">
                  <c:v>0.00802537993842</c:v>
                </c:pt>
                <c:pt idx="1955">
                  <c:v>0.00800348125639</c:v>
                </c:pt>
                <c:pt idx="1956">
                  <c:v>0.00798167788671</c:v>
                </c:pt>
                <c:pt idx="1957">
                  <c:v>0.00795996933276</c:v>
                </c:pt>
                <c:pt idx="1958">
                  <c:v>0.00793835510169</c:v>
                </c:pt>
                <c:pt idx="1959">
                  <c:v>0.00791683470436</c:v>
                </c:pt>
                <c:pt idx="1960">
                  <c:v>0.0078954076553</c:v>
                </c:pt>
                <c:pt idx="1961">
                  <c:v>0.00787407347267</c:v>
                </c:pt>
                <c:pt idx="1962">
                  <c:v>0.00785283167822</c:v>
                </c:pt>
                <c:pt idx="1963">
                  <c:v>0.00783168179727</c:v>
                </c:pt>
                <c:pt idx="1964">
                  <c:v>0.00781062335862</c:v>
                </c:pt>
                <c:pt idx="1965">
                  <c:v>0.0077896558946</c:v>
                </c:pt>
                <c:pt idx="1966">
                  <c:v>0.00776877894091</c:v>
                </c:pt>
                <c:pt idx="1967">
                  <c:v>0.00774799203669</c:v>
                </c:pt>
                <c:pt idx="1968">
                  <c:v>0.00772729472441</c:v>
                </c:pt>
                <c:pt idx="1969">
                  <c:v>0.00770668654986</c:v>
                </c:pt>
                <c:pt idx="1970">
                  <c:v>0.0076861670621</c:v>
                </c:pt>
                <c:pt idx="1971">
                  <c:v>0.0076657358134</c:v>
                </c:pt>
                <c:pt idx="1972">
                  <c:v>0.00764539235923</c:v>
                </c:pt>
                <c:pt idx="1973">
                  <c:v>0.0076251362582</c:v>
                </c:pt>
                <c:pt idx="1974">
                  <c:v>0.00760496707201</c:v>
                </c:pt>
                <c:pt idx="1975">
                  <c:v>0.00758488436541</c:v>
                </c:pt>
                <c:pt idx="1976">
                  <c:v>0.00756488770618</c:v>
                </c:pt>
                <c:pt idx="1977">
                  <c:v>0.00754497666504</c:v>
                </c:pt>
                <c:pt idx="1978">
                  <c:v>0.00752515081564</c:v>
                </c:pt>
                <c:pt idx="1979">
                  <c:v>0.00750540973452</c:v>
                </c:pt>
                <c:pt idx="1980">
                  <c:v>0.00748575300101</c:v>
                </c:pt>
                <c:pt idx="1981">
                  <c:v>0.00746618019724</c:v>
                </c:pt>
                <c:pt idx="1982">
                  <c:v>0.0074466909081</c:v>
                </c:pt>
                <c:pt idx="1983">
                  <c:v>0.00742728472111</c:v>
                </c:pt>
                <c:pt idx="1984">
                  <c:v>0.00740796122648</c:v>
                </c:pt>
                <c:pt idx="1985">
                  <c:v>0.00738872001697</c:v>
                </c:pt>
                <c:pt idx="1986">
                  <c:v>0.00736956068792</c:v>
                </c:pt>
                <c:pt idx="1987">
                  <c:v>0.00735048283711</c:v>
                </c:pt>
                <c:pt idx="1988">
                  <c:v>0.00733148606481</c:v>
                </c:pt>
                <c:pt idx="1989">
                  <c:v>0.00731256997365</c:v>
                </c:pt>
                <c:pt idx="1990">
                  <c:v>0.0072937341686</c:v>
                </c:pt>
                <c:pt idx="1991">
                  <c:v>0.00727497825694</c:v>
                </c:pt>
                <c:pt idx="1992">
                  <c:v>0.00725630184817</c:v>
                </c:pt>
                <c:pt idx="1993">
                  <c:v>0.00723770455397</c:v>
                </c:pt>
                <c:pt idx="1994">
                  <c:v>0.00721918598817</c:v>
                </c:pt>
                <c:pt idx="1995">
                  <c:v>0.00720074576666</c:v>
                </c:pt>
                <c:pt idx="1996">
                  <c:v>0.00718238350738</c:v>
                </c:pt>
                <c:pt idx="1997">
                  <c:v>0.00716409883023</c:v>
                </c:pt>
                <c:pt idx="1998">
                  <c:v>0.00714589135704</c:v>
                </c:pt>
                <c:pt idx="1999">
                  <c:v>0.0071277607115</c:v>
                </c:pt>
                <c:pt idx="2000">
                  <c:v>0.00710970651912</c:v>
                </c:pt>
              </c:numCache>
            </c:numRef>
          </c:yVal>
        </c:ser>
        <c:ser>
          <c:idx val="1"/>
          <c:order val="1"/>
          <c:tx>
            <c:v>spin</c:v>
          </c:tx>
          <c:spPr>
            <a:ln xmlns:a="http://schemas.openxmlformats.org/drawingml/2006/main" w="15240">
              <a:solidFill>
                <a:srgbClr val="234F91"/>
              </a:solidFill>
              <a:prstDash val="dash"/>
            </a:ln>
          </c:spPr>
          <c:marker>
            <c:symbol val="none"/>
            <c:size val="5"/>
            <c:spPr>
              <a:solidFill xmlns:a="http://schemas.openxmlformats.org/drawingml/2006/main">
                <a:srgbClr val="234F91"/>
              </a:solidFill>
            </c:spPr>
          </c:marker>
          <c:xVal>
            <c:numRef>
              <c:f>'Chart Data'!$C$2:$C$2002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Data'!$D$2:$D$2002</c:f>
              <c:numCache>
                <c:formatCode>0.0</c:formatCode>
                <c:ptCount val="2001"/>
                <c:pt idx="0">
                  <c:v>0.0120516950212</c:v>
                </c:pt>
                <c:pt idx="1">
                  <c:v>0.0120833047029</c:v>
                </c:pt>
                <c:pt idx="2">
                  <c:v>0.0121150392724</c:v>
                </c:pt>
                <c:pt idx="3">
                  <c:v>0.0121468993893</c:v>
                </c:pt>
                <c:pt idx="4">
                  <c:v>0.0121788857178</c:v>
                </c:pt>
                <c:pt idx="5">
                  <c:v>0.0122109989263</c:v>
                </c:pt>
                <c:pt idx="6">
                  <c:v>0.0122432396878</c:v>
                </c:pt>
                <c:pt idx="7">
                  <c:v>0.0122756086797</c:v>
                </c:pt>
                <c:pt idx="8">
                  <c:v>0.0123081065838</c:v>
                </c:pt>
                <c:pt idx="9">
                  <c:v>0.0123407340867</c:v>
                </c:pt>
                <c:pt idx="10">
                  <c:v>0.0123734918794</c:v>
                </c:pt>
                <c:pt idx="11">
                  <c:v>0.0124063806575</c:v>
                </c:pt>
                <c:pt idx="12">
                  <c:v>0.0124394011213</c:v>
                </c:pt>
                <c:pt idx="13">
                  <c:v>0.0124725539758</c:v>
                </c:pt>
                <c:pt idx="14">
                  <c:v>0.0125058399307</c:v>
                </c:pt>
                <c:pt idx="15">
                  <c:v>0.0125392597004</c:v>
                </c:pt>
                <c:pt idx="16">
                  <c:v>0.0125728140042</c:v>
                </c:pt>
                <c:pt idx="17">
                  <c:v>0.0126065035663</c:v>
                </c:pt>
                <c:pt idx="18">
                  <c:v>0.0126403291156</c:v>
                </c:pt>
                <c:pt idx="19">
                  <c:v>0.0126742913861</c:v>
                </c:pt>
                <c:pt idx="20">
                  <c:v>0.0127083911166</c:v>
                </c:pt>
                <c:pt idx="21">
                  <c:v>0.012742629051</c:v>
                </c:pt>
                <c:pt idx="22">
                  <c:v>0.0127770059382</c:v>
                </c:pt>
                <c:pt idx="23">
                  <c:v>0.0128115225323</c:v>
                </c:pt>
                <c:pt idx="24">
                  <c:v>0.0128461795922</c:v>
                </c:pt>
                <c:pt idx="25">
                  <c:v>0.0128809778824</c:v>
                </c:pt>
                <c:pt idx="26">
                  <c:v>0.0129159181724</c:v>
                </c:pt>
                <c:pt idx="27">
                  <c:v>0.0129510012367</c:v>
                </c:pt>
                <c:pt idx="28">
                  <c:v>0.0129862278556</c:v>
                </c:pt>
                <c:pt idx="29">
                  <c:v>0.0130215988143</c:v>
                </c:pt>
                <c:pt idx="30">
                  <c:v>0.0130571149037</c:v>
                </c:pt>
                <c:pt idx="31">
                  <c:v>0.0130927769198</c:v>
                </c:pt>
                <c:pt idx="32">
                  <c:v>0.0131285856644</c:v>
                </c:pt>
                <c:pt idx="33">
                  <c:v>0.0131645419446</c:v>
                </c:pt>
                <c:pt idx="34">
                  <c:v>0.0132006465731</c:v>
                </c:pt>
                <c:pt idx="35">
                  <c:v>0.0132369003683</c:v>
                </c:pt>
                <c:pt idx="36">
                  <c:v>0.0132733041541</c:v>
                </c:pt>
                <c:pt idx="37">
                  <c:v>0.0133098587602</c:v>
                </c:pt>
                <c:pt idx="38">
                  <c:v>0.013346565022</c:v>
                </c:pt>
                <c:pt idx="39">
                  <c:v>0.0133834237808</c:v>
                </c:pt>
                <c:pt idx="40">
                  <c:v>0.0134204358835</c:v>
                </c:pt>
                <c:pt idx="41">
                  <c:v>0.0134576021833</c:v>
                </c:pt>
                <c:pt idx="42">
                  <c:v>0.0134949235388</c:v>
                </c:pt>
                <c:pt idx="43">
                  <c:v>0.0135324008151</c:v>
                </c:pt>
                <c:pt idx="44">
                  <c:v>0.0135700348831</c:v>
                </c:pt>
                <c:pt idx="45">
                  <c:v>0.0136078266197</c:v>
                </c:pt>
                <c:pt idx="46">
                  <c:v>0.0136457769081</c:v>
                </c:pt>
                <c:pt idx="47">
                  <c:v>0.0136838866376</c:v>
                </c:pt>
                <c:pt idx="48">
                  <c:v>0.013722156704</c:v>
                </c:pt>
                <c:pt idx="49">
                  <c:v>0.0137605880089</c:v>
                </c:pt>
                <c:pt idx="50">
                  <c:v>0.0137991814608</c:v>
                </c:pt>
                <c:pt idx="51">
                  <c:v>0.0138379379742</c:v>
                </c:pt>
                <c:pt idx="52">
                  <c:v>0.0138768584703</c:v>
                </c:pt>
                <c:pt idx="53">
                  <c:v>0.0139159438766</c:v>
                </c:pt>
                <c:pt idx="54">
                  <c:v>0.0139551951274</c:v>
                </c:pt>
                <c:pt idx="55">
                  <c:v>0.0139946131634</c:v>
                </c:pt>
                <c:pt idx="56">
                  <c:v>0.0140341989323</c:v>
                </c:pt>
                <c:pt idx="57">
                  <c:v>0.0140739533881</c:v>
                </c:pt>
                <c:pt idx="58">
                  <c:v>0.014113877492</c:v>
                </c:pt>
                <c:pt idx="59">
                  <c:v>0.0141539722119</c:v>
                </c:pt>
                <c:pt idx="60">
                  <c:v>0.0141942385225</c:v>
                </c:pt>
                <c:pt idx="61">
                  <c:v>0.0142346774056</c:v>
                </c:pt>
                <c:pt idx="62">
                  <c:v>0.01427528985</c:v>
                </c:pt>
                <c:pt idx="63">
                  <c:v>0.0143160768516</c:v>
                </c:pt>
                <c:pt idx="64">
                  <c:v>0.0143570394136</c:v>
                </c:pt>
                <c:pt idx="65">
                  <c:v>0.0143981785461</c:v>
                </c:pt>
                <c:pt idx="66">
                  <c:v>0.0144394952666</c:v>
                </c:pt>
                <c:pt idx="67">
                  <c:v>0.0144809906002</c:v>
                </c:pt>
                <c:pt idx="68">
                  <c:v>0.014522665579</c:v>
                </c:pt>
                <c:pt idx="69">
                  <c:v>0.0145645212429</c:v>
                </c:pt>
                <c:pt idx="70">
                  <c:v>0.0146065586391</c:v>
                </c:pt>
                <c:pt idx="71">
                  <c:v>0.0146487788225</c:v>
                </c:pt>
                <c:pt idx="72">
                  <c:v>0.0146911828556</c:v>
                </c:pt>
                <c:pt idx="73">
                  <c:v>0.0147337718089</c:v>
                </c:pt>
                <c:pt idx="74">
                  <c:v>0.0147765467603</c:v>
                </c:pt>
                <c:pt idx="75">
                  <c:v>0.0148195087958</c:v>
                </c:pt>
                <c:pt idx="76">
                  <c:v>0.0148626590093</c:v>
                </c:pt>
                <c:pt idx="77">
                  <c:v>0.0149059985028</c:v>
                </c:pt>
                <c:pt idx="78">
                  <c:v>0.0149495283861</c:v>
                </c:pt>
                <c:pt idx="79">
                  <c:v>0.0149932497774</c:v>
                </c:pt>
                <c:pt idx="80">
                  <c:v>0.015037163803</c:v>
                </c:pt>
                <c:pt idx="81">
                  <c:v>0.0150812715977</c:v>
                </c:pt>
                <c:pt idx="82">
                  <c:v>0.0151255743043</c:v>
                </c:pt>
                <c:pt idx="83">
                  <c:v>0.0151700730743</c:v>
                </c:pt>
                <c:pt idx="84">
                  <c:v>0.0152147690677</c:v>
                </c:pt>
                <c:pt idx="85">
                  <c:v>0.015259663453</c:v>
                </c:pt>
                <c:pt idx="86">
                  <c:v>0.0153047574075</c:v>
                </c:pt>
                <c:pt idx="87">
                  <c:v>0.015350052117</c:v>
                </c:pt>
                <c:pt idx="88">
                  <c:v>0.0153955487763</c:v>
                </c:pt>
                <c:pt idx="89">
                  <c:v>0.0154412485892</c:v>
                </c:pt>
                <c:pt idx="90">
                  <c:v>0.0154871527682</c:v>
                </c:pt>
                <c:pt idx="91">
                  <c:v>0.0155332625351</c:v>
                </c:pt>
                <c:pt idx="92">
                  <c:v>0.0155795791207</c:v>
                </c:pt>
                <c:pt idx="93">
                  <c:v>0.0156261037651</c:v>
                </c:pt>
                <c:pt idx="94">
                  <c:v>0.0156728377176</c:v>
                </c:pt>
                <c:pt idx="95">
                  <c:v>0.0157197822371</c:v>
                </c:pt>
                <c:pt idx="96">
                  <c:v>0.0157669385917</c:v>
                </c:pt>
                <c:pt idx="97">
                  <c:v>0.0158143080594</c:v>
                </c:pt>
                <c:pt idx="98">
                  <c:v>0.0158618919274</c:v>
                </c:pt>
                <c:pt idx="99">
                  <c:v>0.015909691493</c:v>
                </c:pt>
                <c:pt idx="100">
                  <c:v>0.0159577080632</c:v>
                </c:pt>
                <c:pt idx="101">
                  <c:v>0.0160059429549</c:v>
                </c:pt>
                <c:pt idx="102">
                  <c:v>0.0160543974951</c:v>
                </c:pt>
                <c:pt idx="103">
                  <c:v>0.0161030730206</c:v>
                </c:pt>
                <c:pt idx="104">
                  <c:v>0.0161519708787</c:v>
                </c:pt>
                <c:pt idx="105">
                  <c:v>0.016201092427</c:v>
                </c:pt>
                <c:pt idx="106">
                  <c:v>0.0162504390331</c:v>
                </c:pt>
                <c:pt idx="107">
                  <c:v>0.0163000120754</c:v>
                </c:pt>
                <c:pt idx="108">
                  <c:v>0.0163498129428</c:v>
                </c:pt>
                <c:pt idx="109">
                  <c:v>0.0163998430347</c:v>
                </c:pt>
                <c:pt idx="110">
                  <c:v>0.0164501037616</c:v>
                </c:pt>
                <c:pt idx="111">
                  <c:v>0.0165005965444</c:v>
                </c:pt>
                <c:pt idx="112">
                  <c:v>0.0165513228154</c:v>
                </c:pt>
                <c:pt idx="113">
                  <c:v>0.0166022840176</c:v>
                </c:pt>
                <c:pt idx="114">
                  <c:v>0.0166534816053</c:v>
                </c:pt>
                <c:pt idx="115">
                  <c:v>0.0167049170442</c:v>
                </c:pt>
                <c:pt idx="116">
                  <c:v>0.0167565918112</c:v>
                </c:pt>
                <c:pt idx="117">
                  <c:v>0.0168085073947</c:v>
                </c:pt>
                <c:pt idx="118">
                  <c:v>0.0168606652947</c:v>
                </c:pt>
                <c:pt idx="119">
                  <c:v>0.0169130670228</c:v>
                </c:pt>
                <c:pt idx="120">
                  <c:v>0.0169657141027</c:v>
                </c:pt>
                <c:pt idx="121">
                  <c:v>0.0170186080696</c:v>
                </c:pt>
                <c:pt idx="122">
                  <c:v>0.017071750471</c:v>
                </c:pt>
                <c:pt idx="123">
                  <c:v>0.0171251428664</c:v>
                </c:pt>
                <c:pt idx="124">
                  <c:v>0.0171787868277</c:v>
                </c:pt>
                <c:pt idx="125">
                  <c:v>0.0172326839389</c:v>
                </c:pt>
                <c:pt idx="126">
                  <c:v>0.0172868357968</c:v>
                </c:pt>
                <c:pt idx="127">
                  <c:v>0.0173412440106</c:v>
                </c:pt>
                <c:pt idx="128">
                  <c:v>0.0173959102022</c:v>
                </c:pt>
                <c:pt idx="129">
                  <c:v>0.0174508360064</c:v>
                </c:pt>
                <c:pt idx="130">
                  <c:v>0.0175060230709</c:v>
                </c:pt>
                <c:pt idx="131">
                  <c:v>0.0175614730567</c:v>
                </c:pt>
                <c:pt idx="132">
                  <c:v>0.0176171876377</c:v>
                </c:pt>
                <c:pt idx="133">
                  <c:v>0.0176731685012</c:v>
                </c:pt>
                <c:pt idx="134">
                  <c:v>0.0177294173482</c:v>
                </c:pt>
                <c:pt idx="135">
                  <c:v>0.017785935893</c:v>
                </c:pt>
                <c:pt idx="136">
                  <c:v>0.0178427258638</c:v>
                </c:pt>
                <c:pt idx="137">
                  <c:v>0.0178997890026</c:v>
                </c:pt>
                <c:pt idx="138">
                  <c:v>0.0179571270652</c:v>
                </c:pt>
                <c:pt idx="139">
                  <c:v>0.0180147418218</c:v>
                </c:pt>
                <c:pt idx="140">
                  <c:v>0.0180726350568</c:v>
                </c:pt>
                <c:pt idx="141">
                  <c:v>0.0181308085688</c:v>
                </c:pt>
                <c:pt idx="142">
                  <c:v>0.0181892641712</c:v>
                </c:pt>
                <c:pt idx="143">
                  <c:v>0.0182480036917</c:v>
                </c:pt>
                <c:pt idx="144">
                  <c:v>0.0183070289733</c:v>
                </c:pt>
                <c:pt idx="145">
                  <c:v>0.0183663418735</c:v>
                </c:pt>
                <c:pt idx="146">
                  <c:v>0.0184259442651</c:v>
                </c:pt>
                <c:pt idx="147">
                  <c:v>0.0184858380363</c:v>
                </c:pt>
                <c:pt idx="148">
                  <c:v>0.0185460250904</c:v>
                </c:pt>
                <c:pt idx="149">
                  <c:v>0.0186065073465</c:v>
                </c:pt>
                <c:pt idx="150">
                  <c:v>0.0186672867392</c:v>
                </c:pt>
                <c:pt idx="151">
                  <c:v>0.0187283652191</c:v>
                </c:pt>
                <c:pt idx="152">
                  <c:v>0.0187897447527</c:v>
                </c:pt>
                <c:pt idx="153">
                  <c:v>0.0188514273227</c:v>
                </c:pt>
                <c:pt idx="154">
                  <c:v>0.0189134149283</c:v>
                </c:pt>
                <c:pt idx="155">
                  <c:v>0.0189757095849</c:v>
                </c:pt>
                <c:pt idx="156">
                  <c:v>0.0190383133247</c:v>
                </c:pt>
                <c:pt idx="157">
                  <c:v>0.0191012281967</c:v>
                </c:pt>
                <c:pt idx="158">
                  <c:v>0.019164456267</c:v>
                </c:pt>
                <c:pt idx="159">
                  <c:v>0.0192279996186</c:v>
                </c:pt>
                <c:pt idx="160">
                  <c:v>0.0192918603519</c:v>
                </c:pt>
                <c:pt idx="161">
                  <c:v>0.0193560405851</c:v>
                </c:pt>
                <c:pt idx="162">
                  <c:v>0.0194205424535</c:v>
                </c:pt>
                <c:pt idx="163">
                  <c:v>0.0194853681108</c:v>
                </c:pt>
                <c:pt idx="164">
                  <c:v>0.0195505197283</c:v>
                </c:pt>
                <c:pt idx="165">
                  <c:v>0.0196159994959</c:v>
                </c:pt>
                <c:pt idx="166">
                  <c:v>0.0196818096214</c:v>
                </c:pt>
                <c:pt idx="167">
                  <c:v>0.0197479523317</c:v>
                </c:pt>
                <c:pt idx="168">
                  <c:v>0.019814429872</c:v>
                </c:pt>
                <c:pt idx="169">
                  <c:v>0.0198812445067</c:v>
                </c:pt>
                <c:pt idx="170">
                  <c:v>0.0199483985194</c:v>
                </c:pt>
                <c:pt idx="171">
                  <c:v>0.0200158942128</c:v>
                </c:pt>
                <c:pt idx="172">
                  <c:v>0.0200837339092</c:v>
                </c:pt>
                <c:pt idx="173">
                  <c:v>0.0201519199507</c:v>
                </c:pt>
                <c:pt idx="174">
                  <c:v>0.0202204546994</c:v>
                </c:pt>
                <c:pt idx="175">
                  <c:v>0.0202893405373</c:v>
                </c:pt>
                <c:pt idx="176">
                  <c:v>0.0203585798669</c:v>
                </c:pt>
                <c:pt idx="177">
                  <c:v>0.0204281751112</c:v>
                </c:pt>
                <c:pt idx="178">
                  <c:v>0.0204981287139</c:v>
                </c:pt>
                <c:pt idx="179">
                  <c:v>0.0205684431399</c:v>
                </c:pt>
                <c:pt idx="180">
                  <c:v>0.0206391208748</c:v>
                </c:pt>
                <c:pt idx="181">
                  <c:v>0.0207101644262</c:v>
                </c:pt>
                <c:pt idx="182">
                  <c:v>0.0207815763228</c:v>
                </c:pt>
                <c:pt idx="183">
                  <c:v>0.0208533591155</c:v>
                </c:pt>
                <c:pt idx="184">
                  <c:v>0.020925515377</c:v>
                </c:pt>
                <c:pt idx="185">
                  <c:v>0.0209980477025</c:v>
                </c:pt>
                <c:pt idx="186">
                  <c:v>0.0210709587096</c:v>
                </c:pt>
                <c:pt idx="187">
                  <c:v>0.0211442510387</c:v>
                </c:pt>
                <c:pt idx="188">
                  <c:v>0.0212179273533</c:v>
                </c:pt>
                <c:pt idx="189">
                  <c:v>0.0212919903399</c:v>
                </c:pt>
                <c:pt idx="190">
                  <c:v>0.0213664427087</c:v>
                </c:pt>
                <c:pt idx="191">
                  <c:v>0.0214412871935</c:v>
                </c:pt>
                <c:pt idx="192">
                  <c:v>0.0215165265522</c:v>
                </c:pt>
                <c:pt idx="193">
                  <c:v>0.0215921635668</c:v>
                </c:pt>
                <c:pt idx="194">
                  <c:v>0.0216682010438</c:v>
                </c:pt>
                <c:pt idx="195">
                  <c:v>0.0217446418144</c:v>
                </c:pt>
                <c:pt idx="196">
                  <c:v>0.0218214887349</c:v>
                </c:pt>
                <c:pt idx="197">
                  <c:v>0.0218987446869</c:v>
                </c:pt>
                <c:pt idx="198">
                  <c:v>0.0219764125774</c:v>
                </c:pt>
                <c:pt idx="199">
                  <c:v>0.0220544953391</c:v>
                </c:pt>
                <c:pt idx="200">
                  <c:v>0.0221329959311</c:v>
                </c:pt>
                <c:pt idx="201">
                  <c:v>0.0222119173386</c:v>
                </c:pt>
                <c:pt idx="202">
                  <c:v>0.0222912625734</c:v>
                </c:pt>
                <c:pt idx="203">
                  <c:v>0.0223710346744</c:v>
                </c:pt>
                <c:pt idx="204">
                  <c:v>0.0224512367076</c:v>
                </c:pt>
                <c:pt idx="205">
                  <c:v>0.0225318717664</c:v>
                </c:pt>
                <c:pt idx="206">
                  <c:v>0.0226129429722</c:v>
                </c:pt>
                <c:pt idx="207">
                  <c:v>0.0226944534743</c:v>
                </c:pt>
                <c:pt idx="208">
                  <c:v>0.0227764064505</c:v>
                </c:pt>
                <c:pt idx="209">
                  <c:v>0.0228588051072</c:v>
                </c:pt>
                <c:pt idx="210">
                  <c:v>0.0229416526798</c:v>
                </c:pt>
                <c:pt idx="211">
                  <c:v>0.0230249524331</c:v>
                </c:pt>
                <c:pt idx="212">
                  <c:v>0.0231087076615</c:v>
                </c:pt>
                <c:pt idx="213">
                  <c:v>0.0231929216893</c:v>
                </c:pt>
                <c:pt idx="214">
                  <c:v>0.0232775978712</c:v>
                </c:pt>
                <c:pt idx="215">
                  <c:v>0.0233627395924</c:v>
                </c:pt>
                <c:pt idx="216">
                  <c:v>0.023448350269</c:v>
                </c:pt>
                <c:pt idx="217">
                  <c:v>0.0235344333484</c:v>
                </c:pt>
                <c:pt idx="218">
                  <c:v>0.0236209923099</c:v>
                </c:pt>
                <c:pt idx="219">
                  <c:v>0.0237080306643</c:v>
                </c:pt>
                <c:pt idx="220">
                  <c:v>0.023795551955</c:v>
                </c:pt>
                <c:pt idx="221">
                  <c:v>0.0238835597582</c:v>
                </c:pt>
                <c:pt idx="222">
                  <c:v>0.0239720576827</c:v>
                </c:pt>
                <c:pt idx="223">
                  <c:v>0.024061049371</c:v>
                </c:pt>
                <c:pt idx="224">
                  <c:v>0.0241505384995</c:v>
                </c:pt>
                <c:pt idx="225">
                  <c:v>0.0242405287783</c:v>
                </c:pt>
                <c:pt idx="226">
                  <c:v>0.0243310239525</c:v>
                </c:pt>
                <c:pt idx="227">
                  <c:v>0.0244220278017</c:v>
                </c:pt>
                <c:pt idx="228">
                  <c:v>0.024513544141</c:v>
                </c:pt>
                <c:pt idx="229">
                  <c:v>0.0246055768211</c:v>
                </c:pt>
                <c:pt idx="230">
                  <c:v>0.0246981297289</c:v>
                </c:pt>
                <c:pt idx="231">
                  <c:v>0.0247912067877</c:v>
                </c:pt>
                <c:pt idx="232">
                  <c:v>0.0248848119575</c:v>
                </c:pt>
                <c:pt idx="233">
                  <c:v>0.024978949236</c:v>
                </c:pt>
                <c:pt idx="234">
                  <c:v>0.0250736226583</c:v>
                </c:pt>
                <c:pt idx="235">
                  <c:v>0.0251688362978</c:v>
                </c:pt>
                <c:pt idx="236">
                  <c:v>0.0252645942665</c:v>
                </c:pt>
                <c:pt idx="237">
                  <c:v>0.0253609007151</c:v>
                </c:pt>
                <c:pt idx="238">
                  <c:v>0.0254577598343</c:v>
                </c:pt>
                <c:pt idx="239">
                  <c:v>0.0255551758542</c:v>
                </c:pt>
                <c:pt idx="240">
                  <c:v>0.0256531530455</c:v>
                </c:pt>
                <c:pt idx="241">
                  <c:v>0.0257516957197</c:v>
                </c:pt>
                <c:pt idx="242">
                  <c:v>0.0258508082296</c:v>
                </c:pt>
                <c:pt idx="243">
                  <c:v>0.0259504949695</c:v>
                </c:pt>
                <c:pt idx="244">
                  <c:v>0.0260507603763</c:v>
                </c:pt>
                <c:pt idx="245">
                  <c:v>0.0261516089293</c:v>
                </c:pt>
                <c:pt idx="246">
                  <c:v>0.0262530451511</c:v>
                </c:pt>
                <c:pt idx="247">
                  <c:v>0.0263550736082</c:v>
                </c:pt>
                <c:pt idx="248">
                  <c:v>0.0264576989109</c:v>
                </c:pt>
                <c:pt idx="249">
                  <c:v>0.0265609257145</c:v>
                </c:pt>
                <c:pt idx="250">
                  <c:v>0.0266647587194</c:v>
                </c:pt>
                <c:pt idx="251">
                  <c:v>0.0267692026718</c:v>
                </c:pt>
                <c:pt idx="252">
                  <c:v>0.0268742623642</c:v>
                </c:pt>
                <c:pt idx="253">
                  <c:v>0.0269799426358</c:v>
                </c:pt>
                <c:pt idx="254">
                  <c:v>0.0270862483733</c:v>
                </c:pt>
                <c:pt idx="255">
                  <c:v>0.0271931845111</c:v>
                </c:pt>
                <c:pt idx="256">
                  <c:v>0.0273007560322</c:v>
                </c:pt>
                <c:pt idx="257">
                  <c:v>0.0274089679688</c:v>
                </c:pt>
                <c:pt idx="258">
                  <c:v>0.0275178254023</c:v>
                </c:pt>
                <c:pt idx="259">
                  <c:v>0.0276273334647</c:v>
                </c:pt>
                <c:pt idx="260">
                  <c:v>0.0277374973385</c:v>
                </c:pt>
                <c:pt idx="261">
                  <c:v>0.0278483222577</c:v>
                </c:pt>
                <c:pt idx="262">
                  <c:v>0.0279598135082</c:v>
                </c:pt>
                <c:pt idx="263">
                  <c:v>0.0280719764286</c:v>
                </c:pt>
                <c:pt idx="264">
                  <c:v>0.0281848164106</c:v>
                </c:pt>
                <c:pt idx="265">
                  <c:v>0.0282983388998</c:v>
                </c:pt>
                <c:pt idx="266">
                  <c:v>0.0284125493964</c:v>
                </c:pt>
                <c:pt idx="267">
                  <c:v>0.0285274534555</c:v>
                </c:pt>
                <c:pt idx="268">
                  <c:v>0.0286430566882</c:v>
                </c:pt>
                <c:pt idx="269">
                  <c:v>0.0287593647619</c:v>
                </c:pt>
                <c:pt idx="270">
                  <c:v>0.0288763834012</c:v>
                </c:pt>
                <c:pt idx="271">
                  <c:v>0.0289941183886</c:v>
                </c:pt>
                <c:pt idx="272">
                  <c:v>0.0291125755648</c:v>
                </c:pt>
                <c:pt idx="273">
                  <c:v>0.0292317608302</c:v>
                </c:pt>
                <c:pt idx="274">
                  <c:v>0.0293516801446</c:v>
                </c:pt>
                <c:pt idx="275">
                  <c:v>0.0294723395289</c:v>
                </c:pt>
                <c:pt idx="276">
                  <c:v>0.029593745065</c:v>
                </c:pt>
                <c:pt idx="277">
                  <c:v>0.0297159028972</c:v>
                </c:pt>
                <c:pt idx="278">
                  <c:v>0.0298388192326</c:v>
                </c:pt>
                <c:pt idx="279">
                  <c:v>0.0299625003417</c:v>
                </c:pt>
                <c:pt idx="280">
                  <c:v>0.0300869525598</c:v>
                </c:pt>
                <c:pt idx="281">
                  <c:v>0.0302121822871</c:v>
                </c:pt>
                <c:pt idx="282">
                  <c:v>0.03033819599</c:v>
                </c:pt>
                <c:pt idx="283">
                  <c:v>0.0304650002014</c:v>
                </c:pt>
                <c:pt idx="284">
                  <c:v>0.0305926015221</c:v>
                </c:pt>
                <c:pt idx="285">
                  <c:v>0.0307210066213</c:v>
                </c:pt>
                <c:pt idx="286">
                  <c:v>0.0308502222373</c:v>
                </c:pt>
                <c:pt idx="287">
                  <c:v>0.0309802551788</c:v>
                </c:pt>
                <c:pt idx="288">
                  <c:v>0.0311111123253</c:v>
                </c:pt>
                <c:pt idx="289">
                  <c:v>0.0312428006282</c:v>
                </c:pt>
                <c:pt idx="290">
                  <c:v>0.0313753271118</c:v>
                </c:pt>
                <c:pt idx="291">
                  <c:v>0.0315086988739</c:v>
                </c:pt>
                <c:pt idx="292">
                  <c:v>0.031642923087</c:v>
                </c:pt>
                <c:pt idx="293">
                  <c:v>0.0317780069991</c:v>
                </c:pt>
                <c:pt idx="294">
                  <c:v>0.0319139579346</c:v>
                </c:pt>
                <c:pt idx="295">
                  <c:v>0.0320507832954</c:v>
                </c:pt>
                <c:pt idx="296">
                  <c:v>0.0321884905616</c:v>
                </c:pt>
                <c:pt idx="297">
                  <c:v>0.0323270872929</c:v>
                </c:pt>
                <c:pt idx="298">
                  <c:v>0.0324665811291</c:v>
                </c:pt>
                <c:pt idx="299">
                  <c:v>0.0326069797915</c:v>
                </c:pt>
                <c:pt idx="300">
                  <c:v>0.0327482910839</c:v>
                </c:pt>
                <c:pt idx="301">
                  <c:v>0.0328905228932</c:v>
                </c:pt>
                <c:pt idx="302">
                  <c:v>0.0330336831912</c:v>
                </c:pt>
                <c:pt idx="303">
                  <c:v>0.0331777800348</c:v>
                </c:pt>
                <c:pt idx="304">
                  <c:v>0.0333228215679</c:v>
                </c:pt>
                <c:pt idx="305">
                  <c:v>0.0334688160219</c:v>
                </c:pt>
                <c:pt idx="306">
                  <c:v>0.0336157717171</c:v>
                </c:pt>
                <c:pt idx="307">
                  <c:v>0.0337636970639</c:v>
                </c:pt>
                <c:pt idx="308">
                  <c:v>0.0339126005637</c:v>
                </c:pt>
                <c:pt idx="309">
                  <c:v>0.0340624908103</c:v>
                </c:pt>
                <c:pt idx="310">
                  <c:v>0.0342133764907</c:v>
                </c:pt>
                <c:pt idx="311">
                  <c:v>0.034365266387</c:v>
                </c:pt>
                <c:pt idx="312">
                  <c:v>0.0345181693769</c:v>
                </c:pt>
                <c:pt idx="313">
                  <c:v>0.0346720944352</c:v>
                </c:pt>
                <c:pt idx="314">
                  <c:v>0.0348270506353</c:v>
                </c:pt>
                <c:pt idx="315">
                  <c:v>0.03498304715</c:v>
                </c:pt>
                <c:pt idx="316">
                  <c:v>0.0351400932532</c:v>
                </c:pt>
                <c:pt idx="317">
                  <c:v>0.035298198321</c:v>
                </c:pt>
                <c:pt idx="318">
                  <c:v>0.0354573718331</c:v>
                </c:pt>
                <c:pt idx="319">
                  <c:v>0.0356176233739</c:v>
                </c:pt>
                <c:pt idx="320">
                  <c:v>0.0357789626345</c:v>
                </c:pt>
                <c:pt idx="321">
                  <c:v>0.0359413994133</c:v>
                </c:pt>
                <c:pt idx="322">
                  <c:v>0.036104943618</c:v>
                </c:pt>
                <c:pt idx="323">
                  <c:v>0.0362696052666</c:v>
                </c:pt>
                <c:pt idx="324">
                  <c:v>0.0364353944893</c:v>
                </c:pt>
                <c:pt idx="325">
                  <c:v>0.0366023215295</c:v>
                </c:pt>
                <c:pt idx="326">
                  <c:v>0.0367703967456</c:v>
                </c:pt>
                <c:pt idx="327">
                  <c:v>0.0369396306125</c:v>
                </c:pt>
                <c:pt idx="328">
                  <c:v>0.037110033723</c:v>
                </c:pt>
                <c:pt idx="329">
                  <c:v>0.0372816167893</c:v>
                </c:pt>
                <c:pt idx="330">
                  <c:v>0.0374543906451</c:v>
                </c:pt>
                <c:pt idx="331">
                  <c:v>0.0376283662464</c:v>
                </c:pt>
                <c:pt idx="332">
                  <c:v>0.0378035546737</c:v>
                </c:pt>
                <c:pt idx="333">
                  <c:v>0.0379799671335</c:v>
                </c:pt>
                <c:pt idx="334">
                  <c:v>0.03815761496</c:v>
                </c:pt>
                <c:pt idx="335">
                  <c:v>0.0383365096167</c:v>
                </c:pt>
                <c:pt idx="336">
                  <c:v>0.0385166626984</c:v>
                </c:pt>
                <c:pt idx="337">
                  <c:v>0.0386980859326</c:v>
                </c:pt>
                <c:pt idx="338">
                  <c:v>0.0388807911814</c:v>
                </c:pt>
                <c:pt idx="339">
                  <c:v>0.0390647904436</c:v>
                </c:pt>
                <c:pt idx="340">
                  <c:v>0.0392500958561</c:v>
                </c:pt>
                <c:pt idx="341">
                  <c:v>0.0394367196959</c:v>
                </c:pt>
                <c:pt idx="342">
                  <c:v>0.0396246743823</c:v>
                </c:pt>
                <c:pt idx="343">
                  <c:v>0.0398139724784</c:v>
                </c:pt>
                <c:pt idx="344">
                  <c:v>0.0400046266932</c:v>
                </c:pt>
                <c:pt idx="345">
                  <c:v>0.0401966498837</c:v>
                </c:pt>
                <c:pt idx="346">
                  <c:v>0.0403900550567</c:v>
                </c:pt>
                <c:pt idx="347">
                  <c:v>0.0405848553712</c:v>
                </c:pt>
                <c:pt idx="348">
                  <c:v>0.0407810641398</c:v>
                </c:pt>
                <c:pt idx="349">
                  <c:v>0.0409786948316</c:v>
                </c:pt>
                <c:pt idx="350">
                  <c:v>0.0411777610738</c:v>
                </c:pt>
                <c:pt idx="351">
                  <c:v>0.0413782766539</c:v>
                </c:pt>
                <c:pt idx="352">
                  <c:v>0.0415802555222</c:v>
                </c:pt>
                <c:pt idx="353">
                  <c:v>0.0417837117939</c:v>
                </c:pt>
                <c:pt idx="354">
                  <c:v>0.041988659751</c:v>
                </c:pt>
                <c:pt idx="355">
                  <c:v>0.0421951138453</c:v>
                </c:pt>
                <c:pt idx="356">
                  <c:v>0.0424030887002</c:v>
                </c:pt>
                <c:pt idx="357">
                  <c:v>0.042612599113</c:v>
                </c:pt>
                <c:pt idx="358">
                  <c:v>0.0428236600578</c:v>
                </c:pt>
                <c:pt idx="359">
                  <c:v>0.0430362866877</c:v>
                </c:pt>
                <c:pt idx="360">
                  <c:v>0.0432504943371</c:v>
                </c:pt>
                <c:pt idx="361">
                  <c:v>0.0434662985245</c:v>
                </c:pt>
                <c:pt idx="362">
                  <c:v>0.0436837149547</c:v>
                </c:pt>
                <c:pt idx="363">
                  <c:v>0.043902759522</c:v>
                </c:pt>
                <c:pt idx="364">
                  <c:v>0.0441234483122</c:v>
                </c:pt>
                <c:pt idx="365">
                  <c:v>0.0443457976055</c:v>
                </c:pt>
                <c:pt idx="366">
                  <c:v>0.0445698238796</c:v>
                </c:pt>
                <c:pt idx="367">
                  <c:v>0.0447955438118</c:v>
                </c:pt>
                <c:pt idx="368">
                  <c:v>0.0450229742822</c:v>
                </c:pt>
                <c:pt idx="369">
                  <c:v>0.0452521323766</c:v>
                </c:pt>
                <c:pt idx="370">
                  <c:v>0.0454830353891</c:v>
                </c:pt>
                <c:pt idx="371">
                  <c:v>0.0457157008253</c:v>
                </c:pt>
                <c:pt idx="372">
                  <c:v>0.0459501464051</c:v>
                </c:pt>
                <c:pt idx="373">
                  <c:v>0.0461863900659</c:v>
                </c:pt>
                <c:pt idx="374">
                  <c:v>0.0464244499655</c:v>
                </c:pt>
                <c:pt idx="375">
                  <c:v>0.0466643444853</c:v>
                </c:pt>
                <c:pt idx="376">
                  <c:v>0.0469060922334</c:v>
                </c:pt>
                <c:pt idx="377">
                  <c:v>0.047149712048</c:v>
                </c:pt>
                <c:pt idx="378">
                  <c:v>0.0473952230004</c:v>
                </c:pt>
                <c:pt idx="379">
                  <c:v>0.0476426443984</c:v>
                </c:pt>
                <c:pt idx="380">
                  <c:v>0.0478919957899</c:v>
                </c:pt>
                <c:pt idx="381">
                  <c:v>0.0481432969661</c:v>
                </c:pt>
                <c:pt idx="382">
                  <c:v>0.0483965679647</c:v>
                </c:pt>
                <c:pt idx="383">
                  <c:v>0.0486518290741</c:v>
                </c:pt>
                <c:pt idx="384">
                  <c:v>0.0489091008363</c:v>
                </c:pt>
                <c:pt idx="385">
                  <c:v>0.049168404051</c:v>
                </c:pt>
                <c:pt idx="386">
                  <c:v>0.0494297597791</c:v>
                </c:pt>
                <c:pt idx="387">
                  <c:v>0.0496931893463</c:v>
                </c:pt>
                <c:pt idx="388">
                  <c:v>0.0499587143472</c:v>
                </c:pt>
                <c:pt idx="389">
                  <c:v>0.0502263566489</c:v>
                </c:pt>
                <c:pt idx="390">
                  <c:v>0.0504961383951</c:v>
                </c:pt>
                <c:pt idx="391">
                  <c:v>0.0507680820099</c:v>
                </c:pt>
                <c:pt idx="392">
                  <c:v>0.0510422102022</c:v>
                </c:pt>
                <c:pt idx="393">
                  <c:v>0.0513185459691</c:v>
                </c:pt>
                <c:pt idx="394">
                  <c:v>0.0515971126009</c:v>
                </c:pt>
                <c:pt idx="395">
                  <c:v>0.0518779336847</c:v>
                </c:pt>
                <c:pt idx="396">
                  <c:v>0.0521610331089</c:v>
                </c:pt>
                <c:pt idx="397">
                  <c:v>0.0524464350677</c:v>
                </c:pt>
                <c:pt idx="398">
                  <c:v>0.0527341640653</c:v>
                </c:pt>
                <c:pt idx="399">
                  <c:v>0.0530242449205</c:v>
                </c:pt>
                <c:pt idx="400">
                  <c:v>0.0533167027711</c:v>
                </c:pt>
                <c:pt idx="401">
                  <c:v>0.0536115630787</c:v>
                </c:pt>
                <c:pt idx="402">
                  <c:v>0.0539088516335</c:v>
                </c:pt>
                <c:pt idx="403">
                  <c:v>0.0542085945586</c:v>
                </c:pt>
                <c:pt idx="404">
                  <c:v>0.0545108183154</c:v>
                </c:pt>
                <c:pt idx="405">
                  <c:v>0.054815549708</c:v>
                </c:pt>
                <c:pt idx="406">
                  <c:v>0.0551228158886</c:v>
                </c:pt>
                <c:pt idx="407">
                  <c:v>0.0554326443622</c:v>
                </c:pt>
                <c:pt idx="408">
                  <c:v>0.0557450629921</c:v>
                </c:pt>
                <c:pt idx="409">
                  <c:v>0.0560601000048</c:v>
                </c:pt>
                <c:pt idx="410">
                  <c:v>0.0563777839951</c:v>
                </c:pt>
                <c:pt idx="411">
                  <c:v>0.0566981439322</c:v>
                </c:pt>
                <c:pt idx="412">
                  <c:v>0.0570212091644</c:v>
                </c:pt>
                <c:pt idx="413">
                  <c:v>0.057347009425</c:v>
                </c:pt>
                <c:pt idx="414">
                  <c:v>0.0576755748376</c:v>
                </c:pt>
                <c:pt idx="415">
                  <c:v>0.0580069359221</c:v>
                </c:pt>
                <c:pt idx="416">
                  <c:v>0.0583411236004</c:v>
                </c:pt>
                <c:pt idx="417">
                  <c:v>0.058678169202</c:v>
                </c:pt>
                <c:pt idx="418">
                  <c:v>0.0590181044701</c:v>
                </c:pt>
                <c:pt idx="419">
                  <c:v>0.0593609615678</c:v>
                </c:pt>
                <c:pt idx="420">
                  <c:v>0.0597067730838</c:v>
                </c:pt>
                <c:pt idx="421">
                  <c:v>0.0600555720388</c:v>
                </c:pt>
                <c:pt idx="422">
                  <c:v>0.0604073918919</c:v>
                </c:pt>
                <c:pt idx="423">
                  <c:v>0.0607622665467</c:v>
                </c:pt>
                <c:pt idx="424">
                  <c:v>0.0611202303579</c:v>
                </c:pt>
                <c:pt idx="425">
                  <c:v>0.0614813181377</c:v>
                </c:pt>
                <c:pt idx="426">
                  <c:v>0.0618455651627</c:v>
                </c:pt>
                <c:pt idx="427">
                  <c:v>0.0622130071803</c:v>
                </c:pt>
                <c:pt idx="428">
                  <c:v>0.0625836804157</c:v>
                </c:pt>
                <c:pt idx="429">
                  <c:v>0.0629576215789</c:v>
                </c:pt>
                <c:pt idx="430">
                  <c:v>0.0633348678712</c:v>
                </c:pt>
                <c:pt idx="431">
                  <c:v>0.0637154569931</c:v>
                </c:pt>
                <c:pt idx="432">
                  <c:v>0.0640994271506</c:v>
                </c:pt>
                <c:pt idx="433">
                  <c:v>0.0644868170631</c:v>
                </c:pt>
                <c:pt idx="434">
                  <c:v>0.0648776659706</c:v>
                </c:pt>
                <c:pt idx="435">
                  <c:v>0.065272013641</c:v>
                </c:pt>
                <c:pt idx="436">
                  <c:v>0.0656699003779</c:v>
                </c:pt>
                <c:pt idx="437">
                  <c:v>0.0660713670281</c:v>
                </c:pt>
                <c:pt idx="438">
                  <c:v>0.0664764549893</c:v>
                </c:pt>
                <c:pt idx="439">
                  <c:v>0.0668852062182</c:v>
                </c:pt>
                <c:pt idx="440">
                  <c:v>0.0672976632382</c:v>
                </c:pt>
                <c:pt idx="441">
                  <c:v>0.0677138691476</c:v>
                </c:pt>
                <c:pt idx="442">
                  <c:v>0.0681338676275</c:v>
                </c:pt>
                <c:pt idx="443">
                  <c:v>0.0685577029502</c:v>
                </c:pt>
                <c:pt idx="444">
                  <c:v>0.0689854199878</c:v>
                </c:pt>
                <c:pt idx="445">
                  <c:v>0.0694170642199</c:v>
                </c:pt>
                <c:pt idx="446">
                  <c:v>0.0698526817428</c:v>
                </c:pt>
                <c:pt idx="447">
                  <c:v>0.0702923192779</c:v>
                </c:pt>
                <c:pt idx="448">
                  <c:v>0.07073602418</c:v>
                </c:pt>
                <c:pt idx="449">
                  <c:v>0.0711838444468</c:v>
                </c:pt>
                <c:pt idx="450">
                  <c:v>0.0716358287273</c:v>
                </c:pt>
                <c:pt idx="451">
                  <c:v>0.0720920263307</c:v>
                </c:pt>
                <c:pt idx="452">
                  <c:v>0.072552487236</c:v>
                </c:pt>
                <c:pt idx="453">
                  <c:v>0.0730172621004</c:v>
                </c:pt>
                <c:pt idx="454">
                  <c:v>0.0734864022692</c:v>
                </c:pt>
                <c:pt idx="455">
                  <c:v>0.0739599597847</c:v>
                </c:pt>
                <c:pt idx="456">
                  <c:v>0.0744379873959</c:v>
                </c:pt>
                <c:pt idx="457">
                  <c:v>0.0749205385677</c:v>
                </c:pt>
                <c:pt idx="458">
                  <c:v>0.0754076674904</c:v>
                </c:pt>
                <c:pt idx="459">
                  <c:v>0.0758994290899</c:v>
                </c:pt>
                <c:pt idx="460">
                  <c:v>0.0763958790367</c:v>
                </c:pt>
                <c:pt idx="461">
                  <c:v>0.076897073756</c:v>
                </c:pt>
                <c:pt idx="462">
                  <c:v>0.0774030704377</c:v>
                </c:pt>
                <c:pt idx="463">
                  <c:v>0.0779139270459</c:v>
                </c:pt>
                <c:pt idx="464">
                  <c:v>0.0784297023291</c:v>
                </c:pt>
                <c:pt idx="465">
                  <c:v>0.0789504558304</c:v>
                </c:pt>
                <c:pt idx="466">
                  <c:v>0.079476247897</c:v>
                </c:pt>
                <c:pt idx="467">
                  <c:v>0.080007139691</c:v>
                </c:pt>
                <c:pt idx="468">
                  <c:v>0.0805431931989</c:v>
                </c:pt>
                <c:pt idx="469">
                  <c:v>0.0810844712423</c:v>
                </c:pt>
                <c:pt idx="470">
                  <c:v>0.0816310374877</c:v>
                </c:pt>
                <c:pt idx="471">
                  <c:v>0.0821829564571</c:v>
                </c:pt>
                <c:pt idx="472">
                  <c:v>0.082740293538</c:v>
                </c:pt>
                <c:pt idx="473">
                  <c:v>0.0833031149938</c:v>
                </c:pt>
                <c:pt idx="474">
                  <c:v>0.0838714879739</c:v>
                </c:pt>
                <c:pt idx="475">
                  <c:v>0.0844454805243</c:v>
                </c:pt>
                <c:pt idx="476">
                  <c:v>0.0850251615972</c:v>
                </c:pt>
                <c:pt idx="477">
                  <c:v>0.0856106010621</c:v>
                </c:pt>
                <c:pt idx="478">
                  <c:v>0.0862018697151</c:v>
                </c:pt>
                <c:pt idx="479">
                  <c:v>0.0867990392898</c:v>
                </c:pt>
                <c:pt idx="480">
                  <c:v>0.0874021824669</c:v>
                </c:pt>
                <c:pt idx="481">
                  <c:v>0.0880113728844</c:v>
                </c:pt>
                <c:pt idx="482">
                  <c:v>0.0886266851475</c:v>
                </c:pt>
                <c:pt idx="483">
                  <c:v>0.0892481948387</c:v>
                </c:pt>
                <c:pt idx="484">
                  <c:v>0.0898759785271</c:v>
                </c:pt>
                <c:pt idx="485">
                  <c:v>0.0905101137785</c:v>
                </c:pt>
                <c:pt idx="486">
                  <c:v>0.0911506791647</c:v>
                </c:pt>
                <c:pt idx="487">
                  <c:v>0.091797754273</c:v>
                </c:pt>
                <c:pt idx="488">
                  <c:v>0.0924514197151</c:v>
                </c:pt>
                <c:pt idx="489">
                  <c:v>0.0931117571367</c:v>
                </c:pt>
                <c:pt idx="490">
                  <c:v>0.0937788492256</c:v>
                </c:pt>
                <c:pt idx="491">
                  <c:v>0.094452779721</c:v>
                </c:pt>
                <c:pt idx="492">
                  <c:v>0.0951336334215</c:v>
                </c:pt>
                <c:pt idx="493">
                  <c:v>0.0958214961934</c:v>
                </c:pt>
                <c:pt idx="494">
                  <c:v>0.0965164549784</c:v>
                </c:pt>
                <c:pt idx="495">
                  <c:v>0.0972185978012</c:v>
                </c:pt>
                <c:pt idx="496">
                  <c:v>0.0979280137768</c:v>
                </c:pt>
                <c:pt idx="497">
                  <c:v>0.0986447931173</c:v>
                </c:pt>
                <c:pt idx="498">
                  <c:v>0.0993690271383</c:v>
                </c:pt>
                <c:pt idx="499">
                  <c:v>0.100100808265</c:v>
                </c:pt>
                <c:pt idx="500">
                  <c:v>0.100840230039</c:v>
                </c:pt>
                <c:pt idx="501">
                  <c:v>0.101587387121</c:v>
                </c:pt>
                <c:pt idx="502">
                  <c:v>0.102342375296</c:v>
                </c:pt>
                <c:pt idx="503">
                  <c:v>0.103105291482</c:v>
                </c:pt>
                <c:pt idx="504">
                  <c:v>0.103876233727</c:v>
                </c:pt>
                <c:pt idx="505">
                  <c:v>0.104655301215</c:v>
                </c:pt>
                <c:pt idx="506">
                  <c:v>0.105442594269</c:v>
                </c:pt>
                <c:pt idx="507">
                  <c:v>0.106238214352</c:v>
                </c:pt>
                <c:pt idx="508">
                  <c:v>0.107042264067</c:v>
                </c:pt>
                <c:pt idx="509">
                  <c:v>0.107854847159</c:v>
                </c:pt>
                <c:pt idx="510">
                  <c:v>0.108676068513</c:v>
                </c:pt>
                <c:pt idx="511">
                  <c:v>0.109506034152</c:v>
                </c:pt>
                <c:pt idx="512">
                  <c:v>0.110344851237</c:v>
                </c:pt>
                <c:pt idx="513">
                  <c:v>0.11119262806</c:v>
                </c:pt>
                <c:pt idx="514">
                  <c:v>0.112049474043</c:v>
                </c:pt>
                <c:pt idx="515">
                  <c:v>0.112915499731</c:v>
                </c:pt>
                <c:pt idx="516">
                  <c:v>0.113790816785</c:v>
                </c:pt>
                <c:pt idx="517">
                  <c:v>0.114675537975</c:v>
                </c:pt>
                <c:pt idx="518">
                  <c:v>0.115569777172</c:v>
                </c:pt>
                <c:pt idx="519">
                  <c:v>0.116473649333</c:v>
                </c:pt>
                <c:pt idx="520">
                  <c:v>0.117387270495</c:v>
                </c:pt>
                <c:pt idx="521">
                  <c:v>0.118310757761</c:v>
                </c:pt>
                <c:pt idx="522">
                  <c:v>0.119244229279</c:v>
                </c:pt>
                <c:pt idx="523">
                  <c:v>0.120187804235</c:v>
                </c:pt>
                <c:pt idx="524">
                  <c:v>0.121141602827</c:v>
                </c:pt>
                <c:pt idx="525">
                  <c:v>0.122105746251</c:v>
                </c:pt>
                <c:pt idx="526">
                  <c:v>0.123080356675</c:v>
                </c:pt>
                <c:pt idx="527">
                  <c:v>0.124065557219</c:v>
                </c:pt>
                <c:pt idx="528">
                  <c:v>0.125061471927</c:v>
                </c:pt>
                <c:pt idx="529">
                  <c:v>0.12606822574</c:v>
                </c:pt>
                <c:pt idx="530">
                  <c:v>0.127085944467</c:v>
                </c:pt>
                <c:pt idx="531">
                  <c:v>0.128114754753</c:v>
                </c:pt>
                <c:pt idx="532">
                  <c:v>0.129154784043</c:v>
                </c:pt>
                <c:pt idx="533">
                  <c:v>0.130206160544</c:v>
                </c:pt>
                <c:pt idx="534">
                  <c:v>0.13126901319</c:v>
                </c:pt>
                <c:pt idx="535">
                  <c:v>0.132343471595</c:v>
                </c:pt>
                <c:pt idx="536">
                  <c:v>0.13342966601</c:v>
                </c:pt>
                <c:pt idx="537">
                  <c:v>0.134527727275</c:v>
                </c:pt>
                <c:pt idx="538">
                  <c:v>0.135637786766</c:v>
                </c:pt>
                <c:pt idx="539">
                  <c:v>0.136759976343</c:v>
                </c:pt>
                <c:pt idx="540">
                  <c:v>0.137894428292</c:v>
                </c:pt>
                <c:pt idx="541">
                  <c:v>0.139041275264</c:v>
                </c:pt>
                <c:pt idx="542">
                  <c:v>0.140200650207</c:v>
                </c:pt>
                <c:pt idx="543">
                  <c:v>0.141372686304</c:v>
                </c:pt>
                <c:pt idx="544">
                  <c:v>0.142557516898</c:v>
                </c:pt>
                <c:pt idx="545">
                  <c:v>0.143755275414</c:v>
                </c:pt>
                <c:pt idx="546">
                  <c:v>0.144966095283</c:v>
                </c:pt>
                <c:pt idx="547">
                  <c:v>0.146190109857</c:v>
                </c:pt>
                <c:pt idx="548">
                  <c:v>0.147427452317</c:v>
                </c:pt>
                <c:pt idx="549">
                  <c:v>0.148678255588</c:v>
                </c:pt>
                <c:pt idx="550">
                  <c:v>0.149942652233</c:v>
                </c:pt>
                <c:pt idx="551">
                  <c:v>0.151220774356</c:v>
                </c:pt>
                <c:pt idx="552">
                  <c:v>0.152512753496</c:v>
                </c:pt>
                <c:pt idx="553">
                  <c:v>0.153818720513</c:v>
                </c:pt>
                <c:pt idx="554">
                  <c:v>0.15513880547</c:v>
                </c:pt>
                <c:pt idx="555">
                  <c:v>0.156473137514</c:v>
                </c:pt>
                <c:pt idx="556">
                  <c:v>0.157821844749</c:v>
                </c:pt>
                <c:pt idx="557">
                  <c:v>0.1591850541</c:v>
                </c:pt>
                <c:pt idx="558">
                  <c:v>0.160562891178</c:v>
                </c:pt>
                <c:pt idx="559">
                  <c:v>0.161955480132</c:v>
                </c:pt>
                <c:pt idx="560">
                  <c:v>0.163362943506</c:v>
                </c:pt>
                <c:pt idx="561">
                  <c:v>0.164785402076</c:v>
                </c:pt>
                <c:pt idx="562">
                  <c:v>0.166222974693</c:v>
                </c:pt>
                <c:pt idx="563">
                  <c:v>0.167675778117</c:v>
                </c:pt>
                <c:pt idx="564">
                  <c:v>0.169143926837</c:v>
                </c:pt>
                <c:pt idx="565">
                  <c:v>0.170627532898</c:v>
                </c:pt>
                <c:pt idx="566">
                  <c:v>0.172126705711</c:v>
                </c:pt>
                <c:pt idx="567">
                  <c:v>0.173641551864</c:v>
                </c:pt>
                <c:pt idx="568">
                  <c:v>0.17517217492</c:v>
                </c:pt>
                <c:pt idx="569">
                  <c:v>0.176718675214</c:v>
                </c:pt>
                <c:pt idx="570">
                  <c:v>0.178281149644</c:v>
                </c:pt>
                <c:pt idx="571">
                  <c:v>0.179859691449</c:v>
                </c:pt>
                <c:pt idx="572">
                  <c:v>0.18145438999</c:v>
                </c:pt>
                <c:pt idx="573">
                  <c:v>0.183065330519</c:v>
                </c:pt>
                <c:pt idx="574">
                  <c:v>0.184692593942</c:v>
                </c:pt>
                <c:pt idx="575">
                  <c:v>0.186336256579</c:v>
                </c:pt>
                <c:pt idx="576">
                  <c:v>0.187996389915</c:v>
                </c:pt>
                <c:pt idx="577">
                  <c:v>0.189673060349</c:v>
                </c:pt>
                <c:pt idx="578">
                  <c:v>0.191366328931</c:v>
                </c:pt>
                <c:pt idx="579">
                  <c:v>0.193076251104</c:v>
                </c:pt>
                <c:pt idx="580">
                  <c:v>0.194802876429</c:v>
                </c:pt>
                <c:pt idx="581">
                  <c:v>0.196546248313</c:v>
                </c:pt>
                <c:pt idx="582">
                  <c:v>0.198306403733</c:v>
                </c:pt>
                <c:pt idx="583">
                  <c:v>0.200083372948</c:v>
                </c:pt>
                <c:pt idx="584">
                  <c:v>0.201877179218</c:v>
                </c:pt>
                <c:pt idx="585">
                  <c:v>0.203687838508</c:v>
                </c:pt>
                <c:pt idx="586">
                  <c:v>0.2055153592</c:v>
                </c:pt>
                <c:pt idx="587">
                  <c:v>0.207359741793</c:v>
                </c:pt>
                <c:pt idx="588">
                  <c:v>0.209220978609</c:v>
                </c:pt>
                <c:pt idx="589">
                  <c:v>0.211099053488</c:v>
                </c:pt>
                <c:pt idx="590">
                  <c:v>0.212993941494</c:v>
                </c:pt>
                <c:pt idx="591">
                  <c:v>0.21490560861</c:v>
                </c:pt>
                <c:pt idx="592">
                  <c:v>0.216834011438</c:v>
                </c:pt>
                <c:pt idx="593">
                  <c:v>0.2187790969</c:v>
                </c:pt>
                <c:pt idx="594">
                  <c:v>0.220740801942</c:v>
                </c:pt>
                <c:pt idx="595">
                  <c:v>0.222719053233</c:v>
                </c:pt>
                <c:pt idx="596">
                  <c:v>0.224713766882</c:v>
                </c:pt>
                <c:pt idx="597">
                  <c:v>0.226724848141</c:v>
                </c:pt>
                <c:pt idx="598">
                  <c:v>0.228752191129</c:v>
                </c:pt>
                <c:pt idx="599">
                  <c:v>0.230795678552</c:v>
                </c:pt>
                <c:pt idx="600">
                  <c:v>0.232855181433</c:v>
                </c:pt>
                <c:pt idx="601">
                  <c:v>0.234930558851</c:v>
                </c:pt>
                <c:pt idx="602">
                  <c:v>0.23702165769</c:v>
                </c:pt>
                <c:pt idx="603">
                  <c:v>0.239128312392</c:v>
                </c:pt>
                <c:pt idx="604">
                  <c:v>0.241250344727</c:v>
                </c:pt>
                <c:pt idx="605">
                  <c:v>0.243387563575</c:v>
                </c:pt>
                <c:pt idx="606">
                  <c:v>0.245539764715</c:v>
                </c:pt>
                <c:pt idx="607">
                  <c:v>0.247706730638</c:v>
                </c:pt>
                <c:pt idx="608">
                  <c:v>0.249888230366</c:v>
                </c:pt>
                <c:pt idx="609">
                  <c:v>0.252084019295</c:v>
                </c:pt>
                <c:pt idx="610">
                  <c:v>0.254293839048</c:v>
                </c:pt>
                <c:pt idx="611">
                  <c:v>0.256517417359</c:v>
                </c:pt>
                <c:pt idx="612">
                  <c:v>0.258754467962</c:v>
                </c:pt>
                <c:pt idx="613">
                  <c:v>0.261004690512</c:v>
                </c:pt>
                <c:pt idx="614">
                  <c:v>0.263267770526</c:v>
                </c:pt>
                <c:pt idx="615">
                  <c:v>0.265543379342</c:v>
                </c:pt>
                <c:pt idx="616">
                  <c:v>0.267831174111</c:v>
                </c:pt>
                <c:pt idx="617">
                  <c:v>0.270130797806</c:v>
                </c:pt>
                <c:pt idx="618">
                  <c:v>0.27244187926</c:v>
                </c:pt>
                <c:pt idx="619">
                  <c:v>0.274764033238</c:v>
                </c:pt>
                <c:pt idx="620">
                  <c:v>0.277096860521</c:v>
                </c:pt>
                <c:pt idx="621">
                  <c:v>0.279439948035</c:v>
                </c:pt>
                <c:pt idx="622">
                  <c:v>0.281792869004</c:v>
                </c:pt>
                <c:pt idx="623">
                  <c:v>0.284155183123</c:v>
                </c:pt>
                <c:pt idx="624">
                  <c:v>0.28652643678</c:v>
                </c:pt>
                <c:pt idx="625">
                  <c:v>0.288906163293</c:v>
                </c:pt>
                <c:pt idx="626">
                  <c:v>0.291293883186</c:v>
                </c:pt>
                <c:pt idx="627">
                  <c:v>0.293689104495</c:v>
                </c:pt>
                <c:pt idx="628">
                  <c:v>0.296091323107</c:v>
                </c:pt>
                <c:pt idx="629">
                  <c:v>0.298500023129</c:v>
                </c:pt>
                <c:pt idx="630">
                  <c:v>0.300914677285</c:v>
                </c:pt>
                <c:pt idx="631">
                  <c:v>0.303334747358</c:v>
                </c:pt>
                <c:pt idx="632">
                  <c:v>0.305759684645</c:v>
                </c:pt>
                <c:pt idx="633">
                  <c:v>0.308188930458</c:v>
                </c:pt>
                <c:pt idx="634">
                  <c:v>0.310621916646</c:v>
                </c:pt>
                <c:pt idx="635">
                  <c:v>0.313058066154</c:v>
                </c:pt>
                <c:pt idx="636">
                  <c:v>0.315496793603</c:v>
                </c:pt>
                <c:pt idx="637">
                  <c:v>0.317937505905</c:v>
                </c:pt>
                <c:pt idx="638">
                  <c:v>0.320379602901</c:v>
                </c:pt>
                <c:pt idx="639">
                  <c:v>0.322822478027</c:v>
                </c:pt>
                <c:pt idx="640">
                  <c:v>0.325265519002</c:v>
                </c:pt>
                <c:pt idx="641">
                  <c:v>0.327708108544</c:v>
                </c:pt>
                <c:pt idx="642">
                  <c:v>0.330149625102</c:v>
                </c:pt>
                <c:pt idx="643">
                  <c:v>0.332589443612</c:v>
                </c:pt>
                <c:pt idx="644">
                  <c:v>0.335026936273</c:v>
                </c:pt>
                <c:pt idx="645">
                  <c:v>0.337461473333</c:v>
                </c:pt>
                <c:pt idx="646">
                  <c:v>0.339892423899</c:v>
                </c:pt>
                <c:pt idx="647">
                  <c:v>0.342319156748</c:v>
                </c:pt>
                <c:pt idx="648">
                  <c:v>0.344741041165</c:v>
                </c:pt>
                <c:pt idx="649">
                  <c:v>0.347157447771</c:v>
                </c:pt>
                <c:pt idx="650">
                  <c:v>0.349567749375</c:v>
                </c:pt>
                <c:pt idx="651">
                  <c:v>0.351971321816</c:v>
                </c:pt>
                <c:pt idx="652">
                  <c:v>0.354367544816</c:v>
                </c:pt>
                <c:pt idx="653">
                  <c:v>0.356755802827</c:v>
                </c:pt>
                <c:pt idx="654">
                  <c:v>0.359135485882</c:v>
                </c:pt>
                <c:pt idx="655">
                  <c:v>0.36150599043</c:v>
                </c:pt>
                <c:pt idx="656">
                  <c:v>0.363866720174</c:v>
                </c:pt>
                <c:pt idx="657">
                  <c:v>0.366217086894</c:v>
                </c:pt>
                <c:pt idx="658">
                  <c:v>0.368556511256</c:v>
                </c:pt>
                <c:pt idx="659">
                  <c:v>0.370884423607</c:v>
                </c:pt>
                <c:pt idx="660">
                  <c:v>0.373200264758</c:v>
                </c:pt>
                <c:pt idx="661">
                  <c:v>0.375503486737</c:v>
                </c:pt>
                <c:pt idx="662">
                  <c:v>0.37779355353</c:v>
                </c:pt>
                <c:pt idx="663">
                  <c:v>0.380069941791</c:v>
                </c:pt>
                <c:pt idx="664">
                  <c:v>0.382332141531</c:v>
                </c:pt>
                <c:pt idx="665">
                  <c:v>0.384579656769</c:v>
                </c:pt>
                <c:pt idx="666">
                  <c:v>0.386812006167</c:v>
                </c:pt>
                <c:pt idx="667">
                  <c:v>0.389028723615</c:v>
                </c:pt>
                <c:pt idx="668">
                  <c:v>0.391229358801</c:v>
                </c:pt>
                <c:pt idx="669">
                  <c:v>0.393413477726</c:v>
                </c:pt>
                <c:pt idx="670">
                  <c:v>0.395580663192</c:v>
                </c:pt>
                <c:pt idx="671">
                  <c:v>0.39773051525</c:v>
                </c:pt>
                <c:pt idx="672">
                  <c:v>0.399862651606</c:v>
                </c:pt>
                <c:pt idx="673">
                  <c:v>0.401976707982</c:v>
                </c:pt>
                <c:pt idx="674">
                  <c:v>0.404072338438</c:v>
                </c:pt>
                <c:pt idx="675">
                  <c:v>0.406149215651</c:v>
                </c:pt>
                <c:pt idx="676">
                  <c:v>0.408207031142</c:v>
                </c:pt>
                <c:pt idx="677">
                  <c:v>0.410245495467</c:v>
                </c:pt>
                <c:pt idx="678">
                  <c:v>0.412264338354</c:v>
                </c:pt>
                <c:pt idx="679">
                  <c:v>0.414263308799</c:v>
                </c:pt>
                <c:pt idx="680">
                  <c:v>0.416242175115</c:v>
                </c:pt>
                <c:pt idx="681">
                  <c:v>0.418200724926</c:v>
                </c:pt>
                <c:pt idx="682">
                  <c:v>0.420138765132</c:v>
                </c:pt>
                <c:pt idx="683">
                  <c:v>0.422056121808</c:v>
                </c:pt>
                <c:pt idx="684">
                  <c:v>0.423952640071</c:v>
                </c:pt>
                <c:pt idx="685">
                  <c:v>0.425828183898</c:v>
                </c:pt>
                <c:pt idx="686">
                  <c:v>0.427682635898</c:v>
                </c:pt>
                <c:pt idx="687">
                  <c:v>0.429515897042</c:v>
                </c:pt>
                <c:pt idx="688">
                  <c:v>0.43132788635</c:v>
                </c:pt>
                <c:pt idx="689">
                  <c:v>0.43311854054</c:v>
                </c:pt>
                <c:pt idx="690">
                  <c:v>0.434887813632</c:v>
                </c:pt>
                <c:pt idx="691">
                  <c:v>0.436635676516</c:v>
                </c:pt>
                <c:pt idx="692">
                  <c:v>0.438362116486</c:v>
                </c:pt>
                <c:pt idx="693">
                  <c:v>0.440067136734</c:v>
                </c:pt>
                <c:pt idx="694">
                  <c:v>0.441750755812</c:v>
                </c:pt>
                <c:pt idx="695">
                  <c:v>0.443413007069</c:v>
                </c:pt>
                <c:pt idx="696">
                  <c:v>0.445053938046</c:v>
                </c:pt>
                <c:pt idx="697">
                  <c:v>0.446673609856</c:v>
                </c:pt>
                <c:pt idx="698">
                  <c:v>0.448272096532</c:v>
                </c:pt>
                <c:pt idx="699">
                  <c:v>0.449849484352</c:v>
                </c:pt>
                <c:pt idx="700">
                  <c:v>0.451405871145</c:v>
                </c:pt>
                <c:pt idx="701">
                  <c:v>0.452941365579</c:v>
                </c:pt>
                <c:pt idx="702">
                  <c:v>0.454456086431</c:v>
                </c:pt>
                <c:pt idx="703">
                  <c:v>0.455950161842</c:v>
                </c:pt>
                <c:pt idx="704">
                  <c:v>0.457423728561</c:v>
                </c:pt>
                <c:pt idx="705">
                  <c:v>0.458876931185</c:v>
                </c:pt>
                <c:pt idx="706">
                  <c:v>0.460309921378</c:v>
                </c:pt>
                <c:pt idx="707">
                  <c:v>0.461722857101</c:v>
                </c:pt>
                <c:pt idx="708">
                  <c:v>0.463115901827</c:v>
                </c:pt>
                <c:pt idx="709">
                  <c:v>0.464489223764</c:v>
                </c:pt>
                <c:pt idx="710">
                  <c:v>0.465842995069</c:v>
                </c:pt>
                <c:pt idx="711">
                  <c:v>0.467177391078</c:v>
                </c:pt>
                <c:pt idx="712">
                  <c:v>0.468492589531</c:v>
                </c:pt>
                <c:pt idx="713">
                  <c:v>0.469788769806</c:v>
                </c:pt>
                <c:pt idx="714">
                  <c:v>0.471066112171</c:v>
                </c:pt>
                <c:pt idx="715">
                  <c:v>0.47232479703</c:v>
                </c:pt>
                <c:pt idx="716">
                  <c:v>0.473565004198</c:v>
                </c:pt>
                <c:pt idx="717">
                  <c:v>0.474786912178</c:v>
                </c:pt>
                <c:pt idx="718">
                  <c:v>0.475990697459</c:v>
                </c:pt>
                <c:pt idx="719">
                  <c:v>0.477176533827</c:v>
                </c:pt>
                <c:pt idx="720">
                  <c:v>0.478344591698</c:v>
                </c:pt>
                <c:pt idx="721">
                  <c:v>0.479495037461</c:v>
                </c:pt>
                <c:pt idx="722">
                  <c:v>0.480628032854</c:v>
                </c:pt>
                <c:pt idx="723">
                  <c:v>0.481743734347</c:v>
                </c:pt>
                <c:pt idx="724">
                  <c:v>0.482842292551</c:v>
                </c:pt>
                <c:pt idx="725">
                  <c:v>0.483923851654</c:v>
                </c:pt>
                <c:pt idx="726">
                  <c:v>0.484988548873</c:v>
                </c:pt>
                <c:pt idx="727">
                  <c:v>0.486036513929</c:v>
                </c:pt>
                <c:pt idx="728">
                  <c:v>0.487067868548</c:v>
                </c:pt>
                <c:pt idx="729">
                  <c:v>0.488082725986</c:v>
                </c:pt>
                <c:pt idx="730">
                  <c:v>0.489081190571</c:v>
                </c:pt>
                <c:pt idx="731">
                  <c:v>0.490063357282</c:v>
                </c:pt>
                <c:pt idx="732">
                  <c:v>0.491029311334</c:v>
                </c:pt>
                <c:pt idx="733">
                  <c:v>0.491979127801</c:v>
                </c:pt>
                <c:pt idx="734">
                  <c:v>0.49291287126</c:v>
                </c:pt>
                <c:pt idx="735">
                  <c:v>0.493830595451</c:v>
                </c:pt>
                <c:pt idx="736">
                  <c:v>0.494732342967</c:v>
                </c:pt>
                <c:pt idx="737">
                  <c:v>0.495618144968</c:v>
                </c:pt>
                <c:pt idx="738">
                  <c:v>0.496488020913</c:v>
                </c:pt>
                <c:pt idx="739">
                  <c:v>0.497341978316</c:v>
                </c:pt>
                <c:pt idx="740">
                  <c:v>0.498180012526</c:v>
                </c:pt>
                <c:pt idx="741">
                  <c:v>0.499002106525</c:v>
                </c:pt>
                <c:pt idx="742">
                  <c:v>0.499808230755</c:v>
                </c:pt>
                <c:pt idx="743">
                  <c:v>0.500598342952</c:v>
                </c:pt>
                <c:pt idx="744">
                  <c:v>0.501372388017</c:v>
                </c:pt>
                <c:pt idx="745">
                  <c:v>0.502130297893</c:v>
                </c:pt>
                <c:pt idx="746">
                  <c:v>0.502871991471</c:v>
                </c:pt>
                <c:pt idx="747">
                  <c:v>0.503597374511</c:v>
                </c:pt>
                <c:pt idx="748">
                  <c:v>0.504306339584</c:v>
                </c:pt>
                <c:pt idx="749">
                  <c:v>0.50499876603</c:v>
                </c:pt>
                <c:pt idx="750">
                  <c:v>0.505674519935</c:v>
                </c:pt>
                <c:pt idx="751">
                  <c:v>0.506333454129</c:v>
                </c:pt>
                <c:pt idx="752">
                  <c:v>0.506975408201</c:v>
                </c:pt>
                <c:pt idx="753">
                  <c:v>0.507600208523</c:v>
                </c:pt>
                <c:pt idx="754">
                  <c:v>0.508207668308</c:v>
                </c:pt>
                <c:pt idx="755">
                  <c:v>0.508797587666</c:v>
                </c:pt>
                <c:pt idx="756">
                  <c:v>0.509369753692</c:v>
                </c:pt>
                <c:pt idx="757">
                  <c:v>0.509923940564</c:v>
                </c:pt>
                <c:pt idx="758">
                  <c:v>0.510459909656</c:v>
                </c:pt>
                <c:pt idx="759">
                  <c:v>0.510977409676</c:v>
                </c:pt>
                <c:pt idx="760">
                  <c:v>0.511476176809</c:v>
                </c:pt>
                <c:pt idx="761">
                  <c:v>0.511955934889</c:v>
                </c:pt>
                <c:pt idx="762">
                  <c:v>0.512416395577</c:v>
                </c:pt>
                <c:pt idx="763">
                  <c:v>0.512857258568</c:v>
                </c:pt>
                <c:pt idx="764">
                  <c:v>0.513278211799</c:v>
                </c:pt>
                <c:pt idx="765">
                  <c:v>0.513678931695</c:v>
                </c:pt>
                <c:pt idx="766">
                  <c:v>0.514059083412</c:v>
                </c:pt>
                <c:pt idx="767">
                  <c:v>0.514418321114</c:v>
                </c:pt>
                <c:pt idx="768">
                  <c:v>0.514756288261</c:v>
                </c:pt>
                <c:pt idx="769">
                  <c:v>0.515072617912</c:v>
                </c:pt>
                <c:pt idx="770">
                  <c:v>0.515366933061</c:v>
                </c:pt>
                <c:pt idx="771">
                  <c:v>0.515638846973</c:v>
                </c:pt>
                <c:pt idx="772">
                  <c:v>0.515887963558</c:v>
                </c:pt>
                <c:pt idx="773">
                  <c:v>0.516113877751</c:v>
                </c:pt>
                <c:pt idx="774">
                  <c:v>0.516316175924</c:v>
                </c:pt>
                <c:pt idx="775">
                  <c:v>0.516494436312</c:v>
                </c:pt>
                <c:pt idx="776">
                  <c:v>0.516648229459</c:v>
                </c:pt>
                <c:pt idx="777">
                  <c:v>0.516777118696</c:v>
                </c:pt>
                <c:pt idx="778">
                  <c:v>0.51688066063</c:v>
                </c:pt>
                <c:pt idx="779">
                  <c:v>0.51695840566</c:v>
                </c:pt>
                <c:pt idx="780">
                  <c:v>0.517009898521</c:v>
                </c:pt>
                <c:pt idx="781">
                  <c:v>0.517034678842</c:v>
                </c:pt>
                <c:pt idx="782">
                  <c:v>0.517032281737</c:v>
                </c:pt>
                <c:pt idx="783">
                  <c:v>0.517002238414</c:v>
                </c:pt>
                <c:pt idx="784">
                  <c:v>0.516944076808</c:v>
                </c:pt>
                <c:pt idx="785">
                  <c:v>0.516857322248</c:v>
                </c:pt>
                <c:pt idx="786">
                  <c:v>0.516741498133</c:v>
                </c:pt>
                <c:pt idx="787">
                  <c:v>0.516596126645</c:v>
                </c:pt>
                <c:pt idx="788">
                  <c:v>0.516420729485</c:v>
                </c:pt>
                <c:pt idx="789">
                  <c:v>0.516214828626</c:v>
                </c:pt>
                <c:pt idx="790">
                  <c:v>0.515977947098</c:v>
                </c:pt>
                <c:pt idx="791">
                  <c:v>0.515709609797</c:v>
                </c:pt>
                <c:pt idx="792">
                  <c:v>0.515409344309</c:v>
                </c:pt>
                <c:pt idx="793">
                  <c:v>0.515076681769</c:v>
                </c:pt>
                <c:pt idx="794">
                  <c:v>0.514711157734</c:v>
                </c:pt>
                <c:pt idx="795">
                  <c:v>0.514312313079</c:v>
                </c:pt>
                <c:pt idx="796">
                  <c:v>0.513879694917</c:v>
                </c:pt>
                <c:pt idx="797">
                  <c:v>0.513412857536</c:v>
                </c:pt>
                <c:pt idx="798">
                  <c:v>0.512911363357</c:v>
                </c:pt>
                <c:pt idx="799">
                  <c:v>0.512374783905</c:v>
                </c:pt>
                <c:pt idx="800">
                  <c:v>0.511802700797</c:v>
                </c:pt>
                <c:pt idx="801">
                  <c:v>0.511194706753</c:v>
                </c:pt>
                <c:pt idx="802">
                  <c:v>0.510550406601</c:v>
                </c:pt>
                <c:pt idx="803">
                  <c:v>0.509869418314</c:v>
                </c:pt>
                <c:pt idx="804">
                  <c:v>0.509151374035</c:v>
                </c:pt>
                <c:pt idx="805">
                  <c:v>0.508395921125</c:v>
                </c:pt>
                <c:pt idx="806">
                  <c:v>0.507602723203</c:v>
                </c:pt>
                <c:pt idx="807">
                  <c:v>0.506771461192</c:v>
                </c:pt>
                <c:pt idx="808">
                  <c:v>0.505901834363</c:v>
                </c:pt>
                <c:pt idx="809">
                  <c:v>0.504993561372</c:v>
                </c:pt>
                <c:pt idx="810">
                  <c:v>0.504046381295</c:v>
                </c:pt>
                <c:pt idx="811">
                  <c:v>0.503060054642</c:v>
                </c:pt>
                <c:pt idx="812">
                  <c:v>0.502034364369</c:v>
                </c:pt>
                <c:pt idx="813">
                  <c:v>0.500969116864</c:v>
                </c:pt>
                <c:pt idx="814">
                  <c:v>0.499864142913</c:v>
                </c:pt>
                <c:pt idx="815">
                  <c:v>0.498719298646</c:v>
                </c:pt>
                <c:pt idx="816">
                  <c:v>0.49753446645</c:v>
                </c:pt>
                <c:pt idx="817">
                  <c:v>0.496309555853</c:v>
                </c:pt>
                <c:pt idx="818">
                  <c:v>0.495044504368</c:v>
                </c:pt>
                <c:pt idx="819">
                  <c:v>0.493739278302</c:v>
                </c:pt>
                <c:pt idx="820">
                  <c:v>0.492393873522</c:v>
                </c:pt>
                <c:pt idx="821">
                  <c:v>0.491008316169</c:v>
                </c:pt>
                <c:pt idx="822">
                  <c:v>0.489582663325</c:v>
                </c:pt>
                <c:pt idx="823">
                  <c:v>0.488117003628</c:v>
                </c:pt>
                <c:pt idx="824">
                  <c:v>0.486611457819</c:v>
                </c:pt>
                <c:pt idx="825">
                  <c:v>0.485066179244</c:v>
                </c:pt>
                <c:pt idx="826">
                  <c:v>0.483481354275</c:v>
                </c:pt>
                <c:pt idx="827">
                  <c:v>0.481857202672</c:v>
                </c:pt>
                <c:pt idx="828">
                  <c:v>0.480193977875</c:v>
                </c:pt>
                <c:pt idx="829">
                  <c:v>0.47849196722</c:v>
                </c:pt>
                <c:pt idx="830">
                  <c:v>0.476751492078</c:v>
                </c:pt>
                <c:pt idx="831">
                  <c:v>0.474972907922</c:v>
                </c:pt>
                <c:pt idx="832">
                  <c:v>0.473156604304</c:v>
                </c:pt>
                <c:pt idx="833">
                  <c:v>0.471303004764</c:v>
                </c:pt>
                <c:pt idx="834">
                  <c:v>0.469412566645</c:v>
                </c:pt>
                <c:pt idx="835">
                  <c:v>0.467485780831</c:v>
                </c:pt>
                <c:pt idx="836">
                  <c:v>0.465523171398</c:v>
                </c:pt>
                <c:pt idx="837">
                  <c:v>0.46352529518</c:v>
                </c:pt>
                <c:pt idx="838">
                  <c:v>0.461492741255</c:v>
                </c:pt>
                <c:pt idx="839">
                  <c:v>0.459426130344</c:v>
                </c:pt>
                <c:pt idx="840">
                  <c:v>0.457326114126</c:v>
                </c:pt>
                <c:pt idx="841">
                  <c:v>0.455193374479</c:v>
                </c:pt>
                <c:pt idx="842">
                  <c:v>0.453028622632</c:v>
                </c:pt>
                <c:pt idx="843">
                  <c:v>0.450832598245</c:v>
                </c:pt>
                <c:pt idx="844">
                  <c:v>0.448606068415</c:v>
                </c:pt>
                <c:pt idx="845">
                  <c:v>0.44634982661</c:v>
                </c:pt>
                <c:pt idx="846">
                  <c:v>0.444064691525</c:v>
                </c:pt>
                <c:pt idx="847">
                  <c:v>0.441751505891</c:v>
                </c:pt>
                <c:pt idx="848">
                  <c:v>0.439411135201</c:v>
                </c:pt>
                <c:pt idx="849">
                  <c:v>0.4370444664</c:v>
                </c:pt>
                <c:pt idx="850">
                  <c:v>0.434652406503</c:v>
                </c:pt>
                <c:pt idx="851">
                  <c:v>0.432235881182</c:v>
                </c:pt>
                <c:pt idx="852">
                  <c:v>0.429795833293</c:v>
                </c:pt>
                <c:pt idx="853">
                  <c:v>0.427333221382</c:v>
                </c:pt>
                <c:pt idx="854">
                  <c:v>0.424849018144</c:v>
                </c:pt>
                <c:pt idx="855">
                  <c:v>0.422344208861</c:v>
                </c:pt>
                <c:pt idx="856">
                  <c:v>0.419819789821</c:v>
                </c:pt>
                <c:pt idx="857">
                  <c:v>0.417276766711</c:v>
                </c:pt>
                <c:pt idx="858">
                  <c:v>0.414716153008</c:v>
                </c:pt>
                <c:pt idx="859">
                  <c:v>0.412138968359</c:v>
                </c:pt>
                <c:pt idx="860">
                  <c:v>0.409546236966</c:v>
                </c:pt>
                <c:pt idx="861">
                  <c:v>0.40693898597</c:v>
                </c:pt>
                <c:pt idx="862">
                  <c:v>0.404318243851</c:v>
                </c:pt>
                <c:pt idx="863">
                  <c:v>0.401685038841</c:v>
                </c:pt>
                <c:pt idx="864">
                  <c:v>0.399040397361</c:v>
                </c:pt>
                <c:pt idx="865">
                  <c:v>0.396385342479</c:v>
                </c:pt>
                <c:pt idx="866">
                  <c:v>0.393720892402</c:v>
                </c:pt>
                <c:pt idx="867">
                  <c:v>0.391048059005</c:v>
                </c:pt>
                <c:pt idx="868">
                  <c:v>0.388367846389</c:v>
                </c:pt>
                <c:pt idx="869">
                  <c:v>0.385681249497</c:v>
                </c:pt>
                <c:pt idx="870">
                  <c:v>0.38298925276</c:v>
                </c:pt>
                <c:pt idx="871">
                  <c:v>0.380292828806</c:v>
                </c:pt>
                <c:pt idx="872">
                  <c:v>0.377592937217</c:v>
                </c:pt>
                <c:pt idx="873">
                  <c:v>0.374890523335</c:v>
                </c:pt>
                <c:pt idx="874">
                  <c:v>0.37218651714</c:v>
                </c:pt>
                <c:pt idx="875">
                  <c:v>0.369481832174</c:v>
                </c:pt>
                <c:pt idx="876">
                  <c:v>0.366777364533</c:v>
                </c:pt>
                <c:pt idx="877">
                  <c:v>0.364073991925</c:v>
                </c:pt>
                <c:pt idx="878">
                  <c:v>0.361372572784</c:v>
                </c:pt>
                <c:pt idx="879">
                  <c:v>0.35867394546</c:v>
                </c:pt>
                <c:pt idx="880">
                  <c:v>0.355978927464</c:v>
                </c:pt>
                <c:pt idx="881">
                  <c:v>0.353288314785</c:v>
                </c:pt>
                <c:pt idx="882">
                  <c:v>0.350602881273</c:v>
                </c:pt>
                <c:pt idx="883">
                  <c:v>0.347923378086</c:v>
                </c:pt>
                <c:pt idx="884">
                  <c:v>0.345250533204</c:v>
                </c:pt>
                <c:pt idx="885">
                  <c:v>0.342585051006</c:v>
                </c:pt>
                <c:pt idx="886">
                  <c:v>0.339927611907</c:v>
                </c:pt>
                <c:pt idx="887">
                  <c:v>0.337278872071</c:v>
                </c:pt>
                <c:pt idx="888">
                  <c:v>0.334639463168</c:v>
                </c:pt>
                <c:pt idx="889">
                  <c:v>0.332009992202</c:v>
                </c:pt>
                <c:pt idx="890">
                  <c:v>0.329391041394</c:v>
                </c:pt>
                <c:pt idx="891">
                  <c:v>0.326783168119</c:v>
                </c:pt>
                <c:pt idx="892">
                  <c:v>0.324186904903</c:v>
                </c:pt>
                <c:pt idx="893">
                  <c:v>0.32160275947</c:v>
                </c:pt>
                <c:pt idx="894">
                  <c:v>0.319031214831</c:v>
                </c:pt>
                <c:pt idx="895">
                  <c:v>0.316472729439</c:v>
                </c:pt>
                <c:pt idx="896">
                  <c:v>0.313927737375</c:v>
                </c:pt>
                <c:pt idx="897">
                  <c:v>0.31139664858</c:v>
                </c:pt>
                <c:pt idx="898">
                  <c:v>0.308879849137</c:v>
                </c:pt>
                <c:pt idx="899">
                  <c:v>0.306377701584</c:v>
                </c:pt>
                <c:pt idx="900">
                  <c:v>0.303890545264</c:v>
                </c:pt>
                <c:pt idx="901">
                  <c:v>0.301418696715</c:v>
                </c:pt>
                <c:pt idx="902">
                  <c:v>0.298962450087</c:v>
                </c:pt>
                <c:pt idx="903">
                  <c:v>0.296522077591</c:v>
                </c:pt>
                <c:pt idx="904">
                  <c:v>0.294097829975</c:v>
                </c:pt>
                <c:pt idx="905">
                  <c:v>0.291689937023</c:v>
                </c:pt>
                <c:pt idx="906">
                  <c:v>0.289298608084</c:v>
                </c:pt>
                <c:pt idx="907">
                  <c:v>0.286924032612</c:v>
                </c:pt>
                <c:pt idx="908">
                  <c:v>0.284566380731</c:v>
                </c:pt>
                <c:pt idx="909">
                  <c:v>0.282225803816</c:v>
                </c:pt>
                <c:pt idx="910">
                  <c:v>0.279902435085</c:v>
                </c:pt>
                <c:pt idx="911">
                  <c:v>0.277596390208</c:v>
                </c:pt>
                <c:pt idx="912">
                  <c:v>0.27530776792</c:v>
                </c:pt>
                <c:pt idx="913">
                  <c:v>0.273036650649</c:v>
                </c:pt>
                <c:pt idx="914">
                  <c:v>0.270783105148</c:v>
                </c:pt>
                <c:pt idx="915">
                  <c:v>0.268547183131</c:v>
                </c:pt>
                <c:pt idx="916">
                  <c:v>0.266328921911</c:v>
                </c:pt>
                <c:pt idx="917">
                  <c:v>0.264128345045</c:v>
                </c:pt>
                <c:pt idx="918">
                  <c:v>0.261945462971</c:v>
                </c:pt>
                <c:pt idx="919">
                  <c:v>0.259780273652</c:v>
                </c:pt>
                <c:pt idx="920">
                  <c:v>0.257632763208</c:v>
                </c:pt>
                <c:pt idx="921">
                  <c:v>0.255502906551</c:v>
                </c:pt>
                <c:pt idx="922">
                  <c:v>0.25339066801</c:v>
                </c:pt>
                <c:pt idx="923">
                  <c:v>0.25129600195</c:v>
                </c:pt>
                <c:pt idx="924">
                  <c:v>0.249218853384</c:v>
                </c:pt>
                <c:pt idx="925">
                  <c:v>0.247159158574</c:v>
                </c:pt>
                <c:pt idx="926">
                  <c:v>0.245116845619</c:v>
                </c:pt>
                <c:pt idx="927">
                  <c:v>0.24309183504</c:v>
                </c:pt>
                <c:pt idx="928">
                  <c:v>0.241084040343</c:v>
                </c:pt>
                <c:pt idx="929">
                  <c:v>0.239093368577</c:v>
                </c:pt>
                <c:pt idx="930">
                  <c:v>0.237119720868</c:v>
                </c:pt>
                <c:pt idx="931">
                  <c:v>0.235162992951</c:v>
                </c:pt>
                <c:pt idx="932">
                  <c:v>0.233223075676</c:v>
                </c:pt>
                <c:pt idx="933">
                  <c:v>0.2312998555</c:v>
                </c:pt>
                <c:pt idx="934">
                  <c:v>0.229393214969</c:v>
                </c:pt>
                <c:pt idx="935">
                  <c:v>0.227503033174</c:v>
                </c:pt>
                <c:pt idx="936">
                  <c:v>0.225629186195</c:v>
                </c:pt>
                <c:pt idx="937">
                  <c:v>0.223771547526</c:v>
                </c:pt>
                <c:pt idx="938">
                  <c:v>0.221929988479</c:v>
                </c:pt>
                <c:pt idx="939">
                  <c:v>0.220104378573</c:v>
                </c:pt>
                <c:pt idx="940">
                  <c:v>0.218294585904</c:v>
                </c:pt>
                <c:pt idx="941">
                  <c:v>0.216500477493</c:v>
                </c:pt>
                <c:pt idx="942">
                  <c:v>0.214721919618</c:v>
                </c:pt>
                <c:pt idx="943">
                  <c:v>0.212958778128</c:v>
                </c:pt>
                <c:pt idx="944">
                  <c:v>0.211210918732</c:v>
                </c:pt>
                <c:pt idx="945">
                  <c:v>0.209478207278</c:v>
                </c:pt>
                <c:pt idx="946">
                  <c:v>0.207760510004</c:v>
                </c:pt>
                <c:pt idx="947">
                  <c:v>0.206057693779</c:v>
                </c:pt>
                <c:pt idx="948">
                  <c:v>0.204369626319</c:v>
                </c:pt>
                <c:pt idx="949">
                  <c:v>0.202696176387</c:v>
                </c:pt>
                <c:pt idx="950">
                  <c:v>0.201037213978</c:v>
                </c:pt>
                <c:pt idx="951">
                  <c:v>0.19939261048</c:v>
                </c:pt>
                <c:pt idx="952">
                  <c:v>0.197762238829</c:v>
                </c:pt>
                <c:pt idx="953">
                  <c:v>0.19614597363</c:v>
                </c:pt>
                <c:pt idx="954">
                  <c:v>0.194543691283</c:v>
                </c:pt>
                <c:pt idx="955">
                  <c:v>0.192955270073</c:v>
                </c:pt>
                <c:pt idx="956">
                  <c:v>0.191380590264</c:v>
                </c:pt>
                <c:pt idx="957">
                  <c:v>0.189819534158</c:v>
                </c:pt>
                <c:pt idx="958">
                  <c:v>0.188271986159</c:v>
                </c:pt>
                <c:pt idx="959">
                  <c:v>0.186737832811</c:v>
                </c:pt>
                <c:pt idx="960">
                  <c:v>0.185216962831</c:v>
                </c:pt>
                <c:pt idx="961">
                  <c:v>0.183709267121</c:v>
                </c:pt>
                <c:pt idx="962">
                  <c:v>0.182214638781</c:v>
                </c:pt>
                <c:pt idx="963">
                  <c:v>0.180732973098</c:v>
                </c:pt>
                <c:pt idx="964">
                  <c:v>0.179264167534</c:v>
                </c:pt>
                <c:pt idx="965">
                  <c:v>0.177808121702</c:v>
                </c:pt>
                <c:pt idx="966">
                  <c:v>0.17636473733</c:v>
                </c:pt>
                <c:pt idx="967">
                  <c:v>0.174933918226</c:v>
                </c:pt>
                <c:pt idx="968">
                  <c:v>0.173515570223</c:v>
                </c:pt>
                <c:pt idx="969">
                  <c:v>0.172109601129</c:v>
                </c:pt>
                <c:pt idx="970">
                  <c:v>0.170715920662</c:v>
                </c:pt>
                <c:pt idx="971">
                  <c:v>0.169334440388</c:v>
                </c:pt>
                <c:pt idx="972">
                  <c:v>0.167965073648</c:v>
                </c:pt>
                <c:pt idx="973">
                  <c:v>0.166607735483</c:v>
                </c:pt>
                <c:pt idx="974">
                  <c:v>0.165262342557</c:v>
                </c:pt>
                <c:pt idx="975">
                  <c:v>0.163928813076</c:v>
                </c:pt>
                <c:pt idx="976">
                  <c:v>0.162607066705</c:v>
                </c:pt>
                <c:pt idx="977">
                  <c:v>0.161297024483</c:v>
                </c:pt>
                <c:pt idx="978">
                  <c:v>0.159998608737</c:v>
                </c:pt>
                <c:pt idx="979">
                  <c:v>0.158711742998</c:v>
                </c:pt>
                <c:pt idx="980">
                  <c:v>0.157436351914</c:v>
                </c:pt>
                <c:pt idx="981">
                  <c:v>0.156172361162</c:v>
                </c:pt>
                <c:pt idx="982">
                  <c:v>0.154919697367</c:v>
                </c:pt>
                <c:pt idx="983">
                  <c:v>0.153678288013</c:v>
                </c:pt>
                <c:pt idx="984">
                  <c:v>0.152448061366</c:v>
                </c:pt>
                <c:pt idx="985">
                  <c:v>0.151228946391</c:v>
                </c:pt>
                <c:pt idx="986">
                  <c:v>0.150020872675</c:v>
                </c:pt>
                <c:pt idx="987">
                  <c:v>0.148823770349</c:v>
                </c:pt>
                <c:pt idx="988">
                  <c:v>0.14763757002</c:v>
                </c:pt>
                <c:pt idx="989">
                  <c:v>0.146462202696</c:v>
                </c:pt>
                <c:pt idx="990">
                  <c:v>0.145297599722</c:v>
                </c:pt>
                <c:pt idx="991">
                  <c:v>0.144143692715</c:v>
                </c:pt>
                <c:pt idx="992">
                  <c:v>0.143000413506</c:v>
                </c:pt>
                <c:pt idx="993">
                  <c:v>0.141867694082</c:v>
                </c:pt>
                <c:pt idx="994">
                  <c:v>0.140745466533</c:v>
                </c:pt>
                <c:pt idx="995">
                  <c:v>0.139633663004</c:v>
                </c:pt>
                <c:pt idx="996">
                  <c:v>0.138532215648</c:v>
                </c:pt>
                <c:pt idx="997">
                  <c:v>0.137441056582</c:v>
                </c:pt>
                <c:pt idx="998">
                  <c:v>0.136360117856</c:v>
                </c:pt>
                <c:pt idx="999">
                  <c:v>0.135289331411</c:v>
                </c:pt>
                <c:pt idx="1000">
                  <c:v>0.13422862905</c:v>
                </c:pt>
                <c:pt idx="1001">
                  <c:v>0.133177942413</c:v>
                </c:pt>
                <c:pt idx="1002">
                  <c:v>0.132137202952</c:v>
                </c:pt>
                <c:pt idx="1003">
                  <c:v>0.131106341909</c:v>
                </c:pt>
                <c:pt idx="1004">
                  <c:v>0.1300852903</c:v>
                </c:pt>
                <c:pt idx="1005">
                  <c:v>0.129073978901</c:v>
                </c:pt>
                <c:pt idx="1006">
                  <c:v>0.128072338237</c:v>
                </c:pt>
                <c:pt idx="1007">
                  <c:v>0.127080298573</c:v>
                </c:pt>
                <c:pt idx="1008">
                  <c:v>0.126097789911</c:v>
                </c:pt>
                <c:pt idx="1009">
                  <c:v>0.125124741985</c:v>
                </c:pt>
                <c:pt idx="1010">
                  <c:v>0.124161084263</c:v>
                </c:pt>
                <c:pt idx="1011">
                  <c:v>0.123206745948</c:v>
                </c:pt>
                <c:pt idx="1012">
                  <c:v>0.122261655983</c:v>
                </c:pt>
                <c:pt idx="1013">
                  <c:v>0.121325743059</c:v>
                </c:pt>
                <c:pt idx="1014">
                  <c:v>0.120398935622</c:v>
                </c:pt>
                <c:pt idx="1015">
                  <c:v>0.119481161883</c:v>
                </c:pt>
                <c:pt idx="1016">
                  <c:v>0.118572349833</c:v>
                </c:pt>
                <c:pt idx="1017">
                  <c:v>0.117672427256</c:v>
                </c:pt>
                <c:pt idx="1018">
                  <c:v>0.116781321739</c:v>
                </c:pt>
                <c:pt idx="1019">
                  <c:v>0.115898960698</c:v>
                </c:pt>
                <c:pt idx="1020">
                  <c:v>0.115025271384</c:v>
                </c:pt>
                <c:pt idx="1021">
                  <c:v>0.114160180913</c:v>
                </c:pt>
                <c:pt idx="1022">
                  <c:v>0.113303616275</c:v>
                </c:pt>
                <c:pt idx="1023">
                  <c:v>0.112455504363</c:v>
                </c:pt>
                <c:pt idx="1024">
                  <c:v>0.111615771985</c:v>
                </c:pt>
                <c:pt idx="1025">
                  <c:v>0.110784345892</c:v>
                </c:pt>
                <c:pt idx="1026">
                  <c:v>0.109961152799</c:v>
                </c:pt>
                <c:pt idx="1027">
                  <c:v>0.109146119401</c:v>
                </c:pt>
                <c:pt idx="1028">
                  <c:v>0.108339172402</c:v>
                </c:pt>
                <c:pt idx="1029">
                  <c:v>0.107540238534</c:v>
                </c:pt>
                <c:pt idx="1030">
                  <c:v>0.10674924458</c:v>
                </c:pt>
                <c:pt idx="1031">
                  <c:v>0.105966117396</c:v>
                </c:pt>
                <c:pt idx="1032">
                  <c:v>0.105190783934</c:v>
                </c:pt>
                <c:pt idx="1033">
                  <c:v>0.104423171265</c:v>
                </c:pt>
                <c:pt idx="1034">
                  <c:v>0.103663206596</c:v>
                </c:pt>
                <c:pt idx="1035">
                  <c:v>0.102910817297</c:v>
                </c:pt>
                <c:pt idx="1036">
                  <c:v>0.102165930922</c:v>
                </c:pt>
                <c:pt idx="1037">
                  <c:v>0.101428475226</c:v>
                </c:pt>
                <c:pt idx="1038">
                  <c:v>0.100698378188</c:v>
                </c:pt>
                <c:pt idx="1039">
                  <c:v>0.0999755680326</c:v>
                </c:pt>
                <c:pt idx="1040">
                  <c:v>0.0992599732449</c:v>
                </c:pt>
                <c:pt idx="1041">
                  <c:v>0.0985515225943</c:v>
                </c:pt>
                <c:pt idx="1042">
                  <c:v>0.0978501451502</c:v>
                </c:pt>
                <c:pt idx="1043">
                  <c:v>0.0971557703008</c:v>
                </c:pt>
                <c:pt idx="1044">
                  <c:v>0.0964683277704</c:v>
                </c:pt>
                <c:pt idx="1045">
                  <c:v>0.0957877476357</c:v>
                </c:pt>
                <c:pt idx="1046">
                  <c:v>0.0951139603424</c:v>
                </c:pt>
                <c:pt idx="1047">
                  <c:v>0.0944468967203</c:v>
                </c:pt>
                <c:pt idx="1048">
                  <c:v>0.0937864879982</c:v>
                </c:pt>
                <c:pt idx="1049">
                  <c:v>0.0931326658182</c:v>
                </c:pt>
                <c:pt idx="1050">
                  <c:v>0.0924853622493</c:v>
                </c:pt>
                <c:pt idx="1051">
                  <c:v>0.0918445098</c:v>
                </c:pt>
                <c:pt idx="1052">
                  <c:v>0.0912100414309</c:v>
                </c:pt>
                <c:pt idx="1053">
                  <c:v>0.0905818905662</c:v>
                </c:pt>
                <c:pt idx="1054">
                  <c:v>0.0899599911046</c:v>
                </c:pt>
                <c:pt idx="1055">
                  <c:v>0.0893442774296</c:v>
                </c:pt>
                <c:pt idx="1056">
                  <c:v>0.0887346844196</c:v>
                </c:pt>
                <c:pt idx="1057">
                  <c:v>0.0881311474565</c:v>
                </c:pt>
                <c:pt idx="1058">
                  <c:v>0.0875336024347</c:v>
                </c:pt>
                <c:pt idx="1059">
                  <c:v>0.0869419857687</c:v>
                </c:pt>
                <c:pt idx="1060">
                  <c:v>0.0863562344005</c:v>
                </c:pt>
                <c:pt idx="1061">
                  <c:v>0.0857762858064</c:v>
                </c:pt>
                <c:pt idx="1062">
                  <c:v>0.0852020780032</c:v>
                </c:pt>
                <c:pt idx="1063">
                  <c:v>0.0846335495539</c:v>
                </c:pt>
                <c:pt idx="1064">
                  <c:v>0.0840706395727</c:v>
                </c:pt>
                <c:pt idx="1065">
                  <c:v>0.0835132877297</c:v>
                </c:pt>
                <c:pt idx="1066">
                  <c:v>0.0829614342547</c:v>
                </c:pt>
                <c:pt idx="1067">
                  <c:v>0.0824150199415</c:v>
                </c:pt>
                <c:pt idx="1068">
                  <c:v>0.0818739861501</c:v>
                </c:pt>
                <c:pt idx="1069">
                  <c:v>0.0813382748102</c:v>
                </c:pt>
                <c:pt idx="1070">
                  <c:v>0.0808078284228</c:v>
                </c:pt>
                <c:pt idx="1071">
                  <c:v>0.0802825900624</c:v>
                </c:pt>
                <c:pt idx="1072">
                  <c:v>0.079762503378</c:v>
                </c:pt>
                <c:pt idx="1073">
                  <c:v>0.0792475125943</c:v>
                </c:pt>
                <c:pt idx="1074">
                  <c:v>0.0787375625122</c:v>
                </c:pt>
                <c:pt idx="1075">
                  <c:v>0.078232598509</c:v>
                </c:pt>
                <c:pt idx="1076">
                  <c:v>0.0777325665382</c:v>
                </c:pt>
                <c:pt idx="1077">
                  <c:v>0.0772374131287</c:v>
                </c:pt>
                <c:pt idx="1078">
                  <c:v>0.0767470853845</c:v>
                </c:pt>
                <c:pt idx="1079">
                  <c:v>0.076261530983</c:v>
                </c:pt>
                <c:pt idx="1080">
                  <c:v>0.0757806981737</c:v>
                </c:pt>
                <c:pt idx="1081">
                  <c:v>0.0753045357764</c:v>
                </c:pt>
                <c:pt idx="1082">
                  <c:v>0.0748329931791</c:v>
                </c:pt>
                <c:pt idx="1083">
                  <c:v>0.0743660203355</c:v>
                </c:pt>
                <c:pt idx="1084">
                  <c:v>0.0739035677627</c:v>
                </c:pt>
                <c:pt idx="1085">
                  <c:v>0.0734455865377</c:v>
                </c:pt>
                <c:pt idx="1086">
                  <c:v>0.0729920282951</c:v>
                </c:pt>
                <c:pt idx="1087">
                  <c:v>0.0725428452229</c:v>
                </c:pt>
                <c:pt idx="1088">
                  <c:v>0.0720979900595</c:v>
                </c:pt>
                <c:pt idx="1089">
                  <c:v>0.0716574160896</c:v>
                </c:pt>
                <c:pt idx="1090">
                  <c:v>0.0712210771404</c:v>
                </c:pt>
                <c:pt idx="1091">
                  <c:v>0.0707889275772</c:v>
                </c:pt>
                <c:pt idx="1092">
                  <c:v>0.0703609222991</c:v>
                </c:pt>
                <c:pt idx="1093">
                  <c:v>0.0699370167344</c:v>
                </c:pt>
                <c:pt idx="1094">
                  <c:v>0.0695171668358</c:v>
                </c:pt>
                <c:pt idx="1095">
                  <c:v>0.0691013290757</c:v>
                </c:pt>
                <c:pt idx="1096">
                  <c:v>0.068689460441</c:v>
                </c:pt>
                <c:pt idx="1097">
                  <c:v>0.0682815184276</c:v>
                </c:pt>
                <c:pt idx="1098">
                  <c:v>0.0678774610356</c:v>
                </c:pt>
                <c:pt idx="1099">
                  <c:v>0.0674772467633</c:v>
                </c:pt>
                <c:pt idx="1100">
                  <c:v>0.0670808346018</c:v>
                </c:pt>
                <c:pt idx="1101">
                  <c:v>0.0666881840292</c:v>
                </c:pt>
                <c:pt idx="1102">
                  <c:v>0.0662992550045</c:v>
                </c:pt>
                <c:pt idx="1103">
                  <c:v>0.0659140079619</c:v>
                </c:pt>
                <c:pt idx="1104">
                  <c:v>0.0655324038044</c:v>
                </c:pt>
                <c:pt idx="1105">
                  <c:v>0.0651544038977</c:v>
                </c:pt>
                <c:pt idx="1106">
                  <c:v>0.0647799700638</c:v>
                </c:pt>
                <c:pt idx="1107">
                  <c:v>0.0644090645745</c:v>
                </c:pt>
                <c:pt idx="1108">
                  <c:v>0.0640416501449</c:v>
                </c:pt>
                <c:pt idx="1109">
                  <c:v>0.0636776899266</c:v>
                </c:pt>
                <c:pt idx="1110">
                  <c:v>0.0633171475011</c:v>
                </c:pt>
                <c:pt idx="1111">
                  <c:v>0.0629599868728</c:v>
                </c:pt>
                <c:pt idx="1112">
                  <c:v>0.0626061724624</c:v>
                </c:pt>
                <c:pt idx="1113">
                  <c:v>0.0622556690992</c:v>
                </c:pt>
                <c:pt idx="1114">
                  <c:v>0.0619084420149</c:v>
                </c:pt>
                <c:pt idx="1115">
                  <c:v>0.0615644568354</c:v>
                </c:pt>
                <c:pt idx="1116">
                  <c:v>0.0612236795743</c:v>
                </c:pt>
                <c:pt idx="1117">
                  <c:v>0.0608860766252</c:v>
                </c:pt>
                <c:pt idx="1118">
                  <c:v>0.0605516147545</c:v>
                </c:pt>
                <c:pt idx="1119">
                  <c:v>0.0602202610934</c:v>
                </c:pt>
                <c:pt idx="1120">
                  <c:v>0.0598919831309</c:v>
                </c:pt>
                <c:pt idx="1121">
                  <c:v>0.0595667487059</c:v>
                </c:pt>
                <c:pt idx="1122">
                  <c:v>0.0592445259994</c:v>
                </c:pt>
                <c:pt idx="1123">
                  <c:v>0.0589252835269</c:v>
                </c:pt>
                <c:pt idx="1124">
                  <c:v>0.0586089901305</c:v>
                </c:pt>
                <c:pt idx="1125">
                  <c:v>0.0582956149711</c:v>
                </c:pt>
                <c:pt idx="1126">
                  <c:v>0.0579851275202</c:v>
                </c:pt>
                <c:pt idx="1127">
                  <c:v>0.0576774975521</c:v>
                </c:pt>
                <c:pt idx="1128">
                  <c:v>0.0573726951361</c:v>
                </c:pt>
                <c:pt idx="1129">
                  <c:v>0.0570706906278</c:v>
                </c:pt>
                <c:pt idx="1130">
                  <c:v>0.0567714546616</c:v>
                </c:pt>
                <c:pt idx="1131">
                  <c:v>0.0564749581422</c:v>
                </c:pt>
                <c:pt idx="1132">
                  <c:v>0.0561811722364</c:v>
                </c:pt>
                <c:pt idx="1133">
                  <c:v>0.0558900683652</c:v>
                </c:pt>
                <c:pt idx="1134">
                  <c:v>0.0556016181952</c:v>
                </c:pt>
                <c:pt idx="1135">
                  <c:v>0.0553157936307</c:v>
                </c:pt>
                <c:pt idx="1136">
                  <c:v>0.0550325668052</c:v>
                </c:pt>
                <c:pt idx="1137">
                  <c:v>0.0547519100733</c:v>
                </c:pt>
                <c:pt idx="1138">
                  <c:v>0.0544737960026</c:v>
                </c:pt>
                <c:pt idx="1139">
                  <c:v>0.054198197365</c:v>
                </c:pt>
                <c:pt idx="1140">
                  <c:v>0.0539250871294</c:v>
                </c:pt>
                <c:pt idx="1141">
                  <c:v>0.0536544384526</c:v>
                </c:pt>
                <c:pt idx="1142">
                  <c:v>0.0533862246718</c:v>
                </c:pt>
                <c:pt idx="1143">
                  <c:v>0.0531204192966</c:v>
                </c:pt>
                <c:pt idx="1144">
                  <c:v>0.0528569960007</c:v>
                </c:pt>
                <c:pt idx="1145">
                  <c:v>0.0525959286142</c:v>
                </c:pt>
                <c:pt idx="1146">
                  <c:v>0.0523371911159</c:v>
                </c:pt>
                <c:pt idx="1147">
                  <c:v>0.0520807576254</c:v>
                </c:pt>
                <c:pt idx="1148">
                  <c:v>0.0518266023958</c:v>
                </c:pt>
                <c:pt idx="1149">
                  <c:v>0.0515746998061</c:v>
                </c:pt>
                <c:pt idx="1150">
                  <c:v>0.0513250243539</c:v>
                </c:pt>
                <c:pt idx="1151">
                  <c:v>0.0510775506484</c:v>
                </c:pt>
                <c:pt idx="1152">
                  <c:v>0.0508322534034</c:v>
                </c:pt>
                <c:pt idx="1153">
                  <c:v>0.0505891074305</c:v>
                </c:pt>
                <c:pt idx="1154">
                  <c:v>0.0503480876326</c:v>
                </c:pt>
                <c:pt idx="1155">
                  <c:v>0.0501091689977</c:v>
                </c:pt>
                <c:pt idx="1156">
                  <c:v>0.0498723265926</c:v>
                </c:pt>
                <c:pt idx="1157">
                  <c:v>0.0496375355573</c:v>
                </c:pt>
                <c:pt idx="1158">
                  <c:v>0.0494047710993</c:v>
                </c:pt>
                <c:pt idx="1159">
                  <c:v>0.0491740084884</c:v>
                </c:pt>
                <c:pt idx="1160">
                  <c:v>0.0489452230519</c:v>
                </c:pt>
                <c:pt idx="1161">
                  <c:v>0.0487183901697</c:v>
                </c:pt>
                <c:pt idx="1162">
                  <c:v>0.0484934852703</c:v>
                </c:pt>
                <c:pt idx="1163">
                  <c:v>0.0482704838269</c:v>
                </c:pt>
                <c:pt idx="1164">
                  <c:v>0.0480493613535</c:v>
                </c:pt>
                <c:pt idx="1165">
                  <c:v>0.0478300934024</c:v>
                </c:pt>
                <c:pt idx="1166">
                  <c:v>0.0476126555608</c:v>
                </c:pt>
                <c:pt idx="1167">
                  <c:v>0.0473970234491</c:v>
                </c:pt>
                <c:pt idx="1168">
                  <c:v>0.0471831727185</c:v>
                </c:pt>
                <c:pt idx="1169">
                  <c:v>0.04697107905</c:v>
                </c:pt>
                <c:pt idx="1170">
                  <c:v>0.0467607181533</c:v>
                </c:pt>
                <c:pt idx="1171">
                  <c:v>0.0465520657663</c:v>
                </c:pt>
                <c:pt idx="1172">
                  <c:v>0.0463450976554</c:v>
                </c:pt>
                <c:pt idx="1173">
                  <c:v>0.0461397896156</c:v>
                </c:pt>
                <c:pt idx="1174">
                  <c:v>0.0459361174717</c:v>
                </c:pt>
                <c:pt idx="1175">
                  <c:v>0.0457340570802</c:v>
                </c:pt>
                <c:pt idx="1176">
                  <c:v>0.0455335843309</c:v>
                </c:pt>
                <c:pt idx="1177">
                  <c:v>0.0453346751496</c:v>
                </c:pt>
                <c:pt idx="1178">
                  <c:v>0.0451373055016</c:v>
                </c:pt>
                <c:pt idx="1179">
                  <c:v>0.0449414513949</c:v>
                </c:pt>
                <c:pt idx="1180">
                  <c:v>0.0447470888846</c:v>
                </c:pt>
                <c:pt idx="1181">
                  <c:v>0.0445541940777</c:v>
                </c:pt>
                <c:pt idx="1182">
                  <c:v>0.0443627431382</c:v>
                </c:pt>
                <c:pt idx="1183">
                  <c:v>0.0441727122931</c:v>
                </c:pt>
                <c:pt idx="1184">
                  <c:v>0.0439840778385</c:v>
                </c:pt>
                <c:pt idx="1185">
                  <c:v>0.0437968161464</c:v>
                </c:pt>
                <c:pt idx="1186">
                  <c:v>0.043610903672</c:v>
                </c:pt>
                <c:pt idx="1187">
                  <c:v>0.0434263169618</c:v>
                </c:pt>
                <c:pt idx="1188">
                  <c:v>0.0432430326613</c:v>
                </c:pt>
                <c:pt idx="1189">
                  <c:v>0.0430610275242</c:v>
                </c:pt>
                <c:pt idx="1190">
                  <c:v>0.0428802784212</c:v>
                </c:pt>
                <c:pt idx="1191">
                  <c:v>0.0427007623498</c:v>
                </c:pt>
                <c:pt idx="1192">
                  <c:v>0.0425224564439</c:v>
                </c:pt>
                <c:pt idx="1193">
                  <c:v>0.0423453379847</c:v>
                </c:pt>
                <c:pt idx="1194">
                  <c:v>0.0421693844108</c:v>
                </c:pt>
                <c:pt idx="1195">
                  <c:v>0.0419945733295</c:v>
                </c:pt>
                <c:pt idx="1196">
                  <c:v>0.0418208825281</c:v>
                </c:pt>
                <c:pt idx="1197">
                  <c:v>0.0416482899852</c:v>
                </c:pt>
                <c:pt idx="1198">
                  <c:v>0.0414767738829</c:v>
                </c:pt>
                <c:pt idx="1199">
                  <c:v>0.0413063126184</c:v>
                </c:pt>
                <c:pt idx="1200">
                  <c:v>0.0411368848165</c:v>
                </c:pt>
                <c:pt idx="1201">
                  <c:v>0.0409684693417</c:v>
                </c:pt>
                <c:pt idx="1202">
                  <c:v>0.0408010453109</c:v>
                </c:pt>
                <c:pt idx="1203">
                  <c:v>0.0406345921055</c:v>
                </c:pt>
                <c:pt idx="1204">
                  <c:v>0.0404690893844</c:v>
                </c:pt>
                <c:pt idx="1205">
                  <c:v>0.0403045170963</c:v>
                </c:pt>
                <c:pt idx="1206">
                  <c:v>0.0401408554923</c:v>
                </c:pt>
                <c:pt idx="1207">
                  <c:v>0.0399780851384</c:v>
                </c:pt>
                <c:pt idx="1208">
                  <c:v>0.0398161869278</c:v>
                </c:pt>
                <c:pt idx="1209">
                  <c:v>0.0396551420931</c:v>
                </c:pt>
                <c:pt idx="1210">
                  <c:v>0.0394949322185</c:v>
                </c:pt>
                <c:pt idx="1211">
                  <c:v>0.0393355392516</c:v>
                </c:pt>
                <c:pt idx="1212">
                  <c:v>0.039176945515</c:v>
                </c:pt>
                <c:pt idx="1213">
                  <c:v>0.0390191337175</c:v>
                </c:pt>
                <c:pt idx="1214">
                  <c:v>0.0388620869653</c:v>
                </c:pt>
                <c:pt idx="1215">
                  <c:v>0.0387057887726</c:v>
                </c:pt>
                <c:pt idx="1216">
                  <c:v>0.0385502230719</c:v>
                </c:pt>
                <c:pt idx="1217">
                  <c:v>0.0383953742236</c:v>
                </c:pt>
                <c:pt idx="1218">
                  <c:v>0.0382412270261</c:v>
                </c:pt>
                <c:pt idx="1219">
                  <c:v>0.0380877667238</c:v>
                </c:pt>
                <c:pt idx="1220">
                  <c:v>0.0379349790164</c:v>
                </c:pt>
                <c:pt idx="1221">
                  <c:v>0.0377828500662</c:v>
                </c:pt>
                <c:pt idx="1222">
                  <c:v>0.0376313665057</c:v>
                </c:pt>
                <c:pt idx="1223">
                  <c:v>0.0374805154443</c:v>
                </c:pt>
                <c:pt idx="1224">
                  <c:v>0.0373302844741</c:v>
                </c:pt>
                <c:pt idx="1225">
                  <c:v>0.0371806616759</c:v>
                </c:pt>
                <c:pt idx="1226">
                  <c:v>0.0370316356236</c:v>
                </c:pt>
                <c:pt idx="1227">
                  <c:v>0.0368831953882</c:v>
                </c:pt>
                <c:pt idx="1228">
                  <c:v>0.0367353305414</c:v>
                </c:pt>
                <c:pt idx="1229">
                  <c:v>0.0365880311585</c:v>
                </c:pt>
                <c:pt idx="1230">
                  <c:v>0.0364412878195</c:v>
                </c:pt>
                <c:pt idx="1231">
                  <c:v>0.0362950916112</c:v>
                </c:pt>
                <c:pt idx="1232">
                  <c:v>0.0361494341268</c:v>
                </c:pt>
                <c:pt idx="1233">
                  <c:v>0.0360043074659</c:v>
                </c:pt>
                <c:pt idx="1234">
                  <c:v>0.0358597042333</c:v>
                </c:pt>
                <c:pt idx="1235">
                  <c:v>0.0357156175368</c:v>
                </c:pt>
                <c:pt idx="1236">
                  <c:v>0.0355720409845</c:v>
                </c:pt>
                <c:pt idx="1237">
                  <c:v>0.0354289686812</c:v>
                </c:pt>
                <c:pt idx="1238">
                  <c:v>0.0352863952241</c:v>
                </c:pt>
                <c:pt idx="1239">
                  <c:v>0.0351443156973</c:v>
                </c:pt>
                <c:pt idx="1240">
                  <c:v>0.0350027256662</c:v>
                </c:pt>
                <c:pt idx="1241">
                  <c:v>0.0348616211708</c:v>
                </c:pt>
                <c:pt idx="1242">
                  <c:v>0.0347209987175</c:v>
                </c:pt>
                <c:pt idx="1243">
                  <c:v>0.0345808552716</c:v>
                </c:pt>
                <c:pt idx="1244">
                  <c:v>0.0344411882482</c:v>
                </c:pt>
                <c:pt idx="1245">
                  <c:v>0.0343019955019</c:v>
                </c:pt>
                <c:pt idx="1246">
                  <c:v>0.0341632753171</c:v>
                </c:pt>
                <c:pt idx="1247">
                  <c:v>0.0340250263965</c:v>
                </c:pt>
                <c:pt idx="1248">
                  <c:v>0.0338872478498</c:v>
                </c:pt>
                <c:pt idx="1249">
                  <c:v>0.0337499391811</c:v>
                </c:pt>
                <c:pt idx="1250">
                  <c:v>0.0336131002759</c:v>
                </c:pt>
                <c:pt idx="1251">
                  <c:v>0.0334767313882</c:v>
                </c:pt>
                <c:pt idx="1252">
                  <c:v>0.0333408331264</c:v>
                </c:pt>
                <c:pt idx="1253">
                  <c:v>0.0332054064387</c:v>
                </c:pt>
                <c:pt idx="1254">
                  <c:v>0.0330704525985</c:v>
                </c:pt>
                <c:pt idx="1255">
                  <c:v>0.0329359731896</c:v>
                </c:pt>
                <c:pt idx="1256">
                  <c:v>0.03280197009</c:v>
                </c:pt>
                <c:pt idx="1257">
                  <c:v>0.032668445457</c:v>
                </c:pt>
                <c:pt idx="1258">
                  <c:v>0.0325354017102</c:v>
                </c:pt>
                <c:pt idx="1259">
                  <c:v>0.0324028415165</c:v>
                </c:pt>
                <c:pt idx="1260">
                  <c:v>0.0322707677725</c:v>
                </c:pt>
                <c:pt idx="1261">
                  <c:v>0.032139183589</c:v>
                </c:pt>
                <c:pt idx="1262">
                  <c:v>0.032008092274</c:v>
                </c:pt>
                <c:pt idx="1263">
                  <c:v>0.0318774973164</c:v>
                </c:pt>
                <c:pt idx="1264">
                  <c:v>0.0317474023694</c:v>
                </c:pt>
                <c:pt idx="1265">
                  <c:v>0.0316178112342</c:v>
                </c:pt>
                <c:pt idx="1266">
                  <c:v>0.0314887278435</c:v>
                </c:pt>
                <c:pt idx="1267">
                  <c:v>0.0313601562457</c:v>
                </c:pt>
                <c:pt idx="1268">
                  <c:v>0.031232100589</c:v>
                </c:pt>
                <c:pt idx="1269">
                  <c:v>0.0311045651053</c:v>
                </c:pt>
                <c:pt idx="1270">
                  <c:v>0.0309775540954</c:v>
                </c:pt>
                <c:pt idx="1271">
                  <c:v>0.0308510719136</c:v>
                </c:pt>
                <c:pt idx="1272">
                  <c:v>0.0307251229534</c:v>
                </c:pt>
                <c:pt idx="1273">
                  <c:v>0.0305997116326</c:v>
                </c:pt>
                <c:pt idx="1274">
                  <c:v>0.0304748423801</c:v>
                </c:pt>
                <c:pt idx="1275">
                  <c:v>0.030350519622</c:v>
                </c:pt>
                <c:pt idx="1276">
                  <c:v>0.0302267477691</c:v>
                </c:pt>
                <c:pt idx="1277">
                  <c:v>0.0301035312039</c:v>
                </c:pt>
                <c:pt idx="1278">
                  <c:v>0.029980874269</c:v>
                </c:pt>
                <c:pt idx="1279">
                  <c:v>0.0298587812559</c:v>
                </c:pt>
                <c:pt idx="1280">
                  <c:v>0.0297372563936</c:v>
                </c:pt>
                <c:pt idx="1281">
                  <c:v>0.0296163038386</c:v>
                </c:pt>
                <c:pt idx="1282">
                  <c:v>0.0294959276653</c:v>
                </c:pt>
                <c:pt idx="1283">
                  <c:v>0.0293761318563</c:v>
                </c:pt>
                <c:pt idx="1284">
                  <c:v>0.0292569202945</c:v>
                </c:pt>
                <c:pt idx="1285">
                  <c:v>0.0291382967546</c:v>
                </c:pt>
                <c:pt idx="1286">
                  <c:v>0.0290202648957</c:v>
                </c:pt>
                <c:pt idx="1287">
                  <c:v>0.0289028282546</c:v>
                </c:pt>
                <c:pt idx="1288">
                  <c:v>0.0287859902393</c:v>
                </c:pt>
                <c:pt idx="1289">
                  <c:v>0.0286697541234</c:v>
                </c:pt>
                <c:pt idx="1290">
                  <c:v>0.028554123041</c:v>
                </c:pt>
                <c:pt idx="1291">
                  <c:v>0.0284390999818</c:v>
                </c:pt>
                <c:pt idx="1292">
                  <c:v>0.0283246877869</c:v>
                </c:pt>
                <c:pt idx="1293">
                  <c:v>0.0282108891459</c:v>
                </c:pt>
                <c:pt idx="1294">
                  <c:v>0.0280977065928</c:v>
                </c:pt>
                <c:pt idx="1295">
                  <c:v>0.0279851425041</c:v>
                </c:pt>
                <c:pt idx="1296">
                  <c:v>0.0278731990966</c:v>
                </c:pt>
                <c:pt idx="1297">
                  <c:v>0.0277618784251</c:v>
                </c:pt>
                <c:pt idx="1298">
                  <c:v>0.0276511823821</c:v>
                </c:pt>
                <c:pt idx="1299">
                  <c:v>0.027541112696</c:v>
                </c:pt>
                <c:pt idx="1300">
                  <c:v>0.0274316709312</c:v>
                </c:pt>
                <c:pt idx="1301">
                  <c:v>0.0273228584879</c:v>
                </c:pt>
                <c:pt idx="1302">
                  <c:v>0.0272146766022</c:v>
                </c:pt>
                <c:pt idx="1303">
                  <c:v>0.027107126347</c:v>
                </c:pt>
                <c:pt idx="1304">
                  <c:v>0.0270002086324</c:v>
                </c:pt>
                <c:pt idx="1305">
                  <c:v>0.0268939242074</c:v>
                </c:pt>
                <c:pt idx="1306">
                  <c:v>0.0267882736611</c:v>
                </c:pt>
                <c:pt idx="1307">
                  <c:v>0.0266832574243</c:v>
                </c:pt>
                <c:pt idx="1308">
                  <c:v>0.0265788757716</c:v>
                </c:pt>
                <c:pt idx="1309">
                  <c:v>0.0264751288234</c:v>
                </c:pt>
                <c:pt idx="1310">
                  <c:v>0.0263720165483</c:v>
                </c:pt>
                <c:pt idx="1311">
                  <c:v>0.0262695387655</c:v>
                </c:pt>
                <c:pt idx="1312">
                  <c:v>0.0261676951475</c:v>
                </c:pt>
                <c:pt idx="1313">
                  <c:v>0.0260664852228</c:v>
                </c:pt>
                <c:pt idx="1314">
                  <c:v>0.0259659083785</c:v>
                </c:pt>
                <c:pt idx="1315">
                  <c:v>0.0258659638639</c:v>
                </c:pt>
                <c:pt idx="1316">
                  <c:v>0.0257666507929</c:v>
                </c:pt>
                <c:pt idx="1317">
                  <c:v>0.0256679681473</c:v>
                </c:pt>
                <c:pt idx="1318">
                  <c:v>0.0255699147802</c:v>
                </c:pt>
                <c:pt idx="1319">
                  <c:v>0.0254724894188</c:v>
                </c:pt>
                <c:pt idx="1320">
                  <c:v>0.0253756906676</c:v>
                </c:pt>
                <c:pt idx="1321">
                  <c:v>0.0252795170122</c:v>
                </c:pt>
                <c:pt idx="1322">
                  <c:v>0.0251839668216</c:v>
                </c:pt>
                <c:pt idx="1323">
                  <c:v>0.0250890383521</c:v>
                </c:pt>
                <c:pt idx="1324">
                  <c:v>0.0249947297501</c:v>
                </c:pt>
                <c:pt idx="1325">
                  <c:v>0.0249010390554</c:v>
                </c:pt>
                <c:pt idx="1326">
                  <c:v>0.024807964204</c:v>
                </c:pt>
                <c:pt idx="1327">
                  <c:v>0.0247155030315</c:v>
                </c:pt>
                <c:pt idx="1328">
                  <c:v>0.0246236532759</c:v>
                </c:pt>
                <c:pt idx="1329">
                  <c:v>0.0245324125803</c:v>
                </c:pt>
                <c:pt idx="1330">
                  <c:v>0.024441778496</c:v>
                </c:pt>
                <c:pt idx="1331">
                  <c:v>0.0243517484851</c:v>
                </c:pt>
                <c:pt idx="1332">
                  <c:v>0.0242623199231</c:v>
                </c:pt>
                <c:pt idx="1333">
                  <c:v>0.0241734901016</c:v>
                </c:pt>
                <c:pt idx="1334">
                  <c:v>0.0240852562307</c:v>
                </c:pt>
                <c:pt idx="1335">
                  <c:v>0.0239976154412</c:v>
                </c:pt>
                <c:pt idx="1336">
                  <c:v>0.0239105647873</c:v>
                </c:pt>
                <c:pt idx="1337">
                  <c:v>0.0238241012482</c:v>
                </c:pt>
                <c:pt idx="1338">
                  <c:v>0.0237382217307</c:v>
                </c:pt>
                <c:pt idx="1339">
                  <c:v>0.0236529230708</c:v>
                </c:pt>
                <c:pt idx="1340">
                  <c:v>0.0235682020355</c:v>
                </c:pt>
                <c:pt idx="1341">
                  <c:v>0.023484055325</c:v>
                </c:pt>
                <c:pt idx="1342">
                  <c:v>0.0234004795739</c:v>
                </c:pt>
                <c:pt idx="1343">
                  <c:v>0.0233174713527</c:v>
                </c:pt>
                <c:pt idx="1344">
                  <c:v>0.0232350271698</c:v>
                </c:pt>
                <c:pt idx="1345">
                  <c:v>0.0231531434721</c:v>
                </c:pt>
                <c:pt idx="1346">
                  <c:v>0.0230718166466</c:v>
                </c:pt>
                <c:pt idx="1347">
                  <c:v>0.0229910430218</c:v>
                </c:pt>
                <c:pt idx="1348">
                  <c:v>0.0229108188681</c:v>
                </c:pt>
                <c:pt idx="1349">
                  <c:v>0.0228311403992</c:v>
                </c:pt>
                <c:pt idx="1350">
                  <c:v>0.0227520037731</c:v>
                </c:pt>
                <c:pt idx="1351">
                  <c:v>0.0226734050922</c:v>
                </c:pt>
                <c:pt idx="1352">
                  <c:v>0.0225953404049</c:v>
                </c:pt>
                <c:pt idx="1353">
                  <c:v>0.0225178057054</c:v>
                </c:pt>
                <c:pt idx="1354">
                  <c:v>0.0224407969349</c:v>
                </c:pt>
                <c:pt idx="1355">
                  <c:v>0.0223643099817</c:v>
                </c:pt>
                <c:pt idx="1356">
                  <c:v>0.022288340682</c:v>
                </c:pt>
                <c:pt idx="1357">
                  <c:v>0.0222128848198</c:v>
                </c:pt>
                <c:pt idx="1358">
                  <c:v>0.0221379381276</c:v>
                </c:pt>
                <c:pt idx="1359">
                  <c:v>0.0220634962867</c:v>
                </c:pt>
                <c:pt idx="1360">
                  <c:v>0.0219895549274</c:v>
                </c:pt>
                <c:pt idx="1361">
                  <c:v>0.0219161096291</c:v>
                </c:pt>
                <c:pt idx="1362">
                  <c:v>0.021843155921</c:v>
                </c:pt>
                <c:pt idx="1363">
                  <c:v>0.0217706892815</c:v>
                </c:pt>
                <c:pt idx="1364">
                  <c:v>0.0216987051393</c:v>
                </c:pt>
                <c:pt idx="1365">
                  <c:v>0.0216271988731</c:v>
                </c:pt>
                <c:pt idx="1366">
                  <c:v>0.0215561658119</c:v>
                </c:pt>
                <c:pt idx="1367">
                  <c:v>0.0214856012352</c:v>
                </c:pt>
                <c:pt idx="1368">
                  <c:v>0.0214155003733</c:v>
                </c:pt>
                <c:pt idx="1369">
                  <c:v>0.0213458584079</c:v>
                </c:pt>
                <c:pt idx="1370">
                  <c:v>0.0212766704718</c:v>
                </c:pt>
                <c:pt idx="1371">
                  <c:v>0.0212079316499</c:v>
                </c:pt>
                <c:pt idx="1372">
                  <c:v>0.0211396369789</c:v>
                </c:pt>
                <c:pt idx="1373">
                  <c:v>0.0210717814488</c:v>
                </c:pt>
                <c:pt idx="1374">
                  <c:v>0.0210043600024</c:v>
                </c:pt>
                <c:pt idx="1375">
                  <c:v>0.0209373675366</c:v>
                </c:pt>
                <c:pt idx="1376">
                  <c:v>0.0208707989028</c:v>
                </c:pt>
                <c:pt idx="1377">
                  <c:v>0.020804648908</c:v>
                </c:pt>
                <c:pt idx="1378">
                  <c:v>0.0207389123151</c:v>
                </c:pt>
                <c:pt idx="1379">
                  <c:v>0.0206735838444</c:v>
                </c:pt>
                <c:pt idx="1380">
                  <c:v>0.0206086581746</c:v>
                </c:pt>
                <c:pt idx="1381">
                  <c:v>0.0205441299436</c:v>
                </c:pt>
                <c:pt idx="1382">
                  <c:v>0.0204799937503</c:v>
                </c:pt>
                <c:pt idx="1383">
                  <c:v>0.0204162441556</c:v>
                </c:pt>
                <c:pt idx="1384">
                  <c:v>0.0203528756842</c:v>
                </c:pt>
                <c:pt idx="1385">
                  <c:v>0.0202898828261</c:v>
                </c:pt>
                <c:pt idx="1386">
                  <c:v>0.0202272600381</c:v>
                </c:pt>
                <c:pt idx="1387">
                  <c:v>0.0201650017465</c:v>
                </c:pt>
                <c:pt idx="1388">
                  <c:v>0.0201031023482</c:v>
                </c:pt>
                <c:pt idx="1389">
                  <c:v>0.0200415562135</c:v>
                </c:pt>
                <c:pt idx="1390">
                  <c:v>0.0199803576879</c:v>
                </c:pt>
                <c:pt idx="1391">
                  <c:v>0.0199195010949</c:v>
                </c:pt>
                <c:pt idx="1392">
                  <c:v>0.0198589807383</c:v>
                </c:pt>
                <c:pt idx="1393">
                  <c:v>0.0197987909051</c:v>
                </c:pt>
                <c:pt idx="1394">
                  <c:v>0.019738925868</c:v>
                </c:pt>
                <c:pt idx="1395">
                  <c:v>0.0196793798886</c:v>
                </c:pt>
                <c:pt idx="1396">
                  <c:v>0.0196201472201</c:v>
                </c:pt>
                <c:pt idx="1397">
                  <c:v>0.0195612221109</c:v>
                </c:pt>
                <c:pt idx="1398">
                  <c:v>0.0195025988075</c:v>
                </c:pt>
                <c:pt idx="1399">
                  <c:v>0.0194442715582</c:v>
                </c:pt>
                <c:pt idx="1400">
                  <c:v>0.0193862346163</c:v>
                </c:pt>
                <c:pt idx="1401">
                  <c:v>0.0193284822439</c:v>
                </c:pt>
                <c:pt idx="1402">
                  <c:v>0.0192710087156</c:v>
                </c:pt>
                <c:pt idx="1403">
                  <c:v>0.0192138083221</c:v>
                </c:pt>
                <c:pt idx="1404">
                  <c:v>0.0191568753743</c:v>
                </c:pt>
                <c:pt idx="1405">
                  <c:v>0.019100204207</c:v>
                </c:pt>
                <c:pt idx="1406">
                  <c:v>0.0190437891832</c:v>
                </c:pt>
                <c:pt idx="1407">
                  <c:v>0.0189876246981</c:v>
                </c:pt>
                <c:pt idx="1408">
                  <c:v>0.018931705183</c:v>
                </c:pt>
                <c:pt idx="1409">
                  <c:v>0.0188760251096</c:v>
                </c:pt>
                <c:pt idx="1410">
                  <c:v>0.0188205789946</c:v>
                </c:pt>
                <c:pt idx="1411">
                  <c:v>0.0187653614033</c:v>
                </c:pt>
                <c:pt idx="1412">
                  <c:v>0.0187103669544</c:v>
                </c:pt>
                <c:pt idx="1413">
                  <c:v>0.018655590324</c:v>
                </c:pt>
                <c:pt idx="1414">
                  <c:v>0.01860102625</c:v>
                </c:pt>
                <c:pt idx="1415">
                  <c:v>0.0185466695363</c:v>
                </c:pt>
                <c:pt idx="1416">
                  <c:v>0.0184925150572</c:v>
                </c:pt>
                <c:pt idx="1417">
                  <c:v>0.0184385577617</c:v>
                </c:pt>
                <c:pt idx="1418">
                  <c:v>0.0183847926773</c:v>
                </c:pt>
                <c:pt idx="1419">
                  <c:v>0.0183312149147</c:v>
                </c:pt>
                <c:pt idx="1420">
                  <c:v>0.0182778196717</c:v>
                </c:pt>
                <c:pt idx="1421">
                  <c:v>0.0182246022371</c:v>
                </c:pt>
                <c:pt idx="1422">
                  <c:v>0.018171557995</c:v>
                </c:pt>
                <c:pt idx="1423">
                  <c:v>0.0181186824284</c:v>
                </c:pt>
                <c:pt idx="1424">
                  <c:v>0.0180659711233</c:v>
                </c:pt>
                <c:pt idx="1425">
                  <c:v>0.0180134197725</c:v>
                </c:pt>
                <c:pt idx="1426">
                  <c:v>0.0179610241786</c:v>
                </c:pt>
                <c:pt idx="1427">
                  <c:v>0.0179087802584</c:v>
                </c:pt>
                <c:pt idx="1428">
                  <c:v>0.0178566840455</c:v>
                </c:pt>
                <c:pt idx="1429">
                  <c:v>0.0178047316941</c:v>
                </c:pt>
                <c:pt idx="1430">
                  <c:v>0.0177529194819</c:v>
                </c:pt>
                <c:pt idx="1431">
                  <c:v>0.0177012438129</c:v>
                </c:pt>
                <c:pt idx="1432">
                  <c:v>0.0176497012207</c:v>
                </c:pt>
                <c:pt idx="1433">
                  <c:v>0.0175982883705</c:v>
                </c:pt>
                <c:pt idx="1434">
                  <c:v>0.0175470020621</c:v>
                </c:pt>
                <c:pt idx="1435">
                  <c:v>0.0174958392319</c:v>
                </c:pt>
                <c:pt idx="1436">
                  <c:v>0.0174447969551</c:v>
                </c:pt>
                <c:pt idx="1437">
                  <c:v>0.0173938724476</c:v>
                </c:pt>
                <c:pt idx="1438">
                  <c:v>0.0173430630679</c:v>
                </c:pt>
                <c:pt idx="1439">
                  <c:v>0.017292366318</c:v>
                </c:pt>
                <c:pt idx="1440">
                  <c:v>0.0172417798455</c:v>
                </c:pt>
                <c:pt idx="1441">
                  <c:v>0.0171913014441</c:v>
                </c:pt>
                <c:pt idx="1442">
                  <c:v>0.0171409290545</c:v>
                </c:pt>
                <c:pt idx="1443">
                  <c:v>0.0170906607653</c:v>
                </c:pt>
                <c:pt idx="1444">
                  <c:v>0.0170404948131</c:v>
                </c:pt>
                <c:pt idx="1445">
                  <c:v>0.0169904295827</c:v>
                </c:pt>
                <c:pt idx="1446">
                  <c:v>0.0169404636073</c:v>
                </c:pt>
                <c:pt idx="1447">
                  <c:v>0.0168905955675</c:v>
                </c:pt>
                <c:pt idx="1448">
                  <c:v>0.0168408242914</c:v>
                </c:pt>
                <c:pt idx="1449">
                  <c:v>0.0167911487534</c:v>
                </c:pt>
                <c:pt idx="1450">
                  <c:v>0.0167415680733</c:v>
                </c:pt>
                <c:pt idx="1451">
                  <c:v>0.0166920815147</c:v>
                </c:pt>
                <c:pt idx="1452">
                  <c:v>0.0166426884838</c:v>
                </c:pt>
                <c:pt idx="1453">
                  <c:v>0.0165933885273</c:v>
                </c:pt>
                <c:pt idx="1454">
                  <c:v>0.0165441813305</c:v>
                </c:pt>
                <c:pt idx="1455">
                  <c:v>0.0164950667149</c:v>
                </c:pt>
                <c:pt idx="1456">
                  <c:v>0.0164460446357</c:v>
                </c:pt>
                <c:pt idx="1457">
                  <c:v>0.0163971151792</c:v>
                </c:pt>
                <c:pt idx="1458">
                  <c:v>0.0163482785595</c:v>
                </c:pt>
                <c:pt idx="1459">
                  <c:v>0.0162995351155</c:v>
                </c:pt>
                <c:pt idx="1460">
                  <c:v>0.0162508853078</c:v>
                </c:pt>
                <c:pt idx="1461">
                  <c:v>0.0162023297142</c:v>
                </c:pt>
                <c:pt idx="1462">
                  <c:v>0.0161538690271</c:v>
                </c:pt>
                <c:pt idx="1463">
                  <c:v>0.0161055040484</c:v>
                </c:pt>
                <c:pt idx="1464">
                  <c:v>0.0160572356862</c:v>
                </c:pt>
                <c:pt idx="1465">
                  <c:v>0.0160090649497</c:v>
                </c:pt>
                <c:pt idx="1466">
                  <c:v>0.0159609929456</c:v>
                </c:pt>
                <c:pt idx="1467">
                  <c:v>0.0159130208729</c:v>
                </c:pt>
                <c:pt idx="1468">
                  <c:v>0.0158651500182</c:v>
                </c:pt>
                <c:pt idx="1469">
                  <c:v>0.0158173817512</c:v>
                </c:pt>
                <c:pt idx="1470">
                  <c:v>0.0157697175195</c:v>
                </c:pt>
                <c:pt idx="1471">
                  <c:v>0.0157221588436</c:v>
                </c:pt>
                <c:pt idx="1472">
                  <c:v>0.0156747073121</c:v>
                </c:pt>
                <c:pt idx="1473">
                  <c:v>0.0156273645762</c:v>
                </c:pt>
                <c:pt idx="1474">
                  <c:v>0.0155801323448</c:v>
                </c:pt>
                <c:pt idx="1475">
                  <c:v>0.015533012379</c:v>
                </c:pt>
                <c:pt idx="1476">
                  <c:v>0.0154860064875</c:v>
                </c:pt>
                <c:pt idx="1477">
                  <c:v>0.0154391165207</c:v>
                </c:pt>
                <c:pt idx="1478">
                  <c:v>0.0153923443659</c:v>
                </c:pt>
                <c:pt idx="1479">
                  <c:v>0.0153456919424</c:v>
                </c:pt>
                <c:pt idx="1480">
                  <c:v>0.0152991611958</c:v>
                </c:pt>
                <c:pt idx="1481">
                  <c:v>0.0152527540935</c:v>
                </c:pt>
                <c:pt idx="1482">
                  <c:v>0.0152064726195</c:v>
                </c:pt>
                <c:pt idx="1483">
                  <c:v>0.0151603187698</c:v>
                </c:pt>
                <c:pt idx="1484">
                  <c:v>0.0151142945473</c:v>
                </c:pt>
                <c:pt idx="1485">
                  <c:v>0.0150684019573</c:v>
                </c:pt>
                <c:pt idx="1486">
                  <c:v>0.0150226430031</c:v>
                </c:pt>
                <c:pt idx="1487">
                  <c:v>0.0149770196817</c:v>
                </c:pt>
                <c:pt idx="1488">
                  <c:v>0.014931533979</c:v>
                </c:pt>
                <c:pt idx="1489">
                  <c:v>0.0148861878665</c:v>
                </c:pt>
                <c:pt idx="1490">
                  <c:v>0.0148409832966</c:v>
                </c:pt>
                <c:pt idx="1491">
                  <c:v>0.0147959221994</c:v>
                </c:pt>
                <c:pt idx="1492">
                  <c:v>0.0147510064789</c:v>
                </c:pt>
                <c:pt idx="1493">
                  <c:v>0.0147062380095</c:v>
                </c:pt>
                <c:pt idx="1494">
                  <c:v>0.0146616186327</c:v>
                </c:pt>
                <c:pt idx="1495">
                  <c:v>0.0146171501545</c:v>
                </c:pt>
                <c:pt idx="1496">
                  <c:v>0.014572834342</c:v>
                </c:pt>
                <c:pt idx="1497">
                  <c:v>0.0145286729209</c:v>
                </c:pt>
                <c:pt idx="1498">
                  <c:v>0.014484667573</c:v>
                </c:pt>
                <c:pt idx="1499">
                  <c:v>0.014440819934</c:v>
                </c:pt>
                <c:pt idx="1500">
                  <c:v>0.0143971315913</c:v>
                </c:pt>
                <c:pt idx="1501">
                  <c:v>0.0143536040822</c:v>
                </c:pt>
                <c:pt idx="1502">
                  <c:v>0.0143102388917</c:v>
                </c:pt>
                <c:pt idx="1503">
                  <c:v>0.0142670374516</c:v>
                </c:pt>
                <c:pt idx="1504">
                  <c:v>0.0142240011386</c:v>
                </c:pt>
                <c:pt idx="1505">
                  <c:v>0.0141811312736</c:v>
                </c:pt>
                <c:pt idx="1506">
                  <c:v>0.01413842912</c:v>
                </c:pt>
                <c:pt idx="1507">
                  <c:v>0.0140958958835</c:v>
                </c:pt>
                <c:pt idx="1508">
                  <c:v>0.0140535327111</c:v>
                </c:pt>
                <c:pt idx="1509">
                  <c:v>0.0140113406904</c:v>
                </c:pt>
                <c:pt idx="1510">
                  <c:v>0.0139693208497</c:v>
                </c:pt>
                <c:pt idx="1511">
                  <c:v>0.0139274741573</c:v>
                </c:pt>
                <c:pt idx="1512">
                  <c:v>0.0138858015215</c:v>
                </c:pt>
                <c:pt idx="1513">
                  <c:v>0.013844303791</c:v>
                </c:pt>
                <c:pt idx="1514">
                  <c:v>0.0138029817545</c:v>
                </c:pt>
                <c:pt idx="1515">
                  <c:v>0.0137618361415</c:v>
                </c:pt>
                <c:pt idx="1516">
                  <c:v>0.0137208676222</c:v>
                </c:pt>
                <c:pt idx="1517">
                  <c:v>0.0136800768086</c:v>
                </c:pt>
                <c:pt idx="1518">
                  <c:v>0.0136394642545</c:v>
                </c:pt>
                <c:pt idx="1519">
                  <c:v>0.0135990304566</c:v>
                </c:pt>
                <c:pt idx="1520">
                  <c:v>0.0135587758553</c:v>
                </c:pt>
                <c:pt idx="1521">
                  <c:v>0.0135187008353</c:v>
                </c:pt>
                <c:pt idx="1522">
                  <c:v>0.0134788057266</c:v>
                </c:pt>
                <c:pt idx="1523">
                  <c:v>0.0134390908057</c:v>
                </c:pt>
                <c:pt idx="1524">
                  <c:v>0.0133995562966</c:v>
                </c:pt>
                <c:pt idx="1525">
                  <c:v>0.0133602023719</c:v>
                </c:pt>
                <c:pt idx="1526">
                  <c:v>0.0133210291539</c:v>
                </c:pt>
                <c:pt idx="1527">
                  <c:v>0.0132820367157</c:v>
                </c:pt>
                <c:pt idx="1528">
                  <c:v>0.013243225083</c:v>
                </c:pt>
                <c:pt idx="1529">
                  <c:v>0.0132045942347</c:v>
                </c:pt>
                <c:pt idx="1530">
                  <c:v>0.0131661441047</c:v>
                </c:pt>
                <c:pt idx="1531">
                  <c:v>0.0131278745828</c:v>
                </c:pt>
                <c:pt idx="1532">
                  <c:v>0.0130897855167</c:v>
                </c:pt>
                <c:pt idx="1533">
                  <c:v>0.0130518767125</c:v>
                </c:pt>
                <c:pt idx="1534">
                  <c:v>0.013014147937</c:v>
                </c:pt>
                <c:pt idx="1535">
                  <c:v>0.0129765989182</c:v>
                </c:pt>
                <c:pt idx="1536">
                  <c:v>0.0129392293473</c:v>
                </c:pt>
                <c:pt idx="1537">
                  <c:v>0.0129020388797</c:v>
                </c:pt>
                <c:pt idx="1538">
                  <c:v>0.0128650271366</c:v>
                </c:pt>
                <c:pt idx="1539">
                  <c:v>0.0128281937063</c:v>
                </c:pt>
                <c:pt idx="1540">
                  <c:v>0.0127915381453</c:v>
                </c:pt>
                <c:pt idx="1541">
                  <c:v>0.0127550599802</c:v>
                </c:pt>
                <c:pt idx="1542">
                  <c:v>0.0127187587081</c:v>
                </c:pt>
                <c:pt idx="1543">
                  <c:v>0.0126826337989</c:v>
                </c:pt>
                <c:pt idx="1544">
                  <c:v>0.0126466846959</c:v>
                </c:pt>
                <c:pt idx="1545">
                  <c:v>0.0126109108172</c:v>
                </c:pt>
                <c:pt idx="1546">
                  <c:v>0.0125753115569</c:v>
                </c:pt>
                <c:pt idx="1547">
                  <c:v>0.0125398862865</c:v>
                </c:pt>
                <c:pt idx="1548">
                  <c:v>0.0125046343558</c:v>
                </c:pt>
                <c:pt idx="1549">
                  <c:v>0.0124695550943</c:v>
                </c:pt>
                <c:pt idx="1550">
                  <c:v>0.012434647812</c:v>
                </c:pt>
                <c:pt idx="1551">
                  <c:v>0.0123999118006</c:v>
                </c:pt>
                <c:pt idx="1552">
                  <c:v>0.0123653463347</c:v>
                </c:pt>
                <c:pt idx="1553">
                  <c:v>0.0123309506727</c:v>
                </c:pt>
                <c:pt idx="1554">
                  <c:v>0.0122967240578</c:v>
                </c:pt>
                <c:pt idx="1555">
                  <c:v>0.0122626657189</c:v>
                </c:pt>
                <c:pt idx="1556">
                  <c:v>0.0122287748717</c:v>
                </c:pt>
                <c:pt idx="1557">
                  <c:v>0.0121950507192</c:v>
                </c:pt>
                <c:pt idx="1558">
                  <c:v>0.0121614924533</c:v>
                </c:pt>
                <c:pt idx="1559">
                  <c:v>0.0121280992547</c:v>
                </c:pt>
                <c:pt idx="1560">
                  <c:v>0.0120948702946</c:v>
                </c:pt>
                <c:pt idx="1561">
                  <c:v>0.0120618047348</c:v>
                </c:pt>
                <c:pt idx="1562">
                  <c:v>0.0120289017289</c:v>
                </c:pt>
                <c:pt idx="1563">
                  <c:v>0.0119961604228</c:v>
                </c:pt>
                <c:pt idx="1564">
                  <c:v>0.0119635799555</c:v>
                </c:pt>
                <c:pt idx="1565">
                  <c:v>0.0119311594596</c:v>
                </c:pt>
                <c:pt idx="1566">
                  <c:v>0.0118988980621</c:v>
                </c:pt>
                <c:pt idx="1567">
                  <c:v>0.0118667948851</c:v>
                </c:pt>
                <c:pt idx="1568">
                  <c:v>0.0118348490463</c:v>
                </c:pt>
                <c:pt idx="1569">
                  <c:v>0.0118030596595</c:v>
                </c:pt>
                <c:pt idx="1570">
                  <c:v>0.0117714258351</c:v>
                </c:pt>
                <c:pt idx="1571">
                  <c:v>0.0117399466809</c:v>
                </c:pt>
                <c:pt idx="1572">
                  <c:v>0.0117086213026</c:v>
                </c:pt>
                <c:pt idx="1573">
                  <c:v>0.0116774488038</c:v>
                </c:pt>
                <c:pt idx="1574">
                  <c:v>0.0116464282871</c:v>
                </c:pt>
                <c:pt idx="1575">
                  <c:v>0.0116155588543</c:v>
                </c:pt>
                <c:pt idx="1576">
                  <c:v>0.0115848396065</c:v>
                </c:pt>
                <c:pt idx="1577">
                  <c:v>0.0115542696452</c:v>
                </c:pt>
                <c:pt idx="1578">
                  <c:v>0.0115238480721</c:v>
                </c:pt>
                <c:pt idx="1579">
                  <c:v>0.0114935739899</c:v>
                </c:pt>
                <c:pt idx="1580">
                  <c:v>0.0114634465024</c:v>
                </c:pt>
                <c:pt idx="1581">
                  <c:v>0.0114334647149</c:v>
                </c:pt>
                <c:pt idx="1582">
                  <c:v>0.0114036277347</c:v>
                </c:pt>
                <c:pt idx="1583">
                  <c:v>0.0113739346714</c:v>
                </c:pt>
                <c:pt idx="1584">
                  <c:v>0.0113443846369</c:v>
                </c:pt>
                <c:pt idx="1585">
                  <c:v>0.0113149767462</c:v>
                </c:pt>
                <c:pt idx="1586">
                  <c:v>0.0112857101174</c:v>
                </c:pt>
                <c:pt idx="1587">
                  <c:v>0.0112565838719</c:v>
                </c:pt>
                <c:pt idx="1588">
                  <c:v>0.011227597135</c:v>
                </c:pt>
                <c:pt idx="1589">
                  <c:v>0.0111987490359</c:v>
                </c:pt>
                <c:pt idx="1590">
                  <c:v>0.0111700387078</c:v>
                </c:pt>
                <c:pt idx="1591">
                  <c:v>0.0111414652887</c:v>
                </c:pt>
                <c:pt idx="1592">
                  <c:v>0.0111130279211</c:v>
                </c:pt>
                <c:pt idx="1593">
                  <c:v>0.0110847257524</c:v>
                </c:pt>
                <c:pt idx="1594">
                  <c:v>0.0110565579351</c:v>
                </c:pt>
                <c:pt idx="1595">
                  <c:v>0.0110285236271</c:v>
                </c:pt>
                <c:pt idx="1596">
                  <c:v>0.0110006219917</c:v>
                </c:pt>
                <c:pt idx="1597">
                  <c:v>0.010972852198</c:v>
                </c:pt>
                <c:pt idx="1598">
                  <c:v>0.0109452134206</c:v>
                </c:pt>
                <c:pt idx="1599">
                  <c:v>0.0109177048406</c:v>
                </c:pt>
                <c:pt idx="1600">
                  <c:v>0.0108903256449</c:v>
                </c:pt>
                <c:pt idx="1601">
                  <c:v>0.0108630750268</c:v>
                </c:pt>
                <c:pt idx="1602">
                  <c:v>0.010835952186</c:v>
                </c:pt>
                <c:pt idx="1603">
                  <c:v>0.0108089563288</c:v>
                </c:pt>
                <c:pt idx="1604">
                  <c:v>0.010782086668</c:v>
                </c:pt>
                <c:pt idx="1605">
                  <c:v>0.0107553424235</c:v>
                </c:pt>
                <c:pt idx="1606">
                  <c:v>0.0107287228216</c:v>
                </c:pt>
                <c:pt idx="1607">
                  <c:v>0.0107022270959</c:v>
                </c:pt>
                <c:pt idx="1608">
                  <c:v>0.0106758544867</c:v>
                </c:pt>
                <c:pt idx="1609">
                  <c:v>0.0106496042418</c:v>
                </c:pt>
                <c:pt idx="1610">
                  <c:v>0.0106234756156</c:v>
                </c:pt>
                <c:pt idx="1611">
                  <c:v>0.0105974678701</c:v>
                </c:pt>
                <c:pt idx="1612">
                  <c:v>0.0105715802744</c:v>
                </c:pt>
                <c:pt idx="1613">
                  <c:v>0.0105458121047</c:v>
                </c:pt>
                <c:pt idx="1614">
                  <c:v>0.0105201626446</c:v>
                </c:pt>
                <c:pt idx="1615">
                  <c:v>0.010494631185</c:v>
                </c:pt>
                <c:pt idx="1616">
                  <c:v>0.0104692170241</c:v>
                </c:pt>
                <c:pt idx="1617">
                  <c:v>0.0104439194673</c:v>
                </c:pt>
                <c:pt idx="1618">
                  <c:v>0.0104187378274</c:v>
                </c:pt>
                <c:pt idx="1619">
                  <c:v>0.0103936714243</c:v>
                </c:pt>
                <c:pt idx="1620">
                  <c:v>0.0103687195852</c:v>
                </c:pt>
                <c:pt idx="1621">
                  <c:v>0.0103438816448</c:v>
                </c:pt>
                <c:pt idx="1622">
                  <c:v>0.0103191569445</c:v>
                </c:pt>
                <c:pt idx="1623">
                  <c:v>0.0102945448332</c:v>
                </c:pt>
                <c:pt idx="1624">
                  <c:v>0.0102700446667</c:v>
                </c:pt>
                <c:pt idx="1625">
                  <c:v>0.0102456558081</c:v>
                </c:pt>
                <c:pt idx="1626">
                  <c:v>0.0102213776271</c:v>
                </c:pt>
                <c:pt idx="1627">
                  <c:v>0.0101972095008</c:v>
                </c:pt>
                <c:pt idx="1628">
                  <c:v>0.0101731508128</c:v>
                </c:pt>
                <c:pt idx="1629">
                  <c:v>0.0101492009536</c:v>
                </c:pt>
                <c:pt idx="1630">
                  <c:v>0.0101253593207</c:v>
                </c:pt>
                <c:pt idx="1631">
                  <c:v>0.010101625318</c:v>
                </c:pt>
                <c:pt idx="1632">
                  <c:v>0.0100779983562</c:v>
                </c:pt>
                <c:pt idx="1633">
                  <c:v>0.0100544778523</c:v>
                </c:pt>
                <c:pt idx="1634">
                  <c:v>0.0100310632299</c:v>
                </c:pt>
                <c:pt idx="1635">
                  <c:v>0.0100077539193</c:v>
                </c:pt>
                <c:pt idx="1636">
                  <c:v>0.00998454935657</c:v>
                </c:pt>
                <c:pt idx="1637">
                  <c:v>0.00996144898448</c:v>
                </c:pt>
                <c:pt idx="1638">
                  <c:v>0.00993845225183</c:v>
                </c:pt>
                <c:pt idx="1639">
                  <c:v>0.00991555861354</c:v>
                </c:pt>
                <c:pt idx="1640">
                  <c:v>0.00989276753062</c:v>
                </c:pt>
                <c:pt idx="1641">
                  <c:v>0.00987007847006</c:v>
                </c:pt>
                <c:pt idx="1642">
                  <c:v>0.00984749090478</c:v>
                </c:pt>
                <c:pt idx="1643">
                  <c:v>0.00982500431358</c:v>
                </c:pt>
                <c:pt idx="1644">
                  <c:v>0.00980261818108</c:v>
                </c:pt>
                <c:pt idx="1645">
                  <c:v>0.00978033199766</c:v>
                </c:pt>
                <c:pt idx="1646">
                  <c:v>0.0097581452594</c:v>
                </c:pt>
                <c:pt idx="1647">
                  <c:v>0.00973605746805</c:v>
                </c:pt>
                <c:pt idx="1648">
                  <c:v>0.00971406813098</c:v>
                </c:pt>
                <c:pt idx="1649">
                  <c:v>0.00969217676114</c:v>
                </c:pt>
                <c:pt idx="1650">
                  <c:v>0.00967038287701</c:v>
                </c:pt>
                <c:pt idx="1651">
                  <c:v>0.00964868600259</c:v>
                </c:pt>
                <c:pt idx="1652">
                  <c:v>0.00962708566732</c:v>
                </c:pt>
                <c:pt idx="1653">
                  <c:v>0.00960558140611</c:v>
                </c:pt>
                <c:pt idx="1654">
                  <c:v>0.00958417275929</c:v>
                </c:pt>
                <c:pt idx="1655">
                  <c:v>0.00956285927256</c:v>
                </c:pt>
                <c:pt idx="1656">
                  <c:v>0.00954164049703</c:v>
                </c:pt>
                <c:pt idx="1657">
                  <c:v>0.00952051598914</c:v>
                </c:pt>
                <c:pt idx="1658">
                  <c:v>0.00949948531069</c:v>
                </c:pt>
                <c:pt idx="1659">
                  <c:v>0.0094785480288</c:v>
                </c:pt>
                <c:pt idx="1660">
                  <c:v>0.00945770371591</c:v>
                </c:pt>
                <c:pt idx="1661">
                  <c:v>0.00943695194979</c:v>
                </c:pt>
                <c:pt idx="1662">
                  <c:v>0.0094162923135</c:v>
                </c:pt>
                <c:pt idx="1663">
                  <c:v>0.0093957243954</c:v>
                </c:pt>
                <c:pt idx="1664">
                  <c:v>0.00937524778914</c:v>
                </c:pt>
                <c:pt idx="1665">
                  <c:v>0.00935486209367</c:v>
                </c:pt>
                <c:pt idx="1666">
                  <c:v>0.00933456691322</c:v>
                </c:pt>
                <c:pt idx="1667">
                  <c:v>0.00931436185729</c:v>
                </c:pt>
                <c:pt idx="1668">
                  <c:v>0.00929424654068</c:v>
                </c:pt>
                <c:pt idx="1669">
                  <c:v>0.00927422058343</c:v>
                </c:pt>
                <c:pt idx="1670">
                  <c:v>0.00925428361089</c:v>
                </c:pt>
                <c:pt idx="1671">
                  <c:v>0.00923443525364</c:v>
                </c:pt>
                <c:pt idx="1672">
                  <c:v>0.00921467514751</c:v>
                </c:pt>
                <c:pt idx="1673">
                  <c:v>0.00919500293361</c:v>
                </c:pt>
                <c:pt idx="1674">
                  <c:v>0.00917541825824</c:v>
                </c:pt>
                <c:pt idx="1675">
                  <c:v>0.00915592077296</c:v>
                </c:pt>
                <c:pt idx="1676">
                  <c:v>0.00913651013452</c:v>
                </c:pt>
                <c:pt idx="1677">
                  <c:v>0.00911718600487</c:v>
                </c:pt>
                <c:pt idx="1678">
                  <c:v>0.00909794805116</c:v>
                </c:pt>
                <c:pt idx="1679">
                  <c:v>0.00907879594565</c:v>
                </c:pt>
                <c:pt idx="1680">
                  <c:v>0.00905972936578</c:v>
                </c:pt>
                <c:pt idx="1681">
                  <c:v>0.00904074799408</c:v>
                </c:pt>
                <c:pt idx="1682">
                  <c:v>0.00902185151818</c:v>
                </c:pt>
                <c:pt idx="1683">
                  <c:v>0.00900303963075</c:v>
                </c:pt>
                <c:pt idx="1684">
                  <c:v>0.00898431202951</c:v>
                </c:pt>
                <c:pt idx="1685">
                  <c:v>0.00896566841716</c:v>
                </c:pt>
                <c:pt idx="1686">
                  <c:v>0.00894710850139</c:v>
                </c:pt>
                <c:pt idx="1687">
                  <c:v>0.00892863199478</c:v>
                </c:pt>
                <c:pt idx="1688">
                  <c:v>0.00891023861483</c:v>
                </c:pt>
                <c:pt idx="1689">
                  <c:v>0.0088919280839</c:v>
                </c:pt>
                <c:pt idx="1690">
                  <c:v>0.00887370012914</c:v>
                </c:pt>
                <c:pt idx="1691">
                  <c:v>0.0088555544825</c:v>
                </c:pt>
                <c:pt idx="1692">
                  <c:v>0.00883749088066</c:v>
                </c:pt>
                <c:pt idx="1693">
                  <c:v>0.008819509065</c:v>
                </c:pt>
                <c:pt idx="1694">
                  <c:v>0.00880160878155</c:v>
                </c:pt>
                <c:pt idx="1695">
                  <c:v>0.00878378978096</c:v>
                </c:pt>
                <c:pt idx="1696">
                  <c:v>0.00876605181845</c:v>
                </c:pt>
                <c:pt idx="1697">
                  <c:v>0.00874839465381</c:v>
                </c:pt>
                <c:pt idx="1698">
                  <c:v>0.00873081805129</c:v>
                </c:pt>
                <c:pt idx="1699">
                  <c:v>0.00871332177964</c:v>
                </c:pt>
                <c:pt idx="1700">
                  <c:v>0.00869590561203</c:v>
                </c:pt>
                <c:pt idx="1701">
                  <c:v>0.00867856932602</c:v>
                </c:pt>
                <c:pt idx="1702">
                  <c:v>0.00866131270356</c:v>
                </c:pt>
                <c:pt idx="1703">
                  <c:v>0.00864413553092</c:v>
                </c:pt>
                <c:pt idx="1704">
                  <c:v>0.0086270375987</c:v>
                </c:pt>
                <c:pt idx="1705">
                  <c:v>0.00861001870179</c:v>
                </c:pt>
                <c:pt idx="1706">
                  <c:v>0.00859307863935</c:v>
                </c:pt>
                <c:pt idx="1707">
                  <c:v>0.00857621721481</c:v>
                </c:pt>
                <c:pt idx="1708">
                  <c:v>0.00855943423584</c:v>
                </c:pt>
                <c:pt idx="1709">
                  <c:v>0.00854272951433</c:v>
                </c:pt>
                <c:pt idx="1710">
                  <c:v>0.00852610286641</c:v>
                </c:pt>
                <c:pt idx="1711">
                  <c:v>0.00850955411243</c:v>
                </c:pt>
                <c:pt idx="1712">
                  <c:v>0.00849308307699</c:v>
                </c:pt>
                <c:pt idx="1713">
                  <c:v>0.00847668958887</c:v>
                </c:pt>
                <c:pt idx="1714">
                  <c:v>0.00846037348113</c:v>
                </c:pt>
                <c:pt idx="1715">
                  <c:v>0.00844413459105</c:v>
                </c:pt>
                <c:pt idx="1716">
                  <c:v>0.00842797276019</c:v>
                </c:pt>
                <c:pt idx="1717">
                  <c:v>0.00841188783437</c:v>
                </c:pt>
                <c:pt idx="1718">
                  <c:v>0.00839587966372</c:v>
                </c:pt>
                <c:pt idx="1719">
                  <c:v>0.00837994810267</c:v>
                </c:pt>
                <c:pt idx="1720">
                  <c:v>0.00836409301002</c:v>
                </c:pt>
                <c:pt idx="1721">
                  <c:v>0.00834831424893</c:v>
                </c:pt>
                <c:pt idx="1722">
                  <c:v>0.00833261168696</c:v>
                </c:pt>
                <c:pt idx="1723">
                  <c:v>0.0083169851961</c:v>
                </c:pt>
                <c:pt idx="1724">
                  <c:v>0.00830143465283</c:v>
                </c:pt>
                <c:pt idx="1725">
                  <c:v>0.00828595993809</c:v>
                </c:pt>
                <c:pt idx="1726">
                  <c:v>0.0082705609374</c:v>
                </c:pt>
                <c:pt idx="1727">
                  <c:v>0.00825523754084</c:v>
                </c:pt>
                <c:pt idx="1728">
                  <c:v>0.00823998964308</c:v>
                </c:pt>
                <c:pt idx="1729">
                  <c:v>0.00822481714345</c:v>
                </c:pt>
                <c:pt idx="1730">
                  <c:v>0.00820971994598</c:v>
                </c:pt>
                <c:pt idx="1731">
                  <c:v>0.00819469795941</c:v>
                </c:pt>
                <c:pt idx="1732">
                  <c:v>0.0081797510972</c:v>
                </c:pt>
                <c:pt idx="1733">
                  <c:v>0.00816487927766</c:v>
                </c:pt>
                <c:pt idx="1734">
                  <c:v>0.00815008242386</c:v>
                </c:pt>
                <c:pt idx="1735">
                  <c:v>0.00813536046376</c:v>
                </c:pt>
                <c:pt idx="1736">
                  <c:v>0.00812071333019</c:v>
                </c:pt>
                <c:pt idx="1737">
                  <c:v>0.00810614096087</c:v>
                </c:pt>
                <c:pt idx="1738">
                  <c:v>0.00809164329846</c:v>
                </c:pt>
                <c:pt idx="1739">
                  <c:v>0.00807722029057</c:v>
                </c:pt>
                <c:pt idx="1740">
                  <c:v>0.00806287188976</c:v>
                </c:pt>
                <c:pt idx="1741">
                  <c:v>0.00804859805358</c:v>
                </c:pt>
                <c:pt idx="1742">
                  <c:v>0.00803439874457</c:v>
                </c:pt>
                <c:pt idx="1743">
                  <c:v>0.00802027393026</c:v>
                </c:pt>
                <c:pt idx="1744">
                  <c:v>0.00800622358317</c:v>
                </c:pt>
                <c:pt idx="1745">
                  <c:v>0.00799224768082</c:v>
                </c:pt>
                <c:pt idx="1746">
                  <c:v>0.00797834620575</c:v>
                </c:pt>
                <c:pt idx="1747">
                  <c:v>0.00796451914544</c:v>
                </c:pt>
                <c:pt idx="1748">
                  <c:v>0.00795076649236</c:v>
                </c:pt>
                <c:pt idx="1749">
                  <c:v>0.00793708824395</c:v>
                </c:pt>
                <c:pt idx="1750">
                  <c:v>0.00792348440254</c:v>
                </c:pt>
                <c:pt idx="1751">
                  <c:v>0.00790995497539</c:v>
                </c:pt>
                <c:pt idx="1752">
                  <c:v>0.00789649997466</c:v>
                </c:pt>
                <c:pt idx="1753">
                  <c:v>0.00788311941731</c:v>
                </c:pt>
                <c:pt idx="1754">
                  <c:v>0.00786981332514</c:v>
                </c:pt>
                <c:pt idx="1755">
                  <c:v>0.00785658172471</c:v>
                </c:pt>
                <c:pt idx="1756">
                  <c:v>0.0078434246473</c:v>
                </c:pt>
                <c:pt idx="1757">
                  <c:v>0.00783034212887</c:v>
                </c:pt>
                <c:pt idx="1758">
                  <c:v>0.00781733421001</c:v>
                </c:pt>
                <c:pt idx="1759">
                  <c:v>0.00780440093588</c:v>
                </c:pt>
                <c:pt idx="1760">
                  <c:v>0.00779154235616</c:v>
                </c:pt>
                <c:pt idx="1761">
                  <c:v>0.00777875852498</c:v>
                </c:pt>
                <c:pt idx="1762">
                  <c:v>0.00776604950089</c:v>
                </c:pt>
                <c:pt idx="1763">
                  <c:v>0.00775341534673</c:v>
                </c:pt>
                <c:pt idx="1764">
                  <c:v>0.00774085612966</c:v>
                </c:pt>
                <c:pt idx="1765">
                  <c:v>0.00772837192097</c:v>
                </c:pt>
                <c:pt idx="1766">
                  <c:v>0.00771596279614</c:v>
                </c:pt>
                <c:pt idx="1767">
                  <c:v>0.00770362883464</c:v>
                </c:pt>
                <c:pt idx="1768">
                  <c:v>0.00769137011995</c:v>
                </c:pt>
                <c:pt idx="1769">
                  <c:v>0.00767918673944</c:v>
                </c:pt>
                <c:pt idx="1770">
                  <c:v>0.00766707878428</c:v>
                </c:pt>
                <c:pt idx="1771">
                  <c:v>0.00765504634937</c:v>
                </c:pt>
                <c:pt idx="1772">
                  <c:v>0.00764308953328</c:v>
                </c:pt>
                <c:pt idx="1773">
                  <c:v>0.00763120843811</c:v>
                </c:pt>
                <c:pt idx="1774">
                  <c:v>0.00761940316944</c:v>
                </c:pt>
                <c:pt idx="1775">
                  <c:v>0.00760767383623</c:v>
                </c:pt>
                <c:pt idx="1776">
                  <c:v>0.00759602055071</c:v>
                </c:pt>
                <c:pt idx="1777">
                  <c:v>0.00758444342831</c:v>
                </c:pt>
                <c:pt idx="1778">
                  <c:v>0.0075729425875</c:v>
                </c:pt>
                <c:pt idx="1779">
                  <c:v>0.00756151814975</c:v>
                </c:pt>
                <c:pt idx="1780">
                  <c:v>0.00755017023941</c:v>
                </c:pt>
                <c:pt idx="1781">
                  <c:v>0.00753889898353</c:v>
                </c:pt>
                <c:pt idx="1782">
                  <c:v>0.00752770451184</c:v>
                </c:pt>
                <c:pt idx="1783">
                  <c:v>0.00751658695653</c:v>
                </c:pt>
                <c:pt idx="1784">
                  <c:v>0.0075055464522</c:v>
                </c:pt>
                <c:pt idx="1785">
                  <c:v>0.00749458313567</c:v>
                </c:pt>
                <c:pt idx="1786">
                  <c:v>0.00748369714587</c:v>
                </c:pt>
                <c:pt idx="1787">
                  <c:v>0.00747288862367</c:v>
                </c:pt>
                <c:pt idx="1788">
                  <c:v>0.00746215771172</c:v>
                </c:pt>
                <c:pt idx="1789">
                  <c:v>0.0074515045543</c:v>
                </c:pt>
                <c:pt idx="1790">
                  <c:v>0.00744092929714</c:v>
                </c:pt>
                <c:pt idx="1791">
                  <c:v>0.00743043208723</c:v>
                </c:pt>
                <c:pt idx="1792">
                  <c:v>0.00742001307263</c:v>
                </c:pt>
                <c:pt idx="1793">
                  <c:v>0.00740967240227</c:v>
                </c:pt>
                <c:pt idx="1794">
                  <c:v>0.00739941022569</c:v>
                </c:pt>
                <c:pt idx="1795">
                  <c:v>0.00738922669289</c:v>
                </c:pt>
                <c:pt idx="1796">
                  <c:v>0.00737912195401</c:v>
                </c:pt>
                <c:pt idx="1797">
                  <c:v>0.00736909615912</c:v>
                </c:pt>
                <c:pt idx="1798">
                  <c:v>0.00735914945793</c:v>
                </c:pt>
                <c:pt idx="1799">
                  <c:v>0.00734928199952</c:v>
                </c:pt>
                <c:pt idx="1800">
                  <c:v>0.00733949393201</c:v>
                </c:pt>
                <c:pt idx="1801">
                  <c:v>0.00732978540229</c:v>
                </c:pt>
                <c:pt idx="1802">
                  <c:v>0.00732015655564</c:v>
                </c:pt>
                <c:pt idx="1803">
                  <c:v>0.00731060753543</c:v>
                </c:pt>
                <c:pt idx="1804">
                  <c:v>0.00730113848268</c:v>
                </c:pt>
                <c:pt idx="1805">
                  <c:v>0.00729174953575</c:v>
                </c:pt>
                <c:pt idx="1806">
                  <c:v>0.00728244082991</c:v>
                </c:pt>
                <c:pt idx="1807">
                  <c:v>0.00727321249689</c:v>
                </c:pt>
                <c:pt idx="1808">
                  <c:v>0.00726406466446</c:v>
                </c:pt>
                <c:pt idx="1809">
                  <c:v>0.00725499745597</c:v>
                </c:pt>
                <c:pt idx="1810">
                  <c:v>0.00724601098988</c:v>
                </c:pt>
                <c:pt idx="1811">
                  <c:v>0.00723710537921</c:v>
                </c:pt>
                <c:pt idx="1812">
                  <c:v>0.00722828073108</c:v>
                </c:pt>
                <c:pt idx="1813">
                  <c:v>0.0072195371461</c:v>
                </c:pt>
                <c:pt idx="1814">
                  <c:v>0.00721087471789</c:v>
                </c:pt>
                <c:pt idx="1815">
                  <c:v>0.00720229353239</c:v>
                </c:pt>
                <c:pt idx="1816">
                  <c:v>0.00719379366735</c:v>
                </c:pt>
                <c:pt idx="1817">
                  <c:v>0.00718537519167</c:v>
                </c:pt>
                <c:pt idx="1818">
                  <c:v>0.00717703816472</c:v>
                </c:pt>
                <c:pt idx="1819">
                  <c:v>0.00716878263572</c:v>
                </c:pt>
                <c:pt idx="1820">
                  <c:v>0.00716060864306</c:v>
                </c:pt>
                <c:pt idx="1821">
                  <c:v>0.00715251621354</c:v>
                </c:pt>
                <c:pt idx="1822">
                  <c:v>0.0071445053617</c:v>
                </c:pt>
                <c:pt idx="1823">
                  <c:v>0.00713657608905</c:v>
                </c:pt>
                <c:pt idx="1824">
                  <c:v>0.00712872838333</c:v>
                </c:pt>
                <c:pt idx="1825">
                  <c:v>0.00712096221771</c:v>
                </c:pt>
                <c:pt idx="1826">
                  <c:v>0.00711327755003</c:v>
                </c:pt>
                <c:pt idx="1827">
                  <c:v>0.00710567432193</c:v>
                </c:pt>
                <c:pt idx="1828">
                  <c:v>0.0070981524581</c:v>
                </c:pt>
                <c:pt idx="1829">
                  <c:v>0.00709071186539</c:v>
                </c:pt>
                <c:pt idx="1830">
                  <c:v>0.007083352432</c:v>
                </c:pt>
                <c:pt idx="1831">
                  <c:v>0.00707607402658</c:v>
                </c:pt>
                <c:pt idx="1832">
                  <c:v>0.00706887649737</c:v>
                </c:pt>
                <c:pt idx="1833">
                  <c:v>0.00706175967135</c:v>
                </c:pt>
                <c:pt idx="1834">
                  <c:v>0.0070547233533</c:v>
                </c:pt>
                <c:pt idx="1835">
                  <c:v>0.00704776732498</c:v>
                </c:pt>
                <c:pt idx="1836">
                  <c:v>0.00704089134414</c:v>
                </c:pt>
                <c:pt idx="1837">
                  <c:v>0.00703409514372</c:v>
                </c:pt>
                <c:pt idx="1838">
                  <c:v>0.00702737843085</c:v>
                </c:pt>
                <c:pt idx="1839">
                  <c:v>0.00702074088604</c:v>
                </c:pt>
                <c:pt idx="1840">
                  <c:v>0.00701418216223</c:v>
                </c:pt>
                <c:pt idx="1841">
                  <c:v>0.00700770188394</c:v>
                </c:pt>
                <c:pt idx="1842">
                  <c:v>0.00700129964635</c:v>
                </c:pt>
                <c:pt idx="1843">
                  <c:v>0.00699497501446</c:v>
                </c:pt>
                <c:pt idx="1844">
                  <c:v>0.00698872752221</c:v>
                </c:pt>
                <c:pt idx="1845">
                  <c:v>0.00698255667167</c:v>
                </c:pt>
                <c:pt idx="1846">
                  <c:v>0.00697646193218</c:v>
                </c:pt>
                <c:pt idx="1847">
                  <c:v>0.00697044273959</c:v>
                </c:pt>
                <c:pt idx="1848">
                  <c:v>0.00696449849543</c:v>
                </c:pt>
                <c:pt idx="1849">
                  <c:v>0.00695862856623</c:v>
                </c:pt>
                <c:pt idx="1850">
                  <c:v>0.00695283228275</c:v>
                </c:pt>
                <c:pt idx="1851">
                  <c:v>0.00694710893929</c:v>
                </c:pt>
                <c:pt idx="1852">
                  <c:v>0.0069414577931</c:v>
                </c:pt>
                <c:pt idx="1853">
                  <c:v>0.0069358780637</c:v>
                </c:pt>
                <c:pt idx="1854">
                  <c:v>0.00693036893239</c:v>
                </c:pt>
                <c:pt idx="1855">
                  <c:v>0.00692492954168</c:v>
                </c:pt>
                <c:pt idx="1856">
                  <c:v>0.00691955899487</c:v>
                </c:pt>
                <c:pt idx="1857">
                  <c:v>0.00691425635562</c:v>
                </c:pt>
                <c:pt idx="1858">
                  <c:v>0.00690902064762</c:v>
                </c:pt>
                <c:pt idx="1859">
                  <c:v>0.00690385085429</c:v>
                </c:pt>
                <c:pt idx="1860">
                  <c:v>0.0068987459186</c:v>
                </c:pt>
                <c:pt idx="1861">
                  <c:v>0.00689370474288</c:v>
                </c:pt>
                <c:pt idx="1862">
                  <c:v>0.0068887261888</c:v>
                </c:pt>
                <c:pt idx="1863">
                  <c:v>0.00688380907734</c:v>
                </c:pt>
                <c:pt idx="1864">
                  <c:v>0.00687895218893</c:v>
                </c:pt>
                <c:pt idx="1865">
                  <c:v>0.00687415426357</c:v>
                </c:pt>
                <c:pt idx="1866">
                  <c:v>0.00686941400118</c:v>
                </c:pt>
                <c:pt idx="1867">
                  <c:v>0.00686473006188</c:v>
                </c:pt>
                <c:pt idx="1868">
                  <c:v>0.00686010106652</c:v>
                </c:pt>
                <c:pt idx="1869">
                  <c:v>0.0068555255972</c:v>
                </c:pt>
                <c:pt idx="1870">
                  <c:v>0.00685100219797</c:v>
                </c:pt>
                <c:pt idx="1871">
                  <c:v>0.00684652937555</c:v>
                </c:pt>
                <c:pt idx="1872">
                  <c:v>0.00684210560027</c:v>
                </c:pt>
                <c:pt idx="1873">
                  <c:v>0.00683772930701</c:v>
                </c:pt>
                <c:pt idx="1874">
                  <c:v>0.00683339889631</c:v>
                </c:pt>
                <c:pt idx="1875">
                  <c:v>0.00682911273562</c:v>
                </c:pt>
                <c:pt idx="1876">
                  <c:v>0.00682486916058</c:v>
                </c:pt>
                <c:pt idx="1877">
                  <c:v>0.00682066647647</c:v>
                </c:pt>
                <c:pt idx="1878">
                  <c:v>0.00681650295982</c:v>
                </c:pt>
                <c:pt idx="1879">
                  <c:v>0.00681237686</c:v>
                </c:pt>
                <c:pt idx="1880">
                  <c:v>0.00680828640109</c:v>
                </c:pt>
                <c:pt idx="1881">
                  <c:v>0.00680422978372</c:v>
                </c:pt>
                <c:pt idx="1882">
                  <c:v>0.00680020518712</c:v>
                </c:pt>
                <c:pt idx="1883">
                  <c:v>0.00679621077119</c:v>
                </c:pt>
                <c:pt idx="1884">
                  <c:v>0.0067922446788</c:v>
                </c:pt>
                <c:pt idx="1885">
                  <c:v>0.00678830503804</c:v>
                </c:pt>
                <c:pt idx="1886">
                  <c:v>0.00678438996469</c:v>
                </c:pt>
                <c:pt idx="1887">
                  <c:v>0.00678049756473</c:v>
                </c:pt>
                <c:pt idx="1888">
                  <c:v>0.00677662593694</c:v>
                </c:pt>
                <c:pt idx="1889">
                  <c:v>0.00677277317558</c:v>
                </c:pt>
                <c:pt idx="1890">
                  <c:v>0.00676893737316</c:v>
                </c:pt>
                <c:pt idx="1891">
                  <c:v>0.00676511662328</c:v>
                </c:pt>
                <c:pt idx="1892">
                  <c:v>0.00676130902348</c:v>
                </c:pt>
                <c:pt idx="1893">
                  <c:v>0.00675751267823</c:v>
                </c:pt>
                <c:pt idx="1894">
                  <c:v>0.0067537257019</c:v>
                </c:pt>
                <c:pt idx="1895">
                  <c:v>0.00674994622175</c:v>
                </c:pt>
                <c:pt idx="1896">
                  <c:v>0.006746172381</c:v>
                </c:pt>
                <c:pt idx="1897">
                  <c:v>0.0067424023419</c:v>
                </c:pt>
                <c:pt idx="1898">
                  <c:v>0.00673863428875</c:v>
                </c:pt>
                <c:pt idx="1899">
                  <c:v>0.00673486643097</c:v>
                </c:pt>
                <c:pt idx="1900">
                  <c:v>0.00673109700616</c:v>
                </c:pt>
                <c:pt idx="1901">
                  <c:v>0.00672732428307</c:v>
                </c:pt>
                <c:pt idx="1902">
                  <c:v>0.00672354656458</c:v>
                </c:pt>
                <c:pt idx="1903">
                  <c:v>0.00671976219063</c:v>
                </c:pt>
                <c:pt idx="1904">
                  <c:v>0.00671596954103</c:v>
                </c:pt>
                <c:pt idx="1905">
                  <c:v>0.00671216703828</c:v>
                </c:pt>
                <c:pt idx="1906">
                  <c:v>0.00670835315021</c:v>
                </c:pt>
                <c:pt idx="1907">
                  <c:v>0.00670452639264</c:v>
                </c:pt>
                <c:pt idx="1908">
                  <c:v>0.00670068533179</c:v>
                </c:pt>
                <c:pt idx="1909">
                  <c:v>0.00669682858671</c:v>
                </c:pt>
                <c:pt idx="1910">
                  <c:v>0.00669295483148</c:v>
                </c:pt>
                <c:pt idx="1911">
                  <c:v>0.00668906279735</c:v>
                </c:pt>
                <c:pt idx="1912">
                  <c:v>0.00668515127466</c:v>
                </c:pt>
                <c:pt idx="1913">
                  <c:v>0.00668121911469</c:v>
                </c:pt>
                <c:pt idx="1914">
                  <c:v>0.00667726523127</c:v>
                </c:pt>
                <c:pt idx="1915">
                  <c:v>0.00667328860227</c:v>
                </c:pt>
                <c:pt idx="1916">
                  <c:v>0.00666928827093</c:v>
                </c:pt>
                <c:pt idx="1917">
                  <c:v>0.00666526334696</c:v>
                </c:pt>
                <c:pt idx="1918">
                  <c:v>0.00666121300748</c:v>
                </c:pt>
                <c:pt idx="1919">
                  <c:v>0.00665713649784</c:v>
                </c:pt>
                <c:pt idx="1920">
                  <c:v>0.00665303313214</c:v>
                </c:pt>
                <c:pt idx="1921">
                  <c:v>0.00664890229362</c:v>
                </c:pt>
                <c:pt idx="1922">
                  <c:v>0.00664474343492</c:v>
                </c:pt>
                <c:pt idx="1923">
                  <c:v>0.00664055607803</c:v>
                </c:pt>
                <c:pt idx="1924">
                  <c:v>0.00663633981415</c:v>
                </c:pt>
                <c:pt idx="1925">
                  <c:v>0.00663209430334</c:v>
                </c:pt>
                <c:pt idx="1926">
                  <c:v>0.00662781927398</c:v>
                </c:pt>
                <c:pt idx="1927">
                  <c:v>0.00662351452206</c:v>
                </c:pt>
                <c:pt idx="1928">
                  <c:v>0.00661917991033</c:v>
                </c:pt>
                <c:pt idx="1929">
                  <c:v>0.00661481536723</c:v>
                </c:pt>
                <c:pt idx="1930">
                  <c:v>0.00661042088573</c:v>
                </c:pt>
                <c:pt idx="1931">
                  <c:v>0.00660599652197</c:v>
                </c:pt>
                <c:pt idx="1932">
                  <c:v>0.00660154239379</c:v>
                </c:pt>
                <c:pt idx="1933">
                  <c:v>0.00659705867911</c:v>
                </c:pt>
                <c:pt idx="1934">
                  <c:v>0.00659254561422</c:v>
                </c:pt>
                <c:pt idx="1935">
                  <c:v>0.0065880034919</c:v>
                </c:pt>
                <c:pt idx="1936">
                  <c:v>0.00658343265954</c:v>
                </c:pt>
                <c:pt idx="1937">
                  <c:v>0.00657883351702</c:v>
                </c:pt>
                <c:pt idx="1938">
                  <c:v>0.00657420651467</c:v>
                </c:pt>
                <c:pt idx="1939">
                  <c:v>0.00656955215102</c:v>
                </c:pt>
                <c:pt idx="1940">
                  <c:v>0.00656487097061</c:v>
                </c:pt>
                <c:pt idx="1941">
                  <c:v>0.00656016356164</c:v>
                </c:pt>
                <c:pt idx="1942">
                  <c:v>0.0065554305537</c:v>
                </c:pt>
                <c:pt idx="1943">
                  <c:v>0.00655067261535</c:v>
                </c:pt>
                <c:pt idx="1944">
                  <c:v>0.00654589045174</c:v>
                </c:pt>
                <c:pt idx="1945">
                  <c:v>0.00654108480228</c:v>
                </c:pt>
                <c:pt idx="1946">
                  <c:v>0.00653625643817</c:v>
                </c:pt>
                <c:pt idx="1947">
                  <c:v>0.00653140616009</c:v>
                </c:pt>
                <c:pt idx="1948">
                  <c:v>0.00652653479579</c:v>
                </c:pt>
                <c:pt idx="1949">
                  <c:v>0.00652164319777</c:v>
                </c:pt>
                <c:pt idx="1950">
                  <c:v>0.00651673224099</c:v>
                </c:pt>
                <c:pt idx="1951">
                  <c:v>0.00651180282058</c:v>
                </c:pt>
                <c:pt idx="1952">
                  <c:v>0.00650685584964</c:v>
                </c:pt>
                <c:pt idx="1953">
                  <c:v>0.00650189225707</c:v>
                </c:pt>
                <c:pt idx="1954">
                  <c:v>0.00649691298549</c:v>
                </c:pt>
                <c:pt idx="1955">
                  <c:v>0.00649191898913</c:v>
                </c:pt>
                <c:pt idx="1956">
                  <c:v>0.00648691123192</c:v>
                </c:pt>
                <c:pt idx="1957">
                  <c:v>0.00648189068556</c:v>
                </c:pt>
                <c:pt idx="1958">
                  <c:v>0.00647685832768</c:v>
                </c:pt>
                <c:pt idx="1959">
                  <c:v>0.00647181514005</c:v>
                </c:pt>
                <c:pt idx="1960">
                  <c:v>0.00646676210697</c:v>
                </c:pt>
                <c:pt idx="1961">
                  <c:v>0.00646170021361</c:v>
                </c:pt>
                <c:pt idx="1962">
                  <c:v>0.00645663044451</c:v>
                </c:pt>
                <c:pt idx="1963">
                  <c:v>0.00645155378211</c:v>
                </c:pt>
                <c:pt idx="1964">
                  <c:v>0.00644647120544</c:v>
                </c:pt>
                <c:pt idx="1965">
                  <c:v>0.0064413836888</c:v>
                </c:pt>
                <c:pt idx="1966">
                  <c:v>0.00643629220057</c:v>
                </c:pt>
                <c:pt idx="1967">
                  <c:v>0.00643119770211</c:v>
                </c:pt>
                <c:pt idx="1968">
                  <c:v>0.00642610114668</c:v>
                </c:pt>
                <c:pt idx="1969">
                  <c:v>0.00642100347852</c:v>
                </c:pt>
                <c:pt idx="1970">
                  <c:v>0.00641590563193</c:v>
                </c:pt>
                <c:pt idx="1971">
                  <c:v>0.00641080853047</c:v>
                </c:pt>
                <c:pt idx="1972">
                  <c:v>0.00640571308621</c:v>
                </c:pt>
                <c:pt idx="1973">
                  <c:v>0.00640062019908</c:v>
                </c:pt>
                <c:pt idx="1974">
                  <c:v>0.00639553075624</c:v>
                </c:pt>
                <c:pt idx="1975">
                  <c:v>0.00639044563155</c:v>
                </c:pt>
                <c:pt idx="1976">
                  <c:v>0.00638536568509</c:v>
                </c:pt>
                <c:pt idx="1977">
                  <c:v>0.00638029176273</c:v>
                </c:pt>
                <c:pt idx="1978">
                  <c:v>0.0063752246958</c:v>
                </c:pt>
                <c:pt idx="1979">
                  <c:v>0.00637016530076</c:v>
                </c:pt>
                <c:pt idx="1980">
                  <c:v>0.00636511437893</c:v>
                </c:pt>
                <c:pt idx="1981">
                  <c:v>0.00636007271632</c:v>
                </c:pt>
                <c:pt idx="1982">
                  <c:v>0.00635504108341</c:v>
                </c:pt>
                <c:pt idx="1983">
                  <c:v>0.00635002023508</c:v>
                </c:pt>
                <c:pt idx="1984">
                  <c:v>0.00634501091051</c:v>
                </c:pt>
                <c:pt idx="1985">
                  <c:v>0.00634001383311</c:v>
                </c:pt>
                <c:pt idx="1986">
                  <c:v>0.00633502971053</c:v>
                </c:pt>
                <c:pt idx="1987">
                  <c:v>0.00633005923467</c:v>
                </c:pt>
                <c:pt idx="1988">
                  <c:v>0.00632510308171</c:v>
                </c:pt>
                <c:pt idx="1989">
                  <c:v>0.00632016191217</c:v>
                </c:pt>
                <c:pt idx="1990">
                  <c:v>0.00631523637105</c:v>
                </c:pt>
                <c:pt idx="1991">
                  <c:v>0.00631032708785</c:v>
                </c:pt>
                <c:pt idx="1992">
                  <c:v>0.00630543467676</c:v>
                </c:pt>
                <c:pt idx="1993">
                  <c:v>0.00630055973676</c:v>
                </c:pt>
                <c:pt idx="1994">
                  <c:v>0.00629570285179</c:v>
                </c:pt>
                <c:pt idx="1995">
                  <c:v>0.00629086459087</c:v>
                </c:pt>
                <c:pt idx="1996">
                  <c:v>0.00628604550832</c:v>
                </c:pt>
                <c:pt idx="1997">
                  <c:v>0.00628124614385</c:v>
                </c:pt>
                <c:pt idx="1998">
                  <c:v>0.00627646702279</c:v>
                </c:pt>
                <c:pt idx="1999">
                  <c:v>0.00627170865625</c:v>
                </c:pt>
                <c:pt idx="2000">
                  <c:v>0.00626697154128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0.75"/>
          <c:min val="0"/>
        </c:scaling>
        <c:delete val="0"/>
        <c:axPos val="l"/>
        <c:majorGridlines>
          <c:spPr>
            <a:ln xmlns:a="http://schemas.openxmlformats.org/drawingml/2006/main" w="4763">
              <a:solidFill>
                <a:srgbClr val="EEEEEE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2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majorUnit val="1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2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U/t = 5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222222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scatterChart>
        <c:scatterStyle val="lineMarker"/>
        <c:varyColors val="0"/>
        <c:ser>
          <c:idx val="0"/>
          <c:order val="0"/>
          <c:tx>
            <c:v>charge</c:v>
          </c:tx>
          <c:spPr>
            <a:ln xmlns:a="http://schemas.openxmlformats.org/drawingml/2006/main" w="15240">
              <a:solidFill>
                <a:srgbClr val="C43C64"/>
              </a:solidFill>
              <a:prstDash val="solid"/>
            </a:ln>
          </c:spPr>
          <c:marker>
            <c:symbol val="none"/>
            <c:size val="5"/>
            <c:spPr>
              <a:solidFill xmlns:a="http://schemas.openxmlformats.org/drawingml/2006/main">
                <a:srgbClr val="C43C64"/>
              </a:solidFill>
            </c:spPr>
          </c:marker>
          <c:xVal>
            <c:numRef>
              <c:f>'Chart Data'!$A$2:$A$2002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Data'!$B$2:$B$2002</c:f>
              <c:numCache>
                <c:formatCode>0.0</c:formatCode>
                <c:ptCount val="2001"/>
                <c:pt idx="0">
                  <c:v>0.0029985202662</c:v>
                </c:pt>
                <c:pt idx="1">
                  <c:v>0.0030038982007</c:v>
                </c:pt>
                <c:pt idx="2">
                  <c:v>0.00300929097034</c:v>
                </c:pt>
                <c:pt idx="3">
                  <c:v>0.00301469863118</c:v>
                </c:pt>
                <c:pt idx="4">
                  <c:v>0.00302012123956</c:v>
                </c:pt>
                <c:pt idx="5">
                  <c:v>0.00302555885211</c:v>
                </c:pt>
                <c:pt idx="6">
                  <c:v>0.0030310115257</c:v>
                </c:pt>
                <c:pt idx="7">
                  <c:v>0.00303647931752</c:v>
                </c:pt>
                <c:pt idx="8">
                  <c:v>0.00304196228502</c:v>
                </c:pt>
                <c:pt idx="9">
                  <c:v>0.00304746048592</c:v>
                </c:pt>
                <c:pt idx="10">
                  <c:v>0.00305297397825</c:v>
                </c:pt>
                <c:pt idx="11">
                  <c:v>0.00305850282031</c:v>
                </c:pt>
                <c:pt idx="12">
                  <c:v>0.00306404707067</c:v>
                </c:pt>
                <c:pt idx="13">
                  <c:v>0.00306960678823</c:v>
                </c:pt>
                <c:pt idx="14">
                  <c:v>0.00307518203214</c:v>
                </c:pt>
                <c:pt idx="15">
                  <c:v>0.00308077286186</c:v>
                </c:pt>
                <c:pt idx="16">
                  <c:v>0.00308637933714</c:v>
                </c:pt>
                <c:pt idx="17">
                  <c:v>0.00309200151804</c:v>
                </c:pt>
                <c:pt idx="18">
                  <c:v>0.00309763946489</c:v>
                </c:pt>
                <c:pt idx="19">
                  <c:v>0.00310329323835</c:v>
                </c:pt>
                <c:pt idx="20">
                  <c:v>0.00310896289935</c:v>
                </c:pt>
                <c:pt idx="21">
                  <c:v>0.00311464850914</c:v>
                </c:pt>
                <c:pt idx="22">
                  <c:v>0.00312035012928</c:v>
                </c:pt>
                <c:pt idx="23">
                  <c:v>0.00312606782162</c:v>
                </c:pt>
                <c:pt idx="24">
                  <c:v>0.00313180164834</c:v>
                </c:pt>
                <c:pt idx="25">
                  <c:v>0.00313755167191</c:v>
                </c:pt>
                <c:pt idx="26">
                  <c:v>0.00314331795512</c:v>
                </c:pt>
                <c:pt idx="27">
                  <c:v>0.00314910056108</c:v>
                </c:pt>
                <c:pt idx="28">
                  <c:v>0.00315489955321</c:v>
                </c:pt>
                <c:pt idx="29">
                  <c:v>0.00316071499525</c:v>
                </c:pt>
                <c:pt idx="30">
                  <c:v>0.00316654695126</c:v>
                </c:pt>
                <c:pt idx="31">
                  <c:v>0.00317239548563</c:v>
                </c:pt>
                <c:pt idx="32">
                  <c:v>0.00317826066305</c:v>
                </c:pt>
                <c:pt idx="33">
                  <c:v>0.00318414254856</c:v>
                </c:pt>
                <c:pt idx="34">
                  <c:v>0.00319004120753</c:v>
                </c:pt>
                <c:pt idx="35">
                  <c:v>0.00319595670565</c:v>
                </c:pt>
                <c:pt idx="36">
                  <c:v>0.00320188910893</c:v>
                </c:pt>
                <c:pt idx="37">
                  <c:v>0.00320783848375</c:v>
                </c:pt>
                <c:pt idx="38">
                  <c:v>0.00321380489679</c:v>
                </c:pt>
                <c:pt idx="39">
                  <c:v>0.0032197884151</c:v>
                </c:pt>
                <c:pt idx="40">
                  <c:v>0.00322578910603</c:v>
                </c:pt>
                <c:pt idx="41">
                  <c:v>0.00323180703733</c:v>
                </c:pt>
                <c:pt idx="42">
                  <c:v>0.00323784227704</c:v>
                </c:pt>
                <c:pt idx="43">
                  <c:v>0.00324389489359</c:v>
                </c:pt>
                <c:pt idx="44">
                  <c:v>0.00324996495573</c:v>
                </c:pt>
                <c:pt idx="45">
                  <c:v>0.00325605253258</c:v>
                </c:pt>
                <c:pt idx="46">
                  <c:v>0.00326215769361</c:v>
                </c:pt>
                <c:pt idx="47">
                  <c:v>0.00326828050863</c:v>
                </c:pt>
                <c:pt idx="48">
                  <c:v>0.00327442104784</c:v>
                </c:pt>
                <c:pt idx="49">
                  <c:v>0.00328057938178</c:v>
                </c:pt>
                <c:pt idx="50">
                  <c:v>0.00328675558135</c:v>
                </c:pt>
                <c:pt idx="51">
                  <c:v>0.00329294971783</c:v>
                </c:pt>
                <c:pt idx="52">
                  <c:v>0.00329916186287</c:v>
                </c:pt>
                <c:pt idx="53">
                  <c:v>0.00330539208846</c:v>
                </c:pt>
                <c:pt idx="54">
                  <c:v>0.00331164046701</c:v>
                </c:pt>
                <c:pt idx="55">
                  <c:v>0.00331790707126</c:v>
                </c:pt>
                <c:pt idx="56">
                  <c:v>0.00332419197437</c:v>
                </c:pt>
                <c:pt idx="57">
                  <c:v>0.00333049524984</c:v>
                </c:pt>
                <c:pt idx="58">
                  <c:v>0.00333681697157</c:v>
                </c:pt>
                <c:pt idx="59">
                  <c:v>0.00334315721386</c:v>
                </c:pt>
                <c:pt idx="60">
                  <c:v>0.00334951605137</c:v>
                </c:pt>
                <c:pt idx="61">
                  <c:v>0.00335589355917</c:v>
                </c:pt>
                <c:pt idx="62">
                  <c:v>0.00336228981272</c:v>
                </c:pt>
                <c:pt idx="63">
                  <c:v>0.00336870488787</c:v>
                </c:pt>
                <c:pt idx="64">
                  <c:v>0.00337513886087</c:v>
                </c:pt>
                <c:pt idx="65">
                  <c:v>0.00338159180836</c:v>
                </c:pt>
                <c:pt idx="66">
                  <c:v>0.0033880638074</c:v>
                </c:pt>
                <c:pt idx="67">
                  <c:v>0.00339455493546</c:v>
                </c:pt>
                <c:pt idx="68">
                  <c:v>0.00340106527039</c:v>
                </c:pt>
                <c:pt idx="69">
                  <c:v>0.00340759489048</c:v>
                </c:pt>
                <c:pt idx="70">
                  <c:v>0.00341414387441</c:v>
                </c:pt>
                <c:pt idx="71">
                  <c:v>0.0034207123013</c:v>
                </c:pt>
                <c:pt idx="72">
                  <c:v>0.00342730025068</c:v>
                </c:pt>
                <c:pt idx="73">
                  <c:v>0.00343390780249</c:v>
                </c:pt>
                <c:pt idx="74">
                  <c:v>0.00344053503711</c:v>
                </c:pt>
                <c:pt idx="75">
                  <c:v>0.00344718203535</c:v>
                </c:pt>
                <c:pt idx="76">
                  <c:v>0.00345384887843</c:v>
                </c:pt>
                <c:pt idx="77">
                  <c:v>0.00346053564802</c:v>
                </c:pt>
                <c:pt idx="78">
                  <c:v>0.00346724242623</c:v>
                </c:pt>
                <c:pt idx="79">
                  <c:v>0.0034739692956</c:v>
                </c:pt>
                <c:pt idx="80">
                  <c:v>0.00348071633911</c:v>
                </c:pt>
                <c:pt idx="81">
                  <c:v>0.00348748364019</c:v>
                </c:pt>
                <c:pt idx="82">
                  <c:v>0.00349427128273</c:v>
                </c:pt>
                <c:pt idx="83">
                  <c:v>0.00350107935104</c:v>
                </c:pt>
                <c:pt idx="84">
                  <c:v>0.00350790792992</c:v>
                </c:pt>
                <c:pt idx="85">
                  <c:v>0.0035147571046</c:v>
                </c:pt>
                <c:pt idx="86">
                  <c:v>0.00352162696079</c:v>
                </c:pt>
                <c:pt idx="87">
                  <c:v>0.00352851758465</c:v>
                </c:pt>
                <c:pt idx="88">
                  <c:v>0.00353542906281</c:v>
                </c:pt>
                <c:pt idx="89">
                  <c:v>0.00354236148237</c:v>
                </c:pt>
                <c:pt idx="90">
                  <c:v>0.0035493149309</c:v>
                </c:pt>
                <c:pt idx="91">
                  <c:v>0.00355628949646</c:v>
                </c:pt>
                <c:pt idx="92">
                  <c:v>0.00356328526757</c:v>
                </c:pt>
                <c:pt idx="93">
                  <c:v>0.00357030233326</c:v>
                </c:pt>
                <c:pt idx="94">
                  <c:v>0.003577340783</c:v>
                </c:pt>
                <c:pt idx="95">
                  <c:v>0.0035844007068</c:v>
                </c:pt>
                <c:pt idx="96">
                  <c:v>0.00359148219514</c:v>
                </c:pt>
                <c:pt idx="97">
                  <c:v>0.00359858533898</c:v>
                </c:pt>
                <c:pt idx="98">
                  <c:v>0.00360571022982</c:v>
                </c:pt>
                <c:pt idx="99">
                  <c:v>0.00361285695961</c:v>
                </c:pt>
                <c:pt idx="100">
                  <c:v>0.00362002562086</c:v>
                </c:pt>
                <c:pt idx="101">
                  <c:v>0.00362721630655</c:v>
                </c:pt>
                <c:pt idx="102">
                  <c:v>0.0036344291102</c:v>
                </c:pt>
                <c:pt idx="103">
                  <c:v>0.00364166412583</c:v>
                </c:pt>
                <c:pt idx="104">
                  <c:v>0.00364892144799</c:v>
                </c:pt>
                <c:pt idx="105">
                  <c:v>0.00365620117175</c:v>
                </c:pt>
                <c:pt idx="106">
                  <c:v>0.0036635033927</c:v>
                </c:pt>
                <c:pt idx="107">
                  <c:v>0.00367082820698</c:v>
                </c:pt>
                <c:pt idx="108">
                  <c:v>0.00367817571126</c:v>
                </c:pt>
                <c:pt idx="109">
                  <c:v>0.00368554600273</c:v>
                </c:pt>
                <c:pt idx="110">
                  <c:v>0.00369293917915</c:v>
                </c:pt>
                <c:pt idx="111">
                  <c:v>0.00370035533881</c:v>
                </c:pt>
                <c:pt idx="112">
                  <c:v>0.00370779458055</c:v>
                </c:pt>
                <c:pt idx="113">
                  <c:v>0.00371525700377</c:v>
                </c:pt>
                <c:pt idx="114">
                  <c:v>0.00372274270844</c:v>
                </c:pt>
                <c:pt idx="115">
                  <c:v>0.00373025179507</c:v>
                </c:pt>
                <c:pt idx="116">
                  <c:v>0.00373778436474</c:v>
                </c:pt>
                <c:pt idx="117">
                  <c:v>0.00374534051911</c:v>
                </c:pt>
                <c:pt idx="118">
                  <c:v>0.00375292036042</c:v>
                </c:pt>
                <c:pt idx="119">
                  <c:v>0.00376052399147</c:v>
                </c:pt>
                <c:pt idx="120">
                  <c:v>0.00376815151565</c:v>
                </c:pt>
                <c:pt idx="121">
                  <c:v>0.00377580303693</c:v>
                </c:pt>
                <c:pt idx="122">
                  <c:v>0.0037834786599</c:v>
                </c:pt>
                <c:pt idx="123">
                  <c:v>0.00379117848971</c:v>
                </c:pt>
                <c:pt idx="124">
                  <c:v>0.00379890263212</c:v>
                </c:pt>
                <c:pt idx="125">
                  <c:v>0.00380665119351</c:v>
                </c:pt>
                <c:pt idx="126">
                  <c:v>0.00381442428084</c:v>
                </c:pt>
                <c:pt idx="127">
                  <c:v>0.0038222220017</c:v>
                </c:pt>
                <c:pt idx="128">
                  <c:v>0.0038300444643</c:v>
                </c:pt>
                <c:pt idx="129">
                  <c:v>0.00383789177746</c:v>
                </c:pt>
                <c:pt idx="130">
                  <c:v>0.00384576405063</c:v>
                </c:pt>
                <c:pt idx="131">
                  <c:v>0.00385366139389</c:v>
                </c:pt>
                <c:pt idx="132">
                  <c:v>0.00386158391796</c:v>
                </c:pt>
                <c:pt idx="133">
                  <c:v>0.0038695317342</c:v>
                </c:pt>
                <c:pt idx="134">
                  <c:v>0.0038775049546</c:v>
                </c:pt>
                <c:pt idx="135">
                  <c:v>0.00388550369181</c:v>
                </c:pt>
                <c:pt idx="136">
                  <c:v>0.00389352805913</c:v>
                </c:pt>
                <c:pt idx="137">
                  <c:v>0.00390157817052</c:v>
                </c:pt>
                <c:pt idx="138">
                  <c:v>0.00390965414061</c:v>
                </c:pt>
                <c:pt idx="139">
                  <c:v>0.00391775608469</c:v>
                </c:pt>
                <c:pt idx="140">
                  <c:v>0.00392588411872</c:v>
                </c:pt>
                <c:pt idx="141">
                  <c:v>0.00393403835934</c:v>
                </c:pt>
                <c:pt idx="142">
                  <c:v>0.00394221892389</c:v>
                </c:pt>
                <c:pt idx="143">
                  <c:v>0.00395042593036</c:v>
                </c:pt>
                <c:pt idx="144">
                  <c:v>0.00395865949748</c:v>
                </c:pt>
                <c:pt idx="145">
                  <c:v>0.00396691974464</c:v>
                </c:pt>
                <c:pt idx="146">
                  <c:v>0.00397520679195</c:v>
                </c:pt>
                <c:pt idx="147">
                  <c:v>0.00398352076022</c:v>
                </c:pt>
                <c:pt idx="148">
                  <c:v>0.003991861771</c:v>
                </c:pt>
                <c:pt idx="149">
                  <c:v>0.00400022994653</c:v>
                </c:pt>
                <c:pt idx="150">
                  <c:v>0.00400862540978</c:v>
                </c:pt>
                <c:pt idx="151">
                  <c:v>0.00401704828446</c:v>
                </c:pt>
                <c:pt idx="152">
                  <c:v>0.00402549869502</c:v>
                </c:pt>
                <c:pt idx="153">
                  <c:v>0.00403397676662</c:v>
                </c:pt>
                <c:pt idx="154">
                  <c:v>0.0040424826252</c:v>
                </c:pt>
                <c:pt idx="155">
                  <c:v>0.00405101639745</c:v>
                </c:pt>
                <c:pt idx="156">
                  <c:v>0.00405957821079</c:v>
                </c:pt>
                <c:pt idx="157">
                  <c:v>0.00406816819344</c:v>
                </c:pt>
                <c:pt idx="158">
                  <c:v>0.00407678647437</c:v>
                </c:pt>
                <c:pt idx="159">
                  <c:v>0.00408543318332</c:v>
                </c:pt>
                <c:pt idx="160">
                  <c:v>0.00409410845083</c:v>
                </c:pt>
                <c:pt idx="161">
                  <c:v>0.0041028124082</c:v>
                </c:pt>
                <c:pt idx="162">
                  <c:v>0.00411154518756</c:v>
                </c:pt>
                <c:pt idx="163">
                  <c:v>0.00412030692181</c:v>
                </c:pt>
                <c:pt idx="164">
                  <c:v>0.00412909774466</c:v>
                </c:pt>
                <c:pt idx="165">
                  <c:v>0.00413791779065</c:v>
                </c:pt>
                <c:pt idx="166">
                  <c:v>0.00414676719511</c:v>
                </c:pt>
                <c:pt idx="167">
                  <c:v>0.00415564609423</c:v>
                </c:pt>
                <c:pt idx="168">
                  <c:v>0.004164554625</c:v>
                </c:pt>
                <c:pt idx="169">
                  <c:v>0.00417349292525</c:v>
                </c:pt>
                <c:pt idx="170">
                  <c:v>0.00418246113367</c:v>
                </c:pt>
                <c:pt idx="171">
                  <c:v>0.00419145938979</c:v>
                </c:pt>
                <c:pt idx="172">
                  <c:v>0.004200487834</c:v>
                </c:pt>
                <c:pt idx="173">
                  <c:v>0.00420954660755</c:v>
                </c:pt>
                <c:pt idx="174">
                  <c:v>0.00421863585256</c:v>
                </c:pt>
                <c:pt idx="175">
                  <c:v>0.00422775571204</c:v>
                </c:pt>
                <c:pt idx="176">
                  <c:v>0.00423690632986</c:v>
                </c:pt>
                <c:pt idx="177">
                  <c:v>0.00424608785081</c:v>
                </c:pt>
                <c:pt idx="178">
                  <c:v>0.00425530042054</c:v>
                </c:pt>
                <c:pt idx="179">
                  <c:v>0.00426454418565</c:v>
                </c:pt>
                <c:pt idx="180">
                  <c:v>0.00427381929361</c:v>
                </c:pt>
                <c:pt idx="181">
                  <c:v>0.00428312589285</c:v>
                </c:pt>
                <c:pt idx="182">
                  <c:v>0.00429246413268</c:v>
                </c:pt>
                <c:pt idx="183">
                  <c:v>0.0043018341634</c:v>
                </c:pt>
                <c:pt idx="184">
                  <c:v>0.0043112361362</c:v>
                </c:pt>
                <c:pt idx="185">
                  <c:v>0.00432067020324</c:v>
                </c:pt>
                <c:pt idx="186">
                  <c:v>0.00433013651765</c:v>
                </c:pt>
                <c:pt idx="187">
                  <c:v>0.0043396352335</c:v>
                </c:pt>
                <c:pt idx="188">
                  <c:v>0.00434916650586</c:v>
                </c:pt>
                <c:pt idx="189">
                  <c:v>0.00435873049074</c:v>
                </c:pt>
                <c:pt idx="190">
                  <c:v>0.00436832734517</c:v>
                </c:pt>
                <c:pt idx="191">
                  <c:v>0.00437795722717</c:v>
                </c:pt>
                <c:pt idx="192">
                  <c:v>0.00438762029576</c:v>
                </c:pt>
                <c:pt idx="193">
                  <c:v>0.00439731671097</c:v>
                </c:pt>
                <c:pt idx="194">
                  <c:v>0.00440704663385</c:v>
                </c:pt>
                <c:pt idx="195">
                  <c:v>0.00441681022648</c:v>
                </c:pt>
                <c:pt idx="196">
                  <c:v>0.00442660765198</c:v>
                </c:pt>
                <c:pt idx="197">
                  <c:v>0.00443643907451</c:v>
                </c:pt>
                <c:pt idx="198">
                  <c:v>0.00444630465929</c:v>
                </c:pt>
                <c:pt idx="199">
                  <c:v>0.0044562045726</c:v>
                </c:pt>
                <c:pt idx="200">
                  <c:v>0.00446613898178</c:v>
                </c:pt>
                <c:pt idx="201">
                  <c:v>0.00447610805527</c:v>
                </c:pt>
                <c:pt idx="202">
                  <c:v>0.00448611196258</c:v>
                </c:pt>
                <c:pt idx="203">
                  <c:v>0.00449615087433</c:v>
                </c:pt>
                <c:pt idx="204">
                  <c:v>0.00450622496224</c:v>
                </c:pt>
                <c:pt idx="205">
                  <c:v>0.00451633439915</c:v>
                </c:pt>
                <c:pt idx="206">
                  <c:v>0.00452647935902</c:v>
                </c:pt>
                <c:pt idx="207">
                  <c:v>0.00453666001696</c:v>
                </c:pt>
                <c:pt idx="208">
                  <c:v>0.0045468765492</c:v>
                </c:pt>
                <c:pt idx="209">
                  <c:v>0.00455712913315</c:v>
                </c:pt>
                <c:pt idx="210">
                  <c:v>0.00456741794736</c:v>
                </c:pt>
                <c:pt idx="211">
                  <c:v>0.00457774317156</c:v>
                </c:pt>
                <c:pt idx="212">
                  <c:v>0.00458810498667</c:v>
                </c:pt>
                <c:pt idx="213">
                  <c:v>0.00459850357481</c:v>
                </c:pt>
                <c:pt idx="214">
                  <c:v>0.00460893911927</c:v>
                </c:pt>
                <c:pt idx="215">
                  <c:v>0.0046194118046</c:v>
                </c:pt>
                <c:pt idx="216">
                  <c:v>0.00462992181652</c:v>
                </c:pt>
                <c:pt idx="217">
                  <c:v>0.00464046934204</c:v>
                </c:pt>
                <c:pt idx="218">
                  <c:v>0.00465105456937</c:v>
                </c:pt>
                <c:pt idx="219">
                  <c:v>0.00466167768799</c:v>
                </c:pt>
                <c:pt idx="220">
                  <c:v>0.00467233888865</c:v>
                </c:pt>
                <c:pt idx="221">
                  <c:v>0.00468303836339</c:v>
                </c:pt>
                <c:pt idx="222">
                  <c:v>0.00469377630549</c:v>
                </c:pt>
                <c:pt idx="223">
                  <c:v>0.00470455290959</c:v>
                </c:pt>
                <c:pt idx="224">
                  <c:v>0.00471536837158</c:v>
                </c:pt>
                <c:pt idx="225">
                  <c:v>0.00472622288873</c:v>
                </c:pt>
                <c:pt idx="226">
                  <c:v>0.00473711665959</c:v>
                </c:pt>
                <c:pt idx="227">
                  <c:v>0.00474804988408</c:v>
                </c:pt>
                <c:pt idx="228">
                  <c:v>0.00475902276348</c:v>
                </c:pt>
                <c:pt idx="229">
                  <c:v>0.00477003550042</c:v>
                </c:pt>
                <c:pt idx="230">
                  <c:v>0.00478108829892</c:v>
                </c:pt>
                <c:pt idx="231">
                  <c:v>0.0047921813644</c:v>
                </c:pt>
                <c:pt idx="232">
                  <c:v>0.00480331490366</c:v>
                </c:pt>
                <c:pt idx="233">
                  <c:v>0.00481448912493</c:v>
                </c:pt>
                <c:pt idx="234">
                  <c:v>0.00482570423788</c:v>
                </c:pt>
                <c:pt idx="235">
                  <c:v>0.0048369604536</c:v>
                </c:pt>
                <c:pt idx="236">
                  <c:v>0.00484825798464</c:v>
                </c:pt>
                <c:pt idx="237">
                  <c:v>0.00485959704501</c:v>
                </c:pt>
                <c:pt idx="238">
                  <c:v>0.00487097785023</c:v>
                </c:pt>
                <c:pt idx="239">
                  <c:v>0.00488240061727</c:v>
                </c:pt>
                <c:pt idx="240">
                  <c:v>0.00489386556464</c:v>
                </c:pt>
                <c:pt idx="241">
                  <c:v>0.00490537291234</c:v>
                </c:pt>
                <c:pt idx="242">
                  <c:v>0.00491692288193</c:v>
                </c:pt>
                <c:pt idx="243">
                  <c:v>0.0049285156965</c:v>
                </c:pt>
                <c:pt idx="244">
                  <c:v>0.0049401515807</c:v>
                </c:pt>
                <c:pt idx="245">
                  <c:v>0.00495183076077</c:v>
                </c:pt>
                <c:pt idx="246">
                  <c:v>0.00496355346453</c:v>
                </c:pt>
                <c:pt idx="247">
                  <c:v>0.00497531992138</c:v>
                </c:pt>
                <c:pt idx="248">
                  <c:v>0.00498713036238</c:v>
                </c:pt>
                <c:pt idx="249">
                  <c:v>0.0049989850202</c:v>
                </c:pt>
                <c:pt idx="250">
                  <c:v>0.00501088412914</c:v>
                </c:pt>
                <c:pt idx="251">
                  <c:v>0.0050228279252</c:v>
                </c:pt>
                <c:pt idx="252">
                  <c:v>0.00503481664602</c:v>
                </c:pt>
                <c:pt idx="253">
                  <c:v>0.00504685053096</c:v>
                </c:pt>
                <c:pt idx="254">
                  <c:v>0.00505892982108</c:v>
                </c:pt>
                <c:pt idx="255">
                  <c:v>0.00507105475916</c:v>
                </c:pt>
                <c:pt idx="256">
                  <c:v>0.00508322558972</c:v>
                </c:pt>
                <c:pt idx="257">
                  <c:v>0.00509544255903</c:v>
                </c:pt>
                <c:pt idx="258">
                  <c:v>0.00510770591514</c:v>
                </c:pt>
                <c:pt idx="259">
                  <c:v>0.0051200159079</c:v>
                </c:pt>
                <c:pt idx="260">
                  <c:v>0.00513237278894</c:v>
                </c:pt>
                <c:pt idx="261">
                  <c:v>0.00514477681173</c:v>
                </c:pt>
                <c:pt idx="262">
                  <c:v>0.00515722823157</c:v>
                </c:pt>
                <c:pt idx="263">
                  <c:v>0.00516972730562</c:v>
                </c:pt>
                <c:pt idx="264">
                  <c:v>0.00518227429291</c:v>
                </c:pt>
                <c:pt idx="265">
                  <c:v>0.00519486945437</c:v>
                </c:pt>
                <c:pt idx="266">
                  <c:v>0.00520751305282</c:v>
                </c:pt>
                <c:pt idx="267">
                  <c:v>0.00522020535302</c:v>
                </c:pt>
                <c:pt idx="268">
                  <c:v>0.00523294662168</c:v>
                </c:pt>
                <c:pt idx="269">
                  <c:v>0.00524573712747</c:v>
                </c:pt>
                <c:pt idx="270">
                  <c:v>0.00525857714102</c:v>
                </c:pt>
                <c:pt idx="271">
                  <c:v>0.005271466935</c:v>
                </c:pt>
                <c:pt idx="272">
                  <c:v>0.00528440678407</c:v>
                </c:pt>
                <c:pt idx="273">
                  <c:v>0.00529739696494</c:v>
                </c:pt>
                <c:pt idx="274">
                  <c:v>0.00531043775637</c:v>
                </c:pt>
                <c:pt idx="275">
                  <c:v>0.00532352943922</c:v>
                </c:pt>
                <c:pt idx="276">
                  <c:v>0.00533667229642</c:v>
                </c:pt>
                <c:pt idx="277">
                  <c:v>0.00534986661304</c:v>
                </c:pt>
                <c:pt idx="278">
                  <c:v>0.00536311267628</c:v>
                </c:pt>
                <c:pt idx="279">
                  <c:v>0.0053764107755</c:v>
                </c:pt>
                <c:pt idx="280">
                  <c:v>0.00538976120225</c:v>
                </c:pt>
                <c:pt idx="281">
                  <c:v>0.00540316425026</c:v>
                </c:pt>
                <c:pt idx="282">
                  <c:v>0.00541662021551</c:v>
                </c:pt>
                <c:pt idx="283">
                  <c:v>0.00543012939621</c:v>
                </c:pt>
                <c:pt idx="284">
                  <c:v>0.00544369209284</c:v>
                </c:pt>
                <c:pt idx="285">
                  <c:v>0.00545730860817</c:v>
                </c:pt>
                <c:pt idx="286">
                  <c:v>0.00547097924728</c:v>
                </c:pt>
                <c:pt idx="287">
                  <c:v>0.00548470431758</c:v>
                </c:pt>
                <c:pt idx="288">
                  <c:v>0.00549848412885</c:v>
                </c:pt>
                <c:pt idx="289">
                  <c:v>0.00551231899324</c:v>
                </c:pt>
                <c:pt idx="290">
                  <c:v>0.00552620922532</c:v>
                </c:pt>
                <c:pt idx="291">
                  <c:v>0.00554015514206</c:v>
                </c:pt>
                <c:pt idx="292">
                  <c:v>0.00555415706291</c:v>
                </c:pt>
                <c:pt idx="293">
                  <c:v>0.00556821530979</c:v>
                </c:pt>
                <c:pt idx="294">
                  <c:v>0.00558233020711</c:v>
                </c:pt>
                <c:pt idx="295">
                  <c:v>0.00559650208182</c:v>
                </c:pt>
                <c:pt idx="296">
                  <c:v>0.00561073126342</c:v>
                </c:pt>
                <c:pt idx="297">
                  <c:v>0.00562501808398</c:v>
                </c:pt>
                <c:pt idx="298">
                  <c:v>0.00563936287818</c:v>
                </c:pt>
                <c:pt idx="299">
                  <c:v>0.00565376598333</c:v>
                </c:pt>
                <c:pt idx="300">
                  <c:v>0.0056682277394</c:v>
                </c:pt>
                <c:pt idx="301">
                  <c:v>0.00568274848905</c:v>
                </c:pt>
                <c:pt idx="302">
                  <c:v>0.00569732857762</c:v>
                </c:pt>
                <c:pt idx="303">
                  <c:v>0.00571196835322</c:v>
                </c:pt>
                <c:pt idx="304">
                  <c:v>0.00572666816671</c:v>
                </c:pt>
                <c:pt idx="305">
                  <c:v>0.00574142837177</c:v>
                </c:pt>
                <c:pt idx="306">
                  <c:v>0.00575624932487</c:v>
                </c:pt>
                <c:pt idx="307">
                  <c:v>0.00577113138536</c:v>
                </c:pt>
                <c:pt idx="308">
                  <c:v>0.00578607491544</c:v>
                </c:pt>
                <c:pt idx="309">
                  <c:v>0.00580108028027</c:v>
                </c:pt>
                <c:pt idx="310">
                  <c:v>0.0058161478479</c:v>
                </c:pt>
                <c:pt idx="311">
                  <c:v>0.00583127798938</c:v>
                </c:pt>
                <c:pt idx="312">
                  <c:v>0.00584647107877</c:v>
                </c:pt>
                <c:pt idx="313">
                  <c:v>0.00586172749314</c:v>
                </c:pt>
                <c:pt idx="314">
                  <c:v>0.00587704761265</c:v>
                </c:pt>
                <c:pt idx="315">
                  <c:v>0.00589243182055</c:v>
                </c:pt>
                <c:pt idx="316">
                  <c:v>0.00590788050321</c:v>
                </c:pt>
                <c:pt idx="317">
                  <c:v>0.00592339405017</c:v>
                </c:pt>
                <c:pt idx="318">
                  <c:v>0.00593897285417</c:v>
                </c:pt>
                <c:pt idx="319">
                  <c:v>0.00595461731119</c:v>
                </c:pt>
                <c:pt idx="320">
                  <c:v>0.00597032782044</c:v>
                </c:pt>
                <c:pt idx="321">
                  <c:v>0.00598610478446</c:v>
                </c:pt>
                <c:pt idx="322">
                  <c:v>0.00600194860913</c:v>
                </c:pt>
                <c:pt idx="323">
                  <c:v>0.00601785970366</c:v>
                </c:pt>
                <c:pt idx="324">
                  <c:v>0.0060338384807</c:v>
                </c:pt>
                <c:pt idx="325">
                  <c:v>0.00604988535632</c:v>
                </c:pt>
                <c:pt idx="326">
                  <c:v>0.00606600075009</c:v>
                </c:pt>
                <c:pt idx="327">
                  <c:v>0.00608218508507</c:v>
                </c:pt>
                <c:pt idx="328">
                  <c:v>0.00609843878789</c:v>
                </c:pt>
                <c:pt idx="329">
                  <c:v>0.00611476228876</c:v>
                </c:pt>
                <c:pt idx="330">
                  <c:v>0.00613115602153</c:v>
                </c:pt>
                <c:pt idx="331">
                  <c:v>0.0061476204237</c:v>
                </c:pt>
                <c:pt idx="332">
                  <c:v>0.00616415593649</c:v>
                </c:pt>
                <c:pt idx="333">
                  <c:v>0.00618076300488</c:v>
                </c:pt>
                <c:pt idx="334">
                  <c:v>0.00619744207761</c:v>
                </c:pt>
                <c:pt idx="335">
                  <c:v>0.00621419360728</c:v>
                </c:pt>
                <c:pt idx="336">
                  <c:v>0.00623101805032</c:v>
                </c:pt>
                <c:pt idx="337">
                  <c:v>0.00624791586712</c:v>
                </c:pt>
                <c:pt idx="338">
                  <c:v>0.00626488752199</c:v>
                </c:pt>
                <c:pt idx="339">
                  <c:v>0.00628193348326</c:v>
                </c:pt>
                <c:pt idx="340">
                  <c:v>0.00629905422328</c:v>
                </c:pt>
                <c:pt idx="341">
                  <c:v>0.0063162502185</c:v>
                </c:pt>
                <c:pt idx="342">
                  <c:v>0.00633352194952</c:v>
                </c:pt>
                <c:pt idx="343">
                  <c:v>0.00635086990107</c:v>
                </c:pt>
                <c:pt idx="344">
                  <c:v>0.00636829456215</c:v>
                </c:pt>
                <c:pt idx="345">
                  <c:v>0.00638579642599</c:v>
                </c:pt>
                <c:pt idx="346">
                  <c:v>0.00640337599017</c:v>
                </c:pt>
                <c:pt idx="347">
                  <c:v>0.00642103375659</c:v>
                </c:pt>
                <c:pt idx="348">
                  <c:v>0.00643877023161</c:v>
                </c:pt>
                <c:pt idx="349">
                  <c:v>0.00645658592602</c:v>
                </c:pt>
                <c:pt idx="350">
                  <c:v>0.00647448135512</c:v>
                </c:pt>
                <c:pt idx="351">
                  <c:v>0.00649245703878</c:v>
                </c:pt>
                <c:pt idx="352">
                  <c:v>0.00651051350147</c:v>
                </c:pt>
                <c:pt idx="353">
                  <c:v>0.00652865127233</c:v>
                </c:pt>
                <c:pt idx="354">
                  <c:v>0.0065468708852</c:v>
                </c:pt>
                <c:pt idx="355">
                  <c:v>0.0065651728787</c:v>
                </c:pt>
                <c:pt idx="356">
                  <c:v>0.00658355779626</c:v>
                </c:pt>
                <c:pt idx="357">
                  <c:v>0.00660202618617</c:v>
                </c:pt>
                <c:pt idx="358">
                  <c:v>0.00662057860167</c:v>
                </c:pt>
                <c:pt idx="359">
                  <c:v>0.00663921560096</c:v>
                </c:pt>
                <c:pt idx="360">
                  <c:v>0.00665793774729</c:v>
                </c:pt>
                <c:pt idx="361">
                  <c:v>0.006676745609</c:v>
                </c:pt>
                <c:pt idx="362">
                  <c:v>0.00669563975957</c:v>
                </c:pt>
                <c:pt idx="363">
                  <c:v>0.00671462077769</c:v>
                </c:pt>
                <c:pt idx="364">
                  <c:v>0.00673368924732</c:v>
                </c:pt>
                <c:pt idx="365">
                  <c:v>0.00675284575775</c:v>
                </c:pt>
                <c:pt idx="366">
                  <c:v>0.00677209090364</c:v>
                </c:pt>
                <c:pt idx="367">
                  <c:v>0.00679142528509</c:v>
                </c:pt>
                <c:pt idx="368">
                  <c:v>0.00681084950773</c:v>
                </c:pt>
                <c:pt idx="369">
                  <c:v>0.00683036418273</c:v>
                </c:pt>
                <c:pt idx="370">
                  <c:v>0.00684996992689</c:v>
                </c:pt>
                <c:pt idx="371">
                  <c:v>0.00686966736273</c:v>
                </c:pt>
                <c:pt idx="372">
                  <c:v>0.00688945711848</c:v>
                </c:pt>
                <c:pt idx="373">
                  <c:v>0.00690933982823</c:v>
                </c:pt>
                <c:pt idx="374">
                  <c:v>0.00692931613194</c:v>
                </c:pt>
                <c:pt idx="375">
                  <c:v>0.0069493866755</c:v>
                </c:pt>
                <c:pt idx="376">
                  <c:v>0.00696955211084</c:v>
                </c:pt>
                <c:pt idx="377">
                  <c:v>0.00698981309598</c:v>
                </c:pt>
                <c:pt idx="378">
                  <c:v>0.00701017029506</c:v>
                </c:pt>
                <c:pt idx="379">
                  <c:v>0.00703062437846</c:v>
                </c:pt>
                <c:pt idx="380">
                  <c:v>0.00705117602286</c:v>
                </c:pt>
                <c:pt idx="381">
                  <c:v>0.00707182591127</c:v>
                </c:pt>
                <c:pt idx="382">
                  <c:v>0.00709257473314</c:v>
                </c:pt>
                <c:pt idx="383">
                  <c:v>0.00711342318444</c:v>
                </c:pt>
                <c:pt idx="384">
                  <c:v>0.00713437196768</c:v>
                </c:pt>
                <c:pt idx="385">
                  <c:v>0.00715542179203</c:v>
                </c:pt>
                <c:pt idx="386">
                  <c:v>0.00717657337338</c:v>
                </c:pt>
                <c:pt idx="387">
                  <c:v>0.0071978274344</c:v>
                </c:pt>
                <c:pt idx="388">
                  <c:v>0.00721918470465</c:v>
                </c:pt>
                <c:pt idx="389">
                  <c:v>0.00724064592059</c:v>
                </c:pt>
                <c:pt idx="390">
                  <c:v>0.00726221182574</c:v>
                </c:pt>
                <c:pt idx="391">
                  <c:v>0.00728388317068</c:v>
                </c:pt>
                <c:pt idx="392">
                  <c:v>0.00730566071317</c:v>
                </c:pt>
                <c:pt idx="393">
                  <c:v>0.00732754521823</c:v>
                </c:pt>
                <c:pt idx="394">
                  <c:v>0.00734953745818</c:v>
                </c:pt>
                <c:pt idx="395">
                  <c:v>0.00737163821275</c:v>
                </c:pt>
                <c:pt idx="396">
                  <c:v>0.00739384826918</c:v>
                </c:pt>
                <c:pt idx="397">
                  <c:v>0.00741616842223</c:v>
                </c:pt>
                <c:pt idx="398">
                  <c:v>0.00743859947433</c:v>
                </c:pt>
                <c:pt idx="399">
                  <c:v>0.00746114223562</c:v>
                </c:pt>
                <c:pt idx="400">
                  <c:v>0.00748379752405</c:v>
                </c:pt>
                <c:pt idx="401">
                  <c:v>0.00750656616544</c:v>
                </c:pt>
                <c:pt idx="402">
                  <c:v>0.00752944899361</c:v>
                </c:pt>
                <c:pt idx="403">
                  <c:v>0.00755244685039</c:v>
                </c:pt>
                <c:pt idx="404">
                  <c:v>0.00757556058576</c:v>
                </c:pt>
                <c:pt idx="405">
                  <c:v>0.00759879105791</c:v>
                </c:pt>
                <c:pt idx="406">
                  <c:v>0.00762213913332</c:v>
                </c:pt>
                <c:pt idx="407">
                  <c:v>0.00764560568687</c:v>
                </c:pt>
                <c:pt idx="408">
                  <c:v>0.00766919160189</c:v>
                </c:pt>
                <c:pt idx="409">
                  <c:v>0.00769289777024</c:v>
                </c:pt>
                <c:pt idx="410">
                  <c:v>0.00771672509243</c:v>
                </c:pt>
                <c:pt idx="411">
                  <c:v>0.00774067447769</c:v>
                </c:pt>
                <c:pt idx="412">
                  <c:v>0.00776474684402</c:v>
                </c:pt>
                <c:pt idx="413">
                  <c:v>0.00778894311832</c:v>
                </c:pt>
                <c:pt idx="414">
                  <c:v>0.00781326423645</c:v>
                </c:pt>
                <c:pt idx="415">
                  <c:v>0.00783771114331</c:v>
                </c:pt>
                <c:pt idx="416">
                  <c:v>0.00786228479294</c:v>
                </c:pt>
                <c:pt idx="417">
                  <c:v>0.00788698614857</c:v>
                </c:pt>
                <c:pt idx="418">
                  <c:v>0.00791181618275</c:v>
                </c:pt>
                <c:pt idx="419">
                  <c:v>0.00793677587738</c:v>
                </c:pt>
                <c:pt idx="420">
                  <c:v>0.00796186622383</c:v>
                </c:pt>
                <c:pt idx="421">
                  <c:v>0.00798708822301</c:v>
                </c:pt>
                <c:pt idx="422">
                  <c:v>0.00801244288542</c:v>
                </c:pt>
                <c:pt idx="423">
                  <c:v>0.00803793123129</c:v>
                </c:pt>
                <c:pt idx="424">
                  <c:v>0.00806355429058</c:v>
                </c:pt>
                <c:pt idx="425">
                  <c:v>0.00808931310312</c:v>
                </c:pt>
                <c:pt idx="426">
                  <c:v>0.00811520871867</c:v>
                </c:pt>
                <c:pt idx="427">
                  <c:v>0.00814124219696</c:v>
                </c:pt>
                <c:pt idx="428">
                  <c:v>0.0081674146078</c:v>
                </c:pt>
                <c:pt idx="429">
                  <c:v>0.00819372703115</c:v>
                </c:pt>
                <c:pt idx="430">
                  <c:v>0.00822018055716</c:v>
                </c:pt>
                <c:pt idx="431">
                  <c:v>0.00824677628627</c:v>
                </c:pt>
                <c:pt idx="432">
                  <c:v>0.00827351532923</c:v>
                </c:pt>
                <c:pt idx="433">
                  <c:v>0.00830039880724</c:v>
                </c:pt>
                <c:pt idx="434">
                  <c:v>0.00832742785192</c:v>
                </c:pt>
                <c:pt idx="435">
                  <c:v>0.00835460360544</c:v>
                </c:pt>
                <c:pt idx="436">
                  <c:v>0.00838192722052</c:v>
                </c:pt>
                <c:pt idx="437">
                  <c:v>0.00840939986054</c:v>
                </c:pt>
                <c:pt idx="438">
                  <c:v>0.00843702269952</c:v>
                </c:pt>
                <c:pt idx="439">
                  <c:v>0.00846479692223</c:v>
                </c:pt>
                <c:pt idx="440">
                  <c:v>0.00849272372421</c:v>
                </c:pt>
                <c:pt idx="441">
                  <c:v>0.00852080431177</c:v>
                </c:pt>
                <c:pt idx="442">
                  <c:v>0.00854903990211</c:v>
                </c:pt>
                <c:pt idx="443">
                  <c:v>0.00857743172324</c:v>
                </c:pt>
                <c:pt idx="444">
                  <c:v>0.00860598101411</c:v>
                </c:pt>
                <c:pt idx="445">
                  <c:v>0.00863468902456</c:v>
                </c:pt>
                <c:pt idx="446">
                  <c:v>0.00866355701538</c:v>
                </c:pt>
                <c:pt idx="447">
                  <c:v>0.00869258625828</c:v>
                </c:pt>
                <c:pt idx="448">
                  <c:v>0.00872177803593</c:v>
                </c:pt>
                <c:pt idx="449">
                  <c:v>0.00875113364193</c:v>
                </c:pt>
                <c:pt idx="450">
                  <c:v>0.00878065438082</c:v>
                </c:pt>
                <c:pt idx="451">
                  <c:v>0.00881034156808</c:v>
                </c:pt>
                <c:pt idx="452">
                  <c:v>0.00884019653007</c:v>
                </c:pt>
                <c:pt idx="453">
                  <c:v>0.00887022060401</c:v>
                </c:pt>
                <c:pt idx="454">
                  <c:v>0.00890041513798</c:v>
                </c:pt>
                <c:pt idx="455">
                  <c:v>0.00893078149084</c:v>
                </c:pt>
                <c:pt idx="456">
                  <c:v>0.00896132103216</c:v>
                </c:pt>
                <c:pt idx="457">
                  <c:v>0.00899203514223</c:v>
                </c:pt>
                <c:pt idx="458">
                  <c:v>0.00902292521189</c:v>
                </c:pt>
                <c:pt idx="459">
                  <c:v>0.00905399264252</c:v>
                </c:pt>
                <c:pt idx="460">
                  <c:v>0.00908523884593</c:v>
                </c:pt>
                <c:pt idx="461">
                  <c:v>0.00911666524424</c:v>
                </c:pt>
                <c:pt idx="462">
                  <c:v>0.00914827326977</c:v>
                </c:pt>
                <c:pt idx="463">
                  <c:v>0.00918006436493</c:v>
                </c:pt>
                <c:pt idx="464">
                  <c:v>0.00921203998207</c:v>
                </c:pt>
                <c:pt idx="465">
                  <c:v>0.00924420158332</c:v>
                </c:pt>
                <c:pt idx="466">
                  <c:v>0.00927655064042</c:v>
                </c:pt>
                <c:pt idx="467">
                  <c:v>0.00930908863457</c:v>
                </c:pt>
                <c:pt idx="468">
                  <c:v>0.00934181705619</c:v>
                </c:pt>
                <c:pt idx="469">
                  <c:v>0.00937473740477</c:v>
                </c:pt>
                <c:pt idx="470">
                  <c:v>0.00940785118857</c:v>
                </c:pt>
                <c:pt idx="471">
                  <c:v>0.00944115992445</c:v>
                </c:pt>
                <c:pt idx="472">
                  <c:v>0.00947466513754</c:v>
                </c:pt>
                <c:pt idx="473">
                  <c:v>0.00950836836103</c:v>
                </c:pt>
                <c:pt idx="474">
                  <c:v>0.00954227113582</c:v>
                </c:pt>
                <c:pt idx="475">
                  <c:v>0.00957637501024</c:v>
                </c:pt>
                <c:pt idx="476">
                  <c:v>0.00961068153968</c:v>
                </c:pt>
                <c:pt idx="477">
                  <c:v>0.00964519228628</c:v>
                </c:pt>
                <c:pt idx="478">
                  <c:v>0.0096799088185</c:v>
                </c:pt>
                <c:pt idx="479">
                  <c:v>0.00971483271077</c:v>
                </c:pt>
                <c:pt idx="480">
                  <c:v>0.00974996554304</c:v>
                </c:pt>
                <c:pt idx="481">
                  <c:v>0.00978530890033</c:v>
                </c:pt>
                <c:pt idx="482">
                  <c:v>0.0098208643723</c:v>
                </c:pt>
                <c:pt idx="483">
                  <c:v>0.00985663355269</c:v>
                </c:pt>
                <c:pt idx="484">
                  <c:v>0.00989261803887</c:v>
                </c:pt>
                <c:pt idx="485">
                  <c:v>0.00992881943126</c:v>
                </c:pt>
                <c:pt idx="486">
                  <c:v>0.00996523933275</c:v>
                </c:pt>
                <c:pt idx="487">
                  <c:v>0.0100018793481</c:v>
                </c:pt>
                <c:pt idx="488">
                  <c:v>0.0100387410834</c:v>
                </c:pt>
                <c:pt idx="489">
                  <c:v>0.0100758261453</c:v>
                </c:pt>
                <c:pt idx="490">
                  <c:v>0.0101131361403</c:v>
                </c:pt>
                <c:pt idx="491">
                  <c:v>0.0101506726741</c:v>
                </c:pt>
                <c:pt idx="492">
                  <c:v>0.0101884373511</c:v>
                </c:pt>
                <c:pt idx="493">
                  <c:v>0.0102264317731</c:v>
                </c:pt>
                <c:pt idx="494">
                  <c:v>0.0102646575389</c:v>
                </c:pt>
                <c:pt idx="495">
                  <c:v>0.0103031162433</c:v>
                </c:pt>
                <c:pt idx="496">
                  <c:v>0.0103418094764</c:v>
                </c:pt>
                <c:pt idx="497">
                  <c:v>0.0103807388224</c:v>
                </c:pt>
                <c:pt idx="498">
                  <c:v>0.0104199058589</c:v>
                </c:pt>
                <c:pt idx="499">
                  <c:v>0.0104593121559</c:v>
                </c:pt>
                <c:pt idx="500">
                  <c:v>0.0104989592748</c:v>
                </c:pt>
                <c:pt idx="501">
                  <c:v>0.0105388487673</c:v>
                </c:pt>
                <c:pt idx="502">
                  <c:v>0.0105789821745</c:v>
                </c:pt>
                <c:pt idx="503">
                  <c:v>0.0106193610255</c:v>
                </c:pt>
                <c:pt idx="504">
                  <c:v>0.0106599868368</c:v>
                </c:pt>
                <c:pt idx="505">
                  <c:v>0.0107008611104</c:v>
                </c:pt>
                <c:pt idx="506">
                  <c:v>0.0107419853334</c:v>
                </c:pt>
                <c:pt idx="507">
                  <c:v>0.0107833609763</c:v>
                </c:pt>
                <c:pt idx="508">
                  <c:v>0.010824989492</c:v>
                </c:pt>
                <c:pt idx="509">
                  <c:v>0.0108668723142</c:v>
                </c:pt>
                <c:pt idx="510">
                  <c:v>0.0109090108566</c:v>
                </c:pt>
                <c:pt idx="511">
                  <c:v>0.0109514065112</c:v>
                </c:pt>
                <c:pt idx="512">
                  <c:v>0.0109940606471</c:v>
                </c:pt>
                <c:pt idx="513">
                  <c:v>0.0110369746092</c:v>
                </c:pt>
                <c:pt idx="514">
                  <c:v>0.0110801497168</c:v>
                </c:pt>
                <c:pt idx="515">
                  <c:v>0.0111235872621</c:v>
                </c:pt>
                <c:pt idx="516">
                  <c:v>0.0111672885089</c:v>
                </c:pt>
                <c:pt idx="517">
                  <c:v>0.0112112546913</c:v>
                </c:pt>
                <c:pt idx="518">
                  <c:v>0.0112554870121</c:v>
                </c:pt>
                <c:pt idx="519">
                  <c:v>0.0112999866413</c:v>
                </c:pt>
                <c:pt idx="520">
                  <c:v>0.0113447547152</c:v>
                </c:pt>
                <c:pt idx="521">
                  <c:v>0.0113897923343</c:v>
                </c:pt>
                <c:pt idx="522">
                  <c:v>0.0114351005625</c:v>
                </c:pt>
                <c:pt idx="523">
                  <c:v>0.0114806804252</c:v>
                </c:pt>
                <c:pt idx="524">
                  <c:v>0.0115265329084</c:v>
                </c:pt>
                <c:pt idx="525">
                  <c:v>0.011572658957</c:v>
                </c:pt>
                <c:pt idx="526">
                  <c:v>0.0116190594738</c:v>
                </c:pt>
                <c:pt idx="527">
                  <c:v>0.011665735318</c:v>
                </c:pt>
                <c:pt idx="528">
                  <c:v>0.011712687304</c:v>
                </c:pt>
                <c:pt idx="529">
                  <c:v>0.0117599162003</c:v>
                </c:pt>
                <c:pt idx="530">
                  <c:v>0.0118074227285</c:v>
                </c:pt>
                <c:pt idx="531">
                  <c:v>0.0118552075618</c:v>
                </c:pt>
                <c:pt idx="532">
                  <c:v>0.0119032713245</c:v>
                </c:pt>
                <c:pt idx="533">
                  <c:v>0.0119516145908</c:v>
                </c:pt>
                <c:pt idx="534">
                  <c:v>0.0120002378841</c:v>
                </c:pt>
                <c:pt idx="535">
                  <c:v>0.0120491416763</c:v>
                </c:pt>
                <c:pt idx="536">
                  <c:v>0.012098326387</c:v>
                </c:pt>
                <c:pt idx="537">
                  <c:v>0.0121477923832</c:v>
                </c:pt>
                <c:pt idx="538">
                  <c:v>0.0121975399789</c:v>
                </c:pt>
                <c:pt idx="539">
                  <c:v>0.0122475694344</c:v>
                </c:pt>
                <c:pt idx="540">
                  <c:v>0.012297880957</c:v>
                </c:pt>
                <c:pt idx="541">
                  <c:v>0.0123484747003</c:v>
                </c:pt>
                <c:pt idx="542">
                  <c:v>0.0123993507647</c:v>
                </c:pt>
                <c:pt idx="543">
                  <c:v>0.0124505091977</c:v>
                </c:pt>
                <c:pt idx="544">
                  <c:v>0.0125019499946</c:v>
                </c:pt>
                <c:pt idx="545">
                  <c:v>0.0125536730988</c:v>
                </c:pt>
                <c:pt idx="546">
                  <c:v>0.0126056784031</c:v>
                </c:pt>
                <c:pt idx="547">
                  <c:v>0.0126579657508</c:v>
                </c:pt>
                <c:pt idx="548">
                  <c:v>0.0127105349367</c:v>
                </c:pt>
                <c:pt idx="549">
                  <c:v>0.012763385709</c:v>
                </c:pt>
                <c:pt idx="550">
                  <c:v>0.0128165177709</c:v>
                </c:pt>
                <c:pt idx="551">
                  <c:v>0.0128699307826</c:v>
                </c:pt>
                <c:pt idx="552">
                  <c:v>0.0129236243636</c:v>
                </c:pt>
                <c:pt idx="553">
                  <c:v>0.0129775980952</c:v>
                </c:pt>
                <c:pt idx="554">
                  <c:v>0.0130318515233</c:v>
                </c:pt>
                <c:pt idx="555">
                  <c:v>0.0130863841612</c:v>
                </c:pt>
                <c:pt idx="556">
                  <c:v>0.0131411954931</c:v>
                </c:pt>
                <c:pt idx="557">
                  <c:v>0.0131962849775</c:v>
                </c:pt>
                <c:pt idx="558">
                  <c:v>0.0132516520511</c:v>
                </c:pt>
                <c:pt idx="559">
                  <c:v>0.0133072961328</c:v>
                </c:pt>
                <c:pt idx="560">
                  <c:v>0.0133632166279</c:v>
                </c:pt>
                <c:pt idx="561">
                  <c:v>0.013419412933</c:v>
                </c:pt>
                <c:pt idx="562">
                  <c:v>0.0134758844407</c:v>
                </c:pt>
                <c:pt idx="563">
                  <c:v>0.0135326305446</c:v>
                </c:pt>
                <c:pt idx="564">
                  <c:v>0.013589650645</c:v>
                </c:pt>
                <c:pt idx="565">
                  <c:v>0.0136469441542</c:v>
                </c:pt>
                <c:pt idx="566">
                  <c:v>0.0137045105025</c:v>
                </c:pt>
                <c:pt idx="567">
                  <c:v>0.0137623491443</c:v>
                </c:pt>
                <c:pt idx="568">
                  <c:v>0.0138204595647</c:v>
                </c:pt>
                <c:pt idx="569">
                  <c:v>0.0138788412855</c:v>
                </c:pt>
                <c:pt idx="570">
                  <c:v>0.0139374938722</c:v>
                </c:pt>
                <c:pt idx="571">
                  <c:v>0.0139964169411</c:v>
                </c:pt>
                <c:pt idx="572">
                  <c:v>0.0140556101663</c:v>
                </c:pt>
                <c:pt idx="573">
                  <c:v>0.0141150732867</c:v>
                </c:pt>
                <c:pt idx="574">
                  <c:v>0.0141748061135</c:v>
                </c:pt>
                <c:pt idx="575">
                  <c:v>0.0142348085381</c:v>
                </c:pt>
                <c:pt idx="576">
                  <c:v>0.0142950805389</c:v>
                </c:pt>
                <c:pt idx="577">
                  <c:v>0.0143556221897</c:v>
                </c:pt>
                <c:pt idx="578">
                  <c:v>0.014416433667</c:v>
                </c:pt>
                <c:pt idx="579">
                  <c:v>0.0144775152578</c:v>
                </c:pt>
                <c:pt idx="580">
                  <c:v>0.0145388673676</c:v>
                </c:pt>
                <c:pt idx="581">
                  <c:v>0.0146004905277</c:v>
                </c:pt>
                <c:pt idx="582">
                  <c:v>0.0146623854032</c:v>
                </c:pt>
                <c:pt idx="583">
                  <c:v>0.0147245528004</c:v>
                </c:pt>
                <c:pt idx="584">
                  <c:v>0.0147869936747</c:v>
                </c:pt>
                <c:pt idx="585">
                  <c:v>0.0148497091373</c:v>
                </c:pt>
                <c:pt idx="586">
                  <c:v>0.0149127004632</c:v>
                </c:pt>
                <c:pt idx="587">
                  <c:v>0.0149759690977</c:v>
                </c:pt>
                <c:pt idx="588">
                  <c:v>0.0150395166637</c:v>
                </c:pt>
                <c:pt idx="589">
                  <c:v>0.0151033449678</c:v>
                </c:pt>
                <c:pt idx="590">
                  <c:v>0.0151674560075</c:v>
                </c:pt>
                <c:pt idx="591">
                  <c:v>0.0152318519765</c:v>
                </c:pt>
                <c:pt idx="592">
                  <c:v>0.0152965352709</c:v>
                </c:pt>
                <c:pt idx="593">
                  <c:v>0.0153615084951</c:v>
                </c:pt>
                <c:pt idx="594">
                  <c:v>0.0154267744662</c:v>
                </c:pt>
                <c:pt idx="595">
                  <c:v>0.0154923362193</c:v>
                </c:pt>
                <c:pt idx="596">
                  <c:v>0.0155581970123</c:v>
                </c:pt>
                <c:pt idx="597">
                  <c:v>0.015624360329</c:v>
                </c:pt>
                <c:pt idx="598">
                  <c:v>0.0156908298838</c:v>
                </c:pt>
                <c:pt idx="599">
                  <c:v>0.0157576096243</c:v>
                </c:pt>
                <c:pt idx="600">
                  <c:v>0.0158247037345</c:v>
                </c:pt>
                <c:pt idx="601">
                  <c:v>0.0158921166368</c:v>
                </c:pt>
                <c:pt idx="602">
                  <c:v>0.0159598529946</c:v>
                </c:pt>
                <c:pt idx="603">
                  <c:v>0.0160279177129</c:v>
                </c:pt>
                <c:pt idx="604">
                  <c:v>0.0160963159405</c:v>
                </c:pt>
                <c:pt idx="605">
                  <c:v>0.0161650530694</c:v>
                </c:pt>
                <c:pt idx="606">
                  <c:v>0.0162341347361</c:v>
                </c:pt>
                <c:pt idx="607">
                  <c:v>0.0163035668204</c:v>
                </c:pt>
                <c:pt idx="608">
                  <c:v>0.0163733554454</c:v>
                </c:pt>
                <c:pt idx="609">
                  <c:v>0.0164435069757</c:v>
                </c:pt>
                <c:pt idx="610">
                  <c:v>0.0165140280166</c:v>
                </c:pt>
                <c:pt idx="611">
                  <c:v>0.0165849254111</c:v>
                </c:pt>
                <c:pt idx="612">
                  <c:v>0.0166562062387</c:v>
                </c:pt>
                <c:pt idx="613">
                  <c:v>0.0167278778115</c:v>
                </c:pt>
                <c:pt idx="614">
                  <c:v>0.0167999476719</c:v>
                </c:pt>
                <c:pt idx="615">
                  <c:v>0.0168724235886</c:v>
                </c:pt>
                <c:pt idx="616">
                  <c:v>0.0169453135531</c:v>
                </c:pt>
                <c:pt idx="617">
                  <c:v>0.0170186257753</c:v>
                </c:pt>
                <c:pt idx="618">
                  <c:v>0.0170923686792</c:v>
                </c:pt>
                <c:pt idx="619">
                  <c:v>0.0171665508983</c:v>
                </c:pt>
                <c:pt idx="620">
                  <c:v>0.0172411812705</c:v>
                </c:pt>
                <c:pt idx="621">
                  <c:v>0.0173162688327</c:v>
                </c:pt>
                <c:pt idx="622">
                  <c:v>0.0173918228163</c:v>
                </c:pt>
                <c:pt idx="623">
                  <c:v>0.0174678526405</c:v>
                </c:pt>
                <c:pt idx="624">
                  <c:v>0.0175443679077</c:v>
                </c:pt>
                <c:pt idx="625">
                  <c:v>0.0176213783968</c:v>
                </c:pt>
                <c:pt idx="626">
                  <c:v>0.017698894058</c:v>
                </c:pt>
                <c:pt idx="627">
                  <c:v>0.0177769250065</c:v>
                </c:pt>
                <c:pt idx="628">
                  <c:v>0.0178554815164</c:v>
                </c:pt>
                <c:pt idx="629">
                  <c:v>0.017934574015</c:v>
                </c:pt>
                <c:pt idx="630">
                  <c:v>0.0180142130766</c:v>
                </c:pt>
                <c:pt idx="631">
                  <c:v>0.0180944094163</c:v>
                </c:pt>
                <c:pt idx="632">
                  <c:v>0.0181751738845</c:v>
                </c:pt>
                <c:pt idx="633">
                  <c:v>0.0182565174607</c:v>
                </c:pt>
                <c:pt idx="634">
                  <c:v>0.0183384512478</c:v>
                </c:pt>
                <c:pt idx="635">
                  <c:v>0.0184209864663</c:v>
                </c:pt>
                <c:pt idx="636">
                  <c:v>0.0185041344492</c:v>
                </c:pt>
                <c:pt idx="637">
                  <c:v>0.0185879066361</c:v>
                </c:pt>
                <c:pt idx="638">
                  <c:v>0.0186723145682</c:v>
                </c:pt>
                <c:pt idx="639">
                  <c:v>0.0187573698835</c:v>
                </c:pt>
                <c:pt idx="640">
                  <c:v>0.0188430843114</c:v>
                </c:pt>
                <c:pt idx="641">
                  <c:v>0.0189294696686</c:v>
                </c:pt>
                <c:pt idx="642">
                  <c:v>0.0190165378544</c:v>
                </c:pt>
                <c:pt idx="643">
                  <c:v>0.0191043008464</c:v>
                </c:pt>
                <c:pt idx="644">
                  <c:v>0.019192770697</c:v>
                </c:pt>
                <c:pt idx="645">
                  <c:v>0.019281959529</c:v>
                </c:pt>
                <c:pt idx="646">
                  <c:v>0.0193718795327</c:v>
                </c:pt>
                <c:pt idx="647">
                  <c:v>0.0194625429625</c:v>
                </c:pt>
                <c:pt idx="648">
                  <c:v>0.0195539621336</c:v>
                </c:pt>
                <c:pt idx="649">
                  <c:v>0.01964614942</c:v>
                </c:pt>
                <c:pt idx="650">
                  <c:v>0.0197391172511</c:v>
                </c:pt>
                <c:pt idx="651">
                  <c:v>0.0198328781103</c:v>
                </c:pt>
                <c:pt idx="652">
                  <c:v>0.0199274445324</c:v>
                </c:pt>
                <c:pt idx="653">
                  <c:v>0.0200228291024</c:v>
                </c:pt>
                <c:pt idx="654">
                  <c:v>0.0201190444536</c:v>
                </c:pt>
                <c:pt idx="655">
                  <c:v>0.0202161032667</c:v>
                </c:pt>
                <c:pt idx="656">
                  <c:v>0.0203140182684</c:v>
                </c:pt>
                <c:pt idx="657">
                  <c:v>0.0204128022308</c:v>
                </c:pt>
                <c:pt idx="658">
                  <c:v>0.020512467971</c:v>
                </c:pt>
                <c:pt idx="659">
                  <c:v>0.0206130283504</c:v>
                </c:pt>
                <c:pt idx="660">
                  <c:v>0.0207144962748</c:v>
                </c:pt>
                <c:pt idx="661">
                  <c:v>0.0208168846939</c:v>
                </c:pt>
                <c:pt idx="662">
                  <c:v>0.0209202066024</c:v>
                </c:pt>
                <c:pt idx="663">
                  <c:v>0.0210244750393</c:v>
                </c:pt>
                <c:pt idx="664">
                  <c:v>0.0211297030891</c:v>
                </c:pt>
                <c:pt idx="665">
                  <c:v>0.0212359038823</c:v>
                </c:pt>
                <c:pt idx="666">
                  <c:v>0.0213430905959</c:v>
                </c:pt>
                <c:pt idx="667">
                  <c:v>0.0214512764549</c:v>
                </c:pt>
                <c:pt idx="668">
                  <c:v>0.0215604747325</c:v>
                </c:pt>
                <c:pt idx="669">
                  <c:v>0.0216706987518</c:v>
                </c:pt>
                <c:pt idx="670">
                  <c:v>0.0217819618868</c:v>
                </c:pt>
                <c:pt idx="671">
                  <c:v>0.0218942775637</c:v>
                </c:pt>
                <c:pt idx="672">
                  <c:v>0.0220076592619</c:v>
                </c:pt>
                <c:pt idx="673">
                  <c:v>0.0221221205159</c:v>
                </c:pt>
                <c:pt idx="674">
                  <c:v>0.0222376749161</c:v>
                </c:pt>
                <c:pt idx="675">
                  <c:v>0.0223543361107</c:v>
                </c:pt>
                <c:pt idx="676">
                  <c:v>0.0224721178067</c:v>
                </c:pt>
                <c:pt idx="677">
                  <c:v>0.0225910337717</c:v>
                </c:pt>
                <c:pt idx="678">
                  <c:v>0.0227110978348</c:v>
                </c:pt>
                <c:pt idx="679">
                  <c:v>0.0228323238884</c:v>
                </c:pt>
                <c:pt idx="680">
                  <c:v>0.0229547258892</c:v>
                </c:pt>
                <c:pt idx="681">
                  <c:v>0.0230783178597</c:v>
                </c:pt>
                <c:pt idx="682">
                  <c:v>0.023203113889</c:v>
                </c:pt>
                <c:pt idx="683">
                  <c:v>0.0233291281344</c:v>
                </c:pt>
                <c:pt idx="684">
                  <c:v>0.023456374822</c:v>
                </c:pt>
                <c:pt idx="685">
                  <c:v>0.0235848682479</c:v>
                </c:pt>
                <c:pt idx="686">
                  <c:v>0.0237146227788</c:v>
                </c:pt>
                <c:pt idx="687">
                  <c:v>0.0238456528526</c:v>
                </c:pt>
                <c:pt idx="688">
                  <c:v>0.0239779729791</c:v>
                </c:pt>
                <c:pt idx="689">
                  <c:v>0.0241115977405</c:v>
                </c:pt>
                <c:pt idx="690">
                  <c:v>0.0242465417911</c:v>
                </c:pt>
                <c:pt idx="691">
                  <c:v>0.024382819858</c:v>
                </c:pt>
                <c:pt idx="692">
                  <c:v>0.0245204467402</c:v>
                </c:pt>
                <c:pt idx="693">
                  <c:v>0.0246594373091</c:v>
                </c:pt>
                <c:pt idx="694">
                  <c:v>0.0247998065072</c:v>
                </c:pt>
                <c:pt idx="695">
                  <c:v>0.0249415693478</c:v>
                </c:pt>
                <c:pt idx="696">
                  <c:v>0.0250847409137</c:v>
                </c:pt>
                <c:pt idx="697">
                  <c:v>0.0252293363563</c:v>
                </c:pt>
                <c:pt idx="698">
                  <c:v>0.0253753708936</c:v>
                </c:pt>
                <c:pt idx="699">
                  <c:v>0.0255228598089</c:v>
                </c:pt>
                <c:pt idx="700">
                  <c:v>0.0256718184483</c:v>
                </c:pt>
                <c:pt idx="701">
                  <c:v>0.0258222622191</c:v>
                </c:pt>
                <c:pt idx="702">
                  <c:v>0.0259742065861</c:v>
                </c:pt>
                <c:pt idx="703">
                  <c:v>0.0261276670695</c:v>
                </c:pt>
                <c:pt idx="704">
                  <c:v>0.0262826592413</c:v>
                </c:pt>
                <c:pt idx="705">
                  <c:v>0.0264391987218</c:v>
                </c:pt>
                <c:pt idx="706">
                  <c:v>0.0265973011753</c:v>
                </c:pt>
                <c:pt idx="707">
                  <c:v>0.026756982306</c:v>
                </c:pt>
                <c:pt idx="708">
                  <c:v>0.0269182578535</c:v>
                </c:pt>
                <c:pt idx="709">
                  <c:v>0.0270811435873</c:v>
                </c:pt>
                <c:pt idx="710">
                  <c:v>0.0272456553014</c:v>
                </c:pt>
                <c:pt idx="711">
                  <c:v>0.0274118088085</c:v>
                </c:pt>
                <c:pt idx="712">
                  <c:v>0.0275796199337</c:v>
                </c:pt>
                <c:pt idx="713">
                  <c:v>0.0277491045075</c:v>
                </c:pt>
                <c:pt idx="714">
                  <c:v>0.0279202783585</c:v>
                </c:pt>
                <c:pt idx="715">
                  <c:v>0.0280931573062</c:v>
                </c:pt>
                <c:pt idx="716">
                  <c:v>0.0282677571523</c:v>
                </c:pt>
                <c:pt idx="717">
                  <c:v>0.0284440936723</c:v>
                </c:pt>
                <c:pt idx="718">
                  <c:v>0.028622182606</c:v>
                </c:pt>
                <c:pt idx="719">
                  <c:v>0.0288020396483</c:v>
                </c:pt>
                <c:pt idx="720">
                  <c:v>0.0289836804387</c:v>
                </c:pt>
                <c:pt idx="721">
                  <c:v>0.0291671205505</c:v>
                </c:pt>
                <c:pt idx="722">
                  <c:v>0.0293523754797</c:v>
                </c:pt>
                <c:pt idx="723">
                  <c:v>0.0295394606329</c:v>
                </c:pt>
                <c:pt idx="724">
                  <c:v>0.029728391315</c:v>
                </c:pt>
                <c:pt idx="725">
                  <c:v>0.0299191827164</c:v>
                </c:pt>
                <c:pt idx="726">
                  <c:v>0.030111849899</c:v>
                </c:pt>
                <c:pt idx="727">
                  <c:v>0.030306407782</c:v>
                </c:pt>
                <c:pt idx="728">
                  <c:v>0.0305028711275</c:v>
                </c:pt>
                <c:pt idx="729">
                  <c:v>0.0307012545248</c:v>
                </c:pt>
                <c:pt idx="730">
                  <c:v>0.0309015723744</c:v>
                </c:pt>
                <c:pt idx="731">
                  <c:v>0.0311038388712</c:v>
                </c:pt>
                <c:pt idx="732">
                  <c:v>0.0313080679875</c:v>
                </c:pt>
                <c:pt idx="733">
                  <c:v>0.0315142734546</c:v>
                </c:pt>
                <c:pt idx="734">
                  <c:v>0.031722468745</c:v>
                </c:pt>
                <c:pt idx="735">
                  <c:v>0.0319326670522</c:v>
                </c:pt>
                <c:pt idx="736">
                  <c:v>0.0321448812717</c:v>
                </c:pt>
                <c:pt idx="737">
                  <c:v>0.0323591239802</c:v>
                </c:pt>
                <c:pt idx="738">
                  <c:v>0.0325754074145</c:v>
                </c:pt>
                <c:pt idx="739">
                  <c:v>0.0327937434499</c:v>
                </c:pt>
                <c:pt idx="740">
                  <c:v>0.0330141435779</c:v>
                </c:pt>
                <c:pt idx="741">
                  <c:v>0.0332366188831</c:v>
                </c:pt>
                <c:pt idx="742">
                  <c:v>0.0334611800202</c:v>
                </c:pt>
                <c:pt idx="743">
                  <c:v>0.0336878371894</c:v>
                </c:pt>
                <c:pt idx="744">
                  <c:v>0.0339166001123</c:v>
                </c:pt>
                <c:pt idx="745">
                  <c:v>0.0341474780065</c:v>
                </c:pt>
                <c:pt idx="746">
                  <c:v>0.0343804795601</c:v>
                </c:pt>
                <c:pt idx="747">
                  <c:v>0.034615612906</c:v>
                </c:pt>
                <c:pt idx="748">
                  <c:v>0.0348528855948</c:v>
                </c:pt>
                <c:pt idx="749">
                  <c:v>0.0350923045684</c:v>
                </c:pt>
                <c:pt idx="750">
                  <c:v>0.0353338761326</c:v>
                </c:pt>
                <c:pt idx="751">
                  <c:v>0.0355776059298</c:v>
                </c:pt>
                <c:pt idx="752">
                  <c:v>0.0358234989108</c:v>
                </c:pt>
                <c:pt idx="753">
                  <c:v>0.0360715593073</c:v>
                </c:pt>
                <c:pt idx="754">
                  <c:v>0.0363217906032</c:v>
                </c:pt>
                <c:pt idx="755">
                  <c:v>0.0365741955071</c:v>
                </c:pt>
                <c:pt idx="756">
                  <c:v>0.0368287759232</c:v>
                </c:pt>
                <c:pt idx="757">
                  <c:v>0.0370855329235</c:v>
                </c:pt>
                <c:pt idx="758">
                  <c:v>0.0373444667198</c:v>
                </c:pt>
                <c:pt idx="759">
                  <c:v>0.0376055766355</c:v>
                </c:pt>
                <c:pt idx="760">
                  <c:v>0.0378688610779</c:v>
                </c:pt>
                <c:pt idx="761">
                  <c:v>0.0381343175113</c:v>
                </c:pt>
                <c:pt idx="762">
                  <c:v>0.0384019424296</c:v>
                </c:pt>
                <c:pt idx="763">
                  <c:v>0.0386717313302</c:v>
                </c:pt>
                <c:pt idx="764">
                  <c:v>0.0389436786884</c:v>
                </c:pt>
                <c:pt idx="765">
                  <c:v>0.0392177779323</c:v>
                </c:pt>
                <c:pt idx="766">
                  <c:v>0.0394940214186</c:v>
                </c:pt>
                <c:pt idx="767">
                  <c:v>0.0397724004098</c:v>
                </c:pt>
                <c:pt idx="768">
                  <c:v>0.0400529050516</c:v>
                </c:pt>
                <c:pt idx="769">
                  <c:v>0.0403355243519</c:v>
                </c:pt>
                <c:pt idx="770">
                  <c:v>0.0406202461618</c:v>
                </c:pt>
                <c:pt idx="771">
                  <c:v>0.0409070571565</c:v>
                </c:pt>
                <c:pt idx="772">
                  <c:v>0.041195942819</c:v>
                </c:pt>
                <c:pt idx="773">
                  <c:v>0.0414868874247</c:v>
                </c:pt>
                <c:pt idx="774">
                  <c:v>0.0417798740282</c:v>
                </c:pt>
                <c:pt idx="775">
                  <c:v>0.0420748844515</c:v>
                </c:pt>
                <c:pt idx="776">
                  <c:v>0.0423718992748</c:v>
                </c:pt>
                <c:pt idx="777">
                  <c:v>0.0426708978285</c:v>
                </c:pt>
                <c:pt idx="778">
                  <c:v>0.0429718581881</c:v>
                </c:pt>
                <c:pt idx="779">
                  <c:v>0.0432747571716</c:v>
                </c:pt>
                <c:pt idx="780">
                  <c:v>0.043579570338</c:v>
                </c:pt>
                <c:pt idx="781">
                  <c:v>0.0438862719902</c:v>
                </c:pt>
                <c:pt idx="782">
                  <c:v>0.0441948351785</c:v>
                </c:pt>
                <c:pt idx="783">
                  <c:v>0.0445052317083</c:v>
                </c:pt>
                <c:pt idx="784">
                  <c:v>0.0448174321501</c:v>
                </c:pt>
                <c:pt idx="785">
                  <c:v>0.0451314058514</c:v>
                </c:pt>
                <c:pt idx="786">
                  <c:v>0.0454471209529</c:v>
                </c:pt>
                <c:pt idx="787">
                  <c:v>0.0457645444066</c:v>
                </c:pt>
                <c:pt idx="788">
                  <c:v>0.0460836419973</c:v>
                </c:pt>
                <c:pt idx="789">
                  <c:v>0.0464043783668</c:v>
                </c:pt>
                <c:pt idx="790">
                  <c:v>0.0467267170408</c:v>
                </c:pt>
                <c:pt idx="791">
                  <c:v>0.04705062046</c:v>
                </c:pt>
                <c:pt idx="792">
                  <c:v>0.0473760500123</c:v>
                </c:pt>
                <c:pt idx="793">
                  <c:v>0.0477029660696</c:v>
                </c:pt>
                <c:pt idx="794">
                  <c:v>0.0480313280264</c:v>
                </c:pt>
                <c:pt idx="795">
                  <c:v>0.0483610943413</c:v>
                </c:pt>
                <c:pt idx="796">
                  <c:v>0.0486922225824</c:v>
                </c:pt>
                <c:pt idx="797">
                  <c:v>0.0490246694732</c:v>
                </c:pt>
                <c:pt idx="798">
                  <c:v>0.0493583909435</c:v>
                </c:pt>
                <c:pt idx="799">
                  <c:v>0.0496933421805</c:v>
                </c:pt>
                <c:pt idx="800">
                  <c:v>0.0500294776838</c:v>
                </c:pt>
                <c:pt idx="801">
                  <c:v>0.050366751322</c:v>
                </c:pt>
                <c:pt idx="802">
                  <c:v>0.0507051163906</c:v>
                </c:pt>
                <c:pt idx="803">
                  <c:v>0.0510445256732</c:v>
                </c:pt>
                <c:pt idx="804">
                  <c:v>0.0513849315027</c:v>
                </c:pt>
                <c:pt idx="805">
                  <c:v>0.0517262858257</c:v>
                </c:pt>
                <c:pt idx="806">
                  <c:v>0.0520685402661</c:v>
                </c:pt>
                <c:pt idx="807">
                  <c:v>0.0524116461919</c:v>
                </c:pt>
                <c:pt idx="808">
                  <c:v>0.0527555547809</c:v>
                </c:pt>
                <c:pt idx="809">
                  <c:v>0.0531002170887</c:v>
                </c:pt>
                <c:pt idx="810">
                  <c:v>0.0534455841156</c:v>
                </c:pt>
                <c:pt idx="811">
                  <c:v>0.0537916068748</c:v>
                </c:pt>
                <c:pt idx="812">
                  <c:v>0.0541382364597</c:v>
                </c:pt>
                <c:pt idx="813">
                  <c:v>0.0544854241116</c:v>
                </c:pt>
                <c:pt idx="814">
                  <c:v>0.0548331212864</c:v>
                </c:pt>
                <c:pt idx="815">
                  <c:v>0.0551812797207</c:v>
                </c:pt>
                <c:pt idx="816">
                  <c:v>0.0555298514972</c:v>
                </c:pt>
                <c:pt idx="817">
                  <c:v>0.0558787891082</c:v>
                </c:pt>
                <c:pt idx="818">
                  <c:v>0.0562280455189</c:v>
                </c:pt>
                <c:pt idx="819">
                  <c:v>0.0565775742279</c:v>
                </c:pt>
                <c:pt idx="820">
                  <c:v>0.0569273293269</c:v>
                </c:pt>
                <c:pt idx="821">
                  <c:v>0.057277265558</c:v>
                </c:pt>
                <c:pt idx="822">
                  <c:v>0.0576273383693</c:v>
                </c:pt>
                <c:pt idx="823">
                  <c:v>0.0579775039674</c:v>
                </c:pt>
                <c:pt idx="824">
                  <c:v>0.0583277193692</c:v>
                </c:pt>
                <c:pt idx="825">
                  <c:v>0.0586779424491</c:v>
                </c:pt>
                <c:pt idx="826">
                  <c:v>0.059028131986</c:v>
                </c:pt>
                <c:pt idx="827">
                  <c:v>0.0593782477051</c:v>
                </c:pt>
                <c:pt idx="828">
                  <c:v>0.0597282503193</c:v>
                </c:pt>
                <c:pt idx="829">
                  <c:v>0.0600781015664</c:v>
                </c:pt>
                <c:pt idx="830">
                  <c:v>0.0604277642435</c:v>
                </c:pt>
                <c:pt idx="831">
                  <c:v>0.0607772022395</c:v>
                </c:pt>
                <c:pt idx="832">
                  <c:v>0.0611263805633</c:v>
                </c:pt>
                <c:pt idx="833">
                  <c:v>0.0614752653706</c:v>
                </c:pt>
                <c:pt idx="834">
                  <c:v>0.0618238239865</c:v>
                </c:pt>
                <c:pt idx="835">
                  <c:v>0.0621720249261</c:v>
                </c:pt>
                <c:pt idx="836">
                  <c:v>0.0625198379119</c:v>
                </c:pt>
                <c:pt idx="837">
                  <c:v>0.0628672338883</c:v>
                </c:pt>
                <c:pt idx="838">
                  <c:v>0.0632141850338</c:v>
                </c:pt>
                <c:pt idx="839">
                  <c:v>0.0635606647702</c:v>
                </c:pt>
                <c:pt idx="840">
                  <c:v>0.0639066477689</c:v>
                </c:pt>
                <c:pt idx="841">
                  <c:v>0.0642521099558</c:v>
                </c:pt>
                <c:pt idx="842">
                  <c:v>0.0645970285119</c:v>
                </c:pt>
                <c:pt idx="843">
                  <c:v>0.0649413818738</c:v>
                </c:pt>
                <c:pt idx="844">
                  <c:v>0.0652851497298</c:v>
                </c:pt>
                <c:pt idx="845">
                  <c:v>0.0656283130154</c:v>
                </c:pt>
                <c:pt idx="846">
                  <c:v>0.0659708539062</c:v>
                </c:pt>
                <c:pt idx="847">
                  <c:v>0.0663127558083</c:v>
                </c:pt>
                <c:pt idx="848">
                  <c:v>0.066654003348</c:v>
                </c:pt>
                <c:pt idx="849">
                  <c:v>0.0669945823591</c:v>
                </c:pt>
                <c:pt idx="850">
                  <c:v>0.0673344798683</c:v>
                </c:pt>
                <c:pt idx="851">
                  <c:v>0.0676736840797</c:v>
                </c:pt>
                <c:pt idx="852">
                  <c:v>0.068012184358</c:v>
                </c:pt>
                <c:pt idx="853">
                  <c:v>0.0683499712095</c:v>
                </c:pt>
                <c:pt idx="854">
                  <c:v>0.0686870362632</c:v>
                </c:pt>
                <c:pt idx="855">
                  <c:v>0.0690233722497</c:v>
                </c:pt>
                <c:pt idx="856">
                  <c:v>0.0693589729799</c:v>
                </c:pt>
                <c:pt idx="857">
                  <c:v>0.0696938333223</c:v>
                </c:pt>
                <c:pt idx="858">
                  <c:v>0.0700279491804</c:v>
                </c:pt>
                <c:pt idx="859">
                  <c:v>0.0703613174684</c:v>
                </c:pt>
                <c:pt idx="860">
                  <c:v>0.0706939360869</c:v>
                </c:pt>
                <c:pt idx="861">
                  <c:v>0.0710258038983</c:v>
                </c:pt>
                <c:pt idx="862">
                  <c:v>0.0713569207014</c:v>
                </c:pt>
                <c:pt idx="863">
                  <c:v>0.071687287206</c:v>
                </c:pt>
                <c:pt idx="864">
                  <c:v>0.0720169050069</c:v>
                </c:pt>
                <c:pt idx="865">
                  <c:v>0.0723457765584</c:v>
                </c:pt>
                <c:pt idx="866">
                  <c:v>0.0726739051483</c:v>
                </c:pt>
                <c:pt idx="867">
                  <c:v>0.0730012948718</c:v>
                </c:pt>
                <c:pt idx="868">
                  <c:v>0.0733279506054</c:v>
                </c:pt>
                <c:pt idx="869">
                  <c:v>0.0736538779817</c:v>
                </c:pt>
                <c:pt idx="870">
                  <c:v>0.0739790833633</c:v>
                </c:pt>
                <c:pt idx="871">
                  <c:v>0.0743035738178</c:v>
                </c:pt>
                <c:pt idx="872">
                  <c:v>0.0746273570921</c:v>
                </c:pt>
                <c:pt idx="873">
                  <c:v>0.0749504415883</c:v>
                </c:pt>
                <c:pt idx="874">
                  <c:v>0.0752728363385</c:v>
                </c:pt>
                <c:pt idx="875">
                  <c:v>0.0755945509812</c:v>
                </c:pt>
                <c:pt idx="876">
                  <c:v>0.0759155957377</c:v>
                </c:pt>
                <c:pt idx="877">
                  <c:v>0.0762359813882</c:v>
                </c:pt>
                <c:pt idx="878">
                  <c:v>0.0765557192497</c:v>
                </c:pt>
                <c:pt idx="879">
                  <c:v>0.0768748211533</c:v>
                </c:pt>
                <c:pt idx="880">
                  <c:v>0.0771932994225</c:v>
                </c:pt>
                <c:pt idx="881">
                  <c:v>0.0775111668522</c:v>
                </c:pt>
                <c:pt idx="882">
                  <c:v>0.0778284366874</c:v>
                </c:pt>
                <c:pt idx="883">
                  <c:v>0.0781451226034</c:v>
                </c:pt>
                <c:pt idx="884">
                  <c:v>0.0784612386862</c:v>
                </c:pt>
                <c:pt idx="885">
                  <c:v>0.0787767994132</c:v>
                </c:pt>
                <c:pt idx="886">
                  <c:v>0.0790918196348</c:v>
                </c:pt>
                <c:pt idx="887">
                  <c:v>0.0794063145567</c:v>
                </c:pt>
                <c:pt idx="888">
                  <c:v>0.0797202997221</c:v>
                </c:pt>
                <c:pt idx="889">
                  <c:v>0.0800337909952</c:v>
                </c:pt>
                <c:pt idx="890">
                  <c:v>0.0803468045451</c:v>
                </c:pt>
                <c:pt idx="891">
                  <c:v>0.08065935683</c:v>
                </c:pt>
                <c:pt idx="892">
                  <c:v>0.0809714645821</c:v>
                </c:pt>
                <c:pt idx="893">
                  <c:v>0.0812831447935</c:v>
                </c:pt>
                <c:pt idx="894">
                  <c:v>0.0815944147016</c:v>
                </c:pt>
                <c:pt idx="895">
                  <c:v>0.0819052917766</c:v>
                </c:pt>
                <c:pt idx="896">
                  <c:v>0.0822157937078</c:v>
                </c:pt>
                <c:pt idx="897">
                  <c:v>0.0825259383922</c:v>
                </c:pt>
                <c:pt idx="898">
                  <c:v>0.0828357439219</c:v>
                </c:pt>
                <c:pt idx="899">
                  <c:v>0.0831452285736</c:v>
                </c:pt>
                <c:pt idx="900">
                  <c:v>0.0834544107972</c:v>
                </c:pt>
                <c:pt idx="901">
                  <c:v>0.0837633092064</c:v>
                </c:pt>
                <c:pt idx="902">
                  <c:v>0.0840719425681</c:v>
                </c:pt>
                <c:pt idx="903">
                  <c:v>0.0843803297938</c:v>
                </c:pt>
                <c:pt idx="904">
                  <c:v>0.0846884899306</c:v>
                </c:pt>
                <c:pt idx="905">
                  <c:v>0.0849964421527</c:v>
                </c:pt>
                <c:pt idx="906">
                  <c:v>0.085304205754</c:v>
                </c:pt>
                <c:pt idx="907">
                  <c:v>0.0856118001398</c:v>
                </c:pt>
                <c:pt idx="908">
                  <c:v>0.0859192448208</c:v>
                </c:pt>
                <c:pt idx="909">
                  <c:v>0.0862265594056</c:v>
                </c:pt>
                <c:pt idx="910">
                  <c:v>0.086533763595</c:v>
                </c:pt>
                <c:pt idx="911">
                  <c:v>0.086840877176</c:v>
                </c:pt>
                <c:pt idx="912">
                  <c:v>0.0871479200161</c:v>
                </c:pt>
                <c:pt idx="913">
                  <c:v>0.0874549120585</c:v>
                </c:pt>
                <c:pt idx="914">
                  <c:v>0.0877618733172</c:v>
                </c:pt>
                <c:pt idx="915">
                  <c:v>0.0880688238726</c:v>
                </c:pt>
                <c:pt idx="916">
                  <c:v>0.0883757838673</c:v>
                </c:pt>
                <c:pt idx="917">
                  <c:v>0.0886827735023</c:v>
                </c:pt>
                <c:pt idx="918">
                  <c:v>0.0889898130337</c:v>
                </c:pt>
                <c:pt idx="919">
                  <c:v>0.0892969227695</c:v>
                </c:pt>
                <c:pt idx="920">
                  <c:v>0.0896041230663</c:v>
                </c:pt>
                <c:pt idx="921">
                  <c:v>0.0899114343274</c:v>
                </c:pt>
                <c:pt idx="922">
                  <c:v>0.0902188769995</c:v>
                </c:pt>
                <c:pt idx="923">
                  <c:v>0.0905264715715</c:v>
                </c:pt>
                <c:pt idx="924">
                  <c:v>0.090834238572</c:v>
                </c:pt>
                <c:pt idx="925">
                  <c:v>0.091142198568</c:v>
                </c:pt>
                <c:pt idx="926">
                  <c:v>0.0914503721634</c:v>
                </c:pt>
                <c:pt idx="927">
                  <c:v>0.0917587799978</c:v>
                </c:pt>
                <c:pt idx="928">
                  <c:v>0.0920674427454</c:v>
                </c:pt>
                <c:pt idx="929">
                  <c:v>0.0923763811146</c:v>
                </c:pt>
                <c:pt idx="930">
                  <c:v>0.0926856158469</c:v>
                </c:pt>
                <c:pt idx="931">
                  <c:v>0.0929951677171</c:v>
                </c:pt>
                <c:pt idx="932">
                  <c:v>0.0933050575324</c:v>
                </c:pt>
                <c:pt idx="933">
                  <c:v>0.0936153061331</c:v>
                </c:pt>
                <c:pt idx="934">
                  <c:v>0.0939259343919</c:v>
                </c:pt>
                <c:pt idx="935">
                  <c:v>0.0942369632148</c:v>
                </c:pt>
                <c:pt idx="936">
                  <c:v>0.0945484135413</c:v>
                </c:pt>
                <c:pt idx="937">
                  <c:v>0.0948603063448</c:v>
                </c:pt>
                <c:pt idx="938">
                  <c:v>0.0951726626335</c:v>
                </c:pt>
                <c:pt idx="939">
                  <c:v>0.0954855034513</c:v>
                </c:pt>
                <c:pt idx="940">
                  <c:v>0.0957988498782</c:v>
                </c:pt>
                <c:pt idx="941">
                  <c:v>0.096112723032</c:v>
                </c:pt>
                <c:pt idx="942">
                  <c:v>0.0964271440692</c:v>
                </c:pt>
                <c:pt idx="943">
                  <c:v>0.0967421341861</c:v>
                </c:pt>
                <c:pt idx="944">
                  <c:v>0.0970577146206</c:v>
                </c:pt>
                <c:pt idx="945">
                  <c:v>0.0973739066532</c:v>
                </c:pt>
                <c:pt idx="946">
                  <c:v>0.0976907316088</c:v>
                </c:pt>
                <c:pt idx="947">
                  <c:v>0.0980082108585</c:v>
                </c:pt>
                <c:pt idx="948">
                  <c:v>0.098326365821</c:v>
                </c:pt>
                <c:pt idx="949">
                  <c:v>0.0986452179646</c:v>
                </c:pt>
                <c:pt idx="950">
                  <c:v>0.098964788809</c:v>
                </c:pt>
                <c:pt idx="951">
                  <c:v>0.0992850999274</c:v>
                </c:pt>
                <c:pt idx="952">
                  <c:v>0.0996061729482</c:v>
                </c:pt>
                <c:pt idx="953">
                  <c:v>0.0999280295574</c:v>
                </c:pt>
                <c:pt idx="954">
                  <c:v>0.100250691501</c:v>
                </c:pt>
                <c:pt idx="955">
                  <c:v>0.100574180585</c:v>
                </c:pt>
                <c:pt idx="956">
                  <c:v>0.100898518682</c:v>
                </c:pt>
                <c:pt idx="957">
                  <c:v>0.101223727729</c:v>
                </c:pt>
                <c:pt idx="958">
                  <c:v>0.101549829732</c:v>
                </c:pt>
                <c:pt idx="959">
                  <c:v>0.101876846768</c:v>
                </c:pt>
                <c:pt idx="960">
                  <c:v>0.102204800986</c:v>
                </c:pt>
                <c:pt idx="961">
                  <c:v>0.102533714614</c:v>
                </c:pt>
                <c:pt idx="962">
                  <c:v>0.102863609953</c:v>
                </c:pt>
                <c:pt idx="963">
                  <c:v>0.103194509389</c:v>
                </c:pt>
                <c:pt idx="964">
                  <c:v>0.103526435389</c:v>
                </c:pt>
                <c:pt idx="965">
                  <c:v>0.103859410504</c:v>
                </c:pt>
                <c:pt idx="966">
                  <c:v>0.104193457376</c:v>
                </c:pt>
                <c:pt idx="967">
                  <c:v>0.104528598734</c:v>
                </c:pt>
                <c:pt idx="968">
                  <c:v>0.104864857402</c:v>
                </c:pt>
                <c:pt idx="969">
                  <c:v>0.105202256299</c:v>
                </c:pt>
                <c:pt idx="970">
                  <c:v>0.105540818441</c:v>
                </c:pt>
                <c:pt idx="971">
                  <c:v>0.105880566944</c:v>
                </c:pt>
                <c:pt idx="972">
                  <c:v>0.106221525027</c:v>
                </c:pt>
                <c:pt idx="973">
                  <c:v>0.106563716014</c:v>
                </c:pt>
                <c:pt idx="974">
                  <c:v>0.106907163338</c:v>
                </c:pt>
                <c:pt idx="975">
                  <c:v>0.107251890538</c:v>
                </c:pt>
                <c:pt idx="976">
                  <c:v>0.107597921268</c:v>
                </c:pt>
                <c:pt idx="977">
                  <c:v>0.107945279296</c:v>
                </c:pt>
                <c:pt idx="978">
                  <c:v>0.108293988506</c:v>
                </c:pt>
                <c:pt idx="979">
                  <c:v>0.108644072902</c:v>
                </c:pt>
                <c:pt idx="980">
                  <c:v>0.108995556607</c:v>
                </c:pt>
                <c:pt idx="981">
                  <c:v>0.109348463869</c:v>
                </c:pt>
                <c:pt idx="982">
                  <c:v>0.109702819061</c:v>
                </c:pt>
                <c:pt idx="983">
                  <c:v>0.110058646682</c:v>
                </c:pt>
                <c:pt idx="984">
                  <c:v>0.11041597136</c:v>
                </c:pt>
                <c:pt idx="985">
                  <c:v>0.110774817856</c:v>
                </c:pt>
                <c:pt idx="986">
                  <c:v>0.111135211062</c:v>
                </c:pt>
                <c:pt idx="987">
                  <c:v>0.111497176003</c:v>
                </c:pt>
                <c:pt idx="988">
                  <c:v>0.111860737842</c:v>
                </c:pt>
                <c:pt idx="989">
                  <c:v>0.112225921879</c:v>
                </c:pt>
                <c:pt idx="990">
                  <c:v>0.11259275355</c:v>
                </c:pt>
                <c:pt idx="991">
                  <c:v>0.112961258436</c:v>
                </c:pt>
                <c:pt idx="992">
                  <c:v>0.113331462253</c:v>
                </c:pt>
                <c:pt idx="993">
                  <c:v>0.113703390862</c:v>
                </c:pt>
                <c:pt idx="994">
                  <c:v>0.114077070267</c:v>
                </c:pt>
                <c:pt idx="995">
                  <c:v>0.114452526614</c:v>
                </c:pt>
                <c:pt idx="996">
                  <c:v>0.114829786194</c:v>
                </c:pt>
                <c:pt idx="997">
                  <c:v>0.115208875441</c:v>
                </c:pt>
                <c:pt idx="998">
                  <c:v>0.115589820934</c:v>
                </c:pt>
                <c:pt idx="999">
                  <c:v>0.115972649397</c:v>
                </c:pt>
                <c:pt idx="1000">
                  <c:v>0.116357387698</c:v>
                </c:pt>
                <c:pt idx="1001">
                  <c:v>0.116744062847</c:v>
                </c:pt>
                <c:pt idx="1002">
                  <c:v>0.117132701999</c:v>
                </c:pt>
                <c:pt idx="1003">
                  <c:v>0.117523332451</c:v>
                </c:pt>
                <c:pt idx="1004">
                  <c:v>0.11791598164</c:v>
                </c:pt>
                <c:pt idx="1005">
                  <c:v>0.118310677145</c:v>
                </c:pt>
                <c:pt idx="1006">
                  <c:v>0.118707446681</c:v>
                </c:pt>
                <c:pt idx="1007">
                  <c:v>0.119106318099</c:v>
                </c:pt>
                <c:pt idx="1008">
                  <c:v>0.119507319387</c:v>
                </c:pt>
                <c:pt idx="1009">
                  <c:v>0.11991047866</c:v>
                </c:pt>
                <c:pt idx="1010">
                  <c:v>0.120315824167</c:v>
                </c:pt>
                <c:pt idx="1011">
                  <c:v>0.120723384279</c:v>
                </c:pt>
                <c:pt idx="1012">
                  <c:v>0.121133187489</c:v>
                </c:pt>
                <c:pt idx="1013">
                  <c:v>0.12154526241</c:v>
                </c:pt>
                <c:pt idx="1014">
                  <c:v>0.121959637767</c:v>
                </c:pt>
                <c:pt idx="1015">
                  <c:v>0.122376342396</c:v>
                </c:pt>
                <c:pt idx="1016">
                  <c:v>0.122795405236</c:v>
                </c:pt>
                <c:pt idx="1017">
                  <c:v>0.123216855324</c:v>
                </c:pt>
                <c:pt idx="1018">
                  <c:v>0.123640721791</c:v>
                </c:pt>
                <c:pt idx="1019">
                  <c:v>0.124067033853</c:v>
                </c:pt>
                <c:pt idx="1020">
                  <c:v>0.124495820806</c:v>
                </c:pt>
                <c:pt idx="1021">
                  <c:v>0.124927112015</c:v>
                </c:pt>
                <c:pt idx="1022">
                  <c:v>0.125360936913</c:v>
                </c:pt>
                <c:pt idx="1023">
                  <c:v>0.125797324983</c:v>
                </c:pt>
                <c:pt idx="1024">
                  <c:v>0.126236305758</c:v>
                </c:pt>
                <c:pt idx="1025">
                  <c:v>0.126677908803</c:v>
                </c:pt>
                <c:pt idx="1026">
                  <c:v>0.127122163711</c:v>
                </c:pt>
                <c:pt idx="1027">
                  <c:v>0.127569100089</c:v>
                </c:pt>
                <c:pt idx="1028">
                  <c:v>0.128018747544</c:v>
                </c:pt>
                <c:pt idx="1029">
                  <c:v>0.128471135677</c:v>
                </c:pt>
                <c:pt idx="1030">
                  <c:v>0.128926294063</c:v>
                </c:pt>
                <c:pt idx="1031">
                  <c:v>0.12938425224</c:v>
                </c:pt>
                <c:pt idx="1032">
                  <c:v>0.129845039693</c:v>
                </c:pt>
                <c:pt idx="1033">
                  <c:v>0.130308685841</c:v>
                </c:pt>
                <c:pt idx="1034">
                  <c:v>0.130775220018</c:v>
                </c:pt>
                <c:pt idx="1035">
                  <c:v>0.131244671456</c:v>
                </c:pt>
                <c:pt idx="1036">
                  <c:v>0.131717069266</c:v>
                </c:pt>
                <c:pt idx="1037">
                  <c:v>0.132192442423</c:v>
                </c:pt>
                <c:pt idx="1038">
                  <c:v>0.132670819738</c:v>
                </c:pt>
                <c:pt idx="1039">
                  <c:v>0.133152229846</c:v>
                </c:pt>
                <c:pt idx="1040">
                  <c:v>0.133636701176</c:v>
                </c:pt>
                <c:pt idx="1041">
                  <c:v>0.134124261933</c:v>
                </c:pt>
                <c:pt idx="1042">
                  <c:v>0.134614940069</c:v>
                </c:pt>
                <c:pt idx="1043">
                  <c:v>0.135108763262</c:v>
                </c:pt>
                <c:pt idx="1044">
                  <c:v>0.135605758889</c:v>
                </c:pt>
                <c:pt idx="1045">
                  <c:v>0.136105953992</c:v>
                </c:pt>
                <c:pt idx="1046">
                  <c:v>0.136609375259</c:v>
                </c:pt>
                <c:pt idx="1047">
                  <c:v>0.137116048984</c:v>
                </c:pt>
                <c:pt idx="1048">
                  <c:v>0.137626001043</c:v>
                </c:pt>
                <c:pt idx="1049">
                  <c:v>0.138139256857</c:v>
                </c:pt>
                <c:pt idx="1050">
                  <c:v>0.138655841359</c:v>
                </c:pt>
                <c:pt idx="1051">
                  <c:v>0.13917577896</c:v>
                </c:pt>
                <c:pt idx="1052">
                  <c:v>0.139699093508</c:v>
                </c:pt>
                <c:pt idx="1053">
                  <c:v>0.140225808257</c:v>
                </c:pt>
                <c:pt idx="1054">
                  <c:v>0.14075594582</c:v>
                </c:pt>
                <c:pt idx="1055">
                  <c:v>0.141289528133</c:v>
                </c:pt>
                <c:pt idx="1056">
                  <c:v>0.14182657641</c:v>
                </c:pt>
                <c:pt idx="1057">
                  <c:v>0.142367111102</c:v>
                </c:pt>
                <c:pt idx="1058">
                  <c:v>0.142911151847</c:v>
                </c:pt>
                <c:pt idx="1059">
                  <c:v>0.14345871743</c:v>
                </c:pt>
                <c:pt idx="1060">
                  <c:v>0.144009825728</c:v>
                </c:pt>
                <c:pt idx="1061">
                  <c:v>0.144564493665</c:v>
                </c:pt>
                <c:pt idx="1062">
                  <c:v>0.14512273716</c:v>
                </c:pt>
                <c:pt idx="1063">
                  <c:v>0.145684571071</c:v>
                </c:pt>
                <c:pt idx="1064">
                  <c:v>0.146250009149</c:v>
                </c:pt>
                <c:pt idx="1065">
                  <c:v>0.146819063972</c:v>
                </c:pt>
                <c:pt idx="1066">
                  <c:v>0.147391746899</c:v>
                </c:pt>
                <c:pt idx="1067">
                  <c:v>0.147968068003</c:v>
                </c:pt>
                <c:pt idx="1068">
                  <c:v>0.148548036018</c:v>
                </c:pt>
                <c:pt idx="1069">
                  <c:v>0.149131658274</c:v>
                </c:pt>
                <c:pt idx="1070">
                  <c:v>0.149718940639</c:v>
                </c:pt>
                <c:pt idx="1071">
                  <c:v>0.15030988745</c:v>
                </c:pt>
                <c:pt idx="1072">
                  <c:v>0.150904501456</c:v>
                </c:pt>
                <c:pt idx="1073">
                  <c:v>0.151502783747</c:v>
                </c:pt>
                <c:pt idx="1074">
                  <c:v>0.15210473369</c:v>
                </c:pt>
                <c:pt idx="1075">
                  <c:v>0.152710348862</c:v>
                </c:pt>
                <c:pt idx="1076">
                  <c:v>0.15331962498</c:v>
                </c:pt>
                <c:pt idx="1077">
                  <c:v>0.153932555835</c:v>
                </c:pt>
                <c:pt idx="1078">
                  <c:v>0.154549133222</c:v>
                </c:pt>
                <c:pt idx="1079">
                  <c:v>0.155169346867</c:v>
                </c:pt>
                <c:pt idx="1080">
                  <c:v>0.15579318436</c:v>
                </c:pt>
                <c:pt idx="1081">
                  <c:v>0.156420631086</c:v>
                </c:pt>
                <c:pt idx="1082">
                  <c:v>0.157051670149</c:v>
                </c:pt>
                <c:pt idx="1083">
                  <c:v>0.157686282307</c:v>
                </c:pt>
                <c:pt idx="1084">
                  <c:v>0.158324445898</c:v>
                </c:pt>
                <c:pt idx="1085">
                  <c:v>0.158966136773</c:v>
                </c:pt>
                <c:pt idx="1086">
                  <c:v>0.159611328225</c:v>
                </c:pt>
                <c:pt idx="1087">
                  <c:v>0.160259990921</c:v>
                </c:pt>
                <c:pt idx="1088">
                  <c:v>0.160912092833</c:v>
                </c:pt>
                <c:pt idx="1089">
                  <c:v>0.161567599175</c:v>
                </c:pt>
                <c:pt idx="1090">
                  <c:v>0.162226472336</c:v>
                </c:pt>
                <c:pt idx="1091">
                  <c:v>0.162888671816</c:v>
                </c:pt>
                <c:pt idx="1092">
                  <c:v>0.163554154168</c:v>
                </c:pt>
                <c:pt idx="1093">
                  <c:v>0.164222872933</c:v>
                </c:pt>
                <c:pt idx="1094">
                  <c:v>0.164894778588</c:v>
                </c:pt>
                <c:pt idx="1095">
                  <c:v>0.16556981849</c:v>
                </c:pt>
                <c:pt idx="1096">
                  <c:v>0.166247936825</c:v>
                </c:pt>
                <c:pt idx="1097">
                  <c:v>0.166929074557</c:v>
                </c:pt>
                <c:pt idx="1098">
                  <c:v>0.167613169386</c:v>
                </c:pt>
                <c:pt idx="1099">
                  <c:v>0.168300155707</c:v>
                </c:pt>
                <c:pt idx="1100">
                  <c:v>0.168989964568</c:v>
                </c:pt>
                <c:pt idx="1101">
                  <c:v>0.169682523642</c:v>
                </c:pt>
                <c:pt idx="1102">
                  <c:v>0.170377757194</c:v>
                </c:pt>
                <c:pt idx="1103">
                  <c:v>0.171075586061</c:v>
                </c:pt>
                <c:pt idx="1104">
                  <c:v>0.171775927627</c:v>
                </c:pt>
                <c:pt idx="1105">
                  <c:v>0.172478695814</c:v>
                </c:pt>
                <c:pt idx="1106">
                  <c:v>0.173183801072</c:v>
                </c:pt>
                <c:pt idx="1107">
                  <c:v>0.173891150372</c:v>
                </c:pt>
                <c:pt idx="1108">
                  <c:v>0.174600647217</c:v>
                </c:pt>
                <c:pt idx="1109">
                  <c:v>0.175312191641</c:v>
                </c:pt>
                <c:pt idx="1110">
                  <c:v>0.176025680232</c:v>
                </c:pt>
                <c:pt idx="1111">
                  <c:v>0.176741006151</c:v>
                </c:pt>
                <c:pt idx="1112">
                  <c:v>0.177458059159</c:v>
                </c:pt>
                <c:pt idx="1113">
                  <c:v>0.178176725653</c:v>
                </c:pt>
                <c:pt idx="1114">
                  <c:v>0.178896888709</c:v>
                </c:pt>
                <c:pt idx="1115">
                  <c:v>0.17961842813</c:v>
                </c:pt>
                <c:pt idx="1116">
                  <c:v>0.180341220499</c:v>
                </c:pt>
                <c:pt idx="1117">
                  <c:v>0.18106513925</c:v>
                </c:pt>
                <c:pt idx="1118">
                  <c:v>0.181790054728</c:v>
                </c:pt>
                <c:pt idx="1119">
                  <c:v>0.182515834274</c:v>
                </c:pt>
                <c:pt idx="1120">
                  <c:v>0.183242342308</c:v>
                </c:pt>
                <c:pt idx="1121">
                  <c:v>0.183969440418</c:v>
                </c:pt>
                <c:pt idx="1122">
                  <c:v>0.184696987461</c:v>
                </c:pt>
                <c:pt idx="1123">
                  <c:v>0.185424839669</c:v>
                </c:pt>
                <c:pt idx="1124">
                  <c:v>0.186152850759</c:v>
                </c:pt>
                <c:pt idx="1125">
                  <c:v>0.186880872054</c:v>
                </c:pt>
                <c:pt idx="1126">
                  <c:v>0.187608752608</c:v>
                </c:pt>
                <c:pt idx="1127">
                  <c:v>0.188336339339</c:v>
                </c:pt>
                <c:pt idx="1128">
                  <c:v>0.189063477164</c:v>
                </c:pt>
                <c:pt idx="1129">
                  <c:v>0.189790009145</c:v>
                </c:pt>
                <c:pt idx="1130">
                  <c:v>0.190515776639</c:v>
                </c:pt>
                <c:pt idx="1131">
                  <c:v>0.191240619447</c:v>
                </c:pt>
                <c:pt idx="1132">
                  <c:v>0.191964375981</c:v>
                </c:pt>
                <c:pt idx="1133">
                  <c:v>0.192686883419</c:v>
                </c:pt>
                <c:pt idx="1134">
                  <c:v>0.19340797788</c:v>
                </c:pt>
                <c:pt idx="1135">
                  <c:v>0.194127494593</c:v>
                </c:pt>
                <c:pt idx="1136">
                  <c:v>0.194845268068</c:v>
                </c:pt>
                <c:pt idx="1137">
                  <c:v>0.195561132282</c:v>
                </c:pt>
                <c:pt idx="1138">
                  <c:v>0.196274920851</c:v>
                </c:pt>
                <c:pt idx="1139">
                  <c:v>0.196986467217</c:v>
                </c:pt>
                <c:pt idx="1140">
                  <c:v>0.197695604833</c:v>
                </c:pt>
                <c:pt idx="1141">
                  <c:v>0.198402167346</c:v>
                </c:pt>
                <c:pt idx="1142">
                  <c:v>0.199105988781</c:v>
                </c:pt>
                <c:pt idx="1143">
                  <c:v>0.199806903734</c:v>
                </c:pt>
                <c:pt idx="1144">
                  <c:v>0.200504747554</c:v>
                </c:pt>
                <c:pt idx="1145">
                  <c:v>0.201199356527</c:v>
                </c:pt>
                <c:pt idx="1146">
                  <c:v>0.201890568066</c:v>
                </c:pt>
                <c:pt idx="1147">
                  <c:v>0.202578220891</c:v>
                </c:pt>
                <c:pt idx="1148">
                  <c:v>0.20326215521</c:v>
                </c:pt>
                <c:pt idx="1149">
                  <c:v>0.203942212903</c:v>
                </c:pt>
                <c:pt idx="1150">
                  <c:v>0.204618237691</c:v>
                </c:pt>
                <c:pt idx="1151">
                  <c:v>0.205290075319</c:v>
                </c:pt>
                <c:pt idx="1152">
                  <c:v>0.205957573716</c:v>
                </c:pt>
                <c:pt idx="1153">
                  <c:v>0.20662058317</c:v>
                </c:pt>
                <c:pt idx="1154">
                  <c:v>0.207278956486</c:v>
                </c:pt>
                <c:pt idx="1155">
                  <c:v>0.207932549145</c:v>
                </c:pt>
                <c:pt idx="1156">
                  <c:v>0.208581219454</c:v>
                </c:pt>
                <c:pt idx="1157">
                  <c:v>0.209224828698</c:v>
                </c:pt>
                <c:pt idx="1158">
                  <c:v>0.209863241281</c:v>
                </c:pt>
                <c:pt idx="1159">
                  <c:v>0.210496324858</c:v>
                </c:pt>
                <c:pt idx="1160">
                  <c:v>0.211123950472</c:v>
                </c:pt>
                <c:pt idx="1161">
                  <c:v>0.211745992673</c:v>
                </c:pt>
                <c:pt idx="1162">
                  <c:v>0.212362329639</c:v>
                </c:pt>
                <c:pt idx="1163">
                  <c:v>0.212972843284</c:v>
                </c:pt>
                <c:pt idx="1164">
                  <c:v>0.213577419362</c:v>
                </c:pt>
                <c:pt idx="1165">
                  <c:v>0.214175947563</c:v>
                </c:pt>
                <c:pt idx="1166">
                  <c:v>0.214768321603</c:v>
                </c:pt>
                <c:pt idx="1167">
                  <c:v>0.215354439304</c:v>
                </c:pt>
                <c:pt idx="1168">
                  <c:v>0.215934202664</c:v>
                </c:pt>
                <c:pt idx="1169">
                  <c:v>0.216507517929</c:v>
                </c:pt>
                <c:pt idx="1170">
                  <c:v>0.217074295639</c:v>
                </c:pt>
                <c:pt idx="1171">
                  <c:v>0.217634450686</c:v>
                </c:pt>
                <c:pt idx="1172">
                  <c:v>0.218187902346</c:v>
                </c:pt>
                <c:pt idx="1173">
                  <c:v>0.218734574309</c:v>
                </c:pt>
                <c:pt idx="1174">
                  <c:v>0.219274394705</c:v>
                </c:pt>
                <c:pt idx="1175">
                  <c:v>0.21980729611</c:v>
                </c:pt>
                <c:pt idx="1176">
                  <c:v>0.22033321555</c:v>
                </c:pt>
                <c:pt idx="1177">
                  <c:v>0.220852094495</c:v>
                </c:pt>
                <c:pt idx="1178">
                  <c:v>0.221363878837</c:v>
                </c:pt>
                <c:pt idx="1179">
                  <c:v>0.221868518868</c:v>
                </c:pt>
                <c:pt idx="1180">
                  <c:v>0.222365969237</c:v>
                </c:pt>
                <c:pt idx="1181">
                  <c:v>0.222856188906</c:v>
                </c:pt>
                <c:pt idx="1182">
                  <c:v>0.223339141089</c:v>
                </c:pt>
                <c:pt idx="1183">
                  <c:v>0.223814793185</c:v>
                </c:pt>
                <c:pt idx="1184">
                  <c:v>0.224283116696</c:v>
                </c:pt>
                <c:pt idx="1185">
                  <c:v>0.224744087142</c:v>
                </c:pt>
                <c:pt idx="1186">
                  <c:v>0.225197683952</c:v>
                </c:pt>
                <c:pt idx="1187">
                  <c:v>0.225643890361</c:v>
                </c:pt>
                <c:pt idx="1188">
                  <c:v>0.226082693278</c:v>
                </c:pt>
                <c:pt idx="1189">
                  <c:v>0.226514083162</c:v>
                </c:pt>
                <c:pt idx="1190">
                  <c:v>0.226938053869</c:v>
                </c:pt>
                <c:pt idx="1191">
                  <c:v>0.227354602503</c:v>
                </c:pt>
                <c:pt idx="1192">
                  <c:v>0.227763729244</c:v>
                </c:pt>
                <c:pt idx="1193">
                  <c:v>0.228165437177</c:v>
                </c:pt>
                <c:pt idx="1194">
                  <c:v>0.228559732101</c:v>
                </c:pt>
                <c:pt idx="1195">
                  <c:v>0.228946622331</c:v>
                </c:pt>
                <c:pt idx="1196">
                  <c:v>0.229326118491</c:v>
                </c:pt>
                <c:pt idx="1197">
                  <c:v>0.229698233297</c:v>
                </c:pt>
                <c:pt idx="1198">
                  <c:v>0.230062981325</c:v>
                </c:pt>
                <c:pt idx="1199">
                  <c:v>0.23042037878</c:v>
                </c:pt>
                <c:pt idx="1200">
                  <c:v>0.230770443243</c:v>
                </c:pt>
                <c:pt idx="1201">
                  <c:v>0.231113193421</c:v>
                </c:pt>
                <c:pt idx="1202">
                  <c:v>0.231448648881</c:v>
                </c:pt>
                <c:pt idx="1203">
                  <c:v>0.231776829779</c:v>
                </c:pt>
                <c:pt idx="1204">
                  <c:v>0.232097756582</c:v>
                </c:pt>
                <c:pt idx="1205">
                  <c:v>0.232411449785</c:v>
                </c:pt>
                <c:pt idx="1206">
                  <c:v>0.232717929614</c:v>
                </c:pt>
                <c:pt idx="1207">
                  <c:v>0.233017215733</c:v>
                </c:pt>
                <c:pt idx="1208">
                  <c:v>0.233309326944</c:v>
                </c:pt>
                <c:pt idx="1209">
                  <c:v>0.233594280876</c:v>
                </c:pt>
                <c:pt idx="1210">
                  <c:v>0.233872093677</c:v>
                </c:pt>
                <c:pt idx="1211">
                  <c:v>0.234142779704</c:v>
                </c:pt>
                <c:pt idx="1212">
                  <c:v>0.234406351208</c:v>
                </c:pt>
                <c:pt idx="1213">
                  <c:v>0.234662818017</c:v>
                </c:pt>
                <c:pt idx="1214">
                  <c:v>0.234912187221</c:v>
                </c:pt>
                <c:pt idx="1215">
                  <c:v>0.235154462861</c:v>
                </c:pt>
                <c:pt idx="1216">
                  <c:v>0.23538964561</c:v>
                </c:pt>
                <c:pt idx="1217">
                  <c:v>0.235617732468</c:v>
                </c:pt>
                <c:pt idx="1218">
                  <c:v>0.235838716448</c:v>
                </c:pt>
                <c:pt idx="1219">
                  <c:v>0.236052586282</c:v>
                </c:pt>
                <c:pt idx="1220">
                  <c:v>0.236259326114</c:v>
                </c:pt>
                <c:pt idx="1221">
                  <c:v>0.236458915217</c:v>
                </c:pt>
                <c:pt idx="1222">
                  <c:v>0.236651327702</c:v>
                </c:pt>
                <c:pt idx="1223">
                  <c:v>0.236836532248</c:v>
                </c:pt>
                <c:pt idx="1224">
                  <c:v>0.237014491829</c:v>
                </c:pt>
                <c:pt idx="1225">
                  <c:v>0.237185163465</c:v>
                </c:pt>
                <c:pt idx="1226">
                  <c:v>0.23734849797</c:v>
                </c:pt>
                <c:pt idx="1227">
                  <c:v>0.237504439721</c:v>
                </c:pt>
                <c:pt idx="1228">
                  <c:v>0.237652926438</c:v>
                </c:pt>
                <c:pt idx="1229">
                  <c:v>0.237793888977</c:v>
                </c:pt>
                <c:pt idx="1230">
                  <c:v>0.237927251138</c:v>
                </c:pt>
                <c:pt idx="1231">
                  <c:v>0.238052929489</c:v>
                </c:pt>
                <c:pt idx="1232">
                  <c:v>0.238170833204</c:v>
                </c:pt>
                <c:pt idx="1233">
                  <c:v>0.238280863927</c:v>
                </c:pt>
                <c:pt idx="1234">
                  <c:v>0.238382915639</c:v>
                </c:pt>
                <c:pt idx="1235">
                  <c:v>0.238476874561</c:v>
                </c:pt>
                <c:pt idx="1236">
                  <c:v>0.238562619064</c:v>
                </c:pt>
                <c:pt idx="1237">
                  <c:v>0.238640019603</c:v>
                </c:pt>
                <c:pt idx="1238">
                  <c:v>0.238708938679</c:v>
                </c:pt>
                <c:pt idx="1239">
                  <c:v>0.23876923081</c:v>
                </c:pt>
                <c:pt idx="1240">
                  <c:v>0.238820742537</c:v>
                </c:pt>
                <c:pt idx="1241">
                  <c:v>0.238863312445</c:v>
                </c:pt>
                <c:pt idx="1242">
                  <c:v>0.238896771211</c:v>
                </c:pt>
                <c:pt idx="1243">
                  <c:v>0.238920941675</c:v>
                </c:pt>
                <c:pt idx="1244">
                  <c:v>0.238935638937</c:v>
                </c:pt>
                <c:pt idx="1245">
                  <c:v>0.238940670479</c:v>
                </c:pt>
                <c:pt idx="1246">
                  <c:v>0.238935836311</c:v>
                </c:pt>
                <c:pt idx="1247">
                  <c:v>0.238920929144</c:v>
                </c:pt>
                <c:pt idx="1248">
                  <c:v>0.238895734591</c:v>
                </c:pt>
                <c:pt idx="1249">
                  <c:v>0.238860031391</c:v>
                </c:pt>
                <c:pt idx="1250">
                  <c:v>0.238813591662</c:v>
                </c:pt>
                <c:pt idx="1251">
                  <c:v>0.238756181181</c:v>
                </c:pt>
                <c:pt idx="1252">
                  <c:v>0.238687559692</c:v>
                </c:pt>
                <c:pt idx="1253">
                  <c:v>0.238607481236</c:v>
                </c:pt>
                <c:pt idx="1254">
                  <c:v>0.238515694515</c:v>
                </c:pt>
                <c:pt idx="1255">
                  <c:v>0.23841194328</c:v>
                </c:pt>
                <c:pt idx="1256">
                  <c:v>0.238295966741</c:v>
                </c:pt>
                <c:pt idx="1257">
                  <c:v>0.238167500015</c:v>
                </c:pt>
                <c:pt idx="1258">
                  <c:v>0.238026274587</c:v>
                </c:pt>
                <c:pt idx="1259">
                  <c:v>0.237872018804</c:v>
                </c:pt>
                <c:pt idx="1260">
                  <c:v>0.237704458396</c:v>
                </c:pt>
                <c:pt idx="1261">
                  <c:v>0.237523317015</c:v>
                </c:pt>
                <c:pt idx="1262">
                  <c:v>0.237328316805</c:v>
                </c:pt>
                <c:pt idx="1263">
                  <c:v>0.237119178989</c:v>
                </c:pt>
                <c:pt idx="1264">
                  <c:v>0.23689562448</c:v>
                </c:pt>
                <c:pt idx="1265">
                  <c:v>0.236657374517</c:v>
                </c:pt>
                <c:pt idx="1266">
                  <c:v>0.236404151315</c:v>
                </c:pt>
                <c:pt idx="1267">
                  <c:v>0.236135678735</c:v>
                </c:pt>
                <c:pt idx="1268">
                  <c:v>0.235851682978</c:v>
                </c:pt>
                <c:pt idx="1269">
                  <c:v>0.235551893281</c:v>
                </c:pt>
                <c:pt idx="1270">
                  <c:v>0.235236042642</c:v>
                </c:pt>
                <c:pt idx="1271">
                  <c:v>0.234903868547</c:v>
                </c:pt>
                <c:pt idx="1272">
                  <c:v>0.234555113711</c:v>
                </c:pt>
                <c:pt idx="1273">
                  <c:v>0.234189526827</c:v>
                </c:pt>
                <c:pt idx="1274">
                  <c:v>0.233806863321</c:v>
                </c:pt>
                <c:pt idx="1275">
                  <c:v>0.233406886113</c:v>
                </c:pt>
                <c:pt idx="1276">
                  <c:v>0.232989366375</c:v>
                </c:pt>
                <c:pt idx="1277">
                  <c:v>0.232554084293</c:v>
                </c:pt>
                <c:pt idx="1278">
                  <c:v>0.232100829822</c:v>
                </c:pt>
                <c:pt idx="1279">
                  <c:v>0.231629403437</c:v>
                </c:pt>
                <c:pt idx="1280">
                  <c:v>0.231139616876</c:v>
                </c:pt>
                <c:pt idx="1281">
                  <c:v>0.230631293868</c:v>
                </c:pt>
                <c:pt idx="1282">
                  <c:v>0.230104270849</c:v>
                </c:pt>
                <c:pt idx="1283">
                  <c:v>0.229558397664</c:v>
                </c:pt>
                <c:pt idx="1284">
                  <c:v>0.22899353824</c:v>
                </c:pt>
                <c:pt idx="1285">
                  <c:v>0.228409571249</c:v>
                </c:pt>
                <c:pt idx="1286">
                  <c:v>0.227806390728</c:v>
                </c:pt>
                <c:pt idx="1287">
                  <c:v>0.227183906691</c:v>
                </c:pt>
                <c:pt idx="1288">
                  <c:v>0.226542045687</c:v>
                </c:pt>
                <c:pt idx="1289">
                  <c:v>0.225880751346</c:v>
                </c:pt>
                <c:pt idx="1290">
                  <c:v>0.225199984869</c:v>
                </c:pt>
                <c:pt idx="1291">
                  <c:v>0.224499725491</c:v>
                </c:pt>
                <c:pt idx="1292">
                  <c:v>0.223779970895</c:v>
                </c:pt>
                <c:pt idx="1293">
                  <c:v>0.223040737589</c:v>
                </c:pt>
                <c:pt idx="1294">
                  <c:v>0.222282061226</c:v>
                </c:pt>
                <c:pt idx="1295">
                  <c:v>0.221503996883</c:v>
                </c:pt>
                <c:pt idx="1296">
                  <c:v>0.220706619293</c:v>
                </c:pt>
                <c:pt idx="1297">
                  <c:v>0.219890023014</c:v>
                </c:pt>
                <c:pt idx="1298">
                  <c:v>0.219054322555</c:v>
                </c:pt>
                <c:pt idx="1299">
                  <c:v>0.218199652444</c:v>
                </c:pt>
                <c:pt idx="1300">
                  <c:v>0.217326167238</c:v>
                </c:pt>
                <c:pt idx="1301">
                  <c:v>0.216434041485</c:v>
                </c:pt>
                <c:pt idx="1302">
                  <c:v>0.215523469619</c:v>
                </c:pt>
                <c:pt idx="1303">
                  <c:v>0.214594665812</c:v>
                </c:pt>
                <c:pt idx="1304">
                  <c:v>0.213647863756</c:v>
                </c:pt>
                <c:pt idx="1305">
                  <c:v>0.212683316402</c:v>
                </c:pt>
                <c:pt idx="1306">
                  <c:v>0.211701295634</c:v>
                </c:pt>
                <c:pt idx="1307">
                  <c:v>0.2107020919</c:v>
                </c:pt>
                <c:pt idx="1308">
                  <c:v>0.209686013778</c:v>
                </c:pt>
                <c:pt idx="1309">
                  <c:v>0.208653387505</c:v>
                </c:pt>
                <c:pt idx="1310">
                  <c:v>0.207604556446</c:v>
                </c:pt>
                <c:pt idx="1311">
                  <c:v>0.206539880519</c:v>
                </c:pt>
                <c:pt idx="1312">
                  <c:v>0.205459735584</c:v>
                </c:pt>
                <c:pt idx="1313">
                  <c:v>0.204364512774</c:v>
                </c:pt>
                <c:pt idx="1314">
                  <c:v>0.203254617802</c:v>
                </c:pt>
                <c:pt idx="1315">
                  <c:v>0.202130470224</c:v>
                </c:pt>
                <c:pt idx="1316">
                  <c:v>0.20099250267</c:v>
                </c:pt>
                <c:pt idx="1317">
                  <c:v>0.199841160042</c:v>
                </c:pt>
                <c:pt idx="1318">
                  <c:v>0.198676898695</c:v>
                </c:pt>
                <c:pt idx="1319">
                  <c:v>0.197500185581</c:v>
                </c:pt>
                <c:pt idx="1320">
                  <c:v>0.196311497384</c:v>
                </c:pt>
                <c:pt idx="1321">
                  <c:v>0.195111319637</c:v>
                </c:pt>
                <c:pt idx="1322">
                  <c:v>0.193900145817</c:v>
                </c:pt>
                <c:pt idx="1323">
                  <c:v>0.192678476446</c:v>
                </c:pt>
                <c:pt idx="1324">
                  <c:v>0.19144681817</c:v>
                </c:pt>
                <c:pt idx="1325">
                  <c:v>0.190205682853</c:v>
                </c:pt>
                <c:pt idx="1326">
                  <c:v>0.188955586654</c:v>
                </c:pt>
                <c:pt idx="1327">
                  <c:v>0.187697049127</c:v>
                </c:pt>
                <c:pt idx="1328">
                  <c:v>0.186430592309</c:v>
                </c:pt>
                <c:pt idx="1329">
                  <c:v>0.185156739839</c:v>
                </c:pt>
                <c:pt idx="1330">
                  <c:v>0.183876016076</c:v>
                </c:pt>
                <c:pt idx="1331">
                  <c:v>0.182588945238</c:v>
                </c:pt>
                <c:pt idx="1332">
                  <c:v>0.181296050566</c:v>
                </c:pt>
                <c:pt idx="1333">
                  <c:v>0.179997853498</c:v>
                </c:pt>
                <c:pt idx="1334">
                  <c:v>0.178694872879</c:v>
                </c:pt>
                <c:pt idx="1335">
                  <c:v>0.177387624193</c:v>
                </c:pt>
                <c:pt idx="1336">
                  <c:v>0.176076618814</c:v>
                </c:pt>
                <c:pt idx="1337">
                  <c:v>0.174762363305</c:v>
                </c:pt>
                <c:pt idx="1338">
                  <c:v>0.17344535873</c:v>
                </c:pt>
                <c:pt idx="1339">
                  <c:v>0.172126100012</c:v>
                </c:pt>
                <c:pt idx="1340">
                  <c:v>0.170805075315</c:v>
                </c:pt>
                <c:pt idx="1341">
                  <c:v>0.169482765466</c:v>
                </c:pt>
                <c:pt idx="1342">
                  <c:v>0.168159643414</c:v>
                </c:pt>
                <c:pt idx="1343">
                  <c:v>0.166836173717</c:v>
                </c:pt>
                <c:pt idx="1344">
                  <c:v>0.16551281207</c:v>
                </c:pt>
                <c:pt idx="1345">
                  <c:v>0.164190004874</c:v>
                </c:pt>
                <c:pt idx="1346">
                  <c:v>0.16286818883</c:v>
                </c:pt>
                <c:pt idx="1347">
                  <c:v>0.161547790577</c:v>
                </c:pt>
                <c:pt idx="1348">
                  <c:v>0.160229226365</c:v>
                </c:pt>
                <c:pt idx="1349">
                  <c:v>0.158912901761</c:v>
                </c:pt>
                <c:pt idx="1350">
                  <c:v>0.157599211391</c:v>
                </c:pt>
                <c:pt idx="1351">
                  <c:v>0.156288538712</c:v>
                </c:pt>
                <c:pt idx="1352">
                  <c:v>0.154981255828</c:v>
                </c:pt>
                <c:pt idx="1353">
                  <c:v>0.153677723322</c:v>
                </c:pt>
                <c:pt idx="1354">
                  <c:v>0.152378290134</c:v>
                </c:pt>
                <c:pt idx="1355">
                  <c:v>0.15108329346</c:v>
                </c:pt>
                <c:pt idx="1356">
                  <c:v>0.149793058684</c:v>
                </c:pt>
                <c:pt idx="1357">
                  <c:v>0.148507899336</c:v>
                </c:pt>
                <c:pt idx="1358">
                  <c:v>0.147228117077</c:v>
                </c:pt>
                <c:pt idx="1359">
                  <c:v>0.14595400171</c:v>
                </c:pt>
                <c:pt idx="1360">
                  <c:v>0.144685831214</c:v>
                </c:pt>
                <c:pt idx="1361">
                  <c:v>0.143423871798</c:v>
                </c:pt>
                <c:pt idx="1362">
                  <c:v>0.142168377986</c:v>
                </c:pt>
                <c:pt idx="1363">
                  <c:v>0.140919592706</c:v>
                </c:pt>
                <c:pt idx="1364">
                  <c:v>0.139677747414</c:v>
                </c:pt>
                <c:pt idx="1365">
                  <c:v>0.138443062224</c:v>
                </c:pt>
                <c:pt idx="1366">
                  <c:v>0.137215746058</c:v>
                </c:pt>
                <c:pt idx="1367">
                  <c:v>0.13599599681</c:v>
                </c:pt>
                <c:pt idx="1368">
                  <c:v>0.134784001528</c:v>
                </c:pt>
                <c:pt idx="1369">
                  <c:v>0.133579936597</c:v>
                </c:pt>
                <c:pt idx="1370">
                  <c:v>0.132383967947</c:v>
                </c:pt>
                <c:pt idx="1371">
                  <c:v>0.131196251258</c:v>
                </c:pt>
                <c:pt idx="1372">
                  <c:v>0.130016932183</c:v>
                </c:pt>
                <c:pt idx="1373">
                  <c:v>0.128846146576</c:v>
                </c:pt>
                <c:pt idx="1374">
                  <c:v>0.127684020722</c:v>
                </c:pt>
                <c:pt idx="1375">
                  <c:v>0.12653067158</c:v>
                </c:pt>
                <c:pt idx="1376">
                  <c:v>0.125386207025</c:v>
                </c:pt>
                <c:pt idx="1377">
                  <c:v>0.124250726098</c:v>
                </c:pt>
                <c:pt idx="1378">
                  <c:v>0.123124319254</c:v>
                </c:pt>
                <c:pt idx="1379">
                  <c:v>0.122007068617</c:v>
                </c:pt>
                <c:pt idx="1380">
                  <c:v>0.120899048236</c:v>
                </c:pt>
                <c:pt idx="1381">
                  <c:v>0.119800324336</c:v>
                </c:pt>
                <c:pt idx="1382">
                  <c:v>0.118710955577</c:v>
                </c:pt>
                <c:pt idx="1383">
                  <c:v>0.117630993308</c:v>
                </c:pt>
                <c:pt idx="1384">
                  <c:v>0.116560481818</c:v>
                </c:pt>
                <c:pt idx="1385">
                  <c:v>0.115499458591</c:v>
                </c:pt>
                <c:pt idx="1386">
                  <c:v>0.114447954554</c:v>
                </c:pt>
                <c:pt idx="1387">
                  <c:v>0.113405994326</c:v>
                </c:pt>
                <c:pt idx="1388">
                  <c:v>0.112373596459</c:v>
                </c:pt>
                <c:pt idx="1389">
                  <c:v>0.111350773682</c:v>
                </c:pt>
                <c:pt idx="1390">
                  <c:v>0.110337533138</c:v>
                </c:pt>
                <c:pt idx="1391">
                  <c:v>0.109333876614</c:v>
                </c:pt>
                <c:pt idx="1392">
                  <c:v>0.108339800775</c:v>
                </c:pt>
                <c:pt idx="1393">
                  <c:v>0.107355297384</c:v>
                </c:pt>
                <c:pt idx="1394">
                  <c:v>0.106380353525</c:v>
                </c:pt>
                <c:pt idx="1395">
                  <c:v>0.105414951818</c:v>
                </c:pt>
                <c:pt idx="1396">
                  <c:v>0.104459070627</c:v>
                </c:pt>
                <c:pt idx="1397">
                  <c:v>0.103512684265</c:v>
                </c:pt>
                <c:pt idx="1398">
                  <c:v>0.102575763197</c:v>
                </c:pt>
                <c:pt idx="1399">
                  <c:v>0.101648274234</c:v>
                </c:pt>
                <c:pt idx="1400">
                  <c:v>0.100730180718</c:v>
                </c:pt>
                <c:pt idx="1401">
                  <c:v>0.0998214427096</c:v>
                </c:pt>
                <c:pt idx="1402">
                  <c:v>0.0989220171673</c:v>
                </c:pt>
                <c:pt idx="1403">
                  <c:v>0.0980318581177</c:v>
                </c:pt>
                <c:pt idx="1404">
                  <c:v>0.097150916825</c:v>
                </c:pt>
                <c:pt idx="1405">
                  <c:v>0.0962791419526</c:v>
                </c:pt>
                <c:pt idx="1406">
                  <c:v>0.0954164797208</c:v>
                </c:pt>
                <c:pt idx="1407">
                  <c:v>0.0945628740578</c:v>
                </c:pt>
                <c:pt idx="1408">
                  <c:v>0.0937182667468</c:v>
                </c:pt>
                <c:pt idx="1409">
                  <c:v>0.0928825975668</c:v>
                </c:pt>
                <c:pt idx="1410">
                  <c:v>0.0920558044293</c:v>
                </c:pt>
                <c:pt idx="1411">
                  <c:v>0.0912378235091</c:v>
                </c:pt>
                <c:pt idx="1412">
                  <c:v>0.090428589371</c:v>
                </c:pt>
                <c:pt idx="1413">
                  <c:v>0.0896280350906</c:v>
                </c:pt>
                <c:pt idx="1414">
                  <c:v>0.088836092372</c:v>
                </c:pt>
                <c:pt idx="1415">
                  <c:v>0.0880526916587</c:v>
                </c:pt>
                <c:pt idx="1416">
                  <c:v>0.087277762242</c:v>
                </c:pt>
                <c:pt idx="1417">
                  <c:v>0.0865112323637</c:v>
                </c:pt>
                <c:pt idx="1418">
                  <c:v>0.0857530293149</c:v>
                </c:pt>
                <c:pt idx="1419">
                  <c:v>0.0850030795307</c:v>
                </c:pt>
                <c:pt idx="1420">
                  <c:v>0.0842613086802</c:v>
                </c:pt>
                <c:pt idx="1421">
                  <c:v>0.0835276417537</c:v>
                </c:pt>
                <c:pt idx="1422">
                  <c:v>0.0828020031445</c:v>
                </c:pt>
                <c:pt idx="1423">
                  <c:v>0.0820843167281</c:v>
                </c:pt>
                <c:pt idx="1424">
                  <c:v>0.0813745059375</c:v>
                </c:pt>
                <c:pt idx="1425">
                  <c:v>0.0806724938346</c:v>
                </c:pt>
                <c:pt idx="1426">
                  <c:v>0.0799782031784</c:v>
                </c:pt>
                <c:pt idx="1427">
                  <c:v>0.0792915564899</c:v>
                </c:pt>
                <c:pt idx="1428">
                  <c:v>0.0786124761141</c:v>
                </c:pt>
                <c:pt idx="1429">
                  <c:v>0.0779408842782</c:v>
                </c:pt>
                <c:pt idx="1430">
                  <c:v>0.0772767031474</c:v>
                </c:pt>
                <c:pt idx="1431">
                  <c:v>0.0766198548774</c:v>
                </c:pt>
                <c:pt idx="1432">
                  <c:v>0.0759702616649</c:v>
                </c:pt>
                <c:pt idx="1433">
                  <c:v>0.0753278457942</c:v>
                </c:pt>
                <c:pt idx="1434">
                  <c:v>0.0746925296824</c:v>
                </c:pt>
                <c:pt idx="1435">
                  <c:v>0.0740642359214</c:v>
                </c:pt>
                <c:pt idx="1436">
                  <c:v>0.0734428873177</c:v>
                </c:pt>
                <c:pt idx="1437">
                  <c:v>0.0728284069299</c:v>
                </c:pt>
                <c:pt idx="1438">
                  <c:v>0.0722207181043</c:v>
                </c:pt>
                <c:pt idx="1439">
                  <c:v>0.0716197445077</c:v>
                </c:pt>
                <c:pt idx="1440">
                  <c:v>0.071025410159</c:v>
                </c:pt>
                <c:pt idx="1441">
                  <c:v>0.0704376394582</c:v>
                </c:pt>
                <c:pt idx="1442">
                  <c:v>0.0698563572138</c:v>
                </c:pt>
                <c:pt idx="1443">
                  <c:v>0.0692814886684</c:v>
                </c:pt>
                <c:pt idx="1444">
                  <c:v>0.0687129595227</c:v>
                </c:pt>
                <c:pt idx="1445">
                  <c:v>0.0681506959573</c:v>
                </c:pt>
                <c:pt idx="1446">
                  <c:v>0.0675946246541</c:v>
                </c:pt>
                <c:pt idx="1447">
                  <c:v>0.0670446728149</c:v>
                </c:pt>
                <c:pt idx="1448">
                  <c:v>0.0665007681792</c:v>
                </c:pt>
                <c:pt idx="1449">
                  <c:v>0.065962839041</c:v>
                </c:pt>
                <c:pt idx="1450">
                  <c:v>0.0654308142633</c:v>
                </c:pt>
                <c:pt idx="1451">
                  <c:v>0.0649046232923</c:v>
                </c:pt>
                <c:pt idx="1452">
                  <c:v>0.0643841961702</c:v>
                </c:pt>
                <c:pt idx="1453">
                  <c:v>0.0638694635462</c:v>
                </c:pt>
                <c:pt idx="1454">
                  <c:v>0.0633603566874</c:v>
                </c:pt>
                <c:pt idx="1455">
                  <c:v>0.062856807488</c:v>
                </c:pt>
                <c:pt idx="1456">
                  <c:v>0.0623587484779</c:v>
                </c:pt>
                <c:pt idx="1457">
                  <c:v>0.0618661128301</c:v>
                </c:pt>
                <c:pt idx="1458">
                  <c:v>0.0613788343675</c:v>
                </c:pt>
                <c:pt idx="1459">
                  <c:v>0.0608968475686</c:v>
                </c:pt>
                <c:pt idx="1460">
                  <c:v>0.0604200875723</c:v>
                </c:pt>
                <c:pt idx="1461">
                  <c:v>0.0599484901828</c:v>
                </c:pt>
                <c:pt idx="1462">
                  <c:v>0.0594819918727</c:v>
                </c:pt>
                <c:pt idx="1463">
                  <c:v>0.0590205297857</c:v>
                </c:pt>
                <c:pt idx="1464">
                  <c:v>0.0585640417394</c:v>
                </c:pt>
                <c:pt idx="1465">
                  <c:v>0.0581124662266</c:v>
                </c:pt>
                <c:pt idx="1466">
                  <c:v>0.0576657424165</c:v>
                </c:pt>
                <c:pt idx="1467">
                  <c:v>0.0572238101551</c:v>
                </c:pt>
                <c:pt idx="1468">
                  <c:v>0.0567866099654</c:v>
                </c:pt>
                <c:pt idx="1469">
                  <c:v>0.0563540830469</c:v>
                </c:pt>
                <c:pt idx="1470">
                  <c:v>0.0559261712746</c:v>
                </c:pt>
                <c:pt idx="1471">
                  <c:v>0.0555028171979</c:v>
                </c:pt>
                <c:pt idx="1472">
                  <c:v>0.0550839640387</c:v>
                </c:pt>
                <c:pt idx="1473">
                  <c:v>0.0546695556894</c:v>
                </c:pt>
                <c:pt idx="1474">
                  <c:v>0.0542595367104</c:v>
                </c:pt>
                <c:pt idx="1475">
                  <c:v>0.0538538523274</c:v>
                </c:pt>
                <c:pt idx="1476">
                  <c:v>0.0534524484283</c:v>
                </c:pt>
                <c:pt idx="1477">
                  <c:v>0.0530552715598</c:v>
                </c:pt>
                <c:pt idx="1478">
                  <c:v>0.0526622689238</c:v>
                </c:pt>
                <c:pt idx="1479">
                  <c:v>0.0522733883735</c:v>
                </c:pt>
                <c:pt idx="1480">
                  <c:v>0.0518885784093</c:v>
                </c:pt>
                <c:pt idx="1481">
                  <c:v>0.0515077881746</c:v>
                </c:pt>
                <c:pt idx="1482">
                  <c:v>0.051130967451</c:v>
                </c:pt>
                <c:pt idx="1483">
                  <c:v>0.0507580666539</c:v>
                </c:pt>
                <c:pt idx="1484">
                  <c:v>0.0503890368272</c:v>
                </c:pt>
                <c:pt idx="1485">
                  <c:v>0.0500238296389</c:v>
                </c:pt>
                <c:pt idx="1486">
                  <c:v>0.0496623973753</c:v>
                </c:pt>
                <c:pt idx="1487">
                  <c:v>0.049304692936</c:v>
                </c:pt>
                <c:pt idx="1488">
                  <c:v>0.0489506698283</c:v>
                </c:pt>
                <c:pt idx="1489">
                  <c:v>0.0486002821619</c:v>
                </c:pt>
                <c:pt idx="1490">
                  <c:v>0.0482534846432</c:v>
                </c:pt>
                <c:pt idx="1491">
                  <c:v>0.0479102325694</c:v>
                </c:pt>
                <c:pt idx="1492">
                  <c:v>0.0475704818228</c:v>
                </c:pt>
                <c:pt idx="1493">
                  <c:v>0.0472341888649</c:v>
                </c:pt>
                <c:pt idx="1494">
                  <c:v>0.0469013107307</c:v>
                </c:pt>
                <c:pt idx="1495">
                  <c:v>0.0465718050223</c:v>
                </c:pt>
                <c:pt idx="1496">
                  <c:v>0.0462456299033</c:v>
                </c:pt>
                <c:pt idx="1497">
                  <c:v>0.0459227440924</c:v>
                </c:pt>
                <c:pt idx="1498">
                  <c:v>0.0456031068575</c:v>
                </c:pt>
                <c:pt idx="1499">
                  <c:v>0.0452866780094</c:v>
                </c:pt>
                <c:pt idx="1500">
                  <c:v>0.044973417896</c:v>
                </c:pt>
                <c:pt idx="1501">
                  <c:v>0.0446632873956</c:v>
                </c:pt>
                <c:pt idx="1502">
                  <c:v>0.0443562479114</c:v>
                </c:pt>
                <c:pt idx="1503">
                  <c:v>0.0440522613648</c:v>
                </c:pt>
                <c:pt idx="1504">
                  <c:v>0.0437512901895</c:v>
                </c:pt>
                <c:pt idx="1505">
                  <c:v>0.0434532973251</c:v>
                </c:pt>
                <c:pt idx="1506">
                  <c:v>0.0431582462116</c:v>
                </c:pt>
                <c:pt idx="1507">
                  <c:v>0.0428661007823</c:v>
                </c:pt>
                <c:pt idx="1508">
                  <c:v>0.0425768254585</c:v>
                </c:pt>
                <c:pt idx="1509">
                  <c:v>0.042290385143</c:v>
                </c:pt>
                <c:pt idx="1510">
                  <c:v>0.0420067452143</c:v>
                </c:pt>
                <c:pt idx="1511">
                  <c:v>0.0417258715204</c:v>
                </c:pt>
                <c:pt idx="1512">
                  <c:v>0.0414477303726</c:v>
                </c:pt>
                <c:pt idx="1513">
                  <c:v>0.04117228854</c:v>
                </c:pt>
                <c:pt idx="1514">
                  <c:v>0.0408995132433</c:v>
                </c:pt>
                <c:pt idx="1515">
                  <c:v>0.0406293721489</c:v>
                </c:pt>
                <c:pt idx="1516">
                  <c:v>0.040361833363</c:v>
                </c:pt>
                <c:pt idx="1517">
                  <c:v>0.0400968654259</c:v>
                </c:pt>
                <c:pt idx="1518">
                  <c:v>0.0398344373064</c:v>
                </c:pt>
                <c:pt idx="1519">
                  <c:v>0.0395745183957</c:v>
                </c:pt>
                <c:pt idx="1520">
                  <c:v>0.0393170785019</c:v>
                </c:pt>
                <c:pt idx="1521">
                  <c:v>0.0390620878445</c:v>
                </c:pt>
                <c:pt idx="1522">
                  <c:v>0.0388095170486</c:v>
                </c:pt>
                <c:pt idx="1523">
                  <c:v>0.0385593371397</c:v>
                </c:pt>
                <c:pt idx="1524">
                  <c:v>0.0383115195378</c:v>
                </c:pt>
                <c:pt idx="1525">
                  <c:v>0.0380660360523</c:v>
                </c:pt>
                <c:pt idx="1526">
                  <c:v>0.0378228588766</c:v>
                </c:pt>
                <c:pt idx="1527">
                  <c:v>0.0375819605827</c:v>
                </c:pt>
                <c:pt idx="1528">
                  <c:v>0.037343314116</c:v>
                </c:pt>
                <c:pt idx="1529">
                  <c:v>0.03710689279</c:v>
                </c:pt>
                <c:pt idx="1530">
                  <c:v>0.0368726702814</c:v>
                </c:pt>
                <c:pt idx="1531">
                  <c:v>0.0366406206248</c:v>
                </c:pt>
                <c:pt idx="1532">
                  <c:v>0.0364107182078</c:v>
                </c:pt>
                <c:pt idx="1533">
                  <c:v>0.0361829377658</c:v>
                </c:pt>
                <c:pt idx="1534">
                  <c:v>0.0359572543774</c:v>
                </c:pt>
                <c:pt idx="1535">
                  <c:v>0.0357336434594</c:v>
                </c:pt>
                <c:pt idx="1536">
                  <c:v>0.0355120807621</c:v>
                </c:pt>
                <c:pt idx="1537">
                  <c:v>0.0352925423642</c:v>
                </c:pt>
                <c:pt idx="1538">
                  <c:v>0.0350750046687</c:v>
                </c:pt>
                <c:pt idx="1539">
                  <c:v>0.0348594443979</c:v>
                </c:pt>
                <c:pt idx="1540">
                  <c:v>0.0346458385887</c:v>
                </c:pt>
                <c:pt idx="1541">
                  <c:v>0.0344341645886</c:v>
                </c:pt>
                <c:pt idx="1542">
                  <c:v>0.0342244000508</c:v>
                </c:pt>
                <c:pt idx="1543">
                  <c:v>0.0340165229299</c:v>
                </c:pt>
                <c:pt idx="1544">
                  <c:v>0.0338105114779</c:v>
                </c:pt>
                <c:pt idx="1545">
                  <c:v>0.0336063442394</c:v>
                </c:pt>
                <c:pt idx="1546">
                  <c:v>0.0334040000477</c:v>
                </c:pt>
                <c:pt idx="1547">
                  <c:v>0.0332034580206</c:v>
                </c:pt>
                <c:pt idx="1548">
                  <c:v>0.0330046975563</c:v>
                </c:pt>
                <c:pt idx="1549">
                  <c:v>0.0328076983292</c:v>
                </c:pt>
                <c:pt idx="1550">
                  <c:v>0.0326124402861</c:v>
                </c:pt>
                <c:pt idx="1551">
                  <c:v>0.0324189036422</c:v>
                </c:pt>
                <c:pt idx="1552">
                  <c:v>0.0322270688772</c:v>
                </c:pt>
                <c:pt idx="1553">
                  <c:v>0.0320369167312</c:v>
                </c:pt>
                <c:pt idx="1554">
                  <c:v>0.0318484282014</c:v>
                </c:pt>
                <c:pt idx="1555">
                  <c:v>0.0316615845382</c:v>
                </c:pt>
                <c:pt idx="1556">
                  <c:v>0.0314763672412</c:v>
                </c:pt>
                <c:pt idx="1557">
                  <c:v>0.0312927580561</c:v>
                </c:pt>
                <c:pt idx="1558">
                  <c:v>0.0311107389708</c:v>
                </c:pt>
                <c:pt idx="1559">
                  <c:v>0.0309302922118</c:v>
                </c:pt>
                <c:pt idx="1560">
                  <c:v>0.030751400241</c:v>
                </c:pt>
                <c:pt idx="1561">
                  <c:v>0.0305740457523</c:v>
                </c:pt>
                <c:pt idx="1562">
                  <c:v>0.0303982116677</c:v>
                </c:pt>
                <c:pt idx="1563">
                  <c:v>0.0302238811347</c:v>
                </c:pt>
                <c:pt idx="1564">
                  <c:v>0.0300510375226</c:v>
                </c:pt>
                <c:pt idx="1565">
                  <c:v>0.0298796644193</c:v>
                </c:pt>
                <c:pt idx="1566">
                  <c:v>0.0297097456283</c:v>
                </c:pt>
                <c:pt idx="1567">
                  <c:v>0.0295412651654</c:v>
                </c:pt>
                <c:pt idx="1568">
                  <c:v>0.0293742072555</c:v>
                </c:pt>
                <c:pt idx="1569">
                  <c:v>0.02920855633</c:v>
                </c:pt>
                <c:pt idx="1570">
                  <c:v>0.0290442970235</c:v>
                </c:pt>
                <c:pt idx="1571">
                  <c:v>0.0288814141705</c:v>
                </c:pt>
                <c:pt idx="1572">
                  <c:v>0.0287198928035</c:v>
                </c:pt>
                <c:pt idx="1573">
                  <c:v>0.028559718149</c:v>
                </c:pt>
                <c:pt idx="1574">
                  <c:v>0.0284008756253</c:v>
                </c:pt>
                <c:pt idx="1575">
                  <c:v>0.0282433508398</c:v>
                </c:pt>
                <c:pt idx="1576">
                  <c:v>0.028087129586</c:v>
                </c:pt>
                <c:pt idx="1577">
                  <c:v>0.0279321978407</c:v>
                </c:pt>
                <c:pt idx="1578">
                  <c:v>0.0277785417616</c:v>
                </c:pt>
                <c:pt idx="1579">
                  <c:v>0.0276261476849</c:v>
                </c:pt>
                <c:pt idx="1580">
                  <c:v>0.027475002122</c:v>
                </c:pt>
                <c:pt idx="1581">
                  <c:v>0.0273250917577</c:v>
                </c:pt>
                <c:pt idx="1582">
                  <c:v>0.0271764034472</c:v>
                </c:pt>
                <c:pt idx="1583">
                  <c:v>0.027028924214</c:v>
                </c:pt>
                <c:pt idx="1584">
                  <c:v>0.0268826412472</c:v>
                </c:pt>
                <c:pt idx="1585">
                  <c:v>0.0267375418993</c:v>
                </c:pt>
                <c:pt idx="1586">
                  <c:v>0.0265936136837</c:v>
                </c:pt>
                <c:pt idx="1587">
                  <c:v>0.0264508442725</c:v>
                </c:pt>
                <c:pt idx="1588">
                  <c:v>0.0263092214943</c:v>
                </c:pt>
                <c:pt idx="1589">
                  <c:v>0.0261687333316</c:v>
                </c:pt>
                <c:pt idx="1590">
                  <c:v>0.0260293679191</c:v>
                </c:pt>
                <c:pt idx="1591">
                  <c:v>0.025891113541</c:v>
                </c:pt>
                <c:pt idx="1592">
                  <c:v>0.0257539586293</c:v>
                </c:pt>
                <c:pt idx="1593">
                  <c:v>0.0256178917615</c:v>
                </c:pt>
                <c:pt idx="1594">
                  <c:v>0.0254829016583</c:v>
                </c:pt>
                <c:pt idx="1595">
                  <c:v>0.025348977182</c:v>
                </c:pt>
                <c:pt idx="1596">
                  <c:v>0.0252161073342</c:v>
                </c:pt>
                <c:pt idx="1597">
                  <c:v>0.0250842812539</c:v>
                </c:pt>
                <c:pt idx="1598">
                  <c:v>0.0249534882154</c:v>
                </c:pt>
                <c:pt idx="1599">
                  <c:v>0.0248237176267</c:v>
                </c:pt>
                <c:pt idx="1600">
                  <c:v>0.0246949590273</c:v>
                </c:pt>
                <c:pt idx="1601">
                  <c:v>0.0245672020864</c:v>
                </c:pt>
                <c:pt idx="1602">
                  <c:v>0.0244404366011</c:v>
                </c:pt>
                <c:pt idx="1603">
                  <c:v>0.0243146524947</c:v>
                </c:pt>
                <c:pt idx="1604">
                  <c:v>0.0241898398147</c:v>
                </c:pt>
                <c:pt idx="1605">
                  <c:v>0.0240659887313</c:v>
                </c:pt>
                <c:pt idx="1606">
                  <c:v>0.0239430895354</c:v>
                </c:pt>
                <c:pt idx="1607">
                  <c:v>0.0238211326371</c:v>
                </c:pt>
                <c:pt idx="1608">
                  <c:v>0.0237001085638</c:v>
                </c:pt>
                <c:pt idx="1609">
                  <c:v>0.0235800079591</c:v>
                </c:pt>
                <c:pt idx="1610">
                  <c:v>0.0234608215804</c:v>
                </c:pt>
                <c:pt idx="1611">
                  <c:v>0.0233425402978</c:v>
                </c:pt>
                <c:pt idx="1612">
                  <c:v>0.0232251550925</c:v>
                </c:pt>
                <c:pt idx="1613">
                  <c:v>0.023108657055</c:v>
                </c:pt>
                <c:pt idx="1614">
                  <c:v>0.022993037384</c:v>
                </c:pt>
                <c:pt idx="1615">
                  <c:v>0.0228782873844</c:v>
                </c:pt>
                <c:pt idx="1616">
                  <c:v>0.0227643984661</c:v>
                </c:pt>
                <c:pt idx="1617">
                  <c:v>0.0226513621425</c:v>
                </c:pt>
                <c:pt idx="1618">
                  <c:v>0.0225391700292</c:v>
                </c:pt>
                <c:pt idx="1619">
                  <c:v>0.0224278138423</c:v>
                </c:pt>
                <c:pt idx="1620">
                  <c:v>0.0223172853971</c:v>
                </c:pt>
                <c:pt idx="1621">
                  <c:v>0.022207576607</c:v>
                </c:pt>
                <c:pt idx="1622">
                  <c:v>0.0220986794818</c:v>
                </c:pt>
                <c:pt idx="1623">
                  <c:v>0.0219905861265</c:v>
                </c:pt>
                <c:pt idx="1624">
                  <c:v>0.02188328874</c:v>
                </c:pt>
                <c:pt idx="1625">
                  <c:v>0.0217767796138</c:v>
                </c:pt>
                <c:pt idx="1626">
                  <c:v>0.0216710511309</c:v>
                </c:pt>
                <c:pt idx="1627">
                  <c:v>0.0215660957641</c:v>
                </c:pt>
                <c:pt idx="1628">
                  <c:v>0.0214619060753</c:v>
                </c:pt>
                <c:pt idx="1629">
                  <c:v>0.021358474714</c:v>
                </c:pt>
                <c:pt idx="1630">
                  <c:v>0.021255794416</c:v>
                </c:pt>
                <c:pt idx="1631">
                  <c:v>0.0211538580026</c:v>
                </c:pt>
                <c:pt idx="1632">
                  <c:v>0.0210526583791</c:v>
                </c:pt>
                <c:pt idx="1633">
                  <c:v>0.0209521885336</c:v>
                </c:pt>
                <c:pt idx="1634">
                  <c:v>0.0208524415365</c:v>
                </c:pt>
                <c:pt idx="1635">
                  <c:v>0.0207534105384</c:v>
                </c:pt>
                <c:pt idx="1636">
                  <c:v>0.0206550887701</c:v>
                </c:pt>
                <c:pt idx="1637">
                  <c:v>0.0205574695405</c:v>
                </c:pt>
                <c:pt idx="1638">
                  <c:v>0.0204605462362</c:v>
                </c:pt>
                <c:pt idx="1639">
                  <c:v>0.0203643123205</c:v>
                </c:pt>
                <c:pt idx="1640">
                  <c:v>0.0202687613319</c:v>
                </c:pt>
                <c:pt idx="1641">
                  <c:v>0.0201738868834</c:v>
                </c:pt>
                <c:pt idx="1642">
                  <c:v>0.0200796826613</c:v>
                </c:pt>
                <c:pt idx="1643">
                  <c:v>0.0199861424248</c:v>
                </c:pt>
                <c:pt idx="1644">
                  <c:v>0.0198932600042</c:v>
                </c:pt>
                <c:pt idx="1645">
                  <c:v>0.0198010293005</c:v>
                </c:pt>
                <c:pt idx="1646">
                  <c:v>0.0197094442842</c:v>
                </c:pt>
                <c:pt idx="1647">
                  <c:v>0.0196184989947</c:v>
                </c:pt>
                <c:pt idx="1648">
                  <c:v>0.0195281875391</c:v>
                </c:pt>
                <c:pt idx="1649">
                  <c:v>0.0194385040912</c:v>
                </c:pt>
                <c:pt idx="1650">
                  <c:v>0.019349442891</c:v>
                </c:pt>
                <c:pt idx="1651">
                  <c:v>0.0192609982437</c:v>
                </c:pt>
                <c:pt idx="1652">
                  <c:v>0.0191731645186</c:v>
                </c:pt>
                <c:pt idx="1653">
                  <c:v>0.0190859361484</c:v>
                </c:pt>
                <c:pt idx="1654">
                  <c:v>0.0189993076285</c:v>
                </c:pt>
                <c:pt idx="1655">
                  <c:v>0.0189132735162</c:v>
                </c:pt>
                <c:pt idx="1656">
                  <c:v>0.0188278284295</c:v>
                </c:pt>
                <c:pt idx="1657">
                  <c:v>0.0187429670469</c:v>
                </c:pt>
                <c:pt idx="1658">
                  <c:v>0.0186586841059</c:v>
                </c:pt>
                <c:pt idx="1659">
                  <c:v>0.0185749744029</c:v>
                </c:pt>
                <c:pt idx="1660">
                  <c:v>0.0184918327921</c:v>
                </c:pt>
                <c:pt idx="1661">
                  <c:v>0.0184092541849</c:v>
                </c:pt>
                <c:pt idx="1662">
                  <c:v>0.0183272335489</c:v>
                </c:pt>
                <c:pt idx="1663">
                  <c:v>0.0182457659073</c:v>
                </c:pt>
                <c:pt idx="1664">
                  <c:v>0.0181648463386</c:v>
                </c:pt>
                <c:pt idx="1665">
                  <c:v>0.0180844699751</c:v>
                </c:pt>
                <c:pt idx="1666">
                  <c:v>0.0180046320028</c:v>
                </c:pt>
                <c:pt idx="1667">
                  <c:v>0.0179253276605</c:v>
                </c:pt>
                <c:pt idx="1668">
                  <c:v>0.0178465522394</c:v>
                </c:pt>
                <c:pt idx="1669">
                  <c:v>0.0177683010818</c:v>
                </c:pt>
                <c:pt idx="1670">
                  <c:v>0.017690569581</c:v>
                </c:pt>
                <c:pt idx="1671">
                  <c:v>0.0176133531807</c:v>
                </c:pt>
                <c:pt idx="1672">
                  <c:v>0.0175366473738</c:v>
                </c:pt>
                <c:pt idx="1673">
                  <c:v>0.0174604477024</c:v>
                </c:pt>
                <c:pt idx="1674">
                  <c:v>0.0173847497567</c:v>
                </c:pt>
                <c:pt idx="1675">
                  <c:v>0.0173095491748</c:v>
                </c:pt>
                <c:pt idx="1676">
                  <c:v>0.0172348416418</c:v>
                </c:pt>
                <c:pt idx="1677">
                  <c:v>0.0171606228891</c:v>
                </c:pt>
                <c:pt idx="1678">
                  <c:v>0.0170868886945</c:v>
                </c:pt>
                <c:pt idx="1679">
                  <c:v>0.0170136348806</c:v>
                </c:pt>
                <c:pt idx="1680">
                  <c:v>0.0169408573151</c:v>
                </c:pt>
                <c:pt idx="1681">
                  <c:v>0.0168685519098</c:v>
                </c:pt>
                <c:pt idx="1682">
                  <c:v>0.0167967146201</c:v>
                </c:pt>
                <c:pt idx="1683">
                  <c:v>0.0167253414448</c:v>
                </c:pt>
                <c:pt idx="1684">
                  <c:v>0.0166544284249</c:v>
                </c:pt>
                <c:pt idx="1685">
                  <c:v>0.0165839716437</c:v>
                </c:pt>
                <c:pt idx="1686">
                  <c:v>0.0165139672259</c:v>
                </c:pt>
                <c:pt idx="1687">
                  <c:v>0.0164444113372</c:v>
                </c:pt>
                <c:pt idx="1688">
                  <c:v>0.016375300184</c:v>
                </c:pt>
                <c:pt idx="1689">
                  <c:v>0.0163066300125</c:v>
                </c:pt>
                <c:pt idx="1690">
                  <c:v>0.0162383971085</c:v>
                </c:pt>
                <c:pt idx="1691">
                  <c:v>0.0161705977969</c:v>
                </c:pt>
                <c:pt idx="1692">
                  <c:v>0.0161032284409</c:v>
                </c:pt>
                <c:pt idx="1693">
                  <c:v>0.0160362854421</c:v>
                </c:pt>
                <c:pt idx="1694">
                  <c:v>0.0159697652395</c:v>
                </c:pt>
                <c:pt idx="1695">
                  <c:v>0.0159036643093</c:v>
                </c:pt>
                <c:pt idx="1696">
                  <c:v>0.0158379791645</c:v>
                </c:pt>
                <c:pt idx="1697">
                  <c:v>0.0157727063543</c:v>
                </c:pt>
                <c:pt idx="1698">
                  <c:v>0.0157078424636</c:v>
                </c:pt>
                <c:pt idx="1699">
                  <c:v>0.0156433841128</c:v>
                </c:pt>
                <c:pt idx="1700">
                  <c:v>0.0155793279574</c:v>
                </c:pt>
                <c:pt idx="1701">
                  <c:v>0.015515670687</c:v>
                </c:pt>
                <c:pt idx="1702">
                  <c:v>0.0154524090259</c:v>
                </c:pt>
                <c:pt idx="1703">
                  <c:v>0.0153895397315</c:v>
                </c:pt>
                <c:pt idx="1704">
                  <c:v>0.0153270595951</c:v>
                </c:pt>
                <c:pt idx="1705">
                  <c:v>0.0152649654404</c:v>
                </c:pt>
                <c:pt idx="1706">
                  <c:v>0.015203254124</c:v>
                </c:pt>
                <c:pt idx="1707">
                  <c:v>0.0151419225343</c:v>
                </c:pt>
                <c:pt idx="1708">
                  <c:v>0.0150809675917</c:v>
                </c:pt>
                <c:pt idx="1709">
                  <c:v>0.0150203862478</c:v>
                </c:pt>
                <c:pt idx="1710">
                  <c:v>0.0149601754853</c:v>
                </c:pt>
                <c:pt idx="1711">
                  <c:v>0.0149003323174</c:v>
                </c:pt>
                <c:pt idx="1712">
                  <c:v>0.0148408537877</c:v>
                </c:pt>
                <c:pt idx="1713">
                  <c:v>0.0147817369697</c:v>
                </c:pt>
                <c:pt idx="1714">
                  <c:v>0.0147229789663</c:v>
                </c:pt>
                <c:pt idx="1715">
                  <c:v>0.0146645769098</c:v>
                </c:pt>
                <c:pt idx="1716">
                  <c:v>0.0146065279612</c:v>
                </c:pt>
                <c:pt idx="1717">
                  <c:v>0.0145488293101</c:v>
                </c:pt>
                <c:pt idx="1718">
                  <c:v>0.0144914781743</c:v>
                </c:pt>
                <c:pt idx="1719">
                  <c:v>0.0144344717995</c:v>
                </c:pt>
                <c:pt idx="1720">
                  <c:v>0.0143778074588</c:v>
                </c:pt>
                <c:pt idx="1721">
                  <c:v>0.0143214824526</c:v>
                </c:pt>
                <c:pt idx="1722">
                  <c:v>0.0142654941083</c:v>
                </c:pt>
                <c:pt idx="1723">
                  <c:v>0.0142098397797</c:v>
                </c:pt>
                <c:pt idx="1724">
                  <c:v>0.014154516847</c:v>
                </c:pt>
                <c:pt idx="1725">
                  <c:v>0.0140995227163</c:v>
                </c:pt>
                <c:pt idx="1726">
                  <c:v>0.0140448548194</c:v>
                </c:pt>
                <c:pt idx="1727">
                  <c:v>0.0139905106137</c:v>
                </c:pt>
                <c:pt idx="1728">
                  <c:v>0.0139364875812</c:v>
                </c:pt>
                <c:pt idx="1729">
                  <c:v>0.0138827832293</c:v>
                </c:pt>
                <c:pt idx="1730">
                  <c:v>0.0138293950893</c:v>
                </c:pt>
                <c:pt idx="1731">
                  <c:v>0.0137763207173</c:v>
                </c:pt>
                <c:pt idx="1732">
                  <c:v>0.0137235576929</c:v>
                </c:pt>
                <c:pt idx="1733">
                  <c:v>0.0136711036197</c:v>
                </c:pt>
                <c:pt idx="1734">
                  <c:v>0.0136189561246</c:v>
                </c:pt>
                <c:pt idx="1735">
                  <c:v>0.0135671128575</c:v>
                </c:pt>
                <c:pt idx="1736">
                  <c:v>0.0135155714915</c:v>
                </c:pt>
                <c:pt idx="1737">
                  <c:v>0.0134643297221</c:v>
                </c:pt>
                <c:pt idx="1738">
                  <c:v>0.0134133852672</c:v>
                </c:pt>
                <c:pt idx="1739">
                  <c:v>0.0133627358668</c:v>
                </c:pt>
                <c:pt idx="1740">
                  <c:v>0.0133123792829</c:v>
                </c:pt>
                <c:pt idx="1741">
                  <c:v>0.013262313299</c:v>
                </c:pt>
                <c:pt idx="1742">
                  <c:v>0.0132125357199</c:v>
                </c:pt>
                <c:pt idx="1743">
                  <c:v>0.0131630443716</c:v>
                </c:pt>
                <c:pt idx="1744">
                  <c:v>0.0131138371012</c:v>
                </c:pt>
                <c:pt idx="1745">
                  <c:v>0.0130649117761</c:v>
                </c:pt>
                <c:pt idx="1746">
                  <c:v>0.0130162662844</c:v>
                </c:pt>
                <c:pt idx="1747">
                  <c:v>0.0129678985343</c:v>
                </c:pt>
                <c:pt idx="1748">
                  <c:v>0.0129198064539</c:v>
                </c:pt>
                <c:pt idx="1749">
                  <c:v>0.0128719879912</c:v>
                </c:pt>
                <c:pt idx="1750">
                  <c:v>0.0128244411136</c:v>
                </c:pt>
                <c:pt idx="1751">
                  <c:v>0.0127771638079</c:v>
                </c:pt>
                <c:pt idx="1752">
                  <c:v>0.0127301540798</c:v>
                </c:pt>
                <c:pt idx="1753">
                  <c:v>0.0126834099543</c:v>
                </c:pt>
                <c:pt idx="1754">
                  <c:v>0.0126369294746</c:v>
                </c:pt>
                <c:pt idx="1755">
                  <c:v>0.0125907107025</c:v>
                </c:pt>
                <c:pt idx="1756">
                  <c:v>0.0125447517183</c:v>
                </c:pt>
                <c:pt idx="1757">
                  <c:v>0.01249905062</c:v>
                </c:pt>
                <c:pt idx="1758">
                  <c:v>0.0124536055237</c:v>
                </c:pt>
                <c:pt idx="1759">
                  <c:v>0.0124084145629</c:v>
                </c:pt>
                <c:pt idx="1760">
                  <c:v>0.0123634758888</c:v>
                </c:pt>
                <c:pt idx="1761">
                  <c:v>0.0123187876698</c:v>
                </c:pt>
                <c:pt idx="1762">
                  <c:v>0.0122743480912</c:v>
                </c:pt>
                <c:pt idx="1763">
                  <c:v>0.0122301553553</c:v>
                </c:pt>
                <c:pt idx="1764">
                  <c:v>0.0121862076812</c:v>
                </c:pt>
                <c:pt idx="1765">
                  <c:v>0.0121425033042</c:v>
                </c:pt>
                <c:pt idx="1766">
                  <c:v>0.0120990404761</c:v>
                </c:pt>
                <c:pt idx="1767">
                  <c:v>0.0120558174649</c:v>
                </c:pt>
                <c:pt idx="1768">
                  <c:v>0.0120128325544</c:v>
                </c:pt>
                <c:pt idx="1769">
                  <c:v>0.0119700840442</c:v>
                </c:pt>
                <c:pt idx="1770">
                  <c:v>0.0119275702496</c:v>
                </c:pt>
                <c:pt idx="1771">
                  <c:v>0.0118852895011</c:v>
                </c:pt>
                <c:pt idx="1772">
                  <c:v>0.0118432401445</c:v>
                </c:pt>
                <c:pt idx="1773">
                  <c:v>0.0118014205409</c:v>
                </c:pt>
                <c:pt idx="1774">
                  <c:v>0.0117598290661</c:v>
                </c:pt>
                <c:pt idx="1775">
                  <c:v>0.0117184641106</c:v>
                </c:pt>
                <c:pt idx="1776">
                  <c:v>0.0116773240795</c:v>
                </c:pt>
                <c:pt idx="1777">
                  <c:v>0.0116364073924</c:v>
                </c:pt>
                <c:pt idx="1778">
                  <c:v>0.0115957124829</c:v>
                </c:pt>
                <c:pt idx="1779">
                  <c:v>0.0115552377989</c:v>
                </c:pt>
                <c:pt idx="1780">
                  <c:v>0.0115149818021</c:v>
                </c:pt>
                <c:pt idx="1781">
                  <c:v>0.0114749429679</c:v>
                </c:pt>
                <c:pt idx="1782">
                  <c:v>0.0114351197853</c:v>
                </c:pt>
                <c:pt idx="1783">
                  <c:v>0.0113955107569</c:v>
                </c:pt>
                <c:pt idx="1784">
                  <c:v>0.0113561143982</c:v>
                </c:pt>
                <c:pt idx="1785">
                  <c:v>0.0113169292383</c:v>
                </c:pt>
                <c:pt idx="1786">
                  <c:v>0.0112779538188</c:v>
                </c:pt>
                <c:pt idx="1787">
                  <c:v>0.0112391866944</c:v>
                </c:pt>
                <c:pt idx="1788">
                  <c:v>0.0112006264323</c:v>
                </c:pt>
                <c:pt idx="1789">
                  <c:v>0.0111622716123</c:v>
                </c:pt>
                <c:pt idx="1790">
                  <c:v>0.0111241208265</c:v>
                </c:pt>
                <c:pt idx="1791">
                  <c:v>0.0110861726793</c:v>
                </c:pt>
                <c:pt idx="1792">
                  <c:v>0.0110484257869</c:v>
                </c:pt>
                <c:pt idx="1793">
                  <c:v>0.0110108787777</c:v>
                </c:pt>
                <c:pt idx="1794">
                  <c:v>0.0109735302918</c:v>
                </c:pt>
                <c:pt idx="1795">
                  <c:v>0.0109363789809</c:v>
                </c:pt>
                <c:pt idx="1796">
                  <c:v>0.010899423508</c:v>
                </c:pt>
                <c:pt idx="1797">
                  <c:v>0.0108626625477</c:v>
                </c:pt>
                <c:pt idx="1798">
                  <c:v>0.0108260947857</c:v>
                </c:pt>
                <c:pt idx="1799">
                  <c:v>0.0107897189188</c:v>
                </c:pt>
                <c:pt idx="1800">
                  <c:v>0.0107535336545</c:v>
                </c:pt>
                <c:pt idx="1801">
                  <c:v>0.0107175377115</c:v>
                </c:pt>
                <c:pt idx="1802">
                  <c:v>0.0106817298187</c:v>
                </c:pt>
                <c:pt idx="1803">
                  <c:v>0.0106461087157</c:v>
                </c:pt>
                <c:pt idx="1804">
                  <c:v>0.0106106731526</c:v>
                </c:pt>
                <c:pt idx="1805">
                  <c:v>0.0105754218895</c:v>
                </c:pt>
                <c:pt idx="1806">
                  <c:v>0.0105403536968</c:v>
                </c:pt>
                <c:pt idx="1807">
                  <c:v>0.0105054673548</c:v>
                </c:pt>
                <c:pt idx="1808">
                  <c:v>0.0104707616536</c:v>
                </c:pt>
                <c:pt idx="1809">
                  <c:v>0.0104362353932</c:v>
                </c:pt>
                <c:pt idx="1810">
                  <c:v>0.0104018873828</c:v>
                </c:pt>
                <c:pt idx="1811">
                  <c:v>0.0103677164416</c:v>
                </c:pt>
                <c:pt idx="1812">
                  <c:v>0.0103337213977</c:v>
                </c:pt>
                <c:pt idx="1813">
                  <c:v>0.0102999010886</c:v>
                </c:pt>
                <c:pt idx="1814">
                  <c:v>0.010266254361</c:v>
                </c:pt>
                <c:pt idx="1815">
                  <c:v>0.0102327800704</c:v>
                </c:pt>
                <c:pt idx="1816">
                  <c:v>0.0101994770812</c:v>
                </c:pt>
                <c:pt idx="1817">
                  <c:v>0.0101663442666</c:v>
                </c:pt>
                <c:pt idx="1818">
                  <c:v>0.0101333805084</c:v>
                </c:pt>
                <c:pt idx="1819">
                  <c:v>0.0101005846969</c:v>
                </c:pt>
                <c:pt idx="1820">
                  <c:v>0.0100679557309</c:v>
                </c:pt>
                <c:pt idx="1821">
                  <c:v>0.0100354925173</c:v>
                </c:pt>
                <c:pt idx="1822">
                  <c:v>0.0100031939715</c:v>
                </c:pt>
                <c:pt idx="1823">
                  <c:v>0.00997105901657</c:v>
                </c:pt>
                <c:pt idx="1824">
                  <c:v>0.00993908658396</c:v>
                </c:pt>
                <c:pt idx="1825">
                  <c:v>0.0099072756128</c:v>
                </c:pt>
                <c:pt idx="1826">
                  <c:v>0.00987562505006</c:v>
                </c:pt>
                <c:pt idx="1827">
                  <c:v>0.00984413385039</c:v>
                </c:pt>
                <c:pt idx="1828">
                  <c:v>0.00981280097606</c:v>
                </c:pt>
                <c:pt idx="1829">
                  <c:v>0.00978162539684</c:v>
                </c:pt>
                <c:pt idx="1830">
                  <c:v>0.00975060608992</c:v>
                </c:pt>
                <c:pt idx="1831">
                  <c:v>0.00971974203983</c:v>
                </c:pt>
                <c:pt idx="1832">
                  <c:v>0.00968903223839</c:v>
                </c:pt>
                <c:pt idx="1833">
                  <c:v>0.00965847568457</c:v>
                </c:pt>
                <c:pt idx="1834">
                  <c:v>0.00962807138445</c:v>
                </c:pt>
                <c:pt idx="1835">
                  <c:v>0.00959781835116</c:v>
                </c:pt>
                <c:pt idx="1836">
                  <c:v>0.00956771560478</c:v>
                </c:pt>
                <c:pt idx="1837">
                  <c:v>0.00953776217229</c:v>
                </c:pt>
                <c:pt idx="1838">
                  <c:v>0.00950795708752</c:v>
                </c:pt>
                <c:pt idx="1839">
                  <c:v>0.00947829939106</c:v>
                </c:pt>
                <c:pt idx="1840">
                  <c:v>0.00944878813021</c:v>
                </c:pt>
                <c:pt idx="1841">
                  <c:v>0.00941942235896</c:v>
                </c:pt>
                <c:pt idx="1842">
                  <c:v>0.00939020113788</c:v>
                </c:pt>
                <c:pt idx="1843">
                  <c:v>0.00936112353414</c:v>
                </c:pt>
                <c:pt idx="1844">
                  <c:v>0.0093321886214</c:v>
                </c:pt>
                <c:pt idx="1845">
                  <c:v>0.00930339547981</c:v>
                </c:pt>
                <c:pt idx="1846">
                  <c:v>0.00927474319594</c:v>
                </c:pt>
                <c:pt idx="1847">
                  <c:v>0.00924623086279</c:v>
                </c:pt>
                <c:pt idx="1848">
                  <c:v>0.00921785757968</c:v>
                </c:pt>
                <c:pt idx="1849">
                  <c:v>0.00918962245231</c:v>
                </c:pt>
                <c:pt idx="1850">
                  <c:v>0.00916152459264</c:v>
                </c:pt>
                <c:pt idx="1851">
                  <c:v>0.00913356311892</c:v>
                </c:pt>
                <c:pt idx="1852">
                  <c:v>0.00910573715566</c:v>
                </c:pt>
                <c:pt idx="1853">
                  <c:v>0.00907804583356</c:v>
                </c:pt>
                <c:pt idx="1854">
                  <c:v>0.00905048828954</c:v>
                </c:pt>
                <c:pt idx="1855">
                  <c:v>0.0090230636667</c:v>
                </c:pt>
                <c:pt idx="1856">
                  <c:v>0.00899577111428</c:v>
                </c:pt>
                <c:pt idx="1857">
                  <c:v>0.00896860978766</c:v>
                </c:pt>
                <c:pt idx="1858">
                  <c:v>0.00894157884834</c:v>
                </c:pt>
                <c:pt idx="1859">
                  <c:v>0.00891467746393</c:v>
                </c:pt>
                <c:pt idx="1860">
                  <c:v>0.00888790480808</c:v>
                </c:pt>
                <c:pt idx="1861">
                  <c:v>0.00886126006054</c:v>
                </c:pt>
                <c:pt idx="1862">
                  <c:v>0.00883474240707</c:v>
                </c:pt>
                <c:pt idx="1863">
                  <c:v>0.00880835103947</c:v>
                </c:pt>
                <c:pt idx="1864">
                  <c:v>0.00878208515552</c:v>
                </c:pt>
                <c:pt idx="1865">
                  <c:v>0.008755943959</c:v>
                </c:pt>
                <c:pt idx="1866">
                  <c:v>0.00872992665963</c:v>
                </c:pt>
                <c:pt idx="1867">
                  <c:v>0.00870403247306</c:v>
                </c:pt>
                <c:pt idx="1868">
                  <c:v>0.00867826062084</c:v>
                </c:pt>
                <c:pt idx="1869">
                  <c:v>0.0086526103304</c:v>
                </c:pt>
                <c:pt idx="1870">
                  <c:v>0.00862708083503</c:v>
                </c:pt>
                <c:pt idx="1871">
                  <c:v>0.00860167137381</c:v>
                </c:pt>
                <c:pt idx="1872">
                  <c:v>0.00857638119162</c:v>
                </c:pt>
                <c:pt idx="1873">
                  <c:v>0.00855120953906</c:v>
                </c:pt>
                <c:pt idx="1874">
                  <c:v>0.00852615567246</c:v>
                </c:pt>
                <c:pt idx="1875">
                  <c:v>0.0085012188538</c:v>
                </c:pt>
                <c:pt idx="1876">
                  <c:v>0.00847639835067</c:v>
                </c:pt>
                <c:pt idx="1877">
                  <c:v>0.00845169343624</c:v>
                </c:pt>
                <c:pt idx="1878">
                  <c:v>0.00842710338919</c:v>
                </c:pt>
                <c:pt idx="1879">
                  <c:v>0.00840262749369</c:v>
                </c:pt>
                <c:pt idx="1880">
                  <c:v>0.00837826503931</c:v>
                </c:pt>
                <c:pt idx="1881">
                  <c:v>0.00835401532096</c:v>
                </c:pt>
                <c:pt idx="1882">
                  <c:v>0.00832987763887</c:v>
                </c:pt>
                <c:pt idx="1883">
                  <c:v>0.00830585129849</c:v>
                </c:pt>
                <c:pt idx="1884">
                  <c:v>0.00828193561044</c:v>
                </c:pt>
                <c:pt idx="1885">
                  <c:v>0.00825812989044</c:v>
                </c:pt>
                <c:pt idx="1886">
                  <c:v>0.00823443345926</c:v>
                </c:pt>
                <c:pt idx="1887">
                  <c:v>0.00821084564259</c:v>
                </c:pt>
                <c:pt idx="1888">
                  <c:v>0.00818736577105</c:v>
                </c:pt>
                <c:pt idx="1889">
                  <c:v>0.00816399318005</c:v>
                </c:pt>
                <c:pt idx="1890">
                  <c:v>0.00814072720974</c:v>
                </c:pt>
                <c:pt idx="1891">
                  <c:v>0.00811756720494</c:v>
                </c:pt>
                <c:pt idx="1892">
                  <c:v>0.00809451251504</c:v>
                </c:pt>
                <c:pt idx="1893">
                  <c:v>0.00807156249395</c:v>
                </c:pt>
                <c:pt idx="1894">
                  <c:v>0.00804871650001</c:v>
                </c:pt>
                <c:pt idx="1895">
                  <c:v>0.00802597389589</c:v>
                </c:pt>
                <c:pt idx="1896">
                  <c:v>0.00800333404853</c:v>
                </c:pt>
                <c:pt idx="1897">
                  <c:v>0.00798079632906</c:v>
                </c:pt>
                <c:pt idx="1898">
                  <c:v>0.00795836011275</c:v>
                </c:pt>
                <c:pt idx="1899">
                  <c:v>0.00793602477885</c:v>
                </c:pt>
                <c:pt idx="1900">
                  <c:v>0.00791378971061</c:v>
                </c:pt>
                <c:pt idx="1901">
                  <c:v>0.00789165429513</c:v>
                </c:pt>
                <c:pt idx="1902">
                  <c:v>0.00786961792333</c:v>
                </c:pt>
                <c:pt idx="1903">
                  <c:v>0.00784767998986</c:v>
                </c:pt>
                <c:pt idx="1904">
                  <c:v>0.00782583989302</c:v>
                </c:pt>
                <c:pt idx="1905">
                  <c:v>0.00780409703469</c:v>
                </c:pt>
                <c:pt idx="1906">
                  <c:v>0.00778245082031</c:v>
                </c:pt>
                <c:pt idx="1907">
                  <c:v>0.00776090065872</c:v>
                </c:pt>
                <c:pt idx="1908">
                  <c:v>0.00773944596219</c:v>
                </c:pt>
                <c:pt idx="1909">
                  <c:v>0.0077180861463</c:v>
                </c:pt>
                <c:pt idx="1910">
                  <c:v>0.00769682062991</c:v>
                </c:pt>
                <c:pt idx="1911">
                  <c:v>0.0076756488351</c:v>
                </c:pt>
                <c:pt idx="1912">
                  <c:v>0.00765457018708</c:v>
                </c:pt>
                <c:pt idx="1913">
                  <c:v>0.00763358411421</c:v>
                </c:pt>
                <c:pt idx="1914">
                  <c:v>0.00761269004788</c:v>
                </c:pt>
                <c:pt idx="1915">
                  <c:v>0.00759188742252</c:v>
                </c:pt>
                <c:pt idx="1916">
                  <c:v>0.00757117567552</c:v>
                </c:pt>
                <c:pt idx="1917">
                  <c:v>0.00755055424723</c:v>
                </c:pt>
                <c:pt idx="1918">
                  <c:v>0.00753002258088</c:v>
                </c:pt>
                <c:pt idx="1919">
                  <c:v>0.00750958012257</c:v>
                </c:pt>
                <c:pt idx="1920">
                  <c:v>0.00748922632125</c:v>
                </c:pt>
                <c:pt idx="1921">
                  <c:v>0.00746896062868</c:v>
                </c:pt>
                <c:pt idx="1922">
                  <c:v>0.00744878249942</c:v>
                </c:pt>
                <c:pt idx="1923">
                  <c:v>0.00742869139077</c:v>
                </c:pt>
                <c:pt idx="1924">
                  <c:v>0.00740868676282</c:v>
                </c:pt>
                <c:pt idx="1925">
                  <c:v>0.00738876807837</c:v>
                </c:pt>
                <c:pt idx="1926">
                  <c:v>0.00736893480294</c:v>
                </c:pt>
                <c:pt idx="1927">
                  <c:v>0.00734918640479</c:v>
                </c:pt>
                <c:pt idx="1928">
                  <c:v>0.00732952235485</c:v>
                </c:pt>
                <c:pt idx="1929">
                  <c:v>0.00730994212678</c:v>
                </c:pt>
                <c:pt idx="1930">
                  <c:v>0.00729044519692</c:v>
                </c:pt>
                <c:pt idx="1931">
                  <c:v>0.00727103104429</c:v>
                </c:pt>
                <c:pt idx="1932">
                  <c:v>0.00725169915062</c:v>
                </c:pt>
                <c:pt idx="1933">
                  <c:v>0.00723244900034</c:v>
                </c:pt>
                <c:pt idx="1934">
                  <c:v>0.00721328008054</c:v>
                </c:pt>
                <c:pt idx="1935">
                  <c:v>0.00719419188103</c:v>
                </c:pt>
                <c:pt idx="1936">
                  <c:v>0.00717518389433</c:v>
                </c:pt>
                <c:pt idx="1937">
                  <c:v>0.00715625561562</c:v>
                </c:pt>
                <c:pt idx="1938">
                  <c:v>0.00713740654282</c:v>
                </c:pt>
                <c:pt idx="1939">
                  <c:v>0.00711863617656</c:v>
                </c:pt>
                <c:pt idx="1940">
                  <c:v>0.00709994402017</c:v>
                </c:pt>
                <c:pt idx="1941">
                  <c:v>0.0070813295797</c:v>
                </c:pt>
                <c:pt idx="1942">
                  <c:v>0.00706279236391</c:v>
                </c:pt>
                <c:pt idx="1943">
                  <c:v>0.0070443318843</c:v>
                </c:pt>
                <c:pt idx="1944">
                  <c:v>0.00702594765509</c:v>
                </c:pt>
                <c:pt idx="1945">
                  <c:v>0.0070076391932</c:v>
                </c:pt>
                <c:pt idx="1946">
                  <c:v>0.0069894060183</c:v>
                </c:pt>
                <c:pt idx="1947">
                  <c:v>0.00697124765276</c:v>
                </c:pt>
                <c:pt idx="1948">
                  <c:v>0.00695316362169</c:v>
                </c:pt>
                <c:pt idx="1949">
                  <c:v>0.00693515345288</c:v>
                </c:pt>
                <c:pt idx="1950">
                  <c:v>0.00691721667687</c:v>
                </c:pt>
                <c:pt idx="1951">
                  <c:v>0.00689935282687</c:v>
                </c:pt>
                <c:pt idx="1952">
                  <c:v>0.00688156143879</c:v>
                </c:pt>
                <c:pt idx="1953">
                  <c:v>0.00686384205125</c:v>
                </c:pt>
                <c:pt idx="1954">
                  <c:v>0.00684619420552</c:v>
                </c:pt>
                <c:pt idx="1955">
                  <c:v>0.00682861744555</c:v>
                </c:pt>
                <c:pt idx="1956">
                  <c:v>0.00681111131795</c:v>
                </c:pt>
                <c:pt idx="1957">
                  <c:v>0.00679367537198</c:v>
                </c:pt>
                <c:pt idx="1958">
                  <c:v>0.00677630915953</c:v>
                </c:pt>
                <c:pt idx="1959">
                  <c:v>0.00675901223512</c:v>
                </c:pt>
                <c:pt idx="1960">
                  <c:v>0.00674178415589</c:v>
                </c:pt>
                <c:pt idx="1961">
                  <c:v>0.00672462448156</c:v>
                </c:pt>
                <c:pt idx="1962">
                  <c:v>0.00670753277448</c:v>
                </c:pt>
                <c:pt idx="1963">
                  <c:v>0.00669050859956</c:v>
                </c:pt>
                <c:pt idx="1964">
                  <c:v>0.0066735515243</c:v>
                </c:pt>
                <c:pt idx="1965">
                  <c:v>0.00665666111877</c:v>
                </c:pt>
                <c:pt idx="1966">
                  <c:v>0.00663983695561</c:v>
                </c:pt>
                <c:pt idx="1967">
                  <c:v>0.00662307861001</c:v>
                </c:pt>
                <c:pt idx="1968">
                  <c:v>0.00660638565973</c:v>
                </c:pt>
                <c:pt idx="1969">
                  <c:v>0.0065897576851</c:v>
                </c:pt>
                <c:pt idx="1970">
                  <c:v>0.00657319426899</c:v>
                </c:pt>
                <c:pt idx="1971">
                  <c:v>0.00655669499686</c:v>
                </c:pt>
                <c:pt idx="1972">
                  <c:v>0.00654025945673</c:v>
                </c:pt>
                <c:pt idx="1973">
                  <c:v>0.0065238872392</c:v>
                </c:pt>
                <c:pt idx="1974">
                  <c:v>0.00650757793747</c:v>
                </c:pt>
                <c:pt idx="1975">
                  <c:v>0.00649133114736</c:v>
                </c:pt>
                <c:pt idx="1976">
                  <c:v>0.00647514646728</c:v>
                </c:pt>
                <c:pt idx="1977">
                  <c:v>0.0064590234983</c:v>
                </c:pt>
                <c:pt idx="1978">
                  <c:v>0.00644296184415</c:v>
                </c:pt>
                <c:pt idx="1979">
                  <c:v>0.00642696111125</c:v>
                </c:pt>
                <c:pt idx="1980">
                  <c:v>0.0064110209087</c:v>
                </c:pt>
                <c:pt idx="1981">
                  <c:v>0.00639514084835</c:v>
                </c:pt>
                <c:pt idx="1982">
                  <c:v>0.0063793205448</c:v>
                </c:pt>
                <c:pt idx="1983">
                  <c:v>0.00636355961546</c:v>
                </c:pt>
                <c:pt idx="1984">
                  <c:v>0.00634785768053</c:v>
                </c:pt>
                <c:pt idx="1985">
                  <c:v>0.00633221436306</c:v>
                </c:pt>
                <c:pt idx="1986">
                  <c:v>0.00631662928899</c:v>
                </c:pt>
                <c:pt idx="1987">
                  <c:v>0.00630110208717</c:v>
                </c:pt>
                <c:pt idx="1988">
                  <c:v>0.00628563238938</c:v>
                </c:pt>
                <c:pt idx="1989">
                  <c:v>0.0062702198304</c:v>
                </c:pt>
                <c:pt idx="1990">
                  <c:v>0.00625486404799</c:v>
                </c:pt>
                <c:pt idx="1991">
                  <c:v>0.00623956468295</c:v>
                </c:pt>
                <c:pt idx="1992">
                  <c:v>0.00622432137917</c:v>
                </c:pt>
                <c:pt idx="1993">
                  <c:v>0.00620913378361</c:v>
                </c:pt>
                <c:pt idx="1994">
                  <c:v>0.00619400154636</c:v>
                </c:pt>
                <c:pt idx="1995">
                  <c:v>0.00617892432067</c:v>
                </c:pt>
                <c:pt idx="1996">
                  <c:v>0.00616390176294</c:v>
                </c:pt>
                <c:pt idx="1997">
                  <c:v>0.00614893353281</c:v>
                </c:pt>
                <c:pt idx="1998">
                  <c:v>0.00613401929307</c:v>
                </c:pt>
                <c:pt idx="1999">
                  <c:v>0.0061191587098</c:v>
                </c:pt>
                <c:pt idx="2000">
                  <c:v>0.0061043514523</c:v>
                </c:pt>
              </c:numCache>
            </c:numRef>
          </c:yVal>
        </c:ser>
        <c:ser>
          <c:idx val="1"/>
          <c:order val="1"/>
          <c:tx>
            <c:v>spin</c:v>
          </c:tx>
          <c:spPr>
            <a:ln xmlns:a="http://schemas.openxmlformats.org/drawingml/2006/main" w="15240">
              <a:solidFill>
                <a:srgbClr val="234F91"/>
              </a:solidFill>
              <a:prstDash val="dash"/>
            </a:ln>
          </c:spPr>
          <c:marker>
            <c:symbol val="none"/>
            <c:size val="5"/>
            <c:spPr>
              <a:solidFill xmlns:a="http://schemas.openxmlformats.org/drawingml/2006/main">
                <a:srgbClr val="234F91"/>
              </a:solidFill>
            </c:spPr>
          </c:marker>
          <c:xVal>
            <c:numRef>
              <c:f>'Chart Data'!$C$2:$C$2002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Data'!$D$2:$D$2002</c:f>
              <c:numCache>
                <c:formatCode>0.0</c:formatCode>
                <c:ptCount val="2001"/>
                <c:pt idx="0">
                  <c:v>0.0152545341785</c:v>
                </c:pt>
                <c:pt idx="1">
                  <c:v>0.0152994328692</c:v>
                </c:pt>
                <c:pt idx="2">
                  <c:v>0.0153445305937</c:v>
                </c:pt>
                <c:pt idx="3">
                  <c:v>0.015389828531</c:v>
                </c:pt>
                <c:pt idx="4">
                  <c:v>0.0154353278689</c:v>
                </c:pt>
                <c:pt idx="5">
                  <c:v>0.0154810298039</c:v>
                </c:pt>
                <c:pt idx="6">
                  <c:v>0.0155269355417</c:v>
                </c:pt>
                <c:pt idx="7">
                  <c:v>0.0155730462968</c:v>
                </c:pt>
                <c:pt idx="8">
                  <c:v>0.0156193632925</c:v>
                </c:pt>
                <c:pt idx="9">
                  <c:v>0.0156658877617</c:v>
                </c:pt>
                <c:pt idx="10">
                  <c:v>0.0157126209461</c:v>
                </c:pt>
                <c:pt idx="11">
                  <c:v>0.0157595640971</c:v>
                </c:pt>
                <c:pt idx="12">
                  <c:v>0.0158067184751</c:v>
                </c:pt>
                <c:pt idx="13">
                  <c:v>0.0158540853503</c:v>
                </c:pt>
                <c:pt idx="14">
                  <c:v>0.0159016660021</c:v>
                </c:pt>
                <c:pt idx="15">
                  <c:v>0.0159494617199</c:v>
                </c:pt>
                <c:pt idx="16">
                  <c:v>0.0159974738025</c:v>
                </c:pt>
                <c:pt idx="17">
                  <c:v>0.0160457035589</c:v>
                </c:pt>
                <c:pt idx="18">
                  <c:v>0.0160941523075</c:v>
                </c:pt>
                <c:pt idx="19">
                  <c:v>0.0161428213773</c:v>
                </c:pt>
                <c:pt idx="20">
                  <c:v>0.0161917121067</c:v>
                </c:pt>
                <c:pt idx="21">
                  <c:v>0.0162408258449</c:v>
                </c:pt>
                <c:pt idx="22">
                  <c:v>0.016290163951</c:v>
                </c:pt>
                <c:pt idx="23">
                  <c:v>0.0163397277946</c:v>
                </c:pt>
                <c:pt idx="24">
                  <c:v>0.0163895187556</c:v>
                </c:pt>
                <c:pt idx="25">
                  <c:v>0.0164395382248</c:v>
                </c:pt>
                <c:pt idx="26">
                  <c:v>0.0164897876032</c:v>
                </c:pt>
                <c:pt idx="27">
                  <c:v>0.0165402683028</c:v>
                </c:pt>
                <c:pt idx="28">
                  <c:v>0.0165909817466</c:v>
                </c:pt>
                <c:pt idx="29">
                  <c:v>0.0166419293681</c:v>
                </c:pt>
                <c:pt idx="30">
                  <c:v>0.0166931126123</c:v>
                </c:pt>
                <c:pt idx="31">
                  <c:v>0.0167445329351</c:v>
                </c:pt>
                <c:pt idx="32">
                  <c:v>0.0167961918037</c:v>
                </c:pt>
                <c:pt idx="33">
                  <c:v>0.0168480906967</c:v>
                </c:pt>
                <c:pt idx="34">
                  <c:v>0.0169002311041</c:v>
                </c:pt>
                <c:pt idx="35">
                  <c:v>0.0169526145275</c:v>
                </c:pt>
                <c:pt idx="36">
                  <c:v>0.0170052424801</c:v>
                </c:pt>
                <c:pt idx="37">
                  <c:v>0.0170581164871</c:v>
                </c:pt>
                <c:pt idx="38">
                  <c:v>0.0171112380854</c:v>
                </c:pt>
                <c:pt idx="39">
                  <c:v>0.0171646088239</c:v>
                </c:pt>
                <c:pt idx="40">
                  <c:v>0.0172182302637</c:v>
                </c:pt>
                <c:pt idx="41">
                  <c:v>0.0172721039781</c:v>
                </c:pt>
                <c:pt idx="42">
                  <c:v>0.0173262315528</c:v>
                </c:pt>
                <c:pt idx="43">
                  <c:v>0.0173806145859</c:v>
                </c:pt>
                <c:pt idx="44">
                  <c:v>0.0174352546882</c:v>
                </c:pt>
                <c:pt idx="45">
                  <c:v>0.0174901534829</c:v>
                </c:pt>
                <c:pt idx="46">
                  <c:v>0.0175453126063</c:v>
                </c:pt>
                <c:pt idx="47">
                  <c:v>0.0176007337076</c:v>
                </c:pt>
                <c:pt idx="48">
                  <c:v>0.017656418449</c:v>
                </c:pt>
                <c:pt idx="49">
                  <c:v>0.0177123685059</c:v>
                </c:pt>
                <c:pt idx="50">
                  <c:v>0.017768585567</c:v>
                </c:pt>
                <c:pt idx="51">
                  <c:v>0.0178250713345</c:v>
                </c:pt>
                <c:pt idx="52">
                  <c:v>0.0178818275241</c:v>
                </c:pt>
                <c:pt idx="53">
                  <c:v>0.0179388558652</c:v>
                </c:pt>
                <c:pt idx="54">
                  <c:v>0.0179961581012</c:v>
                </c:pt>
                <c:pt idx="55">
                  <c:v>0.0180537359891</c:v>
                </c:pt>
                <c:pt idx="56">
                  <c:v>0.0181115913003</c:v>
                </c:pt>
                <c:pt idx="57">
                  <c:v>0.0181697258204</c:v>
                </c:pt>
                <c:pt idx="58">
                  <c:v>0.0182281413492</c:v>
                </c:pt>
                <c:pt idx="59">
                  <c:v>0.0182868397012</c:v>
                </c:pt>
                <c:pt idx="60">
                  <c:v>0.0183458227053</c:v>
                </c:pt>
                <c:pt idx="61">
                  <c:v>0.0184050922056</c:v>
                </c:pt>
                <c:pt idx="62">
                  <c:v>0.0184646500606</c:v>
                </c:pt>
                <c:pt idx="63">
                  <c:v>0.0185244981443</c:v>
                </c:pt>
                <c:pt idx="64">
                  <c:v>0.0185846383457</c:v>
                </c:pt>
                <c:pt idx="65">
                  <c:v>0.0186450725693</c:v>
                </c:pt>
                <c:pt idx="66">
                  <c:v>0.018705802735</c:v>
                </c:pt>
                <c:pt idx="67">
                  <c:v>0.0187668307784</c:v>
                </c:pt>
                <c:pt idx="68">
                  <c:v>0.0188281586511</c:v>
                </c:pt>
                <c:pt idx="69">
                  <c:v>0.0188897883203</c:v>
                </c:pt>
                <c:pt idx="70">
                  <c:v>0.0189517217698</c:v>
                </c:pt>
                <c:pt idx="71">
                  <c:v>0.0190139609992</c:v>
                </c:pt>
                <c:pt idx="72">
                  <c:v>0.019076508025</c:v>
                </c:pt>
                <c:pt idx="73">
                  <c:v>0.0191393648801</c:v>
                </c:pt>
                <c:pt idx="74">
                  <c:v>0.0192025336142</c:v>
                </c:pt>
                <c:pt idx="75">
                  <c:v>0.0192660162939</c:v>
                </c:pt>
                <c:pt idx="76">
                  <c:v>0.019329815003</c:v>
                </c:pt>
                <c:pt idx="77">
                  <c:v>0.0193939318426</c:v>
                </c:pt>
                <c:pt idx="78">
                  <c:v>0.0194583689311</c:v>
                </c:pt>
                <c:pt idx="79">
                  <c:v>0.0195231284047</c:v>
                </c:pt>
                <c:pt idx="80">
                  <c:v>0.0195882124173</c:v>
                </c:pt>
                <c:pt idx="81">
                  <c:v>0.0196536231408</c:v>
                </c:pt>
                <c:pt idx="82">
                  <c:v>0.0197193627654</c:v>
                </c:pt>
                <c:pt idx="83">
                  <c:v>0.0197854334994</c:v>
                </c:pt>
                <c:pt idx="84">
                  <c:v>0.0198518375698</c:v>
                </c:pt>
                <c:pt idx="85">
                  <c:v>0.0199185772222</c:v>
                </c:pt>
                <c:pt idx="86">
                  <c:v>0.0199856547213</c:v>
                </c:pt>
                <c:pt idx="87">
                  <c:v>0.0200530723506</c:v>
                </c:pt>
                <c:pt idx="88">
                  <c:v>0.0201208324132</c:v>
                </c:pt>
                <c:pt idx="89">
                  <c:v>0.0201889372313</c:v>
                </c:pt>
                <c:pt idx="90">
                  <c:v>0.0202573891472</c:v>
                </c:pt>
                <c:pt idx="91">
                  <c:v>0.0203261905228</c:v>
                </c:pt>
                <c:pt idx="92">
                  <c:v>0.0203953437401</c:v>
                </c:pt>
                <c:pt idx="93">
                  <c:v>0.0204648512014</c:v>
                </c:pt>
                <c:pt idx="94">
                  <c:v>0.0205347153297</c:v>
                </c:pt>
                <c:pt idx="95">
                  <c:v>0.0206049385684</c:v>
                </c:pt>
                <c:pt idx="96">
                  <c:v>0.0206755233818</c:v>
                </c:pt>
                <c:pt idx="97">
                  <c:v>0.0207464722557</c:v>
                </c:pt>
                <c:pt idx="98">
                  <c:v>0.0208177876967</c:v>
                </c:pt>
                <c:pt idx="99">
                  <c:v>0.0208894722335</c:v>
                </c:pt>
                <c:pt idx="100">
                  <c:v>0.0209615284162</c:v>
                </c:pt>
                <c:pt idx="101">
                  <c:v>0.0210339588171</c:v>
                </c:pt>
                <c:pt idx="102">
                  <c:v>0.0211067660305</c:v>
                </c:pt>
                <c:pt idx="103">
                  <c:v>0.0211799526735</c:v>
                </c:pt>
                <c:pt idx="104">
                  <c:v>0.0212535213856</c:v>
                </c:pt>
                <c:pt idx="105">
                  <c:v>0.0213274748294</c:v>
                </c:pt>
                <c:pt idx="106">
                  <c:v>0.0214018156905</c:v>
                </c:pt>
                <c:pt idx="107">
                  <c:v>0.0214765466782</c:v>
                </c:pt>
                <c:pt idx="108">
                  <c:v>0.0215516705252</c:v>
                </c:pt>
                <c:pt idx="109">
                  <c:v>0.0216271899881</c:v>
                </c:pt>
                <c:pt idx="110">
                  <c:v>0.0217031078478</c:v>
                </c:pt>
                <c:pt idx="111">
                  <c:v>0.0217794269095</c:v>
                </c:pt>
                <c:pt idx="112">
                  <c:v>0.0218561500031</c:v>
                </c:pt>
                <c:pt idx="113">
                  <c:v>0.0219332799833</c:v>
                </c:pt>
                <c:pt idx="114">
                  <c:v>0.0220108197302</c:v>
                </c:pt>
                <c:pt idx="115">
                  <c:v>0.0220887721491</c:v>
                </c:pt>
                <c:pt idx="116">
                  <c:v>0.0221671401712</c:v>
                </c:pt>
                <c:pt idx="117">
                  <c:v>0.0222459267537</c:v>
                </c:pt>
                <c:pt idx="118">
                  <c:v>0.0223251348798</c:v>
                </c:pt>
                <c:pt idx="119">
                  <c:v>0.0224047675595</c:v>
                </c:pt>
                <c:pt idx="120">
                  <c:v>0.0224848278296</c:v>
                </c:pt>
                <c:pt idx="121">
                  <c:v>0.0225653187538</c:v>
                </c:pt>
                <c:pt idx="122">
                  <c:v>0.0226462434235</c:v>
                </c:pt>
                <c:pt idx="123">
                  <c:v>0.0227276049575</c:v>
                </c:pt>
                <c:pt idx="124">
                  <c:v>0.0228094065027</c:v>
                </c:pt>
                <c:pt idx="125">
                  <c:v>0.0228916512344</c:v>
                </c:pt>
                <c:pt idx="126">
                  <c:v>0.0229743423564</c:v>
                </c:pt>
                <c:pt idx="127">
                  <c:v>0.0230574831012</c:v>
                </c:pt>
                <c:pt idx="128">
                  <c:v>0.0231410767309</c:v>
                </c:pt>
                <c:pt idx="129">
                  <c:v>0.0232251265367</c:v>
                </c:pt>
                <c:pt idx="130">
                  <c:v>0.02330963584</c:v>
                </c:pt>
                <c:pt idx="131">
                  <c:v>0.0233946079921</c:v>
                </c:pt>
                <c:pt idx="132">
                  <c:v>0.023480046375</c:v>
                </c:pt>
                <c:pt idx="133">
                  <c:v>0.0235659544013</c:v>
                </c:pt>
                <c:pt idx="134">
                  <c:v>0.023652335515</c:v>
                </c:pt>
                <c:pt idx="135">
                  <c:v>0.0237391931914</c:v>
                </c:pt>
                <c:pt idx="136">
                  <c:v>0.0238265309378</c:v>
                </c:pt>
                <c:pt idx="137">
                  <c:v>0.0239143522935</c:v>
                </c:pt>
                <c:pt idx="138">
                  <c:v>0.0240026608304</c:v>
                </c:pt>
                <c:pt idx="139">
                  <c:v>0.0240914601535</c:v>
                </c:pt>
                <c:pt idx="140">
                  <c:v>0.0241807539008</c:v>
                </c:pt>
                <c:pt idx="141">
                  <c:v>0.024270545744</c:v>
                </c:pt>
                <c:pt idx="142">
                  <c:v>0.0243608393889</c:v>
                </c:pt>
                <c:pt idx="143">
                  <c:v>0.0244516385755</c:v>
                </c:pt>
                <c:pt idx="144">
                  <c:v>0.0245429470787</c:v>
                </c:pt>
                <c:pt idx="145">
                  <c:v>0.0246347687085</c:v>
                </c:pt>
                <c:pt idx="146">
                  <c:v>0.0247271073104</c:v>
                </c:pt>
                <c:pt idx="147">
                  <c:v>0.0248199667658</c:v>
                </c:pt>
                <c:pt idx="148">
                  <c:v>0.0249133509924</c:v>
                </c:pt>
                <c:pt idx="149">
                  <c:v>0.0250072639448</c:v>
                </c:pt>
                <c:pt idx="150">
                  <c:v>0.0251017096145</c:v>
                </c:pt>
                <c:pt idx="151">
                  <c:v>0.0251966920308</c:v>
                </c:pt>
                <c:pt idx="152">
                  <c:v>0.0252922152607</c:v>
                </c:pt>
                <c:pt idx="153">
                  <c:v>0.0253882834098</c:v>
                </c:pt>
                <c:pt idx="154">
                  <c:v>0.0254849006226</c:v>
                </c:pt>
                <c:pt idx="155">
                  <c:v>0.0255820710826</c:v>
                </c:pt>
                <c:pt idx="156">
                  <c:v>0.0256797990131</c:v>
                </c:pt>
                <c:pt idx="157">
                  <c:v>0.0257780886779</c:v>
                </c:pt>
                <c:pt idx="158">
                  <c:v>0.0258769443809</c:v>
                </c:pt>
                <c:pt idx="159">
                  <c:v>0.0259763704674</c:v>
                </c:pt>
                <c:pt idx="160">
                  <c:v>0.0260763713242</c:v>
                </c:pt>
                <c:pt idx="161">
                  <c:v>0.0261769513801</c:v>
                </c:pt>
                <c:pt idx="162">
                  <c:v>0.0262781151064</c:v>
                </c:pt>
                <c:pt idx="163">
                  <c:v>0.0263798670173</c:v>
                </c:pt>
                <c:pt idx="164">
                  <c:v>0.0264822116706</c:v>
                </c:pt>
                <c:pt idx="165">
                  <c:v>0.026585153668</c:v>
                </c:pt>
                <c:pt idx="166">
                  <c:v>0.0266886976558</c:v>
                </c:pt>
                <c:pt idx="167">
                  <c:v>0.0267928483252</c:v>
                </c:pt>
                <c:pt idx="168">
                  <c:v>0.0268976104128</c:v>
                </c:pt>
                <c:pt idx="169">
                  <c:v>0.0270029887014</c:v>
                </c:pt>
                <c:pt idx="170">
                  <c:v>0.0271089880204</c:v>
                </c:pt>
                <c:pt idx="171">
                  <c:v>0.0272156132461</c:v>
                </c:pt>
                <c:pt idx="172">
                  <c:v>0.0273228693027</c:v>
                </c:pt>
                <c:pt idx="173">
                  <c:v>0.0274307611624</c:v>
                </c:pt>
                <c:pt idx="174">
                  <c:v>0.0275392938463</c:v>
                </c:pt>
                <c:pt idx="175">
                  <c:v>0.0276484724248</c:v>
                </c:pt>
                <c:pt idx="176">
                  <c:v>0.0277583020182</c:v>
                </c:pt>
                <c:pt idx="177">
                  <c:v>0.0278687877974</c:v>
                </c:pt>
                <c:pt idx="178">
                  <c:v>0.0279799349842</c:v>
                </c:pt>
                <c:pt idx="179">
                  <c:v>0.0280917488523</c:v>
                </c:pt>
                <c:pt idx="180">
                  <c:v>0.0282042347275</c:v>
                </c:pt>
                <c:pt idx="181">
                  <c:v>0.0283173979887</c:v>
                </c:pt>
                <c:pt idx="182">
                  <c:v>0.0284312440683</c:v>
                </c:pt>
                <c:pt idx="183">
                  <c:v>0.0285457784527</c:v>
                </c:pt>
                <c:pt idx="184">
                  <c:v>0.0286610066833</c:v>
                </c:pt>
                <c:pt idx="185">
                  <c:v>0.028776934357</c:v>
                </c:pt>
                <c:pt idx="186">
                  <c:v>0.0288935671268</c:v>
                </c:pt>
                <c:pt idx="187">
                  <c:v>0.0290109107022</c:v>
                </c:pt>
                <c:pt idx="188">
                  <c:v>0.0291289708507</c:v>
                </c:pt>
                <c:pt idx="189">
                  <c:v>0.0292477533975</c:v>
                </c:pt>
                <c:pt idx="190">
                  <c:v>0.0293672642269</c:v>
                </c:pt>
                <c:pt idx="191">
                  <c:v>0.0294875092827</c:v>
                </c:pt>
                <c:pt idx="192">
                  <c:v>0.029608494569</c:v>
                </c:pt>
                <c:pt idx="193">
                  <c:v>0.0297302261508</c:v>
                </c:pt>
                <c:pt idx="194">
                  <c:v>0.0298527101551</c:v>
                </c:pt>
                <c:pt idx="195">
                  <c:v>0.029975952771</c:v>
                </c:pt>
                <c:pt idx="196">
                  <c:v>0.0300999602511</c:v>
                </c:pt>
                <c:pt idx="197">
                  <c:v>0.030224738912</c:v>
                </c:pt>
                <c:pt idx="198">
                  <c:v>0.030350295135</c:v>
                </c:pt>
                <c:pt idx="199">
                  <c:v>0.0304766353671</c:v>
                </c:pt>
                <c:pt idx="200">
                  <c:v>0.0306037661214</c:v>
                </c:pt>
                <c:pt idx="201">
                  <c:v>0.0307316939785</c:v>
                </c:pt>
                <c:pt idx="202">
                  <c:v>0.0308604255869</c:v>
                </c:pt>
                <c:pt idx="203">
                  <c:v>0.0309899676637</c:v>
                </c:pt>
                <c:pt idx="204">
                  <c:v>0.0311203269961</c:v>
                </c:pt>
                <c:pt idx="205">
                  <c:v>0.0312515104414</c:v>
                </c:pt>
                <c:pt idx="206">
                  <c:v>0.0313835249286</c:v>
                </c:pt>
                <c:pt idx="207">
                  <c:v>0.0315163774589</c:v>
                </c:pt>
                <c:pt idx="208">
                  <c:v>0.0316500751067</c:v>
                </c:pt>
                <c:pt idx="209">
                  <c:v>0.0317846250204</c:v>
                </c:pt>
                <c:pt idx="210">
                  <c:v>0.0319200344235</c:v>
                </c:pt>
                <c:pt idx="211">
                  <c:v>0.0320563106153</c:v>
                </c:pt>
                <c:pt idx="212">
                  <c:v>0.0321934609721</c:v>
                </c:pt>
                <c:pt idx="213">
                  <c:v>0.0323314929479</c:v>
                </c:pt>
                <c:pt idx="214">
                  <c:v>0.0324704140758</c:v>
                </c:pt>
                <c:pt idx="215">
                  <c:v>0.0326102319683</c:v>
                </c:pt>
                <c:pt idx="216">
                  <c:v>0.0327509543189</c:v>
                </c:pt>
                <c:pt idx="217">
                  <c:v>0.0328925889029</c:v>
                </c:pt>
                <c:pt idx="218">
                  <c:v>0.0330351435784</c:v>
                </c:pt>
                <c:pt idx="219">
                  <c:v>0.0331786262874</c:v>
                </c:pt>
                <c:pt idx="220">
                  <c:v>0.0333230450567</c:v>
                </c:pt>
                <c:pt idx="221">
                  <c:v>0.0334684079993</c:v>
                </c:pt>
                <c:pt idx="222">
                  <c:v>0.0336147233151</c:v>
                </c:pt>
                <c:pt idx="223">
                  <c:v>0.0337619992924</c:v>
                </c:pt>
                <c:pt idx="224">
                  <c:v>0.0339102443087</c:v>
                </c:pt>
                <c:pt idx="225">
                  <c:v>0.0340594668319</c:v>
                </c:pt>
                <c:pt idx="226">
                  <c:v>0.0342096754216</c:v>
                </c:pt>
                <c:pt idx="227">
                  <c:v>0.0343608787301</c:v>
                </c:pt>
                <c:pt idx="228">
                  <c:v>0.0345130855036</c:v>
                </c:pt>
                <c:pt idx="229">
                  <c:v>0.0346663045837</c:v>
                </c:pt>
                <c:pt idx="230">
                  <c:v>0.0348205449082</c:v>
                </c:pt>
                <c:pt idx="231">
                  <c:v>0.0349758155125</c:v>
                </c:pt>
                <c:pt idx="232">
                  <c:v>0.0351321255309</c:v>
                </c:pt>
                <c:pt idx="233">
                  <c:v>0.035289484198</c:v>
                </c:pt>
                <c:pt idx="234">
                  <c:v>0.0354479008496</c:v>
                </c:pt>
                <c:pt idx="235">
                  <c:v>0.0356073849244</c:v>
                </c:pt>
                <c:pt idx="236">
                  <c:v>0.0357679459651</c:v>
                </c:pt>
                <c:pt idx="237">
                  <c:v>0.0359295936201</c:v>
                </c:pt>
                <c:pt idx="238">
                  <c:v>0.0360923376442</c:v>
                </c:pt>
                <c:pt idx="239">
                  <c:v>0.0362561879008</c:v>
                </c:pt>
                <c:pt idx="240">
                  <c:v>0.0364211543626</c:v>
                </c:pt>
                <c:pt idx="241">
                  <c:v>0.0365872471134</c:v>
                </c:pt>
                <c:pt idx="242">
                  <c:v>0.0367544763498</c:v>
                </c:pt>
                <c:pt idx="243">
                  <c:v>0.0369228523819</c:v>
                </c:pt>
                <c:pt idx="244">
                  <c:v>0.0370923856356</c:v>
                </c:pt>
                <c:pt idx="245">
                  <c:v>0.0372630866538</c:v>
                </c:pt>
                <c:pt idx="246">
                  <c:v>0.0374349660976</c:v>
                </c:pt>
                <c:pt idx="247">
                  <c:v>0.0376080347486</c:v>
                </c:pt>
                <c:pt idx="248">
                  <c:v>0.0377823035098</c:v>
                </c:pt>
                <c:pt idx="249">
                  <c:v>0.0379577834077</c:v>
                </c:pt>
                <c:pt idx="250">
                  <c:v>0.0381344855935</c:v>
                </c:pt>
                <c:pt idx="251">
                  <c:v>0.0383124213452</c:v>
                </c:pt>
                <c:pt idx="252">
                  <c:v>0.0384916020688</c:v>
                </c:pt>
                <c:pt idx="253">
                  <c:v>0.0386720393007</c:v>
                </c:pt>
                <c:pt idx="254">
                  <c:v>0.0388537447086</c:v>
                </c:pt>
                <c:pt idx="255">
                  <c:v>0.0390367300939</c:v>
                </c:pt>
                <c:pt idx="256">
                  <c:v>0.0392210073931</c:v>
                </c:pt>
                <c:pt idx="257">
                  <c:v>0.0394065886801</c:v>
                </c:pt>
                <c:pt idx="258">
                  <c:v>0.0395934861673</c:v>
                </c:pt>
                <c:pt idx="259">
                  <c:v>0.0397817122082</c:v>
                </c:pt>
                <c:pt idx="260">
                  <c:v>0.0399712792989</c:v>
                </c:pt>
                <c:pt idx="261">
                  <c:v>0.04016220008</c:v>
                </c:pt>
                <c:pt idx="262">
                  <c:v>0.0403544873389</c:v>
                </c:pt>
                <c:pt idx="263">
                  <c:v>0.0405481540112</c:v>
                </c:pt>
                <c:pt idx="264">
                  <c:v>0.0407432131834</c:v>
                </c:pt>
                <c:pt idx="265">
                  <c:v>0.0409396780944</c:v>
                </c:pt>
                <c:pt idx="266">
                  <c:v>0.041137562138</c:v>
                </c:pt>
                <c:pt idx="267">
                  <c:v>0.0413368788646</c:v>
                </c:pt>
                <c:pt idx="268">
                  <c:v>0.0415376419835</c:v>
                </c:pt>
                <c:pt idx="269">
                  <c:v>0.0417398653653</c:v>
                </c:pt>
                <c:pt idx="270">
                  <c:v>0.0419435630438</c:v>
                </c:pt>
                <c:pt idx="271">
                  <c:v>0.0421487492183</c:v>
                </c:pt>
                <c:pt idx="272">
                  <c:v>0.042355438256</c:v>
                </c:pt>
                <c:pt idx="273">
                  <c:v>0.0425636446942</c:v>
                </c:pt>
                <c:pt idx="274">
                  <c:v>0.0427733832426</c:v>
                </c:pt>
                <c:pt idx="275">
                  <c:v>0.042984668786</c:v>
                </c:pt>
                <c:pt idx="276">
                  <c:v>0.043197516386</c:v>
                </c:pt>
                <c:pt idx="277">
                  <c:v>0.0434119412845</c:v>
                </c:pt>
                <c:pt idx="278">
                  <c:v>0.043627958905</c:v>
                </c:pt>
                <c:pt idx="279">
                  <c:v>0.0438455848562</c:v>
                </c:pt>
                <c:pt idx="280">
                  <c:v>0.0440648349339</c:v>
                </c:pt>
                <c:pt idx="281">
                  <c:v>0.0442857251236</c:v>
                </c:pt>
                <c:pt idx="282">
                  <c:v>0.0445082716038</c:v>
                </c:pt>
                <c:pt idx="283">
                  <c:v>0.0447324907478</c:v>
                </c:pt>
                <c:pt idx="284">
                  <c:v>0.044958399127</c:v>
                </c:pt>
                <c:pt idx="285">
                  <c:v>0.0451860135136</c:v>
                </c:pt>
                <c:pt idx="286">
                  <c:v>0.0454153508833</c:v>
                </c:pt>
                <c:pt idx="287">
                  <c:v>0.045646428418</c:v>
                </c:pt>
                <c:pt idx="288">
                  <c:v>0.0458792635092</c:v>
                </c:pt>
                <c:pt idx="289">
                  <c:v>0.0461138737603</c:v>
                </c:pt>
                <c:pt idx="290">
                  <c:v>0.0463502769901</c:v>
                </c:pt>
                <c:pt idx="291">
                  <c:v>0.0465884912355</c:v>
                </c:pt>
                <c:pt idx="292">
                  <c:v>0.046828534755</c:v>
                </c:pt>
                <c:pt idx="293">
                  <c:v>0.0470704260312</c:v>
                </c:pt>
                <c:pt idx="294">
                  <c:v>0.0473141837744</c:v>
                </c:pt>
                <c:pt idx="295">
                  <c:v>0.047559826926</c:v>
                </c:pt>
                <c:pt idx="296">
                  <c:v>0.0478073746611</c:v>
                </c:pt>
                <c:pt idx="297">
                  <c:v>0.0480568463927</c:v>
                </c:pt>
                <c:pt idx="298">
                  <c:v>0.0483082617742</c:v>
                </c:pt>
                <c:pt idx="299">
                  <c:v>0.0485616407035</c:v>
                </c:pt>
                <c:pt idx="300">
                  <c:v>0.0488170033261</c:v>
                </c:pt>
                <c:pt idx="301">
                  <c:v>0.0490743700387</c:v>
                </c:pt>
                <c:pt idx="302">
                  <c:v>0.049333761493</c:v>
                </c:pt>
                <c:pt idx="303">
                  <c:v>0.0495951985991</c:v>
                </c:pt>
                <c:pt idx="304">
                  <c:v>0.0498587025292</c:v>
                </c:pt>
                <c:pt idx="305">
                  <c:v>0.0501242947215</c:v>
                </c:pt>
                <c:pt idx="306">
                  <c:v>0.0503919968839</c:v>
                </c:pt>
                <c:pt idx="307">
                  <c:v>0.0506618309979</c:v>
                </c:pt>
                <c:pt idx="308">
                  <c:v>0.0509338193227</c:v>
                </c:pt>
                <c:pt idx="309">
                  <c:v>0.0512079843988</c:v>
                </c:pt>
                <c:pt idx="310">
                  <c:v>0.0514843490523</c:v>
                </c:pt>
                <c:pt idx="311">
                  <c:v>0.0517629363992</c:v>
                </c:pt>
                <c:pt idx="312">
                  <c:v>0.052043769849</c:v>
                </c:pt>
                <c:pt idx="313">
                  <c:v>0.0523268731097</c:v>
                </c:pt>
                <c:pt idx="314">
                  <c:v>0.0526122701914</c:v>
                </c:pt>
                <c:pt idx="315">
                  <c:v>0.0528999854111</c:v>
                </c:pt>
                <c:pt idx="316">
                  <c:v>0.053190043397</c:v>
                </c:pt>
                <c:pt idx="317">
                  <c:v>0.0534824690929</c:v>
                </c:pt>
                <c:pt idx="318">
                  <c:v>0.053777287763</c:v>
                </c:pt>
                <c:pt idx="319">
                  <c:v>0.0540745249964</c:v>
                </c:pt>
                <c:pt idx="320">
                  <c:v>0.0543742067118</c:v>
                </c:pt>
                <c:pt idx="321">
                  <c:v>0.0546763591622</c:v>
                </c:pt>
                <c:pt idx="322">
                  <c:v>0.05498100894</c:v>
                </c:pt>
                <c:pt idx="323">
                  <c:v>0.0552881829817</c:v>
                </c:pt>
                <c:pt idx="324">
                  <c:v>0.055597908573</c:v>
                </c:pt>
                <c:pt idx="325">
                  <c:v>0.0559102133538</c:v>
                </c:pt>
                <c:pt idx="326">
                  <c:v>0.0562251253235</c:v>
                </c:pt>
                <c:pt idx="327">
                  <c:v>0.056542672846</c:v>
                </c:pt>
                <c:pt idx="328">
                  <c:v>0.0568628846552</c:v>
                </c:pt>
                <c:pt idx="329">
                  <c:v>0.0571857898603</c:v>
                </c:pt>
                <c:pt idx="330">
                  <c:v>0.0575114179513</c:v>
                </c:pt>
                <c:pt idx="331">
                  <c:v>0.0578397988043</c:v>
                </c:pt>
                <c:pt idx="332">
                  <c:v>0.0581709626876</c:v>
                </c:pt>
                <c:pt idx="333">
                  <c:v>0.0585049402671</c:v>
                </c:pt>
                <c:pt idx="334">
                  <c:v>0.0588417626119</c:v>
                </c:pt>
                <c:pt idx="335">
                  <c:v>0.0591814612007</c:v>
                </c:pt>
                <c:pt idx="336">
                  <c:v>0.0595240679272</c:v>
                </c:pt>
                <c:pt idx="337">
                  <c:v>0.0598696151065</c:v>
                </c:pt>
                <c:pt idx="338">
                  <c:v>0.0602181354812</c:v>
                </c:pt>
                <c:pt idx="339">
                  <c:v>0.0605696622274</c:v>
                </c:pt>
                <c:pt idx="340">
                  <c:v>0.0609242289612</c:v>
                </c:pt>
                <c:pt idx="341">
                  <c:v>0.0612818697452</c:v>
                </c:pt>
                <c:pt idx="342">
                  <c:v>0.0616426190945</c:v>
                </c:pt>
                <c:pt idx="343">
                  <c:v>0.062006511984</c:v>
                </c:pt>
                <c:pt idx="344">
                  <c:v>0.0623735838543</c:v>
                </c:pt>
                <c:pt idx="345">
                  <c:v>0.0627438706191</c:v>
                </c:pt>
                <c:pt idx="346">
                  <c:v>0.0631174086718</c:v>
                </c:pt>
                <c:pt idx="347">
                  <c:v>0.0634942348922</c:v>
                </c:pt>
                <c:pt idx="348">
                  <c:v>0.0638743866541</c:v>
                </c:pt>
                <c:pt idx="349">
                  <c:v>0.0642579018318</c:v>
                </c:pt>
                <c:pt idx="350">
                  <c:v>0.0646448188078</c:v>
                </c:pt>
                <c:pt idx="351">
                  <c:v>0.0650351764801</c:v>
                </c:pt>
                <c:pt idx="352">
                  <c:v>0.0654290142694</c:v>
                </c:pt>
                <c:pt idx="353">
                  <c:v>0.0658263721267</c:v>
                </c:pt>
                <c:pt idx="354">
                  <c:v>0.0662272905411</c:v>
                </c:pt>
                <c:pt idx="355">
                  <c:v>0.0666318105471</c:v>
                </c:pt>
                <c:pt idx="356">
                  <c:v>0.0670399737329</c:v>
                </c:pt>
                <c:pt idx="357">
                  <c:v>0.0674518222482</c:v>
                </c:pt>
                <c:pt idx="358">
                  <c:v>0.067867398812</c:v>
                </c:pt>
                <c:pt idx="359">
                  <c:v>0.0682867467208</c:v>
                </c:pt>
                <c:pt idx="360">
                  <c:v>0.0687099098569</c:v>
                </c:pt>
                <c:pt idx="361">
                  <c:v>0.0691369326968</c:v>
                </c:pt>
                <c:pt idx="362">
                  <c:v>0.0695678603193</c:v>
                </c:pt>
                <c:pt idx="363">
                  <c:v>0.0700027384142</c:v>
                </c:pt>
                <c:pt idx="364">
                  <c:v>0.0704416132911</c:v>
                </c:pt>
                <c:pt idx="365">
                  <c:v>0.0708845318876</c:v>
                </c:pt>
                <c:pt idx="366">
                  <c:v>0.0713315417787</c:v>
                </c:pt>
                <c:pt idx="367">
                  <c:v>0.0717826911853</c:v>
                </c:pt>
                <c:pt idx="368">
                  <c:v>0.0722380289832</c:v>
                </c:pt>
                <c:pt idx="369">
                  <c:v>0.0726976047125</c:v>
                </c:pt>
                <c:pt idx="370">
                  <c:v>0.0731614685863</c:v>
                </c:pt>
                <c:pt idx="371">
                  <c:v>0.0736296715005</c:v>
                </c:pt>
                <c:pt idx="372">
                  <c:v>0.0741022650429</c:v>
                </c:pt>
                <c:pt idx="373">
                  <c:v>0.0745793015025</c:v>
                </c:pt>
                <c:pt idx="374">
                  <c:v>0.0750608338795</c:v>
                </c:pt>
                <c:pt idx="375">
                  <c:v>0.0755469158943</c:v>
                </c:pt>
                <c:pt idx="376">
                  <c:v>0.076037601998</c:v>
                </c:pt>
                <c:pt idx="377">
                  <c:v>0.0765329473814</c:v>
                </c:pt>
                <c:pt idx="378">
                  <c:v>0.0770330079856</c:v>
                </c:pt>
                <c:pt idx="379">
                  <c:v>0.0775378405112</c:v>
                </c:pt>
                <c:pt idx="380">
                  <c:v>0.0780475024292</c:v>
                </c:pt>
                <c:pt idx="381">
                  <c:v>0.0785620519903</c:v>
                </c:pt>
                <c:pt idx="382">
                  <c:v>0.0790815482356</c:v>
                </c:pt>
                <c:pt idx="383">
                  <c:v>0.0796060510066</c:v>
                </c:pt>
                <c:pt idx="384">
                  <c:v>0.0801356209554</c:v>
                </c:pt>
                <c:pt idx="385">
                  <c:v>0.0806703195555</c:v>
                </c:pt>
                <c:pt idx="386">
                  <c:v>0.0812102091117</c:v>
                </c:pt>
                <c:pt idx="387">
                  <c:v>0.0817553527706</c:v>
                </c:pt>
                <c:pt idx="388">
                  <c:v>0.0823058145315</c:v>
                </c:pt>
                <c:pt idx="389">
                  <c:v>0.0828616592566</c:v>
                </c:pt>
                <c:pt idx="390">
                  <c:v>0.0834229526813</c:v>
                </c:pt>
                <c:pt idx="391">
                  <c:v>0.0839897614256</c:v>
                </c:pt>
                <c:pt idx="392">
                  <c:v>0.0845621530037</c:v>
                </c:pt>
                <c:pt idx="393">
                  <c:v>0.0851401958354</c:v>
                </c:pt>
                <c:pt idx="394">
                  <c:v>0.0857239592562</c:v>
                </c:pt>
                <c:pt idx="395">
                  <c:v>0.0863135135282</c:v>
                </c:pt>
                <c:pt idx="396">
                  <c:v>0.0869089298505</c:v>
                </c:pt>
                <c:pt idx="397">
                  <c:v>0.0875102803697</c:v>
                </c:pt>
                <c:pt idx="398">
                  <c:v>0.0881176381908</c:v>
                </c:pt>
                <c:pt idx="399">
                  <c:v>0.0887310773873</c:v>
                </c:pt>
                <c:pt idx="400">
                  <c:v>0.0893506730117</c:v>
                </c:pt>
                <c:pt idx="401">
                  <c:v>0.0899765011059</c:v>
                </c:pt>
                <c:pt idx="402">
                  <c:v>0.0906086387116</c:v>
                </c:pt>
                <c:pt idx="403">
                  <c:v>0.0912471638804</c:v>
                </c:pt>
                <c:pt idx="404">
                  <c:v>0.0918921556835</c:v>
                </c:pt>
                <c:pt idx="405">
                  <c:v>0.0925436942224</c:v>
                </c:pt>
                <c:pt idx="406">
                  <c:v>0.0932018606381</c:v>
                </c:pt>
                <c:pt idx="407">
                  <c:v>0.093866737121</c:v>
                </c:pt>
                <c:pt idx="408">
                  <c:v>0.0945384069206</c:v>
                </c:pt>
                <c:pt idx="409">
                  <c:v>0.0952169543544</c:v>
                </c:pt>
                <c:pt idx="410">
                  <c:v>0.0959024648171</c:v>
                </c:pt>
                <c:pt idx="411">
                  <c:v>0.09659502479</c:v>
                </c:pt>
                <c:pt idx="412">
                  <c:v>0.097294721849</c:v>
                </c:pt>
                <c:pt idx="413">
                  <c:v>0.098001644673</c:v>
                </c:pt>
                <c:pt idx="414">
                  <c:v>0.0987158830527</c:v>
                </c:pt>
                <c:pt idx="415">
                  <c:v>0.0994375278975</c:v>
                </c:pt>
                <c:pt idx="416">
                  <c:v>0.100166671243</c:v>
                </c:pt>
                <c:pt idx="417">
                  <c:v>0.10090340626</c:v>
                </c:pt>
                <c:pt idx="418">
                  <c:v>0.101647827257</c:v>
                </c:pt>
                <c:pt idx="419">
                  <c:v>0.10240002969</c:v>
                </c:pt>
                <c:pt idx="420">
                  <c:v>0.103160110168</c:v>
                </c:pt>
                <c:pt idx="421">
                  <c:v>0.103928166458</c:v>
                </c:pt>
                <c:pt idx="422">
                  <c:v>0.104704297487</c:v>
                </c:pt>
                <c:pt idx="423">
                  <c:v>0.105488603351</c:v>
                </c:pt>
                <c:pt idx="424">
                  <c:v>0.106281185314</c:v>
                </c:pt>
                <c:pt idx="425">
                  <c:v>0.107082145815</c:v>
                </c:pt>
                <c:pt idx="426">
                  <c:v>0.107891588469</c:v>
                </c:pt>
                <c:pt idx="427">
                  <c:v>0.108709618067</c:v>
                </c:pt>
                <c:pt idx="428">
                  <c:v>0.109536340577</c:v>
                </c:pt>
                <c:pt idx="429">
                  <c:v>0.110371863149</c:v>
                </c:pt>
                <c:pt idx="430">
                  <c:v>0.111216294107</c:v>
                </c:pt>
                <c:pt idx="431">
                  <c:v>0.112069742951</c:v>
                </c:pt>
                <c:pt idx="432">
                  <c:v>0.112932320358</c:v>
                </c:pt>
                <c:pt idx="433">
                  <c:v>0.113804138169</c:v>
                </c:pt>
                <c:pt idx="434">
                  <c:v>0.114685309395</c:v>
                </c:pt>
                <c:pt idx="435">
                  <c:v>0.115575948204</c:v>
                </c:pt>
                <c:pt idx="436">
                  <c:v>0.116476169916</c:v>
                </c:pt>
                <c:pt idx="437">
                  <c:v>0.117386090995</c:v>
                </c:pt>
                <c:pt idx="438">
                  <c:v>0.118305829042</c:v>
                </c:pt>
                <c:pt idx="439">
                  <c:v>0.11923550278</c:v>
                </c:pt>
                <c:pt idx="440">
                  <c:v>0.120175232044</c:v>
                </c:pt>
                <c:pt idx="441">
                  <c:v>0.121125137766</c:v>
                </c:pt>
                <c:pt idx="442">
                  <c:v>0.122085341962</c:v>
                </c:pt>
                <c:pt idx="443">
                  <c:v>0.123055967712</c:v>
                </c:pt>
                <c:pt idx="444">
                  <c:v>0.124037139146</c:v>
                </c:pt>
                <c:pt idx="445">
                  <c:v>0.125028981416</c:v>
                </c:pt>
                <c:pt idx="446">
                  <c:v>0.12603162068</c:v>
                </c:pt>
                <c:pt idx="447">
                  <c:v>0.127045184074</c:v>
                </c:pt>
                <c:pt idx="448">
                  <c:v>0.128069799689</c:v>
                </c:pt>
                <c:pt idx="449">
                  <c:v>0.129105596538</c:v>
                </c:pt>
                <c:pt idx="450">
                  <c:v>0.130152704528</c:v>
                </c:pt>
                <c:pt idx="451">
                  <c:v>0.131211254423</c:v>
                </c:pt>
                <c:pt idx="452">
                  <c:v>0.132281377814</c:v>
                </c:pt>
                <c:pt idx="453">
                  <c:v>0.133363207076</c:v>
                </c:pt>
                <c:pt idx="454">
                  <c:v>0.134456875328</c:v>
                </c:pt>
                <c:pt idx="455">
                  <c:v>0.135562516388</c:v>
                </c:pt>
                <c:pt idx="456">
                  <c:v>0.136680264728</c:v>
                </c:pt>
                <c:pt idx="457">
                  <c:v>0.137810255424</c:v>
                </c:pt>
                <c:pt idx="458">
                  <c:v>0.138952624102</c:v>
                </c:pt>
                <c:pt idx="459">
                  <c:v>0.140107506882</c:v>
                </c:pt>
                <c:pt idx="460">
                  <c:v>0.141275040317</c:v>
                </c:pt>
                <c:pt idx="461">
                  <c:v>0.142455361333</c:v>
                </c:pt>
                <c:pt idx="462">
                  <c:v>0.143648607158</c:v>
                </c:pt>
                <c:pt idx="463">
                  <c:v>0.144854915255</c:v>
                </c:pt>
                <c:pt idx="464">
                  <c:v>0.146074423245</c:v>
                </c:pt>
                <c:pt idx="465">
                  <c:v>0.147307268831</c:v>
                </c:pt>
                <c:pt idx="466">
                  <c:v>0.148553589712</c:v>
                </c:pt>
                <c:pt idx="467">
                  <c:v>0.149813523497</c:v>
                </c:pt>
                <c:pt idx="468">
                  <c:v>0.151087207616</c:v>
                </c:pt>
                <c:pt idx="469">
                  <c:v>0.15237477922</c:v>
                </c:pt>
                <c:pt idx="470">
                  <c:v>0.153676375084</c:v>
                </c:pt>
                <c:pt idx="471">
                  <c:v>0.154992131499</c:v>
                </c:pt>
                <c:pt idx="472">
                  <c:v>0.156322184161</c:v>
                </c:pt>
                <c:pt idx="473">
                  <c:v>0.157666668057</c:v>
                </c:pt>
                <c:pt idx="474">
                  <c:v>0.159025717344</c:v>
                </c:pt>
                <c:pt idx="475">
                  <c:v>0.160399465221</c:v>
                </c:pt>
                <c:pt idx="476">
                  <c:v>0.1617880438</c:v>
                </c:pt>
                <c:pt idx="477">
                  <c:v>0.163191583965</c:v>
                </c:pt>
                <c:pt idx="478">
                  <c:v>0.164610215233</c:v>
                </c:pt>
                <c:pt idx="479">
                  <c:v>0.166044065602</c:v>
                </c:pt>
                <c:pt idx="480">
                  <c:v>0.167493261396</c:v>
                </c:pt>
                <c:pt idx="481">
                  <c:v>0.168957927108</c:v>
                </c:pt>
                <c:pt idx="482">
                  <c:v>0.170438185229</c:v>
                </c:pt>
                <c:pt idx="483">
                  <c:v>0.171934156075</c:v>
                </c:pt>
                <c:pt idx="484">
                  <c:v>0.17344595761</c:v>
                </c:pt>
                <c:pt idx="485">
                  <c:v>0.174973705259</c:v>
                </c:pt>
                <c:pt idx="486">
                  <c:v>0.176517511715</c:v>
                </c:pt>
                <c:pt idx="487">
                  <c:v>0.178077486742</c:v>
                </c:pt>
                <c:pt idx="488">
                  <c:v>0.179653736966</c:v>
                </c:pt>
                <c:pt idx="489">
                  <c:v>0.18124636567</c:v>
                </c:pt>
                <c:pt idx="490">
                  <c:v>0.182855472569</c:v>
                </c:pt>
                <c:pt idx="491">
                  <c:v>0.184481153592</c:v>
                </c:pt>
                <c:pt idx="492">
                  <c:v>0.186123500646</c:v>
                </c:pt>
                <c:pt idx="493">
                  <c:v>0.187782601381</c:v>
                </c:pt>
                <c:pt idx="494">
                  <c:v>0.189458538945</c:v>
                </c:pt>
                <c:pt idx="495">
                  <c:v>0.191151391739</c:v>
                </c:pt>
                <c:pt idx="496">
                  <c:v>0.192861233155</c:v>
                </c:pt>
                <c:pt idx="497">
                  <c:v>0.194588131318</c:v>
                </c:pt>
                <c:pt idx="498">
                  <c:v>0.19633214882</c:v>
                </c:pt>
                <c:pt idx="499">
                  <c:v>0.198093342443</c:v>
                </c:pt>
                <c:pt idx="500">
                  <c:v>0.199871762887</c:v>
                </c:pt>
                <c:pt idx="501">
                  <c:v>0.201667454481</c:v>
                </c:pt>
                <c:pt idx="502">
                  <c:v>0.203480454898</c:v>
                </c:pt>
                <c:pt idx="503">
                  <c:v>0.205310794867</c:v>
                </c:pt>
                <c:pt idx="504">
                  <c:v>0.207158497868</c:v>
                </c:pt>
                <c:pt idx="505">
                  <c:v>0.209023579842</c:v>
                </c:pt>
                <c:pt idx="506">
                  <c:v>0.210906048881</c:v>
                </c:pt>
                <c:pt idx="507">
                  <c:v>0.212805904929</c:v>
                </c:pt>
                <c:pt idx="508">
                  <c:v>0.214723139467</c:v>
                </c:pt>
                <c:pt idx="509">
                  <c:v>0.216657735212</c:v>
                </c:pt>
                <c:pt idx="510">
                  <c:v>0.218609665799</c:v>
                </c:pt>
                <c:pt idx="511">
                  <c:v>0.220578895478</c:v>
                </c:pt>
                <c:pt idx="512">
                  <c:v>0.222565378798</c:v>
                </c:pt>
                <c:pt idx="513">
                  <c:v>0.224569060298</c:v>
                </c:pt>
                <c:pt idx="514">
                  <c:v>0.226589874203</c:v>
                </c:pt>
                <c:pt idx="515">
                  <c:v>0.228627744115</c:v>
                </c:pt>
                <c:pt idx="516">
                  <c:v>0.230682582716</c:v>
                </c:pt>
                <c:pt idx="517">
                  <c:v>0.232754291464</c:v>
                </c:pt>
                <c:pt idx="518">
                  <c:v>0.234842760304</c:v>
                </c:pt>
                <c:pt idx="519">
                  <c:v>0.236947867382</c:v>
                </c:pt>
                <c:pt idx="520">
                  <c:v>0.239069478765</c:v>
                </c:pt>
                <c:pt idx="521">
                  <c:v>0.241207448167</c:v>
                </c:pt>
                <c:pt idx="522">
                  <c:v>0.243361616691</c:v>
                </c:pt>
                <c:pt idx="523">
                  <c:v>0.24553181257</c:v>
                </c:pt>
                <c:pt idx="524">
                  <c:v>0.247717850934</c:v>
                </c:pt>
                <c:pt idx="525">
                  <c:v>0.249919533572</c:v>
                </c:pt>
                <c:pt idx="526">
                  <c:v>0.252136648721</c:v>
                </c:pt>
                <c:pt idx="527">
                  <c:v>0.254368970866</c:v>
                </c:pt>
                <c:pt idx="528">
                  <c:v>0.256616260549</c:v>
                </c:pt>
                <c:pt idx="529">
                  <c:v>0.258878264204</c:v>
                </c:pt>
                <c:pt idx="530">
                  <c:v>0.261154714004</c:v>
                </c:pt>
                <c:pt idx="531">
                  <c:v>0.263445327729</c:v>
                </c:pt>
                <c:pt idx="532">
                  <c:v>0.265749808655</c:v>
                </c:pt>
                <c:pt idx="533">
                  <c:v>0.268067845459</c:v>
                </c:pt>
                <c:pt idx="534">
                  <c:v>0.270399112157</c:v>
                </c:pt>
                <c:pt idx="535">
                  <c:v>0.272743268052</c:v>
                </c:pt>
                <c:pt idx="536">
                  <c:v>0.275099957718</c:v>
                </c:pt>
                <c:pt idx="537">
                  <c:v>0.277468811</c:v>
                </c:pt>
                <c:pt idx="538">
                  <c:v>0.279849443049</c:v>
                </c:pt>
                <c:pt idx="539">
                  <c:v>0.282241454379</c:v>
                </c:pt>
                <c:pt idx="540">
                  <c:v>0.28464443095</c:v>
                </c:pt>
                <c:pt idx="541">
                  <c:v>0.287057944288</c:v>
                </c:pt>
                <c:pt idx="542">
                  <c:v>0.289481551624</c:v>
                </c:pt>
                <c:pt idx="543">
                  <c:v>0.291914796074</c:v>
                </c:pt>
                <c:pt idx="544">
                  <c:v>0.29435720684</c:v>
                </c:pt>
                <c:pt idx="545">
                  <c:v>0.296808299448</c:v>
                </c:pt>
                <c:pt idx="546">
                  <c:v>0.299267576018</c:v>
                </c:pt>
                <c:pt idx="547">
                  <c:v>0.301734525562</c:v>
                </c:pt>
                <c:pt idx="548">
                  <c:v>0.304208624316</c:v>
                </c:pt>
                <c:pt idx="549">
                  <c:v>0.306689336106</c:v>
                </c:pt>
                <c:pt idx="550">
                  <c:v>0.309176112742</c:v>
                </c:pt>
                <c:pt idx="551">
                  <c:v>0.311668394451</c:v>
                </c:pt>
                <c:pt idx="552">
                  <c:v>0.31416561033</c:v>
                </c:pt>
                <c:pt idx="553">
                  <c:v>0.316667178843</c:v>
                </c:pt>
                <c:pt idx="554">
                  <c:v>0.319172508345</c:v>
                </c:pt>
                <c:pt idx="555">
                  <c:v>0.321680997628</c:v>
                </c:pt>
                <c:pt idx="556">
                  <c:v>0.324192036509</c:v>
                </c:pt>
                <c:pt idx="557">
                  <c:v>0.326705006442</c:v>
                </c:pt>
                <c:pt idx="558">
                  <c:v>0.329219281153</c:v>
                </c:pt>
                <c:pt idx="559">
                  <c:v>0.331734227307</c:v>
                </c:pt>
                <c:pt idx="560">
                  <c:v>0.334249205205</c:v>
                </c:pt>
                <c:pt idx="561">
                  <c:v>0.336763569492</c:v>
                </c:pt>
                <c:pt idx="562">
                  <c:v>0.339276669902</c:v>
                </c:pt>
                <c:pt idx="563">
                  <c:v>0.341787852014</c:v>
                </c:pt>
                <c:pt idx="564">
                  <c:v>0.344296458036</c:v>
                </c:pt>
                <c:pt idx="565">
                  <c:v>0.3468018276</c:v>
                </c:pt>
                <c:pt idx="566">
                  <c:v>0.34930329858</c:v>
                </c:pt>
                <c:pt idx="567">
                  <c:v>0.351800207916</c:v>
                </c:pt>
                <c:pt idx="568">
                  <c:v>0.35429189246</c:v>
                </c:pt>
                <c:pt idx="569">
                  <c:v>0.356777689825</c:v>
                </c:pt>
                <c:pt idx="570">
                  <c:v>0.359256939245</c:v>
                </c:pt>
                <c:pt idx="571">
                  <c:v>0.361728982441</c:v>
                </c:pt>
                <c:pt idx="572">
                  <c:v>0.36419316449</c:v>
                </c:pt>
                <c:pt idx="573">
                  <c:v>0.366648834699</c:v>
                </c:pt>
                <c:pt idx="574">
                  <c:v>0.36909534747</c:v>
                </c:pt>
                <c:pt idx="575">
                  <c:v>0.37153206317</c:v>
                </c:pt>
                <c:pt idx="576">
                  <c:v>0.37395834899</c:v>
                </c:pt>
                <c:pt idx="577">
                  <c:v>0.3763735798</c:v>
                </c:pt>
                <c:pt idx="578">
                  <c:v>0.378777138989</c:v>
                </c:pt>
                <c:pt idx="579">
                  <c:v>0.381168419295</c:v>
                </c:pt>
                <c:pt idx="580">
                  <c:v>0.383546823621</c:v>
                </c:pt>
                <c:pt idx="581">
                  <c:v>0.385911765825</c:v>
                </c:pt>
                <c:pt idx="582">
                  <c:v>0.388262671503</c:v>
                </c:pt>
                <c:pt idx="583">
                  <c:v>0.390598978737</c:v>
                </c:pt>
                <c:pt idx="584">
                  <c:v>0.392920138825</c:v>
                </c:pt>
                <c:pt idx="585">
                  <c:v>0.395225616981</c:v>
                </c:pt>
                <c:pt idx="586">
                  <c:v>0.39751489301</c:v>
                </c:pt>
                <c:pt idx="587">
                  <c:v>0.399787461948</c:v>
                </c:pt>
                <c:pt idx="588">
                  <c:v>0.402042834665</c:v>
                </c:pt>
                <c:pt idx="589">
                  <c:v>0.404280538445</c:v>
                </c:pt>
                <c:pt idx="590">
                  <c:v>0.406500117514</c:v>
                </c:pt>
                <c:pt idx="591">
                  <c:v>0.408701133543</c:v>
                </c:pt>
                <c:pt idx="592">
                  <c:v>0.410883166099</c:v>
                </c:pt>
                <c:pt idx="593">
                  <c:v>0.413045813064</c:v>
                </c:pt>
                <c:pt idx="594">
                  <c:v>0.415188691005</c:v>
                </c:pt>
                <c:pt idx="595">
                  <c:v>0.4173114355</c:v>
                </c:pt>
                <c:pt idx="596">
                  <c:v>0.419413701426</c:v>
                </c:pt>
                <c:pt idx="597">
                  <c:v>0.421495163189</c:v>
                </c:pt>
                <c:pt idx="598">
                  <c:v>0.423555514917</c:v>
                </c:pt>
                <c:pt idx="599">
                  <c:v>0.425594470604</c:v>
                </c:pt>
                <c:pt idx="600">
                  <c:v>0.427611764199</c:v>
                </c:pt>
                <c:pt idx="601">
                  <c:v>0.429607149659</c:v>
                </c:pt>
                <c:pt idx="602">
                  <c:v>0.431580400945</c:v>
                </c:pt>
                <c:pt idx="603">
                  <c:v>0.433531311971</c:v>
                </c:pt>
                <c:pt idx="604">
                  <c:v>0.43545969651</c:v>
                </c:pt>
                <c:pt idx="605">
                  <c:v>0.437365388049</c:v>
                </c:pt>
                <c:pt idx="606">
                  <c:v>0.439248239597</c:v>
                </c:pt>
                <c:pt idx="607">
                  <c:v>0.441108123448</c:v>
                </c:pt>
                <c:pt idx="608">
                  <c:v>0.442944930904</c:v>
                </c:pt>
                <c:pt idx="609">
                  <c:v>0.444758571944</c:v>
                </c:pt>
                <c:pt idx="610">
                  <c:v>0.446548974858</c:v>
                </c:pt>
                <c:pt idx="611">
                  <c:v>0.448316085838</c:v>
                </c:pt>
                <c:pt idx="612">
                  <c:v>0.450059868528</c:v>
                </c:pt>
                <c:pt idx="613">
                  <c:v>0.451780303538</c:v>
                </c:pt>
                <c:pt idx="614">
                  <c:v>0.453477387918</c:v>
                </c:pt>
                <c:pt idx="615">
                  <c:v>0.455151134602</c:v>
                </c:pt>
                <c:pt idx="616">
                  <c:v>0.456801571814</c:v>
                </c:pt>
                <c:pt idx="617">
                  <c:v>0.458428742452</c:v>
                </c:pt>
                <c:pt idx="618">
                  <c:v>0.460032703431</c:v>
                </c:pt>
                <c:pt idx="619">
                  <c:v>0.461613525013</c:v>
                </c:pt>
                <c:pt idx="620">
                  <c:v>0.463171290104</c:v>
                </c:pt>
                <c:pt idx="621">
                  <c:v>0.464706093534</c:v>
                </c:pt>
                <c:pt idx="622">
                  <c:v>0.466218041314</c:v>
                </c:pt>
                <c:pt idx="623">
                  <c:v>0.467707249882</c:v>
                </c:pt>
                <c:pt idx="624">
                  <c:v>0.469173845328</c:v>
                </c:pt>
                <c:pt idx="625">
                  <c:v>0.470617962614</c:v>
                </c:pt>
                <c:pt idx="626">
                  <c:v>0.472039744774</c:v>
                </c:pt>
                <c:pt idx="627">
                  <c:v>0.473439342119</c:v>
                </c:pt>
                <c:pt idx="628">
                  <c:v>0.474816911431</c:v>
                </c:pt>
                <c:pt idx="629">
                  <c:v>0.476172615151</c:v>
                </c:pt>
                <c:pt idx="630">
                  <c:v>0.477506620574</c:v>
                </c:pt>
                <c:pt idx="631">
                  <c:v>0.478819099041</c:v>
                </c:pt>
                <c:pt idx="632">
                  <c:v>0.480110225135</c:v>
                </c:pt>
                <c:pt idx="633">
                  <c:v>0.481380175887</c:v>
                </c:pt>
                <c:pt idx="634">
                  <c:v>0.482629129987</c:v>
                </c:pt>
                <c:pt idx="635">
                  <c:v>0.483857267003</c:v>
                </c:pt>
                <c:pt idx="636">
                  <c:v>0.485064766616</c:v>
                </c:pt>
                <c:pt idx="637">
                  <c:v>0.486251807868</c:v>
                </c:pt>
                <c:pt idx="638">
                  <c:v>0.487418568419</c:v>
                </c:pt>
                <c:pt idx="639">
                  <c:v>0.48856522383</c:v>
                </c:pt>
                <c:pt idx="640">
                  <c:v>0.489691946853</c:v>
                </c:pt>
                <c:pt idx="641">
                  <c:v>0.490798906752</c:v>
                </c:pt>
                <c:pt idx="642">
                  <c:v>0.491886268634</c:v>
                </c:pt>
                <c:pt idx="643">
                  <c:v>0.492954192804</c:v>
                </c:pt>
                <c:pt idx="644">
                  <c:v>0.494002834149</c:v>
                </c:pt>
                <c:pt idx="645">
                  <c:v>0.495032341532</c:v>
                </c:pt>
                <c:pt idx="646">
                  <c:v>0.496042857223</c:v>
                </c:pt>
                <c:pt idx="647">
                  <c:v>0.497034516345</c:v>
                </c:pt>
                <c:pt idx="648">
                  <c:v>0.498007446348</c:v>
                </c:pt>
                <c:pt idx="649">
                  <c:v>0.49896176651</c:v>
                </c:pt>
                <c:pt idx="650">
                  <c:v>0.499897587458</c:v>
                </c:pt>
                <c:pt idx="651">
                  <c:v>0.500815010722</c:v>
                </c:pt>
                <c:pt idx="652">
                  <c:v>0.501714128307</c:v>
                </c:pt>
                <c:pt idx="653">
                  <c:v>0.502595022298</c:v>
                </c:pt>
                <c:pt idx="654">
                  <c:v>0.503457764485</c:v>
                </c:pt>
                <c:pt idx="655">
                  <c:v>0.504302416017</c:v>
                </c:pt>
                <c:pt idx="656">
                  <c:v>0.505129027079</c:v>
                </c:pt>
                <c:pt idx="657">
                  <c:v>0.505937636599</c:v>
                </c:pt>
                <c:pt idx="658">
                  <c:v>0.506728271975</c:v>
                </c:pt>
                <c:pt idx="659">
                  <c:v>0.507500948828</c:v>
                </c:pt>
                <c:pt idx="660">
                  <c:v>0.508255670782</c:v>
                </c:pt>
                <c:pt idx="661">
                  <c:v>0.508992429266</c:v>
                </c:pt>
                <c:pt idx="662">
                  <c:v>0.509711203338</c:v>
                </c:pt>
                <c:pt idx="663">
                  <c:v>0.510411959538</c:v>
                </c:pt>
                <c:pt idx="664">
                  <c:v>0.511094651758</c:v>
                </c:pt>
                <c:pt idx="665">
                  <c:v>0.511759221138</c:v>
                </c:pt>
                <c:pt idx="666">
                  <c:v>0.51240559598</c:v>
                </c:pt>
                <c:pt idx="667">
                  <c:v>0.513033691693</c:v>
                </c:pt>
                <c:pt idx="668">
                  <c:v>0.513643410745</c:v>
                </c:pt>
                <c:pt idx="669">
                  <c:v>0.514234642652</c:v>
                </c:pt>
                <c:pt idx="670">
                  <c:v>0.514807263973</c:v>
                </c:pt>
                <c:pt idx="671">
                  <c:v>0.515361138336</c:v>
                </c:pt>
                <c:pt idx="672">
                  <c:v>0.515896116478</c:v>
                </c:pt>
                <c:pt idx="673">
                  <c:v>0.516412036305</c:v>
                </c:pt>
                <c:pt idx="674">
                  <c:v>0.516908722975</c:v>
                </c:pt>
                <c:pt idx="675">
                  <c:v>0.517385988997</c:v>
                </c:pt>
                <c:pt idx="676">
                  <c:v>0.517843634346</c:v>
                </c:pt>
                <c:pt idx="677">
                  <c:v>0.518281446608</c:v>
                </c:pt>
                <c:pt idx="678">
                  <c:v>0.518699201125</c:v>
                </c:pt>
                <c:pt idx="679">
                  <c:v>0.51909666118</c:v>
                </c:pt>
                <c:pt idx="680">
                  <c:v>0.519473578181</c:v>
                </c:pt>
                <c:pt idx="681">
                  <c:v>0.519829691877</c:v>
                </c:pt>
                <c:pt idx="682">
                  <c:v>0.520164730585</c:v>
                </c:pt>
                <c:pt idx="683">
                  <c:v>0.52047841144</c:v>
                </c:pt>
                <c:pt idx="684">
                  <c:v>0.520770440657</c:v>
                </c:pt>
                <c:pt idx="685">
                  <c:v>0.521040513819</c:v>
                </c:pt>
                <c:pt idx="686">
                  <c:v>0.521288316178</c:v>
                </c:pt>
                <c:pt idx="687">
                  <c:v>0.52151352298</c:v>
                </c:pt>
                <c:pt idx="688">
                  <c:v>0.521715799802</c:v>
                </c:pt>
                <c:pt idx="689">
                  <c:v>0.521894802916</c:v>
                </c:pt>
                <c:pt idx="690">
                  <c:v>0.522050179666</c:v>
                </c:pt>
                <c:pt idx="691">
                  <c:v>0.522181568867</c:v>
                </c:pt>
                <c:pt idx="692">
                  <c:v>0.522288601228</c:v>
                </c:pt>
                <c:pt idx="693">
                  <c:v>0.522370899785</c:v>
                </c:pt>
                <c:pt idx="694">
                  <c:v>0.522428080366</c:v>
                </c:pt>
                <c:pt idx="695">
                  <c:v>0.522459752066</c:v>
                </c:pt>
                <c:pt idx="696">
                  <c:v>0.522465517753</c:v>
                </c:pt>
                <c:pt idx="697">
                  <c:v>0.522444974586</c:v>
                </c:pt>
                <c:pt idx="698">
                  <c:v>0.522397714559</c:v>
                </c:pt>
                <c:pt idx="699">
                  <c:v>0.522323325066</c:v>
                </c:pt>
                <c:pt idx="700">
                  <c:v>0.522221389488</c:v>
                </c:pt>
                <c:pt idx="701">
                  <c:v>0.522091487799</c:v>
                </c:pt>
                <c:pt idx="702">
                  <c:v>0.521933197195</c:v>
                </c:pt>
                <c:pt idx="703">
                  <c:v>0.521746092749</c:v>
                </c:pt>
                <c:pt idx="704">
                  <c:v>0.521529748079</c:v>
                </c:pt>
                <c:pt idx="705">
                  <c:v>0.521283736049</c:v>
                </c:pt>
                <c:pt idx="706">
                  <c:v>0.521007629476</c:v>
                </c:pt>
                <c:pt idx="707">
                  <c:v>0.52070100188</c:v>
                </c:pt>
                <c:pt idx="708">
                  <c:v>0.520363428229</c:v>
                </c:pt>
                <c:pt idx="709">
                  <c:v>0.519994485731</c:v>
                </c:pt>
                <c:pt idx="710">
                  <c:v>0.519593754623</c:v>
                </c:pt>
                <c:pt idx="711">
                  <c:v>0.519160818995</c:v>
                </c:pt>
                <c:pt idx="712">
                  <c:v>0.518695267627</c:v>
                </c:pt>
                <c:pt idx="713">
                  <c:v>0.518196694845</c:v>
                </c:pt>
                <c:pt idx="714">
                  <c:v>0.517664701391</c:v>
                </c:pt>
                <c:pt idx="715">
                  <c:v>0.517098895314</c:v>
                </c:pt>
                <c:pt idx="716">
                  <c:v>0.516498892876</c:v>
                </c:pt>
                <c:pt idx="717">
                  <c:v>0.515864319463</c:v>
                </c:pt>
                <c:pt idx="718">
                  <c:v>0.515194810521</c:v>
                </c:pt>
                <c:pt idx="719">
                  <c:v>0.514490012493</c:v>
                </c:pt>
                <c:pt idx="720">
                  <c:v>0.513749583767</c:v>
                </c:pt>
                <c:pt idx="721">
                  <c:v>0.512973195635</c:v>
                </c:pt>
                <c:pt idx="722">
                  <c:v>0.512160533252</c:v>
                </c:pt>
                <c:pt idx="723">
                  <c:v>0.511311296603</c:v>
                </c:pt>
                <c:pt idx="724">
                  <c:v>0.510425201463</c:v>
                </c:pt>
                <c:pt idx="725">
                  <c:v>0.509501980365</c:v>
                </c:pt>
                <c:pt idx="726">
                  <c:v>0.508541383556</c:v>
                </c:pt>
                <c:pt idx="727">
                  <c:v>0.507543179952</c:v>
                </c:pt>
                <c:pt idx="728">
                  <c:v>0.506507158077</c:v>
                </c:pt>
                <c:pt idx="729">
                  <c:v>0.505433126995</c:v>
                </c:pt>
                <c:pt idx="730">
                  <c:v>0.504320917226</c:v>
                </c:pt>
                <c:pt idx="731">
                  <c:v>0.503170381637</c:v>
                </c:pt>
                <c:pt idx="732">
                  <c:v>0.501981396321</c:v>
                </c:pt>
                <c:pt idx="733">
                  <c:v>0.500753861443</c:v>
                </c:pt>
                <c:pt idx="734">
                  <c:v>0.499487702062</c:v>
                </c:pt>
                <c:pt idx="735">
                  <c:v>0.49818286892</c:v>
                </c:pt>
                <c:pt idx="736">
                  <c:v>0.496839339193</c:v>
                </c:pt>
                <c:pt idx="737">
                  <c:v>0.495457117211</c:v>
                </c:pt>
                <c:pt idx="738">
                  <c:v>0.49403623513</c:v>
                </c:pt>
                <c:pt idx="739">
                  <c:v>0.492576753556</c:v>
                </c:pt>
                <c:pt idx="740">
                  <c:v>0.491078762132</c:v>
                </c:pt>
                <c:pt idx="741">
                  <c:v>0.489542380061</c:v>
                </c:pt>
                <c:pt idx="742">
                  <c:v>0.487967756581</c:v>
                </c:pt>
                <c:pt idx="743">
                  <c:v>0.486355071383</c:v>
                </c:pt>
                <c:pt idx="744">
                  <c:v>0.484704534961</c:v>
                </c:pt>
                <c:pt idx="745">
                  <c:v>0.483016388906</c:v>
                </c:pt>
                <c:pt idx="746">
                  <c:v>0.481290906131</c:v>
                </c:pt>
                <c:pt idx="747">
                  <c:v>0.479528391029</c:v>
                </c:pt>
                <c:pt idx="748">
                  <c:v>0.477729179556</c:v>
                </c:pt>
                <c:pt idx="749">
                  <c:v>0.475893639249</c:v>
                </c:pt>
                <c:pt idx="750">
                  <c:v>0.474022169163</c:v>
                </c:pt>
                <c:pt idx="751">
                  <c:v>0.472115199736</c:v>
                </c:pt>
                <c:pt idx="752">
                  <c:v>0.470173192577</c:v>
                </c:pt>
                <c:pt idx="753">
                  <c:v>0.468196640179</c:v>
                </c:pt>
                <c:pt idx="754">
                  <c:v>0.46618606555</c:v>
                </c:pt>
                <c:pt idx="755">
                  <c:v>0.464142021769</c:v>
                </c:pt>
                <c:pt idx="756">
                  <c:v>0.462065091464</c:v>
                </c:pt>
                <c:pt idx="757">
                  <c:v>0.459955886218</c:v>
                </c:pt>
                <c:pt idx="758">
                  <c:v>0.457815045885</c:v>
                </c:pt>
                <c:pt idx="759">
                  <c:v>0.455643237853</c:v>
                </c:pt>
                <c:pt idx="760">
                  <c:v>0.453441156213</c:v>
                </c:pt>
                <c:pt idx="761">
                  <c:v>0.451209520873</c:v>
                </c:pt>
                <c:pt idx="762">
                  <c:v>0.448949076594</c:v>
                </c:pt>
                <c:pt idx="763">
                  <c:v>0.446660591963</c:v>
                </c:pt>
                <c:pt idx="764">
                  <c:v>0.44434485831</c:v>
                </c:pt>
                <c:pt idx="765">
                  <c:v>0.442002688554</c:v>
                </c:pt>
                <c:pt idx="766">
                  <c:v>0.439634915999</c:v>
                </c:pt>
                <c:pt idx="767">
                  <c:v>0.437242393084</c:v>
                </c:pt>
                <c:pt idx="768">
                  <c:v>0.434825990078</c:v>
                </c:pt>
                <c:pt idx="769">
                  <c:v>0.43238659373</c:v>
                </c:pt>
                <c:pt idx="770">
                  <c:v>0.42992510589</c:v>
                </c:pt>
                <c:pt idx="771">
                  <c:v>0.427442442089</c:v>
                </c:pt>
                <c:pt idx="772">
                  <c:v>0.424939530091</c:v>
                </c:pt>
                <c:pt idx="773">
                  <c:v>0.422417308424</c:v>
                </c:pt>
                <c:pt idx="774">
                  <c:v>0.419876724888</c:v>
                </c:pt>
                <c:pt idx="775">
                  <c:v>0.417318735057</c:v>
                </c:pt>
                <c:pt idx="776">
                  <c:v>0.414744300761</c:v>
                </c:pt>
                <c:pt idx="777">
                  <c:v>0.412154388581</c:v>
                </c:pt>
                <c:pt idx="778">
                  <c:v>0.409549968327</c:v>
                </c:pt>
                <c:pt idx="779">
                  <c:v>0.406932011542</c:v>
                </c:pt>
                <c:pt idx="780">
                  <c:v>0.404301490006</c:v>
                </c:pt>
                <c:pt idx="781">
                  <c:v>0.40165937426</c:v>
                </c:pt>
                <c:pt idx="782">
                  <c:v>0.399006632155</c:v>
                </c:pt>
                <c:pt idx="783">
                  <c:v>0.396344227425</c:v>
                </c:pt>
                <c:pt idx="784">
                  <c:v>0.39367311829</c:v>
                </c:pt>
                <c:pt idx="785">
                  <c:v>0.390994256098</c:v>
                </c:pt>
                <c:pt idx="786">
                  <c:v>0.388308584002</c:v>
                </c:pt>
                <c:pt idx="787">
                  <c:v>0.385617035681</c:v>
                </c:pt>
                <c:pt idx="788">
                  <c:v>0.382920534109</c:v>
                </c:pt>
                <c:pt idx="789">
                  <c:v>0.380219990372</c:v>
                </c:pt>
                <c:pt idx="790">
                  <c:v>0.377516302536</c:v>
                </c:pt>
                <c:pt idx="791">
                  <c:v>0.374810354571</c:v>
                </c:pt>
                <c:pt idx="792">
                  <c:v>0.372103015336</c:v>
                </c:pt>
                <c:pt idx="793">
                  <c:v>0.369395137612</c:v>
                </c:pt>
                <c:pt idx="794">
                  <c:v>0.36668755721</c:v>
                </c:pt>
                <c:pt idx="795">
                  <c:v>0.36398109213</c:v>
                </c:pt>
                <c:pt idx="796">
                  <c:v>0.36127654179</c:v>
                </c:pt>
                <c:pt idx="797">
                  <c:v>0.358574686312</c:v>
                </c:pt>
                <c:pt idx="798">
                  <c:v>0.355876285881</c:v>
                </c:pt>
                <c:pt idx="799">
                  <c:v>0.353182080163</c:v>
                </c:pt>
                <c:pt idx="800">
                  <c:v>0.350492787786</c:v>
                </c:pt>
                <c:pt idx="801">
                  <c:v>0.347809105891</c:v>
                </c:pt>
                <c:pt idx="802">
                  <c:v>0.345131709745</c:v>
                </c:pt>
                <c:pt idx="803">
                  <c:v>0.342461252409</c:v>
                </c:pt>
                <c:pt idx="804">
                  <c:v>0.339798364482</c:v>
                </c:pt>
                <c:pt idx="805">
                  <c:v>0.337143653893</c:v>
                </c:pt>
                <c:pt idx="806">
                  <c:v>0.334497705757</c:v>
                </c:pt>
                <c:pt idx="807">
                  <c:v>0.331861082291</c:v>
                </c:pt>
                <c:pt idx="808">
                  <c:v>0.329234322781</c:v>
                </c:pt>
                <c:pt idx="809">
                  <c:v>0.326617943605</c:v>
                </c:pt>
                <c:pt idx="810">
                  <c:v>0.324012438309</c:v>
                </c:pt>
                <c:pt idx="811">
                  <c:v>0.321418277729</c:v>
                </c:pt>
                <c:pt idx="812">
                  <c:v>0.318835910164</c:v>
                </c:pt>
                <c:pt idx="813">
                  <c:v>0.316265761593</c:v>
                </c:pt>
                <c:pt idx="814">
                  <c:v>0.313708235933</c:v>
                </c:pt>
                <c:pt idx="815">
                  <c:v>0.311163715336</c:v>
                </c:pt>
                <c:pt idx="816">
                  <c:v>0.308632560529</c:v>
                </c:pt>
                <c:pt idx="817">
                  <c:v>0.306115111182</c:v>
                </c:pt>
                <c:pt idx="818">
                  <c:v>0.303611686316</c:v>
                </c:pt>
                <c:pt idx="819">
                  <c:v>0.301122584731</c:v>
                </c:pt>
                <c:pt idx="820">
                  <c:v>0.298648085469</c:v>
                </c:pt>
                <c:pt idx="821">
                  <c:v>0.2961884483</c:v>
                </c:pt>
                <c:pt idx="822">
                  <c:v>0.293743914228</c:v>
                </c:pt>
                <c:pt idx="823">
                  <c:v>0.291314706017</c:v>
                </c:pt>
                <c:pt idx="824">
                  <c:v>0.288901028736</c:v>
                </c:pt>
                <c:pt idx="825">
                  <c:v>0.286503070316</c:v>
                </c:pt>
                <c:pt idx="826">
                  <c:v>0.284121002123</c:v>
                </c:pt>
                <c:pt idx="827">
                  <c:v>0.281754979532</c:v>
                </c:pt>
                <c:pt idx="828">
                  <c:v>0.279405142525</c:v>
                </c:pt>
                <c:pt idx="829">
                  <c:v>0.277071616274</c:v>
                </c:pt>
                <c:pt idx="830">
                  <c:v>0.274754511746</c:v>
                </c:pt>
                <c:pt idx="831">
                  <c:v>0.272453926298</c:v>
                </c:pt>
                <c:pt idx="832">
                  <c:v>0.270169944274</c:v>
                </c:pt>
                <c:pt idx="833">
                  <c:v>0.267902637605</c:v>
                </c:pt>
                <c:pt idx="834">
                  <c:v>0.265652066396</c:v>
                </c:pt>
                <c:pt idx="835">
                  <c:v>0.263418279514</c:v>
                </c:pt>
                <c:pt idx="836">
                  <c:v>0.261201315166</c:v>
                </c:pt>
                <c:pt idx="837">
                  <c:v>0.259001201473</c:v>
                </c:pt>
                <c:pt idx="838">
                  <c:v>0.256817957022</c:v>
                </c:pt>
                <c:pt idx="839">
                  <c:v>0.254651591425</c:v>
                </c:pt>
                <c:pt idx="840">
                  <c:v>0.252502105846</c:v>
                </c:pt>
                <c:pt idx="841">
                  <c:v>0.250369493531</c:v>
                </c:pt>
                <c:pt idx="842">
                  <c:v>0.248253740315</c:v>
                </c:pt>
                <c:pt idx="843">
                  <c:v>0.246154825113</c:v>
                </c:pt>
                <c:pt idx="844">
                  <c:v>0.244072720399</c:v>
                </c:pt>
                <c:pt idx="845">
                  <c:v>0.242007392669</c:v>
                </c:pt>
                <c:pt idx="846">
                  <c:v>0.239958802882</c:v>
                </c:pt>
                <c:pt idx="847">
                  <c:v>0.237926906887</c:v>
                </c:pt>
                <c:pt idx="848">
                  <c:v>0.235911655832</c:v>
                </c:pt>
                <c:pt idx="849">
                  <c:v>0.233912996551</c:v>
                </c:pt>
                <c:pt idx="850">
                  <c:v>0.231930871937</c:v>
                </c:pt>
                <c:pt idx="851">
                  <c:v>0.229965221298</c:v>
                </c:pt>
                <c:pt idx="852">
                  <c:v>0.228015980682</c:v>
                </c:pt>
                <c:pt idx="853">
                  <c:v>0.226083083201</c:v>
                </c:pt>
                <c:pt idx="854">
                  <c:v>0.224166459323</c:v>
                </c:pt>
                <c:pt idx="855">
                  <c:v>0.222266037148</c:v>
                </c:pt>
                <c:pt idx="856">
                  <c:v>0.220381742674</c:v>
                </c:pt>
                <c:pt idx="857">
                  <c:v>0.218513500034</c:v>
                </c:pt>
                <c:pt idx="858">
                  <c:v>0.216661231722</c:v>
                </c:pt>
                <c:pt idx="859">
                  <c:v>0.214824858801</c:v>
                </c:pt>
                <c:pt idx="860">
                  <c:v>0.21300430109</c:v>
                </c:pt>
                <c:pt idx="861">
                  <c:v>0.211199477345</c:v>
                </c:pt>
                <c:pt idx="862">
                  <c:v>0.20941030541</c:v>
                </c:pt>
                <c:pt idx="863">
                  <c:v>0.207636702365</c:v>
                </c:pt>
                <c:pt idx="864">
                  <c:v>0.205878584656</c:v>
                </c:pt>
                <c:pt idx="865">
                  <c:v>0.204135868205</c:v>
                </c:pt>
                <c:pt idx="866">
                  <c:v>0.202408468517</c:v>
                </c:pt>
                <c:pt idx="867">
                  <c:v>0.200696300768</c:v>
                </c:pt>
                <c:pt idx="868">
                  <c:v>0.198999279881</c:v>
                </c:pt>
                <c:pt idx="869">
                  <c:v>0.197317320592</c:v>
                </c:pt>
                <c:pt idx="870">
                  <c:v>0.19565033751</c:v>
                </c:pt>
                <c:pt idx="871">
                  <c:v>0.193998245158</c:v>
                </c:pt>
                <c:pt idx="872">
                  <c:v>0.192360958012</c:v>
                </c:pt>
                <c:pt idx="873">
                  <c:v>0.190738390532</c:v>
                </c:pt>
                <c:pt idx="874">
                  <c:v>0.189130457179</c:v>
                </c:pt>
                <c:pt idx="875">
                  <c:v>0.187537072433</c:v>
                </c:pt>
                <c:pt idx="876">
                  <c:v>0.185958150796</c:v>
                </c:pt>
                <c:pt idx="877">
                  <c:v>0.184393606799</c:v>
                </c:pt>
                <c:pt idx="878">
                  <c:v>0.182843354998</c:v>
                </c:pt>
                <c:pt idx="879">
                  <c:v>0.181307309963</c:v>
                </c:pt>
                <c:pt idx="880">
                  <c:v>0.179785386272</c:v>
                </c:pt>
                <c:pt idx="881">
                  <c:v>0.178277498494</c:v>
                </c:pt>
                <c:pt idx="882">
                  <c:v>0.176783561172</c:v>
                </c:pt>
                <c:pt idx="883">
                  <c:v>0.175303488806</c:v>
                </c:pt>
                <c:pt idx="884">
                  <c:v>0.173837195829</c:v>
                </c:pt>
                <c:pt idx="885">
                  <c:v>0.172384596588</c:v>
                </c:pt>
                <c:pt idx="886">
                  <c:v>0.170945605319</c:v>
                </c:pt>
                <c:pt idx="887">
                  <c:v>0.169520136125</c:v>
                </c:pt>
                <c:pt idx="888">
                  <c:v>0.168108102953</c:v>
                </c:pt>
                <c:pt idx="889">
                  <c:v>0.166709419569</c:v>
                </c:pt>
                <c:pt idx="890">
                  <c:v>0.165323999539</c:v>
                </c:pt>
                <c:pt idx="891">
                  <c:v>0.163951756204</c:v>
                </c:pt>
                <c:pt idx="892">
                  <c:v>0.162592602661</c:v>
                </c:pt>
                <c:pt idx="893">
                  <c:v>0.161246451747</c:v>
                </c:pt>
                <c:pt idx="894">
                  <c:v>0.159913216015</c:v>
                </c:pt>
                <c:pt idx="895">
                  <c:v>0.158592807725</c:v>
                </c:pt>
                <c:pt idx="896">
                  <c:v>0.157285138825</c:v>
                </c:pt>
                <c:pt idx="897">
                  <c:v>0.155990120941</c:v>
                </c:pt>
                <c:pt idx="898">
                  <c:v>0.154707665367</c:v>
                </c:pt>
                <c:pt idx="899">
                  <c:v>0.153437683058</c:v>
                </c:pt>
                <c:pt idx="900">
                  <c:v>0.15218008462</c:v>
                </c:pt>
                <c:pt idx="901">
                  <c:v>0.150934780311</c:v>
                </c:pt>
                <c:pt idx="902">
                  <c:v>0.149701680037</c:v>
                </c:pt>
                <c:pt idx="903">
                  <c:v>0.148480693353</c:v>
                </c:pt>
                <c:pt idx="904">
                  <c:v>0.147271729466</c:v>
                </c:pt>
                <c:pt idx="905">
                  <c:v>0.146074697239</c:v>
                </c:pt>
                <c:pt idx="906">
                  <c:v>0.144889505196</c:v>
                </c:pt>
                <c:pt idx="907">
                  <c:v>0.143716061536</c:v>
                </c:pt>
                <c:pt idx="908">
                  <c:v>0.142554274138</c:v>
                </c:pt>
                <c:pt idx="909">
                  <c:v>0.141404050577</c:v>
                </c:pt>
                <c:pt idx="910">
                  <c:v>0.140265298134</c:v>
                </c:pt>
                <c:pt idx="911">
                  <c:v>0.139137923817</c:v>
                </c:pt>
                <c:pt idx="912">
                  <c:v>0.138021834373</c:v>
                </c:pt>
                <c:pt idx="913">
                  <c:v>0.13691693631</c:v>
                </c:pt>
                <c:pt idx="914">
                  <c:v>0.135823135915</c:v>
                </c:pt>
                <c:pt idx="915">
                  <c:v>0.134740339276</c:v>
                </c:pt>
                <c:pt idx="916">
                  <c:v>0.133668452303</c:v>
                </c:pt>
                <c:pt idx="917">
                  <c:v>0.132607380753</c:v>
                </c:pt>
                <c:pt idx="918">
                  <c:v>0.131557030252</c:v>
                </c:pt>
                <c:pt idx="919">
                  <c:v>0.130517306321</c:v>
                </c:pt>
                <c:pt idx="920">
                  <c:v>0.129488114399</c:v>
                </c:pt>
                <c:pt idx="921">
                  <c:v>0.128469359872</c:v>
                </c:pt>
                <c:pt idx="922">
                  <c:v>0.127460948098</c:v>
                </c:pt>
                <c:pt idx="923">
                  <c:v>0.126462784434</c:v>
                </c:pt>
                <c:pt idx="924">
                  <c:v>0.125474774261</c:v>
                </c:pt>
                <c:pt idx="925">
                  <c:v>0.124496823014</c:v>
                </c:pt>
                <c:pt idx="926">
                  <c:v>0.123528836207</c:v>
                </c:pt>
                <c:pt idx="927">
                  <c:v>0.12257071946</c:v>
                </c:pt>
                <c:pt idx="928">
                  <c:v>0.121622378529</c:v>
                </c:pt>
                <c:pt idx="929">
                  <c:v>0.120683719328</c:v>
                </c:pt>
                <c:pt idx="930">
                  <c:v>0.119754647962</c:v>
                </c:pt>
                <c:pt idx="931">
                  <c:v>0.118835070747</c:v>
                </c:pt>
                <c:pt idx="932">
                  <c:v>0.11792489424</c:v>
                </c:pt>
                <c:pt idx="933">
                  <c:v>0.117024025263</c:v>
                </c:pt>
                <c:pt idx="934">
                  <c:v>0.116132370928</c:v>
                </c:pt>
                <c:pt idx="935">
                  <c:v>0.115249838664</c:v>
                </c:pt>
                <c:pt idx="936">
                  <c:v>0.114376336237</c:v>
                </c:pt>
                <c:pt idx="937">
                  <c:v>0.113511771777</c:v>
                </c:pt>
                <c:pt idx="938">
                  <c:v>0.1126560538</c:v>
                </c:pt>
                <c:pt idx="939">
                  <c:v>0.11180909123</c:v>
                </c:pt>
                <c:pt idx="940">
                  <c:v>0.11097079342</c:v>
                </c:pt>
                <c:pt idx="941">
                  <c:v>0.110141070172</c:v>
                </c:pt>
                <c:pt idx="942">
                  <c:v>0.10931983176</c:v>
                </c:pt>
                <c:pt idx="943">
                  <c:v>0.108506988948</c:v>
                </c:pt>
                <c:pt idx="944">
                  <c:v>0.107702453009</c:v>
                </c:pt>
                <c:pt idx="945">
                  <c:v>0.10690613574</c:v>
                </c:pt>
                <c:pt idx="946">
                  <c:v>0.106117949484</c:v>
                </c:pt>
                <c:pt idx="947">
                  <c:v>0.105337807142</c:v>
                </c:pt>
                <c:pt idx="948">
                  <c:v>0.104565622194</c:v>
                </c:pt>
                <c:pt idx="949">
                  <c:v>0.103801308706</c:v>
                </c:pt>
                <c:pt idx="950">
                  <c:v>0.103044781352</c:v>
                </c:pt>
                <c:pt idx="951">
                  <c:v>0.102295955421</c:v>
                </c:pt>
                <c:pt idx="952">
                  <c:v>0.101554746836</c:v>
                </c:pt>
                <c:pt idx="953">
                  <c:v>0.100821072159</c:v>
                </c:pt>
                <c:pt idx="954">
                  <c:v>0.100094848606</c:v>
                </c:pt>
                <c:pt idx="955">
                  <c:v>0.0993759940584</c:v>
                </c:pt>
                <c:pt idx="956">
                  <c:v>0.0986644270694</c:v>
                </c:pt>
                <c:pt idx="957">
                  <c:v>0.097960066875</c:v>
                </c:pt>
                <c:pt idx="958">
                  <c:v>0.0972628334018</c:v>
                </c:pt>
                <c:pt idx="959">
                  <c:v>0.0965726472744</c:v>
                </c:pt>
                <c:pt idx="960">
                  <c:v>0.0958894298229</c:v>
                </c:pt>
                <c:pt idx="961">
                  <c:v>0.0952131030885</c:v>
                </c:pt>
                <c:pt idx="962">
                  <c:v>0.0945435898297</c:v>
                </c:pt>
                <c:pt idx="963">
                  <c:v>0.0938808135272</c:v>
                </c:pt>
                <c:pt idx="964">
                  <c:v>0.0932246983884</c:v>
                </c:pt>
                <c:pt idx="965">
                  <c:v>0.0925751693513</c:v>
                </c:pt>
                <c:pt idx="966">
                  <c:v>0.0919321520879</c:v>
                </c:pt>
                <c:pt idx="967">
                  <c:v>0.0912955730071</c:v>
                </c:pt>
                <c:pt idx="968">
                  <c:v>0.0906653592569</c:v>
                </c:pt>
                <c:pt idx="969">
                  <c:v>0.0900414387262</c:v>
                </c:pt>
                <c:pt idx="970">
                  <c:v>0.0894237400466</c:v>
                </c:pt>
                <c:pt idx="971">
                  <c:v>0.0888121925925</c:v>
                </c:pt>
                <c:pt idx="972">
                  <c:v>0.0882067264823</c:v>
                </c:pt>
                <c:pt idx="973">
                  <c:v>0.087607272578</c:v>
                </c:pt>
                <c:pt idx="974">
                  <c:v>0.087013762485</c:v>
                </c:pt>
                <c:pt idx="975">
                  <c:v>0.0864261285513</c:v>
                </c:pt>
                <c:pt idx="976">
                  <c:v>0.0858443038662</c:v>
                </c:pt>
                <c:pt idx="977">
                  <c:v>0.085268222259</c:v>
                </c:pt>
                <c:pt idx="978">
                  <c:v>0.0846978182973</c:v>
                </c:pt>
                <c:pt idx="979">
                  <c:v>0.0841330272844</c:v>
                </c:pt>
                <c:pt idx="980">
                  <c:v>0.0835737852573</c:v>
                </c:pt>
                <c:pt idx="981">
                  <c:v>0.0830200289836</c:v>
                </c:pt>
                <c:pt idx="982">
                  <c:v>0.0824716959587</c:v>
                </c:pt>
                <c:pt idx="983">
                  <c:v>0.0819287244026</c:v>
                </c:pt>
                <c:pt idx="984">
                  <c:v>0.0813910532558</c:v>
                </c:pt>
                <c:pt idx="985">
                  <c:v>0.0808586221765</c:v>
                </c:pt>
                <c:pt idx="986">
                  <c:v>0.0803313715355</c:v>
                </c:pt>
                <c:pt idx="987">
                  <c:v>0.0798092424129</c:v>
                </c:pt>
                <c:pt idx="988">
                  <c:v>0.0792921765934</c:v>
                </c:pt>
                <c:pt idx="989">
                  <c:v>0.0787801165614</c:v>
                </c:pt>
                <c:pt idx="990">
                  <c:v>0.078273005497</c:v>
                </c:pt>
                <c:pt idx="991">
                  <c:v>0.0777707872703</c:v>
                </c:pt>
                <c:pt idx="992">
                  <c:v>0.0772734064369</c:v>
                </c:pt>
                <c:pt idx="993">
                  <c:v>0.0767808082324</c:v>
                </c:pt>
                <c:pt idx="994">
                  <c:v>0.0762929385673</c:v>
                </c:pt>
                <c:pt idx="995">
                  <c:v>0.0758097440215</c:v>
                </c:pt>
                <c:pt idx="996">
                  <c:v>0.0753311718387</c:v>
                </c:pt>
                <c:pt idx="997">
                  <c:v>0.0748571699208</c:v>
                </c:pt>
                <c:pt idx="998">
                  <c:v>0.0743876868219</c:v>
                </c:pt>
                <c:pt idx="999">
                  <c:v>0.0739226717432</c:v>
                </c:pt>
                <c:pt idx="1000">
                  <c:v>0.0734620745261</c:v>
                </c:pt>
                <c:pt idx="1001">
                  <c:v>0.073005845647</c:v>
                </c:pt>
                <c:pt idx="1002">
                  <c:v>0.072553936211</c:v>
                </c:pt>
                <c:pt idx="1003">
                  <c:v>0.0721062979456</c:v>
                </c:pt>
                <c:pt idx="1004">
                  <c:v>0.0716628831949</c:v>
                </c:pt>
                <c:pt idx="1005">
                  <c:v>0.0712236449132</c:v>
                </c:pt>
                <c:pt idx="1006">
                  <c:v>0.0707885366587</c:v>
                </c:pt>
                <c:pt idx="1007">
                  <c:v>0.0703575125875</c:v>
                </c:pt>
                <c:pt idx="1008">
                  <c:v>0.0699305274469</c:v>
                </c:pt>
                <c:pt idx="1009">
                  <c:v>0.0695075365694</c:v>
                </c:pt>
                <c:pt idx="1010">
                  <c:v>0.0690884958661</c:v>
                </c:pt>
                <c:pt idx="1011">
                  <c:v>0.0686733618205</c:v>
                </c:pt>
                <c:pt idx="1012">
                  <c:v>0.068262091482</c:v>
                </c:pt>
                <c:pt idx="1013">
                  <c:v>0.0678546424595</c:v>
                </c:pt>
                <c:pt idx="1014">
                  <c:v>0.0674509729149</c:v>
                </c:pt>
                <c:pt idx="1015">
                  <c:v>0.0670510415569</c:v>
                </c:pt>
                <c:pt idx="1016">
                  <c:v>0.0666548076343</c:v>
                </c:pt>
                <c:pt idx="1017">
                  <c:v>0.0662622309297</c:v>
                </c:pt>
                <c:pt idx="1018">
                  <c:v>0.0658732717529</c:v>
                </c:pt>
                <c:pt idx="1019">
                  <c:v>0.0654878909349</c:v>
                </c:pt>
                <c:pt idx="1020">
                  <c:v>0.0651060498207</c:v>
                </c:pt>
                <c:pt idx="1021">
                  <c:v>0.0647277102636</c:v>
                </c:pt>
                <c:pt idx="1022">
                  <c:v>0.0643528346183</c:v>
                </c:pt>
                <c:pt idx="1023">
                  <c:v>0.0639813857347</c:v>
                </c:pt>
                <c:pt idx="1024">
                  <c:v>0.0636133269513</c:v>
                </c:pt>
                <c:pt idx="1025">
                  <c:v>0.063248622089</c:v>
                </c:pt>
                <c:pt idx="1026">
                  <c:v>0.0628872354446</c:v>
                </c:pt>
                <c:pt idx="1027">
                  <c:v>0.062529131784</c:v>
                </c:pt>
                <c:pt idx="1028">
                  <c:v>0.0621742763367</c:v>
                </c:pt>
                <c:pt idx="1029">
                  <c:v>0.0618226347885</c:v>
                </c:pt>
                <c:pt idx="1030">
                  <c:v>0.0614741732757</c:v>
                </c:pt>
                <c:pt idx="1031">
                  <c:v>0.0611288583785</c:v>
                </c:pt>
                <c:pt idx="1032">
                  <c:v>0.0607866571146</c:v>
                </c:pt>
                <c:pt idx="1033">
                  <c:v>0.060447536933</c:v>
                </c:pt>
                <c:pt idx="1034">
                  <c:v>0.0601114657078</c:v>
                </c:pt>
                <c:pt idx="1035">
                  <c:v>0.0597784117314</c:v>
                </c:pt>
                <c:pt idx="1036">
                  <c:v>0.0594483437087</c:v>
                </c:pt>
                <c:pt idx="1037">
                  <c:v>0.0591212307504</c:v>
                </c:pt>
                <c:pt idx="1038">
                  <c:v>0.058797042367</c:v>
                </c:pt>
                <c:pt idx="1039">
                  <c:v>0.0584757484623</c:v>
                </c:pt>
                <c:pt idx="1040">
                  <c:v>0.0581573193273</c:v>
                </c:pt>
                <c:pt idx="1041">
                  <c:v>0.0578417256337</c:v>
                </c:pt>
                <c:pt idx="1042">
                  <c:v>0.0575289384278</c:v>
                </c:pt>
                <c:pt idx="1043">
                  <c:v>0.0572189291245</c:v>
                </c:pt>
                <c:pt idx="1044">
                  <c:v>0.0569116695003</c:v>
                </c:pt>
                <c:pt idx="1045">
                  <c:v>0.0566071316879</c:v>
                </c:pt>
                <c:pt idx="1046">
                  <c:v>0.0563052881695</c:v>
                </c:pt>
                <c:pt idx="1047">
                  <c:v>0.0560061117708</c:v>
                </c:pt>
                <c:pt idx="1048">
                  <c:v>0.0557095756543</c:v>
                </c:pt>
                <c:pt idx="1049">
                  <c:v>0.0554156533139</c:v>
                </c:pt>
                <c:pt idx="1050">
                  <c:v>0.0551243185679</c:v>
                </c:pt>
                <c:pt idx="1051">
                  <c:v>0.0548355455534</c:v>
                </c:pt>
                <c:pt idx="1052">
                  <c:v>0.0545493087196</c:v>
                </c:pt>
                <c:pt idx="1053">
                  <c:v>0.054265582822</c:v>
                </c:pt>
                <c:pt idx="1054">
                  <c:v>0.0539843429159</c:v>
                </c:pt>
                <c:pt idx="1055">
                  <c:v>0.0537055643504</c:v>
                </c:pt>
                <c:pt idx="1056">
                  <c:v>0.0534292227622</c:v>
                </c:pt>
                <c:pt idx="1057">
                  <c:v>0.0531552940693</c:v>
                </c:pt>
                <c:pt idx="1058">
                  <c:v>0.052883754465</c:v>
                </c:pt>
                <c:pt idx="1059">
                  <c:v>0.0526145804114</c:v>
                </c:pt>
                <c:pt idx="1060">
                  <c:v>0.0523477486335</c:v>
                </c:pt>
                <c:pt idx="1061">
                  <c:v>0.0520832361129</c:v>
                </c:pt>
                <c:pt idx="1062">
                  <c:v>0.0518210200816</c:v>
                </c:pt>
                <c:pt idx="1063">
                  <c:v>0.051561078016</c:v>
                </c:pt>
                <c:pt idx="1064">
                  <c:v>0.0513033876304</c:v>
                </c:pt>
                <c:pt idx="1065">
                  <c:v>0.051047926871</c:v>
                </c:pt>
                <c:pt idx="1066">
                  <c:v>0.0507946739097</c:v>
                </c:pt>
                <c:pt idx="1067">
                  <c:v>0.050543607138</c:v>
                </c:pt>
                <c:pt idx="1068">
                  <c:v>0.0502947051607</c:v>
                </c:pt>
                <c:pt idx="1069">
                  <c:v>0.0500479467896</c:v>
                </c:pt>
                <c:pt idx="1070">
                  <c:v>0.0498033110377</c:v>
                </c:pt>
                <c:pt idx="1071">
                  <c:v>0.0495607771128</c:v>
                </c:pt>
                <c:pt idx="1072">
                  <c:v>0.0493203244114</c:v>
                </c:pt>
                <c:pt idx="1073">
                  <c:v>0.0490819325124</c:v>
                </c:pt>
                <c:pt idx="1074">
                  <c:v>0.0488455811712</c:v>
                </c:pt>
                <c:pt idx="1075">
                  <c:v>0.0486112503135</c:v>
                </c:pt>
                <c:pt idx="1076">
                  <c:v>0.0483789200291</c:v>
                </c:pt>
                <c:pt idx="1077">
                  <c:v>0.048148570566</c:v>
                </c:pt>
                <c:pt idx="1078">
                  <c:v>0.0479201823241</c:v>
                </c:pt>
                <c:pt idx="1079">
                  <c:v>0.0476937358494</c:v>
                </c:pt>
                <c:pt idx="1080">
                  <c:v>0.0474692118278</c:v>
                </c:pt>
                <c:pt idx="1081">
                  <c:v>0.0472465910794</c:v>
                </c:pt>
                <c:pt idx="1082">
                  <c:v>0.0470258545523</c:v>
                </c:pt>
                <c:pt idx="1083">
                  <c:v>0.0468069833166</c:v>
                </c:pt>
                <c:pt idx="1084">
                  <c:v>0.0465899585593</c:v>
                </c:pt>
                <c:pt idx="1085">
                  <c:v>0.0463747615775</c:v>
                </c:pt>
                <c:pt idx="1086">
                  <c:v>0.0461613737737</c:v>
                </c:pt>
                <c:pt idx="1087">
                  <c:v>0.0459497766491</c:v>
                </c:pt>
                <c:pt idx="1088">
                  <c:v>0.0457399517992</c:v>
                </c:pt>
                <c:pt idx="1089">
                  <c:v>0.0455318809074</c:v>
                </c:pt>
                <c:pt idx="1090">
                  <c:v>0.0453255457401</c:v>
                </c:pt>
                <c:pt idx="1091">
                  <c:v>0.0451209281412</c:v>
                </c:pt>
                <c:pt idx="1092">
                  <c:v>0.044918010027</c:v>
                </c:pt>
                <c:pt idx="1093">
                  <c:v>0.0447167733814</c:v>
                </c:pt>
                <c:pt idx="1094">
                  <c:v>0.0445172002505</c:v>
                </c:pt>
                <c:pt idx="1095">
                  <c:v>0.0443192727384</c:v>
                </c:pt>
                <c:pt idx="1096">
                  <c:v>0.0441229730019</c:v>
                </c:pt>
                <c:pt idx="1097">
                  <c:v>0.0439282832468</c:v>
                </c:pt>
                <c:pt idx="1098">
                  <c:v>0.043735185723</c:v>
                </c:pt>
                <c:pt idx="1099">
                  <c:v>0.0435436627207</c:v>
                </c:pt>
                <c:pt idx="1100">
                  <c:v>0.0433536965665</c:v>
                </c:pt>
                <c:pt idx="1101">
                  <c:v>0.0431652696194</c:v>
                </c:pt>
                <c:pt idx="1102">
                  <c:v>0.0429783642677</c:v>
                </c:pt>
                <c:pt idx="1103">
                  <c:v>0.0427929629255</c:v>
                </c:pt>
                <c:pt idx="1104">
                  <c:v>0.0426090480297</c:v>
                </c:pt>
                <c:pt idx="1105">
                  <c:v>0.0424266020373</c:v>
                </c:pt>
                <c:pt idx="1106">
                  <c:v>0.0422456074228</c:v>
                </c:pt>
                <c:pt idx="1107">
                  <c:v>0.0420660466759</c:v>
                </c:pt>
                <c:pt idx="1108">
                  <c:v>0.0418879022996</c:v>
                </c:pt>
                <c:pt idx="1109">
                  <c:v>0.0417111568088</c:v>
                </c:pt>
                <c:pt idx="1110">
                  <c:v>0.0415357927281</c:v>
                </c:pt>
                <c:pt idx="1111">
                  <c:v>0.0413617925916</c:v>
                </c:pt>
                <c:pt idx="1112">
                  <c:v>0.0411891389416</c:v>
                </c:pt>
                <c:pt idx="1113">
                  <c:v>0.0410178143284</c:v>
                </c:pt>
                <c:pt idx="1114">
                  <c:v>0.04084780131</c:v>
                </c:pt>
                <c:pt idx="1115">
                  <c:v>0.0406790824522</c:v>
                </c:pt>
                <c:pt idx="1116">
                  <c:v>0.0405116403295</c:v>
                </c:pt>
                <c:pt idx="1117">
                  <c:v>0.0403454575258</c:v>
                </c:pt>
                <c:pt idx="1118">
                  <c:v>0.0401805166352</c:v>
                </c:pt>
                <c:pt idx="1119">
                  <c:v>0.0400168002644</c:v>
                </c:pt>
                <c:pt idx="1120">
                  <c:v>0.0398542910338</c:v>
                </c:pt>
                <c:pt idx="1121">
                  <c:v>0.0396929715802</c:v>
                </c:pt>
                <c:pt idx="1122">
                  <c:v>0.0395328245591</c:v>
                </c:pt>
                <c:pt idx="1123">
                  <c:v>0.0393738326478</c:v>
                </c:pt>
                <c:pt idx="1124">
                  <c:v>0.0392159785488</c:v>
                </c:pt>
                <c:pt idx="1125">
                  <c:v>0.0390592449928</c:v>
                </c:pt>
                <c:pt idx="1126">
                  <c:v>0.0389036147432</c:v>
                </c:pt>
                <c:pt idx="1127">
                  <c:v>0.0387490706001</c:v>
                </c:pt>
                <c:pt idx="1128">
                  <c:v>0.0385955954047</c:v>
                </c:pt>
                <c:pt idx="1129">
                  <c:v>0.0384431720444</c:v>
                </c:pt>
                <c:pt idx="1130">
                  <c:v>0.0382917834574</c:v>
                </c:pt>
                <c:pt idx="1131">
                  <c:v>0.0381414126387</c:v>
                </c:pt>
                <c:pt idx="1132">
                  <c:v>0.0379920426453</c:v>
                </c:pt>
                <c:pt idx="1133">
                  <c:v>0.0378436566022</c:v>
                </c:pt>
                <c:pt idx="1134">
                  <c:v>0.0376962377087</c:v>
                </c:pt>
                <c:pt idx="1135">
                  <c:v>0.0375497692443</c:v>
                </c:pt>
                <c:pt idx="1136">
                  <c:v>0.0374042345759</c:v>
                </c:pt>
                <c:pt idx="1137">
                  <c:v>0.0372596171639</c:v>
                </c:pt>
                <c:pt idx="1138">
                  <c:v>0.0371159005694</c:v>
                </c:pt>
                <c:pt idx="1139">
                  <c:v>0.0369730684614</c:v>
                </c:pt>
                <c:pt idx="1140">
                  <c:v>0.0368311046238</c:v>
                </c:pt>
                <c:pt idx="1141">
                  <c:v>0.0366899929626</c:v>
                </c:pt>
                <c:pt idx="1142">
                  <c:v>0.0365497175137</c:v>
                </c:pt>
                <c:pt idx="1143">
                  <c:v>0.0364102624501</c:v>
                </c:pt>
                <c:pt idx="1144">
                  <c:v>0.0362716120897</c:v>
                </c:pt>
                <c:pt idx="1145">
                  <c:v>0.0361337509027</c:v>
                </c:pt>
                <c:pt idx="1146">
                  <c:v>0.0359966635194</c:v>
                </c:pt>
                <c:pt idx="1147">
                  <c:v>0.0358603347378</c:v>
                </c:pt>
                <c:pt idx="1148">
                  <c:v>0.0357247495315</c:v>
                </c:pt>
                <c:pt idx="1149">
                  <c:v>0.0355898930571</c:v>
                </c:pt>
                <c:pt idx="1150">
                  <c:v>0.0354557506618</c:v>
                </c:pt>
                <c:pt idx="1151">
                  <c:v>0.0353223078912</c:v>
                </c:pt>
                <c:pt idx="1152">
                  <c:v>0.0351895504966</c:v>
                </c:pt>
                <c:pt idx="1153">
                  <c:v>0.0350574644426</c:v>
                </c:pt>
                <c:pt idx="1154">
                  <c:v>0.0349260359141</c:v>
                </c:pt>
                <c:pt idx="1155">
                  <c:v>0.034795251324</c:v>
                </c:pt>
                <c:pt idx="1156">
                  <c:v>0.0346650973198</c:v>
                </c:pt>
                <c:pt idx="1157">
                  <c:v>0.0345355607909</c:v>
                </c:pt>
                <c:pt idx="1158">
                  <c:v>0.034406628875</c:v>
                </c:pt>
                <c:pt idx="1159">
                  <c:v>0.0342782889653</c:v>
                </c:pt>
                <c:pt idx="1160">
                  <c:v>0.0341505287164</c:v>
                </c:pt>
                <c:pt idx="1161">
                  <c:v>0.0340233360509</c:v>
                </c:pt>
                <c:pt idx="1162">
                  <c:v>0.0338966991654</c:v>
                </c:pt>
                <c:pt idx="1163">
                  <c:v>0.0337706065363</c:v>
                </c:pt>
                <c:pt idx="1164">
                  <c:v>0.0336450469253</c:v>
                </c:pt>
                <c:pt idx="1165">
                  <c:v>0.0335200093853</c:v>
                </c:pt>
                <c:pt idx="1166">
                  <c:v>0.0333954832648</c:v>
                </c:pt>
                <c:pt idx="1167">
                  <c:v>0.0332714582138</c:v>
                </c:pt>
                <c:pt idx="1168">
                  <c:v>0.0331479241873</c:v>
                </c:pt>
                <c:pt idx="1169">
                  <c:v>0.0330248714508</c:v>
                </c:pt>
                <c:pt idx="1170">
                  <c:v>0.0329022905836</c:v>
                </c:pt>
                <c:pt idx="1171">
                  <c:v>0.032780172483</c:v>
                </c:pt>
                <c:pt idx="1172">
                  <c:v>0.0326585083677</c:v>
                </c:pt>
                <c:pt idx="1173">
                  <c:v>0.0325372897811</c:v>
                </c:pt>
                <c:pt idx="1174">
                  <c:v>0.0324165085942</c:v>
                </c:pt>
                <c:pt idx="1175">
                  <c:v>0.0322961570079</c:v>
                </c:pt>
                <c:pt idx="1176">
                  <c:v>0.0321762275557</c:v>
                </c:pt>
                <c:pt idx="1177">
                  <c:v>0.0320567131052</c:v>
                </c:pt>
                <c:pt idx="1178">
                  <c:v>0.03193760686</c:v>
                </c:pt>
                <c:pt idx="1179">
                  <c:v>0.0318189023604</c:v>
                </c:pt>
                <c:pt idx="1180">
                  <c:v>0.0317005934848</c:v>
                </c:pt>
                <c:pt idx="1181">
                  <c:v>0.0315826744498</c:v>
                </c:pt>
                <c:pt idx="1182">
                  <c:v>0.0314651398104</c:v>
                </c:pt>
                <c:pt idx="1183">
                  <c:v>0.0313479844594</c:v>
                </c:pt>
                <c:pt idx="1184">
                  <c:v>0.0312312036273</c:v>
                </c:pt>
                <c:pt idx="1185">
                  <c:v>0.0311147928804</c:v>
                </c:pt>
                <c:pt idx="1186">
                  <c:v>0.03099874812</c:v>
                </c:pt>
                <c:pt idx="1187">
                  <c:v>0.03088306558</c:v>
                </c:pt>
                <c:pt idx="1188">
                  <c:v>0.0307677418246</c:v>
                </c:pt>
                <c:pt idx="1189">
                  <c:v>0.0306527737458</c:v>
                </c:pt>
                <c:pt idx="1190">
                  <c:v>0.0305381585598</c:v>
                </c:pt>
                <c:pt idx="1191">
                  <c:v>0.0304238938038</c:v>
                </c:pt>
                <c:pt idx="1192">
                  <c:v>0.0303099773317</c:v>
                </c:pt>
                <c:pt idx="1193">
                  <c:v>0.0301964073095</c:v>
                </c:pt>
                <c:pt idx="1194">
                  <c:v>0.0300831822108</c:v>
                </c:pt>
                <c:pt idx="1195">
                  <c:v>0.029970300811</c:v>
                </c:pt>
                <c:pt idx="1196">
                  <c:v>0.0298577621821</c:v>
                </c:pt>
                <c:pt idx="1197">
                  <c:v>0.0297455656861</c:v>
                </c:pt>
                <c:pt idx="1198">
                  <c:v>0.0296337109686</c:v>
                </c:pt>
                <c:pt idx="1199">
                  <c:v>0.029522197952</c:v>
                </c:pt>
                <c:pt idx="1200">
                  <c:v>0.029411026828</c:v>
                </c:pt>
                <c:pt idx="1201">
                  <c:v>0.0293001980498</c:v>
                </c:pt>
                <c:pt idx="1202">
                  <c:v>0.0291897123243</c:v>
                </c:pt>
                <c:pt idx="1203">
                  <c:v>0.0290795706037</c:v>
                </c:pt>
                <c:pt idx="1204">
                  <c:v>0.0289697740763</c:v>
                </c:pt>
                <c:pt idx="1205">
                  <c:v>0.028860324158</c:v>
                </c:pt>
                <c:pt idx="1206">
                  <c:v>0.0287512224827</c:v>
                </c:pt>
                <c:pt idx="1207">
                  <c:v>0.0286424708925</c:v>
                </c:pt>
                <c:pt idx="1208">
                  <c:v>0.0285340714281</c:v>
                </c:pt>
                <c:pt idx="1209">
                  <c:v>0.0284260263186</c:v>
                </c:pt>
                <c:pt idx="1210">
                  <c:v>0.0283183379711</c:v>
                </c:pt>
                <c:pt idx="1211">
                  <c:v>0.0282110089603</c:v>
                </c:pt>
                <c:pt idx="1212">
                  <c:v>0.0281040420178</c:v>
                </c:pt>
                <c:pt idx="1213">
                  <c:v>0.0279974400213</c:v>
                </c:pt>
                <c:pt idx="1214">
                  <c:v>0.0278912059838</c:v>
                </c:pt>
                <c:pt idx="1215">
                  <c:v>0.0277853430422</c:v>
                </c:pt>
                <c:pt idx="1216">
                  <c:v>0.0276798544471</c:v>
                </c:pt>
                <c:pt idx="1217">
                  <c:v>0.027574743551</c:v>
                </c:pt>
                <c:pt idx="1218">
                  <c:v>0.0274700137975</c:v>
                </c:pt>
                <c:pt idx="1219">
                  <c:v>0.0273656687105</c:v>
                </c:pt>
                <c:pt idx="1220">
                  <c:v>0.027261711883</c:v>
                </c:pt>
                <c:pt idx="1221">
                  <c:v>0.0271581469666</c:v>
                </c:pt>
                <c:pt idx="1222">
                  <c:v>0.0270549776601</c:v>
                </c:pt>
                <c:pt idx="1223">
                  <c:v>0.0269522076998</c:v>
                </c:pt>
                <c:pt idx="1224">
                  <c:v>0.0268498408485</c:v>
                </c:pt>
                <c:pt idx="1225">
                  <c:v>0.0267478808851</c:v>
                </c:pt>
                <c:pt idx="1226">
                  <c:v>0.0266463315954</c:v>
                </c:pt>
                <c:pt idx="1227">
                  <c:v>0.0265451967615</c:v>
                </c:pt>
                <c:pt idx="1228">
                  <c:v>0.0264444801526</c:v>
                </c:pt>
                <c:pt idx="1229">
                  <c:v>0.0263441855161</c:v>
                </c:pt>
                <c:pt idx="1230">
                  <c:v>0.0262443165679</c:v>
                </c:pt>
                <c:pt idx="1231">
                  <c:v>0.0261448769846</c:v>
                </c:pt>
                <c:pt idx="1232">
                  <c:v>0.0260458703945</c:v>
                </c:pt>
                <c:pt idx="1233">
                  <c:v>0.0259473003702</c:v>
                </c:pt>
                <c:pt idx="1234">
                  <c:v>0.0258491704205</c:v>
                </c:pt>
                <c:pt idx="1235">
                  <c:v>0.0257514839835</c:v>
                </c:pt>
                <c:pt idx="1236">
                  <c:v>0.0256542444197</c:v>
                </c:pt>
                <c:pt idx="1237">
                  <c:v>0.0255574550052</c:v>
                </c:pt>
                <c:pt idx="1238">
                  <c:v>0.0254611189261</c:v>
                </c:pt>
                <c:pt idx="1239">
                  <c:v>0.025365239272</c:v>
                </c:pt>
                <c:pt idx="1240">
                  <c:v>0.0252698190315</c:v>
                </c:pt>
                <c:pt idx="1241">
                  <c:v>0.0251748610865</c:v>
                </c:pt>
                <c:pt idx="1242">
                  <c:v>0.0250803682084</c:v>
                </c:pt>
                <c:pt idx="1243">
                  <c:v>0.0249863430529</c:v>
                </c:pt>
                <c:pt idx="1244">
                  <c:v>0.024892788157</c:v>
                </c:pt>
                <c:pt idx="1245">
                  <c:v>0.0247997059354</c:v>
                </c:pt>
                <c:pt idx="1246">
                  <c:v>0.0247070986771</c:v>
                </c:pt>
                <c:pt idx="1247">
                  <c:v>0.0246149685429</c:v>
                </c:pt>
                <c:pt idx="1248">
                  <c:v>0.0245233175629</c:v>
                </c:pt>
                <c:pt idx="1249">
                  <c:v>0.0244321476347</c:v>
                </c:pt>
                <c:pt idx="1250">
                  <c:v>0.0243414605215</c:v>
                </c:pt>
                <c:pt idx="1251">
                  <c:v>0.0242512578506</c:v>
                </c:pt>
                <c:pt idx="1252">
                  <c:v>0.0241615411126</c:v>
                </c:pt>
                <c:pt idx="1253">
                  <c:v>0.0240723116604</c:v>
                </c:pt>
                <c:pt idx="1254">
                  <c:v>0.0239835707085</c:v>
                </c:pt>
                <c:pt idx="1255">
                  <c:v>0.0238953193332</c:v>
                </c:pt>
                <c:pt idx="1256">
                  <c:v>0.0238075584724</c:v>
                </c:pt>
                <c:pt idx="1257">
                  <c:v>0.0237202889256</c:v>
                </c:pt>
                <c:pt idx="1258">
                  <c:v>0.0236335113546</c:v>
                </c:pt>
                <c:pt idx="1259">
                  <c:v>0.0235472262841</c:v>
                </c:pt>
                <c:pt idx="1260">
                  <c:v>0.0234614341026</c:v>
                </c:pt>
                <c:pt idx="1261">
                  <c:v>0.0233761350633</c:v>
                </c:pt>
                <c:pt idx="1262">
                  <c:v>0.0232913292856</c:v>
                </c:pt>
                <c:pt idx="1263">
                  <c:v>0.023207016756</c:v>
                </c:pt>
                <c:pt idx="1264">
                  <c:v>0.02312319733</c:v>
                </c:pt>
                <c:pt idx="1265">
                  <c:v>0.0230398707336</c:v>
                </c:pt>
                <c:pt idx="1266">
                  <c:v>0.0229570365649</c:v>
                </c:pt>
                <c:pt idx="1267">
                  <c:v>0.022874694296</c:v>
                </c:pt>
                <c:pt idx="1268">
                  <c:v>0.0227928432753</c:v>
                </c:pt>
                <c:pt idx="1269">
                  <c:v>0.0227114827287</c:v>
                </c:pt>
                <c:pt idx="1270">
                  <c:v>0.0226306117625</c:v>
                </c:pt>
                <c:pt idx="1271">
                  <c:v>0.022550229365</c:v>
                </c:pt>
                <c:pt idx="1272">
                  <c:v>0.0224703344088</c:v>
                </c:pt>
                <c:pt idx="1273">
                  <c:v>0.0223909256532</c:v>
                </c:pt>
                <c:pt idx="1274">
                  <c:v>0.0223120017461</c:v>
                </c:pt>
                <c:pt idx="1275">
                  <c:v>0.0222335612265</c:v>
                </c:pt>
                <c:pt idx="1276">
                  <c:v>0.0221556025268</c:v>
                </c:pt>
                <c:pt idx="1277">
                  <c:v>0.022078123975</c:v>
                </c:pt>
                <c:pt idx="1278">
                  <c:v>0.0220011237967</c:v>
                </c:pt>
                <c:pt idx="1279">
                  <c:v>0.0219246001179</c:v>
                </c:pt>
                <c:pt idx="1280">
                  <c:v>0.0218485509669</c:v>
                </c:pt>
                <c:pt idx="1281">
                  <c:v>0.0217729742768</c:v>
                </c:pt>
                <c:pt idx="1282">
                  <c:v>0.0216978678874</c:v>
                </c:pt>
                <c:pt idx="1283">
                  <c:v>0.0216232295477</c:v>
                </c:pt>
                <c:pt idx="1284">
                  <c:v>0.0215490569182</c:v>
                </c:pt>
                <c:pt idx="1285">
                  <c:v>0.0214753475724</c:v>
                </c:pt>
                <c:pt idx="1286">
                  <c:v>0.021402099</c:v>
                </c:pt>
                <c:pt idx="1287">
                  <c:v>0.0213293086079</c:v>
                </c:pt>
                <c:pt idx="1288">
                  <c:v>0.0212569737232</c:v>
                </c:pt>
                <c:pt idx="1289">
                  <c:v>0.0211850915946</c:v>
                </c:pt>
                <c:pt idx="1290">
                  <c:v>0.021113659395</c:v>
                </c:pt>
                <c:pt idx="1291">
                  <c:v>0.0210426742231</c:v>
                </c:pt>
                <c:pt idx="1292">
                  <c:v>0.0209721331052</c:v>
                </c:pt>
                <c:pt idx="1293">
                  <c:v>0.0209020329981</c:v>
                </c:pt>
                <c:pt idx="1294">
                  <c:v>0.0208323707898</c:v>
                </c:pt>
                <c:pt idx="1295">
                  <c:v>0.0207631433023</c:v>
                </c:pt>
                <c:pt idx="1296">
                  <c:v>0.0206943472932</c:v>
                </c:pt>
                <c:pt idx="1297">
                  <c:v>0.0206259794577</c:v>
                </c:pt>
                <c:pt idx="1298">
                  <c:v>0.0205580364303</c:v>
                </c:pt>
                <c:pt idx="1299">
                  <c:v>0.0204905147866</c:v>
                </c:pt>
                <c:pt idx="1300">
                  <c:v>0.0204234110455</c:v>
                </c:pt>
                <c:pt idx="1301">
                  <c:v>0.0203567216709</c:v>
                </c:pt>
                <c:pt idx="1302">
                  <c:v>0.0202904430735</c:v>
                </c:pt>
                <c:pt idx="1303">
                  <c:v>0.0202245716127</c:v>
                </c:pt>
                <c:pt idx="1304">
                  <c:v>0.0201591035983</c:v>
                </c:pt>
                <c:pt idx="1305">
                  <c:v>0.0200940352927</c:v>
                </c:pt>
                <c:pt idx="1306">
                  <c:v>0.0200293629126</c:v>
                </c:pt>
                <c:pt idx="1307">
                  <c:v>0.019965082631</c:v>
                </c:pt>
                <c:pt idx="1308">
                  <c:v>0.0199011905789</c:v>
                </c:pt>
                <c:pt idx="1309">
                  <c:v>0.0198376828474</c:v>
                </c:pt>
                <c:pt idx="1310">
                  <c:v>0.0197745554897</c:v>
                </c:pt>
                <c:pt idx="1311">
                  <c:v>0.019711804523</c:v>
                </c:pt>
                <c:pt idx="1312">
                  <c:v>0.0196494259305</c:v>
                </c:pt>
                <c:pt idx="1313">
                  <c:v>0.0195874156635</c:v>
                </c:pt>
                <c:pt idx="1314">
                  <c:v>0.0195257696435</c:v>
                </c:pt>
                <c:pt idx="1315">
                  <c:v>0.019464483764</c:v>
                </c:pt>
                <c:pt idx="1316">
                  <c:v>0.019403553893</c:v>
                </c:pt>
                <c:pt idx="1317">
                  <c:v>0.0193429758749</c:v>
                </c:pt>
                <c:pt idx="1318">
                  <c:v>0.0192827455328</c:v>
                </c:pt>
                <c:pt idx="1319">
                  <c:v>0.0192228586707</c:v>
                </c:pt>
                <c:pt idx="1320">
                  <c:v>0.0191633110756</c:v>
                </c:pt>
                <c:pt idx="1321">
                  <c:v>0.0191040985199</c:v>
                </c:pt>
                <c:pt idx="1322">
                  <c:v>0.0190452167637</c:v>
                </c:pt>
                <c:pt idx="1323">
                  <c:v>0.0189866615571</c:v>
                </c:pt>
                <c:pt idx="1324">
                  <c:v>0.0189284286424</c:v>
                </c:pt>
                <c:pt idx="1325">
                  <c:v>0.0188705137566</c:v>
                </c:pt>
                <c:pt idx="1326">
                  <c:v>0.018812912634</c:v>
                </c:pt>
                <c:pt idx="1327">
                  <c:v>0.018755621008</c:v>
                </c:pt>
                <c:pt idx="1328">
                  <c:v>0.0186986346142</c:v>
                </c:pt>
                <c:pt idx="1329">
                  <c:v>0.0186419491923</c:v>
                </c:pt>
                <c:pt idx="1330">
                  <c:v>0.018585560489</c:v>
                </c:pt>
                <c:pt idx="1331">
                  <c:v>0.01852946426</c:v>
                </c:pt>
                <c:pt idx="1332">
                  <c:v>0.0184736562729</c:v>
                </c:pt>
                <c:pt idx="1333">
                  <c:v>0.0184181323092</c:v>
                </c:pt>
                <c:pt idx="1334">
                  <c:v>0.0183628881671</c:v>
                </c:pt>
                <c:pt idx="1335">
                  <c:v>0.018307919664</c:v>
                </c:pt>
                <c:pt idx="1336">
                  <c:v>0.0182532226385</c:v>
                </c:pt>
                <c:pt idx="1337">
                  <c:v>0.0181987929534</c:v>
                </c:pt>
                <c:pt idx="1338">
                  <c:v>0.0181446264978</c:v>
                </c:pt>
                <c:pt idx="1339">
                  <c:v>0.0180907191893</c:v>
                </c:pt>
                <c:pt idx="1340">
                  <c:v>0.0180370669771</c:v>
                </c:pt>
                <c:pt idx="1341">
                  <c:v>0.0179836658436</c:v>
                </c:pt>
                <c:pt idx="1342">
                  <c:v>0.0179305118072</c:v>
                </c:pt>
                <c:pt idx="1343">
                  <c:v>0.0178776009244</c:v>
                </c:pt>
                <c:pt idx="1344">
                  <c:v>0.0178249292923</c:v>
                </c:pt>
                <c:pt idx="1345">
                  <c:v>0.0177724930504</c:v>
                </c:pt>
                <c:pt idx="1346">
                  <c:v>0.0177202883836</c:v>
                </c:pt>
                <c:pt idx="1347">
                  <c:v>0.0176683115235</c:v>
                </c:pt>
                <c:pt idx="1348">
                  <c:v>0.0176165587512</c:v>
                </c:pt>
                <c:pt idx="1349">
                  <c:v>0.017565026399</c:v>
                </c:pt>
                <c:pt idx="1350">
                  <c:v>0.0175137108526</c:v>
                </c:pt>
                <c:pt idx="1351">
                  <c:v>0.0174626085534</c:v>
                </c:pt>
                <c:pt idx="1352">
                  <c:v>0.0174117159998</c:v>
                </c:pt>
                <c:pt idx="1353">
                  <c:v>0.0173610297497</c:v>
                </c:pt>
                <c:pt idx="1354">
                  <c:v>0.0173105464221</c:v>
                </c:pt>
                <c:pt idx="1355">
                  <c:v>0.017260262699</c:v>
                </c:pt>
                <c:pt idx="1356">
                  <c:v>0.0172101753272</c:v>
                </c:pt>
                <c:pt idx="1357">
                  <c:v>0.0171602811198</c:v>
                </c:pt>
                <c:pt idx="1358">
                  <c:v>0.0171105769581</c:v>
                </c:pt>
                <c:pt idx="1359">
                  <c:v>0.0170610597931</c:v>
                </c:pt>
                <c:pt idx="1360">
                  <c:v>0.0170117266468</c:v>
                </c:pt>
                <c:pt idx="1361">
                  <c:v>0.0169625746143</c:v>
                </c:pt>
                <c:pt idx="1362">
                  <c:v>0.0169136008643</c:v>
                </c:pt>
                <c:pt idx="1363">
                  <c:v>0.0168648026413</c:v>
                </c:pt>
                <c:pt idx="1364">
                  <c:v>0.0168161772665</c:v>
                </c:pt>
                <c:pt idx="1365">
                  <c:v>0.0167677221388</c:v>
                </c:pt>
                <c:pt idx="1366">
                  <c:v>0.0167194347364</c:v>
                </c:pt>
                <c:pt idx="1367">
                  <c:v>0.0166713126177</c:v>
                </c:pt>
                <c:pt idx="1368">
                  <c:v>0.0166233534221</c:v>
                </c:pt>
                <c:pt idx="1369">
                  <c:v>0.0165755548711</c:v>
                </c:pt>
                <c:pt idx="1370">
                  <c:v>0.0165279147693</c:v>
                </c:pt>
                <c:pt idx="1371">
                  <c:v>0.0164804310049</c:v>
                </c:pt>
                <c:pt idx="1372">
                  <c:v>0.0164331015504</c:v>
                </c:pt>
                <c:pt idx="1373">
                  <c:v>0.0163859244636</c:v>
                </c:pt>
                <c:pt idx="1374">
                  <c:v>0.0163388978876</c:v>
                </c:pt>
                <c:pt idx="1375">
                  <c:v>0.0162920200515</c:v>
                </c:pt>
                <c:pt idx="1376">
                  <c:v>0.0162452892709</c:v>
                </c:pt>
                <c:pt idx="1377">
                  <c:v>0.0161987039475</c:v>
                </c:pt>
                <c:pt idx="1378">
                  <c:v>0.0161522625703</c:v>
                </c:pt>
                <c:pt idx="1379">
                  <c:v>0.0161059637147</c:v>
                </c:pt>
                <c:pt idx="1380">
                  <c:v>0.0160598060428</c:v>
                </c:pt>
                <c:pt idx="1381">
                  <c:v>0.0160137883036</c:v>
                </c:pt>
                <c:pt idx="1382">
                  <c:v>0.015967909332</c:v>
                </c:pt>
                <c:pt idx="1383">
                  <c:v>0.0159221680492</c:v>
                </c:pt>
                <c:pt idx="1384">
                  <c:v>0.0158765634618</c:v>
                </c:pt>
                <c:pt idx="1385">
                  <c:v>0.0158310946613</c:v>
                </c:pt>
                <c:pt idx="1386">
                  <c:v>0.0157857608234</c:v>
                </c:pt>
                <c:pt idx="1387">
                  <c:v>0.0157405612072</c:v>
                </c:pt>
                <c:pt idx="1388">
                  <c:v>0.0156954951545</c:v>
                </c:pt>
                <c:pt idx="1389">
                  <c:v>0.0156505620885</c:v>
                </c:pt>
                <c:pt idx="1390">
                  <c:v>0.0156057615127</c:v>
                </c:pt>
                <c:pt idx="1391">
                  <c:v>0.0155610930096</c:v>
                </c:pt>
                <c:pt idx="1392">
                  <c:v>0.0155165562397</c:v>
                </c:pt>
                <c:pt idx="1393">
                  <c:v>0.0154721509395</c:v>
                </c:pt>
                <c:pt idx="1394">
                  <c:v>0.0154278769202</c:v>
                </c:pt>
                <c:pt idx="1395">
                  <c:v>0.0153837340659</c:v>
                </c:pt>
                <c:pt idx="1396">
                  <c:v>0.0153397223318</c:v>
                </c:pt>
                <c:pt idx="1397">
                  <c:v>0.0152958417426</c:v>
                </c:pt>
                <c:pt idx="1398">
                  <c:v>0.0152520923896</c:v>
                </c:pt>
                <c:pt idx="1399">
                  <c:v>0.0152084744298</c:v>
                </c:pt>
                <c:pt idx="1400">
                  <c:v>0.0151649880826</c:v>
                </c:pt>
                <c:pt idx="1401">
                  <c:v>0.0151216336281</c:v>
                </c:pt>
                <c:pt idx="1402">
                  <c:v>0.0150784114047</c:v>
                </c:pt>
                <c:pt idx="1403">
                  <c:v>0.0150353218064</c:v>
                </c:pt>
                <c:pt idx="1404">
                  <c:v>0.0149923652802</c:v>
                </c:pt>
                <c:pt idx="1405">
                  <c:v>0.0149495423239</c:v>
                </c:pt>
                <c:pt idx="1406">
                  <c:v>0.0149068534833</c:v>
                </c:pt>
                <c:pt idx="1407">
                  <c:v>0.0148642993489</c:v>
                </c:pt>
                <c:pt idx="1408">
                  <c:v>0.0148218805542</c:v>
                </c:pt>
                <c:pt idx="1409">
                  <c:v>0.0147795977719</c:v>
                </c:pt>
                <c:pt idx="1410">
                  <c:v>0.0147374517117</c:v>
                </c:pt>
                <c:pt idx="1411">
                  <c:v>0.0146954431169</c:v>
                </c:pt>
                <c:pt idx="1412">
                  <c:v>0.0146535727622</c:v>
                </c:pt>
                <c:pt idx="1413">
                  <c:v>0.0146118414503</c:v>
                </c:pt>
                <c:pt idx="1414">
                  <c:v>0.0145702500091</c:v>
                </c:pt>
                <c:pt idx="1415">
                  <c:v>0.0145287992887</c:v>
                </c:pt>
                <c:pt idx="1416">
                  <c:v>0.0144874901592</c:v>
                </c:pt>
                <c:pt idx="1417">
                  <c:v>0.0144463235068</c:v>
                </c:pt>
                <c:pt idx="1418">
                  <c:v>0.014405300232</c:v>
                </c:pt>
                <c:pt idx="1419">
                  <c:v>0.014364421246</c:v>
                </c:pt>
                <c:pt idx="1420">
                  <c:v>0.0143236874686</c:v>
                </c:pt>
                <c:pt idx="1421">
                  <c:v>0.0142830998252</c:v>
                </c:pt>
                <c:pt idx="1422">
                  <c:v>0.0142426592441</c:v>
                </c:pt>
                <c:pt idx="1423">
                  <c:v>0.0142023666544</c:v>
                </c:pt>
                <c:pt idx="1424">
                  <c:v>0.0141622229829</c:v>
                </c:pt>
                <c:pt idx="1425">
                  <c:v>0.0141222291522</c:v>
                </c:pt>
                <c:pt idx="1426">
                  <c:v>0.0140823860782</c:v>
                </c:pt>
                <c:pt idx="1427">
                  <c:v>0.0140426946677</c:v>
                </c:pt>
                <c:pt idx="1428">
                  <c:v>0.0140031558165</c:v>
                </c:pt>
                <c:pt idx="1429">
                  <c:v>0.0139637704074</c:v>
                </c:pt>
                <c:pt idx="1430">
                  <c:v>0.0139245393079</c:v>
                </c:pt>
                <c:pt idx="1431">
                  <c:v>0.0138854633687</c:v>
                </c:pt>
                <c:pt idx="1432">
                  <c:v>0.0138465434218</c:v>
                </c:pt>
                <c:pt idx="1433">
                  <c:v>0.0138077802789</c:v>
                </c:pt>
                <c:pt idx="1434">
                  <c:v>0.0137691747299</c:v>
                </c:pt>
                <c:pt idx="1435">
                  <c:v>0.0137307275415</c:v>
                </c:pt>
                <c:pt idx="1436">
                  <c:v>0.0136924394557</c:v>
                </c:pt>
                <c:pt idx="1437">
                  <c:v>0.0136543111888</c:v>
                </c:pt>
                <c:pt idx="1438">
                  <c:v>0.0136163434302</c:v>
                </c:pt>
                <c:pt idx="1439">
                  <c:v>0.0135785368417</c:v>
                </c:pt>
                <c:pt idx="1440">
                  <c:v>0.0135408920561</c:v>
                </c:pt>
                <c:pt idx="1441">
                  <c:v>0.0135034096768</c:v>
                </c:pt>
                <c:pt idx="1442">
                  <c:v>0.0134660902771</c:v>
                </c:pt>
                <c:pt idx="1443">
                  <c:v>0.0134289343995</c:v>
                </c:pt>
                <c:pt idx="1444">
                  <c:v>0.0133919425555</c:v>
                </c:pt>
                <c:pt idx="1445">
                  <c:v>0.0133551152247</c:v>
                </c:pt>
                <c:pt idx="1446">
                  <c:v>0.0133184528552</c:v>
                </c:pt>
                <c:pt idx="1447">
                  <c:v>0.0132819558627</c:v>
                </c:pt>
                <c:pt idx="1448">
                  <c:v>0.0132456246312</c:v>
                </c:pt>
                <c:pt idx="1449">
                  <c:v>0.0132094595121</c:v>
                </c:pt>
                <c:pt idx="1450">
                  <c:v>0.0131734608249</c:v>
                </c:pt>
                <c:pt idx="1451">
                  <c:v>0.0131376288571</c:v>
                </c:pt>
                <c:pt idx="1452">
                  <c:v>0.0131019638644</c:v>
                </c:pt>
                <c:pt idx="1453">
                  <c:v>0.013066466071</c:v>
                </c:pt>
                <c:pt idx="1454">
                  <c:v>0.0130311356697</c:v>
                </c:pt>
                <c:pt idx="1455">
                  <c:v>0.0129959728228</c:v>
                </c:pt>
                <c:pt idx="1456">
                  <c:v>0.0129609776619</c:v>
                </c:pt>
                <c:pt idx="1457">
                  <c:v>0.0129261502889</c:v>
                </c:pt>
                <c:pt idx="1458">
                  <c:v>0.0128914907763</c:v>
                </c:pt>
                <c:pt idx="1459">
                  <c:v>0.0128569991678</c:v>
                </c:pt>
                <c:pt idx="1460">
                  <c:v>0.0128226754788</c:v>
                </c:pt>
                <c:pt idx="1461">
                  <c:v>0.0127885196973</c:v>
                </c:pt>
                <c:pt idx="1462">
                  <c:v>0.0127545317844</c:v>
                </c:pt>
                <c:pt idx="1463">
                  <c:v>0.012720711675</c:v>
                </c:pt>
                <c:pt idx="1464">
                  <c:v>0.0126870592786</c:v>
                </c:pt>
                <c:pt idx="1465">
                  <c:v>0.0126535744798</c:v>
                </c:pt>
                <c:pt idx="1466">
                  <c:v>0.0126202571395</c:v>
                </c:pt>
                <c:pt idx="1467">
                  <c:v>0.0125871070953</c:v>
                </c:pt>
                <c:pt idx="1468">
                  <c:v>0.0125541241624</c:v>
                </c:pt>
                <c:pt idx="1469">
                  <c:v>0.0125213081344</c:v>
                </c:pt>
                <c:pt idx="1470">
                  <c:v>0.012488658784</c:v>
                </c:pt>
                <c:pt idx="1471">
                  <c:v>0.012456175864</c:v>
                </c:pt>
                <c:pt idx="1472">
                  <c:v>0.0124238591078</c:v>
                </c:pt>
                <c:pt idx="1473">
                  <c:v>0.0123917082306</c:v>
                </c:pt>
                <c:pt idx="1474">
                  <c:v>0.0123597229298</c:v>
                </c:pt>
                <c:pt idx="1475">
                  <c:v>0.0123279028859</c:v>
                </c:pt>
                <c:pt idx="1476">
                  <c:v>0.0122962477634</c:v>
                </c:pt>
                <c:pt idx="1477">
                  <c:v>0.0122647572116</c:v>
                </c:pt>
                <c:pt idx="1478">
                  <c:v>0.0122334308652</c:v>
                </c:pt>
                <c:pt idx="1479">
                  <c:v>0.0122022683449</c:v>
                </c:pt>
                <c:pt idx="1480">
                  <c:v>0.0121712692586</c:v>
                </c:pt>
                <c:pt idx="1481">
                  <c:v>0.0121404332019</c:v>
                </c:pt>
                <c:pt idx="1482">
                  <c:v>0.0121097597587</c:v>
                </c:pt>
                <c:pt idx="1483">
                  <c:v>0.0120792485021</c:v>
                </c:pt>
                <c:pt idx="1484">
                  <c:v>0.012048898995</c:v>
                </c:pt>
                <c:pt idx="1485">
                  <c:v>0.0120187107908</c:v>
                </c:pt>
                <c:pt idx="1486">
                  <c:v>0.011988683434</c:v>
                </c:pt>
                <c:pt idx="1487">
                  <c:v>0.011958816461</c:v>
                </c:pt>
                <c:pt idx="1488">
                  <c:v>0.0119291094007</c:v>
                </c:pt>
                <c:pt idx="1489">
                  <c:v>0.0118995617749</c:v>
                </c:pt>
                <c:pt idx="1490">
                  <c:v>0.0118701730992</c:v>
                </c:pt>
                <c:pt idx="1491">
                  <c:v>0.0118409428835</c:v>
                </c:pt>
                <c:pt idx="1492">
                  <c:v>0.0118118706325</c:v>
                </c:pt>
                <c:pt idx="1493">
                  <c:v>0.0117829558465</c:v>
                </c:pt>
                <c:pt idx="1494">
                  <c:v>0.0117541980215</c:v>
                </c:pt>
                <c:pt idx="1495">
                  <c:v>0.0117255966503</c:v>
                </c:pt>
                <c:pt idx="1496">
                  <c:v>0.0116971512225</c:v>
                </c:pt>
                <c:pt idx="1497">
                  <c:v>0.0116688612255</c:v>
                </c:pt>
                <c:pt idx="1498">
                  <c:v>0.0116407261445</c:v>
                </c:pt>
                <c:pt idx="1499">
                  <c:v>0.0116127454636</c:v>
                </c:pt>
                <c:pt idx="1500">
                  <c:v>0.0115849186654</c:v>
                </c:pt>
                <c:pt idx="1501">
                  <c:v>0.0115572452326</c:v>
                </c:pt>
                <c:pt idx="1502">
                  <c:v>0.0115297246472</c:v>
                </c:pt>
                <c:pt idx="1503">
                  <c:v>0.0115023563919</c:v>
                </c:pt>
                <c:pt idx="1504">
                  <c:v>0.0114751399501</c:v>
                </c:pt>
                <c:pt idx="1505">
                  <c:v>0.0114480748063</c:v>
                </c:pt>
                <c:pt idx="1506">
                  <c:v>0.0114211604467</c:v>
                </c:pt>
                <c:pt idx="1507">
                  <c:v>0.0113943963592</c:v>
                </c:pt>
                <c:pt idx="1508">
                  <c:v>0.0113677820342</c:v>
                </c:pt>
                <c:pt idx="1509">
                  <c:v>0.0113413169646</c:v>
                </c:pt>
                <c:pt idx="1510">
                  <c:v>0.0113150006466</c:v>
                </c:pt>
                <c:pt idx="1511">
                  <c:v>0.0112888325792</c:v>
                </c:pt>
                <c:pt idx="1512">
                  <c:v>0.0112628122656</c:v>
                </c:pt>
                <c:pt idx="1513">
                  <c:v>0.0112369392124</c:v>
                </c:pt>
                <c:pt idx="1514">
                  <c:v>0.0112112129309</c:v>
                </c:pt>
                <c:pt idx="1515">
                  <c:v>0.0111856329364</c:v>
                </c:pt>
                <c:pt idx="1516">
                  <c:v>0.0111601987493</c:v>
                </c:pt>
                <c:pt idx="1517">
                  <c:v>0.0111349098949</c:v>
                </c:pt>
                <c:pt idx="1518">
                  <c:v>0.0111097659036</c:v>
                </c:pt>
                <c:pt idx="1519">
                  <c:v>0.0110847663112</c:v>
                </c:pt>
                <c:pt idx="1520">
                  <c:v>0.0110599106592</c:v>
                </c:pt>
                <c:pt idx="1521">
                  <c:v>0.011035198495</c:v>
                </c:pt>
                <c:pt idx="1522">
                  <c:v>0.0110106293718</c:v>
                </c:pt>
                <c:pt idx="1523">
                  <c:v>0.0109862028489</c:v>
                </c:pt>
                <c:pt idx="1524">
                  <c:v>0.010961918492</c:v>
                </c:pt>
                <c:pt idx="1525">
                  <c:v>0.0109377758732</c:v>
                </c:pt>
                <c:pt idx="1526">
                  <c:v>0.0109137745709</c:v>
                </c:pt>
                <c:pt idx="1527">
                  <c:v>0.0108899141702</c:v>
                </c:pt>
                <c:pt idx="1528">
                  <c:v>0.0108661942628</c:v>
                </c:pt>
                <c:pt idx="1529">
                  <c:v>0.0108426144474</c:v>
                </c:pt>
                <c:pt idx="1530">
                  <c:v>0.0108191743291</c:v>
                </c:pt>
                <c:pt idx="1531">
                  <c:v>0.0107958735199</c:v>
                </c:pt>
                <c:pt idx="1532">
                  <c:v>0.0107727116389</c:v>
                </c:pt>
                <c:pt idx="1533">
                  <c:v>0.0107496883116</c:v>
                </c:pt>
                <c:pt idx="1534">
                  <c:v>0.0107268031707</c:v>
                </c:pt>
                <c:pt idx="1535">
                  <c:v>0.0107040558555</c:v>
                </c:pt>
                <c:pt idx="1536">
                  <c:v>0.0106814460121</c:v>
                </c:pt>
                <c:pt idx="1537">
                  <c:v>0.0106589732933</c:v>
                </c:pt>
                <c:pt idx="1538">
                  <c:v>0.0106366373586</c:v>
                </c:pt>
                <c:pt idx="1539">
                  <c:v>0.0106144378739</c:v>
                </c:pt>
                <c:pt idx="1540">
                  <c:v>0.0105923745118</c:v>
                </c:pt>
                <c:pt idx="1541">
                  <c:v>0.010570446951</c:v>
                </c:pt>
                <c:pt idx="1542">
                  <c:v>0.0105486548768</c:v>
                </c:pt>
                <c:pt idx="1543">
                  <c:v>0.0105269979802</c:v>
                </c:pt>
                <c:pt idx="1544">
                  <c:v>0.0105054759585</c:v>
                </c:pt>
                <c:pt idx="1545">
                  <c:v>0.0104840885147</c:v>
                </c:pt>
                <c:pt idx="1546">
                  <c:v>0.0104628353576</c:v>
                </c:pt>
                <c:pt idx="1547">
                  <c:v>0.0104417162012</c:v>
                </c:pt>
                <c:pt idx="1548">
                  <c:v>0.010420730765</c:v>
                </c:pt>
                <c:pt idx="1549">
                  <c:v>0.0103998787737</c:v>
                </c:pt>
                <c:pt idx="1550">
                  <c:v>0.0103791599568</c:v>
                </c:pt>
                <c:pt idx="1551">
                  <c:v>0.0103585740483</c:v>
                </c:pt>
                <c:pt idx="1552">
                  <c:v>0.0103381207869</c:v>
                </c:pt>
                <c:pt idx="1553">
                  <c:v>0.0103177999154</c:v>
                </c:pt>
                <c:pt idx="1554">
                  <c:v>0.0102976111807</c:v>
                </c:pt>
                <c:pt idx="1555">
                  <c:v>0.0102775543332</c:v>
                </c:pt>
                <c:pt idx="1556">
                  <c:v>0.0102576291268</c:v>
                </c:pt>
                <c:pt idx="1557">
                  <c:v>0.0102378353188</c:v>
                </c:pt>
                <c:pt idx="1558">
                  <c:v>0.0102181726689</c:v>
                </c:pt>
                <c:pt idx="1559">
                  <c:v>0.0101986409398</c:v>
                </c:pt>
                <c:pt idx="1560">
                  <c:v>0.0101792398963</c:v>
                </c:pt>
                <c:pt idx="1561">
                  <c:v>0.0101599693049</c:v>
                </c:pt>
                <c:pt idx="1562">
                  <c:v>0.010140828934</c:v>
                </c:pt>
                <c:pt idx="1563">
                  <c:v>0.010121818553</c:v>
                </c:pt>
                <c:pt idx="1564">
                  <c:v>0.0101029379325</c:v>
                </c:pt>
                <c:pt idx="1565">
                  <c:v>0.0100841868432</c:v>
                </c:pt>
                <c:pt idx="1566">
                  <c:v>0.0100655650562</c:v>
                </c:pt>
                <c:pt idx="1567">
                  <c:v>0.0100470723423</c:v>
                </c:pt>
                <c:pt idx="1568">
                  <c:v>0.0100287084713</c:v>
                </c:pt>
                <c:pt idx="1569">
                  <c:v>0.0100104732122</c:v>
                </c:pt>
                <c:pt idx="1570">
                  <c:v>0.00999236633235</c:v>
                </c:pt>
                <c:pt idx="1571">
                  <c:v>0.00997438759696</c:v>
                </c:pt>
                <c:pt idx="1572">
                  <c:v>0.00995653676881</c:v>
                </c:pt>
                <c:pt idx="1573">
                  <c:v>0.00993881360765</c:v>
                </c:pt>
                <c:pt idx="1574">
                  <c:v>0.00992121786969</c:v>
                </c:pt>
                <c:pt idx="1575">
                  <c:v>0.00990374930712</c:v>
                </c:pt>
                <c:pt idx="1576">
                  <c:v>0.00988640766753</c:v>
                </c:pt>
                <c:pt idx="1577">
                  <c:v>0.00986919269337</c:v>
                </c:pt>
                <c:pt idx="1578">
                  <c:v>0.00985210412133</c:v>
                </c:pt>
                <c:pt idx="1579">
                  <c:v>0.00983514168179</c:v>
                </c:pt>
                <c:pt idx="1580">
                  <c:v>0.00981830509816</c:v>
                </c:pt>
                <c:pt idx="1581">
                  <c:v>0.00980159408629</c:v>
                </c:pt>
                <c:pt idx="1582">
                  <c:v>0.00978500835377</c:v>
                </c:pt>
                <c:pt idx="1583">
                  <c:v>0.00976854759927</c:v>
                </c:pt>
                <c:pt idx="1584">
                  <c:v>0.00975221151188</c:v>
                </c:pt>
                <c:pt idx="1585">
                  <c:v>0.00973599977037</c:v>
                </c:pt>
                <c:pt idx="1586">
                  <c:v>0.00971991204247</c:v>
                </c:pt>
                <c:pt idx="1587">
                  <c:v>0.00970394798414</c:v>
                </c:pt>
                <c:pt idx="1588">
                  <c:v>0.00968810723881</c:v>
                </c:pt>
                <c:pt idx="1589">
                  <c:v>0.0096723894366</c:v>
                </c:pt>
                <c:pt idx="1590">
                  <c:v>0.00965679419356</c:v>
                </c:pt>
                <c:pt idx="1591">
                  <c:v>0.00964132111083</c:v>
                </c:pt>
                <c:pt idx="1592">
                  <c:v>0.00962596977388</c:v>
                </c:pt>
                <c:pt idx="1593">
                  <c:v>0.00961073975165</c:v>
                </c:pt>
                <c:pt idx="1594">
                  <c:v>0.00959563059576</c:v>
                </c:pt>
                <c:pt idx="1595">
                  <c:v>0.00958064183963</c:v>
                </c:pt>
                <c:pt idx="1596">
                  <c:v>0.00956577299771</c:v>
                </c:pt>
                <c:pt idx="1597">
                  <c:v>0.00955102356456</c:v>
                </c:pt>
                <c:pt idx="1598">
                  <c:v>0.00953639301408</c:v>
                </c:pt>
                <c:pt idx="1599">
                  <c:v>0.00952188079864</c:v>
                </c:pt>
                <c:pt idx="1600">
                  <c:v>0.00950748634824</c:v>
                </c:pt>
                <c:pt idx="1601">
                  <c:v>0.0094932090697</c:v>
                </c:pt>
                <c:pt idx="1602">
                  <c:v>0.00947904834584</c:v>
                </c:pt>
                <c:pt idx="1603">
                  <c:v>0.00946500353469</c:v>
                </c:pt>
                <c:pt idx="1604">
                  <c:v>0.00945107396866</c:v>
                </c:pt>
                <c:pt idx="1605">
                  <c:v>0.00943725895385</c:v>
                </c:pt>
                <c:pt idx="1606">
                  <c:v>0.00942355776924</c:v>
                </c:pt>
                <c:pt idx="1607">
                  <c:v>0.009409969666</c:v>
                </c:pt>
                <c:pt idx="1608">
                  <c:v>0.00939649386683</c:v>
                </c:pt>
                <c:pt idx="1609">
                  <c:v>0.00938312956527</c:v>
                </c:pt>
                <c:pt idx="1610">
                  <c:v>0.00936987592508</c:v>
                </c:pt>
                <c:pt idx="1611">
                  <c:v>0.00935673207974</c:v>
                </c:pt>
                <c:pt idx="1612">
                  <c:v>0.00934369713184</c:v>
                </c:pt>
                <c:pt idx="1613">
                  <c:v>0.00933077015265</c:v>
                </c:pt>
                <c:pt idx="1614">
                  <c:v>0.00931795018169</c:v>
                </c:pt>
                <c:pt idx="1615">
                  <c:v>0.00930523622639</c:v>
                </c:pt>
                <c:pt idx="1616">
                  <c:v>0.00929262726172</c:v>
                </c:pt>
                <c:pt idx="1617">
                  <c:v>0.00928012223005</c:v>
                </c:pt>
                <c:pt idx="1618">
                  <c:v>0.00926772004089</c:v>
                </c:pt>
                <c:pt idx="1619">
                  <c:v>0.00925541957089</c:v>
                </c:pt>
                <c:pt idx="1620">
                  <c:v>0.00924321966375</c:v>
                </c:pt>
                <c:pt idx="1621">
                  <c:v>0.00923111913033</c:v>
                </c:pt>
                <c:pt idx="1622">
                  <c:v>0.00921911674881</c:v>
                </c:pt>
                <c:pt idx="1623">
                  <c:v>0.00920721126488</c:v>
                </c:pt>
                <c:pt idx="1624">
                  <c:v>0.00919540139216</c:v>
                </c:pt>
                <c:pt idx="1625">
                  <c:v>0.00918368581255</c:v>
                </c:pt>
                <c:pt idx="1626">
                  <c:v>0.0091720631768</c:v>
                </c:pt>
                <c:pt idx="1627">
                  <c:v>0.00916053210513</c:v>
                </c:pt>
                <c:pt idx="1628">
                  <c:v>0.00914909118798</c:v>
                </c:pt>
                <c:pt idx="1629">
                  <c:v>0.00913773898678</c:v>
                </c:pt>
                <c:pt idx="1630">
                  <c:v>0.009126474035</c:v>
                </c:pt>
                <c:pt idx="1631">
                  <c:v>0.0091152948391</c:v>
                </c:pt>
                <c:pt idx="1632">
                  <c:v>0.00910419987974</c:v>
                </c:pt>
                <c:pt idx="1633">
                  <c:v>0.00909318761306</c:v>
                </c:pt>
                <c:pt idx="1634">
                  <c:v>0.009082256472</c:v>
                </c:pt>
                <c:pt idx="1635">
                  <c:v>0.00907140486785</c:v>
                </c:pt>
                <c:pt idx="1636">
                  <c:v>0.00906063119181</c:v>
                </c:pt>
                <c:pt idx="1637">
                  <c:v>0.00904993381668</c:v>
                </c:pt>
                <c:pt idx="1638">
                  <c:v>0.00903931109869</c:v>
                </c:pt>
                <c:pt idx="1639">
                  <c:v>0.00902876137939</c:v>
                </c:pt>
                <c:pt idx="1640">
                  <c:v>0.00901828298766</c:v>
                </c:pt>
                <c:pt idx="1641">
                  <c:v>0.00900787424177</c:v>
                </c:pt>
                <c:pt idx="1642">
                  <c:v>0.00899753345164</c:v>
                </c:pt>
                <c:pt idx="1643">
                  <c:v>0.00898725892103</c:v>
                </c:pt>
                <c:pt idx="1644">
                  <c:v>0.00897704894996</c:v>
                </c:pt>
                <c:pt idx="1645">
                  <c:v>0.00896690183708</c:v>
                </c:pt>
                <c:pt idx="1646">
                  <c:v>0.00895681588219</c:v>
                </c:pt>
                <c:pt idx="1647">
                  <c:v>0.00894678938881</c:v>
                </c:pt>
                <c:pt idx="1648">
                  <c:v>0.00893682066673</c:v>
                </c:pt>
                <c:pt idx="1649">
                  <c:v>0.00892690803471</c:v>
                </c:pt>
                <c:pt idx="1650">
                  <c:v>0.00891704982313</c:v>
                </c:pt>
                <c:pt idx="1651">
                  <c:v>0.00890724437672</c:v>
                </c:pt>
                <c:pt idx="1652">
                  <c:v>0.00889749005725</c:v>
                </c:pt>
                <c:pt idx="1653">
                  <c:v>0.00888778524632</c:v>
                </c:pt>
                <c:pt idx="1654">
                  <c:v>0.00887812834801</c:v>
                </c:pt>
                <c:pt idx="1655">
                  <c:v>0.00886851779167</c:v>
                </c:pt>
                <c:pt idx="1656">
                  <c:v>0.00885895203455</c:v>
                </c:pt>
                <c:pt idx="1657">
                  <c:v>0.00884942956446</c:v>
                </c:pt>
                <c:pt idx="1658">
                  <c:v>0.00883994890242</c:v>
                </c:pt>
                <c:pt idx="1659">
                  <c:v>0.00883050860513</c:v>
                </c:pt>
                <c:pt idx="1660">
                  <c:v>0.00882110726751</c:v>
                </c:pt>
                <c:pt idx="1661">
                  <c:v>0.00881174352506</c:v>
                </c:pt>
                <c:pt idx="1662">
                  <c:v>0.00880241605618</c:v>
                </c:pt>
                <c:pt idx="1663">
                  <c:v>0.00879312358436</c:v>
                </c:pt>
                <c:pt idx="1664">
                  <c:v>0.00878386488027</c:v>
                </c:pt>
                <c:pt idx="1665">
                  <c:v>0.00877463876374</c:v>
                </c:pt>
                <c:pt idx="1666">
                  <c:v>0.00876544410558</c:v>
                </c:pt>
                <c:pt idx="1667">
                  <c:v>0.0087562798293</c:v>
                </c:pt>
                <c:pt idx="1668">
                  <c:v>0.00874714491263</c:v>
                </c:pt>
                <c:pt idx="1669">
                  <c:v>0.0087380383889</c:v>
                </c:pt>
                <c:pt idx="1670">
                  <c:v>0.00872895934832</c:v>
                </c:pt>
                <c:pt idx="1671">
                  <c:v>0.00871990693897</c:v>
                </c:pt>
                <c:pt idx="1672">
                  <c:v>0.00871088036772</c:v>
                </c:pt>
                <c:pt idx="1673">
                  <c:v>0.00870187890091</c:v>
                </c:pt>
                <c:pt idx="1674">
                  <c:v>0.0086929018649</c:v>
                </c:pt>
                <c:pt idx="1675">
                  <c:v>0.00868394864634</c:v>
                </c:pt>
                <c:pt idx="1676">
                  <c:v>0.00867501869233</c:v>
                </c:pt>
                <c:pt idx="1677">
                  <c:v>0.00866611151041</c:v>
                </c:pt>
                <c:pt idx="1678">
                  <c:v>0.00865722666825</c:v>
                </c:pt>
                <c:pt idx="1679">
                  <c:v>0.00864836379325</c:v>
                </c:pt>
                <c:pt idx="1680">
                  <c:v>0.00863952257192</c:v>
                </c:pt>
                <c:pt idx="1681">
                  <c:v>0.00863070274908</c:v>
                </c:pt>
                <c:pt idx="1682">
                  <c:v>0.00862190412684</c:v>
                </c:pt>
                <c:pt idx="1683">
                  <c:v>0.00861312656346</c:v>
                </c:pt>
                <c:pt idx="1684">
                  <c:v>0.00860436997203</c:v>
                </c:pt>
                <c:pt idx="1685">
                  <c:v>0.00859563431891</c:v>
                </c:pt>
                <c:pt idx="1686">
                  <c:v>0.00858691962213</c:v>
                </c:pt>
                <c:pt idx="1687">
                  <c:v>0.00857822594955</c:v>
                </c:pt>
                <c:pt idx="1688">
                  <c:v>0.00856955341693</c:v>
                </c:pt>
                <c:pt idx="1689">
                  <c:v>0.00856090218582</c:v>
                </c:pt>
                <c:pt idx="1690">
                  <c:v>0.00855227246136</c:v>
                </c:pt>
                <c:pt idx="1691">
                  <c:v>0.00854366448998</c:v>
                </c:pt>
                <c:pt idx="1692">
                  <c:v>0.00853507855697</c:v>
                </c:pt>
                <c:pt idx="1693">
                  <c:v>0.00852651498397</c:v>
                </c:pt>
                <c:pt idx="1694">
                  <c:v>0.00851797412639</c:v>
                </c:pt>
                <c:pt idx="1695">
                  <c:v>0.00850945637075</c:v>
                </c:pt>
                <c:pt idx="1696">
                  <c:v>0.00850096213198</c:v>
                </c:pt>
                <c:pt idx="1697">
                  <c:v>0.00849249185068</c:v>
                </c:pt>
                <c:pt idx="1698">
                  <c:v>0.0084840459903</c:v>
                </c:pt>
                <c:pt idx="1699">
                  <c:v>0.00847562503439</c:v>
                </c:pt>
                <c:pt idx="1700">
                  <c:v>0.0084672294838</c:v>
                </c:pt>
                <c:pt idx="1701">
                  <c:v>0.00845885985383</c:v>
                </c:pt>
                <c:pt idx="1702">
                  <c:v>0.00845051667152</c:v>
                </c:pt>
                <c:pt idx="1703">
                  <c:v>0.00844220047285</c:v>
                </c:pt>
                <c:pt idx="1704">
                  <c:v>0.00843391180005</c:v>
                </c:pt>
                <c:pt idx="1705">
                  <c:v>0.00842565119896</c:v>
                </c:pt>
                <c:pt idx="1706">
                  <c:v>0.0084174192164</c:v>
                </c:pt>
                <c:pt idx="1707">
                  <c:v>0.00840921639767</c:v>
                </c:pt>
                <c:pt idx="1708">
                  <c:v>0.0084010432841</c:v>
                </c:pt>
                <c:pt idx="1709">
                  <c:v>0.00839290041069</c:v>
                </c:pt>
                <c:pt idx="1710">
                  <c:v>0.00838478830386</c:v>
                </c:pt>
                <c:pt idx="1711">
                  <c:v>0.00837670747927</c:v>
                </c:pt>
                <c:pt idx="1712">
                  <c:v>0.00836865843982</c:v>
                </c:pt>
                <c:pt idx="1713">
                  <c:v>0.00836064167366</c:v>
                </c:pt>
                <c:pt idx="1714">
                  <c:v>0.00835265765246</c:v>
                </c:pt>
                <c:pt idx="1715">
                  <c:v>0.00834470682965</c:v>
                </c:pt>
                <c:pt idx="1716">
                  <c:v>0.00833678963894</c:v>
                </c:pt>
                <c:pt idx="1717">
                  <c:v>0.00832890649286</c:v>
                </c:pt>
                <c:pt idx="1718">
                  <c:v>0.00832105778151</c:v>
                </c:pt>
                <c:pt idx="1719">
                  <c:v>0.00831324387137</c:v>
                </c:pt>
                <c:pt idx="1720">
                  <c:v>0.00830546510439</c:v>
                </c:pt>
                <c:pt idx="1721">
                  <c:v>0.008297721797</c:v>
                </c:pt>
                <c:pt idx="1722">
                  <c:v>0.0082900142395</c:v>
                </c:pt>
                <c:pt idx="1723">
                  <c:v>0.00828234269539</c:v>
                </c:pt>
                <c:pt idx="1724">
                  <c:v>0.00827470740097</c:v>
                </c:pt>
                <c:pt idx="1725">
                  <c:v>0.00826710856497</c:v>
                </c:pt>
                <c:pt idx="1726">
                  <c:v>0.0082595463684</c:v>
                </c:pt>
                <c:pt idx="1727">
                  <c:v>0.00825202096447</c:v>
                </c:pt>
                <c:pt idx="1728">
                  <c:v>0.00824453247862</c:v>
                </c:pt>
                <c:pt idx="1729">
                  <c:v>0.00823708100875</c:v>
                </c:pt>
                <c:pt idx="1730">
                  <c:v>0.00822966662544</c:v>
                </c:pt>
                <c:pt idx="1731">
                  <c:v>0.00822228937239</c:v>
                </c:pt>
                <c:pt idx="1732">
                  <c:v>0.00821494926692</c:v>
                </c:pt>
                <c:pt idx="1733">
                  <c:v>0.00820764630049</c:v>
                </c:pt>
                <c:pt idx="1734">
                  <c:v>0.00820038043945</c:v>
                </c:pt>
                <c:pt idx="1735">
                  <c:v>0.00819315162575</c:v>
                </c:pt>
                <c:pt idx="1736">
                  <c:v>0.00818595977779</c:v>
                </c:pt>
                <c:pt idx="1737">
                  <c:v>0.00817880479131</c:v>
                </c:pt>
                <c:pt idx="1738">
                  <c:v>0.00817168654034</c:v>
                </c:pt>
                <c:pt idx="1739">
                  <c:v>0.00816460487819</c:v>
                </c:pt>
                <c:pt idx="1740">
                  <c:v>0.00815755963855</c:v>
                </c:pt>
                <c:pt idx="1741">
                  <c:v>0.00815055063652</c:v>
                </c:pt>
                <c:pt idx="1742">
                  <c:v>0.00814357766978</c:v>
                </c:pt>
                <c:pt idx="1743">
                  <c:v>0.00813664051969</c:v>
                </c:pt>
                <c:pt idx="1744">
                  <c:v>0.00812973895246</c:v>
                </c:pt>
                <c:pt idx="1745">
                  <c:v>0.00812287272031</c:v>
                </c:pt>
                <c:pt idx="1746">
                  <c:v>0.00811604156268</c:v>
                </c:pt>
                <c:pt idx="1747">
                  <c:v>0.00810924520732</c:v>
                </c:pt>
                <c:pt idx="1748">
                  <c:v>0.0081024833715</c:v>
                </c:pt>
                <c:pt idx="1749">
                  <c:v>0.00809575576316</c:v>
                </c:pt>
                <c:pt idx="1750">
                  <c:v>0.00808906208196</c:v>
                </c:pt>
                <c:pt idx="1751">
                  <c:v>0.00808240202047</c:v>
                </c:pt>
                <c:pt idx="1752">
                  <c:v>0.00807577526516</c:v>
                </c:pt>
                <c:pt idx="1753">
                  <c:v>0.00806918149749</c:v>
                </c:pt>
                <c:pt idx="1754">
                  <c:v>0.00806262039487</c:v>
                </c:pt>
                <c:pt idx="1755">
                  <c:v>0.00805609163164</c:v>
                </c:pt>
                <c:pt idx="1756">
                  <c:v>0.00804959487996</c:v>
                </c:pt>
                <c:pt idx="1757">
                  <c:v>0.00804312981075</c:v>
                </c:pt>
                <c:pt idx="1758">
                  <c:v>0.00803669609442</c:v>
                </c:pt>
                <c:pt idx="1759">
                  <c:v>0.00803029340172</c:v>
                </c:pt>
                <c:pt idx="1760">
                  <c:v>0.00802392140445</c:v>
                </c:pt>
                <c:pt idx="1761">
                  <c:v>0.00801757977615</c:v>
                </c:pt>
                <c:pt idx="1762">
                  <c:v>0.00801126819269</c:v>
                </c:pt>
                <c:pt idx="1763">
                  <c:v>0.0080049863329</c:v>
                </c:pt>
                <c:pt idx="1764">
                  <c:v>0.00799873387911</c:v>
                </c:pt>
                <c:pt idx="1765">
                  <c:v>0.00799251051755</c:v>
                </c:pt>
                <c:pt idx="1766">
                  <c:v>0.00798631593889</c:v>
                </c:pt>
                <c:pt idx="1767">
                  <c:v>0.00798014983855</c:v>
                </c:pt>
                <c:pt idx="1768">
                  <c:v>0.00797401191708</c:v>
                </c:pt>
                <c:pt idx="1769">
                  <c:v>0.00796790188042</c:v>
                </c:pt>
                <c:pt idx="1770">
                  <c:v>0.00796181944019</c:v>
                </c:pt>
                <c:pt idx="1771">
                  <c:v>0.00795576431386</c:v>
                </c:pt>
                <c:pt idx="1772">
                  <c:v>0.00794973622494</c:v>
                </c:pt>
                <c:pt idx="1773">
                  <c:v>0.00794373490309</c:v>
                </c:pt>
                <c:pt idx="1774">
                  <c:v>0.00793776008421</c:v>
                </c:pt>
                <c:pt idx="1775">
                  <c:v>0.00793181151051</c:v>
                </c:pt>
                <c:pt idx="1776">
                  <c:v>0.00792588893048</c:v>
                </c:pt>
                <c:pt idx="1777">
                  <c:v>0.00791999209892</c:v>
                </c:pt>
                <c:pt idx="1778">
                  <c:v>0.00791412077685</c:v>
                </c:pt>
                <c:pt idx="1779">
                  <c:v>0.00790827473145</c:v>
                </c:pt>
                <c:pt idx="1780">
                  <c:v>0.00790245373595</c:v>
                </c:pt>
                <c:pt idx="1781">
                  <c:v>0.00789665756948</c:v>
                </c:pt>
                <c:pt idx="1782">
                  <c:v>0.00789088601691</c:v>
                </c:pt>
                <c:pt idx="1783">
                  <c:v>0.00788513886866</c:v>
                </c:pt>
                <c:pt idx="1784">
                  <c:v>0.00787941592048</c:v>
                </c:pt>
                <c:pt idx="1785">
                  <c:v>0.00787371697325</c:v>
                </c:pt>
                <c:pt idx="1786">
                  <c:v>0.00786804183268</c:v>
                </c:pt>
                <c:pt idx="1787">
                  <c:v>0.00786239030906</c:v>
                </c:pt>
                <c:pt idx="1788">
                  <c:v>0.00785676221698</c:v>
                </c:pt>
                <c:pt idx="1789">
                  <c:v>0.00785115737501</c:v>
                </c:pt>
                <c:pt idx="1790">
                  <c:v>0.00784557560538</c:v>
                </c:pt>
                <c:pt idx="1791">
                  <c:v>0.00784001673368</c:v>
                </c:pt>
                <c:pt idx="1792">
                  <c:v>0.00783448058845</c:v>
                </c:pt>
                <c:pt idx="1793">
                  <c:v>0.00782896700091</c:v>
                </c:pt>
                <c:pt idx="1794">
                  <c:v>0.00782347580455</c:v>
                </c:pt>
                <c:pt idx="1795">
                  <c:v>0.00781800683478</c:v>
                </c:pt>
                <c:pt idx="1796">
                  <c:v>0.00781255992858</c:v>
                </c:pt>
                <c:pt idx="1797">
                  <c:v>0.0078071349241</c:v>
                </c:pt>
                <c:pt idx="1798">
                  <c:v>0.00780173166031</c:v>
                </c:pt>
                <c:pt idx="1799">
                  <c:v>0.00779634997661</c:v>
                </c:pt>
                <c:pt idx="1800">
                  <c:v>0.00779098971252</c:v>
                </c:pt>
                <c:pt idx="1801">
                  <c:v>0.00778565070725</c:v>
                </c:pt>
                <c:pt idx="1802">
                  <c:v>0.00778033279939</c:v>
                </c:pt>
                <c:pt idx="1803">
                  <c:v>0.00777503582657</c:v>
                </c:pt>
                <c:pt idx="1804">
                  <c:v>0.00776975962509</c:v>
                </c:pt>
                <c:pt idx="1805">
                  <c:v>0.00776450402965</c:v>
                </c:pt>
                <c:pt idx="1806">
                  <c:v>0.00775926887301</c:v>
                </c:pt>
                <c:pt idx="1807">
                  <c:v>0.00775405398569</c:v>
                </c:pt>
                <c:pt idx="1808">
                  <c:v>0.00774885919572</c:v>
                </c:pt>
                <c:pt idx="1809">
                  <c:v>0.00774368432839</c:v>
                </c:pt>
                <c:pt idx="1810">
                  <c:v>0.00773852920601</c:v>
                </c:pt>
                <c:pt idx="1811">
                  <c:v>0.00773339364765</c:v>
                </c:pt>
                <c:pt idx="1812">
                  <c:v>0.00772827746903</c:v>
                </c:pt>
                <c:pt idx="1813">
                  <c:v>0.00772318048231</c:v>
                </c:pt>
                <c:pt idx="1814">
                  <c:v>0.00771810249594</c:v>
                </c:pt>
                <c:pt idx="1815">
                  <c:v>0.00771304331457</c:v>
                </c:pt>
                <c:pt idx="1816">
                  <c:v>0.00770800273897</c:v>
                </c:pt>
                <c:pt idx="1817">
                  <c:v>0.00770298056593</c:v>
                </c:pt>
                <c:pt idx="1818">
                  <c:v>0.00769797658828</c:v>
                </c:pt>
                <c:pt idx="1819">
                  <c:v>0.00769299059487</c:v>
                </c:pt>
                <c:pt idx="1820">
                  <c:v>0.00768802237059</c:v>
                </c:pt>
                <c:pt idx="1821">
                  <c:v>0.00768307169646</c:v>
                </c:pt>
                <c:pt idx="1822">
                  <c:v>0.00767813834969</c:v>
                </c:pt>
                <c:pt idx="1823">
                  <c:v>0.00767322210386</c:v>
                </c:pt>
                <c:pt idx="1824">
                  <c:v>0.00766832272901</c:v>
                </c:pt>
                <c:pt idx="1825">
                  <c:v>0.00766343999188</c:v>
                </c:pt>
                <c:pt idx="1826">
                  <c:v>0.00765857365613</c:v>
                </c:pt>
                <c:pt idx="1827">
                  <c:v>0.00765372348257</c:v>
                </c:pt>
                <c:pt idx="1828">
                  <c:v>0.00764888922945</c:v>
                </c:pt>
                <c:pt idx="1829">
                  <c:v>0.00764407065281</c:v>
                </c:pt>
                <c:pt idx="1830">
                  <c:v>0.00763926750679</c:v>
                </c:pt>
                <c:pt idx="1831">
                  <c:v>0.00763447954404</c:v>
                </c:pt>
                <c:pt idx="1832">
                  <c:v>0.0076297065161</c:v>
                </c:pt>
                <c:pt idx="1833">
                  <c:v>0.00762494817385</c:v>
                </c:pt>
                <c:pt idx="1834">
                  <c:v>0.00762020426797</c:v>
                </c:pt>
                <c:pt idx="1835">
                  <c:v>0.00761547454945</c:v>
                </c:pt>
                <c:pt idx="1836">
                  <c:v>0.00761075877006</c:v>
                </c:pt>
                <c:pt idx="1837">
                  <c:v>0.00760605668291</c:v>
                </c:pt>
                <c:pt idx="1838">
                  <c:v>0.00760136804299</c:v>
                </c:pt>
                <c:pt idx="1839">
                  <c:v>0.00759669260774</c:v>
                </c:pt>
                <c:pt idx="1840">
                  <c:v>0.00759203013766</c:v>
                </c:pt>
                <c:pt idx="1841">
                  <c:v>0.00758738039685</c:v>
                </c:pt>
                <c:pt idx="1842">
                  <c:v>0.00758274315365</c:v>
                </c:pt>
                <c:pt idx="1843">
                  <c:v>0.00757811818125</c:v>
                </c:pt>
                <c:pt idx="1844">
                  <c:v>0.00757350525827</c:v>
                </c:pt>
                <c:pt idx="1845">
                  <c:v>0.00756890416938</c:v>
                </c:pt>
                <c:pt idx="1846">
                  <c:v>0.00756431470587</c:v>
                </c:pt>
                <c:pt idx="1847">
                  <c:v>0.00755973666631</c:v>
                </c:pt>
                <c:pt idx="1848">
                  <c:v>0.00755516985701</c:v>
                </c:pt>
                <c:pt idx="1849">
                  <c:v>0.00755061409265</c:v>
                </c:pt>
                <c:pt idx="1850">
                  <c:v>0.00754606919678</c:v>
                </c:pt>
                <c:pt idx="1851">
                  <c:v>0.00754153500231</c:v>
                </c:pt>
                <c:pt idx="1852">
                  <c:v>0.00753701135197</c:v>
                </c:pt>
                <c:pt idx="1853">
                  <c:v>0.00753249809871</c:v>
                </c:pt>
                <c:pt idx="1854">
                  <c:v>0.00752799510614</c:v>
                </c:pt>
                <c:pt idx="1855">
                  <c:v>0.00752350224877</c:v>
                </c:pt>
                <c:pt idx="1856">
                  <c:v>0.00751901941234</c:v>
                </c:pt>
                <c:pt idx="1857">
                  <c:v>0.00751454649404</c:v>
                </c:pt>
                <c:pt idx="1858">
                  <c:v>0.00751008340264</c:v>
                </c:pt>
                <c:pt idx="1859">
                  <c:v>0.00750563005856</c:v>
                </c:pt>
                <c:pt idx="1860">
                  <c:v>0.00750118639396</c:v>
                </c:pt>
                <c:pt idx="1861">
                  <c:v>0.00749675235259</c:v>
                </c:pt>
                <c:pt idx="1862">
                  <c:v>0.00749232788975</c:v>
                </c:pt>
                <c:pt idx="1863">
                  <c:v>0.00748791297201</c:v>
                </c:pt>
                <c:pt idx="1864">
                  <c:v>0.00748350757696</c:v>
                </c:pt>
                <c:pt idx="1865">
                  <c:v>0.00747911169281</c:v>
                </c:pt>
                <c:pt idx="1866">
                  <c:v>0.00747472531794</c:v>
                </c:pt>
                <c:pt idx="1867">
                  <c:v>0.00747034846034</c:v>
                </c:pt>
                <c:pt idx="1868">
                  <c:v>0.00746598113698</c:v>
                </c:pt>
                <c:pt idx="1869">
                  <c:v>0.0074616233731</c:v>
                </c:pt>
                <c:pt idx="1870">
                  <c:v>0.00745727520136</c:v>
                </c:pt>
                <c:pt idx="1871">
                  <c:v>0.00745293666097</c:v>
                </c:pt>
                <c:pt idx="1872">
                  <c:v>0.0074486077967</c:v>
                </c:pt>
                <c:pt idx="1873">
                  <c:v>0.00744428865776</c:v>
                </c:pt>
                <c:pt idx="1874">
                  <c:v>0.00743997929673</c:v>
                </c:pt>
                <c:pt idx="1875">
                  <c:v>0.00743567976822</c:v>
                </c:pt>
                <c:pt idx="1876">
                  <c:v>0.00743139012764</c:v>
                </c:pt>
                <c:pt idx="1877">
                  <c:v>0.00742711042975</c:v>
                </c:pt>
                <c:pt idx="1878">
                  <c:v>0.00742284072719</c:v>
                </c:pt>
                <c:pt idx="1879">
                  <c:v>0.00741858106899</c:v>
                </c:pt>
                <c:pt idx="1880">
                  <c:v>0.00741433149892</c:v>
                </c:pt>
                <c:pt idx="1881">
                  <c:v>0.00741009205385</c:v>
                </c:pt>
                <c:pt idx="1882">
                  <c:v>0.00740586276202</c:v>
                </c:pt>
                <c:pt idx="1883">
                  <c:v>0.0074016436413</c:v>
                </c:pt>
                <c:pt idx="1884">
                  <c:v>0.0073974346973</c:v>
                </c:pt>
                <c:pt idx="1885">
                  <c:v>0.00739323592159</c:v>
                </c:pt>
                <c:pt idx="1886">
                  <c:v>0.00738904728977</c:v>
                </c:pt>
                <c:pt idx="1887">
                  <c:v>0.00738486875953</c:v>
                </c:pt>
                <c:pt idx="1888">
                  <c:v>0.00738070026874</c:v>
                </c:pt>
                <c:pt idx="1889">
                  <c:v>0.00737654173341</c:v>
                </c:pt>
                <c:pt idx="1890">
                  <c:v>0.00737239304582</c:v>
                </c:pt>
                <c:pt idx="1891">
                  <c:v>0.00736825407241</c:v>
                </c:pt>
                <c:pt idx="1892">
                  <c:v>0.00736412465187</c:v>
                </c:pt>
                <c:pt idx="1893">
                  <c:v>0.00736000459314</c:v>
                </c:pt>
                <c:pt idx="1894">
                  <c:v>0.0073558936734</c:v>
                </c:pt>
                <c:pt idx="1895">
                  <c:v>0.00735179163616</c:v>
                </c:pt>
                <c:pt idx="1896">
                  <c:v>0.0073476981893</c:v>
                </c:pt>
                <c:pt idx="1897">
                  <c:v>0.00734361300317</c:v>
                </c:pt>
                <c:pt idx="1898">
                  <c:v>0.00733953570873</c:v>
                </c:pt>
                <c:pt idx="1899">
                  <c:v>0.00733546589571</c:v>
                </c:pt>
                <c:pt idx="1900">
                  <c:v>0.00733140311081</c:v>
                </c:pt>
                <c:pt idx="1901">
                  <c:v>0.00732734685603</c:v>
                </c:pt>
                <c:pt idx="1902">
                  <c:v>0.00732329658691</c:v>
                </c:pt>
                <c:pt idx="1903">
                  <c:v>0.007319251711</c:v>
                </c:pt>
                <c:pt idx="1904">
                  <c:v>0.00731521158626</c:v>
                </c:pt>
                <c:pt idx="1905">
                  <c:v>0.00731117551964</c:v>
                </c:pt>
                <c:pt idx="1906">
                  <c:v>0.00730714276564</c:v>
                </c:pt>
                <c:pt idx="1907">
                  <c:v>0.00730311252505</c:v>
                </c:pt>
                <c:pt idx="1908">
                  <c:v>0.00729908394371</c:v>
                </c:pt>
                <c:pt idx="1909">
                  <c:v>0.00729505611137</c:v>
                </c:pt>
                <c:pt idx="1910">
                  <c:v>0.00729102806071</c:v>
                </c:pt>
                <c:pt idx="1911">
                  <c:v>0.00728699876636</c:v>
                </c:pt>
                <c:pt idx="1912">
                  <c:v>0.00728296714412</c:v>
                </c:pt>
                <c:pt idx="1913">
                  <c:v>0.00727893205027</c:v>
                </c:pt>
                <c:pt idx="1914">
                  <c:v>0.00727489228091</c:v>
                </c:pt>
                <c:pt idx="1915">
                  <c:v>0.00727084657159</c:v>
                </c:pt>
                <c:pt idx="1916">
                  <c:v>0.00726679359685</c:v>
                </c:pt>
                <c:pt idx="1917">
                  <c:v>0.00726273197012</c:v>
                </c:pt>
                <c:pt idx="1918">
                  <c:v>0.00725866024354</c:v>
                </c:pt>
                <c:pt idx="1919">
                  <c:v>0.00725457690807</c:v>
                </c:pt>
                <c:pt idx="1920">
                  <c:v>0.00725048039364</c:v>
                </c:pt>
                <c:pt idx="1921">
                  <c:v>0.00724636906954</c:v>
                </c:pt>
                <c:pt idx="1922">
                  <c:v>0.00724224124484</c:v>
                </c:pt>
                <c:pt idx="1923">
                  <c:v>0.00723809516907</c:v>
                </c:pt>
                <c:pt idx="1924">
                  <c:v>0.00723392903301</c:v>
                </c:pt>
                <c:pt idx="1925">
                  <c:v>0.00722974096961</c:v>
                </c:pt>
                <c:pt idx="1926">
                  <c:v>0.00722552905514</c:v>
                </c:pt>
                <c:pt idx="1927">
                  <c:v>0.00722129131045</c:v>
                </c:pt>
                <c:pt idx="1928">
                  <c:v>0.00721702570243</c:v>
                </c:pt>
                <c:pt idx="1929">
                  <c:v>0.00721273014564</c:v>
                </c:pt>
                <c:pt idx="1930">
                  <c:v>0.00720840250408</c:v>
                </c:pt>
                <c:pt idx="1931">
                  <c:v>0.00720404059319</c:v>
                </c:pt>
                <c:pt idx="1932">
                  <c:v>0.00719964218201</c:v>
                </c:pt>
                <c:pt idx="1933">
                  <c:v>0.00719520499552</c:v>
                </c:pt>
                <c:pt idx="1934">
                  <c:v>0.00719072671715</c:v>
                </c:pt>
                <c:pt idx="1935">
                  <c:v>0.0071862049915</c:v>
                </c:pt>
                <c:pt idx="1936">
                  <c:v>0.00718163742725</c:v>
                </c:pt>
                <c:pt idx="1937">
                  <c:v>0.00717702160023</c:v>
                </c:pt>
                <c:pt idx="1938">
                  <c:v>0.00717235505666</c:v>
                </c:pt>
                <c:pt idx="1939">
                  <c:v>0.00716763531668</c:v>
                </c:pt>
                <c:pt idx="1940">
                  <c:v>0.0071628598779</c:v>
                </c:pt>
                <c:pt idx="1941">
                  <c:v>0.00715802621929</c:v>
                </c:pt>
                <c:pt idx="1942">
                  <c:v>0.00715313180511</c:v>
                </c:pt>
                <c:pt idx="1943">
                  <c:v>0.00714817408913</c:v>
                </c:pt>
                <c:pt idx="1944">
                  <c:v>0.00714315051892</c:v>
                </c:pt>
                <c:pt idx="1945">
                  <c:v>0.00713805854039</c:v>
                </c:pt>
                <c:pt idx="1946">
                  <c:v>0.00713289560238</c:v>
                </c:pt>
                <c:pt idx="1947">
                  <c:v>0.00712765916149</c:v>
                </c:pt>
                <c:pt idx="1948">
                  <c:v>0.00712234668703</c:v>
                </c:pt>
                <c:pt idx="1949">
                  <c:v>0.00711695566599</c:v>
                </c:pt>
                <c:pt idx="1950">
                  <c:v>0.00711148360831</c:v>
                </c:pt>
                <c:pt idx="1951">
                  <c:v>0.00710592805206</c:v>
                </c:pt>
                <c:pt idx="1952">
                  <c:v>0.00710028656884</c:v>
                </c:pt>
                <c:pt idx="1953">
                  <c:v>0.0070945567692</c:v>
                </c:pt>
                <c:pt idx="1954">
                  <c:v>0.00708873630812</c:v>
                </c:pt>
                <c:pt idx="1955">
                  <c:v>0.00708282289052</c:v>
                </c:pt>
                <c:pt idx="1956">
                  <c:v>0.0070768142768</c:v>
                </c:pt>
                <c:pt idx="1957">
                  <c:v>0.00707070828842</c:v>
                </c:pt>
                <c:pt idx="1958">
                  <c:v>0.00706450281338</c:v>
                </c:pt>
                <c:pt idx="1959">
                  <c:v>0.00705819581174</c:v>
                </c:pt>
                <c:pt idx="1960">
                  <c:v>0.00705178532103</c:v>
                </c:pt>
                <c:pt idx="1961">
                  <c:v>0.00704526946163</c:v>
                </c:pt>
                <c:pt idx="1962">
                  <c:v>0.00703864644198</c:v>
                </c:pt>
                <c:pt idx="1963">
                  <c:v>0.00703191456375</c:v>
                </c:pt>
                <c:pt idx="1964">
                  <c:v>0.00702507222677</c:v>
                </c:pt>
                <c:pt idx="1965">
                  <c:v>0.00701811793389</c:v>
                </c:pt>
                <c:pt idx="1966">
                  <c:v>0.00701105029555</c:v>
                </c:pt>
                <c:pt idx="1967">
                  <c:v>0.00700386803423</c:v>
                </c:pt>
                <c:pt idx="1968">
                  <c:v>0.0069965699886</c:v>
                </c:pt>
                <c:pt idx="1969">
                  <c:v>0.00698915511743</c:v>
                </c:pt>
                <c:pt idx="1970">
                  <c:v>0.00698162250325</c:v>
                </c:pt>
                <c:pt idx="1971">
                  <c:v>0.0069739713557</c:v>
                </c:pt>
                <c:pt idx="1972">
                  <c:v>0.00696620101454</c:v>
                </c:pt>
                <c:pt idx="1973">
                  <c:v>0.00695831095239</c:v>
                </c:pt>
                <c:pt idx="1974">
                  <c:v>0.00695030077705</c:v>
                </c:pt>
                <c:pt idx="1975">
                  <c:v>0.00694217023355</c:v>
                </c:pt>
                <c:pt idx="1976">
                  <c:v>0.00693391920575</c:v>
                </c:pt>
                <c:pt idx="1977">
                  <c:v>0.00692554771758</c:v>
                </c:pt>
                <c:pt idx="1978">
                  <c:v>0.00691705593393</c:v>
                </c:pt>
                <c:pt idx="1979">
                  <c:v>0.00690844416109</c:v>
                </c:pt>
                <c:pt idx="1980">
                  <c:v>0.00689971284679</c:v>
                </c:pt>
                <c:pt idx="1981">
                  <c:v>0.00689086257986</c:v>
                </c:pt>
                <c:pt idx="1982">
                  <c:v>0.00688189408951</c:v>
                </c:pt>
                <c:pt idx="1983">
                  <c:v>0.0068728082441</c:v>
                </c:pt>
                <c:pt idx="1984">
                  <c:v>0.0068636060496</c:v>
                </c:pt>
                <c:pt idx="1985">
                  <c:v>0.00685428864766</c:v>
                </c:pt>
                <c:pt idx="1986">
                  <c:v>0.00684485731317</c:v>
                </c:pt>
                <c:pt idx="1987">
                  <c:v>0.00683531345164</c:v>
                </c:pt>
                <c:pt idx="1988">
                  <c:v>0.00682565859598</c:v>
                </c:pt>
                <c:pt idx="1989">
                  <c:v>0.00681589440312</c:v>
                </c:pt>
                <c:pt idx="1990">
                  <c:v>0.00680602265017</c:v>
                </c:pt>
                <c:pt idx="1991">
                  <c:v>0.00679604523032</c:v>
                </c:pt>
                <c:pt idx="1992">
                  <c:v>0.00678596414838</c:v>
                </c:pt>
                <c:pt idx="1993">
                  <c:v>0.00677578151611</c:v>
                </c:pt>
                <c:pt idx="1994">
                  <c:v>0.0067654995472</c:v>
                </c:pt>
                <c:pt idx="1995">
                  <c:v>0.00675512055205</c:v>
                </c:pt>
                <c:pt idx="1996">
                  <c:v>0.00674464693238</c:v>
                </c:pt>
                <c:pt idx="1997">
                  <c:v>0.00673408117552</c:v>
                </c:pt>
                <c:pt idx="1998">
                  <c:v>0.0067234258487</c:v>
                </c:pt>
                <c:pt idx="1999">
                  <c:v>0.00671268359299</c:v>
                </c:pt>
                <c:pt idx="2000">
                  <c:v>0.00670185711732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0.75"/>
          <c:min val="0"/>
        </c:scaling>
        <c:delete val="0"/>
        <c:axPos val="l"/>
        <c:majorGridlines>
          <c:spPr>
            <a:ln xmlns:a="http://schemas.openxmlformats.org/drawingml/2006/main" w="4763">
              <a:solidFill>
                <a:srgbClr val="EEEEEE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2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majorUnit val="1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3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U/t = 6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222222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scatterChart>
        <c:scatterStyle val="lineMarker"/>
        <c:varyColors val="0"/>
        <c:ser>
          <c:idx val="0"/>
          <c:order val="0"/>
          <c:tx>
            <c:v>charge</c:v>
          </c:tx>
          <c:spPr>
            <a:ln xmlns:a="http://schemas.openxmlformats.org/drawingml/2006/main" w="15240">
              <a:solidFill>
                <a:srgbClr val="C43C64"/>
              </a:solidFill>
              <a:prstDash val="solid"/>
            </a:ln>
          </c:spPr>
          <c:marker>
            <c:symbol val="none"/>
            <c:size val="5"/>
            <c:spPr>
              <a:solidFill xmlns:a="http://schemas.openxmlformats.org/drawingml/2006/main">
                <a:srgbClr val="C43C64"/>
              </a:solidFill>
            </c:spPr>
          </c:marker>
          <c:xVal>
            <c:numRef>
              <c:f>'Chart Data'!$A$2:$A$2002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Data'!$B$2:$B$2002</c:f>
              <c:numCache>
                <c:formatCode>0.0</c:formatCode>
                <c:ptCount val="2001"/>
                <c:pt idx="0">
                  <c:v>0.00316621734206</c:v>
                </c:pt>
                <c:pt idx="1">
                  <c:v>0.00317222924228</c:v>
                </c:pt>
                <c:pt idx="2">
                  <c:v>0.00317825878203</c:v>
                </c:pt>
                <c:pt idx="3">
                  <c:v>0.00318430603256</c:v>
                </c:pt>
                <c:pt idx="4">
                  <c:v>0.0031903710655</c:v>
                </c:pt>
                <c:pt idx="5">
                  <c:v>0.00319645395286</c:v>
                </c:pt>
                <c:pt idx="6">
                  <c:v>0.00320255476701</c:v>
                </c:pt>
                <c:pt idx="7">
                  <c:v>0.00320867358072</c:v>
                </c:pt>
                <c:pt idx="8">
                  <c:v>0.00321481046712</c:v>
                </c:pt>
                <c:pt idx="9">
                  <c:v>0.00322096549975</c:v>
                </c:pt>
                <c:pt idx="10">
                  <c:v>0.00322713875252</c:v>
                </c:pt>
                <c:pt idx="11">
                  <c:v>0.00323333029974</c:v>
                </c:pt>
                <c:pt idx="12">
                  <c:v>0.00323954021611</c:v>
                </c:pt>
                <c:pt idx="13">
                  <c:v>0.00324576857671</c:v>
                </c:pt>
                <c:pt idx="14">
                  <c:v>0.00325201545704</c:v>
                </c:pt>
                <c:pt idx="15">
                  <c:v>0.00325828093299</c:v>
                </c:pt>
                <c:pt idx="16">
                  <c:v>0.00326456508086</c:v>
                </c:pt>
                <c:pt idx="17">
                  <c:v>0.00327086797735</c:v>
                </c:pt>
                <c:pt idx="18">
                  <c:v>0.00327718969956</c:v>
                </c:pt>
                <c:pt idx="19">
                  <c:v>0.00328353032501</c:v>
                </c:pt>
                <c:pt idx="20">
                  <c:v>0.00328988993165</c:v>
                </c:pt>
                <c:pt idx="21">
                  <c:v>0.00329626859781</c:v>
                </c:pt>
                <c:pt idx="22">
                  <c:v>0.00330266640227</c:v>
                </c:pt>
                <c:pt idx="23">
                  <c:v>0.00330908342423</c:v>
                </c:pt>
                <c:pt idx="24">
                  <c:v>0.00331551974329</c:v>
                </c:pt>
                <c:pt idx="25">
                  <c:v>0.00332197543951</c:v>
                </c:pt>
                <c:pt idx="26">
                  <c:v>0.00332845059336</c:v>
                </c:pt>
                <c:pt idx="27">
                  <c:v>0.00333494528574</c:v>
                </c:pt>
                <c:pt idx="28">
                  <c:v>0.00334145959802</c:v>
                </c:pt>
                <c:pt idx="29">
                  <c:v>0.00334799361197</c:v>
                </c:pt>
                <c:pt idx="30">
                  <c:v>0.00335454740981</c:v>
                </c:pt>
                <c:pt idx="31">
                  <c:v>0.00336112107424</c:v>
                </c:pt>
                <c:pt idx="32">
                  <c:v>0.00336771468836</c:v>
                </c:pt>
                <c:pt idx="33">
                  <c:v>0.00337432833575</c:v>
                </c:pt>
                <c:pt idx="34">
                  <c:v>0.00338096210044</c:v>
                </c:pt>
                <c:pt idx="35">
                  <c:v>0.00338761606692</c:v>
                </c:pt>
                <c:pt idx="36">
                  <c:v>0.00339429032014</c:v>
                </c:pt>
                <c:pt idx="37">
                  <c:v>0.00340098494549</c:v>
                </c:pt>
                <c:pt idx="38">
                  <c:v>0.00340770002888</c:v>
                </c:pt>
                <c:pt idx="39">
                  <c:v>0.00341443565664</c:v>
                </c:pt>
                <c:pt idx="40">
                  <c:v>0.00342119191559</c:v>
                </c:pt>
                <c:pt idx="41">
                  <c:v>0.00342796889304</c:v>
                </c:pt>
                <c:pt idx="42">
                  <c:v>0.00343476667676</c:v>
                </c:pt>
                <c:pt idx="43">
                  <c:v>0.00344158535502</c:v>
                </c:pt>
                <c:pt idx="44">
                  <c:v>0.00344842501657</c:v>
                </c:pt>
                <c:pt idx="45">
                  <c:v>0.00345528575065</c:v>
                </c:pt>
                <c:pt idx="46">
                  <c:v>0.00346216764698</c:v>
                </c:pt>
                <c:pt idx="47">
                  <c:v>0.00346907079581</c:v>
                </c:pt>
                <c:pt idx="48">
                  <c:v>0.00347599528786</c:v>
                </c:pt>
                <c:pt idx="49">
                  <c:v>0.00348294121437</c:v>
                </c:pt>
                <c:pt idx="50">
                  <c:v>0.00348990866708</c:v>
                </c:pt>
                <c:pt idx="51">
                  <c:v>0.00349689773823</c:v>
                </c:pt>
                <c:pt idx="52">
                  <c:v>0.00350390852061</c:v>
                </c:pt>
                <c:pt idx="53">
                  <c:v>0.00351094110749</c:v>
                </c:pt>
                <c:pt idx="54">
                  <c:v>0.00351799559269</c:v>
                </c:pt>
                <c:pt idx="55">
                  <c:v>0.00352507207052</c:v>
                </c:pt>
                <c:pt idx="56">
                  <c:v>0.00353217063586</c:v>
                </c:pt>
                <c:pt idx="57">
                  <c:v>0.00353929138411</c:v>
                </c:pt>
                <c:pt idx="58">
                  <c:v>0.00354643441118</c:v>
                </c:pt>
                <c:pt idx="59">
                  <c:v>0.00355359981355</c:v>
                </c:pt>
                <c:pt idx="60">
                  <c:v>0.00356078768824</c:v>
                </c:pt>
                <c:pt idx="61">
                  <c:v>0.00356799813282</c:v>
                </c:pt>
                <c:pt idx="62">
                  <c:v>0.00357523124538</c:v>
                </c:pt>
                <c:pt idx="63">
                  <c:v>0.00358248712462</c:v>
                </c:pt>
                <c:pt idx="64">
                  <c:v>0.00358976586975</c:v>
                </c:pt>
                <c:pt idx="65">
                  <c:v>0.00359706758057</c:v>
                </c:pt>
                <c:pt idx="66">
                  <c:v>0.00360439235744</c:v>
                </c:pt>
                <c:pt idx="67">
                  <c:v>0.0036117403013</c:v>
                </c:pt>
                <c:pt idx="68">
                  <c:v>0.00361911151366</c:v>
                </c:pt>
                <c:pt idx="69">
                  <c:v>0.0036265060966</c:v>
                </c:pt>
                <c:pt idx="70">
                  <c:v>0.00363392415281</c:v>
                </c:pt>
                <c:pt idx="71">
                  <c:v>0.00364136578553</c:v>
                </c:pt>
                <c:pt idx="72">
                  <c:v>0.00364883109864</c:v>
                </c:pt>
                <c:pt idx="73">
                  <c:v>0.00365632019657</c:v>
                </c:pt>
                <c:pt idx="74">
                  <c:v>0.00366383318438</c:v>
                </c:pt>
                <c:pt idx="75">
                  <c:v>0.00367137016774</c:v>
                </c:pt>
                <c:pt idx="76">
                  <c:v>0.0036789312529</c:v>
                </c:pt>
                <c:pt idx="77">
                  <c:v>0.00368651654675</c:v>
                </c:pt>
                <c:pt idx="78">
                  <c:v>0.0036941261568</c:v>
                </c:pt>
                <c:pt idx="79">
                  <c:v>0.00370176019117</c:v>
                </c:pt>
                <c:pt idx="80">
                  <c:v>0.0037094187586</c:v>
                </c:pt>
                <c:pt idx="81">
                  <c:v>0.00371710196849</c:v>
                </c:pt>
                <c:pt idx="82">
                  <c:v>0.00372480993087</c:v>
                </c:pt>
                <c:pt idx="83">
                  <c:v>0.00373254275638</c:v>
                </c:pt>
                <c:pt idx="84">
                  <c:v>0.00374030055635</c:v>
                </c:pt>
                <c:pt idx="85">
                  <c:v>0.00374808344273</c:v>
                </c:pt>
                <c:pt idx="86">
                  <c:v>0.00375589152814</c:v>
                </c:pt>
                <c:pt idx="87">
                  <c:v>0.00376372492587</c:v>
                </c:pt>
                <c:pt idx="88">
                  <c:v>0.00377158374985</c:v>
                </c:pt>
                <c:pt idx="89">
                  <c:v>0.00377946811471</c:v>
                </c:pt>
                <c:pt idx="90">
                  <c:v>0.00378737813573</c:v>
                </c:pt>
                <c:pt idx="91">
                  <c:v>0.00379531392888</c:v>
                </c:pt>
                <c:pt idx="92">
                  <c:v>0.00380327561082</c:v>
                </c:pt>
                <c:pt idx="93">
                  <c:v>0.0038112632989</c:v>
                </c:pt>
                <c:pt idx="94">
                  <c:v>0.00381927711117</c:v>
                </c:pt>
                <c:pt idx="95">
                  <c:v>0.00382731716637</c:v>
                </c:pt>
                <c:pt idx="96">
                  <c:v>0.00383538358395</c:v>
                </c:pt>
                <c:pt idx="97">
                  <c:v>0.00384347648407</c:v>
                </c:pt>
                <c:pt idx="98">
                  <c:v>0.00385159598762</c:v>
                </c:pt>
                <c:pt idx="99">
                  <c:v>0.00385974221619</c:v>
                </c:pt>
                <c:pt idx="100">
                  <c:v>0.00386791529213</c:v>
                </c:pt>
                <c:pt idx="101">
                  <c:v>0.0038761153385</c:v>
                </c:pt>
                <c:pt idx="102">
                  <c:v>0.00388434247909</c:v>
                </c:pt>
                <c:pt idx="103">
                  <c:v>0.00389259683846</c:v>
                </c:pt>
                <c:pt idx="104">
                  <c:v>0.0039008785419</c:v>
                </c:pt>
                <c:pt idx="105">
                  <c:v>0.00390918771548</c:v>
                </c:pt>
                <c:pt idx="106">
                  <c:v>0.00391752448601</c:v>
                </c:pt>
                <c:pt idx="107">
                  <c:v>0.00392588898106</c:v>
                </c:pt>
                <c:pt idx="108">
                  <c:v>0.00393428132901</c:v>
                </c:pt>
                <c:pt idx="109">
                  <c:v>0.00394270165898</c:v>
                </c:pt>
                <c:pt idx="110">
                  <c:v>0.0039511501009</c:v>
                </c:pt>
                <c:pt idx="111">
                  <c:v>0.00395962678547</c:v>
                </c:pt>
                <c:pt idx="112">
                  <c:v>0.00396813184423</c:v>
                </c:pt>
                <c:pt idx="113">
                  <c:v>0.00397666540947</c:v>
                </c:pt>
                <c:pt idx="114">
                  <c:v>0.00398522761432</c:v>
                </c:pt>
                <c:pt idx="115">
                  <c:v>0.00399381859272</c:v>
                </c:pt>
                <c:pt idx="116">
                  <c:v>0.00400243847944</c:v>
                </c:pt>
                <c:pt idx="117">
                  <c:v>0.00401108741006</c:v>
                </c:pt>
                <c:pt idx="118">
                  <c:v>0.00401976552102</c:v>
                </c:pt>
                <c:pt idx="119">
                  <c:v>0.00402847294958</c:v>
                </c:pt>
                <c:pt idx="120">
                  <c:v>0.00403720983386</c:v>
                </c:pt>
                <c:pt idx="121">
                  <c:v>0.00404597631283</c:v>
                </c:pt>
                <c:pt idx="122">
                  <c:v>0.00405477252633</c:v>
                </c:pt>
                <c:pt idx="123">
                  <c:v>0.00406359861505</c:v>
                </c:pt>
                <c:pt idx="124">
                  <c:v>0.00407245472058</c:v>
                </c:pt>
                <c:pt idx="125">
                  <c:v>0.00408134098538</c:v>
                </c:pt>
                <c:pt idx="126">
                  <c:v>0.00409025755279</c:v>
                </c:pt>
                <c:pt idx="127">
                  <c:v>0.00409920456706</c:v>
                </c:pt>
                <c:pt idx="128">
                  <c:v>0.00410818217334</c:v>
                </c:pt>
                <c:pt idx="129">
                  <c:v>0.00411719051769</c:v>
                </c:pt>
                <c:pt idx="130">
                  <c:v>0.00412622974707</c:v>
                </c:pt>
                <c:pt idx="131">
                  <c:v>0.00413530000941</c:v>
                </c:pt>
                <c:pt idx="132">
                  <c:v>0.00414440145352</c:v>
                </c:pt>
                <c:pt idx="133">
                  <c:v>0.00415353422918</c:v>
                </c:pt>
                <c:pt idx="134">
                  <c:v>0.00416269848712</c:v>
                </c:pt>
                <c:pt idx="135">
                  <c:v>0.004171894379</c:v>
                </c:pt>
                <c:pt idx="136">
                  <c:v>0.00418112205748</c:v>
                </c:pt>
                <c:pt idx="137">
                  <c:v>0.00419038167615</c:v>
                </c:pt>
                <c:pt idx="138">
                  <c:v>0.00419967338961</c:v>
                </c:pt>
                <c:pt idx="139">
                  <c:v>0.00420899735342</c:v>
                </c:pt>
                <c:pt idx="140">
                  <c:v>0.00421835372416</c:v>
                </c:pt>
                <c:pt idx="141">
                  <c:v>0.0042277426594</c:v>
                </c:pt>
                <c:pt idx="142">
                  <c:v>0.00423716431771</c:v>
                </c:pt>
                <c:pt idx="143">
                  <c:v>0.00424661885869</c:v>
                </c:pt>
                <c:pt idx="144">
                  <c:v>0.00425610644298</c:v>
                </c:pt>
                <c:pt idx="145">
                  <c:v>0.00426562723222</c:v>
                </c:pt>
                <c:pt idx="146">
                  <c:v>0.00427518138914</c:v>
                </c:pt>
                <c:pt idx="147">
                  <c:v>0.00428476907747</c:v>
                </c:pt>
                <c:pt idx="148">
                  <c:v>0.00429439046205</c:v>
                </c:pt>
                <c:pt idx="149">
                  <c:v>0.00430404570875</c:v>
                </c:pt>
                <c:pt idx="150">
                  <c:v>0.00431373498455</c:v>
                </c:pt>
                <c:pt idx="151">
                  <c:v>0.00432345845749</c:v>
                </c:pt>
                <c:pt idx="152">
                  <c:v>0.00433321629674</c:v>
                </c:pt>
                <c:pt idx="153">
                  <c:v>0.00434300867253</c:v>
                </c:pt>
                <c:pt idx="154">
                  <c:v>0.00435283575626</c:v>
                </c:pt>
                <c:pt idx="155">
                  <c:v>0.0043626977204</c:v>
                </c:pt>
                <c:pt idx="156">
                  <c:v>0.00437259473859</c:v>
                </c:pt>
                <c:pt idx="157">
                  <c:v>0.0043825269856</c:v>
                </c:pt>
                <c:pt idx="158">
                  <c:v>0.00439249463735</c:v>
                </c:pt>
                <c:pt idx="159">
                  <c:v>0.00440249787093</c:v>
                </c:pt>
                <c:pt idx="160">
                  <c:v>0.00441253686459</c:v>
                </c:pt>
                <c:pt idx="161">
                  <c:v>0.00442261179778</c:v>
                </c:pt>
                <c:pt idx="162">
                  <c:v>0.00443272285113</c:v>
                </c:pt>
                <c:pt idx="163">
                  <c:v>0.00444287020647</c:v>
                </c:pt>
                <c:pt idx="164">
                  <c:v>0.00445305404684</c:v>
                </c:pt>
                <c:pt idx="165">
                  <c:v>0.00446327455652</c:v>
                </c:pt>
                <c:pt idx="166">
                  <c:v>0.00447353192101</c:v>
                </c:pt>
                <c:pt idx="167">
                  <c:v>0.00448382632704</c:v>
                </c:pt>
                <c:pt idx="168">
                  <c:v>0.00449415796262</c:v>
                </c:pt>
                <c:pt idx="169">
                  <c:v>0.00450452701701</c:v>
                </c:pt>
                <c:pt idx="170">
                  <c:v>0.00451493368075</c:v>
                </c:pt>
                <c:pt idx="171">
                  <c:v>0.00452537814566</c:v>
                </c:pt>
                <c:pt idx="172">
                  <c:v>0.00453586060487</c:v>
                </c:pt>
                <c:pt idx="173">
                  <c:v>0.00454638125281</c:v>
                </c:pt>
                <c:pt idx="174">
                  <c:v>0.00455694028523</c:v>
                </c:pt>
                <c:pt idx="175">
                  <c:v>0.00456753789921</c:v>
                </c:pt>
                <c:pt idx="176">
                  <c:v>0.00457817429318</c:v>
                </c:pt>
                <c:pt idx="177">
                  <c:v>0.00458884966692</c:v>
                </c:pt>
                <c:pt idx="178">
                  <c:v>0.00459956422159</c:v>
                </c:pt>
                <c:pt idx="179">
                  <c:v>0.0046103181597</c:v>
                </c:pt>
                <c:pt idx="180">
                  <c:v>0.00462111168517</c:v>
                </c:pt>
                <c:pt idx="181">
                  <c:v>0.00463194500333</c:v>
                </c:pt>
                <c:pt idx="182">
                  <c:v>0.0046428183209</c:v>
                </c:pt>
                <c:pt idx="183">
                  <c:v>0.00465373184606</c:v>
                </c:pt>
                <c:pt idx="184">
                  <c:v>0.00466468578841</c:v>
                </c:pt>
                <c:pt idx="185">
                  <c:v>0.00467568035899</c:v>
                </c:pt>
                <c:pt idx="186">
                  <c:v>0.00468671577035</c:v>
                </c:pt>
                <c:pt idx="187">
                  <c:v>0.00469779223647</c:v>
                </c:pt>
                <c:pt idx="188">
                  <c:v>0.00470890997285</c:v>
                </c:pt>
                <c:pt idx="189">
                  <c:v>0.00472006919649</c:v>
                </c:pt>
                <c:pt idx="190">
                  <c:v>0.00473127012591</c:v>
                </c:pt>
                <c:pt idx="191">
                  <c:v>0.00474251298115</c:v>
                </c:pt>
                <c:pt idx="192">
                  <c:v>0.00475379798382</c:v>
                </c:pt>
                <c:pt idx="193">
                  <c:v>0.00476512535707</c:v>
                </c:pt>
                <c:pt idx="194">
                  <c:v>0.00477649532563</c:v>
                </c:pt>
                <c:pt idx="195">
                  <c:v>0.00478790811582</c:v>
                </c:pt>
                <c:pt idx="196">
                  <c:v>0.00479936395557</c:v>
                </c:pt>
                <c:pt idx="197">
                  <c:v>0.0048108630744</c:v>
                </c:pt>
                <c:pt idx="198">
                  <c:v>0.0048224057035</c:v>
                </c:pt>
                <c:pt idx="199">
                  <c:v>0.00483399207568</c:v>
                </c:pt>
                <c:pt idx="200">
                  <c:v>0.00484562242542</c:v>
                </c:pt>
                <c:pt idx="201">
                  <c:v>0.00485729698888</c:v>
                </c:pt>
                <c:pt idx="202">
                  <c:v>0.00486901600391</c:v>
                </c:pt>
                <c:pt idx="203">
                  <c:v>0.00488077971006</c:v>
                </c:pt>
                <c:pt idx="204">
                  <c:v>0.00489258834862</c:v>
                </c:pt>
                <c:pt idx="205">
                  <c:v>0.0049044421626</c:v>
                </c:pt>
                <c:pt idx="206">
                  <c:v>0.00491634139679</c:v>
                </c:pt>
                <c:pt idx="207">
                  <c:v>0.00492828629773</c:v>
                </c:pt>
                <c:pt idx="208">
                  <c:v>0.00494027711376</c:v>
                </c:pt>
                <c:pt idx="209">
                  <c:v>0.00495231409501</c:v>
                </c:pt>
                <c:pt idx="210">
                  <c:v>0.00496439749345</c:v>
                </c:pt>
                <c:pt idx="211">
                  <c:v>0.00497652756289</c:v>
                </c:pt>
                <c:pt idx="212">
                  <c:v>0.00498870455898</c:v>
                </c:pt>
                <c:pt idx="213">
                  <c:v>0.00500092873925</c:v>
                </c:pt>
                <c:pt idx="214">
                  <c:v>0.00501320036313</c:v>
                </c:pt>
                <c:pt idx="215">
                  <c:v>0.00502551969194</c:v>
                </c:pt>
                <c:pt idx="216">
                  <c:v>0.00503788698895</c:v>
                </c:pt>
                <c:pt idx="217">
                  <c:v>0.00505030251935</c:v>
                </c:pt>
                <c:pt idx="218">
                  <c:v>0.00506276655031</c:v>
                </c:pt>
                <c:pt idx="219">
                  <c:v>0.00507527935097</c:v>
                </c:pt>
                <c:pt idx="220">
                  <c:v>0.0050878411925</c:v>
                </c:pt>
                <c:pt idx="221">
                  <c:v>0.00510045234805</c:v>
                </c:pt>
                <c:pt idx="222">
                  <c:v>0.00511311309284</c:v>
                </c:pt>
                <c:pt idx="223">
                  <c:v>0.00512582370413</c:v>
                </c:pt>
                <c:pt idx="224">
                  <c:v>0.00513858446126</c:v>
                </c:pt>
                <c:pt idx="225">
                  <c:v>0.00515139564569</c:v>
                </c:pt>
                <c:pt idx="226">
                  <c:v>0.00516425754096</c:v>
                </c:pt>
                <c:pt idx="227">
                  <c:v>0.00517717043279</c:v>
                </c:pt>
                <c:pt idx="228">
                  <c:v>0.00519013460903</c:v>
                </c:pt>
                <c:pt idx="229">
                  <c:v>0.00520315035973</c:v>
                </c:pt>
                <c:pt idx="230">
                  <c:v>0.00521621797713</c:v>
                </c:pt>
                <c:pt idx="231">
                  <c:v>0.0052293377557</c:v>
                </c:pt>
                <c:pt idx="232">
                  <c:v>0.00524250999215</c:v>
                </c:pt>
                <c:pt idx="233">
                  <c:v>0.00525573498546</c:v>
                </c:pt>
                <c:pt idx="234">
                  <c:v>0.0052690130369</c:v>
                </c:pt>
                <c:pt idx="235">
                  <c:v>0.00528234445004</c:v>
                </c:pt>
                <c:pt idx="236">
                  <c:v>0.0052957295308</c:v>
                </c:pt>
                <c:pt idx="237">
                  <c:v>0.00530916858747</c:v>
                </c:pt>
                <c:pt idx="238">
                  <c:v>0.00532266193067</c:v>
                </c:pt>
                <c:pt idx="239">
                  <c:v>0.00533620987348</c:v>
                </c:pt>
                <c:pt idx="240">
                  <c:v>0.00534981273138</c:v>
                </c:pt>
                <c:pt idx="241">
                  <c:v>0.00536347082231</c:v>
                </c:pt>
                <c:pt idx="242">
                  <c:v>0.00537718446667</c:v>
                </c:pt>
                <c:pt idx="243">
                  <c:v>0.00539095398738</c:v>
                </c:pt>
                <c:pt idx="244">
                  <c:v>0.00540477970989</c:v>
                </c:pt>
                <c:pt idx="245">
                  <c:v>0.00541866196219</c:v>
                </c:pt>
                <c:pt idx="246">
                  <c:v>0.00543260107484</c:v>
                </c:pt>
                <c:pt idx="247">
                  <c:v>0.00544659738102</c:v>
                </c:pt>
                <c:pt idx="248">
                  <c:v>0.00546065121653</c:v>
                </c:pt>
                <c:pt idx="249">
                  <c:v>0.00547476291982</c:v>
                </c:pt>
                <c:pt idx="250">
                  <c:v>0.00548893283205</c:v>
                </c:pt>
                <c:pt idx="251">
                  <c:v>0.00550316129706</c:v>
                </c:pt>
                <c:pt idx="252">
                  <c:v>0.00551744866143</c:v>
                </c:pt>
                <c:pt idx="253">
                  <c:v>0.00553179527452</c:v>
                </c:pt>
                <c:pt idx="254">
                  <c:v>0.00554620148847</c:v>
                </c:pt>
                <c:pt idx="255">
                  <c:v>0.00556066765826</c:v>
                </c:pt>
                <c:pt idx="256">
                  <c:v>0.00557519414171</c:v>
                </c:pt>
                <c:pt idx="257">
                  <c:v>0.0055897812995</c:v>
                </c:pt>
                <c:pt idx="258">
                  <c:v>0.00560442949525</c:v>
                </c:pt>
                <c:pt idx="259">
                  <c:v>0.00561913909551</c:v>
                </c:pt>
                <c:pt idx="260">
                  <c:v>0.0056339104698</c:v>
                </c:pt>
                <c:pt idx="261">
                  <c:v>0.00564874399063</c:v>
                </c:pt>
                <c:pt idx="262">
                  <c:v>0.00566364003355</c:v>
                </c:pt>
                <c:pt idx="263">
                  <c:v>0.00567859897718</c:v>
                </c:pt>
                <c:pt idx="264">
                  <c:v>0.00569362120323</c:v>
                </c:pt>
                <c:pt idx="265">
                  <c:v>0.00570870709652</c:v>
                </c:pt>
                <c:pt idx="266">
                  <c:v>0.00572385704505</c:v>
                </c:pt>
                <c:pt idx="267">
                  <c:v>0.00573907144001</c:v>
                </c:pt>
                <c:pt idx="268">
                  <c:v>0.00575435067581</c:v>
                </c:pt>
                <c:pt idx="269">
                  <c:v>0.00576969515013</c:v>
                </c:pt>
                <c:pt idx="270">
                  <c:v>0.00578510526392</c:v>
                </c:pt>
                <c:pt idx="271">
                  <c:v>0.00580058142148</c:v>
                </c:pt>
                <c:pt idx="272">
                  <c:v>0.00581612403047</c:v>
                </c:pt>
                <c:pt idx="273">
                  <c:v>0.00583173350195</c:v>
                </c:pt>
                <c:pt idx="274">
                  <c:v>0.0058474102504</c:v>
                </c:pt>
                <c:pt idx="275">
                  <c:v>0.0058631546938</c:v>
                </c:pt>
                <c:pt idx="276">
                  <c:v>0.0058789672536</c:v>
                </c:pt>
                <c:pt idx="277">
                  <c:v>0.00589484835482</c:v>
                </c:pt>
                <c:pt idx="278">
                  <c:v>0.00591079842606</c:v>
                </c:pt>
                <c:pt idx="279">
                  <c:v>0.00592681789955</c:v>
                </c:pt>
                <c:pt idx="280">
                  <c:v>0.00594290721115</c:v>
                </c:pt>
                <c:pt idx="281">
                  <c:v>0.00595906680045</c:v>
                </c:pt>
                <c:pt idx="282">
                  <c:v>0.00597529711075</c:v>
                </c:pt>
                <c:pt idx="283">
                  <c:v>0.00599159858915</c:v>
                </c:pt>
                <c:pt idx="284">
                  <c:v>0.00600797168657</c:v>
                </c:pt>
                <c:pt idx="285">
                  <c:v>0.00602441685776</c:v>
                </c:pt>
                <c:pt idx="286">
                  <c:v>0.0060409345614</c:v>
                </c:pt>
                <c:pt idx="287">
                  <c:v>0.00605752526011</c:v>
                </c:pt>
                <c:pt idx="288">
                  <c:v>0.00607418942048</c:v>
                </c:pt>
                <c:pt idx="289">
                  <c:v>0.00609092751313</c:v>
                </c:pt>
                <c:pt idx="290">
                  <c:v>0.00610774001277</c:v>
                </c:pt>
                <c:pt idx="291">
                  <c:v>0.00612462739821</c:v>
                </c:pt>
                <c:pt idx="292">
                  <c:v>0.00614159015241</c:v>
                </c:pt>
                <c:pt idx="293">
                  <c:v>0.00615862876256</c:v>
                </c:pt>
                <c:pt idx="294">
                  <c:v>0.00617574372009</c:v>
                </c:pt>
                <c:pt idx="295">
                  <c:v>0.00619293552071</c:v>
                </c:pt>
                <c:pt idx="296">
                  <c:v>0.00621020466449</c:v>
                </c:pt>
                <c:pt idx="297">
                  <c:v>0.00622755165589</c:v>
                </c:pt>
                <c:pt idx="298">
                  <c:v>0.00624497700381</c:v>
                </c:pt>
                <c:pt idx="299">
                  <c:v>0.00626248122162</c:v>
                </c:pt>
                <c:pt idx="300">
                  <c:v>0.00628006482724</c:v>
                </c:pt>
                <c:pt idx="301">
                  <c:v>0.00629772834316</c:v>
                </c:pt>
                <c:pt idx="302">
                  <c:v>0.00631547229652</c:v>
                </c:pt>
                <c:pt idx="303">
                  <c:v>0.00633329721913</c:v>
                </c:pt>
                <c:pt idx="304">
                  <c:v>0.00635120364754</c:v>
                </c:pt>
                <c:pt idx="305">
                  <c:v>0.00636919212309</c:v>
                </c:pt>
                <c:pt idx="306">
                  <c:v>0.00638726319195</c:v>
                </c:pt>
                <c:pt idx="307">
                  <c:v>0.0064054174052</c:v>
                </c:pt>
                <c:pt idx="308">
                  <c:v>0.00642365531884</c:v>
                </c:pt>
                <c:pt idx="309">
                  <c:v>0.00644197749388</c:v>
                </c:pt>
                <c:pt idx="310">
                  <c:v>0.00646038449639</c:v>
                </c:pt>
                <c:pt idx="311">
                  <c:v>0.00647887689753</c:v>
                </c:pt>
                <c:pt idx="312">
                  <c:v>0.00649745527364</c:v>
                </c:pt>
                <c:pt idx="313">
                  <c:v>0.00651612020627</c:v>
                </c:pt>
                <c:pt idx="314">
                  <c:v>0.00653487228224</c:v>
                </c:pt>
                <c:pt idx="315">
                  <c:v>0.00655371209372</c:v>
                </c:pt>
                <c:pt idx="316">
                  <c:v>0.00657264023826</c:v>
                </c:pt>
                <c:pt idx="317">
                  <c:v>0.00659165731885</c:v>
                </c:pt>
                <c:pt idx="318">
                  <c:v>0.00661076394402</c:v>
                </c:pt>
                <c:pt idx="319">
                  <c:v>0.00662996072782</c:v>
                </c:pt>
                <c:pt idx="320">
                  <c:v>0.00664924828998</c:v>
                </c:pt>
                <c:pt idx="321">
                  <c:v>0.00666862725588</c:v>
                </c:pt>
                <c:pt idx="322">
                  <c:v>0.00668809825666</c:v>
                </c:pt>
                <c:pt idx="323">
                  <c:v>0.00670766192928</c:v>
                </c:pt>
                <c:pt idx="324">
                  <c:v>0.00672731891656</c:v>
                </c:pt>
                <c:pt idx="325">
                  <c:v>0.00674706986726</c:v>
                </c:pt>
                <c:pt idx="326">
                  <c:v>0.00676691543616</c:v>
                </c:pt>
                <c:pt idx="327">
                  <c:v>0.00678685628406</c:v>
                </c:pt>
                <c:pt idx="328">
                  <c:v>0.00680689307794</c:v>
                </c:pt>
                <c:pt idx="329">
                  <c:v>0.00682702649093</c:v>
                </c:pt>
                <c:pt idx="330">
                  <c:v>0.00684725720245</c:v>
                </c:pt>
                <c:pt idx="331">
                  <c:v>0.00686758589821</c:v>
                </c:pt>
                <c:pt idx="332">
                  <c:v>0.00688801327034</c:v>
                </c:pt>
                <c:pt idx="333">
                  <c:v>0.00690854001741</c:v>
                </c:pt>
                <c:pt idx="334">
                  <c:v>0.00692916684452</c:v>
                </c:pt>
                <c:pt idx="335">
                  <c:v>0.00694989446337</c:v>
                </c:pt>
                <c:pt idx="336">
                  <c:v>0.00697072359231</c:v>
                </c:pt>
                <c:pt idx="337">
                  <c:v>0.00699165495641</c:v>
                </c:pt>
                <c:pt idx="338">
                  <c:v>0.00701268928755</c:v>
                </c:pt>
                <c:pt idx="339">
                  <c:v>0.00703382732448</c:v>
                </c:pt>
                <c:pt idx="340">
                  <c:v>0.00705506981287</c:v>
                </c:pt>
                <c:pt idx="341">
                  <c:v>0.00707641750541</c:v>
                </c:pt>
                <c:pt idx="342">
                  <c:v>0.00709787116185</c:v>
                </c:pt>
                <c:pt idx="343">
                  <c:v>0.0071194315491</c:v>
                </c:pt>
                <c:pt idx="344">
                  <c:v>0.00714109944127</c:v>
                </c:pt>
                <c:pt idx="345">
                  <c:v>0.00716287561978</c:v>
                </c:pt>
                <c:pt idx="346">
                  <c:v>0.00718476087338</c:v>
                </c:pt>
                <c:pt idx="347">
                  <c:v>0.00720675599827</c:v>
                </c:pt>
                <c:pt idx="348">
                  <c:v>0.00722886179813</c:v>
                </c:pt>
                <c:pt idx="349">
                  <c:v>0.00725107908422</c:v>
                </c:pt>
                <c:pt idx="350">
                  <c:v>0.00727340867544</c:v>
                </c:pt>
                <c:pt idx="351">
                  <c:v>0.00729585139841</c:v>
                </c:pt>
                <c:pt idx="352">
                  <c:v>0.0073184080875</c:v>
                </c:pt>
                <c:pt idx="353">
                  <c:v>0.00734107958498</c:v>
                </c:pt>
                <c:pt idx="354">
                  <c:v>0.00736386674099</c:v>
                </c:pt>
                <c:pt idx="355">
                  <c:v>0.00738677041372</c:v>
                </c:pt>
                <c:pt idx="356">
                  <c:v>0.00740979146936</c:v>
                </c:pt>
                <c:pt idx="357">
                  <c:v>0.00743293078229</c:v>
                </c:pt>
                <c:pt idx="358">
                  <c:v>0.00745618923505</c:v>
                </c:pt>
                <c:pt idx="359">
                  <c:v>0.00747956771846</c:v>
                </c:pt>
                <c:pt idx="360">
                  <c:v>0.00750306713169</c:v>
                </c:pt>
                <c:pt idx="361">
                  <c:v>0.00752668838228</c:v>
                </c:pt>
                <c:pt idx="362">
                  <c:v>0.00755043238628</c:v>
                </c:pt>
                <c:pt idx="363">
                  <c:v>0.00757430006823</c:v>
                </c:pt>
                <c:pt idx="364">
                  <c:v>0.00759829236131</c:v>
                </c:pt>
                <c:pt idx="365">
                  <c:v>0.00762241020733</c:v>
                </c:pt>
                <c:pt idx="366">
                  <c:v>0.00764665455684</c:v>
                </c:pt>
                <c:pt idx="367">
                  <c:v>0.00767102636917</c:v>
                </c:pt>
                <c:pt idx="368">
                  <c:v>0.00769552661247</c:v>
                </c:pt>
                <c:pt idx="369">
                  <c:v>0.00772015626383</c:v>
                </c:pt>
                <c:pt idx="370">
                  <c:v>0.00774491630927</c:v>
                </c:pt>
                <c:pt idx="371">
                  <c:v>0.00776980774382</c:v>
                </c:pt>
                <c:pt idx="372">
                  <c:v>0.00779483157158</c:v>
                </c:pt>
                <c:pt idx="373">
                  <c:v>0.00781998880577</c:v>
                </c:pt>
                <c:pt idx="374">
                  <c:v>0.00784528046875</c:v>
                </c:pt>
                <c:pt idx="375">
                  <c:v>0.00787070759211</c:v>
                </c:pt>
                <c:pt idx="376">
                  <c:v>0.00789627121668</c:v>
                </c:pt>
                <c:pt idx="377">
                  <c:v>0.00792197239257</c:v>
                </c:pt>
                <c:pt idx="378">
                  <c:v>0.00794781217923</c:v>
                </c:pt>
                <c:pt idx="379">
                  <c:v>0.00797379164548</c:v>
                </c:pt>
                <c:pt idx="380">
                  <c:v>0.00799991186951</c:v>
                </c:pt>
                <c:pt idx="381">
                  <c:v>0.00802617393895</c:v>
                </c:pt>
                <c:pt idx="382">
                  <c:v>0.00805257895087</c:v>
                </c:pt>
                <c:pt idx="383">
                  <c:v>0.00807912801181</c:v>
                </c:pt>
                <c:pt idx="384">
                  <c:v>0.00810582223779</c:v>
                </c:pt>
                <c:pt idx="385">
                  <c:v>0.00813266275432</c:v>
                </c:pt>
                <c:pt idx="386">
                  <c:v>0.00815965069643</c:v>
                </c:pt>
                <c:pt idx="387">
                  <c:v>0.00818678720863</c:v>
                </c:pt>
                <c:pt idx="388">
                  <c:v>0.00821407344494</c:v>
                </c:pt>
                <c:pt idx="389">
                  <c:v>0.0082415105689</c:v>
                </c:pt>
                <c:pt idx="390">
                  <c:v>0.00826909975349</c:v>
                </c:pt>
                <c:pt idx="391">
                  <c:v>0.00829684218118</c:v>
                </c:pt>
                <c:pt idx="392">
                  <c:v>0.00832473904386</c:v>
                </c:pt>
                <c:pt idx="393">
                  <c:v>0.00835279154285</c:v>
                </c:pt>
                <c:pt idx="394">
                  <c:v>0.0083810008888</c:v>
                </c:pt>
                <c:pt idx="395">
                  <c:v>0.00840936830169</c:v>
                </c:pt>
                <c:pt idx="396">
                  <c:v>0.0084378950108</c:v>
                </c:pt>
                <c:pt idx="397">
                  <c:v>0.00846658225456</c:v>
                </c:pt>
                <c:pt idx="398">
                  <c:v>0.00849543128058</c:v>
                </c:pt>
                <c:pt idx="399">
                  <c:v>0.00852444334549</c:v>
                </c:pt>
                <c:pt idx="400">
                  <c:v>0.00855361971493</c:v>
                </c:pt>
                <c:pt idx="401">
                  <c:v>0.00858296166337</c:v>
                </c:pt>
                <c:pt idx="402">
                  <c:v>0.00861247047408</c:v>
                </c:pt>
                <c:pt idx="403">
                  <c:v>0.00864214743897</c:v>
                </c:pt>
                <c:pt idx="404">
                  <c:v>0.00867199385846</c:v>
                </c:pt>
                <c:pt idx="405">
                  <c:v>0.00870201104138</c:v>
                </c:pt>
                <c:pt idx="406">
                  <c:v>0.00873220030479</c:v>
                </c:pt>
                <c:pt idx="407">
                  <c:v>0.0087625629738</c:v>
                </c:pt>
                <c:pt idx="408">
                  <c:v>0.00879310038147</c:v>
                </c:pt>
                <c:pt idx="409">
                  <c:v>0.00882381386852</c:v>
                </c:pt>
                <c:pt idx="410">
                  <c:v>0.00885470478324</c:v>
                </c:pt>
                <c:pt idx="411">
                  <c:v>0.00888577448119</c:v>
                </c:pt>
                <c:pt idx="412">
                  <c:v>0.00891702432501</c:v>
                </c:pt>
                <c:pt idx="413">
                  <c:v>0.00894845568419</c:v>
                </c:pt>
                <c:pt idx="414">
                  <c:v>0.00898006993478</c:v>
                </c:pt>
                <c:pt idx="415">
                  <c:v>0.00901186845916</c:v>
                </c:pt>
                <c:pt idx="416">
                  <c:v>0.00904385264569</c:v>
                </c:pt>
                <c:pt idx="417">
                  <c:v>0.00907602388849</c:v>
                </c:pt>
                <c:pt idx="418">
                  <c:v>0.00910838358702</c:v>
                </c:pt>
                <c:pt idx="419">
                  <c:v>0.00914093314584</c:v>
                </c:pt>
                <c:pt idx="420">
                  <c:v>0.00917367397417</c:v>
                </c:pt>
                <c:pt idx="421">
                  <c:v>0.00920660748557</c:v>
                </c:pt>
                <c:pt idx="422">
                  <c:v>0.00923973509751</c:v>
                </c:pt>
                <c:pt idx="423">
                  <c:v>0.009273058231</c:v>
                </c:pt>
                <c:pt idx="424">
                  <c:v>0.00930657831009</c:v>
                </c:pt>
                <c:pt idx="425">
                  <c:v>0.00934029676151</c:v>
                </c:pt>
                <c:pt idx="426">
                  <c:v>0.0093742150141</c:v>
                </c:pt>
                <c:pt idx="427">
                  <c:v>0.00940833449839</c:v>
                </c:pt>
                <c:pt idx="428">
                  <c:v>0.00944265664607</c:v>
                </c:pt>
                <c:pt idx="429">
                  <c:v>0.00947718288942</c:v>
                </c:pt>
                <c:pt idx="430">
                  <c:v>0.0095119146608</c:v>
                </c:pt>
                <c:pt idx="431">
                  <c:v>0.00954685339206</c:v>
                </c:pt>
                <c:pt idx="432">
                  <c:v>0.00958200051392</c:v>
                </c:pt>
                <c:pt idx="433">
                  <c:v>0.00961735745539</c:v>
                </c:pt>
                <c:pt idx="434">
                  <c:v>0.00965292564311</c:v>
                </c:pt>
                <c:pt idx="435">
                  <c:v>0.00968870650065</c:v>
                </c:pt>
                <c:pt idx="436">
                  <c:v>0.00972470144792</c:v>
                </c:pt>
                <c:pt idx="437">
                  <c:v>0.00976091190036</c:v>
                </c:pt>
                <c:pt idx="438">
                  <c:v>0.0097973392683</c:v>
                </c:pt>
                <c:pt idx="439">
                  <c:v>0.00983398495617</c:v>
                </c:pt>
                <c:pt idx="440">
                  <c:v>0.00987085036175</c:v>
                </c:pt>
                <c:pt idx="441">
                  <c:v>0.0099079368754</c:v>
                </c:pt>
                <c:pt idx="442">
                  <c:v>0.00994524587921</c:v>
                </c:pt>
                <c:pt idx="443">
                  <c:v>0.00998277874626</c:v>
                </c:pt>
                <c:pt idx="444">
                  <c:v>0.0100205368397</c:v>
                </c:pt>
                <c:pt idx="445">
                  <c:v>0.010058521512</c:v>
                </c:pt>
                <c:pt idx="446">
                  <c:v>0.010096734104</c:v>
                </c:pt>
                <c:pt idx="447">
                  <c:v>0.0101351759441</c:v>
                </c:pt>
                <c:pt idx="448">
                  <c:v>0.0101738483472</c:v>
                </c:pt>
                <c:pt idx="449">
                  <c:v>0.0102127526141</c:v>
                </c:pt>
                <c:pt idx="450">
                  <c:v>0.0102518900303</c:v>
                </c:pt>
                <c:pt idx="451">
                  <c:v>0.0102912618654</c:v>
                </c:pt>
                <c:pt idx="452">
                  <c:v>0.0103308693718</c:v>
                </c:pt>
                <c:pt idx="453">
                  <c:v>0.0103707137842</c:v>
                </c:pt>
                <c:pt idx="454">
                  <c:v>0.0104107963183</c:v>
                </c:pt>
                <c:pt idx="455">
                  <c:v>0.0104511181704</c:v>
                </c:pt>
                <c:pt idx="456">
                  <c:v>0.0104916805157</c:v>
                </c:pt>
                <c:pt idx="457">
                  <c:v>0.0105324845082</c:v>
                </c:pt>
                <c:pt idx="458">
                  <c:v>0.0105735312796</c:v>
                </c:pt>
                <c:pt idx="459">
                  <c:v>0.0106148219382</c:v>
                </c:pt>
                <c:pt idx="460">
                  <c:v>0.0106563575682</c:v>
                </c:pt>
                <c:pt idx="461">
                  <c:v>0.0106981392291</c:v>
                </c:pt>
                <c:pt idx="462">
                  <c:v>0.0107401679546</c:v>
                </c:pt>
                <c:pt idx="463">
                  <c:v>0.010782444752</c:v>
                </c:pt>
                <c:pt idx="464">
                  <c:v>0.0108249706018</c:v>
                </c:pt>
                <c:pt idx="465">
                  <c:v>0.0108677464564</c:v>
                </c:pt>
                <c:pt idx="466">
                  <c:v>0.0109107732399</c:v>
                </c:pt>
                <c:pt idx="467">
                  <c:v>0.0109540518478</c:v>
                </c:pt>
                <c:pt idx="468">
                  <c:v>0.0109975831459</c:v>
                </c:pt>
                <c:pt idx="469">
                  <c:v>0.0110413679702</c:v>
                </c:pt>
                <c:pt idx="470">
                  <c:v>0.0110854071268</c:v>
                </c:pt>
                <c:pt idx="471">
                  <c:v>0.0111297013911</c:v>
                </c:pt>
                <c:pt idx="472">
                  <c:v>0.0111742515081</c:v>
                </c:pt>
                <c:pt idx="473">
                  <c:v>0.0112190581919</c:v>
                </c:pt>
                <c:pt idx="474">
                  <c:v>0.0112641221261</c:v>
                </c:pt>
                <c:pt idx="475">
                  <c:v>0.0113094439634</c:v>
                </c:pt>
                <c:pt idx="476">
                  <c:v>0.0113550243265</c:v>
                </c:pt>
                <c:pt idx="477">
                  <c:v>0.0114008638079</c:v>
                </c:pt>
                <c:pt idx="478">
                  <c:v>0.0114469629704</c:v>
                </c:pt>
                <c:pt idx="479">
                  <c:v>0.0114933223479</c:v>
                </c:pt>
                <c:pt idx="480">
                  <c:v>0.0115399424461</c:v>
                </c:pt>
                <c:pt idx="481">
                  <c:v>0.0115868237432</c:v>
                </c:pt>
                <c:pt idx="482">
                  <c:v>0.0116339666911</c:v>
                </c:pt>
                <c:pt idx="483">
                  <c:v>0.0116813717164</c:v>
                </c:pt>
                <c:pt idx="484">
                  <c:v>0.0117290392217</c:v>
                </c:pt>
                <c:pt idx="485">
                  <c:v>0.0117769695874</c:v>
                </c:pt>
                <c:pt idx="486">
                  <c:v>0.0118251631731</c:v>
                </c:pt>
                <c:pt idx="487">
                  <c:v>0.0118736203194</c:v>
                </c:pt>
                <c:pt idx="488">
                  <c:v>0.0119223413499</c:v>
                </c:pt>
                <c:pt idx="489">
                  <c:v>0.0119713265737</c:v>
                </c:pt>
                <c:pt idx="490">
                  <c:v>0.0120205762874</c:v>
                </c:pt>
                <c:pt idx="491">
                  <c:v>0.0120700907777</c:v>
                </c:pt>
                <c:pt idx="492">
                  <c:v>0.0121198703244</c:v>
                </c:pt>
                <c:pt idx="493">
                  <c:v>0.012169915203</c:v>
                </c:pt>
                <c:pt idx="494">
                  <c:v>0.012220225688</c:v>
                </c:pt>
                <c:pt idx="495">
                  <c:v>0.0122708020562</c:v>
                </c:pt>
                <c:pt idx="496">
                  <c:v>0.0123216445901</c:v>
                </c:pt>
                <c:pt idx="497">
                  <c:v>0.0123727535815</c:v>
                </c:pt>
                <c:pt idx="498">
                  <c:v>0.0124241293356</c:v>
                </c:pt>
                <c:pt idx="499">
                  <c:v>0.0124757721747</c:v>
                </c:pt>
                <c:pt idx="500">
                  <c:v>0.0125276824424</c:v>
                </c:pt>
                <c:pt idx="501">
                  <c:v>0.0125798605084</c:v>
                </c:pt>
                <c:pt idx="502">
                  <c:v>0.0126323067724</c:v>
                </c:pt>
                <c:pt idx="503">
                  <c:v>0.012685021669</c:v>
                </c:pt>
                <c:pt idx="504">
                  <c:v>0.0127380056726</c:v>
                </c:pt>
                <c:pt idx="505">
                  <c:v>0.0127912593022</c:v>
                </c:pt>
                <c:pt idx="506">
                  <c:v>0.0128447831262</c:v>
                </c:pt>
                <c:pt idx="507">
                  <c:v>0.0128985777681</c:v>
                </c:pt>
                <c:pt idx="508">
                  <c:v>0.012952643911</c:v>
                </c:pt>
                <c:pt idx="509">
                  <c:v>0.0130069823036</c:v>
                </c:pt>
                <c:pt idx="510">
                  <c:v>0.013061593765</c:v>
                </c:pt>
                <c:pt idx="511">
                  <c:v>0.0131164791907</c:v>
                </c:pt>
                <c:pt idx="512">
                  <c:v>0.0131716395573</c:v>
                </c:pt>
                <c:pt idx="513">
                  <c:v>0.0132270759288</c:v>
                </c:pt>
                <c:pt idx="514">
                  <c:v>0.0132827894616</c:v>
                </c:pt>
                <c:pt idx="515">
                  <c:v>0.0133387814097</c:v>
                </c:pt>
                <c:pt idx="516">
                  <c:v>0.013395053131</c:v>
                </c:pt>
                <c:pt idx="517">
                  <c:v>0.0134516060918</c:v>
                </c:pt>
                <c:pt idx="518">
                  <c:v>0.0135084418725</c:v>
                </c:pt>
                <c:pt idx="519">
                  <c:v>0.0135655621729</c:v>
                </c:pt>
                <c:pt idx="520">
                  <c:v>0.0136229688172</c:v>
                </c:pt>
                <c:pt idx="521">
                  <c:v>0.0136806637589</c:v>
                </c:pt>
                <c:pt idx="522">
                  <c:v>0.0137386490859</c:v>
                </c:pt>
                <c:pt idx="523">
                  <c:v>0.0137969270249</c:v>
                </c:pt>
                <c:pt idx="524">
                  <c:v>0.0138554999461</c:v>
                </c:pt>
                <c:pt idx="525">
                  <c:v>0.0139143703679</c:v>
                </c:pt>
                <c:pt idx="526">
                  <c:v>0.0139735409602</c:v>
                </c:pt>
                <c:pt idx="527">
                  <c:v>0.014033014549</c:v>
                </c:pt>
                <c:pt idx="528">
                  <c:v>0.0140927941198</c:v>
                </c:pt>
                <c:pt idx="529">
                  <c:v>0.0141528828214</c:v>
                </c:pt>
                <c:pt idx="530">
                  <c:v>0.0142132839683</c:v>
                </c:pt>
                <c:pt idx="531">
                  <c:v>0.0142740010445</c:v>
                </c:pt>
                <c:pt idx="532">
                  <c:v>0.0143350377054</c:v>
                </c:pt>
                <c:pt idx="533">
                  <c:v>0.0143963977808</c:v>
                </c:pt>
                <c:pt idx="534">
                  <c:v>0.0144580852763</c:v>
                </c:pt>
                <c:pt idx="535">
                  <c:v>0.0145201043756</c:v>
                </c:pt>
                <c:pt idx="536">
                  <c:v>0.0145824594416</c:v>
                </c:pt>
                <c:pt idx="537">
                  <c:v>0.0146451550176</c:v>
                </c:pt>
                <c:pt idx="538">
                  <c:v>0.0147081958283</c:v>
                </c:pt>
                <c:pt idx="539">
                  <c:v>0.0147715867799</c:v>
                </c:pt>
                <c:pt idx="540">
                  <c:v>0.014835332961</c:v>
                </c:pt>
                <c:pt idx="541">
                  <c:v>0.0148994396417</c:v>
                </c:pt>
                <c:pt idx="542">
                  <c:v>0.014963912274</c:v>
                </c:pt>
                <c:pt idx="543">
                  <c:v>0.0150287564903</c:v>
                </c:pt>
                <c:pt idx="544">
                  <c:v>0.0150939781031</c:v>
                </c:pt>
                <c:pt idx="545">
                  <c:v>0.0151595831034</c:v>
                </c:pt>
                <c:pt idx="546">
                  <c:v>0.0152255776593</c:v>
                </c:pt>
                <c:pt idx="547">
                  <c:v>0.015291968114</c:v>
                </c:pt>
                <c:pt idx="548">
                  <c:v>0.0153587609839</c:v>
                </c:pt>
                <c:pt idx="549">
                  <c:v>0.0154259629567</c:v>
                </c:pt>
                <c:pt idx="550">
                  <c:v>0.015493580888</c:v>
                </c:pt>
                <c:pt idx="551">
                  <c:v>0.0155616217995</c:v>
                </c:pt>
                <c:pt idx="552">
                  <c:v>0.0156300928756</c:v>
                </c:pt>
                <c:pt idx="553">
                  <c:v>0.0156990014605</c:v>
                </c:pt>
                <c:pt idx="554">
                  <c:v>0.015768355055</c:v>
                </c:pt>
                <c:pt idx="555">
                  <c:v>0.0158381613129</c:v>
                </c:pt>
                <c:pt idx="556">
                  <c:v>0.0159084280378</c:v>
                </c:pt>
                <c:pt idx="557">
                  <c:v>0.0159791631793</c:v>
                </c:pt>
                <c:pt idx="558">
                  <c:v>0.0160503748294</c:v>
                </c:pt>
                <c:pt idx="559">
                  <c:v>0.0161220712186</c:v>
                </c:pt>
                <c:pt idx="560">
                  <c:v>0.0161942607125</c:v>
                </c:pt>
                <c:pt idx="561">
                  <c:v>0.0162669518073</c:v>
                </c:pt>
                <c:pt idx="562">
                  <c:v>0.0163401531263</c:v>
                </c:pt>
                <c:pt idx="563">
                  <c:v>0.0164138734162</c:v>
                </c:pt>
                <c:pt idx="564">
                  <c:v>0.0164881215429</c:v>
                </c:pt>
                <c:pt idx="565">
                  <c:v>0.0165629064878</c:v>
                </c:pt>
                <c:pt idx="566">
                  <c:v>0.0166382373441</c:v>
                </c:pt>
                <c:pt idx="567">
                  <c:v>0.016714123313</c:v>
                </c:pt>
                <c:pt idx="568">
                  <c:v>0.0167905737002</c:v>
                </c:pt>
                <c:pt idx="569">
                  <c:v>0.0168675979119</c:v>
                </c:pt>
                <c:pt idx="570">
                  <c:v>0.016945205452</c:v>
                </c:pt>
                <c:pt idx="571">
                  <c:v>0.0170234059185</c:v>
                </c:pt>
                <c:pt idx="572">
                  <c:v>0.0171022090001</c:v>
                </c:pt>
                <c:pt idx="573">
                  <c:v>0.0171816244733</c:v>
                </c:pt>
                <c:pt idx="574">
                  <c:v>0.0172616621996</c:v>
                </c:pt>
                <c:pt idx="575">
                  <c:v>0.0173423321223</c:v>
                </c:pt>
                <c:pt idx="576">
                  <c:v>0.0174236442646</c:v>
                </c:pt>
                <c:pt idx="577">
                  <c:v>0.0175056087263</c:v>
                </c:pt>
                <c:pt idx="578">
                  <c:v>0.0175882356822</c:v>
                </c:pt>
                <c:pt idx="579">
                  <c:v>0.0176715353797</c:v>
                </c:pt>
                <c:pt idx="580">
                  <c:v>0.0177555181367</c:v>
                </c:pt>
                <c:pt idx="581">
                  <c:v>0.0178401943403</c:v>
                </c:pt>
                <c:pt idx="582">
                  <c:v>0.0179255744448</c:v>
                </c:pt>
                <c:pt idx="583">
                  <c:v>0.0180116689707</c:v>
                </c:pt>
                <c:pt idx="584">
                  <c:v>0.0180984885029</c:v>
                </c:pt>
                <c:pt idx="585">
                  <c:v>0.0181860436902</c:v>
                </c:pt>
                <c:pt idx="586">
                  <c:v>0.0182743452445</c:v>
                </c:pt>
                <c:pt idx="587">
                  <c:v>0.0183634039396</c:v>
                </c:pt>
                <c:pt idx="588">
                  <c:v>0.0184532306111</c:v>
                </c:pt>
                <c:pt idx="589">
                  <c:v>0.0185438361557</c:v>
                </c:pt>
                <c:pt idx="590">
                  <c:v>0.0186352315316</c:v>
                </c:pt>
                <c:pt idx="591">
                  <c:v>0.0187274277578</c:v>
                </c:pt>
                <c:pt idx="592">
                  <c:v>0.0188204359148</c:v>
                </c:pt>
                <c:pt idx="593">
                  <c:v>0.0189142671441</c:v>
                </c:pt>
                <c:pt idx="594">
                  <c:v>0.0190089326497</c:v>
                </c:pt>
                <c:pt idx="595">
                  <c:v>0.0191044436976</c:v>
                </c:pt>
                <c:pt idx="596">
                  <c:v>0.0192008116168</c:v>
                </c:pt>
                <c:pt idx="597">
                  <c:v>0.0192980478005</c:v>
                </c:pt>
                <c:pt idx="598">
                  <c:v>0.0193961637064</c:v>
                </c:pt>
                <c:pt idx="599">
                  <c:v>0.0194951708576</c:v>
                </c:pt>
                <c:pt idx="600">
                  <c:v>0.0195950808445</c:v>
                </c:pt>
                <c:pt idx="601">
                  <c:v>0.019695905325</c:v>
                </c:pt>
                <c:pt idx="602">
                  <c:v>0.0197976560261</c:v>
                </c:pt>
                <c:pt idx="603">
                  <c:v>0.0199003447453</c:v>
                </c:pt>
                <c:pt idx="604">
                  <c:v>0.0200039833518</c:v>
                </c:pt>
                <c:pt idx="605">
                  <c:v>0.0201085837881</c:v>
                </c:pt>
                <c:pt idx="606">
                  <c:v>0.0202141580708</c:v>
                </c:pt>
                <c:pt idx="607">
                  <c:v>0.0203207182929</c:v>
                </c:pt>
                <c:pt idx="608">
                  <c:v>0.0204282766246</c:v>
                </c:pt>
                <c:pt idx="609">
                  <c:v>0.0205368453154</c:v>
                </c:pt>
                <c:pt idx="610">
                  <c:v>0.0206464366948</c:v>
                </c:pt>
                <c:pt idx="611">
                  <c:v>0.0207570631746</c:v>
                </c:pt>
                <c:pt idx="612">
                  <c:v>0.0208687372499</c:v>
                </c:pt>
                <c:pt idx="613">
                  <c:v>0.0209814715004</c:v>
                </c:pt>
                <c:pt idx="614">
                  <c:v>0.0210952785925</c:v>
                </c:pt>
                <c:pt idx="615">
                  <c:v>0.0212101712799</c:v>
                </c:pt>
                <c:pt idx="616">
                  <c:v>0.0213261624053</c:v>
                </c:pt>
                <c:pt idx="617">
                  <c:v>0.0214432649018</c:v>
                </c:pt>
                <c:pt idx="618">
                  <c:v>0.0215614917936</c:v>
                </c:pt>
                <c:pt idx="619">
                  <c:v>0.0216808561978</c:v>
                </c:pt>
                <c:pt idx="620">
                  <c:v>0.0218013713248</c:v>
                </c:pt>
                <c:pt idx="621">
                  <c:v>0.0219230504795</c:v>
                </c:pt>
                <c:pt idx="622">
                  <c:v>0.0220459070624</c:v>
                </c:pt>
                <c:pt idx="623">
                  <c:v>0.0221699545698</c:v>
                </c:pt>
                <c:pt idx="624">
                  <c:v>0.0222952065948</c:v>
                </c:pt>
                <c:pt idx="625">
                  <c:v>0.0224216768279</c:v>
                </c:pt>
                <c:pt idx="626">
                  <c:v>0.0225493790567</c:v>
                </c:pt>
                <c:pt idx="627">
                  <c:v>0.022678327167</c:v>
                </c:pt>
                <c:pt idx="628">
                  <c:v>0.0228085351419</c:v>
                </c:pt>
                <c:pt idx="629">
                  <c:v>0.0229400170627</c:v>
                </c:pt>
                <c:pt idx="630">
                  <c:v>0.0230727871076</c:v>
                </c:pt>
                <c:pt idx="631">
                  <c:v>0.0232068595519</c:v>
                </c:pt>
                <c:pt idx="632">
                  <c:v>0.0233422487674</c:v>
                </c:pt>
                <c:pt idx="633">
                  <c:v>0.0234789692209</c:v>
                </c:pt>
                <c:pt idx="634">
                  <c:v>0.0236170354739</c:v>
                </c:pt>
                <c:pt idx="635">
                  <c:v>0.0237564621806</c:v>
                </c:pt>
                <c:pt idx="636">
                  <c:v>0.0238972640871</c:v>
                </c:pt>
                <c:pt idx="637">
                  <c:v>0.024039456029</c:v>
                </c:pt>
                <c:pt idx="638">
                  <c:v>0.02418305293</c:v>
                </c:pt>
                <c:pt idx="639">
                  <c:v>0.0243280697989</c:v>
                </c:pt>
                <c:pt idx="640">
                  <c:v>0.0244745217278</c:v>
                </c:pt>
                <c:pt idx="641">
                  <c:v>0.024622423889</c:v>
                </c:pt>
                <c:pt idx="642">
                  <c:v>0.0247717915317</c:v>
                </c:pt>
                <c:pt idx="643">
                  <c:v>0.0249226399789</c:v>
                </c:pt>
                <c:pt idx="644">
                  <c:v>0.0250749846234</c:v>
                </c:pt>
                <c:pt idx="645">
                  <c:v>0.025228840924</c:v>
                </c:pt>
                <c:pt idx="646">
                  <c:v>0.0253842244011</c:v>
                </c:pt>
                <c:pt idx="647">
                  <c:v>0.0255411506316</c:v>
                </c:pt>
                <c:pt idx="648">
                  <c:v>0.0256996352444</c:v>
                </c:pt>
                <c:pt idx="649">
                  <c:v>0.0258596939144</c:v>
                </c:pt>
                <c:pt idx="650">
                  <c:v>0.0260213423568</c:v>
                </c:pt>
                <c:pt idx="651">
                  <c:v>0.0261845963211</c:v>
                </c:pt>
                <c:pt idx="652">
                  <c:v>0.0263494715839</c:v>
                </c:pt>
                <c:pt idx="653">
                  <c:v>0.0265159839426</c:v>
                </c:pt>
                <c:pt idx="654">
                  <c:v>0.0266841492069</c:v>
                </c:pt>
                <c:pt idx="655">
                  <c:v>0.0268539831915</c:v>
                </c:pt>
                <c:pt idx="656">
                  <c:v>0.0270255017075</c:v>
                </c:pt>
                <c:pt idx="657">
                  <c:v>0.0271987205535</c:v>
                </c:pt>
                <c:pt idx="658">
                  <c:v>0.0273736555059</c:v>
                </c:pt>
                <c:pt idx="659">
                  <c:v>0.0275503223095</c:v>
                </c:pt>
                <c:pt idx="660">
                  <c:v>0.0277287366665</c:v>
                </c:pt>
                <c:pt idx="661">
                  <c:v>0.0279089142262</c:v>
                </c:pt>
                <c:pt idx="662">
                  <c:v>0.0280908705727</c:v>
                </c:pt>
                <c:pt idx="663">
                  <c:v>0.0282746212137</c:v>
                </c:pt>
                <c:pt idx="664">
                  <c:v>0.0284601815672</c:v>
                </c:pt>
                <c:pt idx="665">
                  <c:v>0.0286475669488</c:v>
                </c:pt>
                <c:pt idx="666">
                  <c:v>0.0288367925578</c:v>
                </c:pt>
                <c:pt idx="667">
                  <c:v>0.0290278734625</c:v>
                </c:pt>
                <c:pt idx="668">
                  <c:v>0.0292208245858</c:v>
                </c:pt>
                <c:pt idx="669">
                  <c:v>0.0294156606893</c:v>
                </c:pt>
                <c:pt idx="670">
                  <c:v>0.029612396357</c:v>
                </c:pt>
                <c:pt idx="671">
                  <c:v>0.0298110459789</c:v>
                </c:pt>
                <c:pt idx="672">
                  <c:v>0.0300116237332</c:v>
                </c:pt>
                <c:pt idx="673">
                  <c:v>0.0302141435682</c:v>
                </c:pt>
                <c:pt idx="674">
                  <c:v>0.0304186191837</c:v>
                </c:pt>
                <c:pt idx="675">
                  <c:v>0.0306250640117</c:v>
                </c:pt>
                <c:pt idx="676">
                  <c:v>0.0308334911962</c:v>
                </c:pt>
                <c:pt idx="677">
                  <c:v>0.0310439135728</c:v>
                </c:pt>
                <c:pt idx="678">
                  <c:v>0.0312563436469</c:v>
                </c:pt>
                <c:pt idx="679">
                  <c:v>0.0314707935725</c:v>
                </c:pt>
                <c:pt idx="680">
                  <c:v>0.0316872751291</c:v>
                </c:pt>
                <c:pt idx="681">
                  <c:v>0.0319057996987</c:v>
                </c:pt>
                <c:pt idx="682">
                  <c:v>0.0321263782421</c:v>
                </c:pt>
                <c:pt idx="683">
                  <c:v>0.0323490212745</c:v>
                </c:pt>
                <c:pt idx="684">
                  <c:v>0.0325737388403</c:v>
                </c:pt>
                <c:pt idx="685">
                  <c:v>0.0328005404883</c:v>
                </c:pt>
                <c:pt idx="686">
                  <c:v>0.0330294352449</c:v>
                </c:pt>
                <c:pt idx="687">
                  <c:v>0.0332604315882</c:v>
                </c:pt>
                <c:pt idx="688">
                  <c:v>0.0334935374205</c:v>
                </c:pt>
                <c:pt idx="689">
                  <c:v>0.0337287600413</c:v>
                </c:pt>
                <c:pt idx="690">
                  <c:v>0.0339661061193</c:v>
                </c:pt>
                <c:pt idx="691">
                  <c:v>0.034205581664</c:v>
                </c:pt>
                <c:pt idx="692">
                  <c:v>0.0344471919975</c:v>
                </c:pt>
                <c:pt idx="693">
                  <c:v>0.0346909417255</c:v>
                </c:pt>
                <c:pt idx="694">
                  <c:v>0.0349368347085</c:v>
                </c:pt>
                <c:pt idx="695">
                  <c:v>0.0351848740322</c:v>
                </c:pt>
                <c:pt idx="696">
                  <c:v>0.0354350619786</c:v>
                </c:pt>
                <c:pt idx="697">
                  <c:v>0.0356873999967</c:v>
                </c:pt>
                <c:pt idx="698">
                  <c:v>0.0359418886728</c:v>
                </c:pt>
                <c:pt idx="699">
                  <c:v>0.0361985277018</c:v>
                </c:pt>
                <c:pt idx="700">
                  <c:v>0.0364573158577</c:v>
                </c:pt>
                <c:pt idx="701">
                  <c:v>0.0367182509654</c:v>
                </c:pt>
                <c:pt idx="702">
                  <c:v>0.0369813298718</c:v>
                </c:pt>
                <c:pt idx="703">
                  <c:v>0.0372465484182</c:v>
                </c:pt>
                <c:pt idx="704">
                  <c:v>0.0375139014126</c:v>
                </c:pt>
                <c:pt idx="705">
                  <c:v>0.0377833826033</c:v>
                </c:pt>
                <c:pt idx="706">
                  <c:v>0.0380549846522</c:v>
                </c:pt>
                <c:pt idx="707">
                  <c:v>0.0383286991103</c:v>
                </c:pt>
                <c:pt idx="708">
                  <c:v>0.0386045163931</c:v>
                </c:pt>
                <c:pt idx="709">
                  <c:v>0.0388824257574</c:v>
                </c:pt>
                <c:pt idx="710">
                  <c:v>0.0391624152792</c:v>
                </c:pt>
                <c:pt idx="711">
                  <c:v>0.0394444718332</c:v>
                </c:pt>
                <c:pt idx="712">
                  <c:v>0.0397285810734</c:v>
                </c:pt>
                <c:pt idx="713">
                  <c:v>0.040014727415</c:v>
                </c:pt>
                <c:pt idx="714">
                  <c:v>0.0403028940187</c:v>
                </c:pt>
                <c:pt idx="715">
                  <c:v>0.0405930627762</c:v>
                </c:pt>
                <c:pt idx="716">
                  <c:v>0.0408852142975</c:v>
                </c:pt>
                <c:pt idx="717">
                  <c:v>0.0411793279004</c:v>
                </c:pt>
                <c:pt idx="718">
                  <c:v>0.0414753816024</c:v>
                </c:pt>
                <c:pt idx="719">
                  <c:v>0.0417733521144</c:v>
                </c:pt>
                <c:pt idx="720">
                  <c:v>0.0420732148365</c:v>
                </c:pt>
                <c:pt idx="721">
                  <c:v>0.0423749438575</c:v>
                </c:pt>
                <c:pt idx="722">
                  <c:v>0.0426785119549</c:v>
                </c:pt>
                <c:pt idx="723">
                  <c:v>0.0429838905997</c:v>
                </c:pt>
                <c:pt idx="724">
                  <c:v>0.0432910499621</c:v>
                </c:pt>
                <c:pt idx="725">
                  <c:v>0.0435999589215</c:v>
                </c:pt>
                <c:pt idx="726">
                  <c:v>0.043910585078</c:v>
                </c:pt>
                <c:pt idx="727">
                  <c:v>0.0442228947676</c:v>
                </c:pt>
                <c:pt idx="728">
                  <c:v>0.0445368530807</c:v>
                </c:pt>
                <c:pt idx="729">
                  <c:v>0.0448524238824</c:v>
                </c:pt>
                <c:pt idx="730">
                  <c:v>0.045169569837</c:v>
                </c:pt>
                <c:pt idx="731">
                  <c:v>0.0454882524352</c:v>
                </c:pt>
                <c:pt idx="732">
                  <c:v>0.0458084320237</c:v>
                </c:pt>
                <c:pt idx="733">
                  <c:v>0.046130067839</c:v>
                </c:pt>
                <c:pt idx="734">
                  <c:v>0.0464531180432</c:v>
                </c:pt>
                <c:pt idx="735">
                  <c:v>0.0467775397632</c:v>
                </c:pt>
                <c:pt idx="736">
                  <c:v>0.0471032891328</c:v>
                </c:pt>
                <c:pt idx="737">
                  <c:v>0.0474303213376</c:v>
                </c:pt>
                <c:pt idx="738">
                  <c:v>0.0477585906626</c:v>
                </c:pt>
                <c:pt idx="739">
                  <c:v>0.0480880505425</c:v>
                </c:pt>
                <c:pt idx="740">
                  <c:v>0.0484186536145</c:v>
                </c:pt>
                <c:pt idx="741">
                  <c:v>0.0487503517737</c:v>
                </c:pt>
                <c:pt idx="742">
                  <c:v>0.0490830962304</c:v>
                </c:pt>
                <c:pt idx="743">
                  <c:v>0.0494168375697</c:v>
                </c:pt>
                <c:pt idx="744">
                  <c:v>0.0497515258132</c:v>
                </c:pt>
                <c:pt idx="745">
                  <c:v>0.0500871104824</c:v>
                </c:pt>
                <c:pt idx="746">
                  <c:v>0.0504235406633</c:v>
                </c:pt>
                <c:pt idx="747">
                  <c:v>0.0507607650729</c:v>
                </c:pt>
                <c:pt idx="748">
                  <c:v>0.0510987321267</c:v>
                </c:pt>
                <c:pt idx="749">
                  <c:v>0.0514373900067</c:v>
                </c:pt>
                <c:pt idx="750">
                  <c:v>0.051776686731</c:v>
                </c:pt>
                <c:pt idx="751">
                  <c:v>0.0521165702233</c:v>
                </c:pt>
                <c:pt idx="752">
                  <c:v>0.0524569883824</c:v>
                </c:pt>
                <c:pt idx="753">
                  <c:v>0.0527978891527</c:v>
                </c:pt>
                <c:pt idx="754">
                  <c:v>0.0531392205938</c:v>
                </c:pt>
                <c:pt idx="755">
                  <c:v>0.0534809309497</c:v>
                </c:pt>
                <c:pt idx="756">
                  <c:v>0.0538229687174</c:v>
                </c:pt>
                <c:pt idx="757">
                  <c:v>0.0541652827153</c:v>
                </c:pt>
                <c:pt idx="758">
                  <c:v>0.0545078221495</c:v>
                </c:pt>
                <c:pt idx="759">
                  <c:v>0.0548505366794</c:v>
                </c:pt>
                <c:pt idx="760">
                  <c:v>0.0551933764818</c:v>
                </c:pt>
                <c:pt idx="761">
                  <c:v>0.0555362923131</c:v>
                </c:pt>
                <c:pt idx="762">
                  <c:v>0.0558792355699</c:v>
                </c:pt>
                <c:pt idx="763">
                  <c:v>0.0562221583472</c:v>
                </c:pt>
                <c:pt idx="764">
                  <c:v>0.0565650134951</c:v>
                </c:pt>
                <c:pt idx="765">
                  <c:v>0.0569077546724</c:v>
                </c:pt>
                <c:pt idx="766">
                  <c:v>0.0572503363978</c:v>
                </c:pt>
                <c:pt idx="767">
                  <c:v>0.0575927140995</c:v>
                </c:pt>
                <c:pt idx="768">
                  <c:v>0.0579348441608</c:v>
                </c:pt>
                <c:pt idx="769">
                  <c:v>0.0582766839638</c:v>
                </c:pt>
                <c:pt idx="770">
                  <c:v>0.0586181919301</c:v>
                </c:pt>
                <c:pt idx="771">
                  <c:v>0.058959327558</c:v>
                </c:pt>
                <c:pt idx="772">
                  <c:v>0.059300051458</c:v>
                </c:pt>
                <c:pt idx="773">
                  <c:v>0.0596403253841</c:v>
                </c:pt>
                <c:pt idx="774">
                  <c:v>0.0599801122628</c:v>
                </c:pt>
                <c:pt idx="775">
                  <c:v>0.0603193762188</c:v>
                </c:pt>
                <c:pt idx="776">
                  <c:v>0.060658082598</c:v>
                </c:pt>
                <c:pt idx="777">
                  <c:v>0.0609961979874</c:v>
                </c:pt>
                <c:pt idx="778">
                  <c:v>0.0613336902321</c:v>
                </c:pt>
                <c:pt idx="779">
                  <c:v>0.0616705284491</c:v>
                </c:pt>
                <c:pt idx="780">
                  <c:v>0.0620066830393</c:v>
                </c:pt>
                <c:pt idx="781">
                  <c:v>0.0623421256953</c:v>
                </c:pt>
                <c:pt idx="782">
                  <c:v>0.0626768294077</c:v>
                </c:pt>
                <c:pt idx="783">
                  <c:v>0.0630107684687</c:v>
                </c:pt>
                <c:pt idx="784">
                  <c:v>0.0633439184721</c:v>
                </c:pt>
                <c:pt idx="785">
                  <c:v>0.0636762563123</c:v>
                </c:pt>
                <c:pt idx="786">
                  <c:v>0.0640077601803</c:v>
                </c:pt>
                <c:pt idx="787">
                  <c:v>0.0643384095574</c:v>
                </c:pt>
                <c:pt idx="788">
                  <c:v>0.0646681852071</c:v>
                </c:pt>
                <c:pt idx="789">
                  <c:v>0.0649970691649</c:v>
                </c:pt>
                <c:pt idx="790">
                  <c:v>0.0653250447262</c:v>
                </c:pt>
                <c:pt idx="791">
                  <c:v>0.0656520964325</c:v>
                </c:pt>
                <c:pt idx="792">
                  <c:v>0.0659782100558</c:v>
                </c:pt>
                <c:pt idx="793">
                  <c:v>0.0663033725817</c:v>
                </c:pt>
                <c:pt idx="794">
                  <c:v>0.0666275721911</c:v>
                </c:pt>
                <c:pt idx="795">
                  <c:v>0.0669507982403</c:v>
                </c:pt>
                <c:pt idx="796">
                  <c:v>0.0672730412402</c:v>
                </c:pt>
                <c:pt idx="797">
                  <c:v>0.0675942928342</c:v>
                </c:pt>
                <c:pt idx="798">
                  <c:v>0.0679145457757</c:v>
                </c:pt>
                <c:pt idx="799">
                  <c:v>0.0682337939037</c:v>
                </c:pt>
                <c:pt idx="800">
                  <c:v>0.0685520321186</c:v>
                </c:pt>
                <c:pt idx="801">
                  <c:v>0.0688692563572</c:v>
                </c:pt>
                <c:pt idx="802">
                  <c:v>0.0691854635665</c:v>
                </c:pt>
                <c:pt idx="803">
                  <c:v>0.0695006516777</c:v>
                </c:pt>
                <c:pt idx="804">
                  <c:v>0.0698148195797</c:v>
                </c:pt>
                <c:pt idx="805">
                  <c:v>0.070127967092</c:v>
                </c:pt>
                <c:pt idx="806">
                  <c:v>0.0704400949379</c:v>
                </c:pt>
                <c:pt idx="807">
                  <c:v>0.070751204717</c:v>
                </c:pt>
                <c:pt idx="808">
                  <c:v>0.0710612988778</c:v>
                </c:pt>
                <c:pt idx="809">
                  <c:v>0.0713703806908</c:v>
                </c:pt>
                <c:pt idx="810">
                  <c:v>0.071678454221</c:v>
                </c:pt>
                <c:pt idx="811">
                  <c:v>0.0719855243009</c:v>
                </c:pt>
                <c:pt idx="812">
                  <c:v>0.0722915965035</c:v>
                </c:pt>
                <c:pt idx="813">
                  <c:v>0.0725966771157</c:v>
                </c:pt>
                <c:pt idx="814">
                  <c:v>0.0729007731119</c:v>
                </c:pt>
                <c:pt idx="815">
                  <c:v>0.0732038921277</c:v>
                </c:pt>
                <c:pt idx="816">
                  <c:v>0.0735060424346</c:v>
                </c:pt>
                <c:pt idx="817">
                  <c:v>0.0738072329144</c:v>
                </c:pt>
                <c:pt idx="818">
                  <c:v>0.0741074730342</c:v>
                </c:pt>
                <c:pt idx="819">
                  <c:v>0.0744067728225</c:v>
                </c:pt>
                <c:pt idx="820">
                  <c:v>0.0747051428445</c:v>
                </c:pt>
                <c:pt idx="821">
                  <c:v>0.0750025941794</c:v>
                </c:pt>
                <c:pt idx="822">
                  <c:v>0.075299138397</c:v>
                </c:pt>
                <c:pt idx="823">
                  <c:v>0.0755947875355</c:v>
                </c:pt>
                <c:pt idx="824">
                  <c:v>0.0758895540799</c:v>
                </c:pt>
                <c:pt idx="825">
                  <c:v>0.0761834509405</c:v>
                </c:pt>
                <c:pt idx="826">
                  <c:v>0.0764764914323</c:v>
                </c:pt>
                <c:pt idx="827">
                  <c:v>0.0767686892552</c:v>
                </c:pt>
                <c:pt idx="828">
                  <c:v>0.0770600584742</c:v>
                </c:pt>
                <c:pt idx="829">
                  <c:v>0.0773506135008</c:v>
                </c:pt>
                <c:pt idx="830">
                  <c:v>0.0776403690749</c:v>
                </c:pt>
                <c:pt idx="831">
                  <c:v>0.0779293402464</c:v>
                </c:pt>
                <c:pt idx="832">
                  <c:v>0.0782175423593</c:v>
                </c:pt>
                <c:pt idx="833">
                  <c:v>0.0785049910341</c:v>
                </c:pt>
                <c:pt idx="834">
                  <c:v>0.0787917021529</c:v>
                </c:pt>
                <c:pt idx="835">
                  <c:v>0.0790776918435</c:v>
                </c:pt>
                <c:pt idx="836">
                  <c:v>0.0793629764651</c:v>
                </c:pt>
                <c:pt idx="837">
                  <c:v>0.0796475725939</c:v>
                </c:pt>
                <c:pt idx="838">
                  <c:v>0.0799314970097</c:v>
                </c:pt>
                <c:pt idx="839">
                  <c:v>0.0802147666831</c:v>
                </c:pt>
                <c:pt idx="840">
                  <c:v>0.0804973987627</c:v>
                </c:pt>
                <c:pt idx="841">
                  <c:v>0.0807794105637</c:v>
                </c:pt>
                <c:pt idx="842">
                  <c:v>0.0810608195559</c:v>
                </c:pt>
                <c:pt idx="843">
                  <c:v>0.0813416433536</c:v>
                </c:pt>
                <c:pt idx="844">
                  <c:v>0.0816218997044</c:v>
                </c:pt>
                <c:pt idx="845">
                  <c:v>0.0819016064804</c:v>
                </c:pt>
                <c:pt idx="846">
                  <c:v>0.0821807816679</c:v>
                </c:pt>
                <c:pt idx="847">
                  <c:v>0.082459443359</c:v>
                </c:pt>
                <c:pt idx="848">
                  <c:v>0.0827376097431</c:v>
                </c:pt>
                <c:pt idx="849">
                  <c:v>0.0830152990988</c:v>
                </c:pt>
                <c:pt idx="850">
                  <c:v>0.0832925297866</c:v>
                </c:pt>
                <c:pt idx="851">
                  <c:v>0.0835693202415</c:v>
                </c:pt>
                <c:pt idx="852">
                  <c:v>0.0838456889664</c:v>
                </c:pt>
                <c:pt idx="853">
                  <c:v>0.0841216545258</c:v>
                </c:pt>
                <c:pt idx="854">
                  <c:v>0.0843972355399</c:v>
                </c:pt>
                <c:pt idx="855">
                  <c:v>0.0846724506788</c:v>
                </c:pt>
                <c:pt idx="856">
                  <c:v>0.0849473186579</c:v>
                </c:pt>
                <c:pt idx="857">
                  <c:v>0.0852218582321</c:v>
                </c:pt>
                <c:pt idx="858">
                  <c:v>0.0854960881921</c:v>
                </c:pt>
                <c:pt idx="859">
                  <c:v>0.0857700273601</c:v>
                </c:pt>
                <c:pt idx="860">
                  <c:v>0.0860436945855</c:v>
                </c:pt>
                <c:pt idx="861">
                  <c:v>0.0863171087416</c:v>
                </c:pt>
                <c:pt idx="862">
                  <c:v>0.0865902887224</c:v>
                </c:pt>
                <c:pt idx="863">
                  <c:v>0.0868632534396</c:v>
                </c:pt>
                <c:pt idx="864">
                  <c:v>0.0871360218196</c:v>
                </c:pt>
                <c:pt idx="865">
                  <c:v>0.0874086128015</c:v>
                </c:pt>
                <c:pt idx="866">
                  <c:v>0.0876810453343</c:v>
                </c:pt>
                <c:pt idx="867">
                  <c:v>0.0879533383755</c:v>
                </c:pt>
                <c:pt idx="868">
                  <c:v>0.0882255108891</c:v>
                </c:pt>
                <c:pt idx="869">
                  <c:v>0.0884975818439</c:v>
                </c:pt>
                <c:pt idx="870">
                  <c:v>0.0887695702126</c:v>
                </c:pt>
                <c:pt idx="871">
                  <c:v>0.0890414949705</c:v>
                </c:pt>
                <c:pt idx="872">
                  <c:v>0.0893133750944</c:v>
                </c:pt>
                <c:pt idx="873">
                  <c:v>0.0895852295621</c:v>
                </c:pt>
                <c:pt idx="874">
                  <c:v>0.0898570773522</c:v>
                </c:pt>
                <c:pt idx="875">
                  <c:v>0.090128937443</c:v>
                </c:pt>
                <c:pt idx="876">
                  <c:v>0.0904008288127</c:v>
                </c:pt>
                <c:pt idx="877">
                  <c:v>0.0906727704397</c:v>
                </c:pt>
                <c:pt idx="878">
                  <c:v>0.090944781302</c:v>
                </c:pt>
                <c:pt idx="879">
                  <c:v>0.0912168803779</c:v>
                </c:pt>
                <c:pt idx="880">
                  <c:v>0.0914890866466</c:v>
                </c:pt>
                <c:pt idx="881">
                  <c:v>0.0917614190881</c:v>
                </c:pt>
                <c:pt idx="882">
                  <c:v>0.0920338966843</c:v>
                </c:pt>
                <c:pt idx="883">
                  <c:v>0.0923065384199</c:v>
                </c:pt>
                <c:pt idx="884">
                  <c:v>0.0925793632827</c:v>
                </c:pt>
                <c:pt idx="885">
                  <c:v>0.0928523902653</c:v>
                </c:pt>
                <c:pt idx="886">
                  <c:v>0.0931256383657</c:v>
                </c:pt>
                <c:pt idx="887">
                  <c:v>0.0933991265886</c:v>
                </c:pt>
                <c:pt idx="888">
                  <c:v>0.0936728739469</c:v>
                </c:pt>
                <c:pt idx="889">
                  <c:v>0.0939468994628</c:v>
                </c:pt>
                <c:pt idx="890">
                  <c:v>0.0942212221696</c:v>
                </c:pt>
                <c:pt idx="891">
                  <c:v>0.0944958611126</c:v>
                </c:pt>
                <c:pt idx="892">
                  <c:v>0.0947708353517</c:v>
                </c:pt>
                <c:pt idx="893">
                  <c:v>0.095046163962</c:v>
                </c:pt>
                <c:pt idx="894">
                  <c:v>0.0953218660365</c:v>
                </c:pt>
                <c:pt idx="895">
                  <c:v>0.0955979606871</c:v>
                </c:pt>
                <c:pt idx="896">
                  <c:v>0.0958744670472</c:v>
                </c:pt>
                <c:pt idx="897">
                  <c:v>0.096151404273</c:v>
                </c:pt>
                <c:pt idx="898">
                  <c:v>0.0964287915459</c:v>
                </c:pt>
                <c:pt idx="899">
                  <c:v>0.0967066480743</c:v>
                </c:pt>
                <c:pt idx="900">
                  <c:v>0.0969849930957</c:v>
                </c:pt>
                <c:pt idx="901">
                  <c:v>0.097263845879</c:v>
                </c:pt>
                <c:pt idx="902">
                  <c:v>0.0975432257261</c:v>
                </c:pt>
                <c:pt idx="903">
                  <c:v>0.0978231519749</c:v>
                </c:pt>
                <c:pt idx="904">
                  <c:v>0.0981036440007</c:v>
                </c:pt>
                <c:pt idx="905">
                  <c:v>0.0983847212187</c:v>
                </c:pt>
                <c:pt idx="906">
                  <c:v>0.0986664030867</c:v>
                </c:pt>
                <c:pt idx="907">
                  <c:v>0.0989487091066</c:v>
                </c:pt>
                <c:pt idx="908">
                  <c:v>0.0992316588273</c:v>
                </c:pt>
                <c:pt idx="909">
                  <c:v>0.0995152718464</c:v>
                </c:pt>
                <c:pt idx="910">
                  <c:v>0.0997995678134</c:v>
                </c:pt>
                <c:pt idx="911">
                  <c:v>0.100084566431</c:v>
                </c:pt>
                <c:pt idx="912">
                  <c:v>0.100370287458</c:v>
                </c:pt>
                <c:pt idx="913">
                  <c:v>0.100656750712</c:v>
                </c:pt>
                <c:pt idx="914">
                  <c:v>0.10094397607</c:v>
                </c:pt>
                <c:pt idx="915">
                  <c:v>0.101231983474</c:v>
                </c:pt>
                <c:pt idx="916">
                  <c:v>0.101520792929</c:v>
                </c:pt>
                <c:pt idx="917">
                  <c:v>0.101810424508</c:v>
                </c:pt>
                <c:pt idx="918">
                  <c:v>0.102100898356</c:v>
                </c:pt>
                <c:pt idx="919">
                  <c:v>0.102392234687</c:v>
                </c:pt>
                <c:pt idx="920">
                  <c:v>0.10268445379</c:v>
                </c:pt>
                <c:pt idx="921">
                  <c:v>0.102977576033</c:v>
                </c:pt>
                <c:pt idx="922">
                  <c:v>0.103271621858</c:v>
                </c:pt>
                <c:pt idx="923">
                  <c:v>0.103566611793</c:v>
                </c:pt>
                <c:pt idx="924">
                  <c:v>0.103862566444</c:v>
                </c:pt>
                <c:pt idx="925">
                  <c:v>0.104159506505</c:v>
                </c:pt>
                <c:pt idx="926">
                  <c:v>0.104457452755</c:v>
                </c:pt>
                <c:pt idx="927">
                  <c:v>0.104756426064</c:v>
                </c:pt>
                <c:pt idx="928">
                  <c:v>0.10505644739</c:v>
                </c:pt>
                <c:pt idx="929">
                  <c:v>0.105357537785</c:v>
                </c:pt>
                <c:pt idx="930">
                  <c:v>0.105659718396</c:v>
                </c:pt>
                <c:pt idx="931">
                  <c:v>0.105963010463</c:v>
                </c:pt>
                <c:pt idx="932">
                  <c:v>0.106267435328</c:v>
                </c:pt>
                <c:pt idx="933">
                  <c:v>0.106573014427</c:v>
                </c:pt>
                <c:pt idx="934">
                  <c:v>0.1068797693</c:v>
                </c:pt>
                <c:pt idx="935">
                  <c:v>0.107187721588</c:v>
                </c:pt>
                <c:pt idx="936">
                  <c:v>0.107496893035</c:v>
                </c:pt>
                <c:pt idx="937">
                  <c:v>0.107807305489</c:v>
                </c:pt>
                <c:pt idx="938">
                  <c:v>0.108118980903</c:v>
                </c:pt>
                <c:pt idx="939">
                  <c:v>0.108431941336</c:v>
                </c:pt>
                <c:pt idx="940">
                  <c:v>0.108746208954</c:v>
                </c:pt>
                <c:pt idx="941">
                  <c:v>0.109061806031</c:v>
                </c:pt>
                <c:pt idx="942">
                  <c:v>0.109378754949</c:v>
                </c:pt>
                <c:pt idx="943">
                  <c:v>0.109697078197</c:v>
                </c:pt>
                <c:pt idx="944">
                  <c:v>0.110016798374</c:v>
                </c:pt>
                <c:pt idx="945">
                  <c:v>0.110337938186</c:v>
                </c:pt>
                <c:pt idx="946">
                  <c:v>0.110660520449</c:v>
                </c:pt>
                <c:pt idx="947">
                  <c:v>0.110984568085</c:v>
                </c:pt>
                <c:pt idx="948">
                  <c:v>0.111310104124</c:v>
                </c:pt>
                <c:pt idx="949">
                  <c:v>0.111637151704</c:v>
                </c:pt>
                <c:pt idx="950">
                  <c:v>0.111965734067</c:v>
                </c:pt>
                <c:pt idx="951">
                  <c:v>0.112295874559</c:v>
                </c:pt>
                <c:pt idx="952">
                  <c:v>0.11262759663</c:v>
                </c:pt>
                <c:pt idx="953">
                  <c:v>0.112960923832</c:v>
                </c:pt>
                <c:pt idx="954">
                  <c:v>0.113295879814</c:v>
                </c:pt>
                <c:pt idx="955">
                  <c:v>0.113632488324</c:v>
                </c:pt>
                <c:pt idx="956">
                  <c:v>0.113970773202</c:v>
                </c:pt>
                <c:pt idx="957">
                  <c:v>0.114310758383</c:v>
                </c:pt>
                <c:pt idx="958">
                  <c:v>0.114652467887</c:v>
                </c:pt>
                <c:pt idx="959">
                  <c:v>0.114995925821</c:v>
                </c:pt>
                <c:pt idx="960">
                  <c:v>0.115341156373</c:v>
                </c:pt>
                <c:pt idx="961">
                  <c:v>0.115688183807</c:v>
                </c:pt>
                <c:pt idx="962">
                  <c:v>0.116037032459</c:v>
                </c:pt>
                <c:pt idx="963">
                  <c:v>0.116387726734</c:v>
                </c:pt>
                <c:pt idx="964">
                  <c:v>0.116740291097</c:v>
                </c:pt>
                <c:pt idx="965">
                  <c:v>0.11709475007</c:v>
                </c:pt>
                <c:pt idx="966">
                  <c:v>0.117451128224</c:v>
                </c:pt>
                <c:pt idx="967">
                  <c:v>0.117809450175</c:v>
                </c:pt>
                <c:pt idx="968">
                  <c:v>0.118169740572</c:v>
                </c:pt>
                <c:pt idx="969">
                  <c:v>0.118532024093</c:v>
                </c:pt>
                <c:pt idx="970">
                  <c:v>0.118896325438</c:v>
                </c:pt>
                <c:pt idx="971">
                  <c:v>0.119262669313</c:v>
                </c:pt>
                <c:pt idx="972">
                  <c:v>0.119631080431</c:v>
                </c:pt>
                <c:pt idx="973">
                  <c:v>0.120001583493</c:v>
                </c:pt>
                <c:pt idx="974">
                  <c:v>0.120374203182</c:v>
                </c:pt>
                <c:pt idx="975">
                  <c:v>0.120748964151</c:v>
                </c:pt>
                <c:pt idx="976">
                  <c:v>0.12112589101</c:v>
                </c:pt>
                <c:pt idx="977">
                  <c:v>0.121505008314</c:v>
                </c:pt>
                <c:pt idx="978">
                  <c:v>0.121886340551</c:v>
                </c:pt>
                <c:pt idx="979">
                  <c:v>0.122269912127</c:v>
                </c:pt>
                <c:pt idx="980">
                  <c:v>0.12265574735</c:v>
                </c:pt>
                <c:pt idx="981">
                  <c:v>0.123043870416</c:v>
                </c:pt>
                <c:pt idx="982">
                  <c:v>0.123434305392</c:v>
                </c:pt>
                <c:pt idx="983">
                  <c:v>0.1238270762</c:v>
                </c:pt>
                <c:pt idx="984">
                  <c:v>0.124222206596</c:v>
                </c:pt>
                <c:pt idx="985">
                  <c:v>0.124619720155</c:v>
                </c:pt>
                <c:pt idx="986">
                  <c:v>0.125019640247</c:v>
                </c:pt>
                <c:pt idx="987">
                  <c:v>0.12542199002</c:v>
                </c:pt>
                <c:pt idx="988">
                  <c:v>0.125826792376</c:v>
                </c:pt>
                <c:pt idx="989">
                  <c:v>0.126234069948</c:v>
                </c:pt>
                <c:pt idx="990">
                  <c:v>0.126643845079</c:v>
                </c:pt>
                <c:pt idx="991">
                  <c:v>0.127056139793</c:v>
                </c:pt>
                <c:pt idx="992">
                  <c:v>0.127470975772</c:v>
                </c:pt>
                <c:pt idx="993">
                  <c:v>0.127888374329</c:v>
                </c:pt>
                <c:pt idx="994">
                  <c:v>0.12830835638</c:v>
                </c:pt>
                <c:pt idx="995">
                  <c:v>0.128730942411</c:v>
                </c:pt>
                <c:pt idx="996">
                  <c:v>0.129156152456</c:v>
                </c:pt>
                <c:pt idx="997">
                  <c:v>0.129584006055</c:v>
                </c:pt>
                <c:pt idx="998">
                  <c:v>0.130014522231</c:v>
                </c:pt>
                <c:pt idx="999">
                  <c:v>0.130447719449</c:v>
                </c:pt>
                <c:pt idx="1000">
                  <c:v>0.130883615585</c:v>
                </c:pt>
                <c:pt idx="1001">
                  <c:v>0.131322227888</c:v>
                </c:pt>
                <c:pt idx="1002">
                  <c:v>0.131763572944</c:v>
                </c:pt>
                <c:pt idx="1003">
                  <c:v>0.132207666633</c:v>
                </c:pt>
                <c:pt idx="1004">
                  <c:v>0.132654524097</c:v>
                </c:pt>
                <c:pt idx="1005">
                  <c:v>0.133104159688</c:v>
                </c:pt>
                <c:pt idx="1006">
                  <c:v>0.133556586935</c:v>
                </c:pt>
                <c:pt idx="1007">
                  <c:v>0.134011818494</c:v>
                </c:pt>
                <c:pt idx="1008">
                  <c:v>0.134469866107</c:v>
                </c:pt>
                <c:pt idx="1009">
                  <c:v>0.134930740553</c:v>
                </c:pt>
                <c:pt idx="1010">
                  <c:v>0.135394451601</c:v>
                </c:pt>
                <c:pt idx="1011">
                  <c:v>0.135861007962</c:v>
                </c:pt>
                <c:pt idx="1012">
                  <c:v>0.136330417238</c:v>
                </c:pt>
                <c:pt idx="1013">
                  <c:v>0.136802685873</c:v>
                </c:pt>
                <c:pt idx="1014">
                  <c:v>0.1372778191</c:v>
                </c:pt>
                <c:pt idx="1015">
                  <c:v>0.137755820884</c:v>
                </c:pt>
                <c:pt idx="1016">
                  <c:v>0.138236693875</c:v>
                </c:pt>
                <c:pt idx="1017">
                  <c:v>0.138720439347</c:v>
                </c:pt>
                <c:pt idx="1018">
                  <c:v>0.139207057144</c:v>
                </c:pt>
                <c:pt idx="1019">
                  <c:v>0.139696545622</c:v>
                </c:pt>
                <c:pt idx="1020">
                  <c:v>0.140188901594</c:v>
                </c:pt>
                <c:pt idx="1021">
                  <c:v>0.140684120268</c:v>
                </c:pt>
                <c:pt idx="1022">
                  <c:v>0.14118219519</c:v>
                </c:pt>
                <c:pt idx="1023">
                  <c:v>0.141683118183</c:v>
                </c:pt>
                <c:pt idx="1024">
                  <c:v>0.142186879291</c:v>
                </c:pt>
                <c:pt idx="1025">
                  <c:v>0.142693466711</c:v>
                </c:pt>
                <c:pt idx="1026">
                  <c:v>0.143202866741</c:v>
                </c:pt>
                <c:pt idx="1027">
                  <c:v>0.143715063715</c:v>
                </c:pt>
                <c:pt idx="1028">
                  <c:v>0.14423003994</c:v>
                </c:pt>
                <c:pt idx="1029">
                  <c:v>0.144747775644</c:v>
                </c:pt>
                <c:pt idx="1030">
                  <c:v>0.145268248905</c:v>
                </c:pt>
                <c:pt idx="1031">
                  <c:v>0.145791435602</c:v>
                </c:pt>
                <c:pt idx="1032">
                  <c:v>0.14631730935</c:v>
                </c:pt>
                <c:pt idx="1033">
                  <c:v>0.146845841444</c:v>
                </c:pt>
                <c:pt idx="1034">
                  <c:v>0.1473770008</c:v>
                </c:pt>
                <c:pt idx="1035">
                  <c:v>0.147910753905</c:v>
                </c:pt>
                <c:pt idx="1036">
                  <c:v>0.148447064756</c:v>
                </c:pt>
                <c:pt idx="1037">
                  <c:v>0.148985894812</c:v>
                </c:pt>
                <c:pt idx="1038">
                  <c:v>0.14952720294</c:v>
                </c:pt>
                <c:pt idx="1039">
                  <c:v>0.150070945371</c:v>
                </c:pt>
                <c:pt idx="1040">
                  <c:v>0.150617075646</c:v>
                </c:pt>
                <c:pt idx="1041">
                  <c:v>0.151165544581</c:v>
                </c:pt>
                <c:pt idx="1042">
                  <c:v>0.151716300217</c:v>
                </c:pt>
                <c:pt idx="1043">
                  <c:v>0.152269287788</c:v>
                </c:pt>
                <c:pt idx="1044">
                  <c:v>0.152824449682</c:v>
                </c:pt>
                <c:pt idx="1045">
                  <c:v>0.153381725411</c:v>
                </c:pt>
                <c:pt idx="1046">
                  <c:v>0.153941051581</c:v>
                </c:pt>
                <c:pt idx="1047">
                  <c:v>0.15450236187</c:v>
                </c:pt>
                <c:pt idx="1048">
                  <c:v>0.155065587005</c:v>
                </c:pt>
                <c:pt idx="1049">
                  <c:v>0.155630654746</c:v>
                </c:pt>
                <c:pt idx="1050">
                  <c:v>0.156197489877</c:v>
                </c:pt>
                <c:pt idx="1051">
                  <c:v>0.156766014196</c:v>
                </c:pt>
                <c:pt idx="1052">
                  <c:v>0.157336146512</c:v>
                </c:pt>
                <c:pt idx="1053">
                  <c:v>0.157907802653</c:v>
                </c:pt>
                <c:pt idx="1054">
                  <c:v>0.158480895468</c:v>
                </c:pt>
                <c:pt idx="1055">
                  <c:v>0.159055334844</c:v>
                </c:pt>
                <c:pt idx="1056">
                  <c:v>0.159631027725</c:v>
                </c:pt>
                <c:pt idx="1057">
                  <c:v>0.160207878134</c:v>
                </c:pt>
                <c:pt idx="1058">
                  <c:v>0.160785787207</c:v>
                </c:pt>
                <c:pt idx="1059">
                  <c:v>0.161364653228</c:v>
                </c:pt>
                <c:pt idx="1060">
                  <c:v>0.161944371668</c:v>
                </c:pt>
                <c:pt idx="1061">
                  <c:v>0.162524835241</c:v>
                </c:pt>
                <c:pt idx="1062">
                  <c:v>0.163105933951</c:v>
                </c:pt>
                <c:pt idx="1063">
                  <c:v>0.163687555157</c:v>
                </c:pt>
                <c:pt idx="1064">
                  <c:v>0.164269583636</c:v>
                </c:pt>
                <c:pt idx="1065">
                  <c:v>0.164851901663</c:v>
                </c:pt>
                <c:pt idx="1066">
                  <c:v>0.165434389079</c:v>
                </c:pt>
                <c:pt idx="1067">
                  <c:v>0.166016923386</c:v>
                </c:pt>
                <c:pt idx="1068">
                  <c:v>0.166599379831</c:v>
                </c:pt>
                <c:pt idx="1069">
                  <c:v>0.167181631507</c:v>
                </c:pt>
                <c:pt idx="1070">
                  <c:v>0.16776354945</c:v>
                </c:pt>
                <c:pt idx="1071">
                  <c:v>0.168345002753</c:v>
                </c:pt>
                <c:pt idx="1072">
                  <c:v>0.168925858671</c:v>
                </c:pt>
                <c:pt idx="1073">
                  <c:v>0.169505982746</c:v>
                </c:pt>
                <c:pt idx="1074">
                  <c:v>0.170085238925</c:v>
                </c:pt>
                <c:pt idx="1075">
                  <c:v>0.17066348969</c:v>
                </c:pt>
                <c:pt idx="1076">
                  <c:v>0.171240596186</c:v>
                </c:pt>
                <c:pt idx="1077">
                  <c:v>0.171816418361</c:v>
                </c:pt>
                <c:pt idx="1078">
                  <c:v>0.172390815103</c:v>
                </c:pt>
                <c:pt idx="1079">
                  <c:v>0.172963644383</c:v>
                </c:pt>
                <c:pt idx="1080">
                  <c:v>0.173534763399</c:v>
                </c:pt>
                <c:pt idx="1081">
                  <c:v>0.174104028729</c:v>
                </c:pt>
                <c:pt idx="1082">
                  <c:v>0.174671296478</c:v>
                </c:pt>
                <c:pt idx="1083">
                  <c:v>0.175236422435</c:v>
                </c:pt>
                <c:pt idx="1084">
                  <c:v>0.175799262222</c:v>
                </c:pt>
                <c:pt idx="1085">
                  <c:v>0.176359671457</c:v>
                </c:pt>
                <c:pt idx="1086">
                  <c:v>0.176917505907</c:v>
                </c:pt>
                <c:pt idx="1087">
                  <c:v>0.177472621646</c:v>
                </c:pt>
                <c:pt idx="1088">
                  <c:v>0.178024875217</c:v>
                </c:pt>
                <c:pt idx="1089">
                  <c:v>0.178574123785</c:v>
                </c:pt>
                <c:pt idx="1090">
                  <c:v>0.179120225299</c:v>
                </c:pt>
                <c:pt idx="1091">
                  <c:v>0.179663038646</c:v>
                </c:pt>
                <c:pt idx="1092">
                  <c:v>0.180202423809</c:v>
                </c:pt>
                <c:pt idx="1093">
                  <c:v>0.180738242024</c:v>
                </c:pt>
                <c:pt idx="1094">
                  <c:v>0.181270355926</c:v>
                </c:pt>
                <c:pt idx="1095">
                  <c:v>0.181798629707</c:v>
                </c:pt>
                <c:pt idx="1096">
                  <c:v>0.182322929263</c:v>
                </c:pt>
                <c:pt idx="1097">
                  <c:v>0.182843122339</c:v>
                </c:pt>
                <c:pt idx="1098">
                  <c:v>0.183359078676</c:v>
                </c:pt>
                <c:pt idx="1099">
                  <c:v>0.183870670147</c:v>
                </c:pt>
                <c:pt idx="1100">
                  <c:v>0.1843777709</c:v>
                </c:pt>
                <c:pt idx="1101">
                  <c:v>0.18488025749</c:v>
                </c:pt>
                <c:pt idx="1102">
                  <c:v>0.185378009011</c:v>
                </c:pt>
                <c:pt idx="1103">
                  <c:v>0.185870907221</c:v>
                </c:pt>
                <c:pt idx="1104">
                  <c:v>0.18635883667</c:v>
                </c:pt>
                <c:pt idx="1105">
                  <c:v>0.186841684815</c:v>
                </c:pt>
                <c:pt idx="1106">
                  <c:v>0.18731934214</c:v>
                </c:pt>
                <c:pt idx="1107">
                  <c:v>0.187791702263</c:v>
                </c:pt>
                <c:pt idx="1108">
                  <c:v>0.18825866205</c:v>
                </c:pt>
                <c:pt idx="1109">
                  <c:v>0.188720121709</c:v>
                </c:pt>
                <c:pt idx="1110">
                  <c:v>0.189175984897</c:v>
                </c:pt>
                <c:pt idx="1111">
                  <c:v>0.189626158809</c:v>
                </c:pt>
                <c:pt idx="1112">
                  <c:v>0.190070554271</c:v>
                </c:pt>
                <c:pt idx="1113">
                  <c:v>0.190509085822</c:v>
                </c:pt>
                <c:pt idx="1114">
                  <c:v>0.190941671798</c:v>
                </c:pt>
                <c:pt idx="1115">
                  <c:v>0.191368234403</c:v>
                </c:pt>
                <c:pt idx="1116">
                  <c:v>0.191788699786</c:v>
                </c:pt>
                <c:pt idx="1117">
                  <c:v>0.192202998104</c:v>
                </c:pt>
                <c:pt idx="1118">
                  <c:v>0.192611063584</c:v>
                </c:pt>
                <c:pt idx="1119">
                  <c:v>0.193012834579</c:v>
                </c:pt>
                <c:pt idx="1120">
                  <c:v>0.193408253622</c:v>
                </c:pt>
                <c:pt idx="1121">
                  <c:v>0.193797267472</c:v>
                </c:pt>
                <c:pt idx="1122">
                  <c:v>0.194179827156</c:v>
                </c:pt>
                <c:pt idx="1123">
                  <c:v>0.194555888004</c:v>
                </c:pt>
                <c:pt idx="1124">
                  <c:v>0.194925409685</c:v>
                </c:pt>
                <c:pt idx="1125">
                  <c:v>0.195288356228</c:v>
                </c:pt>
                <c:pt idx="1126">
                  <c:v>0.195644696047</c:v>
                </c:pt>
                <c:pt idx="1127">
                  <c:v>0.195994401957</c:v>
                </c:pt>
                <c:pt idx="1128">
                  <c:v>0.196337451181</c:v>
                </c:pt>
                <c:pt idx="1129">
                  <c:v>0.196673825357</c:v>
                </c:pt>
                <c:pt idx="1130">
                  <c:v>0.197003510536</c:v>
                </c:pt>
                <c:pt idx="1131">
                  <c:v>0.197326497176</c:v>
                </c:pt>
                <c:pt idx="1132">
                  <c:v>0.197642780127</c:v>
                </c:pt>
                <c:pt idx="1133">
                  <c:v>0.197952358615</c:v>
                </c:pt>
                <c:pt idx="1134">
                  <c:v>0.198255236214</c:v>
                </c:pt>
                <c:pt idx="1135">
                  <c:v>0.198551420813</c:v>
                </c:pt>
                <c:pt idx="1136">
                  <c:v>0.198840924584</c:v>
                </c:pt>
                <c:pt idx="1137">
                  <c:v>0.199123763931</c:v>
                </c:pt>
                <c:pt idx="1138">
                  <c:v>0.19939995944</c:v>
                </c:pt>
                <c:pt idx="1139">
                  <c:v>0.199669535824</c:v>
                </c:pt>
                <c:pt idx="1140">
                  <c:v>0.199932521852</c:v>
                </c:pt>
                <c:pt idx="1141">
                  <c:v>0.200188950282</c:v>
                </c:pt>
                <c:pt idx="1142">
                  <c:v>0.200438857779</c:v>
                </c:pt>
                <c:pt idx="1143">
                  <c:v>0.200682284828</c:v>
                </c:pt>
                <c:pt idx="1144">
                  <c:v>0.20091927564</c:v>
                </c:pt>
                <c:pt idx="1145">
                  <c:v>0.20114987805</c:v>
                </c:pt>
                <c:pt idx="1146">
                  <c:v>0.201374143411</c:v>
                </c:pt>
                <c:pt idx="1147">
                  <c:v>0.201592126473</c:v>
                </c:pt>
                <c:pt idx="1148">
                  <c:v>0.201803885266</c:v>
                </c:pt>
                <c:pt idx="1149">
                  <c:v>0.202009480959</c:v>
                </c:pt>
                <c:pt idx="1150">
                  <c:v>0.202208977733</c:v>
                </c:pt>
                <c:pt idx="1151">
                  <c:v>0.202402442627</c:v>
                </c:pt>
                <c:pt idx="1152">
                  <c:v>0.202589945388</c:v>
                </c:pt>
                <c:pt idx="1153">
                  <c:v>0.202771558312</c:v>
                </c:pt>
                <c:pt idx="1154">
                  <c:v>0.202947356077</c:v>
                </c:pt>
                <c:pt idx="1155">
                  <c:v>0.203117415568</c:v>
                </c:pt>
                <c:pt idx="1156">
                  <c:v>0.203281815699</c:v>
                </c:pt>
                <c:pt idx="1157">
                  <c:v>0.203440637228</c:v>
                </c:pt>
                <c:pt idx="1158">
                  <c:v>0.203593962562</c:v>
                </c:pt>
                <c:pt idx="1159">
                  <c:v>0.203741875562</c:v>
                </c:pt>
                <c:pt idx="1160">
                  <c:v>0.203884461339</c:v>
                </c:pt>
                <c:pt idx="1161">
                  <c:v>0.204021806048</c:v>
                </c:pt>
                <c:pt idx="1162">
                  <c:v>0.204153996672</c:v>
                </c:pt>
                <c:pt idx="1163">
                  <c:v>0.204281120811</c:v>
                </c:pt>
                <c:pt idx="1164">
                  <c:v>0.204403266457</c:v>
                </c:pt>
                <c:pt idx="1165">
                  <c:v>0.204520521773</c:v>
                </c:pt>
                <c:pt idx="1166">
                  <c:v>0.204632974865</c:v>
                </c:pt>
                <c:pt idx="1167">
                  <c:v>0.204740713557</c:v>
                </c:pt>
                <c:pt idx="1168">
                  <c:v>0.204843825157</c:v>
                </c:pt>
                <c:pt idx="1169">
                  <c:v>0.204942396227</c:v>
                </c:pt>
                <c:pt idx="1170">
                  <c:v>0.205036512348</c:v>
                </c:pt>
                <c:pt idx="1171">
                  <c:v>0.205126257893</c:v>
                </c:pt>
                <c:pt idx="1172">
                  <c:v>0.205211715788</c:v>
                </c:pt>
                <c:pt idx="1173">
                  <c:v>0.205292967285</c:v>
                </c:pt>
                <c:pt idx="1174">
                  <c:v>0.205370091728</c:v>
                </c:pt>
                <c:pt idx="1175">
                  <c:v>0.205443166328</c:v>
                </c:pt>
                <c:pt idx="1176">
                  <c:v>0.205512265935</c:v>
                </c:pt>
                <c:pt idx="1177">
                  <c:v>0.205577462814</c:v>
                </c:pt>
                <c:pt idx="1178">
                  <c:v>0.205638826428</c:v>
                </c:pt>
                <c:pt idx="1179">
                  <c:v>0.205696423217</c:v>
                </c:pt>
                <c:pt idx="1180">
                  <c:v>0.205750316393</c:v>
                </c:pt>
                <c:pt idx="1181">
                  <c:v>0.205800565728</c:v>
                </c:pt>
                <c:pt idx="1182">
                  <c:v>0.205847227355</c:v>
                </c:pt>
                <c:pt idx="1183">
                  <c:v>0.20589035357</c:v>
                </c:pt>
                <c:pt idx="1184">
                  <c:v>0.205929992647</c:v>
                </c:pt>
                <c:pt idx="1185">
                  <c:v>0.205966188647</c:v>
                </c:pt>
                <c:pt idx="1186">
                  <c:v>0.205998981249</c:v>
                </c:pt>
                <c:pt idx="1187">
                  <c:v>0.206028405575</c:v>
                </c:pt>
                <c:pt idx="1188">
                  <c:v>0.206054492032</c:v>
                </c:pt>
                <c:pt idx="1189">
                  <c:v>0.206077266155</c:v>
                </c:pt>
                <c:pt idx="1190">
                  <c:v>0.206096748462</c:v>
                </c:pt>
                <c:pt idx="1191">
                  <c:v>0.206112954313</c:v>
                </c:pt>
                <c:pt idx="1192">
                  <c:v>0.206125893786</c:v>
                </c:pt>
                <c:pt idx="1193">
                  <c:v>0.206135571549</c:v>
                </c:pt>
                <c:pt idx="1194">
                  <c:v>0.206141986752</c:v>
                </c:pt>
                <c:pt idx="1195">
                  <c:v>0.206145132921</c:v>
                </c:pt>
                <c:pt idx="1196">
                  <c:v>0.206144997866</c:v>
                </c:pt>
                <c:pt idx="1197">
                  <c:v>0.206141563591</c:v>
                </c:pt>
                <c:pt idx="1198">
                  <c:v>0.206134806221</c:v>
                </c:pt>
                <c:pt idx="1199">
                  <c:v>0.206124695934</c:v>
                </c:pt>
                <c:pt idx="1200">
                  <c:v>0.206111196901</c:v>
                </c:pt>
                <c:pt idx="1201">
                  <c:v>0.20609426724</c:v>
                </c:pt>
                <c:pt idx="1202">
                  <c:v>0.206073858977</c:v>
                </c:pt>
                <c:pt idx="1203">
                  <c:v>0.206049918012</c:v>
                </c:pt>
                <c:pt idx="1204">
                  <c:v>0.206022384104</c:v>
                </c:pt>
                <c:pt idx="1205">
                  <c:v>0.205991190854</c:v>
                </c:pt>
                <c:pt idx="1206">
                  <c:v>0.205956265709</c:v>
                </c:pt>
                <c:pt idx="1207">
                  <c:v>0.205917529965</c:v>
                </c:pt>
                <c:pt idx="1208">
                  <c:v>0.205874898788</c:v>
                </c:pt>
                <c:pt idx="1209">
                  <c:v>0.205828281236</c:v>
                </c:pt>
                <c:pt idx="1210">
                  <c:v>0.205777580298</c:v>
                </c:pt>
                <c:pt idx="1211">
                  <c:v>0.205722692941</c:v>
                </c:pt>
                <c:pt idx="1212">
                  <c:v>0.205663510159</c:v>
                </c:pt>
                <c:pt idx="1213">
                  <c:v>0.205599917044</c:v>
                </c:pt>
                <c:pt idx="1214">
                  <c:v>0.205531792853</c:v>
                </c:pt>
                <c:pt idx="1215">
                  <c:v>0.205459011098</c:v>
                </c:pt>
                <c:pt idx="1216">
                  <c:v>0.205381439632</c:v>
                </c:pt>
                <c:pt idx="1217">
                  <c:v>0.205298940756</c:v>
                </c:pt>
                <c:pt idx="1218">
                  <c:v>0.205211371331</c:v>
                </c:pt>
                <c:pt idx="1219">
                  <c:v>0.205118582896</c:v>
                </c:pt>
                <c:pt idx="1220">
                  <c:v>0.205020421802</c:v>
                </c:pt>
                <c:pt idx="1221">
                  <c:v>0.204916729353</c:v>
                </c:pt>
                <c:pt idx="1222">
                  <c:v>0.204807341958</c:v>
                </c:pt>
                <c:pt idx="1223">
                  <c:v>0.20469209129</c:v>
                </c:pt>
                <c:pt idx="1224">
                  <c:v>0.204570804457</c:v>
                </c:pt>
                <c:pt idx="1225">
                  <c:v>0.204443304187</c:v>
                </c:pt>
                <c:pt idx="1226">
                  <c:v>0.204309409016</c:v>
                </c:pt>
                <c:pt idx="1227">
                  <c:v>0.20416893349</c:v>
                </c:pt>
                <c:pt idx="1228">
                  <c:v>0.204021688379</c:v>
                </c:pt>
                <c:pt idx="1229">
                  <c:v>0.2038674809</c:v>
                </c:pt>
                <c:pt idx="1230">
                  <c:v>0.203706114948</c:v>
                </c:pt>
                <c:pt idx="1231">
                  <c:v>0.203537391343</c:v>
                </c:pt>
                <c:pt idx="1232">
                  <c:v>0.20336110808</c:v>
                </c:pt>
                <c:pt idx="1233">
                  <c:v>0.2031770606</c:v>
                </c:pt>
                <c:pt idx="1234">
                  <c:v>0.202985042063</c:v>
                </c:pt>
                <c:pt idx="1235">
                  <c:v>0.202784843635</c:v>
                </c:pt>
                <c:pt idx="1236">
                  <c:v>0.202576254785</c:v>
                </c:pt>
                <c:pt idx="1237">
                  <c:v>0.202359063597</c:v>
                </c:pt>
                <c:pt idx="1238">
                  <c:v>0.202133057081</c:v>
                </c:pt>
                <c:pt idx="1239">
                  <c:v>0.201898021512</c:v>
                </c:pt>
                <c:pt idx="1240">
                  <c:v>0.201653742761</c:v>
                </c:pt>
                <c:pt idx="1241">
                  <c:v>0.201400006651</c:v>
                </c:pt>
                <c:pt idx="1242">
                  <c:v>0.201136599313</c:v>
                </c:pt>
                <c:pt idx="1243">
                  <c:v>0.200863307557</c:v>
                </c:pt>
                <c:pt idx="1244">
                  <c:v>0.200579919249</c:v>
                </c:pt>
                <c:pt idx="1245">
                  <c:v>0.2002862237</c:v>
                </c:pt>
                <c:pt idx="1246">
                  <c:v>0.199982012065</c:v>
                </c:pt>
                <c:pt idx="1247">
                  <c:v>0.19966707774</c:v>
                </c:pt>
                <c:pt idx="1248">
                  <c:v>0.199341216781</c:v>
                </c:pt>
                <c:pt idx="1249">
                  <c:v>0.19900422832</c:v>
                </c:pt>
                <c:pt idx="1250">
                  <c:v>0.198655914988</c:v>
                </c:pt>
                <c:pt idx="1251">
                  <c:v>0.19829608335</c:v>
                </c:pt>
                <c:pt idx="1252">
                  <c:v>0.197924544336</c:v>
                </c:pt>
                <c:pt idx="1253">
                  <c:v>0.197541113684</c:v>
                </c:pt>
                <c:pt idx="1254">
                  <c:v>0.197145612381</c:v>
                </c:pt>
                <c:pt idx="1255">
                  <c:v>0.196737867107</c:v>
                </c:pt>
                <c:pt idx="1256">
                  <c:v>0.196317710679</c:v>
                </c:pt>
                <c:pt idx="1257">
                  <c:v>0.195884982502</c:v>
                </c:pt>
                <c:pt idx="1258">
                  <c:v>0.195439529006</c:v>
                </c:pt>
                <c:pt idx="1259">
                  <c:v>0.194981204093</c:v>
                </c:pt>
                <c:pt idx="1260">
                  <c:v>0.19450986957</c:v>
                </c:pt>
                <c:pt idx="1261">
                  <c:v>0.194025395588</c:v>
                </c:pt>
                <c:pt idx="1262">
                  <c:v>0.193527661062</c:v>
                </c:pt>
                <c:pt idx="1263">
                  <c:v>0.193016554092</c:v>
                </c:pt>
                <c:pt idx="1264">
                  <c:v>0.192491972372</c:v>
                </c:pt>
                <c:pt idx="1265">
                  <c:v>0.19195382359</c:v>
                </c:pt>
                <c:pt idx="1266">
                  <c:v>0.191402025809</c:v>
                </c:pt>
                <c:pt idx="1267">
                  <c:v>0.190836507842</c:v>
                </c:pt>
                <c:pt idx="1268">
                  <c:v>0.190257209608</c:v>
                </c:pt>
                <c:pt idx="1269">
                  <c:v>0.18966408247</c:v>
                </c:pt>
                <c:pt idx="1270">
                  <c:v>0.189057089558</c:v>
                </c:pt>
                <c:pt idx="1271">
                  <c:v>0.188436206068</c:v>
                </c:pt>
                <c:pt idx="1272">
                  <c:v>0.187801419542</c:v>
                </c:pt>
                <c:pt idx="1273">
                  <c:v>0.187152730124</c:v>
                </c:pt>
                <c:pt idx="1274">
                  <c:v>0.186490150792</c:v>
                </c:pt>
                <c:pt idx="1275">
                  <c:v>0.185813707564</c:v>
                </c:pt>
                <c:pt idx="1276">
                  <c:v>0.185123439677</c:v>
                </c:pt>
                <c:pt idx="1277">
                  <c:v>0.18441939974</c:v>
                </c:pt>
                <c:pt idx="1278">
                  <c:v>0.183701653855</c:v>
                </c:pt>
                <c:pt idx="1279">
                  <c:v>0.182970281705</c:v>
                </c:pt>
                <c:pt idx="1280">
                  <c:v>0.182225376621</c:v>
                </c:pt>
                <c:pt idx="1281">
                  <c:v>0.181467045606</c:v>
                </c:pt>
                <c:pt idx="1282">
                  <c:v>0.180695409329</c:v>
                </c:pt>
                <c:pt idx="1283">
                  <c:v>0.179910602095</c:v>
                </c:pt>
                <c:pt idx="1284">
                  <c:v>0.179112771768</c:v>
                </c:pt>
                <c:pt idx="1285">
                  <c:v>0.178302079667</c:v>
                </c:pt>
                <c:pt idx="1286">
                  <c:v>0.177478700431</c:v>
                </c:pt>
                <c:pt idx="1287">
                  <c:v>0.176642821845</c:v>
                </c:pt>
                <c:pt idx="1288">
                  <c:v>0.175794644634</c:v>
                </c:pt>
                <c:pt idx="1289">
                  <c:v>0.174934382224</c:v>
                </c:pt>
                <c:pt idx="1290">
                  <c:v>0.174062260473</c:v>
                </c:pt>
                <c:pt idx="1291">
                  <c:v>0.173178517365</c:v>
                </c:pt>
                <c:pt idx="1292">
                  <c:v>0.172283402677</c:v>
                </c:pt>
                <c:pt idx="1293">
                  <c:v>0.171377177615</c:v>
                </c:pt>
                <c:pt idx="1294">
                  <c:v>0.170460114417</c:v>
                </c:pt>
                <c:pt idx="1295">
                  <c:v>0.169532495938</c:v>
                </c:pt>
                <c:pt idx="1296">
                  <c:v>0.168594615199</c:v>
                </c:pt>
                <c:pt idx="1297">
                  <c:v>0.167646774915</c:v>
                </c:pt>
                <c:pt idx="1298">
                  <c:v>0.166689286999</c:v>
                </c:pt>
                <c:pt idx="1299">
                  <c:v>0.165722472052</c:v>
                </c:pt>
                <c:pt idx="1300">
                  <c:v>0.164746658819</c:v>
                </c:pt>
                <c:pt idx="1301">
                  <c:v>0.163762183641</c:v>
                </c:pt>
                <c:pt idx="1302">
                  <c:v>0.162769389886</c:v>
                </c:pt>
                <c:pt idx="1303">
                  <c:v>0.161768627368</c:v>
                </c:pt>
                <c:pt idx="1304">
                  <c:v>0.160760251751</c:v>
                </c:pt>
                <c:pt idx="1305">
                  <c:v>0.15974462395</c:v>
                </c:pt>
                <c:pt idx="1306">
                  <c:v>0.158722109521</c:v>
                </c:pt>
                <c:pt idx="1307">
                  <c:v>0.157693078048</c:v>
                </c:pt>
                <c:pt idx="1308">
                  <c:v>0.156657902525</c:v>
                </c:pt>
                <c:pt idx="1309">
                  <c:v>0.155616958745</c:v>
                </c:pt>
                <c:pt idx="1310">
                  <c:v>0.154570624676</c:v>
                </c:pt>
                <c:pt idx="1311">
                  <c:v>0.15351927986</c:v>
                </c:pt>
                <c:pt idx="1312">
                  <c:v>0.152463304803</c:v>
                </c:pt>
                <c:pt idx="1313">
                  <c:v>0.151403080376</c:v>
                </c:pt>
                <c:pt idx="1314">
                  <c:v>0.150338987233</c:v>
                </c:pt>
                <c:pt idx="1315">
                  <c:v>0.149271405228</c:v>
                </c:pt>
                <c:pt idx="1316">
                  <c:v>0.14820071286</c:v>
                </c:pt>
                <c:pt idx="1317">
                  <c:v>0.147127286715</c:v>
                </c:pt>
                <c:pt idx="1318">
                  <c:v>0.146051500942</c:v>
                </c:pt>
                <c:pt idx="1319">
                  <c:v>0.144973726736</c:v>
                </c:pt>
                <c:pt idx="1320">
                  <c:v>0.14389433184</c:v>
                </c:pt>
                <c:pt idx="1321">
                  <c:v>0.142813680067</c:v>
                </c:pt>
                <c:pt idx="1322">
                  <c:v>0.141732130854</c:v>
                </c:pt>
                <c:pt idx="1323">
                  <c:v>0.140650038816</c:v>
                </c:pt>
                <c:pt idx="1324">
                  <c:v>0.139567753346</c:v>
                </c:pt>
                <c:pt idx="1325">
                  <c:v>0.138485618218</c:v>
                </c:pt>
                <c:pt idx="1326">
                  <c:v>0.137403971231</c:v>
                </c:pt>
                <c:pt idx="1327">
                  <c:v>0.136323143859</c:v>
                </c:pt>
                <c:pt idx="1328">
                  <c:v>0.135243460943</c:v>
                </c:pt>
                <c:pt idx="1329">
                  <c:v>0.134165240395</c:v>
                </c:pt>
                <c:pt idx="1330">
                  <c:v>0.13308879293</c:v>
                </c:pt>
                <c:pt idx="1331">
                  <c:v>0.132014421824</c:v>
                </c:pt>
                <c:pt idx="1332">
                  <c:v>0.130942422695</c:v>
                </c:pt>
                <c:pt idx="1333">
                  <c:v>0.129873083304</c:v>
                </c:pt>
                <c:pt idx="1334">
                  <c:v>0.128806683387</c:v>
                </c:pt>
                <c:pt idx="1335">
                  <c:v>0.127743494505</c:v>
                </c:pt>
                <c:pt idx="1336">
                  <c:v>0.126683779916</c:v>
                </c:pt>
                <c:pt idx="1337">
                  <c:v>0.125627794471</c:v>
                </c:pt>
                <c:pt idx="1338">
                  <c:v>0.124575784532</c:v>
                </c:pt>
                <c:pt idx="1339">
                  <c:v>0.123527987907</c:v>
                </c:pt>
                <c:pt idx="1340">
                  <c:v>0.122484633812</c:v>
                </c:pt>
                <c:pt idx="1341">
                  <c:v>0.12144594284</c:v>
                </c:pt>
                <c:pt idx="1342">
                  <c:v>0.120412126962</c:v>
                </c:pt>
                <c:pt idx="1343">
                  <c:v>0.119383389537</c:v>
                </c:pt>
                <c:pt idx="1344">
                  <c:v>0.118359925338</c:v>
                </c:pt>
                <c:pt idx="1345">
                  <c:v>0.117341920601</c:v>
                </c:pt>
                <c:pt idx="1346">
                  <c:v>0.116329553082</c:v>
                </c:pt>
                <c:pt idx="1347">
                  <c:v>0.115322992128</c:v>
                </c:pt>
                <c:pt idx="1348">
                  <c:v>0.114322398767</c:v>
                </c:pt>
                <c:pt idx="1349">
                  <c:v>0.113327925802</c:v>
                </c:pt>
                <c:pt idx="1350">
                  <c:v>0.112339717924</c:v>
                </c:pt>
                <c:pt idx="1351">
                  <c:v>0.11135791183</c:v>
                </c:pt>
                <c:pt idx="1352">
                  <c:v>0.110382636353</c:v>
                </c:pt>
                <c:pt idx="1353">
                  <c:v>0.109414012599</c:v>
                </c:pt>
                <c:pt idx="1354">
                  <c:v>0.108452154093</c:v>
                </c:pt>
                <c:pt idx="1355">
                  <c:v>0.107497166932</c:v>
                </c:pt>
                <c:pt idx="1356">
                  <c:v>0.106549149943</c:v>
                </c:pt>
                <c:pt idx="1357">
                  <c:v>0.105608194851</c:v>
                </c:pt>
                <c:pt idx="1358">
                  <c:v>0.104674386443</c:v>
                </c:pt>
                <c:pt idx="1359">
                  <c:v>0.103747802745</c:v>
                </c:pt>
                <c:pt idx="1360">
                  <c:v>0.102828515198</c:v>
                </c:pt>
                <c:pt idx="1361">
                  <c:v>0.101916588836</c:v>
                </c:pt>
                <c:pt idx="1362">
                  <c:v>0.101012082472</c:v>
                </c:pt>
                <c:pt idx="1363">
                  <c:v>0.100115048875</c:v>
                </c:pt>
                <c:pt idx="1364">
                  <c:v>0.0992255349605</c:v>
                </c:pt>
                <c:pt idx="1365">
                  <c:v>0.0983435819724</c:v>
                </c:pt>
                <c:pt idx="1366">
                  <c:v>0.0974692256687</c:v>
                </c:pt>
                <c:pt idx="1367">
                  <c:v>0.096602496507</c:v>
                </c:pt>
                <c:pt idx="1368">
                  <c:v>0.0957434198283</c:v>
                </c:pt>
                <c:pt idx="1369">
                  <c:v>0.0948920160401</c:v>
                </c:pt>
                <c:pt idx="1370">
                  <c:v>0.0940483007981</c:v>
                </c:pt>
                <c:pt idx="1371">
                  <c:v>0.0932122851861</c:v>
                </c:pt>
                <c:pt idx="1372">
                  <c:v>0.0923839758937</c:v>
                </c:pt>
                <c:pt idx="1373">
                  <c:v>0.0915633753919</c:v>
                </c:pt>
                <c:pt idx="1374">
                  <c:v>0.0907504821056</c:v>
                </c:pt>
                <c:pt idx="1375">
                  <c:v>0.0899452905843</c:v>
                </c:pt>
                <c:pt idx="1376">
                  <c:v>0.0891477916684</c:v>
                </c:pt>
                <c:pt idx="1377">
                  <c:v>0.0883579726538</c:v>
                </c:pt>
                <c:pt idx="1378">
                  <c:v>0.0875758174523</c:v>
                </c:pt>
                <c:pt idx="1379">
                  <c:v>0.0868013067483</c:v>
                </c:pt>
                <c:pt idx="1380">
                  <c:v>0.086034418153</c:v>
                </c:pt>
                <c:pt idx="1381">
                  <c:v>0.0852751263541</c:v>
                </c:pt>
                <c:pt idx="1382">
                  <c:v>0.0845234032618</c:v>
                </c:pt>
                <c:pt idx="1383">
                  <c:v>0.0837792181516</c:v>
                </c:pt>
                <c:pt idx="1384">
                  <c:v>0.0830425378025</c:v>
                </c:pt>
                <c:pt idx="1385">
                  <c:v>0.0823133266316</c:v>
                </c:pt>
                <c:pt idx="1386">
                  <c:v>0.0815915468255</c:v>
                </c:pt>
                <c:pt idx="1387">
                  <c:v>0.0808771584664</c:v>
                </c:pt>
                <c:pt idx="1388">
                  <c:v>0.0801701196556</c:v>
                </c:pt>
                <c:pt idx="1389">
                  <c:v>0.0794703866323</c:v>
                </c:pt>
                <c:pt idx="1390">
                  <c:v>0.0787779138888</c:v>
                </c:pt>
                <c:pt idx="1391">
                  <c:v>0.078092654282</c:v>
                </c:pt>
                <c:pt idx="1392">
                  <c:v>0.077414559141</c:v>
                </c:pt>
                <c:pt idx="1393">
                  <c:v>0.0767435783703</c:v>
                </c:pt>
                <c:pt idx="1394">
                  <c:v>0.0760796605507</c:v>
                </c:pt>
                <c:pt idx="1395">
                  <c:v>0.0754227530348</c:v>
                </c:pt>
                <c:pt idx="1396">
                  <c:v>0.0747728020406</c:v>
                </c:pt>
                <c:pt idx="1397">
                  <c:v>0.0741297527402</c:v>
                </c:pt>
                <c:pt idx="1398">
                  <c:v>0.0734935493455</c:v>
                </c:pt>
                <c:pt idx="1399">
                  <c:v>0.0728641351912</c:v>
                </c:pt>
                <c:pt idx="1400">
                  <c:v>0.0722414528131</c:v>
                </c:pt>
                <c:pt idx="1401">
                  <c:v>0.0716254440243</c:v>
                </c:pt>
                <c:pt idx="1402">
                  <c:v>0.0710160499876</c:v>
                </c:pt>
                <c:pt idx="1403">
                  <c:v>0.0704132112851</c:v>
                </c:pt>
                <c:pt idx="1404">
                  <c:v>0.0698168679848</c:v>
                </c:pt>
                <c:pt idx="1405">
                  <c:v>0.069226959704</c:v>
                </c:pt>
                <c:pt idx="1406">
                  <c:v>0.06864342567</c:v>
                </c:pt>
                <c:pt idx="1407">
                  <c:v>0.0680662047781</c:v>
                </c:pt>
                <c:pt idx="1408">
                  <c:v>0.0674952356469</c:v>
                </c:pt>
                <c:pt idx="1409">
                  <c:v>0.0669304566706</c:v>
                </c:pt>
                <c:pt idx="1410">
                  <c:v>0.0663718060697</c:v>
                </c:pt>
                <c:pt idx="1411">
                  <c:v>0.0658192219381</c:v>
                </c:pt>
                <c:pt idx="1412">
                  <c:v>0.0652726422888</c:v>
                </c:pt>
                <c:pt idx="1413">
                  <c:v>0.0647320050966</c:v>
                </c:pt>
                <c:pt idx="1414">
                  <c:v>0.0641972483392</c:v>
                </c:pt>
                <c:pt idx="1415">
                  <c:v>0.0636683100356</c:v>
                </c:pt>
                <c:pt idx="1416">
                  <c:v>0.0631451282831</c:v>
                </c:pt>
                <c:pt idx="1417">
                  <c:v>0.0626276412913</c:v>
                </c:pt>
                <c:pt idx="1418">
                  <c:v>0.0621157874157</c:v>
                </c:pt>
                <c:pt idx="1419">
                  <c:v>0.0616095051879</c:v>
                </c:pt>
                <c:pt idx="1420">
                  <c:v>0.061108733345</c:v>
                </c:pt>
                <c:pt idx="1421">
                  <c:v>0.0606134108571</c:v>
                </c:pt>
                <c:pt idx="1422">
                  <c:v>0.0601234769528</c:v>
                </c:pt>
                <c:pt idx="1423">
                  <c:v>0.0596388711439</c:v>
                </c:pt>
                <c:pt idx="1424">
                  <c:v>0.0591595332479</c:v>
                </c:pt>
                <c:pt idx="1425">
                  <c:v>0.0586854034089</c:v>
                </c:pt>
                <c:pt idx="1426">
                  <c:v>0.0582164221184</c:v>
                </c:pt>
                <c:pt idx="1427">
                  <c:v>0.057752530233</c:v>
                </c:pt>
                <c:pt idx="1428">
                  <c:v>0.0572936689923</c:v>
                </c:pt>
                <c:pt idx="1429">
                  <c:v>0.0568397800345</c:v>
                </c:pt>
                <c:pt idx="1430">
                  <c:v>0.056390805412</c:v>
                </c:pt>
                <c:pt idx="1431">
                  <c:v>0.0559466876045</c:v>
                </c:pt>
                <c:pt idx="1432">
                  <c:v>0.0555073695325</c:v>
                </c:pt>
                <c:pt idx="1433">
                  <c:v>0.0550727945683</c:v>
                </c:pt>
                <c:pt idx="1434">
                  <c:v>0.0546429065473</c:v>
                </c:pt>
                <c:pt idx="1435">
                  <c:v>0.054217649778</c:v>
                </c:pt>
                <c:pt idx="1436">
                  <c:v>0.0537969690503</c:v>
                </c:pt>
                <c:pt idx="1437">
                  <c:v>0.0533808096444</c:v>
                </c:pt>
                <c:pt idx="1438">
                  <c:v>0.0529691173378</c:v>
                </c:pt>
                <c:pt idx="1439">
                  <c:v>0.0525618384117</c:v>
                </c:pt>
                <c:pt idx="1440">
                  <c:v>0.0521589196575</c:v>
                </c:pt>
                <c:pt idx="1441">
                  <c:v>0.0517603083813</c:v>
                </c:pt>
                <c:pt idx="1442">
                  <c:v>0.0513659524089</c:v>
                </c:pt>
                <c:pt idx="1443">
                  <c:v>0.0509758000895</c:v>
                </c:pt>
                <c:pt idx="1444">
                  <c:v>0.0505898002992</c:v>
                </c:pt>
                <c:pt idx="1445">
                  <c:v>0.0502079024436</c:v>
                </c:pt>
                <c:pt idx="1446">
                  <c:v>0.0498300564602</c:v>
                </c:pt>
                <c:pt idx="1447">
                  <c:v>0.0494562128201</c:v>
                </c:pt>
                <c:pt idx="1448">
                  <c:v>0.0490863225291</c:v>
                </c:pt>
                <c:pt idx="1449">
                  <c:v>0.0487203371289</c:v>
                </c:pt>
                <c:pt idx="1450">
                  <c:v>0.0483582086974</c:v>
                </c:pt>
                <c:pt idx="1451">
                  <c:v>0.0479998898484</c:v>
                </c:pt>
                <c:pt idx="1452">
                  <c:v>0.0476453337316</c:v>
                </c:pt>
                <c:pt idx="1453">
                  <c:v>0.047294494032</c:v>
                </c:pt>
                <c:pt idx="1454">
                  <c:v>0.0469473249682</c:v>
                </c:pt>
                <c:pt idx="1455">
                  <c:v>0.0466037812918</c:v>
                </c:pt>
                <c:pt idx="1456">
                  <c:v>0.0462638182854</c:v>
                </c:pt>
                <c:pt idx="1457">
                  <c:v>0.0459273917606</c:v>
                </c:pt>
                <c:pt idx="1458">
                  <c:v>0.045594458056</c:v>
                </c:pt>
                <c:pt idx="1459">
                  <c:v>0.0452649740347</c:v>
                </c:pt>
                <c:pt idx="1460">
                  <c:v>0.0449388970817</c:v>
                </c:pt>
                <c:pt idx="1461">
                  <c:v>0.0446161851009</c:v>
                </c:pt>
                <c:pt idx="1462">
                  <c:v>0.0442967965123</c:v>
                </c:pt>
                <c:pt idx="1463">
                  <c:v>0.0439806902483</c:v>
                </c:pt>
                <c:pt idx="1464">
                  <c:v>0.043667825751</c:v>
                </c:pt>
                <c:pt idx="1465">
                  <c:v>0.043358162968</c:v>
                </c:pt>
                <c:pt idx="1466">
                  <c:v>0.0430516623489</c:v>
                </c:pt>
                <c:pt idx="1467">
                  <c:v>0.0427482848415</c:v>
                </c:pt>
                <c:pt idx="1468">
                  <c:v>0.0424479918881</c:v>
                </c:pt>
                <c:pt idx="1469">
                  <c:v>0.0421507454206</c:v>
                </c:pt>
                <c:pt idx="1470">
                  <c:v>0.0418565078574</c:v>
                </c:pt>
                <c:pt idx="1471">
                  <c:v>0.0415652420981</c:v>
                </c:pt>
                <c:pt idx="1472">
                  <c:v>0.0412769115201</c:v>
                </c:pt>
                <c:pt idx="1473">
                  <c:v>0.0409914799732</c:v>
                </c:pt>
                <c:pt idx="1474">
                  <c:v>0.0407089117758</c:v>
                </c:pt>
                <c:pt idx="1475">
                  <c:v>0.0404291717102</c:v>
                </c:pt>
                <c:pt idx="1476">
                  <c:v>0.0401522250177</c:v>
                </c:pt>
                <c:pt idx="1477">
                  <c:v>0.0398780373941</c:v>
                </c:pt>
                <c:pt idx="1478">
                  <c:v>0.0396065749851</c:v>
                </c:pt>
                <c:pt idx="1479">
                  <c:v>0.0393378043812</c:v>
                </c:pt>
                <c:pt idx="1480">
                  <c:v>0.0390716926134</c:v>
                </c:pt>
                <c:pt idx="1481">
                  <c:v>0.038808207148</c:v>
                </c:pt>
                <c:pt idx="1482">
                  <c:v>0.0385473158819</c:v>
                </c:pt>
                <c:pt idx="1483">
                  <c:v>0.038288987138</c:v>
                </c:pt>
                <c:pt idx="1484">
                  <c:v>0.0380331896597</c:v>
                </c:pt>
                <c:pt idx="1485">
                  <c:v>0.037779892607</c:v>
                </c:pt>
                <c:pt idx="1486">
                  <c:v>0.0375290655505</c:v>
                </c:pt>
                <c:pt idx="1487">
                  <c:v>0.0372806784678</c:v>
                </c:pt>
                <c:pt idx="1488">
                  <c:v>0.0370347017374</c:v>
                </c:pt>
                <c:pt idx="1489">
                  <c:v>0.0367911061348</c:v>
                </c:pt>
                <c:pt idx="1490">
                  <c:v>0.0365498628273</c:v>
                </c:pt>
                <c:pt idx="1491">
                  <c:v>0.0363109433691</c:v>
                </c:pt>
                <c:pt idx="1492">
                  <c:v>0.0360743196966</c:v>
                </c:pt>
                <c:pt idx="1493">
                  <c:v>0.0358399641236</c:v>
                </c:pt>
                <c:pt idx="1494">
                  <c:v>0.0356078493368</c:v>
                </c:pt>
                <c:pt idx="1495">
                  <c:v>0.0353779483904</c:v>
                </c:pt>
                <c:pt idx="1496">
                  <c:v>0.0351502347022</c:v>
                </c:pt>
                <c:pt idx="1497">
                  <c:v>0.0349246820482</c:v>
                </c:pt>
                <c:pt idx="1498">
                  <c:v>0.0347012645586</c:v>
                </c:pt>
                <c:pt idx="1499">
                  <c:v>0.0344799567127</c:v>
                </c:pt>
                <c:pt idx="1500">
                  <c:v>0.0342607333344</c:v>
                </c:pt>
                <c:pt idx="1501">
                  <c:v>0.0340435695878</c:v>
                </c:pt>
                <c:pt idx="1502">
                  <c:v>0.0338284409727</c:v>
                </c:pt>
                <c:pt idx="1503">
                  <c:v>0.0336153233199</c:v>
                </c:pt>
                <c:pt idx="1504">
                  <c:v>0.0334041927869</c:v>
                </c:pt>
                <c:pt idx="1505">
                  <c:v>0.0331950258536</c:v>
                </c:pt>
                <c:pt idx="1506">
                  <c:v>0.0329877993177</c:v>
                </c:pt>
                <c:pt idx="1507">
                  <c:v>0.0327824902906</c:v>
                </c:pt>
                <c:pt idx="1508">
                  <c:v>0.032579076193</c:v>
                </c:pt>
                <c:pt idx="1509">
                  <c:v>0.0323775347506</c:v>
                </c:pt>
                <c:pt idx="1510">
                  <c:v>0.0321778439902</c:v>
                </c:pt>
                <c:pt idx="1511">
                  <c:v>0.0319799822352</c:v>
                </c:pt>
                <c:pt idx="1512">
                  <c:v>0.0317839281017</c:v>
                </c:pt>
                <c:pt idx="1513">
                  <c:v>0.0315896604944</c:v>
                </c:pt>
                <c:pt idx="1514">
                  <c:v>0.0313971586025</c:v>
                </c:pt>
                <c:pt idx="1515">
                  <c:v>0.0312064018959</c:v>
                </c:pt>
                <c:pt idx="1516">
                  <c:v>0.0310173701211</c:v>
                </c:pt>
                <c:pt idx="1517">
                  <c:v>0.0308300432976</c:v>
                </c:pt>
                <c:pt idx="1518">
                  <c:v>0.0306444017134</c:v>
                </c:pt>
                <c:pt idx="1519">
                  <c:v>0.0304604259222</c:v>
                </c:pt>
                <c:pt idx="1520">
                  <c:v>0.0302780967387</c:v>
                </c:pt>
                <c:pt idx="1521">
                  <c:v>0.0300973952356</c:v>
                </c:pt>
                <c:pt idx="1522">
                  <c:v>0.0299183027395</c:v>
                </c:pt>
                <c:pt idx="1523">
                  <c:v>0.0297408008275</c:v>
                </c:pt>
                <c:pt idx="1524">
                  <c:v>0.0295648713238</c:v>
                </c:pt>
                <c:pt idx="1525">
                  <c:v>0.0293904962957</c:v>
                </c:pt>
                <c:pt idx="1526">
                  <c:v>0.0292176580506</c:v>
                </c:pt>
                <c:pt idx="1527">
                  <c:v>0.0290463391322</c:v>
                </c:pt>
                <c:pt idx="1528">
                  <c:v>0.0288765223175</c:v>
                </c:pt>
                <c:pt idx="1529">
                  <c:v>0.0287081906132</c:v>
                </c:pt>
                <c:pt idx="1530">
                  <c:v>0.0285413272524</c:v>
                </c:pt>
                <c:pt idx="1531">
                  <c:v>0.0283759156915</c:v>
                </c:pt>
                <c:pt idx="1532">
                  <c:v>0.028211939607</c:v>
                </c:pt>
                <c:pt idx="1533">
                  <c:v>0.028049382892</c:v>
                </c:pt>
                <c:pt idx="1534">
                  <c:v>0.0278882296535</c:v>
                </c:pt>
                <c:pt idx="1535">
                  <c:v>0.0277284642092</c:v>
                </c:pt>
                <c:pt idx="1536">
                  <c:v>0.0275700710844</c:v>
                </c:pt>
                <c:pt idx="1537">
                  <c:v>0.027413035009</c:v>
                </c:pt>
                <c:pt idx="1538">
                  <c:v>0.0272573409145</c:v>
                </c:pt>
                <c:pt idx="1539">
                  <c:v>0.0271029739314</c:v>
                </c:pt>
                <c:pt idx="1540">
                  <c:v>0.0269499193858</c:v>
                </c:pt>
                <c:pt idx="1541">
                  <c:v>0.0267981627972</c:v>
                </c:pt>
                <c:pt idx="1542">
                  <c:v>0.0266476898752</c:v>
                </c:pt>
                <c:pt idx="1543">
                  <c:v>0.0264984865169</c:v>
                </c:pt>
                <c:pt idx="1544">
                  <c:v>0.0263505388045</c:v>
                </c:pt>
                <c:pt idx="1545">
                  <c:v>0.0262038330021</c:v>
                </c:pt>
                <c:pt idx="1546">
                  <c:v>0.0260583555535</c:v>
                </c:pt>
                <c:pt idx="1547">
                  <c:v>0.0259140930793</c:v>
                </c:pt>
                <c:pt idx="1548">
                  <c:v>0.0257710323746</c:v>
                </c:pt>
                <c:pt idx="1549">
                  <c:v>0.0256291604064</c:v>
                </c:pt>
                <c:pt idx="1550">
                  <c:v>0.0254884643111</c:v>
                </c:pt>
                <c:pt idx="1551">
                  <c:v>0.0253489313919</c:v>
                </c:pt>
                <c:pt idx="1552">
                  <c:v>0.0252105491167</c:v>
                </c:pt>
                <c:pt idx="1553">
                  <c:v>0.0250733051155</c:v>
                </c:pt>
                <c:pt idx="1554">
                  <c:v>0.0249371871782</c:v>
                </c:pt>
                <c:pt idx="1555">
                  <c:v>0.0248021832521</c:v>
                </c:pt>
                <c:pt idx="1556">
                  <c:v>0.02466828144</c:v>
                </c:pt>
                <c:pt idx="1557">
                  <c:v>0.0245354699974</c:v>
                </c:pt>
                <c:pt idx="1558">
                  <c:v>0.0244037373309</c:v>
                </c:pt>
                <c:pt idx="1559">
                  <c:v>0.0242730719956</c:v>
                </c:pt>
                <c:pt idx="1560">
                  <c:v>0.0241434626931</c:v>
                </c:pt>
                <c:pt idx="1561">
                  <c:v>0.0240148982697</c:v>
                </c:pt>
                <c:pt idx="1562">
                  <c:v>0.0238873677137</c:v>
                </c:pt>
                <c:pt idx="1563">
                  <c:v>0.0237608601538</c:v>
                </c:pt>
                <c:pt idx="1564">
                  <c:v>0.0236353648571</c:v>
                </c:pt>
                <c:pt idx="1565">
                  <c:v>0.0235108712269</c:v>
                </c:pt>
                <c:pt idx="1566">
                  <c:v>0.0233873688009</c:v>
                </c:pt>
                <c:pt idx="1567">
                  <c:v>0.0232648472492</c:v>
                </c:pt>
                <c:pt idx="1568">
                  <c:v>0.0231432963725</c:v>
                </c:pt>
                <c:pt idx="1569">
                  <c:v>0.0230227061002</c:v>
                </c:pt>
                <c:pt idx="1570">
                  <c:v>0.0229030664884</c:v>
                </c:pt>
                <c:pt idx="1571">
                  <c:v>0.0227843677184</c:v>
                </c:pt>
                <c:pt idx="1572">
                  <c:v>0.0226666000946</c:v>
                </c:pt>
                <c:pt idx="1573">
                  <c:v>0.0225497540432</c:v>
                </c:pt>
                <c:pt idx="1574">
                  <c:v>0.0224338201097</c:v>
                </c:pt>
                <c:pt idx="1575">
                  <c:v>0.0223187889582</c:v>
                </c:pt>
                <c:pt idx="1576">
                  <c:v>0.0222046513688</c:v>
                </c:pt>
                <c:pt idx="1577">
                  <c:v>0.0220913982366</c:v>
                </c:pt>
                <c:pt idx="1578">
                  <c:v>0.0219790205696</c:v>
                </c:pt>
                <c:pt idx="1579">
                  <c:v>0.0218675094876</c:v>
                </c:pt>
                <c:pt idx="1580">
                  <c:v>0.0217568562202</c:v>
                </c:pt>
                <c:pt idx="1581">
                  <c:v>0.0216470521052</c:v>
                </c:pt>
                <c:pt idx="1582">
                  <c:v>0.0215380885878</c:v>
                </c:pt>
                <c:pt idx="1583">
                  <c:v>0.021429957218</c:v>
                </c:pt>
                <c:pt idx="1584">
                  <c:v>0.0213226496501</c:v>
                </c:pt>
                <c:pt idx="1585">
                  <c:v>0.0212161576406</c:v>
                </c:pt>
                <c:pt idx="1586">
                  <c:v>0.021110473047</c:v>
                </c:pt>
                <c:pt idx="1587">
                  <c:v>0.0210055878265</c:v>
                </c:pt>
                <c:pt idx="1588">
                  <c:v>0.0209014940344</c:v>
                </c:pt>
                <c:pt idx="1589">
                  <c:v>0.0207981838228</c:v>
                </c:pt>
                <c:pt idx="1590">
                  <c:v>0.0206956494393</c:v>
                </c:pt>
                <c:pt idx="1591">
                  <c:v>0.0205938832255</c:v>
                </c:pt>
                <c:pt idx="1592">
                  <c:v>0.020492877616</c:v>
                </c:pt>
                <c:pt idx="1593">
                  <c:v>0.0203926251367</c:v>
                </c:pt>
                <c:pt idx="1594">
                  <c:v>0.020293118404</c:v>
                </c:pt>
                <c:pt idx="1595">
                  <c:v>0.020194350123</c:v>
                </c:pt>
                <c:pt idx="1596">
                  <c:v>0.0200963130869</c:v>
                </c:pt>
                <c:pt idx="1597">
                  <c:v>0.019999000175</c:v>
                </c:pt>
                <c:pt idx="1598">
                  <c:v>0.0199024043524</c:v>
                </c:pt>
                <c:pt idx="1599">
                  <c:v>0.0198065186681</c:v>
                </c:pt>
                <c:pt idx="1600">
                  <c:v>0.0197113362541</c:v>
                </c:pt>
                <c:pt idx="1601">
                  <c:v>0.0196168503243</c:v>
                </c:pt>
                <c:pt idx="1602">
                  <c:v>0.0195230541734</c:v>
                </c:pt>
                <c:pt idx="1603">
                  <c:v>0.0194299411757</c:v>
                </c:pt>
                <c:pt idx="1604">
                  <c:v>0.0193375047839</c:v>
                </c:pt>
                <c:pt idx="1605">
                  <c:v>0.0192457385282</c:v>
                </c:pt>
                <c:pt idx="1606">
                  <c:v>0.0191546360152</c:v>
                </c:pt>
                <c:pt idx="1607">
                  <c:v>0.0190641909269</c:v>
                </c:pt>
                <c:pt idx="1608">
                  <c:v>0.0189743970194</c:v>
                </c:pt>
                <c:pt idx="1609">
                  <c:v>0.0188852481224</c:v>
                </c:pt>
                <c:pt idx="1610">
                  <c:v>0.0187967381376</c:v>
                </c:pt>
                <c:pt idx="1611">
                  <c:v>0.0187088610381</c:v>
                </c:pt>
                <c:pt idx="1612">
                  <c:v>0.0186216108674</c:v>
                </c:pt>
                <c:pt idx="1613">
                  <c:v>0.0185349817382</c:v>
                </c:pt>
                <c:pt idx="1614">
                  <c:v>0.0184489678317</c:v>
                </c:pt>
                <c:pt idx="1615">
                  <c:v>0.0183635633967</c:v>
                </c:pt>
                <c:pt idx="1616">
                  <c:v>0.0182787627484</c:v>
                </c:pt>
                <c:pt idx="1617">
                  <c:v>0.0181945602679</c:v>
                </c:pt>
                <c:pt idx="1618">
                  <c:v>0.0181109504008</c:v>
                </c:pt>
                <c:pt idx="1619">
                  <c:v>0.0180279276567</c:v>
                </c:pt>
                <c:pt idx="1620">
                  <c:v>0.0179454866084</c:v>
                </c:pt>
                <c:pt idx="1621">
                  <c:v>0.0178636218908</c:v>
                </c:pt>
                <c:pt idx="1622">
                  <c:v>0.0177823281999</c:v>
                </c:pt>
                <c:pt idx="1623">
                  <c:v>0.0177016002925</c:v>
                </c:pt>
                <c:pt idx="1624">
                  <c:v>0.0176214329851</c:v>
                </c:pt>
                <c:pt idx="1625">
                  <c:v>0.0175418211529</c:v>
                </c:pt>
                <c:pt idx="1626">
                  <c:v>0.0174627597294</c:v>
                </c:pt>
                <c:pt idx="1627">
                  <c:v>0.0173842437052</c:v>
                </c:pt>
                <c:pt idx="1628">
                  <c:v>0.0173062681276</c:v>
                </c:pt>
                <c:pt idx="1629">
                  <c:v>0.0172288280996</c:v>
                </c:pt>
                <c:pt idx="1630">
                  <c:v>0.0171519187794</c:v>
                </c:pt>
                <c:pt idx="1631">
                  <c:v>0.0170755353791</c:v>
                </c:pt>
                <c:pt idx="1632">
                  <c:v>0.0169996731648</c:v>
                </c:pt>
                <c:pt idx="1633">
                  <c:v>0.0169243274552</c:v>
                </c:pt>
                <c:pt idx="1634">
                  <c:v>0.0168494936211</c:v>
                </c:pt>
                <c:pt idx="1635">
                  <c:v>0.0167751670848</c:v>
                </c:pt>
                <c:pt idx="1636">
                  <c:v>0.0167013433195</c:v>
                </c:pt>
                <c:pt idx="1637">
                  <c:v>0.0166280178481</c:v>
                </c:pt>
                <c:pt idx="1638">
                  <c:v>0.0165551862431</c:v>
                </c:pt>
                <c:pt idx="1639">
                  <c:v>0.0164828441258</c:v>
                </c:pt>
                <c:pt idx="1640">
                  <c:v>0.0164109871654</c:v>
                </c:pt>
                <c:pt idx="1641">
                  <c:v>0.0163396110785</c:v>
                </c:pt>
                <c:pt idx="1642">
                  <c:v>0.0162687116288</c:v>
                </c:pt>
                <c:pt idx="1643">
                  <c:v>0.0161982846257</c:v>
                </c:pt>
                <c:pt idx="1644">
                  <c:v>0.0161283259245</c:v>
                </c:pt>
                <c:pt idx="1645">
                  <c:v>0.0160588314253</c:v>
                </c:pt>
                <c:pt idx="1646">
                  <c:v>0.0159897970725</c:v>
                </c:pt>
                <c:pt idx="1647">
                  <c:v>0.0159212188544</c:v>
                </c:pt>
                <c:pt idx="1648">
                  <c:v>0.0158530928023</c:v>
                </c:pt>
                <c:pt idx="1649">
                  <c:v>0.0157854149901</c:v>
                </c:pt>
                <c:pt idx="1650">
                  <c:v>0.0157181815337</c:v>
                </c:pt>
                <c:pt idx="1651">
                  <c:v>0.0156513885905</c:v>
                </c:pt>
                <c:pt idx="1652">
                  <c:v>0.0155850323589</c:v>
                </c:pt>
                <c:pt idx="1653">
                  <c:v>0.0155191090774</c:v>
                </c:pt>
                <c:pt idx="1654">
                  <c:v>0.0154536150246</c:v>
                </c:pt>
                <c:pt idx="1655">
                  <c:v>0.0153885465181</c:v>
                </c:pt>
                <c:pt idx="1656">
                  <c:v>0.0153238999144</c:v>
                </c:pt>
                <c:pt idx="1657">
                  <c:v>0.0152596716085</c:v>
                </c:pt>
                <c:pt idx="1658">
                  <c:v>0.0151958580326</c:v>
                </c:pt>
                <c:pt idx="1659">
                  <c:v>0.0151324556567</c:v>
                </c:pt>
                <c:pt idx="1660">
                  <c:v>0.0150694609872</c:v>
                </c:pt>
                <c:pt idx="1661">
                  <c:v>0.015006870567</c:v>
                </c:pt>
                <c:pt idx="1662">
                  <c:v>0.0149446809745</c:v>
                </c:pt>
                <c:pt idx="1663">
                  <c:v>0.0148828888239</c:v>
                </c:pt>
                <c:pt idx="1664">
                  <c:v>0.0148214907638</c:v>
                </c:pt>
                <c:pt idx="1665">
                  <c:v>0.0147604834774</c:v>
                </c:pt>
                <c:pt idx="1666">
                  <c:v>0.014699863682</c:v>
                </c:pt>
                <c:pt idx="1667">
                  <c:v>0.0146396281283</c:v>
                </c:pt>
                <c:pt idx="1668">
                  <c:v>0.0145797736001</c:v>
                </c:pt>
                <c:pt idx="1669">
                  <c:v>0.0145202969138</c:v>
                </c:pt>
                <c:pt idx="1670">
                  <c:v>0.0144611949183</c:v>
                </c:pt>
                <c:pt idx="1671">
                  <c:v>0.0144024644941</c:v>
                </c:pt>
                <c:pt idx="1672">
                  <c:v>0.0143441025532</c:v>
                </c:pt>
                <c:pt idx="1673">
                  <c:v>0.0142861060389</c:v>
                </c:pt>
                <c:pt idx="1674">
                  <c:v>0.0142284719247</c:v>
                </c:pt>
                <c:pt idx="1675">
                  <c:v>0.0141711972149</c:v>
                </c:pt>
                <c:pt idx="1676">
                  <c:v>0.0141142789433</c:v>
                </c:pt>
                <c:pt idx="1677">
                  <c:v>0.0140577141735</c:v>
                </c:pt>
                <c:pt idx="1678">
                  <c:v>0.0140014999981</c:v>
                </c:pt>
                <c:pt idx="1679">
                  <c:v>0.0139456335387</c:v>
                </c:pt>
                <c:pt idx="1680">
                  <c:v>0.0138901119452</c:v>
                </c:pt>
                <c:pt idx="1681">
                  <c:v>0.013834932396</c:v>
                </c:pt>
                <c:pt idx="1682">
                  <c:v>0.0137800920968</c:v>
                </c:pt>
                <c:pt idx="1683">
                  <c:v>0.0137255882812</c:v>
                </c:pt>
                <c:pt idx="1684">
                  <c:v>0.0136714182099</c:v>
                </c:pt>
                <c:pt idx="1685">
                  <c:v>0.0136175791704</c:v>
                </c:pt>
                <c:pt idx="1686">
                  <c:v>0.0135640684766</c:v>
                </c:pt>
                <c:pt idx="1687">
                  <c:v>0.0135108834691</c:v>
                </c:pt>
                <c:pt idx="1688">
                  <c:v>0.013458021514</c:v>
                </c:pt>
                <c:pt idx="1689">
                  <c:v>0.0134054800033</c:v>
                </c:pt>
                <c:pt idx="1690">
                  <c:v>0.0133532563545</c:v>
                </c:pt>
                <c:pt idx="1691">
                  <c:v>0.0133013480099</c:v>
                </c:pt>
                <c:pt idx="1692">
                  <c:v>0.0132497524371</c:v>
                </c:pt>
                <c:pt idx="1693">
                  <c:v>0.0131984671278</c:v>
                </c:pt>
                <c:pt idx="1694">
                  <c:v>0.0131474895983</c:v>
                </c:pt>
                <c:pt idx="1695">
                  <c:v>0.0130968173891</c:v>
                </c:pt>
                <c:pt idx="1696">
                  <c:v>0.0130464480643</c:v>
                </c:pt>
                <c:pt idx="1697">
                  <c:v>0.0129963792116</c:v>
                </c:pt>
                <c:pt idx="1698">
                  <c:v>0.0129466084421</c:v>
                </c:pt>
                <c:pt idx="1699">
                  <c:v>0.01289713339</c:v>
                </c:pt>
                <c:pt idx="1700">
                  <c:v>0.0128479517123</c:v>
                </c:pt>
                <c:pt idx="1701">
                  <c:v>0.0127990610888</c:v>
                </c:pt>
                <c:pt idx="1702">
                  <c:v>0.0127504592215</c:v>
                </c:pt>
                <c:pt idx="1703">
                  <c:v>0.0127021438348</c:v>
                </c:pt>
                <c:pt idx="1704">
                  <c:v>0.0126541126749</c:v>
                </c:pt>
                <c:pt idx="1705">
                  <c:v>0.0126063635097</c:v>
                </c:pt>
                <c:pt idx="1706">
                  <c:v>0.012558894129</c:v>
                </c:pt>
                <c:pt idx="1707">
                  <c:v>0.0125117023434</c:v>
                </c:pt>
                <c:pt idx="1708">
                  <c:v>0.0124647859851</c:v>
                </c:pt>
                <c:pt idx="1709">
                  <c:v>0.0124181429068</c:v>
                </c:pt>
                <c:pt idx="1710">
                  <c:v>0.0123717709822</c:v>
                </c:pt>
                <c:pt idx="1711">
                  <c:v>0.0123256681052</c:v>
                </c:pt>
                <c:pt idx="1712">
                  <c:v>0.0122798321903</c:v>
                </c:pt>
                <c:pt idx="1713">
                  <c:v>0.0122342611718</c:v>
                </c:pt>
                <c:pt idx="1714">
                  <c:v>0.012188953004</c:v>
                </c:pt>
                <c:pt idx="1715">
                  <c:v>0.0121439056609</c:v>
                </c:pt>
                <c:pt idx="1716">
                  <c:v>0.0120991171359</c:v>
                </c:pt>
                <c:pt idx="1717">
                  <c:v>0.0120545854416</c:v>
                </c:pt>
                <c:pt idx="1718">
                  <c:v>0.0120103086099</c:v>
                </c:pt>
                <c:pt idx="1719">
                  <c:v>0.0119662846912</c:v>
                </c:pt>
                <c:pt idx="1720">
                  <c:v>0.0119225117549</c:v>
                </c:pt>
                <c:pt idx="1721">
                  <c:v>0.0118789878887</c:v>
                </c:pt>
                <c:pt idx="1722">
                  <c:v>0.0118357111986</c:v>
                </c:pt>
                <c:pt idx="1723">
                  <c:v>0.0117926798087</c:v>
                </c:pt>
                <c:pt idx="1724">
                  <c:v>0.0117498918608</c:v>
                </c:pt>
                <c:pt idx="1725">
                  <c:v>0.0117073455146</c:v>
                </c:pt>
                <c:pt idx="1726">
                  <c:v>0.011665038947</c:v>
                </c:pt>
                <c:pt idx="1727">
                  <c:v>0.0116229703523</c:v>
                </c:pt>
                <c:pt idx="1728">
                  <c:v>0.011581137942</c:v>
                </c:pt>
                <c:pt idx="1729">
                  <c:v>0.0115395399443</c:v>
                </c:pt>
                <c:pt idx="1730">
                  <c:v>0.011498174604</c:v>
                </c:pt>
                <c:pt idx="1731">
                  <c:v>0.0114570401826</c:v>
                </c:pt>
                <c:pt idx="1732">
                  <c:v>0.0114161349576</c:v>
                </c:pt>
                <c:pt idx="1733">
                  <c:v>0.0113754572229</c:v>
                </c:pt>
                <c:pt idx="1734">
                  <c:v>0.0113350052881</c:v>
                </c:pt>
                <c:pt idx="1735">
                  <c:v>0.0112947774784</c:v>
                </c:pt>
                <c:pt idx="1736">
                  <c:v>0.0112547721346</c:v>
                </c:pt>
                <c:pt idx="1737">
                  <c:v>0.011214987613</c:v>
                </c:pt>
                <c:pt idx="1738">
                  <c:v>0.0111754222848</c:v>
                </c:pt>
                <c:pt idx="1739">
                  <c:v>0.0111360745361</c:v>
                </c:pt>
                <c:pt idx="1740">
                  <c:v>0.0110969427679</c:v>
                </c:pt>
                <c:pt idx="1741">
                  <c:v>0.0110580253957</c:v>
                </c:pt>
                <c:pt idx="1742">
                  <c:v>0.0110193208494</c:v>
                </c:pt>
                <c:pt idx="1743">
                  <c:v>0.010980827573</c:v>
                </c:pt>
                <c:pt idx="1744">
                  <c:v>0.0109425440247</c:v>
                </c:pt>
                <c:pt idx="1745">
                  <c:v>0.0109044686765</c:v>
                </c:pt>
                <c:pt idx="1746">
                  <c:v>0.0108666000139</c:v>
                </c:pt>
                <c:pt idx="1747">
                  <c:v>0.0108289365361</c:v>
                </c:pt>
                <c:pt idx="1748">
                  <c:v>0.0107914767555</c:v>
                </c:pt>
                <c:pt idx="1749">
                  <c:v>0.0107542191979</c:v>
                </c:pt>
                <c:pt idx="1750">
                  <c:v>0.0107171624018</c:v>
                </c:pt>
                <c:pt idx="1751">
                  <c:v>0.0106803049188</c:v>
                </c:pt>
                <c:pt idx="1752">
                  <c:v>0.010643645313</c:v>
                </c:pt>
                <c:pt idx="1753">
                  <c:v>0.0106071821612</c:v>
                </c:pt>
                <c:pt idx="1754">
                  <c:v>0.0105709140524</c:v>
                </c:pt>
                <c:pt idx="1755">
                  <c:v>0.010534839588</c:v>
                </c:pt>
                <c:pt idx="1756">
                  <c:v>0.0104989573815</c:v>
                </c:pt>
                <c:pt idx="1757">
                  <c:v>0.0104632660582</c:v>
                </c:pt>
                <c:pt idx="1758">
                  <c:v>0.0104277642553</c:v>
                </c:pt>
                <c:pt idx="1759">
                  <c:v>0.0103924506217</c:v>
                </c:pt>
                <c:pt idx="1760">
                  <c:v>0.0103573238178</c:v>
                </c:pt>
                <c:pt idx="1761">
                  <c:v>0.0103223825154</c:v>
                </c:pt>
                <c:pt idx="1762">
                  <c:v>0.0102876253977</c:v>
                </c:pt>
                <c:pt idx="1763">
                  <c:v>0.010253051159</c:v>
                </c:pt>
                <c:pt idx="1764">
                  <c:v>0.0102186585045</c:v>
                </c:pt>
                <c:pt idx="1765">
                  <c:v>0.0101844461506</c:v>
                </c:pt>
                <c:pt idx="1766">
                  <c:v>0.0101504128244</c:v>
                </c:pt>
                <c:pt idx="1767">
                  <c:v>0.0101165572636</c:v>
                </c:pt>
                <c:pt idx="1768">
                  <c:v>0.0100828782166</c:v>
                </c:pt>
                <c:pt idx="1769">
                  <c:v>0.0100493744423</c:v>
                </c:pt>
                <c:pt idx="1770">
                  <c:v>0.0100160447101</c:v>
                </c:pt>
                <c:pt idx="1771">
                  <c:v>0.00998288779936</c:v>
                </c:pt>
                <c:pt idx="1772">
                  <c:v>0.00994990249999</c:v>
                </c:pt>
                <c:pt idx="1773">
                  <c:v>0.00991708761181</c:v>
                </c:pt>
                <c:pt idx="1774">
                  <c:v>0.00988444194466</c:v>
                </c:pt>
                <c:pt idx="1775">
                  <c:v>0.00985196431831</c:v>
                </c:pt>
                <c:pt idx="1776">
                  <c:v>0.00981965356234</c:v>
                </c:pt>
                <c:pt idx="1777">
                  <c:v>0.00978750851606</c:v>
                </c:pt>
                <c:pt idx="1778">
                  <c:v>0.0097555280284</c:v>
                </c:pt>
                <c:pt idx="1779">
                  <c:v>0.00972371095785</c:v>
                </c:pt>
                <c:pt idx="1780">
                  <c:v>0.00969205617236</c:v>
                </c:pt>
                <c:pt idx="1781">
                  <c:v>0.00966056254926</c:v>
                </c:pt>
                <c:pt idx="1782">
                  <c:v>0.00962922897514</c:v>
                </c:pt>
                <c:pt idx="1783">
                  <c:v>0.00959805434581</c:v>
                </c:pt>
                <c:pt idx="1784">
                  <c:v>0.00956703756619</c:v>
                </c:pt>
                <c:pt idx="1785">
                  <c:v>0.00953617755022</c:v>
                </c:pt>
                <c:pt idx="1786">
                  <c:v>0.00950547322077</c:v>
                </c:pt>
                <c:pt idx="1787">
                  <c:v>0.00947492350956</c:v>
                </c:pt>
                <c:pt idx="1788">
                  <c:v>0.00944452735707</c:v>
                </c:pt>
                <c:pt idx="1789">
                  <c:v>0.00941428371244</c:v>
                </c:pt>
                <c:pt idx="1790">
                  <c:v>0.00938419153339</c:v>
                </c:pt>
                <c:pt idx="1791">
                  <c:v>0.0093542497861</c:v>
                </c:pt>
                <c:pt idx="1792">
                  <c:v>0.00932445744518</c:v>
                </c:pt>
                <c:pt idx="1793">
                  <c:v>0.00929481349348</c:v>
                </c:pt>
                <c:pt idx="1794">
                  <c:v>0.00926531692208</c:v>
                </c:pt>
                <c:pt idx="1795">
                  <c:v>0.00923596673014</c:v>
                </c:pt>
                <c:pt idx="1796">
                  <c:v>0.00920676192481</c:v>
                </c:pt>
                <c:pt idx="1797">
                  <c:v>0.00917770152115</c:v>
                </c:pt>
                <c:pt idx="1798">
                  <c:v>0.009148784542</c:v>
                </c:pt>
                <c:pt idx="1799">
                  <c:v>0.00912001001788</c:v>
                </c:pt>
                <c:pt idx="1800">
                  <c:v>0.0090913769869</c:v>
                </c:pt>
                <c:pt idx="1801">
                  <c:v>0.00906288449465</c:v>
                </c:pt>
                <c:pt idx="1802">
                  <c:v>0.00903453159409</c:v>
                </c:pt>
                <c:pt idx="1803">
                  <c:v>0.00900631734543</c:v>
                </c:pt>
                <c:pt idx="1804">
                  <c:v>0.00897824081603</c:v>
                </c:pt>
                <c:pt idx="1805">
                  <c:v>0.00895030108032</c:v>
                </c:pt>
                <c:pt idx="1806">
                  <c:v>0.00892249721965</c:v>
                </c:pt>
                <c:pt idx="1807">
                  <c:v>0.00889482832218</c:v>
                </c:pt>
                <c:pt idx="1808">
                  <c:v>0.00886729348281</c:v>
                </c:pt>
                <c:pt idx="1809">
                  <c:v>0.00883989180307</c:v>
                </c:pt>
                <c:pt idx="1810">
                  <c:v>0.00881262239095</c:v>
                </c:pt>
                <c:pt idx="1811">
                  <c:v>0.00878548436089</c:v>
                </c:pt>
                <c:pt idx="1812">
                  <c:v>0.00875847683359</c:v>
                </c:pt>
                <c:pt idx="1813">
                  <c:v>0.00873159893596</c:v>
                </c:pt>
                <c:pt idx="1814">
                  <c:v>0.00870484980102</c:v>
                </c:pt>
                <c:pt idx="1815">
                  <c:v>0.00867822856778</c:v>
                </c:pt>
                <c:pt idx="1816">
                  <c:v>0.00865173438115</c:v>
                </c:pt>
                <c:pt idx="1817">
                  <c:v>0.00862536639186</c:v>
                </c:pt>
                <c:pt idx="1818">
                  <c:v>0.00859912375638</c:v>
                </c:pt>
                <c:pt idx="1819">
                  <c:v>0.00857300563681</c:v>
                </c:pt>
                <c:pt idx="1820">
                  <c:v>0.00854701120081</c:v>
                </c:pt>
                <c:pt idx="1821">
                  <c:v>0.00852113962155</c:v>
                </c:pt>
                <c:pt idx="1822">
                  <c:v>0.0084953900776</c:v>
                </c:pt>
                <c:pt idx="1823">
                  <c:v>0.00846976175287</c:v>
                </c:pt>
                <c:pt idx="1824">
                  <c:v>0.00844425383657</c:v>
                </c:pt>
                <c:pt idx="1825">
                  <c:v>0.00841886552314</c:v>
                </c:pt>
                <c:pt idx="1826">
                  <c:v>0.00839359601218</c:v>
                </c:pt>
                <c:pt idx="1827">
                  <c:v>0.00836844450842</c:v>
                </c:pt>
                <c:pt idx="1828">
                  <c:v>0.00834341022168</c:v>
                </c:pt>
                <c:pt idx="1829">
                  <c:v>0.00831849236681</c:v>
                </c:pt>
                <c:pt idx="1830">
                  <c:v>0.00829369016368</c:v>
                </c:pt>
                <c:pt idx="1831">
                  <c:v>0.00826900283714</c:v>
                </c:pt>
                <c:pt idx="1832">
                  <c:v>0.00824442961698</c:v>
                </c:pt>
                <c:pt idx="1833">
                  <c:v>0.00821996973795</c:v>
                </c:pt>
                <c:pt idx="1834">
                  <c:v>0.00819562243969</c:v>
                </c:pt>
                <c:pt idx="1835">
                  <c:v>0.00817138696678</c:v>
                </c:pt>
                <c:pt idx="1836">
                  <c:v>0.00814726256867</c:v>
                </c:pt>
                <c:pt idx="1837">
                  <c:v>0.00812324849974</c:v>
                </c:pt>
                <c:pt idx="1838">
                  <c:v>0.00809934401924</c:v>
                </c:pt>
                <c:pt idx="1839">
                  <c:v>0.00807554839133</c:v>
                </c:pt>
                <c:pt idx="1840">
                  <c:v>0.00805186088507</c:v>
                </c:pt>
                <c:pt idx="1841">
                  <c:v>0.00802828077444</c:v>
                </c:pt>
                <c:pt idx="1842">
                  <c:v>0.00800480733835</c:v>
                </c:pt>
                <c:pt idx="1843">
                  <c:v>0.00798143986062</c:v>
                </c:pt>
                <c:pt idx="1844">
                  <c:v>0.00795817763006</c:v>
                </c:pt>
                <c:pt idx="1845">
                  <c:v>0.00793501994042</c:v>
                </c:pt>
                <c:pt idx="1846">
                  <c:v>0.00791196609042</c:v>
                </c:pt>
                <c:pt idx="1847">
                  <c:v>0.0078890153838</c:v>
                </c:pt>
                <c:pt idx="1848">
                  <c:v>0.00786616712931</c:v>
                </c:pt>
                <c:pt idx="1849">
                  <c:v>0.00784342064072</c:v>
                </c:pt>
                <c:pt idx="1850">
                  <c:v>0.00782077523686</c:v>
                </c:pt>
                <c:pt idx="1851">
                  <c:v>0.00779823024161</c:v>
                </c:pt>
                <c:pt idx="1852">
                  <c:v>0.00777578498394</c:v>
                </c:pt>
                <c:pt idx="1853">
                  <c:v>0.00775343879788</c:v>
                </c:pt>
                <c:pt idx="1854">
                  <c:v>0.00773119102261</c:v>
                </c:pt>
                <c:pt idx="1855">
                  <c:v>0.00770904100237</c:v>
                </c:pt>
                <c:pt idx="1856">
                  <c:v>0.00768698808654</c:v>
                </c:pt>
                <c:pt idx="1857">
                  <c:v>0.00766503162965</c:v>
                </c:pt>
                <c:pt idx="1858">
                  <c:v>0.00764317099133</c:v>
                </c:pt>
                <c:pt idx="1859">
                  <c:v>0.00762140553635</c:v>
                </c:pt>
                <c:pt idx="1860">
                  <c:v>0.00759973463461</c:v>
                </c:pt>
                <c:pt idx="1861">
                  <c:v>0.00757815766116</c:v>
                </c:pt>
                <c:pt idx="1862">
                  <c:v>0.00755667399615</c:v>
                </c:pt>
                <c:pt idx="1863">
                  <c:v>0.00753528302488</c:v>
                </c:pt>
                <c:pt idx="1864">
                  <c:v>0.00751398413774</c:v>
                </c:pt>
                <c:pt idx="1865">
                  <c:v>0.00749277673023</c:v>
                </c:pt>
                <c:pt idx="1866">
                  <c:v>0.00747166020293</c:v>
                </c:pt>
                <c:pt idx="1867">
                  <c:v>0.00745063396151</c:v>
                </c:pt>
                <c:pt idx="1868">
                  <c:v>0.00742969741668</c:v>
                </c:pt>
                <c:pt idx="1869">
                  <c:v>0.00740884998421</c:v>
                </c:pt>
                <c:pt idx="1870">
                  <c:v>0.00738809108486</c:v>
                </c:pt>
                <c:pt idx="1871">
                  <c:v>0.0073674201444</c:v>
                </c:pt>
                <c:pt idx="1872">
                  <c:v>0.00734683659358</c:v>
                </c:pt>
                <c:pt idx="1873">
                  <c:v>0.00732633986808</c:v>
                </c:pt>
                <c:pt idx="1874">
                  <c:v>0.00730592940853</c:v>
                </c:pt>
                <c:pt idx="1875">
                  <c:v>0.00728560466043</c:v>
                </c:pt>
                <c:pt idx="1876">
                  <c:v>0.00726536507416</c:v>
                </c:pt>
                <c:pt idx="1877">
                  <c:v>0.00724521010492</c:v>
                </c:pt>
                <c:pt idx="1878">
                  <c:v>0.00722513921274</c:v>
                </c:pt>
                <c:pt idx="1879">
                  <c:v>0.00720515186242</c:v>
                </c:pt>
                <c:pt idx="1880">
                  <c:v>0.00718524752349</c:v>
                </c:pt>
                <c:pt idx="1881">
                  <c:v>0.00716542567022</c:v>
                </c:pt>
                <c:pt idx="1882">
                  <c:v>0.00714568578154</c:v>
                </c:pt>
                <c:pt idx="1883">
                  <c:v>0.00712602734105</c:v>
                </c:pt>
                <c:pt idx="1884">
                  <c:v>0.00710644983692</c:v>
                </c:pt>
                <c:pt idx="1885">
                  <c:v>0.00708695276196</c:v>
                </c:pt>
                <c:pt idx="1886">
                  <c:v>0.00706753561349</c:v>
                </c:pt>
                <c:pt idx="1887">
                  <c:v>0.00704819789334</c:v>
                </c:pt>
                <c:pt idx="1888">
                  <c:v>0.00702893910782</c:v>
                </c:pt>
                <c:pt idx="1889">
                  <c:v>0.00700975876771</c:v>
                </c:pt>
                <c:pt idx="1890">
                  <c:v>0.00699065638815</c:v>
                </c:pt>
                <c:pt idx="1891">
                  <c:v>0.00697163148868</c:v>
                </c:pt>
                <c:pt idx="1892">
                  <c:v>0.00695268359316</c:v>
                </c:pt>
                <c:pt idx="1893">
                  <c:v>0.00693381222974</c:v>
                </c:pt>
                <c:pt idx="1894">
                  <c:v>0.00691501693085</c:v>
                </c:pt>
                <c:pt idx="1895">
                  <c:v>0.00689629723312</c:v>
                </c:pt>
                <c:pt idx="1896">
                  <c:v>0.00687765267737</c:v>
                </c:pt>
                <c:pt idx="1897">
                  <c:v>0.00685908280856</c:v>
                </c:pt>
                <c:pt idx="1898">
                  <c:v>0.00684058717574</c:v>
                </c:pt>
                <c:pt idx="1899">
                  <c:v>0.00682216533206</c:v>
                </c:pt>
                <c:pt idx="1900">
                  <c:v>0.00680381683466</c:v>
                </c:pt>
                <c:pt idx="1901">
                  <c:v>0.00678554124468</c:v>
                </c:pt>
                <c:pt idx="1902">
                  <c:v>0.0067673381272</c:v>
                </c:pt>
                <c:pt idx="1903">
                  <c:v>0.00674920705119</c:v>
                </c:pt>
                <c:pt idx="1904">
                  <c:v>0.0067311475895</c:v>
                </c:pt>
                <c:pt idx="1905">
                  <c:v>0.00671315931877</c:v>
                </c:pt>
                <c:pt idx="1906">
                  <c:v>0.00669524181944</c:v>
                </c:pt>
                <c:pt idx="1907">
                  <c:v>0.00667739467566</c:v>
                </c:pt>
                <c:pt idx="1908">
                  <c:v>0.0066596174753</c:v>
                </c:pt>
                <c:pt idx="1909">
                  <c:v>0.00664190980984</c:v>
                </c:pt>
                <c:pt idx="1910">
                  <c:v>0.00662427127438</c:v>
                </c:pt>
                <c:pt idx="1911">
                  <c:v>0.0066067014676</c:v>
                </c:pt>
                <c:pt idx="1912">
                  <c:v>0.00658919999166</c:v>
                </c:pt>
                <c:pt idx="1913">
                  <c:v>0.00657176645222</c:v>
                </c:pt>
                <c:pt idx="1914">
                  <c:v>0.00655440045837</c:v>
                </c:pt>
                <c:pt idx="1915">
                  <c:v>0.00653710162258</c:v>
                </c:pt>
                <c:pt idx="1916">
                  <c:v>0.0065198695607</c:v>
                </c:pt>
                <c:pt idx="1917">
                  <c:v>0.00650270389185</c:v>
                </c:pt>
                <c:pt idx="1918">
                  <c:v>0.00648560423846</c:v>
                </c:pt>
                <c:pt idx="1919">
                  <c:v>0.00646857022615</c:v>
                </c:pt>
                <c:pt idx="1920">
                  <c:v>0.00645160148377</c:v>
                </c:pt>
                <c:pt idx="1921">
                  <c:v>0.0064346976433</c:v>
                </c:pt>
                <c:pt idx="1922">
                  <c:v>0.00641785833985</c:v>
                </c:pt>
                <c:pt idx="1923">
                  <c:v>0.00640108321162</c:v>
                </c:pt>
                <c:pt idx="1924">
                  <c:v>0.00638437189984</c:v>
                </c:pt>
                <c:pt idx="1925">
                  <c:v>0.00636772404878</c:v>
                </c:pt>
                <c:pt idx="1926">
                  <c:v>0.00635113930569</c:v>
                </c:pt>
                <c:pt idx="1927">
                  <c:v>0.00633461732076</c:v>
                </c:pt>
                <c:pt idx="1928">
                  <c:v>0.00631815774714</c:v>
                </c:pt>
                <c:pt idx="1929">
                  <c:v>0.00630176024084</c:v>
                </c:pt>
                <c:pt idx="1930">
                  <c:v>0.00628542446077</c:v>
                </c:pt>
                <c:pt idx="1931">
                  <c:v>0.00626915006869</c:v>
                </c:pt>
                <c:pt idx="1932">
                  <c:v>0.00625293672919</c:v>
                </c:pt>
                <c:pt idx="1933">
                  <c:v>0.00623678410964</c:v>
                </c:pt>
                <c:pt idx="1934">
                  <c:v>0.00622069188024</c:v>
                </c:pt>
                <c:pt idx="1935">
                  <c:v>0.0062046597139</c:v>
                </c:pt>
                <c:pt idx="1936">
                  <c:v>0.00618868728635</c:v>
                </c:pt>
                <c:pt idx="1937">
                  <c:v>0.00617277427599</c:v>
                </c:pt>
                <c:pt idx="1938">
                  <c:v>0.00615692036398</c:v>
                </c:pt>
                <c:pt idx="1939">
                  <c:v>0.00614112523418</c:v>
                </c:pt>
                <c:pt idx="1940">
                  <c:v>0.00612538857315</c:v>
                </c:pt>
                <c:pt idx="1941">
                  <c:v>0.00610971007013</c:v>
                </c:pt>
                <c:pt idx="1942">
                  <c:v>0.00609408941704</c:v>
                </c:pt>
                <c:pt idx="1943">
                  <c:v>0.00607852630847</c:v>
                </c:pt>
                <c:pt idx="1944">
                  <c:v>0.00606302044168</c:v>
                </c:pt>
                <c:pt idx="1945">
                  <c:v>0.00604757151659</c:v>
                </c:pt>
                <c:pt idx="1946">
                  <c:v>0.00603217923576</c:v>
                </c:pt>
                <c:pt idx="1947">
                  <c:v>0.00601684330442</c:v>
                </c:pt>
                <c:pt idx="1948">
                  <c:v>0.00600156343045</c:v>
                </c:pt>
                <c:pt idx="1949">
                  <c:v>0.00598633932435</c:v>
                </c:pt>
                <c:pt idx="1950">
                  <c:v>0.00597117069931</c:v>
                </c:pt>
                <c:pt idx="1951">
                  <c:v>0.00595605727113</c:v>
                </c:pt>
                <c:pt idx="1952">
                  <c:v>0.00594099875828</c:v>
                </c:pt>
                <c:pt idx="1953">
                  <c:v>0.00592599488187</c:v>
                </c:pt>
                <c:pt idx="1954">
                  <c:v>0.00591104536567</c:v>
                </c:pt>
                <c:pt idx="1955">
                  <c:v>0.0058961499361</c:v>
                </c:pt>
                <c:pt idx="1956">
                  <c:v>0.00588130832224</c:v>
                </c:pt>
                <c:pt idx="1957">
                  <c:v>0.00586652025581</c:v>
                </c:pt>
                <c:pt idx="1958">
                  <c:v>0.00585178547122</c:v>
                </c:pt>
                <c:pt idx="1959">
                  <c:v>0.00583710370552</c:v>
                </c:pt>
                <c:pt idx="1960">
                  <c:v>0.00582247469844</c:v>
                </c:pt>
                <c:pt idx="1961">
                  <c:v>0.00580789819237</c:v>
                </c:pt>
                <c:pt idx="1962">
                  <c:v>0.00579337393237</c:v>
                </c:pt>
                <c:pt idx="1963">
                  <c:v>0.00577890166618</c:v>
                </c:pt>
                <c:pt idx="1964">
                  <c:v>0.00576448114419</c:v>
                </c:pt>
                <c:pt idx="1965">
                  <c:v>0.00575011211946</c:v>
                </c:pt>
                <c:pt idx="1966">
                  <c:v>0.00573579434774</c:v>
                </c:pt>
                <c:pt idx="1967">
                  <c:v>0.00572152758741</c:v>
                </c:pt>
                <c:pt idx="1968">
                  <c:v>0.00570731159953</c:v>
                </c:pt>
                <c:pt idx="1969">
                  <c:v>0.00569314614779</c:v>
                </c:pt>
                <c:pt idx="1970">
                  <c:v>0.00567903099853</c:v>
                </c:pt>
                <c:pt idx="1971">
                  <c:v>0.00566496592071</c:v>
                </c:pt>
                <c:pt idx="1972">
                  <c:v>0.00565095068592</c:v>
                </c:pt>
                <c:pt idx="1973">
                  <c:v>0.00563698506833</c:v>
                </c:pt>
                <c:pt idx="1974">
                  <c:v>0.00562306884471</c:v>
                </c:pt>
                <c:pt idx="1975">
                  <c:v>0.00560920179438</c:v>
                </c:pt>
                <c:pt idx="1976">
                  <c:v>0.0055953836992</c:v>
                </c:pt>
                <c:pt idx="1977">
                  <c:v>0.00558161434355</c:v>
                </c:pt>
                <c:pt idx="1978">
                  <c:v>0.00556789351427</c:v>
                </c:pt>
                <c:pt idx="1979">
                  <c:v>0.00555422100068</c:v>
                </c:pt>
                <c:pt idx="1980">
                  <c:v>0.00554059659448</c:v>
                </c:pt>
                <c:pt idx="1981">
                  <c:v>0.00552702008979</c:v>
                </c:pt>
                <c:pt idx="1982">
                  <c:v>0.00551349128304</c:v>
                </c:pt>
                <c:pt idx="1983">
                  <c:v>0.00550000997294</c:v>
                </c:pt>
                <c:pt idx="1984">
                  <c:v>0.00548657596047</c:v>
                </c:pt>
                <c:pt idx="1985">
                  <c:v>0.00547318904879</c:v>
                </c:pt>
                <c:pt idx="1986">
                  <c:v>0.0054598490432</c:v>
                </c:pt>
                <c:pt idx="1987">
                  <c:v>0.00544655575111</c:v>
                </c:pt>
                <c:pt idx="1988">
                  <c:v>0.00543330898193</c:v>
                </c:pt>
                <c:pt idx="1989">
                  <c:v>0.00542010854704</c:v>
                </c:pt>
                <c:pt idx="1990">
                  <c:v>0.00540695425974</c:v>
                </c:pt>
                <c:pt idx="1991">
                  <c:v>0.00539384593516</c:v>
                </c:pt>
                <c:pt idx="1992">
                  <c:v>0.00538078339019</c:v>
                </c:pt>
                <c:pt idx="1993">
                  <c:v>0.00536776644346</c:v>
                </c:pt>
                <c:pt idx="1994">
                  <c:v>0.00535479491521</c:v>
                </c:pt>
                <c:pt idx="1995">
                  <c:v>0.00534186862724</c:v>
                </c:pt>
                <c:pt idx="1996">
                  <c:v>0.00532898740285</c:v>
                </c:pt>
                <c:pt idx="1997">
                  <c:v>0.00531615106678</c:v>
                </c:pt>
                <c:pt idx="1998">
                  <c:v>0.00530335944509</c:v>
                </c:pt>
                <c:pt idx="1999">
                  <c:v>0.00529061236515</c:v>
                </c:pt>
                <c:pt idx="2000">
                  <c:v>0.0052779096555</c:v>
                </c:pt>
              </c:numCache>
            </c:numRef>
          </c:yVal>
        </c:ser>
        <c:ser>
          <c:idx val="1"/>
          <c:order val="1"/>
          <c:tx>
            <c:v>spin</c:v>
          </c:tx>
          <c:spPr>
            <a:ln xmlns:a="http://schemas.openxmlformats.org/drawingml/2006/main" w="15240">
              <a:solidFill>
                <a:srgbClr val="234F91"/>
              </a:solidFill>
              <a:prstDash val="dash"/>
            </a:ln>
          </c:spPr>
          <c:marker>
            <c:symbol val="none"/>
            <c:size val="5"/>
            <c:spPr>
              <a:solidFill xmlns:a="http://schemas.openxmlformats.org/drawingml/2006/main">
                <a:srgbClr val="234F91"/>
              </a:solidFill>
            </c:spPr>
          </c:marker>
          <c:xVal>
            <c:numRef>
              <c:f>'Chart Data'!$C$2:$C$2002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Data'!$D$2:$D$2002</c:f>
              <c:numCache>
                <c:formatCode>0.0</c:formatCode>
                <c:ptCount val="2001"/>
                <c:pt idx="0">
                  <c:v>0.0190967657126</c:v>
                </c:pt>
                <c:pt idx="1">
                  <c:v>0.0191595279005</c:v>
                </c:pt>
                <c:pt idx="2">
                  <c:v>0.0192226005705</c:v>
                </c:pt>
                <c:pt idx="3">
                  <c:v>0.0192859857729</c:v>
                </c:pt>
                <c:pt idx="4">
                  <c:v>0.0193496855749</c:v>
                </c:pt>
                <c:pt idx="5">
                  <c:v>0.019413702061</c:v>
                </c:pt>
                <c:pt idx="6">
                  <c:v>0.0194780373326</c:v>
                </c:pt>
                <c:pt idx="7">
                  <c:v>0.0195426935088</c:v>
                </c:pt>
                <c:pt idx="8">
                  <c:v>0.0196076727262</c:v>
                </c:pt>
                <c:pt idx="9">
                  <c:v>0.019672977139</c:v>
                </c:pt>
                <c:pt idx="10">
                  <c:v>0.0197386089197</c:v>
                </c:pt>
                <c:pt idx="11">
                  <c:v>0.0198045702586</c:v>
                </c:pt>
                <c:pt idx="12">
                  <c:v>0.0198708633645</c:v>
                </c:pt>
                <c:pt idx="13">
                  <c:v>0.0199374904646</c:v>
                </c:pt>
                <c:pt idx="14">
                  <c:v>0.0200044538047</c:v>
                </c:pt>
                <c:pt idx="15">
                  <c:v>0.0200717556497</c:v>
                </c:pt>
                <c:pt idx="16">
                  <c:v>0.0201393982832</c:v>
                </c:pt>
                <c:pt idx="17">
                  <c:v>0.0202073840084</c:v>
                </c:pt>
                <c:pt idx="18">
                  <c:v>0.0202757151478</c:v>
                </c:pt>
                <c:pt idx="19">
                  <c:v>0.0203443940433</c:v>
                </c:pt>
                <c:pt idx="20">
                  <c:v>0.020413423057</c:v>
                </c:pt>
                <c:pt idx="21">
                  <c:v>0.0204828045709</c:v>
                </c:pt>
                <c:pt idx="22">
                  <c:v>0.020552540987</c:v>
                </c:pt>
                <c:pt idx="23">
                  <c:v>0.0206226347281</c:v>
                </c:pt>
                <c:pt idx="24">
                  <c:v>0.0206930882375</c:v>
                </c:pt>
                <c:pt idx="25">
                  <c:v>0.0207639039792</c:v>
                </c:pt>
                <c:pt idx="26">
                  <c:v>0.0208350844384</c:v>
                </c:pt>
                <c:pt idx="27">
                  <c:v>0.0209066321218</c:v>
                </c:pt>
                <c:pt idx="28">
                  <c:v>0.0209785495573</c:v>
                </c:pt>
                <c:pt idx="29">
                  <c:v>0.0210508392945</c:v>
                </c:pt>
                <c:pt idx="30">
                  <c:v>0.0211235039052</c:v>
                </c:pt>
                <c:pt idx="31">
                  <c:v>0.0211965459832</c:v>
                </c:pt>
                <c:pt idx="32">
                  <c:v>0.0212699681448</c:v>
                </c:pt>
                <c:pt idx="33">
                  <c:v>0.0213437730288</c:v>
                </c:pt>
                <c:pt idx="34">
                  <c:v>0.021417963297</c:v>
                </c:pt>
                <c:pt idx="35">
                  <c:v>0.0214925416342</c:v>
                </c:pt>
                <c:pt idx="36">
                  <c:v>0.0215675107486</c:v>
                </c:pt>
                <c:pt idx="37">
                  <c:v>0.0216428733721</c:v>
                </c:pt>
                <c:pt idx="38">
                  <c:v>0.0217186322601</c:v>
                </c:pt>
                <c:pt idx="39">
                  <c:v>0.0217947901925</c:v>
                </c:pt>
                <c:pt idx="40">
                  <c:v>0.0218713499732</c:v>
                </c:pt>
                <c:pt idx="41">
                  <c:v>0.0219483144308</c:v>
                </c:pt>
                <c:pt idx="42">
                  <c:v>0.0220256864187</c:v>
                </c:pt>
                <c:pt idx="43">
                  <c:v>0.0221034688157</c:v>
                </c:pt>
                <c:pt idx="44">
                  <c:v>0.0221816645255</c:v>
                </c:pt>
                <c:pt idx="45">
                  <c:v>0.0222602764777</c:v>
                </c:pt>
                <c:pt idx="46">
                  <c:v>0.0223393076278</c:v>
                </c:pt>
                <c:pt idx="47">
                  <c:v>0.0224187609574</c:v>
                </c:pt>
                <c:pt idx="48">
                  <c:v>0.0224986394747</c:v>
                </c:pt>
                <c:pt idx="49">
                  <c:v>0.0225789462145</c:v>
                </c:pt>
                <c:pt idx="50">
                  <c:v>0.0226596842385</c:v>
                </c:pt>
                <c:pt idx="51">
                  <c:v>0.0227408566361</c:v>
                </c:pt>
                <c:pt idx="52">
                  <c:v>0.0228224665239</c:v>
                </c:pt>
                <c:pt idx="53">
                  <c:v>0.0229045170466</c:v>
                </c:pt>
                <c:pt idx="54">
                  <c:v>0.0229870113771</c:v>
                </c:pt>
                <c:pt idx="55">
                  <c:v>0.0230699527167</c:v>
                </c:pt>
                <c:pt idx="56">
                  <c:v>0.0231533442956</c:v>
                </c:pt>
                <c:pt idx="57">
                  <c:v>0.0232371893729</c:v>
                </c:pt>
                <c:pt idx="58">
                  <c:v>0.0233214912374</c:v>
                </c:pt>
                <c:pt idx="59">
                  <c:v>0.0234062532074</c:v>
                </c:pt>
                <c:pt idx="60">
                  <c:v>0.0234914786314</c:v>
                </c:pt>
                <c:pt idx="61">
                  <c:v>0.0235771708883</c:v>
                </c:pt>
                <c:pt idx="62">
                  <c:v>0.0236633333876</c:v>
                </c:pt>
                <c:pt idx="63">
                  <c:v>0.02374996957</c:v>
                </c:pt>
                <c:pt idx="64">
                  <c:v>0.0238370829073</c:v>
                </c:pt>
                <c:pt idx="65">
                  <c:v>0.0239246769034</c:v>
                </c:pt>
                <c:pt idx="66">
                  <c:v>0.0240127550939</c:v>
                </c:pt>
                <c:pt idx="67">
                  <c:v>0.0241013210472</c:v>
                </c:pt>
                <c:pt idx="68">
                  <c:v>0.0241903783641</c:v>
                </c:pt>
                <c:pt idx="69">
                  <c:v>0.0242799306788</c:v>
                </c:pt>
                <c:pt idx="70">
                  <c:v>0.024369981659</c:v>
                </c:pt>
                <c:pt idx="71">
                  <c:v>0.0244605350059</c:v>
                </c:pt>
                <c:pt idx="72">
                  <c:v>0.0245515944555</c:v>
                </c:pt>
                <c:pt idx="73">
                  <c:v>0.0246431637779</c:v>
                </c:pt>
                <c:pt idx="74">
                  <c:v>0.0247352467786</c:v>
                </c:pt>
                <c:pt idx="75">
                  <c:v>0.0248278472982</c:v>
                </c:pt>
                <c:pt idx="76">
                  <c:v>0.0249209692133</c:v>
                </c:pt>
                <c:pt idx="77">
                  <c:v>0.0250146164365</c:v>
                </c:pt>
                <c:pt idx="78">
                  <c:v>0.025108792917</c:v>
                </c:pt>
                <c:pt idx="79">
                  <c:v>0.0252035026411</c:v>
                </c:pt>
                <c:pt idx="80">
                  <c:v>0.0252987496324</c:v>
                </c:pt>
                <c:pt idx="81">
                  <c:v>0.0253945379524</c:v>
                </c:pt>
                <c:pt idx="82">
                  <c:v>0.0254908717007</c:v>
                </c:pt>
                <c:pt idx="83">
                  <c:v>0.0255877550158</c:v>
                </c:pt>
                <c:pt idx="84">
                  <c:v>0.025685192075</c:v>
                </c:pt>
                <c:pt idx="85">
                  <c:v>0.0257831870954</c:v>
                </c:pt>
                <c:pt idx="86">
                  <c:v>0.0258817443339</c:v>
                </c:pt>
                <c:pt idx="87">
                  <c:v>0.025980868088</c:v>
                </c:pt>
                <c:pt idx="88">
                  <c:v>0.0260805626961</c:v>
                </c:pt>
                <c:pt idx="89">
                  <c:v>0.0261808325379</c:v>
                </c:pt>
                <c:pt idx="90">
                  <c:v>0.0262816820348</c:v>
                </c:pt>
                <c:pt idx="91">
                  <c:v>0.0263831156507</c:v>
                </c:pt>
                <c:pt idx="92">
                  <c:v>0.0264851378922</c:v>
                </c:pt>
                <c:pt idx="93">
                  <c:v>0.0265877533093</c:v>
                </c:pt>
                <c:pt idx="94">
                  <c:v>0.0266909664956</c:v>
                </c:pt>
                <c:pt idx="95">
                  <c:v>0.026794782089</c:v>
                </c:pt>
                <c:pt idx="96">
                  <c:v>0.0268992047724</c:v>
                </c:pt>
                <c:pt idx="97">
                  <c:v>0.0270042392737</c:v>
                </c:pt>
                <c:pt idx="98">
                  <c:v>0.0271098903668</c:v>
                </c:pt>
                <c:pt idx="99">
                  <c:v>0.0272161628719</c:v>
                </c:pt>
                <c:pt idx="100">
                  <c:v>0.0273230616561</c:v>
                </c:pt>
                <c:pt idx="101">
                  <c:v>0.0274305916338</c:v>
                </c:pt>
                <c:pt idx="102">
                  <c:v>0.0275387577675</c:v>
                </c:pt>
                <c:pt idx="103">
                  <c:v>0.0276475650683</c:v>
                </c:pt>
                <c:pt idx="104">
                  <c:v>0.0277570185963</c:v>
                </c:pt>
                <c:pt idx="105">
                  <c:v>0.0278671234611</c:v>
                </c:pt>
                <c:pt idx="106">
                  <c:v>0.0279778848228</c:v>
                </c:pt>
                <c:pt idx="107">
                  <c:v>0.0280893078923</c:v>
                </c:pt>
                <c:pt idx="108">
                  <c:v>0.0282013979319</c:v>
                </c:pt>
                <c:pt idx="109">
                  <c:v>0.0283141602557</c:v>
                </c:pt>
                <c:pt idx="110">
                  <c:v>0.0284276002308</c:v>
                </c:pt>
                <c:pt idx="111">
                  <c:v>0.0285417232775</c:v>
                </c:pt>
                <c:pt idx="112">
                  <c:v>0.0286565348697</c:v>
                </c:pt>
                <c:pt idx="113">
                  <c:v>0.0287720405361</c:v>
                </c:pt>
                <c:pt idx="114">
                  <c:v>0.0288882458605</c:v>
                </c:pt>
                <c:pt idx="115">
                  <c:v>0.0290051564825</c:v>
                </c:pt>
                <c:pt idx="116">
                  <c:v>0.0291227780983</c:v>
                </c:pt>
                <c:pt idx="117">
                  <c:v>0.0292411164611</c:v>
                </c:pt>
                <c:pt idx="118">
                  <c:v>0.029360177382</c:v>
                </c:pt>
                <c:pt idx="119">
                  <c:v>0.0294799667306</c:v>
                </c:pt>
                <c:pt idx="120">
                  <c:v>0.029600490436</c:v>
                </c:pt>
                <c:pt idx="121">
                  <c:v>0.0297217544868</c:v>
                </c:pt>
                <c:pt idx="122">
                  <c:v>0.0298437649325</c:v>
                </c:pt>
                <c:pt idx="123">
                  <c:v>0.029966527884</c:v>
                </c:pt>
                <c:pt idx="124">
                  <c:v>0.0300900495143</c:v>
                </c:pt>
                <c:pt idx="125">
                  <c:v>0.0302143360593</c:v>
                </c:pt>
                <c:pt idx="126">
                  <c:v>0.0303393938184</c:v>
                </c:pt>
                <c:pt idx="127">
                  <c:v>0.0304652291556</c:v>
                </c:pt>
                <c:pt idx="128">
                  <c:v>0.0305918485</c:v>
                </c:pt>
                <c:pt idx="129">
                  <c:v>0.0307192583466</c:v>
                </c:pt>
                <c:pt idx="130">
                  <c:v>0.0308474652573</c:v>
                </c:pt>
                <c:pt idx="131">
                  <c:v>0.0309764758616</c:v>
                </c:pt>
                <c:pt idx="132">
                  <c:v>0.0311062968572</c:v>
                </c:pt>
                <c:pt idx="133">
                  <c:v>0.0312369350114</c:v>
                </c:pt>
                <c:pt idx="134">
                  <c:v>0.0313683971614</c:v>
                </c:pt>
                <c:pt idx="135">
                  <c:v>0.0315006902153</c:v>
                </c:pt>
                <c:pt idx="136">
                  <c:v>0.0316338211531</c:v>
                </c:pt>
                <c:pt idx="137">
                  <c:v>0.0317677970277</c:v>
                </c:pt>
                <c:pt idx="138">
                  <c:v>0.0319026249654</c:v>
                </c:pt>
                <c:pt idx="139">
                  <c:v>0.032038312167</c:v>
                </c:pt>
                <c:pt idx="140">
                  <c:v>0.032174865909</c:v>
                </c:pt>
                <c:pt idx="141">
                  <c:v>0.0323122935439</c:v>
                </c:pt>
                <c:pt idx="142">
                  <c:v>0.0324506025019</c:v>
                </c:pt>
                <c:pt idx="143">
                  <c:v>0.0325898002914</c:v>
                </c:pt>
                <c:pt idx="144">
                  <c:v>0.0327298944999</c:v>
                </c:pt>
                <c:pt idx="145">
                  <c:v>0.0328708927953</c:v>
                </c:pt>
                <c:pt idx="146">
                  <c:v>0.0330128029268</c:v>
                </c:pt>
                <c:pt idx="147">
                  <c:v>0.0331556327257</c:v>
                </c:pt>
                <c:pt idx="148">
                  <c:v>0.0332993901069</c:v>
                </c:pt>
                <c:pt idx="149">
                  <c:v>0.0334440830693</c:v>
                </c:pt>
                <c:pt idx="150">
                  <c:v>0.0335897196976</c:v>
                </c:pt>
                <c:pt idx="151">
                  <c:v>0.0337363081627</c:v>
                </c:pt>
                <c:pt idx="152">
                  <c:v>0.0338838567232</c:v>
                </c:pt>
                <c:pt idx="153">
                  <c:v>0.0340323737264</c:v>
                </c:pt>
                <c:pt idx="154">
                  <c:v>0.0341818676095</c:v>
                </c:pt>
                <c:pt idx="155">
                  <c:v>0.0343323469006</c:v>
                </c:pt>
                <c:pt idx="156">
                  <c:v>0.0344838202198</c:v>
                </c:pt>
                <c:pt idx="157">
                  <c:v>0.0346362962807</c:v>
                </c:pt>
                <c:pt idx="158">
                  <c:v>0.0347897838913</c:v>
                </c:pt>
                <c:pt idx="159">
                  <c:v>0.0349442919553</c:v>
                </c:pt>
                <c:pt idx="160">
                  <c:v>0.0350998294733</c:v>
                </c:pt>
                <c:pt idx="161">
                  <c:v>0.035256405544</c:v>
                </c:pt>
                <c:pt idx="162">
                  <c:v>0.0354140293657</c:v>
                </c:pt>
                <c:pt idx="163">
                  <c:v>0.0355727102373</c:v>
                </c:pt>
                <c:pt idx="164">
                  <c:v>0.0357324575596</c:v>
                </c:pt>
                <c:pt idx="165">
                  <c:v>0.035893280837</c:v>
                </c:pt>
                <c:pt idx="166">
                  <c:v>0.0360551896782</c:v>
                </c:pt>
                <c:pt idx="167">
                  <c:v>0.0362181937983</c:v>
                </c:pt>
                <c:pt idx="168">
                  <c:v>0.0363823030195</c:v>
                </c:pt>
                <c:pt idx="169">
                  <c:v>0.0365475272728</c:v>
                </c:pt>
                <c:pt idx="170">
                  <c:v>0.0367138765995</c:v>
                </c:pt>
                <c:pt idx="171">
                  <c:v>0.0368813611527</c:v>
                </c:pt>
                <c:pt idx="172">
                  <c:v>0.0370499911982</c:v>
                </c:pt>
                <c:pt idx="173">
                  <c:v>0.0372197771166</c:v>
                </c:pt>
                <c:pt idx="174">
                  <c:v>0.0373907294047</c:v>
                </c:pt>
                <c:pt idx="175">
                  <c:v>0.0375628586768</c:v>
                </c:pt>
                <c:pt idx="176">
                  <c:v>0.0377361756662</c:v>
                </c:pt>
                <c:pt idx="177">
                  <c:v>0.0379106912271</c:v>
                </c:pt>
                <c:pt idx="178">
                  <c:v>0.0380864163361</c:v>
                </c:pt>
                <c:pt idx="179">
                  <c:v>0.0382633620934</c:v>
                </c:pt>
                <c:pt idx="180">
                  <c:v>0.0384415397252</c:v>
                </c:pt>
                <c:pt idx="181">
                  <c:v>0.0386209605846</c:v>
                </c:pt>
                <c:pt idx="182">
                  <c:v>0.0388016361537</c:v>
                </c:pt>
                <c:pt idx="183">
                  <c:v>0.0389835780454</c:v>
                </c:pt>
                <c:pt idx="184">
                  <c:v>0.0391667980049</c:v>
                </c:pt>
                <c:pt idx="185">
                  <c:v>0.0393513079115</c:v>
                </c:pt>
                <c:pt idx="186">
                  <c:v>0.0395371197805</c:v>
                </c:pt>
                <c:pt idx="187">
                  <c:v>0.039724245765</c:v>
                </c:pt>
                <c:pt idx="188">
                  <c:v>0.0399126981576</c:v>
                </c:pt>
                <c:pt idx="189">
                  <c:v>0.0401024893924</c:v>
                </c:pt>
                <c:pt idx="190">
                  <c:v>0.0402936320472</c:v>
                </c:pt>
                <c:pt idx="191">
                  <c:v>0.0404861388447</c:v>
                </c:pt>
                <c:pt idx="192">
                  <c:v>0.0406800226551</c:v>
                </c:pt>
                <c:pt idx="193">
                  <c:v>0.0408752964979</c:v>
                </c:pt>
                <c:pt idx="194">
                  <c:v>0.0410719735439</c:v>
                </c:pt>
                <c:pt idx="195">
                  <c:v>0.0412700671173</c:v>
                </c:pt>
                <c:pt idx="196">
                  <c:v>0.0414695906974</c:v>
                </c:pt>
                <c:pt idx="197">
                  <c:v>0.0416705579216</c:v>
                </c:pt>
                <c:pt idx="198">
                  <c:v>0.0418729825865</c:v>
                </c:pt>
                <c:pt idx="199">
                  <c:v>0.0420768786509</c:v>
                </c:pt>
                <c:pt idx="200">
                  <c:v>0.0422822602376</c:v>
                </c:pt>
                <c:pt idx="201">
                  <c:v>0.0424891416357</c:v>
                </c:pt>
                <c:pt idx="202">
                  <c:v>0.0426975373029</c:v>
                </c:pt>
                <c:pt idx="203">
                  <c:v>0.0429074618679</c:v>
                </c:pt>
                <c:pt idx="204">
                  <c:v>0.0431189301326</c:v>
                </c:pt>
                <c:pt idx="205">
                  <c:v>0.0433319570748</c:v>
                </c:pt>
                <c:pt idx="206">
                  <c:v>0.04354655785</c:v>
                </c:pt>
                <c:pt idx="207">
                  <c:v>0.0437627477945</c:v>
                </c:pt>
                <c:pt idx="208">
                  <c:v>0.0439805424277</c:v>
                </c:pt>
                <c:pt idx="209">
                  <c:v>0.0441999574545</c:v>
                </c:pt>
                <c:pt idx="210">
                  <c:v>0.0444210087677</c:v>
                </c:pt>
                <c:pt idx="211">
                  <c:v>0.0446437124514</c:v>
                </c:pt>
                <c:pt idx="212">
                  <c:v>0.0448680847826</c:v>
                </c:pt>
                <c:pt idx="213">
                  <c:v>0.0450941422348</c:v>
                </c:pt>
                <c:pt idx="214">
                  <c:v>0.0453219014801</c:v>
                </c:pt>
                <c:pt idx="215">
                  <c:v>0.0455513793924</c:v>
                </c:pt>
                <c:pt idx="216">
                  <c:v>0.0457825930498</c:v>
                </c:pt>
                <c:pt idx="217">
                  <c:v>0.046015559738</c:v>
                </c:pt>
                <c:pt idx="218">
                  <c:v>0.0462502969528</c:v>
                </c:pt>
                <c:pt idx="219">
                  <c:v>0.0464868224031</c:v>
                </c:pt>
                <c:pt idx="220">
                  <c:v>0.0467251540139</c:v>
                </c:pt>
                <c:pt idx="221">
                  <c:v>0.0469653099297</c:v>
                </c:pt>
                <c:pt idx="222">
                  <c:v>0.047207308517</c:v>
                </c:pt>
                <c:pt idx="223">
                  <c:v>0.0474511683679</c:v>
                </c:pt>
                <c:pt idx="224">
                  <c:v>0.0476969083031</c:v>
                </c:pt>
                <c:pt idx="225">
                  <c:v>0.047944547375</c:v>
                </c:pt>
                <c:pt idx="226">
                  <c:v>0.0481941048713</c:v>
                </c:pt>
                <c:pt idx="227">
                  <c:v>0.0484456003182</c:v>
                </c:pt>
                <c:pt idx="228">
                  <c:v>0.0486990534835</c:v>
                </c:pt>
                <c:pt idx="229">
                  <c:v>0.0489544843806</c:v>
                </c:pt>
                <c:pt idx="230">
                  <c:v>0.0492119132716</c:v>
                </c:pt>
                <c:pt idx="231">
                  <c:v>0.0494713606707</c:v>
                </c:pt>
                <c:pt idx="232">
                  <c:v>0.0497328473484</c:v>
                </c:pt>
                <c:pt idx="233">
                  <c:v>0.0499963943345</c:v>
                </c:pt>
                <c:pt idx="234">
                  <c:v>0.0502620229221</c:v>
                </c:pt>
                <c:pt idx="235">
                  <c:v>0.0505297546716</c:v>
                </c:pt>
                <c:pt idx="236">
                  <c:v>0.050799611414</c:v>
                </c:pt>
                <c:pt idx="237">
                  <c:v>0.0510716152553</c:v>
                </c:pt>
                <c:pt idx="238">
                  <c:v>0.0513457885801</c:v>
                </c:pt>
                <c:pt idx="239">
                  <c:v>0.0516221540555</c:v>
                </c:pt>
                <c:pt idx="240">
                  <c:v>0.0519007346359</c:v>
                </c:pt>
                <c:pt idx="241">
                  <c:v>0.0521815535661</c:v>
                </c:pt>
                <c:pt idx="242">
                  <c:v>0.0524646343863</c:v>
                </c:pt>
                <c:pt idx="243">
                  <c:v>0.0527500009358</c:v>
                </c:pt>
                <c:pt idx="244">
                  <c:v>0.0530376773579</c:v>
                </c:pt>
                <c:pt idx="245">
                  <c:v>0.0533276881038</c:v>
                </c:pt>
                <c:pt idx="246">
                  <c:v>0.0536200579369</c:v>
                </c:pt>
                <c:pt idx="247">
                  <c:v>0.0539148119382</c:v>
                </c:pt>
                <c:pt idx="248">
                  <c:v>0.0542119755099</c:v>
                </c:pt>
                <c:pt idx="249">
                  <c:v>0.0545115743806</c:v>
                </c:pt>
                <c:pt idx="250">
                  <c:v>0.0548136346099</c:v>
                </c:pt>
                <c:pt idx="251">
                  <c:v>0.0551181825932</c:v>
                </c:pt>
                <c:pt idx="252">
                  <c:v>0.0554252450666</c:v>
                </c:pt>
                <c:pt idx="253">
                  <c:v>0.0557348491117</c:v>
                </c:pt>
                <c:pt idx="254">
                  <c:v>0.056047022161</c:v>
                </c:pt>
                <c:pt idx="255">
                  <c:v>0.0563617920024</c:v>
                </c:pt>
                <c:pt idx="256">
                  <c:v>0.0566791867848</c:v>
                </c:pt>
                <c:pt idx="257">
                  <c:v>0.0569992350236</c:v>
                </c:pt>
                <c:pt idx="258">
                  <c:v>0.0573219656052</c:v>
                </c:pt>
                <c:pt idx="259">
                  <c:v>0.0576474077932</c:v>
                </c:pt>
                <c:pt idx="260">
                  <c:v>0.0579755912334</c:v>
                </c:pt>
                <c:pt idx="261">
                  <c:v>0.0583065459597</c:v>
                </c:pt>
                <c:pt idx="262">
                  <c:v>0.0586403023996</c:v>
                </c:pt>
                <c:pt idx="263">
                  <c:v>0.0589768913797</c:v>
                </c:pt>
                <c:pt idx="264">
                  <c:v>0.059316344132</c:v>
                </c:pt>
                <c:pt idx="265">
                  <c:v>0.0596586922995</c:v>
                </c:pt>
                <c:pt idx="266">
                  <c:v>0.0600039679421</c:v>
                </c:pt>
                <c:pt idx="267">
                  <c:v>0.0603522035431</c:v>
                </c:pt>
                <c:pt idx="268">
                  <c:v>0.0607034320148</c:v>
                </c:pt>
                <c:pt idx="269">
                  <c:v>0.0610576867053</c:v>
                </c:pt>
                <c:pt idx="270">
                  <c:v>0.0614150014043</c:v>
                </c:pt>
                <c:pt idx="271">
                  <c:v>0.0617754103501</c:v>
                </c:pt>
                <c:pt idx="272">
                  <c:v>0.0621389482356</c:v>
                </c:pt>
                <c:pt idx="273">
                  <c:v>0.0625056502153</c:v>
                </c:pt>
                <c:pt idx="274">
                  <c:v>0.0628755519119</c:v>
                </c:pt>
                <c:pt idx="275">
                  <c:v>0.063248689423</c:v>
                </c:pt>
                <c:pt idx="276">
                  <c:v>0.0636250993281</c:v>
                </c:pt>
                <c:pt idx="277">
                  <c:v>0.0640048186955</c:v>
                </c:pt>
                <c:pt idx="278">
                  <c:v>0.0643878850897</c:v>
                </c:pt>
                <c:pt idx="279">
                  <c:v>0.0647743365782</c:v>
                </c:pt>
                <c:pt idx="280">
                  <c:v>0.0651642117388</c:v>
                </c:pt>
                <c:pt idx="281">
                  <c:v>0.0655575496675</c:v>
                </c:pt>
                <c:pt idx="282">
                  <c:v>0.0659543899852</c:v>
                </c:pt>
                <c:pt idx="283">
                  <c:v>0.0663547728461</c:v>
                </c:pt>
                <c:pt idx="284">
                  <c:v>0.0667587389447</c:v>
                </c:pt>
                <c:pt idx="285">
                  <c:v>0.0671663295239</c:v>
                </c:pt>
                <c:pt idx="286">
                  <c:v>0.0675775863831</c:v>
                </c:pt>
                <c:pt idx="287">
                  <c:v>0.0679925518856</c:v>
                </c:pt>
                <c:pt idx="288">
                  <c:v>0.0684112689674</c:v>
                </c:pt>
                <c:pt idx="289">
                  <c:v>0.0688337811447</c:v>
                </c:pt>
                <c:pt idx="290">
                  <c:v>0.0692601325227</c:v>
                </c:pt>
                <c:pt idx="291">
                  <c:v>0.0696903678039</c:v>
                </c:pt>
                <c:pt idx="292">
                  <c:v>0.0701245322963</c:v>
                </c:pt>
                <c:pt idx="293">
                  <c:v>0.0705626719223</c:v>
                </c:pt>
                <c:pt idx="294">
                  <c:v>0.0710048332275</c:v>
                </c:pt>
                <c:pt idx="295">
                  <c:v>0.071451063389</c:v>
                </c:pt>
                <c:pt idx="296">
                  <c:v>0.0719014102248</c:v>
                </c:pt>
                <c:pt idx="297">
                  <c:v>0.0723559222028</c:v>
                </c:pt>
                <c:pt idx="298">
                  <c:v>0.0728146484495</c:v>
                </c:pt>
                <c:pt idx="299">
                  <c:v>0.0732776387594</c:v>
                </c:pt>
                <c:pt idx="300">
                  <c:v>0.0737449436047</c:v>
                </c:pt>
                <c:pt idx="301">
                  <c:v>0.074216614144</c:v>
                </c:pt>
                <c:pt idx="302">
                  <c:v>0.0746927022323</c:v>
                </c:pt>
                <c:pt idx="303">
                  <c:v>0.0751732604305</c:v>
                </c:pt>
                <c:pt idx="304">
                  <c:v>0.0756583420149</c:v>
                </c:pt>
                <c:pt idx="305">
                  <c:v>0.0761480009873</c:v>
                </c:pt>
                <c:pt idx="306">
                  <c:v>0.0766422920846</c:v>
                </c:pt>
                <c:pt idx="307">
                  <c:v>0.0771412707889</c:v>
                </c:pt>
                <c:pt idx="308">
                  <c:v>0.0776449933374</c:v>
                </c:pt>
                <c:pt idx="309">
                  <c:v>0.0781535167327</c:v>
                </c:pt>
                <c:pt idx="310">
                  <c:v>0.0786668987531</c:v>
                </c:pt>
                <c:pt idx="311">
                  <c:v>0.0791851979626</c:v>
                </c:pt>
                <c:pt idx="312">
                  <c:v>0.0797084737213</c:v>
                </c:pt>
                <c:pt idx="313">
                  <c:v>0.0802367861963</c:v>
                </c:pt>
                <c:pt idx="314">
                  <c:v>0.0807701963716</c:v>
                </c:pt>
                <c:pt idx="315">
                  <c:v>0.081308766059</c:v>
                </c:pt>
                <c:pt idx="316">
                  <c:v>0.0818525579089</c:v>
                </c:pt>
                <c:pt idx="317">
                  <c:v>0.0824016354205</c:v>
                </c:pt>
                <c:pt idx="318">
                  <c:v>0.0829560629531</c:v>
                </c:pt>
                <c:pt idx="319">
                  <c:v>0.0835159057364</c:v>
                </c:pt>
                <c:pt idx="320">
                  <c:v>0.0840812298818</c:v>
                </c:pt>
                <c:pt idx="321">
                  <c:v>0.0846521023929</c:v>
                </c:pt>
                <c:pt idx="322">
                  <c:v>0.0852285911767</c:v>
                </c:pt>
                <c:pt idx="323">
                  <c:v>0.0858107650541</c:v>
                </c:pt>
                <c:pt idx="324">
                  <c:v>0.0863986937715</c:v>
                </c:pt>
                <c:pt idx="325">
                  <c:v>0.086992448011</c:v>
                </c:pt>
                <c:pt idx="326">
                  <c:v>0.0875920994021</c:v>
                </c:pt>
                <c:pt idx="327">
                  <c:v>0.0881977205319</c:v>
                </c:pt>
                <c:pt idx="328">
                  <c:v>0.0888093849566</c:v>
                </c:pt>
                <c:pt idx="329">
                  <c:v>0.0894271672122</c:v>
                </c:pt>
                <c:pt idx="330">
                  <c:v>0.0900511428253</c:v>
                </c:pt>
                <c:pt idx="331">
                  <c:v>0.0906813883239</c:v>
                </c:pt>
                <c:pt idx="332">
                  <c:v>0.0913179812483</c:v>
                </c:pt>
                <c:pt idx="333">
                  <c:v>0.0919610001617</c:v>
                </c:pt>
                <c:pt idx="334">
                  <c:v>0.0926105246607</c:v>
                </c:pt>
                <c:pt idx="335">
                  <c:v>0.0932666353861</c:v>
                </c:pt>
                <c:pt idx="336">
                  <c:v>0.0939294140328</c:v>
                </c:pt>
                <c:pt idx="337">
                  <c:v>0.0945989433607</c:v>
                </c:pt>
                <c:pt idx="338">
                  <c:v>0.095275307204</c:v>
                </c:pt>
                <c:pt idx="339">
                  <c:v>0.0959585904821</c:v>
                </c:pt>
                <c:pt idx="340">
                  <c:v>0.0966488792087</c:v>
                </c:pt>
                <c:pt idx="341">
                  <c:v>0.0973462605014</c:v>
                </c:pt>
                <c:pt idx="342">
                  <c:v>0.0980508225916</c:v>
                </c:pt>
                <c:pt idx="343">
                  <c:v>0.0987626548332</c:v>
                </c:pt>
                <c:pt idx="344">
                  <c:v>0.0994818477113</c:v>
                </c:pt>
                <c:pt idx="345">
                  <c:v>0.100208492852</c:v>
                </c:pt>
                <c:pt idx="346">
                  <c:v>0.100942683028</c:v>
                </c:pt>
                <c:pt idx="347">
                  <c:v>0.101684512169</c:v>
                </c:pt>
                <c:pt idx="348">
                  <c:v>0.102434075371</c:v>
                </c:pt>
                <c:pt idx="349">
                  <c:v>0.103191468898</c:v>
                </c:pt>
                <c:pt idx="350">
                  <c:v>0.103956790194</c:v>
                </c:pt>
                <c:pt idx="351">
                  <c:v>0.104730137885</c:v>
                </c:pt>
                <c:pt idx="352">
                  <c:v>0.10551161179</c:v>
                </c:pt>
                <c:pt idx="353">
                  <c:v>0.106301312922</c:v>
                </c:pt>
                <c:pt idx="354">
                  <c:v>0.107099343496</c:v>
                </c:pt>
                <c:pt idx="355">
                  <c:v>0.107905806929</c:v>
                </c:pt>
                <c:pt idx="356">
                  <c:v>0.10872080785</c:v>
                </c:pt>
                <c:pt idx="357">
                  <c:v>0.109544452097</c:v>
                </c:pt>
                <c:pt idx="358">
                  <c:v>0.110376846723</c:v>
                </c:pt>
                <c:pt idx="359">
                  <c:v>0.111218099995</c:v>
                </c:pt>
                <c:pt idx="360">
                  <c:v>0.112068321397</c:v>
                </c:pt>
                <c:pt idx="361">
                  <c:v>0.112927621631</c:v>
                </c:pt>
                <c:pt idx="362">
                  <c:v>0.113796112609</c:v>
                </c:pt>
                <c:pt idx="363">
                  <c:v>0.114673907463</c:v>
                </c:pt>
                <c:pt idx="364">
                  <c:v>0.11556112053</c:v>
                </c:pt>
                <c:pt idx="365">
                  <c:v>0.116457867356</c:v>
                </c:pt>
                <c:pt idx="366">
                  <c:v>0.11736426469</c:v>
                </c:pt>
                <c:pt idx="367">
                  <c:v>0.118280430472</c:v>
                </c:pt>
                <c:pt idx="368">
                  <c:v>0.119206483836</c:v>
                </c:pt>
                <c:pt idx="369">
                  <c:v>0.120142545091</c:v>
                </c:pt>
                <c:pt idx="370">
                  <c:v>0.121088735717</c:v>
                </c:pt>
                <c:pt idx="371">
                  <c:v>0.122045178354</c:v>
                </c:pt>
                <c:pt idx="372">
                  <c:v>0.123011996783</c:v>
                </c:pt>
                <c:pt idx="373">
                  <c:v>0.12398931592</c:v>
                </c:pt>
                <c:pt idx="374">
                  <c:v>0.124977261794</c:v>
                </c:pt>
                <c:pt idx="375">
                  <c:v>0.12597596153</c:v>
                </c:pt>
                <c:pt idx="376">
                  <c:v>0.126985543332</c:v>
                </c:pt>
                <c:pt idx="377">
                  <c:v>0.128006136458</c:v>
                </c:pt>
                <c:pt idx="378">
                  <c:v>0.1290378712</c:v>
                </c:pt>
                <c:pt idx="379">
                  <c:v>0.130080878854</c:v>
                </c:pt>
                <c:pt idx="380">
                  <c:v>0.131135291696</c:v>
                </c:pt>
                <c:pt idx="381">
                  <c:v>0.132201242953</c:v>
                </c:pt>
                <c:pt idx="382">
                  <c:v>0.133278866764</c:v>
                </c:pt>
                <c:pt idx="383">
                  <c:v>0.134368298154</c:v>
                </c:pt>
                <c:pt idx="384">
                  <c:v>0.135469672989</c:v>
                </c:pt>
                <c:pt idx="385">
                  <c:v>0.136583127939</c:v>
                </c:pt>
                <c:pt idx="386">
                  <c:v>0.137708800438</c:v>
                </c:pt>
                <c:pt idx="387">
                  <c:v>0.138846828632</c:v>
                </c:pt>
                <c:pt idx="388">
                  <c:v>0.139997351336</c:v>
                </c:pt>
                <c:pt idx="389">
                  <c:v>0.141160507976</c:v>
                </c:pt>
                <c:pt idx="390">
                  <c:v>0.142336438542</c:v>
                </c:pt>
                <c:pt idx="391">
                  <c:v>0.14352528352</c:v>
                </c:pt>
                <c:pt idx="392">
                  <c:v>0.144727183837</c:v>
                </c:pt>
                <c:pt idx="393">
                  <c:v>0.145942280793</c:v>
                </c:pt>
                <c:pt idx="394">
                  <c:v>0.147170715989</c:v>
                </c:pt>
                <c:pt idx="395">
                  <c:v>0.148412631257</c:v>
                </c:pt>
                <c:pt idx="396">
                  <c:v>0.149668168581</c:v>
                </c:pt>
                <c:pt idx="397">
                  <c:v>0.150937470014</c:v>
                </c:pt>
                <c:pt idx="398">
                  <c:v>0.152220677596</c:v>
                </c:pt>
                <c:pt idx="399">
                  <c:v>0.153517933259</c:v>
                </c:pt>
                <c:pt idx="400">
                  <c:v>0.154829378733</c:v>
                </c:pt>
                <c:pt idx="401">
                  <c:v>0.15615515545</c:v>
                </c:pt>
                <c:pt idx="402">
                  <c:v>0.157495404433</c:v>
                </c:pt>
                <c:pt idx="403">
                  <c:v>0.158850266192</c:v>
                </c:pt>
                <c:pt idx="404">
                  <c:v>0.160219880608</c:v>
                </c:pt>
                <c:pt idx="405">
                  <c:v>0.161604386808</c:v>
                </c:pt>
                <c:pt idx="406">
                  <c:v>0.163003923048</c:v>
                </c:pt>
                <c:pt idx="407">
                  <c:v>0.164418626574</c:v>
                </c:pt>
                <c:pt idx="408">
                  <c:v>0.165848633491</c:v>
                </c:pt>
                <c:pt idx="409">
                  <c:v>0.167294078618</c:v>
                </c:pt>
                <c:pt idx="410">
                  <c:v>0.16875509534</c:v>
                </c:pt>
                <c:pt idx="411">
                  <c:v>0.170231815453</c:v>
                </c:pt>
                <c:pt idx="412">
                  <c:v>0.171724369006</c:v>
                </c:pt>
                <c:pt idx="413">
                  <c:v>0.173232884132</c:v>
                </c:pt>
                <c:pt idx="414">
                  <c:v>0.174757486874</c:v>
                </c:pt>
                <c:pt idx="415">
                  <c:v>0.17629830101</c:v>
                </c:pt>
                <c:pt idx="416">
                  <c:v>0.177855447864</c:v>
                </c:pt>
                <c:pt idx="417">
                  <c:v>0.179429046113</c:v>
                </c:pt>
                <c:pt idx="418">
                  <c:v>0.181019211589</c:v>
                </c:pt>
                <c:pt idx="419">
                  <c:v>0.182626057077</c:v>
                </c:pt>
                <c:pt idx="420">
                  <c:v>0.184249692096</c:v>
                </c:pt>
                <c:pt idx="421">
                  <c:v>0.185890222685</c:v>
                </c:pt>
                <c:pt idx="422">
                  <c:v>0.187547751178</c:v>
                </c:pt>
                <c:pt idx="423">
                  <c:v>0.189222375968</c:v>
                </c:pt>
                <c:pt idx="424">
                  <c:v>0.190914191273</c:v>
                </c:pt>
                <c:pt idx="425">
                  <c:v>0.192623286886</c:v>
                </c:pt>
                <c:pt idx="426">
                  <c:v>0.19434974793</c:v>
                </c:pt>
                <c:pt idx="427">
                  <c:v>0.196093654594</c:v>
                </c:pt>
                <c:pt idx="428">
                  <c:v>0.197855081872</c:v>
                </c:pt>
                <c:pt idx="429">
                  <c:v>0.199634099292</c:v>
                </c:pt>
                <c:pt idx="430">
                  <c:v>0.201430770642</c:v>
                </c:pt>
                <c:pt idx="431">
                  <c:v>0.203245153688</c:v>
                </c:pt>
                <c:pt idx="432">
                  <c:v>0.205077299886</c:v>
                </c:pt>
                <c:pt idx="433">
                  <c:v>0.206927254092</c:v>
                </c:pt>
                <c:pt idx="434">
                  <c:v>0.208795054263</c:v>
                </c:pt>
                <c:pt idx="435">
                  <c:v>0.210680731158</c:v>
                </c:pt>
                <c:pt idx="436">
                  <c:v>0.212584308036</c:v>
                </c:pt>
                <c:pt idx="437">
                  <c:v>0.21450580034</c:v>
                </c:pt>
                <c:pt idx="438">
                  <c:v>0.216445215391</c:v>
                </c:pt>
                <c:pt idx="439">
                  <c:v>0.218402552071</c:v>
                </c:pt>
                <c:pt idx="440">
                  <c:v>0.22037780051</c:v>
                </c:pt>
                <c:pt idx="441">
                  <c:v>0.222370941762</c:v>
                </c:pt>
                <c:pt idx="442">
                  <c:v>0.224381947489</c:v>
                </c:pt>
                <c:pt idx="443">
                  <c:v>0.226410779642</c:v>
                </c:pt>
                <c:pt idx="444">
                  <c:v>0.22845739014</c:v>
                </c:pt>
                <c:pt idx="445">
                  <c:v>0.230521720552</c:v>
                </c:pt>
                <c:pt idx="446">
                  <c:v>0.232603701782</c:v>
                </c:pt>
                <c:pt idx="447">
                  <c:v>0.234703253753</c:v>
                </c:pt>
                <c:pt idx="448">
                  <c:v>0.236820285097</c:v>
                </c:pt>
                <c:pt idx="449">
                  <c:v>0.238954692851</c:v>
                </c:pt>
                <c:pt idx="450">
                  <c:v>0.241106362152</c:v>
                </c:pt>
                <c:pt idx="451">
                  <c:v>0.243275165947</c:v>
                </c:pt>
                <c:pt idx="452">
                  <c:v>0.245460964699</c:v>
                </c:pt>
                <c:pt idx="453">
                  <c:v>0.247663606115</c:v>
                </c:pt>
                <c:pt idx="454">
                  <c:v>0.24988292487</c:v>
                </c:pt>
                <c:pt idx="455">
                  <c:v>0.252118742348</c:v>
                </c:pt>
                <c:pt idx="456">
                  <c:v>0.254370866394</c:v>
                </c:pt>
                <c:pt idx="457">
                  <c:v>0.256639091077</c:v>
                </c:pt>
                <c:pt idx="458">
                  <c:v>0.258923196466</c:v>
                </c:pt>
                <c:pt idx="459">
                  <c:v>0.261222948425</c:v>
                </c:pt>
                <c:pt idx="460">
                  <c:v>0.263538098415</c:v>
                </c:pt>
                <c:pt idx="461">
                  <c:v>0.265868383322</c:v>
                </c:pt>
                <c:pt idx="462">
                  <c:v>0.2682135253</c:v>
                </c:pt>
                <c:pt idx="463">
                  <c:v>0.270573231628</c:v>
                </c:pt>
                <c:pt idx="464">
                  <c:v>0.272947194597</c:v>
                </c:pt>
                <c:pt idx="465">
                  <c:v>0.275335091408</c:v>
                </c:pt>
                <c:pt idx="466">
                  <c:v>0.277736584101</c:v>
                </c:pt>
                <c:pt idx="467">
                  <c:v>0.280151319504</c:v>
                </c:pt>
                <c:pt idx="468">
                  <c:v>0.282578929204</c:v>
                </c:pt>
                <c:pt idx="469">
                  <c:v>0.285019029547</c:v>
                </c:pt>
                <c:pt idx="470">
                  <c:v>0.287471221664</c:v>
                </c:pt>
                <c:pt idx="471">
                  <c:v>0.289935091524</c:v>
                </c:pt>
                <c:pt idx="472">
                  <c:v>0.292410210012</c:v>
                </c:pt>
                <c:pt idx="473">
                  <c:v>0.294896133043</c:v>
                </c:pt>
                <c:pt idx="474">
                  <c:v>0.297392401698</c:v>
                </c:pt>
                <c:pt idx="475">
                  <c:v>0.299898542393</c:v>
                </c:pt>
                <c:pt idx="476">
                  <c:v>0.302414067081</c:v>
                </c:pt>
                <c:pt idx="477">
                  <c:v>0.304938473483</c:v>
                </c:pt>
                <c:pt idx="478">
                  <c:v>0.30747124535</c:v>
                </c:pt>
                <c:pt idx="479">
                  <c:v>0.310011852761</c:v>
                </c:pt>
                <c:pt idx="480">
                  <c:v>0.312559752444</c:v>
                </c:pt>
                <c:pt idx="481">
                  <c:v>0.315114388139</c:v>
                </c:pt>
                <c:pt idx="482">
                  <c:v>0.317675190991</c:v>
                </c:pt>
                <c:pt idx="483">
                  <c:v>0.320241579969</c:v>
                </c:pt>
                <c:pt idx="484">
                  <c:v>0.322812962323</c:v>
                </c:pt>
                <c:pt idx="485">
                  <c:v>0.325388734072</c:v>
                </c:pt>
                <c:pt idx="486">
                  <c:v>0.327968280518</c:v>
                </c:pt>
                <c:pt idx="487">
                  <c:v>0.330550976798</c:v>
                </c:pt>
                <c:pt idx="488">
                  <c:v>0.33313618846</c:v>
                </c:pt>
                <c:pt idx="489">
                  <c:v>0.33572327207</c:v>
                </c:pt>
                <c:pt idx="490">
                  <c:v>0.338311575848</c:v>
                </c:pt>
                <c:pt idx="491">
                  <c:v>0.340900440329</c:v>
                </c:pt>
                <c:pt idx="492">
                  <c:v>0.343489199052</c:v>
                </c:pt>
                <c:pt idx="493">
                  <c:v>0.346077179275</c:v>
                </c:pt>
                <c:pt idx="494">
                  <c:v>0.348663702708</c:v>
                </c:pt>
                <c:pt idx="495">
                  <c:v>0.351248086278</c:v>
                </c:pt>
                <c:pt idx="496">
                  <c:v>0.353829642901</c:v>
                </c:pt>
                <c:pt idx="497">
                  <c:v>0.356407682285</c:v>
                </c:pt>
                <c:pt idx="498">
                  <c:v>0.358981511745</c:v>
                </c:pt>
                <c:pt idx="499">
                  <c:v>0.361550437034</c:v>
                </c:pt>
                <c:pt idx="500">
                  <c:v>0.364113763187</c:v>
                </c:pt>
                <c:pt idx="501">
                  <c:v>0.36667079538</c:v>
                </c:pt>
                <c:pt idx="502">
                  <c:v>0.369220839789</c:v>
                </c:pt>
                <c:pt idx="503">
                  <c:v>0.371763204472</c:v>
                </c:pt>
                <c:pt idx="504">
                  <c:v>0.374297200242</c:v>
                </c:pt>
                <c:pt idx="505">
                  <c:v>0.376822141549</c:v>
                </c:pt>
                <c:pt idx="506">
                  <c:v>0.379337347367</c:v>
                </c:pt>
                <c:pt idx="507">
                  <c:v>0.381842142068</c:v>
                </c:pt>
                <c:pt idx="508">
                  <c:v>0.384335856306</c:v>
                </c:pt>
                <c:pt idx="509">
                  <c:v>0.386817827883</c:v>
                </c:pt>
                <c:pt idx="510">
                  <c:v>0.389287402616</c:v>
                </c:pt>
                <c:pt idx="511">
                  <c:v>0.391743935184</c:v>
                </c:pt>
                <c:pt idx="512">
                  <c:v>0.394186789971</c:v>
                </c:pt>
                <c:pt idx="513">
                  <c:v>0.396615341886</c:v>
                </c:pt>
                <c:pt idx="514">
                  <c:v>0.399028977167</c:v>
                </c:pt>
                <c:pt idx="515">
                  <c:v>0.401427094168</c:v>
                </c:pt>
                <c:pt idx="516">
                  <c:v>0.403809104118</c:v>
                </c:pt>
                <c:pt idx="517">
                  <c:v>0.40617443186</c:v>
                </c:pt>
                <c:pt idx="518">
                  <c:v>0.408522516558</c:v>
                </c:pt>
                <c:pt idx="519">
                  <c:v>0.410852812379</c:v>
                </c:pt>
                <c:pt idx="520">
                  <c:v>0.413164789141</c:v>
                </c:pt>
                <c:pt idx="521">
                  <c:v>0.41545793293</c:v>
                </c:pt>
                <c:pt idx="522">
                  <c:v>0.417731746677</c:v>
                </c:pt>
                <c:pt idx="523">
                  <c:v>0.419985750704</c:v>
                </c:pt>
                <c:pt idx="524">
                  <c:v>0.422219483227</c:v>
                </c:pt>
                <c:pt idx="525">
                  <c:v>0.42443250082</c:v>
                </c:pt>
                <c:pt idx="526">
                  <c:v>0.426624378838</c:v>
                </c:pt>
                <c:pt idx="527">
                  <c:v>0.428794711792</c:v>
                </c:pt>
                <c:pt idx="528">
                  <c:v>0.430943113688</c:v>
                </c:pt>
                <c:pt idx="529">
                  <c:v>0.433069218312</c:v>
                </c:pt>
                <c:pt idx="530">
                  <c:v>0.435172679475</c:v>
                </c:pt>
                <c:pt idx="531">
                  <c:v>0.437253171205</c:v>
                </c:pt>
                <c:pt idx="532">
                  <c:v>0.439310387895</c:v>
                </c:pt>
                <c:pt idx="533">
                  <c:v>0.441344044404</c:v>
                </c:pt>
                <c:pt idx="534">
                  <c:v>0.443353876103</c:v>
                </c:pt>
                <c:pt idx="535">
                  <c:v>0.445339638881</c:v>
                </c:pt>
                <c:pt idx="536">
                  <c:v>0.447301109093</c:v>
                </c:pt>
                <c:pt idx="537">
                  <c:v>0.449238083467</c:v>
                </c:pt>
                <c:pt idx="538">
                  <c:v>0.45115037896</c:v>
                </c:pt>
                <c:pt idx="539">
                  <c:v>0.453037832565</c:v>
                </c:pt>
                <c:pt idx="540">
                  <c:v>0.454900301074</c:v>
                </c:pt>
                <c:pt idx="541">
                  <c:v>0.456737660793</c:v>
                </c:pt>
                <c:pt idx="542">
                  <c:v>0.458549807214</c:v>
                </c:pt>
                <c:pt idx="543">
                  <c:v>0.46033665464</c:v>
                </c:pt>
                <c:pt idx="544">
                  <c:v>0.462098135773</c:v>
                </c:pt>
                <c:pt idx="545">
                  <c:v>0.463834201255</c:v>
                </c:pt>
                <c:pt idx="546">
                  <c:v>0.465544819174</c:v>
                </c:pt>
                <c:pt idx="547">
                  <c:v>0.467229974534</c:v>
                </c:pt>
                <c:pt idx="548">
                  <c:v>0.46888966868</c:v>
                </c:pt>
                <c:pt idx="549">
                  <c:v>0.470523918704</c:v>
                </c:pt>
                <c:pt idx="550">
                  <c:v>0.472132756809</c:v>
                </c:pt>
                <c:pt idx="551">
                  <c:v>0.473716229643</c:v>
                </c:pt>
                <c:pt idx="552">
                  <c:v>0.475274397615</c:v>
                </c:pt>
                <c:pt idx="553">
                  <c:v>0.476807334178</c:v>
                </c:pt>
                <c:pt idx="554">
                  <c:v>0.478315125094</c:v>
                </c:pt>
                <c:pt idx="555">
                  <c:v>0.479797867676</c:v>
                </c:pt>
                <c:pt idx="556">
                  <c:v>0.481255670016</c:v>
                </c:pt>
                <c:pt idx="557">
                  <c:v>0.482688650196</c:v>
                </c:pt>
                <c:pt idx="558">
                  <c:v>0.484096935488</c:v>
                </c:pt>
                <c:pt idx="559">
                  <c:v>0.48548066154</c:v>
                </c:pt>
                <c:pt idx="560">
                  <c:v>0.486839971564</c:v>
                </c:pt>
                <c:pt idx="561">
                  <c:v>0.488175015506</c:v>
                </c:pt>
                <c:pt idx="562">
                  <c:v>0.489485949225</c:v>
                </c:pt>
                <c:pt idx="563">
                  <c:v>0.490772933667</c:v>
                </c:pt>
                <c:pt idx="564">
                  <c:v>0.492036134036</c:v>
                </c:pt>
                <c:pt idx="565">
                  <c:v>0.493275718981</c:v>
                </c:pt>
                <c:pt idx="566">
                  <c:v>0.494491859781</c:v>
                </c:pt>
                <c:pt idx="567">
                  <c:v>0.495684729539</c:v>
                </c:pt>
                <c:pt idx="568">
                  <c:v>0.496854502388</c:v>
                </c:pt>
                <c:pt idx="569">
                  <c:v>0.498001352713</c:v>
                </c:pt>
                <c:pt idx="570">
                  <c:v>0.499125454381</c:v>
                </c:pt>
                <c:pt idx="571">
                  <c:v>0.50022697999</c:v>
                </c:pt>
                <c:pt idx="572">
                  <c:v>0.501306100137</c:v>
                </c:pt>
                <c:pt idx="573">
                  <c:v>0.5023629827</c:v>
                </c:pt>
                <c:pt idx="574">
                  <c:v>0.503397792149</c:v>
                </c:pt>
                <c:pt idx="575">
                  <c:v>0.504410688867</c:v>
                </c:pt>
                <c:pt idx="576">
                  <c:v>0.505401828502</c:v>
                </c:pt>
                <c:pt idx="577">
                  <c:v>0.506371361344</c:v>
                </c:pt>
                <c:pt idx="578">
                  <c:v>0.507319431715</c:v>
                </c:pt>
                <c:pt idx="579">
                  <c:v>0.5082461774</c:v>
                </c:pt>
                <c:pt idx="580">
                  <c:v>0.509151729091</c:v>
                </c:pt>
                <c:pt idx="581">
                  <c:v>0.510036209864</c:v>
                </c:pt>
                <c:pt idx="582">
                  <c:v>0.51089973468</c:v>
                </c:pt>
                <c:pt idx="583">
                  <c:v>0.511742409917</c:v>
                </c:pt>
                <c:pt idx="584">
                  <c:v>0.512564332926</c:v>
                </c:pt>
                <c:pt idx="585">
                  <c:v>0.513365591614</c:v>
                </c:pt>
                <c:pt idx="586">
                  <c:v>0.51414626406</c:v>
                </c:pt>
                <c:pt idx="587">
                  <c:v>0.514906418152</c:v>
                </c:pt>
                <c:pt idx="588">
                  <c:v>0.515646111258</c:v>
                </c:pt>
                <c:pt idx="589">
                  <c:v>0.516365389917</c:v>
                </c:pt>
                <c:pt idx="590">
                  <c:v>0.517064289569</c:v>
                </c:pt>
                <c:pt idx="591">
                  <c:v>0.5177428343</c:v>
                </c:pt>
                <c:pt idx="592">
                  <c:v>0.51840103662</c:v>
                </c:pt>
                <c:pt idx="593">
                  <c:v>0.519038897267</c:v>
                </c:pt>
                <c:pt idx="594">
                  <c:v>0.51965640504</c:v>
                </c:pt>
                <c:pt idx="595">
                  <c:v>0.52025353665</c:v>
                </c:pt>
                <c:pt idx="596">
                  <c:v>0.520830256604</c:v>
                </c:pt>
                <c:pt idx="597">
                  <c:v>0.521386517113</c:v>
                </c:pt>
                <c:pt idx="598">
                  <c:v>0.521922258019</c:v>
                </c:pt>
                <c:pt idx="599">
                  <c:v>0.522437406755</c:v>
                </c:pt>
                <c:pt idx="600">
                  <c:v>0.522931878319</c:v>
                </c:pt>
                <c:pt idx="601">
                  <c:v>0.523405575283</c:v>
                </c:pt>
                <c:pt idx="602">
                  <c:v>0.523858387812</c:v>
                </c:pt>
                <c:pt idx="603">
                  <c:v>0.524290193717</c:v>
                </c:pt>
                <c:pt idx="604">
                  <c:v>0.524700858523</c:v>
                </c:pt>
                <c:pt idx="605">
                  <c:v>0.525090235562</c:v>
                </c:pt>
                <c:pt idx="606">
                  <c:v>0.525458166086</c:v>
                </c:pt>
                <c:pt idx="607">
                  <c:v>0.525804479403</c:v>
                </c:pt>
                <c:pt idx="608">
                  <c:v>0.526128993034</c:v>
                </c:pt>
                <c:pt idx="609">
                  <c:v>0.526431512884</c:v>
                </c:pt>
                <c:pt idx="610">
                  <c:v>0.526711833446</c:v>
                </c:pt>
                <c:pt idx="611">
                  <c:v>0.526969738014</c:v>
                </c:pt>
                <c:pt idx="612">
                  <c:v>0.527204998921</c:v>
                </c:pt>
                <c:pt idx="613">
                  <c:v>0.527417377795</c:v>
                </c:pt>
                <c:pt idx="614">
                  <c:v>0.527606625838</c:v>
                </c:pt>
                <c:pt idx="615">
                  <c:v>0.52777248412</c:v>
                </c:pt>
                <c:pt idx="616">
                  <c:v>0.527914683897</c:v>
                </c:pt>
                <c:pt idx="617">
                  <c:v>0.528032946943</c:v>
                </c:pt>
                <c:pt idx="618">
                  <c:v>0.52812698591</c:v>
                </c:pt>
                <c:pt idx="619">
                  <c:v>0.528196504696</c:v>
                </c:pt>
                <c:pt idx="620">
                  <c:v>0.528241198844</c:v>
                </c:pt>
                <c:pt idx="621">
                  <c:v>0.528260755953</c:v>
                </c:pt>
                <c:pt idx="622">
                  <c:v>0.528254856112</c:v>
                </c:pt>
                <c:pt idx="623">
                  <c:v>0.528223172349</c:v>
                </c:pt>
                <c:pt idx="624">
                  <c:v>0.528165371106</c:v>
                </c:pt>
                <c:pt idx="625">
                  <c:v>0.528081112729</c:v>
                </c:pt>
                <c:pt idx="626">
                  <c:v>0.527970051981</c:v>
                </c:pt>
                <c:pt idx="627">
                  <c:v>0.527831838569</c:v>
                </c:pt>
                <c:pt idx="628">
                  <c:v>0.527666117697</c:v>
                </c:pt>
                <c:pt idx="629">
                  <c:v>0.527472530635</c:v>
                </c:pt>
                <c:pt idx="630">
                  <c:v>0.527250715308</c:v>
                </c:pt>
                <c:pt idx="631">
                  <c:v>0.527000306907</c:v>
                </c:pt>
                <c:pt idx="632">
                  <c:v>0.526720938512</c:v>
                </c:pt>
                <c:pt idx="633">
                  <c:v>0.526412241746</c:v>
                </c:pt>
                <c:pt idx="634">
                  <c:v>0.526073847436</c:v>
                </c:pt>
                <c:pt idx="635">
                  <c:v>0.525705386303</c:v>
                </c:pt>
                <c:pt idx="636">
                  <c:v>0.52530648966</c:v>
                </c:pt>
                <c:pt idx="637">
                  <c:v>0.524876790136</c:v>
                </c:pt>
                <c:pt idx="638">
                  <c:v>0.524415922417</c:v>
                </c:pt>
                <c:pt idx="639">
                  <c:v>0.523923523998</c:v>
                </c:pt>
                <c:pt idx="640">
                  <c:v>0.523399235959</c:v>
                </c:pt>
                <c:pt idx="641">
                  <c:v>0.522842703751</c:v>
                </c:pt>
                <c:pt idx="642">
                  <c:v>0.522253577997</c:v>
                </c:pt>
                <c:pt idx="643">
                  <c:v>0.521631515313</c:v>
                </c:pt>
                <c:pt idx="644">
                  <c:v>0.520976179136</c:v>
                </c:pt>
                <c:pt idx="645">
                  <c:v>0.520287240563</c:v>
                </c:pt>
                <c:pt idx="646">
                  <c:v>0.519564379208</c:v>
                </c:pt>
                <c:pt idx="647">
                  <c:v>0.51880728406</c:v>
                </c:pt>
                <c:pt idx="648">
                  <c:v>0.518015654353</c:v>
                </c:pt>
                <c:pt idx="649">
                  <c:v>0.517189200443</c:v>
                </c:pt>
                <c:pt idx="650">
                  <c:v>0.516327644687</c:v>
                </c:pt>
                <c:pt idx="651">
                  <c:v>0.515430722327</c:v>
                </c:pt>
                <c:pt idx="652">
                  <c:v>0.514498182373</c:v>
                </c:pt>
                <c:pt idx="653">
                  <c:v>0.513529788487</c:v>
                </c:pt>
                <c:pt idx="654">
                  <c:v>0.512525319862</c:v>
                </c:pt>
                <c:pt idx="655">
                  <c:v>0.511484572097</c:v>
                </c:pt>
                <c:pt idx="656">
                  <c:v>0.510407358062</c:v>
                </c:pt>
                <c:pt idx="657">
                  <c:v>0.509293508753</c:v>
                </c:pt>
                <c:pt idx="658">
                  <c:v>0.508142874138</c:v>
                </c:pt>
                <c:pt idx="659">
                  <c:v>0.506955323981</c:v>
                </c:pt>
                <c:pt idx="660">
                  <c:v>0.505730748652</c:v>
                </c:pt>
                <c:pt idx="661">
                  <c:v>0.504469059916</c:v>
                </c:pt>
                <c:pt idx="662">
                  <c:v>0.503170191694</c:v>
                </c:pt>
                <c:pt idx="663">
                  <c:v>0.501834100803</c:v>
                </c:pt>
                <c:pt idx="664">
                  <c:v>0.500460767658</c:v>
                </c:pt>
                <c:pt idx="665">
                  <c:v>0.499050196953</c:v>
                </c:pt>
                <c:pt idx="666">
                  <c:v>0.497602418293</c:v>
                </c:pt>
                <c:pt idx="667">
                  <c:v>0.496117486794</c:v>
                </c:pt>
                <c:pt idx="668">
                  <c:v>0.494595483646</c:v>
                </c:pt>
                <c:pt idx="669">
                  <c:v>0.49303651662</c:v>
                </c:pt>
                <c:pt idx="670">
                  <c:v>0.491440720535</c:v>
                </c:pt>
                <c:pt idx="671">
                  <c:v>0.489808257674</c:v>
                </c:pt>
                <c:pt idx="672">
                  <c:v>0.488139318149</c:v>
                </c:pt>
                <c:pt idx="673">
                  <c:v>0.4864341202</c:v>
                </c:pt>
                <c:pt idx="674">
                  <c:v>0.484692910454</c:v>
                </c:pt>
                <c:pt idx="675">
                  <c:v>0.482915964108</c:v>
                </c:pt>
                <c:pt idx="676">
                  <c:v>0.481103585055</c:v>
                </c:pt>
                <c:pt idx="677">
                  <c:v>0.479256105954</c:v>
                </c:pt>
                <c:pt idx="678">
                  <c:v>0.477373888219</c:v>
                </c:pt>
                <c:pt idx="679">
                  <c:v>0.475457321956</c:v>
                </c:pt>
                <c:pt idx="680">
                  <c:v>0.473506825823</c:v>
                </c:pt>
                <c:pt idx="681">
                  <c:v>0.471522846823</c:v>
                </c:pt>
                <c:pt idx="682">
                  <c:v>0.469505860028</c:v>
                </c:pt>
                <c:pt idx="683">
                  <c:v>0.467456368235</c:v>
                </c:pt>
                <c:pt idx="684">
                  <c:v>0.465374901546</c:v>
                </c:pt>
                <c:pt idx="685">
                  <c:v>0.463262016885</c:v>
                </c:pt>
                <c:pt idx="686">
                  <c:v>0.461118297445</c:v>
                </c:pt>
                <c:pt idx="687">
                  <c:v>0.458944352059</c:v>
                </c:pt>
                <c:pt idx="688">
                  <c:v>0.456740814515</c:v>
                </c:pt>
                <c:pt idx="689">
                  <c:v>0.4545083428</c:v>
                </c:pt>
                <c:pt idx="690">
                  <c:v>0.45224761828</c:v>
                </c:pt>
                <c:pt idx="691">
                  <c:v>0.449959344822</c:v>
                </c:pt>
                <c:pt idx="692">
                  <c:v>0.447644247853</c:v>
                </c:pt>
                <c:pt idx="693">
                  <c:v>0.445303073367</c:v>
                </c:pt>
                <c:pt idx="694">
                  <c:v>0.442936586878</c:v>
                </c:pt>
                <c:pt idx="695">
                  <c:v>0.440545572322</c:v>
                </c:pt>
                <c:pt idx="696">
                  <c:v>0.438130830916</c:v>
                </c:pt>
                <c:pt idx="697">
                  <c:v>0.435693179969</c:v>
                </c:pt>
                <c:pt idx="698">
                  <c:v>0.433233451666</c:v>
                </c:pt>
                <c:pt idx="699">
                  <c:v>0.430752491804</c:v>
                </c:pt>
                <c:pt idx="700">
                  <c:v>0.428251158512</c:v>
                </c:pt>
                <c:pt idx="701">
                  <c:v>0.425730320938</c:v>
                </c:pt>
                <c:pt idx="702">
                  <c:v>0.423190857915</c:v>
                </c:pt>
                <c:pt idx="703">
                  <c:v>0.420633656621</c:v>
                </c:pt>
                <c:pt idx="704">
                  <c:v>0.418059611215</c:v>
                </c:pt>
                <c:pt idx="705">
                  <c:v>0.41546962148</c:v>
                </c:pt>
                <c:pt idx="706">
                  <c:v>0.412864591453</c:v>
                </c:pt>
                <c:pt idx="707">
                  <c:v>0.410245428069</c:v>
                </c:pt>
                <c:pt idx="708">
                  <c:v>0.407613039808</c:v>
                </c:pt>
                <c:pt idx="709">
                  <c:v>0.404968335352</c:v>
                </c:pt>
                <c:pt idx="710">
                  <c:v>0.40231222227</c:v>
                </c:pt>
                <c:pt idx="711">
                  <c:v>0.399645605713</c:v>
                </c:pt>
                <c:pt idx="712">
                  <c:v>0.39696938714</c:v>
                </c:pt>
                <c:pt idx="713">
                  <c:v>0.39428446308</c:v>
                </c:pt>
                <c:pt idx="714">
                  <c:v>0.391591723914</c:v>
                </c:pt>
                <c:pt idx="715">
                  <c:v>0.38889205271</c:v>
                </c:pt>
                <c:pt idx="716">
                  <c:v>0.386186324088</c:v>
                </c:pt>
                <c:pt idx="717">
                  <c:v>0.38347540313</c:v>
                </c:pt>
                <c:pt idx="718">
                  <c:v>0.380760144344</c:v>
                </c:pt>
                <c:pt idx="719">
                  <c:v>0.37804139067</c:v>
                </c:pt>
                <c:pt idx="720">
                  <c:v>0.375319972537</c:v>
                </c:pt>
                <c:pt idx="721">
                  <c:v>0.372596706981</c:v>
                </c:pt>
                <c:pt idx="722">
                  <c:v>0.369872396809</c:v>
                </c:pt>
                <c:pt idx="723">
                  <c:v>0.367147829825</c:v>
                </c:pt>
                <c:pt idx="724">
                  <c:v>0.364423778113</c:v>
                </c:pt>
                <c:pt idx="725">
                  <c:v>0.361700997374</c:v>
                </c:pt>
                <c:pt idx="726">
                  <c:v>0.358980226329</c:v>
                </c:pt>
                <c:pt idx="727">
                  <c:v>0.356262186175</c:v>
                </c:pt>
                <c:pt idx="728">
                  <c:v>0.353547580099</c:v>
                </c:pt>
                <c:pt idx="729">
                  <c:v>0.350837092858</c:v>
                </c:pt>
                <c:pt idx="730">
                  <c:v>0.348131390408</c:v>
                </c:pt>
                <c:pt idx="731">
                  <c:v>0.345431119596</c:v>
                </c:pt>
                <c:pt idx="732">
                  <c:v>0.342736907904</c:v>
                </c:pt>
                <c:pt idx="733">
                  <c:v>0.340049363252</c:v>
                </c:pt>
                <c:pt idx="734">
                  <c:v>0.337369073848</c:v>
                </c:pt>
                <c:pt idx="735">
                  <c:v>0.334696608098</c:v>
                </c:pt>
                <c:pt idx="736">
                  <c:v>0.332032514557</c:v>
                </c:pt>
                <c:pt idx="737">
                  <c:v>0.329377321932</c:v>
                </c:pt>
                <c:pt idx="738">
                  <c:v>0.326731539132</c:v>
                </c:pt>
                <c:pt idx="739">
                  <c:v>0.324095655358</c:v>
                </c:pt>
                <c:pt idx="740">
                  <c:v>0.321470140238</c:v>
                </c:pt>
                <c:pt idx="741">
                  <c:v>0.318855443994</c:v>
                </c:pt>
                <c:pt idx="742">
                  <c:v>0.316251997654</c:v>
                </c:pt>
                <c:pt idx="743">
                  <c:v>0.313660213292</c:v>
                </c:pt>
                <c:pt idx="744">
                  <c:v>0.3110804843</c:v>
                </c:pt>
                <c:pt idx="745">
                  <c:v>0.308513185688</c:v>
                </c:pt>
                <c:pt idx="746">
                  <c:v>0.305958674416</c:v>
                </c:pt>
                <c:pt idx="747">
                  <c:v>0.30341728974</c:v>
                </c:pt>
                <c:pt idx="748">
                  <c:v>0.300889353587</c:v>
                </c:pt>
                <c:pt idx="749">
                  <c:v>0.298375170946</c:v>
                </c:pt>
                <c:pt idx="750">
                  <c:v>0.295875030274</c:v>
                </c:pt>
                <c:pt idx="751">
                  <c:v>0.293389203917</c:v>
                </c:pt>
                <c:pt idx="752">
                  <c:v>0.290917948542</c:v>
                </c:pt>
                <c:pt idx="753">
                  <c:v>0.288461505581</c:v>
                </c:pt>
                <c:pt idx="754">
                  <c:v>0.286020101678</c:v>
                </c:pt>
                <c:pt idx="755">
                  <c:v>0.283593949144</c:v>
                </c:pt>
                <c:pt idx="756">
                  <c:v>0.281183246414</c:v>
                </c:pt>
                <c:pt idx="757">
                  <c:v>0.278788178508</c:v>
                </c:pt>
                <c:pt idx="758">
                  <c:v>0.276408917486</c:v>
                </c:pt>
                <c:pt idx="759">
                  <c:v>0.274045622909</c:v>
                </c:pt>
                <c:pt idx="760">
                  <c:v>0.271698442289</c:v>
                </c:pt>
                <c:pt idx="761">
                  <c:v>0.269367511538</c:v>
                </c:pt>
                <c:pt idx="762">
                  <c:v>0.267052955413</c:v>
                </c:pt>
                <c:pt idx="763">
                  <c:v>0.264754887947</c:v>
                </c:pt>
                <c:pt idx="764">
                  <c:v>0.262473412878</c:v>
                </c:pt>
                <c:pt idx="765">
                  <c:v>0.260208624068</c:v>
                </c:pt>
                <c:pt idx="766">
                  <c:v>0.257960605904</c:v>
                </c:pt>
                <c:pt idx="767">
                  <c:v>0.255729433703</c:v>
                </c:pt>
                <c:pt idx="768">
                  <c:v>0.25351517409</c:v>
                </c:pt>
                <c:pt idx="769">
                  <c:v>0.251317885376</c:v>
                </c:pt>
                <c:pt idx="770">
                  <c:v>0.249137617912</c:v>
                </c:pt>
                <c:pt idx="771">
                  <c:v>0.246974414446</c:v>
                </c:pt>
                <c:pt idx="772">
                  <c:v>0.24482831045</c:v>
                </c:pt>
                <c:pt idx="773">
                  <c:v>0.242699334446</c:v>
                </c:pt>
                <c:pt idx="774">
                  <c:v>0.240587508311</c:v>
                </c:pt>
                <c:pt idx="775">
                  <c:v>0.238492847579</c:v>
                </c:pt>
                <c:pt idx="776">
                  <c:v>0.236415361715</c:v>
                </c:pt>
                <c:pt idx="777">
                  <c:v>0.234355054393</c:v>
                </c:pt>
                <c:pt idx="778">
                  <c:v>0.232311923746</c:v>
                </c:pt>
                <c:pt idx="779">
                  <c:v>0.230285962613</c:v>
                </c:pt>
                <c:pt idx="780">
                  <c:v>0.228277158771</c:v>
                </c:pt>
                <c:pt idx="781">
                  <c:v>0.226285495156</c:v>
                </c:pt>
                <c:pt idx="782">
                  <c:v>0.22431095007</c:v>
                </c:pt>
                <c:pt idx="783">
                  <c:v>0.22235349738</c:v>
                </c:pt>
                <c:pt idx="784">
                  <c:v>0.220413106706</c:v>
                </c:pt>
                <c:pt idx="785">
                  <c:v>0.218489743595</c:v>
                </c:pt>
                <c:pt idx="786">
                  <c:v>0.216583369692</c:v>
                </c:pt>
                <c:pt idx="787">
                  <c:v>0.214693942896</c:v>
                </c:pt>
                <c:pt idx="788">
                  <c:v>0.21282141751</c:v>
                </c:pt>
                <c:pt idx="789">
                  <c:v>0.210965744384</c:v>
                </c:pt>
                <c:pt idx="790">
                  <c:v>0.209126871045</c:v>
                </c:pt>
                <c:pt idx="791">
                  <c:v>0.20730474183</c:v>
                </c:pt>
                <c:pt idx="792">
                  <c:v>0.205499297997</c:v>
                </c:pt>
                <c:pt idx="793">
                  <c:v>0.203710477849</c:v>
                </c:pt>
                <c:pt idx="794">
                  <c:v>0.201938216835</c:v>
                </c:pt>
                <c:pt idx="795">
                  <c:v>0.200182447655</c:v>
                </c:pt>
                <c:pt idx="796">
                  <c:v>0.198443100358</c:v>
                </c:pt>
                <c:pt idx="797">
                  <c:v>0.196720102438</c:v>
                </c:pt>
                <c:pt idx="798">
                  <c:v>0.19501337892</c:v>
                </c:pt>
                <c:pt idx="799">
                  <c:v>0.19332285245</c:v>
                </c:pt>
                <c:pt idx="800">
                  <c:v>0.191648443375</c:v>
                </c:pt>
                <c:pt idx="801">
                  <c:v>0.189990069825</c:v>
                </c:pt>
                <c:pt idx="802">
                  <c:v>0.188347647792</c:v>
                </c:pt>
                <c:pt idx="803">
                  <c:v>0.186721091201</c:v>
                </c:pt>
                <c:pt idx="804">
                  <c:v>0.185110311988</c:v>
                </c:pt>
                <c:pt idx="805">
                  <c:v>0.18351522017</c:v>
                </c:pt>
                <c:pt idx="806">
                  <c:v>0.181935723915</c:v>
                </c:pt>
                <c:pt idx="807">
                  <c:v>0.180371729609</c:v>
                </c:pt>
                <c:pt idx="808">
                  <c:v>0.178823141927</c:v>
                </c:pt>
                <c:pt idx="809">
                  <c:v>0.1772898639</c:v>
                </c:pt>
                <c:pt idx="810">
                  <c:v>0.175771796977</c:v>
                </c:pt>
                <c:pt idx="811">
                  <c:v>0.174268841093</c:v>
                </c:pt>
                <c:pt idx="812">
                  <c:v>0.172780894732</c:v>
                </c:pt>
                <c:pt idx="813">
                  <c:v>0.171307854993</c:v>
                </c:pt>
                <c:pt idx="814">
                  <c:v>0.169849617653</c:v>
                </c:pt>
                <c:pt idx="815">
                  <c:v>0.168406077226</c:v>
                </c:pt>
                <c:pt idx="816">
                  <c:v>0.166977127032</c:v>
                </c:pt>
                <c:pt idx="817">
                  <c:v>0.165562659253</c:v>
                </c:pt>
                <c:pt idx="818">
                  <c:v>0.164162565002</c:v>
                </c:pt>
                <c:pt idx="819">
                  <c:v>0.162776734376</c:v>
                </c:pt>
                <c:pt idx="820">
                  <c:v>0.161405056524</c:v>
                </c:pt>
                <c:pt idx="821">
                  <c:v>0.160047419702</c:v>
                </c:pt>
                <c:pt idx="822">
                  <c:v>0.158703711341</c:v>
                </c:pt>
                <c:pt idx="823">
                  <c:v>0.157373818096</c:v>
                </c:pt>
                <c:pt idx="824">
                  <c:v>0.156057625917</c:v>
                </c:pt>
                <c:pt idx="825">
                  <c:v>0.154755020096</c:v>
                </c:pt>
                <c:pt idx="826">
                  <c:v>0.153465885336</c:v>
                </c:pt>
                <c:pt idx="827">
                  <c:v>0.152190105802</c:v>
                </c:pt>
                <c:pt idx="828">
                  <c:v>0.150927565177</c:v>
                </c:pt>
                <c:pt idx="829">
                  <c:v>0.149678146723</c:v>
                </c:pt>
                <c:pt idx="830">
                  <c:v>0.148441733334</c:v>
                </c:pt>
                <c:pt idx="831">
                  <c:v>0.147218207589</c:v>
                </c:pt>
                <c:pt idx="832">
                  <c:v>0.146007451807</c:v>
                </c:pt>
                <c:pt idx="833">
                  <c:v>0.144809348101</c:v>
                </c:pt>
                <c:pt idx="834">
                  <c:v>0.143623778427</c:v>
                </c:pt>
                <c:pt idx="835">
                  <c:v>0.142450624638</c:v>
                </c:pt>
                <c:pt idx="836">
                  <c:v>0.141289768529</c:v>
                </c:pt>
                <c:pt idx="837">
                  <c:v>0.140141091892</c:v>
                </c:pt>
                <c:pt idx="838">
                  <c:v>0.139004476557</c:v>
                </c:pt>
                <c:pt idx="839">
                  <c:v>0.137879804444</c:v>
                </c:pt>
                <c:pt idx="840">
                  <c:v>0.136766957603</c:v>
                </c:pt>
                <c:pt idx="841">
                  <c:v>0.135665818264</c:v>
                </c:pt>
                <c:pt idx="842">
                  <c:v>0.134576268872</c:v>
                </c:pt>
                <c:pt idx="843">
                  <c:v>0.133498192135</c:v>
                </c:pt>
                <c:pt idx="844">
                  <c:v>0.132431471061</c:v>
                </c:pt>
                <c:pt idx="845">
                  <c:v>0.131375988999</c:v>
                </c:pt>
                <c:pt idx="846">
                  <c:v>0.130331629674</c:v>
                </c:pt>
                <c:pt idx="847">
                  <c:v>0.129298277223</c:v>
                </c:pt>
                <c:pt idx="848">
                  <c:v>0.128275816235</c:v>
                </c:pt>
                <c:pt idx="849">
                  <c:v>0.127264131777</c:v>
                </c:pt>
                <c:pt idx="850">
                  <c:v>0.126263109433</c:v>
                </c:pt>
                <c:pt idx="851">
                  <c:v>0.125272635332</c:v>
                </c:pt>
                <c:pt idx="852">
                  <c:v>0.124292596176</c:v>
                </c:pt>
                <c:pt idx="853">
                  <c:v>0.123322879273</c:v>
                </c:pt>
                <c:pt idx="854">
                  <c:v>0.122363372558</c:v>
                </c:pt>
                <c:pt idx="855">
                  <c:v>0.121413964626</c:v>
                </c:pt>
                <c:pt idx="856">
                  <c:v>0.120474544749</c:v>
                </c:pt>
                <c:pt idx="857">
                  <c:v>0.119545002905</c:v>
                </c:pt>
                <c:pt idx="858">
                  <c:v>0.118625229799</c:v>
                </c:pt>
                <c:pt idx="859">
                  <c:v>0.117715116879</c:v>
                </c:pt>
                <c:pt idx="860">
                  <c:v>0.116814556364</c:v>
                </c:pt>
                <c:pt idx="861">
                  <c:v>0.115923441256</c:v>
                </c:pt>
                <c:pt idx="862">
                  <c:v>0.115041665357</c:v>
                </c:pt>
                <c:pt idx="863">
                  <c:v>0.114169123292</c:v>
                </c:pt>
                <c:pt idx="864">
                  <c:v>0.113305710517</c:v>
                </c:pt>
                <c:pt idx="865">
                  <c:v>0.112451323336</c:v>
                </c:pt>
                <c:pt idx="866">
                  <c:v>0.111605858915</c:v>
                </c:pt>
                <c:pt idx="867">
                  <c:v>0.110769215291</c:v>
                </c:pt>
                <c:pt idx="868">
                  <c:v>0.109941291386</c:v>
                </c:pt>
                <c:pt idx="869">
                  <c:v>0.109121987017</c:v>
                </c:pt>
                <c:pt idx="870">
                  <c:v>0.108311202902</c:v>
                </c:pt>
                <c:pt idx="871">
                  <c:v>0.107508840672</c:v>
                </c:pt>
                <c:pt idx="872">
                  <c:v>0.106714802877</c:v>
                </c:pt>
                <c:pt idx="873">
                  <c:v>0.105928992991</c:v>
                </c:pt>
                <c:pt idx="874">
                  <c:v>0.10515131542</c:v>
                </c:pt>
                <c:pt idx="875">
                  <c:v>0.104381675508</c:v>
                </c:pt>
                <c:pt idx="876">
                  <c:v>0.103619979535</c:v>
                </c:pt>
                <c:pt idx="877">
                  <c:v>0.102866134729</c:v>
                </c:pt>
                <c:pt idx="878">
                  <c:v>0.102120049263</c:v>
                </c:pt>
                <c:pt idx="879">
                  <c:v>0.10138163226</c:v>
                </c:pt>
                <c:pt idx="880">
                  <c:v>0.100650793792</c:v>
                </c:pt>
                <c:pt idx="881">
                  <c:v>0.0999274448834</c:v>
                </c:pt>
                <c:pt idx="882">
                  <c:v>0.0992114975092</c:v>
                </c:pt>
                <c:pt idx="883">
                  <c:v>0.0985028645967</c:v>
                </c:pt>
                <c:pt idx="884">
                  <c:v>0.0978014600235</c:v>
                </c:pt>
                <c:pt idx="885">
                  <c:v>0.0971071986166</c:v>
                </c:pt>
                <c:pt idx="886">
                  <c:v>0.0964199961505</c:v>
                </c:pt>
                <c:pt idx="887">
                  <c:v>0.0957397693449</c:v>
                </c:pt>
                <c:pt idx="888">
                  <c:v>0.0950664358623</c:v>
                </c:pt>
                <c:pt idx="889">
                  <c:v>0.0943999143048</c:v>
                </c:pt>
                <c:pt idx="890">
                  <c:v>0.0937401242104</c:v>
                </c:pt>
                <c:pt idx="891">
                  <c:v>0.0930869860496</c:v>
                </c:pt>
                <c:pt idx="892">
                  <c:v>0.0924404212206</c:v>
                </c:pt>
                <c:pt idx="893">
                  <c:v>0.0918003520454</c:v>
                </c:pt>
                <c:pt idx="894">
                  <c:v>0.0911667017645</c:v>
                </c:pt>
                <c:pt idx="895">
                  <c:v>0.0905393945319</c:v>
                </c:pt>
                <c:pt idx="896">
                  <c:v>0.0899183554097</c:v>
                </c:pt>
                <c:pt idx="897">
                  <c:v>0.0893035103625</c:v>
                </c:pt>
                <c:pt idx="898">
                  <c:v>0.0886947862515</c:v>
                </c:pt>
                <c:pt idx="899">
                  <c:v>0.088092110828</c:v>
                </c:pt>
                <c:pt idx="900">
                  <c:v>0.0874954127275</c:v>
                </c:pt>
                <c:pt idx="901">
                  <c:v>0.0869046214631</c:v>
                </c:pt>
                <c:pt idx="902">
                  <c:v>0.0863196674185</c:v>
                </c:pt>
                <c:pt idx="903">
                  <c:v>0.0857404818414</c:v>
                </c:pt>
                <c:pt idx="904">
                  <c:v>0.0851669968363</c:v>
                </c:pt>
                <c:pt idx="905">
                  <c:v>0.0845991453576</c:v>
                </c:pt>
                <c:pt idx="906">
                  <c:v>0.0840368612018</c:v>
                </c:pt>
                <c:pt idx="907">
                  <c:v>0.0834800790005</c:v>
                </c:pt>
                <c:pt idx="908">
                  <c:v>0.0829287342129</c:v>
                </c:pt>
                <c:pt idx="909">
                  <c:v>0.0823827631178</c:v>
                </c:pt>
                <c:pt idx="910">
                  <c:v>0.0818421028065</c:v>
                </c:pt>
                <c:pt idx="911">
                  <c:v>0.0813066911744</c:v>
                </c:pt>
                <c:pt idx="912">
                  <c:v>0.0807764669135</c:v>
                </c:pt>
                <c:pt idx="913">
                  <c:v>0.0802513695047</c:v>
                </c:pt>
                <c:pt idx="914">
                  <c:v>0.0797313392093</c:v>
                </c:pt>
                <c:pt idx="915">
                  <c:v>0.0792163170617</c:v>
                </c:pt>
                <c:pt idx="916">
                  <c:v>0.0787062448607</c:v>
                </c:pt>
                <c:pt idx="917">
                  <c:v>0.0782010651621</c:v>
                </c:pt>
                <c:pt idx="918">
                  <c:v>0.0777007212703</c:v>
                </c:pt>
                <c:pt idx="919">
                  <c:v>0.0772051572301</c:v>
                </c:pt>
                <c:pt idx="920">
                  <c:v>0.0767143178191</c:v>
                </c:pt>
                <c:pt idx="921">
                  <c:v>0.0762281485392</c:v>
                </c:pt>
                <c:pt idx="922">
                  <c:v>0.0757465956085</c:v>
                </c:pt>
                <c:pt idx="923">
                  <c:v>0.0752696059538</c:v>
                </c:pt>
                <c:pt idx="924">
                  <c:v>0.0747971272017</c:v>
                </c:pt>
                <c:pt idx="925">
                  <c:v>0.0743291076713</c:v>
                </c:pt>
                <c:pt idx="926">
                  <c:v>0.0738654963657</c:v>
                </c:pt>
                <c:pt idx="927">
                  <c:v>0.0734062429643</c:v>
                </c:pt>
                <c:pt idx="928">
                  <c:v>0.0729512978146</c:v>
                </c:pt>
                <c:pt idx="929">
                  <c:v>0.0725006119244</c:v>
                </c:pt>
                <c:pt idx="930">
                  <c:v>0.0720541369539</c:v>
                </c:pt>
                <c:pt idx="931">
                  <c:v>0.0716118252077</c:v>
                </c:pt>
                <c:pt idx="932">
                  <c:v>0.0711736296271</c:v>
                </c:pt>
                <c:pt idx="933">
                  <c:v>0.0707395037822</c:v>
                </c:pt>
                <c:pt idx="934">
                  <c:v>0.0703094018641</c:v>
                </c:pt>
                <c:pt idx="935">
                  <c:v>0.0698832786774</c:v>
                </c:pt>
                <c:pt idx="936">
                  <c:v>0.0694610896322</c:v>
                </c:pt>
                <c:pt idx="937">
                  <c:v>0.0690427907369</c:v>
                </c:pt>
                <c:pt idx="938">
                  <c:v>0.0686283385903</c:v>
                </c:pt>
                <c:pt idx="939">
                  <c:v>0.0682176903739</c:v>
                </c:pt>
                <c:pt idx="940">
                  <c:v>0.0678108038452</c:v>
                </c:pt>
                <c:pt idx="941">
                  <c:v>0.0674076373291</c:v>
                </c:pt>
                <c:pt idx="942">
                  <c:v>0.0670081497118</c:v>
                </c:pt>
                <c:pt idx="943">
                  <c:v>0.0666123004325</c:v>
                </c:pt>
                <c:pt idx="944">
                  <c:v>0.0662200494766</c:v>
                </c:pt>
                <c:pt idx="945">
                  <c:v>0.0658313573684</c:v>
                </c:pt>
                <c:pt idx="946">
                  <c:v>0.0654461851638</c:v>
                </c:pt>
                <c:pt idx="947">
                  <c:v>0.0650644944436</c:v>
                </c:pt>
                <c:pt idx="948">
                  <c:v>0.064686247306</c:v>
                </c:pt>
                <c:pt idx="949">
                  <c:v>0.0643114063597</c:v>
                </c:pt>
                <c:pt idx="950">
                  <c:v>0.0639399347175</c:v>
                </c:pt>
                <c:pt idx="951">
                  <c:v>0.0635717959887</c:v>
                </c:pt>
                <c:pt idx="952">
                  <c:v>0.0632069542728</c:v>
                </c:pt>
                <c:pt idx="953">
                  <c:v>0.0628453741525</c:v>
                </c:pt>
                <c:pt idx="954">
                  <c:v>0.0624870206871</c:v>
                </c:pt>
                <c:pt idx="955">
                  <c:v>0.062131859406</c:v>
                </c:pt>
                <c:pt idx="956">
                  <c:v>0.0617798563019</c:v>
                </c:pt>
                <c:pt idx="957">
                  <c:v>0.0614309778247</c:v>
                </c:pt>
                <c:pt idx="958">
                  <c:v>0.0610851908744</c:v>
                </c:pt>
                <c:pt idx="959">
                  <c:v>0.0607424627956</c:v>
                </c:pt>
                <c:pt idx="960">
                  <c:v>0.0604027613703</c:v>
                </c:pt>
                <c:pt idx="961">
                  <c:v>0.0600660548123</c:v>
                </c:pt>
                <c:pt idx="962">
                  <c:v>0.0597323117607</c:v>
                </c:pt>
                <c:pt idx="963">
                  <c:v>0.0594015012739</c:v>
                </c:pt>
                <c:pt idx="964">
                  <c:v>0.0590735928233</c:v>
                </c:pt>
                <c:pt idx="965">
                  <c:v>0.0587485562879</c:v>
                </c:pt>
                <c:pt idx="966">
                  <c:v>0.0584263619474</c:v>
                </c:pt>
                <c:pt idx="967">
                  <c:v>0.0581069804772</c:v>
                </c:pt>
                <c:pt idx="968">
                  <c:v>0.057790382942</c:v>
                </c:pt>
                <c:pt idx="969">
                  <c:v>0.0574765407904</c:v>
                </c:pt>
                <c:pt idx="970">
                  <c:v>0.0571654258488</c:v>
                </c:pt>
                <c:pt idx="971">
                  <c:v>0.0568570103161</c:v>
                </c:pt>
                <c:pt idx="972">
                  <c:v>0.056551266758</c:v>
                </c:pt>
                <c:pt idx="973">
                  <c:v>0.0562481681011</c:v>
                </c:pt>
                <c:pt idx="974">
                  <c:v>0.055947687628</c:v>
                </c:pt>
                <c:pt idx="975">
                  <c:v>0.0556497989714</c:v>
                </c:pt>
                <c:pt idx="976">
                  <c:v>0.0553544761086</c:v>
                </c:pt>
                <c:pt idx="977">
                  <c:v>0.0550616933567</c:v>
                </c:pt>
                <c:pt idx="978">
                  <c:v>0.0547714253667</c:v>
                </c:pt>
                <c:pt idx="979">
                  <c:v>0.0544836471185</c:v>
                </c:pt>
                <c:pt idx="980">
                  <c:v>0.0541983339159</c:v>
                </c:pt>
                <c:pt idx="981">
                  <c:v>0.0539154613806</c:v>
                </c:pt>
                <c:pt idx="982">
                  <c:v>0.0536350054481</c:v>
                </c:pt>
                <c:pt idx="983">
                  <c:v>0.0533569423618</c:v>
                </c:pt>
                <c:pt idx="984">
                  <c:v>0.0530812486683</c:v>
                </c:pt>
                <c:pt idx="985">
                  <c:v>0.0528079012119</c:v>
                </c:pt>
                <c:pt idx="986">
                  <c:v>0.0525368771304</c:v>
                </c:pt>
                <c:pt idx="987">
                  <c:v>0.052268153849</c:v>
                </c:pt>
                <c:pt idx="988">
                  <c:v>0.0520017090764</c:v>
                </c:pt>
                <c:pt idx="989">
                  <c:v>0.051737520799</c:v>
                </c:pt>
                <c:pt idx="990">
                  <c:v>0.0514755672764</c:v>
                </c:pt>
                <c:pt idx="991">
                  <c:v>0.0512158270363</c:v>
                </c:pt>
                <c:pt idx="992">
                  <c:v>0.0509582788698</c:v>
                </c:pt>
                <c:pt idx="993">
                  <c:v>0.050702901826</c:v>
                </c:pt>
                <c:pt idx="994">
                  <c:v>0.0504496752079</c:v>
                </c:pt>
                <c:pt idx="995">
                  <c:v>0.0501985785666</c:v>
                </c:pt>
                <c:pt idx="996">
                  <c:v>0.0499495916974</c:v>
                </c:pt>
                <c:pt idx="997">
                  <c:v>0.0497026946338</c:v>
                </c:pt>
                <c:pt idx="998">
                  <c:v>0.0494578676438</c:v>
                </c:pt>
                <c:pt idx="999">
                  <c:v>0.0492150912242</c:v>
                </c:pt>
                <c:pt idx="1000">
                  <c:v>0.0489743460958</c:v>
                </c:pt>
                <c:pt idx="1001">
                  <c:v>0.0487356131991</c:v>
                </c:pt>
                <c:pt idx="1002">
                  <c:v>0.0484988736888</c:v>
                </c:pt>
                <c:pt idx="1003">
                  <c:v>0.0482641089292</c:v>
                </c:pt>
                <c:pt idx="1004">
                  <c:v>0.0480313004891</c:v>
                </c:pt>
                <c:pt idx="1005">
                  <c:v>0.0478004301371</c:v>
                </c:pt>
                <c:pt idx="1006">
                  <c:v>0.0475714798369</c:v>
                </c:pt>
                <c:pt idx="1007">
                  <c:v>0.0473444317417</c:v>
                </c:pt>
                <c:pt idx="1008">
                  <c:v>0.04711926819</c:v>
                </c:pt>
                <c:pt idx="1009">
                  <c:v>0.0468959717001</c:v>
                </c:pt>
                <c:pt idx="1010">
                  <c:v>0.0466745249655</c:v>
                </c:pt>
                <c:pt idx="1011">
                  <c:v>0.0464549108501</c:v>
                </c:pt>
                <c:pt idx="1012">
                  <c:v>0.0462371123826</c:v>
                </c:pt>
                <c:pt idx="1013">
                  <c:v>0.0460211127522</c:v>
                </c:pt>
                <c:pt idx="1014">
                  <c:v>0.0458068953032</c:v>
                </c:pt>
                <c:pt idx="1015">
                  <c:v>0.0455944435304</c:v>
                </c:pt>
                <c:pt idx="1016">
                  <c:v>0.0453837410738</c:v>
                </c:pt>
                <c:pt idx="1017">
                  <c:v>0.0451747717138</c:v>
                </c:pt>
                <c:pt idx="1018">
                  <c:v>0.0449675193661</c:v>
                </c:pt>
                <c:pt idx="1019">
                  <c:v>0.0447619680768</c:v>
                </c:pt>
                <c:pt idx="1020">
                  <c:v>0.0445581020177</c:v>
                </c:pt>
                <c:pt idx="1021">
                  <c:v>0.0443559054809</c:v>
                </c:pt>
                <c:pt idx="1022">
                  <c:v>0.0441553628741</c:v>
                </c:pt>
                <c:pt idx="1023">
                  <c:v>0.0439564587157</c:v>
                </c:pt>
                <c:pt idx="1024">
                  <c:v>0.0437591776299</c:v>
                </c:pt>
                <c:pt idx="1025">
                  <c:v>0.0435635043419</c:v>
                </c:pt>
                <c:pt idx="1026">
                  <c:v>0.0433694236727</c:v>
                </c:pt>
                <c:pt idx="1027">
                  <c:v>0.0431769205349</c:v>
                </c:pt>
                <c:pt idx="1028">
                  <c:v>0.0429859799274</c:v>
                </c:pt>
                <c:pt idx="1029">
                  <c:v>0.0427965869311</c:v>
                </c:pt>
                <c:pt idx="1030">
                  <c:v>0.0426087267039</c:v>
                </c:pt>
                <c:pt idx="1031">
                  <c:v>0.0424223844763</c:v>
                </c:pt>
                <c:pt idx="1032">
                  <c:v>0.0422375455468</c:v>
                </c:pt>
                <c:pt idx="1033">
                  <c:v>0.0420541952773</c:v>
                </c:pt>
                <c:pt idx="1034">
                  <c:v>0.0418723190892</c:v>
                </c:pt>
                <c:pt idx="1035">
                  <c:v>0.0416919024584</c:v>
                </c:pt>
                <c:pt idx="1036">
                  <c:v>0.0415129309115</c:v>
                </c:pt>
                <c:pt idx="1037">
                  <c:v>0.0413353900217</c:v>
                </c:pt>
                <c:pt idx="1038">
                  <c:v>0.0411592654045</c:v>
                </c:pt>
                <c:pt idx="1039">
                  <c:v>0.0409845427143</c:v>
                </c:pt>
                <c:pt idx="1040">
                  <c:v>0.0408112076399</c:v>
                </c:pt>
                <c:pt idx="1041">
                  <c:v>0.0406392459016</c:v>
                </c:pt>
                <c:pt idx="1042">
                  <c:v>0.0404686432472</c:v>
                </c:pt>
                <c:pt idx="1043">
                  <c:v>0.0402993854486</c:v>
                </c:pt>
                <c:pt idx="1044">
                  <c:v>0.0401314582993</c:v>
                </c:pt>
                <c:pt idx="1045">
                  <c:v>0.0399648476102</c:v>
                </c:pt>
                <c:pt idx="1046">
                  <c:v>0.0397995392077</c:v>
                </c:pt>
                <c:pt idx="1047">
                  <c:v>0.0396355189307</c:v>
                </c:pt>
                <c:pt idx="1048">
                  <c:v>0.0394727726278</c:v>
                </c:pt>
                <c:pt idx="1049">
                  <c:v>0.0393112861554</c:v>
                </c:pt>
                <c:pt idx="1050">
                  <c:v>0.0391510453753</c:v>
                </c:pt>
                <c:pt idx="1051">
                  <c:v>0.0389920361531</c:v>
                </c:pt>
                <c:pt idx="1052">
                  <c:v>0.0388342443559</c:v>
                </c:pt>
                <c:pt idx="1053">
                  <c:v>0.0386776558517</c:v>
                </c:pt>
                <c:pt idx="1054">
                  <c:v>0.0385222565075</c:v>
                </c:pt>
                <c:pt idx="1055">
                  <c:v>0.0383680321885</c:v>
                </c:pt>
                <c:pt idx="1056">
                  <c:v>0.0382149687575</c:v>
                </c:pt>
                <c:pt idx="1057">
                  <c:v>0.0380630520742</c:v>
                </c:pt>
                <c:pt idx="1058">
                  <c:v>0.0379122679949</c:v>
                </c:pt>
                <c:pt idx="1059">
                  <c:v>0.0377626023728</c:v>
                </c:pt>
                <c:pt idx="1060">
                  <c:v>0.037614041058</c:v>
                </c:pt>
                <c:pt idx="1061">
                  <c:v>0.037466569898</c:v>
                </c:pt>
                <c:pt idx="1062">
                  <c:v>0.0373201747386</c:v>
                </c:pt>
                <c:pt idx="1063">
                  <c:v>0.0371748414251</c:v>
                </c:pt>
                <c:pt idx="1064">
                  <c:v>0.0370305558032</c:v>
                </c:pt>
                <c:pt idx="1065">
                  <c:v>0.036887303721</c:v>
                </c:pt>
                <c:pt idx="1066">
                  <c:v>0.0367450710305</c:v>
                </c:pt>
                <c:pt idx="1067">
                  <c:v>0.0366038435899</c:v>
                </c:pt>
                <c:pt idx="1068">
                  <c:v>0.0364636072659</c:v>
                </c:pt>
                <c:pt idx="1069">
                  <c:v>0.0363243479364</c:v>
                </c:pt>
                <c:pt idx="1070">
                  <c:v>0.0361860514931</c:v>
                </c:pt>
                <c:pt idx="1071">
                  <c:v>0.0360487038449</c:v>
                </c:pt>
                <c:pt idx="1072">
                  <c:v>0.0359122909211</c:v>
                </c:pt>
                <c:pt idx="1073">
                  <c:v>0.0357767986747</c:v>
                </c:pt>
                <c:pt idx="1074">
                  <c:v>0.0356422130868</c:v>
                </c:pt>
                <c:pt idx="1075">
                  <c:v>0.03550852017</c:v>
                </c:pt>
                <c:pt idx="1076">
                  <c:v>0.0353757059729</c:v>
                </c:pt>
                <c:pt idx="1077">
                  <c:v>0.0352437565844</c:v>
                </c:pt>
                <c:pt idx="1078">
                  <c:v>0.0351126581383</c:v>
                </c:pt>
                <c:pt idx="1079">
                  <c:v>0.0349823968177</c:v>
                </c:pt>
                <c:pt idx="1080">
                  <c:v>0.0348529588608</c:v>
                </c:pt>
                <c:pt idx="1081">
                  <c:v>0.0347243305646</c:v>
                </c:pt>
                <c:pt idx="1082">
                  <c:v>0.0345964982915</c:v>
                </c:pt>
                <c:pt idx="1083">
                  <c:v>0.0344694484732</c:v>
                </c:pt>
                <c:pt idx="1084">
                  <c:v>0.0343431676173</c:v>
                </c:pt>
                <c:pt idx="1085">
                  <c:v>0.0342176423119</c:v>
                </c:pt>
                <c:pt idx="1086">
                  <c:v>0.0340928592316</c:v>
                </c:pt>
                <c:pt idx="1087">
                  <c:v>0.0339688051429</c:v>
                </c:pt>
                <c:pt idx="1088">
                  <c:v>0.0338454669103</c:v>
                </c:pt>
                <c:pt idx="1089">
                  <c:v>0.0337228315014</c:v>
                </c:pt>
                <c:pt idx="1090">
                  <c:v>0.033600885993</c:v>
                </c:pt>
                <c:pt idx="1091">
                  <c:v>0.0334796175767</c:v>
                </c:pt>
                <c:pt idx="1092">
                  <c:v>0.0333590135649</c:v>
                </c:pt>
                <c:pt idx="1093">
                  <c:v>0.0332390613963</c:v>
                </c:pt>
                <c:pt idx="1094">
                  <c:v>0.0331197486414</c:v>
                </c:pt>
                <c:pt idx="1095">
                  <c:v>0.0330010630089</c:v>
                </c:pt>
                <c:pt idx="1096">
                  <c:v>0.0328829923505</c:v>
                </c:pt>
                <c:pt idx="1097">
                  <c:v>0.0327655246668</c:v>
                </c:pt>
                <c:pt idx="1098">
                  <c:v>0.0326486481131</c:v>
                </c:pt>
                <c:pt idx="1099">
                  <c:v>0.0325323510043</c:v>
                </c:pt>
                <c:pt idx="1100">
                  <c:v>0.0324166218204</c:v>
                </c:pt>
                <c:pt idx="1101">
                  <c:v>0.0323014492122</c:v>
                </c:pt>
                <c:pt idx="1102">
                  <c:v>0.0321868220058</c:v>
                </c:pt>
                <c:pt idx="1103">
                  <c:v>0.0320727292078</c:v>
                </c:pt>
                <c:pt idx="1104">
                  <c:v>0.0319591600105</c:v>
                </c:pt>
                <c:pt idx="1105">
                  <c:v>0.0318461037965</c:v>
                </c:pt>
                <c:pt idx="1106">
                  <c:v>0.0317335501435</c:v>
                </c:pt>
                <c:pt idx="1107">
                  <c:v>0.0316214888284</c:v>
                </c:pt>
                <c:pt idx="1108">
                  <c:v>0.0315099098325</c:v>
                </c:pt>
                <c:pt idx="1109">
                  <c:v>0.031398803345</c:v>
                </c:pt>
                <c:pt idx="1110">
                  <c:v>0.0312881597676</c:v>
                </c:pt>
                <c:pt idx="1111">
                  <c:v>0.0311779697183</c:v>
                </c:pt>
                <c:pt idx="1112">
                  <c:v>0.0310682240354</c:v>
                </c:pt>
                <c:pt idx="1113">
                  <c:v>0.0309589137807</c:v>
                </c:pt>
                <c:pt idx="1114">
                  <c:v>0.0308500302438</c:v>
                </c:pt>
                <c:pt idx="1115">
                  <c:v>0.0307415649447</c:v>
                </c:pt>
                <c:pt idx="1116">
                  <c:v>0.0306335096376</c:v>
                </c:pt>
                <c:pt idx="1117">
                  <c:v>0.0305258563134</c:v>
                </c:pt>
                <c:pt idx="1118">
                  <c:v>0.030418597203</c:v>
                </c:pt>
                <c:pt idx="1119">
                  <c:v>0.0303117247799</c:v>
                </c:pt>
                <c:pt idx="1120">
                  <c:v>0.0302052317625</c:v>
                </c:pt>
                <c:pt idx="1121">
                  <c:v>0.0300991111167</c:v>
                </c:pt>
                <c:pt idx="1122">
                  <c:v>0.0299933560579</c:v>
                </c:pt>
                <c:pt idx="1123">
                  <c:v>0.0298879600532</c:v>
                </c:pt>
                <c:pt idx="1124">
                  <c:v>0.0297829168227</c:v>
                </c:pt>
                <c:pt idx="1125">
                  <c:v>0.0296782203419</c:v>
                </c:pt>
                <c:pt idx="1126">
                  <c:v>0.0295738648424</c:v>
                </c:pt>
                <c:pt idx="1127">
                  <c:v>0.0294698448133</c:v>
                </c:pt>
                <c:pt idx="1128">
                  <c:v>0.0293661550024</c:v>
                </c:pt>
                <c:pt idx="1129">
                  <c:v>0.0292627904166</c:v>
                </c:pt>
                <c:pt idx="1130">
                  <c:v>0.0291597463231</c:v>
                </c:pt>
                <c:pt idx="1131">
                  <c:v>0.0290570182489</c:v>
                </c:pt>
                <c:pt idx="1132">
                  <c:v>0.0289546019816</c:v>
                </c:pt>
                <c:pt idx="1133">
                  <c:v>0.028852493569</c:v>
                </c:pt>
                <c:pt idx="1134">
                  <c:v>0.0287506893187</c:v>
                </c:pt>
                <c:pt idx="1135">
                  <c:v>0.0286491857978</c:v>
                </c:pt>
                <c:pt idx="1136">
                  <c:v>0.0285479798315</c:v>
                </c:pt>
                <c:pt idx="1137">
                  <c:v>0.0284470685026</c:v>
                </c:pt>
                <c:pt idx="1138">
                  <c:v>0.0283464491497</c:v>
                </c:pt>
                <c:pt idx="1139">
                  <c:v>0.0282461193657</c:v>
                </c:pt>
                <c:pt idx="1140">
                  <c:v>0.0281460769958</c:v>
                </c:pt>
                <c:pt idx="1141">
                  <c:v>0.0280463201354</c:v>
                </c:pt>
                <c:pt idx="1142">
                  <c:v>0.0279468471278</c:v>
                </c:pt>
                <c:pt idx="1143">
                  <c:v>0.0278476565608</c:v>
                </c:pt>
                <c:pt idx="1144">
                  <c:v>0.0277487472643</c:v>
                </c:pt>
                <c:pt idx="1145">
                  <c:v>0.0276501183067</c:v>
                </c:pt>
                <c:pt idx="1146">
                  <c:v>0.027551768991</c:v>
                </c:pt>
                <c:pt idx="1147">
                  <c:v>0.0274536988515</c:v>
                </c:pt>
                <c:pt idx="1148">
                  <c:v>0.0273559076486</c:v>
                </c:pt>
                <c:pt idx="1149">
                  <c:v>0.0272583953652</c:v>
                </c:pt>
                <c:pt idx="1150">
                  <c:v>0.0271611622013</c:v>
                </c:pt>
                <c:pt idx="1151">
                  <c:v>0.0270642085689</c:v>
                </c:pt>
                <c:pt idx="1152">
                  <c:v>0.0269675350867</c:v>
                </c:pt>
                <c:pt idx="1153">
                  <c:v>0.0268711425746</c:v>
                </c:pt>
                <c:pt idx="1154">
                  <c:v>0.0267750320471</c:v>
                </c:pt>
                <c:pt idx="1155">
                  <c:v>0.0266792047078</c:v>
                </c:pt>
                <c:pt idx="1156">
                  <c:v>0.0265836619422</c:v>
                </c:pt>
                <c:pt idx="1157">
                  <c:v>0.0264884053113</c:v>
                </c:pt>
                <c:pt idx="1158">
                  <c:v>0.0263934365446</c:v>
                </c:pt>
                <c:pt idx="1159">
                  <c:v>0.0262987575326</c:v>
                </c:pt>
                <c:pt idx="1160">
                  <c:v>0.0262043703194</c:v>
                </c:pt>
                <c:pt idx="1161">
                  <c:v>0.0261102770954</c:v>
                </c:pt>
                <c:pt idx="1162">
                  <c:v>0.0260164801889</c:v>
                </c:pt>
                <c:pt idx="1163">
                  <c:v>0.0259229820582</c:v>
                </c:pt>
                <c:pt idx="1164">
                  <c:v>0.0258297852838</c:v>
                </c:pt>
                <c:pt idx="1165">
                  <c:v>0.0257368925596</c:v>
                </c:pt>
                <c:pt idx="1166">
                  <c:v>0.0256443066846</c:v>
                </c:pt>
                <c:pt idx="1167">
                  <c:v>0.0255520305544</c:v>
                </c:pt>
                <c:pt idx="1168">
                  <c:v>0.0254600671528</c:v>
                </c:pt>
                <c:pt idx="1169">
                  <c:v>0.0253684195424</c:v>
                </c:pt>
                <c:pt idx="1170">
                  <c:v>0.0252770908569</c:v>
                </c:pt>
                <c:pt idx="1171">
                  <c:v>0.0251860842914</c:v>
                </c:pt>
                <c:pt idx="1172">
                  <c:v>0.0250954030943</c:v>
                </c:pt>
                <c:pt idx="1173">
                  <c:v>0.0250050505583</c:v>
                </c:pt>
                <c:pt idx="1174">
                  <c:v>0.0249150300119</c:v>
                </c:pt>
                <c:pt idx="1175">
                  <c:v>0.0248253448108</c:v>
                </c:pt>
                <c:pt idx="1176">
                  <c:v>0.024735998329</c:v>
                </c:pt>
                <c:pt idx="1177">
                  <c:v>0.0246469939512</c:v>
                </c:pt>
                <c:pt idx="1178">
                  <c:v>0.0245583350639</c:v>
                </c:pt>
                <c:pt idx="1179">
                  <c:v>0.0244700250474</c:v>
                </c:pt>
                <c:pt idx="1180">
                  <c:v>0.024382067268</c:v>
                </c:pt>
                <c:pt idx="1181">
                  <c:v>0.0242944650703</c:v>
                </c:pt>
                <c:pt idx="1182">
                  <c:v>0.0242072217694</c:v>
                </c:pt>
                <c:pt idx="1183">
                  <c:v>0.0241203406437</c:v>
                </c:pt>
                <c:pt idx="1184">
                  <c:v>0.0240338249279</c:v>
                </c:pt>
                <c:pt idx="1185">
                  <c:v>0.0239476778059</c:v>
                </c:pt>
                <c:pt idx="1186">
                  <c:v>0.0238619024043</c:v>
                </c:pt>
                <c:pt idx="1187">
                  <c:v>0.0237765017862</c:v>
                </c:pt>
                <c:pt idx="1188">
                  <c:v>0.0236914789448</c:v>
                </c:pt>
                <c:pt idx="1189">
                  <c:v>0.0236068367982</c:v>
                </c:pt>
                <c:pt idx="1190">
                  <c:v>0.0235225781832</c:v>
                </c:pt>
                <c:pt idx="1191">
                  <c:v>0.0234387058508</c:v>
                </c:pt>
                <c:pt idx="1192">
                  <c:v>0.0233552224608</c:v>
                </c:pt>
                <c:pt idx="1193">
                  <c:v>0.0232721305775</c:v>
                </c:pt>
                <c:pt idx="1194">
                  <c:v>0.0231894326654</c:v>
                </c:pt>
                <c:pt idx="1195">
                  <c:v>0.0231071310854</c:v>
                </c:pt>
                <c:pt idx="1196">
                  <c:v>0.0230252280909</c:v>
                </c:pt>
                <c:pt idx="1197">
                  <c:v>0.0229437258246</c:v>
                </c:pt>
                <c:pt idx="1198">
                  <c:v>0.0228626263155</c:v>
                </c:pt>
                <c:pt idx="1199">
                  <c:v>0.0227819314761</c:v>
                </c:pt>
                <c:pt idx="1200">
                  <c:v>0.0227016431003</c:v>
                </c:pt>
                <c:pt idx="1201">
                  <c:v>0.0226217628609</c:v>
                </c:pt>
                <c:pt idx="1202">
                  <c:v>0.0225422923079</c:v>
                </c:pt>
                <c:pt idx="1203">
                  <c:v>0.0224632328671</c:v>
                </c:pt>
                <c:pt idx="1204">
                  <c:v>0.0223845858387</c:v>
                </c:pt>
                <c:pt idx="1205">
                  <c:v>0.0223063523962</c:v>
                </c:pt>
                <c:pt idx="1206">
                  <c:v>0.0222285335861</c:v>
                </c:pt>
                <c:pt idx="1207">
                  <c:v>0.0221511303268</c:v>
                </c:pt>
                <c:pt idx="1208">
                  <c:v>0.0220741434088</c:v>
                </c:pt>
                <c:pt idx="1209">
                  <c:v>0.0219975734944</c:v>
                </c:pt>
                <c:pt idx="1210">
                  <c:v>0.0219214211184</c:v>
                </c:pt>
                <c:pt idx="1211">
                  <c:v>0.0218456866877</c:v>
                </c:pt>
                <c:pt idx="1212">
                  <c:v>0.0217703704826</c:v>
                </c:pt>
                <c:pt idx="1213">
                  <c:v>0.0216954726575</c:v>
                </c:pt>
                <c:pt idx="1214">
                  <c:v>0.0216209932415</c:v>
                </c:pt>
                <c:pt idx="1215">
                  <c:v>0.0215469321401</c:v>
                </c:pt>
                <c:pt idx="1216">
                  <c:v>0.0214732891361</c:v>
                </c:pt>
                <c:pt idx="1217">
                  <c:v>0.0214000638913</c:v>
                </c:pt>
                <c:pt idx="1218">
                  <c:v>0.0213272559478</c:v>
                </c:pt>
                <c:pt idx="1219">
                  <c:v>0.0212548647304</c:v>
                </c:pt>
                <c:pt idx="1220">
                  <c:v>0.0211828895476</c:v>
                </c:pt>
                <c:pt idx="1221">
                  <c:v>0.0211113295943</c:v>
                </c:pt>
                <c:pt idx="1222">
                  <c:v>0.0210401839535</c:v>
                </c:pt>
                <c:pt idx="1223">
                  <c:v>0.0209694515986</c:v>
                </c:pt>
                <c:pt idx="1224">
                  <c:v>0.0208991313956</c:v>
                </c:pt>
                <c:pt idx="1225">
                  <c:v>0.0208292221054</c:v>
                </c:pt>
                <c:pt idx="1226">
                  <c:v>0.0207597223865</c:v>
                </c:pt>
                <c:pt idx="1227">
                  <c:v>0.0206906307971</c:v>
                </c:pt>
                <c:pt idx="1228">
                  <c:v>0.0206219457978</c:v>
                </c:pt>
                <c:pt idx="1229">
                  <c:v>0.0205536657543</c:v>
                </c:pt>
                <c:pt idx="1230">
                  <c:v>0.0204857889399</c:v>
                </c:pt>
                <c:pt idx="1231">
                  <c:v>0.0204183135383</c:v>
                </c:pt>
                <c:pt idx="1232">
                  <c:v>0.020351237646</c:v>
                </c:pt>
                <c:pt idx="1233">
                  <c:v>0.0202845592755</c:v>
                </c:pt>
                <c:pt idx="1234">
                  <c:v>0.0202182763579</c:v>
                </c:pt>
                <c:pt idx="1235">
                  <c:v>0.0201523867454</c:v>
                </c:pt>
                <c:pt idx="1236">
                  <c:v>0.0200868882145</c:v>
                </c:pt>
                <c:pt idx="1237">
                  <c:v>0.0200217784688</c:v>
                </c:pt>
                <c:pt idx="1238">
                  <c:v>0.0199570551416</c:v>
                </c:pt>
                <c:pt idx="1239">
                  <c:v>0.0198927157988</c:v>
                </c:pt>
                <c:pt idx="1240">
                  <c:v>0.019828757942</c:v>
                </c:pt>
                <c:pt idx="1241">
                  <c:v>0.019765179011</c:v>
                </c:pt>
                <c:pt idx="1242">
                  <c:v>0.019701976387</c:v>
                </c:pt>
                <c:pt idx="1243">
                  <c:v>0.0196391473952</c:v>
                </c:pt>
                <c:pt idx="1244">
                  <c:v>0.0195766893078</c:v>
                </c:pt>
                <c:pt idx="1245">
                  <c:v>0.0195145993466</c:v>
                </c:pt>
                <c:pt idx="1246">
                  <c:v>0.0194528746861</c:v>
                </c:pt>
                <c:pt idx="1247">
                  <c:v>0.0193915124563</c:v>
                </c:pt>
                <c:pt idx="1248">
                  <c:v>0.0193305097453</c:v>
                </c:pt>
                <c:pt idx="1249">
                  <c:v>0.0192698636023</c:v>
                </c:pt>
                <c:pt idx="1250">
                  <c:v>0.0192095710402</c:v>
                </c:pt>
                <c:pt idx="1251">
                  <c:v>0.0191496290387</c:v>
                </c:pt>
                <c:pt idx="1252">
                  <c:v>0.0190900345464</c:v>
                </c:pt>
                <c:pt idx="1253">
                  <c:v>0.0190307844842</c:v>
                </c:pt>
                <c:pt idx="1254">
                  <c:v>0.0189718757476</c:v>
                </c:pt>
                <c:pt idx="1255">
                  <c:v>0.0189133052097</c:v>
                </c:pt>
                <c:pt idx="1256">
                  <c:v>0.0188550697232</c:v>
                </c:pt>
                <c:pt idx="1257">
                  <c:v>0.018797166124</c:v>
                </c:pt>
                <c:pt idx="1258">
                  <c:v>0.0187395912328</c:v>
                </c:pt>
                <c:pt idx="1259">
                  <c:v>0.0186823418583</c:v>
                </c:pt>
                <c:pt idx="1260">
                  <c:v>0.0186254147996</c:v>
                </c:pt>
                <c:pt idx="1261">
                  <c:v>0.0185688068485</c:v>
                </c:pt>
                <c:pt idx="1262">
                  <c:v>0.0185125147923</c:v>
                </c:pt>
                <c:pt idx="1263">
                  <c:v>0.018456535416</c:v>
                </c:pt>
                <c:pt idx="1264">
                  <c:v>0.0184008655047</c:v>
                </c:pt>
                <c:pt idx="1265">
                  <c:v>0.018345501846</c:v>
                </c:pt>
                <c:pt idx="1266">
                  <c:v>0.0182904412325</c:v>
                </c:pt>
                <c:pt idx="1267">
                  <c:v>0.0182356804637</c:v>
                </c:pt>
                <c:pt idx="1268">
                  <c:v>0.0181812163485</c:v>
                </c:pt>
                <c:pt idx="1269">
                  <c:v>0.0181270457076</c:v>
                </c:pt>
                <c:pt idx="1270">
                  <c:v>0.0180731653752</c:v>
                </c:pt>
                <c:pt idx="1271">
                  <c:v>0.0180195722012</c:v>
                </c:pt>
                <c:pt idx="1272">
                  <c:v>0.0179662630538</c:v>
                </c:pt>
                <c:pt idx="1273">
                  <c:v>0.0179132348207</c:v>
                </c:pt>
                <c:pt idx="1274">
                  <c:v>0.0178604844118</c:v>
                </c:pt>
                <c:pt idx="1275">
                  <c:v>0.0178080087607</c:v>
                </c:pt>
                <c:pt idx="1276">
                  <c:v>0.0177558048266</c:v>
                </c:pt>
                <c:pt idx="1277">
                  <c:v>0.0177038695964</c:v>
                </c:pt>
                <c:pt idx="1278">
                  <c:v>0.0176522000864</c:v>
                </c:pt>
                <c:pt idx="1279">
                  <c:v>0.0176007933437</c:v>
                </c:pt>
                <c:pt idx="1280">
                  <c:v>0.0175496464483</c:v>
                </c:pt>
                <c:pt idx="1281">
                  <c:v>0.0174987565147</c:v>
                </c:pt>
                <c:pt idx="1282">
                  <c:v>0.0174481206931</c:v>
                </c:pt>
                <c:pt idx="1283">
                  <c:v>0.0173977361714</c:v>
                </c:pt>
                <c:pt idx="1284">
                  <c:v>0.0173476001766</c:v>
                </c:pt>
                <c:pt idx="1285">
                  <c:v>0.0172977099759</c:v>
                </c:pt>
                <c:pt idx="1286">
                  <c:v>0.0172480628786</c:v>
                </c:pt>
                <c:pt idx="1287">
                  <c:v>0.017198656237</c:v>
                </c:pt>
                <c:pt idx="1288">
                  <c:v>0.0171494874479</c:v>
                </c:pt>
                <c:pt idx="1289">
                  <c:v>0.017100553954</c:v>
                </c:pt>
                <c:pt idx="1290">
                  <c:v>0.0170518532447</c:v>
                </c:pt>
                <c:pt idx="1291">
                  <c:v>0.0170033828575</c:v>
                </c:pt>
                <c:pt idx="1292">
                  <c:v>0.0169551403793</c:v>
                </c:pt>
                <c:pt idx="1293">
                  <c:v>0.016907123447</c:v>
                </c:pt>
                <c:pt idx="1294">
                  <c:v>0.0168593297488</c:v>
                </c:pt>
                <c:pt idx="1295">
                  <c:v>0.0168117570251</c:v>
                </c:pt>
                <c:pt idx="1296">
                  <c:v>0.0167644030694</c:v>
                </c:pt>
                <c:pt idx="1297">
                  <c:v>0.0167172657292</c:v>
                </c:pt>
                <c:pt idx="1298">
                  <c:v>0.0166703429067</c:v>
                </c:pt>
                <c:pt idx="1299">
                  <c:v>0.0166236325597</c:v>
                </c:pt>
                <c:pt idx="1300">
                  <c:v>0.0165771327023</c:v>
                </c:pt>
                <c:pt idx="1301">
                  <c:v>0.0165308414054</c:v>
                </c:pt>
                <c:pt idx="1302">
                  <c:v>0.0164847567977</c:v>
                </c:pt>
                <c:pt idx="1303">
                  <c:v>0.0164388770657</c:v>
                </c:pt>
                <c:pt idx="1304">
                  <c:v>0.0163932004549</c:v>
                </c:pt>
                <c:pt idx="1305">
                  <c:v>0.0163477252698</c:v>
                </c:pt>
                <c:pt idx="1306">
                  <c:v>0.0163024498743</c:v>
                </c:pt>
                <c:pt idx="1307">
                  <c:v>0.0162573726925</c:v>
                </c:pt>
                <c:pt idx="1308">
                  <c:v>0.0162124922086</c:v>
                </c:pt>
                <c:pt idx="1309">
                  <c:v>0.0161678069673</c:v>
                </c:pt>
                <c:pt idx="1310">
                  <c:v>0.0161233155742</c:v>
                </c:pt>
                <c:pt idx="1311">
                  <c:v>0.0160790166956</c:v>
                </c:pt>
                <c:pt idx="1312">
                  <c:v>0.0160349090589</c:v>
                </c:pt>
                <c:pt idx="1313">
                  <c:v>0.0159909914524</c:v>
                </c:pt>
                <c:pt idx="1314">
                  <c:v>0.0159472627257</c:v>
                </c:pt>
                <c:pt idx="1315">
                  <c:v>0.0159037217891</c:v>
                </c:pt>
                <c:pt idx="1316">
                  <c:v>0.0158603676137</c:v>
                </c:pt>
                <c:pt idx="1317">
                  <c:v>0.0158171992314</c:v>
                </c:pt>
                <c:pt idx="1318">
                  <c:v>0.0157742157343</c:v>
                </c:pt>
                <c:pt idx="1319">
                  <c:v>0.0157314162745</c:v>
                </c:pt>
                <c:pt idx="1320">
                  <c:v>0.0156888000639</c:v>
                </c:pt>
                <c:pt idx="1321">
                  <c:v>0.0156463663734</c:v>
                </c:pt>
                <c:pt idx="1322">
                  <c:v>0.0156041145326</c:v>
                </c:pt>
                <c:pt idx="1323">
                  <c:v>0.015562043929</c:v>
                </c:pt>
                <c:pt idx="1324">
                  <c:v>0.0155201540077</c:v>
                </c:pt>
                <c:pt idx="1325">
                  <c:v>0.0154784442703</c:v>
                </c:pt>
                <c:pt idx="1326">
                  <c:v>0.0154369142741</c:v>
                </c:pt>
                <c:pt idx="1327">
                  <c:v>0.0153955636316</c:v>
                </c:pt>
                <c:pt idx="1328">
                  <c:v>0.0153543920091</c:v>
                </c:pt>
                <c:pt idx="1329">
                  <c:v>0.0153133991258</c:v>
                </c:pt>
                <c:pt idx="1330">
                  <c:v>0.015272584753</c:v>
                </c:pt>
                <c:pt idx="1331">
                  <c:v>0.0152319487125</c:v>
                </c:pt>
                <c:pt idx="1332">
                  <c:v>0.0151914908755</c:v>
                </c:pt>
                <c:pt idx="1333">
                  <c:v>0.0151512111617</c:v>
                </c:pt>
                <c:pt idx="1334">
                  <c:v>0.0151111095373</c:v>
                </c:pt>
                <c:pt idx="1335">
                  <c:v>0.0150711860138</c:v>
                </c:pt>
                <c:pt idx="1336">
                  <c:v>0.0150314406469</c:v>
                </c:pt>
                <c:pt idx="1337">
                  <c:v>0.0149918735344</c:v>
                </c:pt>
                <c:pt idx="1338">
                  <c:v>0.0149524848146</c:v>
                </c:pt>
                <c:pt idx="1339">
                  <c:v>0.0149132746653</c:v>
                </c:pt>
                <c:pt idx="1340">
                  <c:v>0.0148742433011</c:v>
                </c:pt>
                <c:pt idx="1341">
                  <c:v>0.0148353909725</c:v>
                </c:pt>
                <c:pt idx="1342">
                  <c:v>0.0147967179634</c:v>
                </c:pt>
                <c:pt idx="1343">
                  <c:v>0.0147582245896</c:v>
                </c:pt>
                <c:pt idx="1344">
                  <c:v>0.0147199111971</c:v>
                </c:pt>
                <c:pt idx="1345">
                  <c:v>0.0146817781596</c:v>
                </c:pt>
                <c:pt idx="1346">
                  <c:v>0.0146438258768</c:v>
                </c:pt>
                <c:pt idx="1347">
                  <c:v>0.0146060547727</c:v>
                </c:pt>
                <c:pt idx="1348">
                  <c:v>0.014568465293</c:v>
                </c:pt>
                <c:pt idx="1349">
                  <c:v>0.0145310579036</c:v>
                </c:pt>
                <c:pt idx="1350">
                  <c:v>0.0144938330882</c:v>
                </c:pt>
                <c:pt idx="1351">
                  <c:v>0.0144567913465</c:v>
                </c:pt>
                <c:pt idx="1352">
                  <c:v>0.014419933192</c:v>
                </c:pt>
                <c:pt idx="1353">
                  <c:v>0.0143832591498</c:v>
                </c:pt>
                <c:pt idx="1354">
                  <c:v>0.0143467697548</c:v>
                </c:pt>
                <c:pt idx="1355">
                  <c:v>0.0143104655497</c:v>
                </c:pt>
                <c:pt idx="1356">
                  <c:v>0.0142743470825</c:v>
                </c:pt>
                <c:pt idx="1357">
                  <c:v>0.0142384149053</c:v>
                </c:pt>
                <c:pt idx="1358">
                  <c:v>0.0142026695713</c:v>
                </c:pt>
                <c:pt idx="1359">
                  <c:v>0.0141671116338</c:v>
                </c:pt>
                <c:pt idx="1360">
                  <c:v>0.0141317416436</c:v>
                </c:pt>
                <c:pt idx="1361">
                  <c:v>0.0140965601474</c:v>
                </c:pt>
                <c:pt idx="1362">
                  <c:v>0.0140615676859</c:v>
                </c:pt>
                <c:pt idx="1363">
                  <c:v>0.0140267647919</c:v>
                </c:pt>
                <c:pt idx="1364">
                  <c:v>0.0139921519886</c:v>
                </c:pt>
                <c:pt idx="1365">
                  <c:v>0.0139577297878</c:v>
                </c:pt>
                <c:pt idx="1366">
                  <c:v>0.0139234986882</c:v>
                </c:pt>
                <c:pt idx="1367">
                  <c:v>0.013889459174</c:v>
                </c:pt>
                <c:pt idx="1368">
                  <c:v>0.0138556117129</c:v>
                </c:pt>
                <c:pt idx="1369">
                  <c:v>0.0138219567548</c:v>
                </c:pt>
                <c:pt idx="1370">
                  <c:v>0.0137884947303</c:v>
                </c:pt>
                <c:pt idx="1371">
                  <c:v>0.0137552260491</c:v>
                </c:pt>
                <c:pt idx="1372">
                  <c:v>0.0137221510991</c:v>
                </c:pt>
                <c:pt idx="1373">
                  <c:v>0.0136892702443</c:v>
                </c:pt>
                <c:pt idx="1374">
                  <c:v>0.0136565838242</c:v>
                </c:pt>
                <c:pt idx="1375">
                  <c:v>0.0136240921522</c:v>
                </c:pt>
                <c:pt idx="1376">
                  <c:v>0.0135917955147</c:v>
                </c:pt>
                <c:pt idx="1377">
                  <c:v>0.0135596941696</c:v>
                </c:pt>
                <c:pt idx="1378">
                  <c:v>0.0135277883457</c:v>
                </c:pt>
                <c:pt idx="1379">
                  <c:v>0.013496078241</c:v>
                </c:pt>
                <c:pt idx="1380">
                  <c:v>0.0134645640227</c:v>
                </c:pt>
                <c:pt idx="1381">
                  <c:v>0.0134332458252</c:v>
                </c:pt>
                <c:pt idx="1382">
                  <c:v>0.0134021237501</c:v>
                </c:pt>
                <c:pt idx="1383">
                  <c:v>0.0133711978647</c:v>
                </c:pt>
                <c:pt idx="1384">
                  <c:v>0.0133404682016</c:v>
                </c:pt>
                <c:pt idx="1385">
                  <c:v>0.0133099347578</c:v>
                </c:pt>
                <c:pt idx="1386">
                  <c:v>0.0132795974939</c:v>
                </c:pt>
                <c:pt idx="1387">
                  <c:v>0.0132494563335</c:v>
                </c:pt>
                <c:pt idx="1388">
                  <c:v>0.0132195111623</c:v>
                </c:pt>
                <c:pt idx="1389">
                  <c:v>0.013189761828</c:v>
                </c:pt>
                <c:pt idx="1390">
                  <c:v>0.013160208139</c:v>
                </c:pt>
                <c:pt idx="1391">
                  <c:v>0.0131308498644</c:v>
                </c:pt>
                <c:pt idx="1392">
                  <c:v>0.0131016867329</c:v>
                </c:pt>
                <c:pt idx="1393">
                  <c:v>0.0130727184328</c:v>
                </c:pt>
                <c:pt idx="1394">
                  <c:v>0.0130439446111</c:v>
                </c:pt>
                <c:pt idx="1395">
                  <c:v>0.0130153648731</c:v>
                </c:pt>
                <c:pt idx="1396">
                  <c:v>0.0129869787821</c:v>
                </c:pt>
                <c:pt idx="1397">
                  <c:v>0.0129587858584</c:v>
                </c:pt>
                <c:pt idx="1398">
                  <c:v>0.0129307855798</c:v>
                </c:pt>
                <c:pt idx="1399">
                  <c:v>0.0129029773801</c:v>
                </c:pt>
                <c:pt idx="1400">
                  <c:v>0.0128753606494</c:v>
                </c:pt>
                <c:pt idx="1401">
                  <c:v>0.0128479347336</c:v>
                </c:pt>
                <c:pt idx="1402">
                  <c:v>0.0128206989337</c:v>
                </c:pt>
                <c:pt idx="1403">
                  <c:v>0.0127936525059</c:v>
                </c:pt>
                <c:pt idx="1404">
                  <c:v>0.0127667946608</c:v>
                </c:pt>
                <c:pt idx="1405">
                  <c:v>0.0127401245635</c:v>
                </c:pt>
                <c:pt idx="1406">
                  <c:v>0.012713641333</c:v>
                </c:pt>
                <c:pt idx="1407">
                  <c:v>0.0126873440421</c:v>
                </c:pt>
                <c:pt idx="1408">
                  <c:v>0.012661231717</c:v>
                </c:pt>
                <c:pt idx="1409">
                  <c:v>0.0126353033373</c:v>
                </c:pt>
                <c:pt idx="1410">
                  <c:v>0.0126095578356</c:v>
                </c:pt>
                <c:pt idx="1411">
                  <c:v>0.0125839940975</c:v>
                </c:pt>
                <c:pt idx="1412">
                  <c:v>0.0125586109614</c:v>
                </c:pt>
                <c:pt idx="1413">
                  <c:v>0.0125334072183</c:v>
                </c:pt>
                <c:pt idx="1414">
                  <c:v>0.0125083816123</c:v>
                </c:pt>
                <c:pt idx="1415">
                  <c:v>0.0124835328397</c:v>
                </c:pt>
                <c:pt idx="1416">
                  <c:v>0.01245885955</c:v>
                </c:pt>
                <c:pt idx="1417">
                  <c:v>0.0124343603454</c:v>
                </c:pt>
                <c:pt idx="1418">
                  <c:v>0.0124100337815</c:v>
                </c:pt>
                <c:pt idx="1419">
                  <c:v>0.0123858783669</c:v>
                </c:pt>
                <c:pt idx="1420">
                  <c:v>0.0123618925641</c:v>
                </c:pt>
                <c:pt idx="1421">
                  <c:v>0.0123380747896</c:v>
                </c:pt>
                <c:pt idx="1422">
                  <c:v>0.0123144234145</c:v>
                </c:pt>
                <c:pt idx="1423">
                  <c:v>0.0122909367648</c:v>
                </c:pt>
                <c:pt idx="1424">
                  <c:v>0.0122676131226</c:v>
                </c:pt>
                <c:pt idx="1425">
                  <c:v>0.0122444507262</c:v>
                </c:pt>
                <c:pt idx="1426">
                  <c:v>0.0122214477711</c:v>
                </c:pt>
                <c:pt idx="1427">
                  <c:v>0.0121986024114</c:v>
                </c:pt>
                <c:pt idx="1428">
                  <c:v>0.01217591276</c:v>
                </c:pt>
                <c:pt idx="1429">
                  <c:v>0.0121533768906</c:v>
                </c:pt>
                <c:pt idx="1430">
                  <c:v>0.0121309928381</c:v>
                </c:pt>
                <c:pt idx="1431">
                  <c:v>0.0121087586008</c:v>
                </c:pt>
                <c:pt idx="1432">
                  <c:v>0.0120866721411</c:v>
                </c:pt>
                <c:pt idx="1433">
                  <c:v>0.0120647313876</c:v>
                </c:pt>
                <c:pt idx="1434">
                  <c:v>0.0120429342367</c:v>
                </c:pt>
                <c:pt idx="1435">
                  <c:v>0.012021278554</c:v>
                </c:pt>
                <c:pt idx="1436">
                  <c:v>0.0119997621771</c:v>
                </c:pt>
                <c:pt idx="1437">
                  <c:v>0.0119783829169</c:v>
                </c:pt>
                <c:pt idx="1438">
                  <c:v>0.0119571385598</c:v>
                </c:pt>
                <c:pt idx="1439">
                  <c:v>0.0119360268706</c:v>
                </c:pt>
                <c:pt idx="1440">
                  <c:v>0.0119150455944</c:v>
                </c:pt>
                <c:pt idx="1441">
                  <c:v>0.0118941924593</c:v>
                </c:pt>
                <c:pt idx="1442">
                  <c:v>0.0118734651788</c:v>
                </c:pt>
                <c:pt idx="1443">
                  <c:v>0.0118528614549</c:v>
                </c:pt>
                <c:pt idx="1444">
                  <c:v>0.0118323789807</c:v>
                </c:pt>
                <c:pt idx="1445">
                  <c:v>0.0118120154435</c:v>
                </c:pt>
                <c:pt idx="1446">
                  <c:v>0.0117917685275</c:v>
                </c:pt>
                <c:pt idx="1447">
                  <c:v>0.0117716359175</c:v>
                </c:pt>
                <c:pt idx="1448">
                  <c:v>0.0117516153012</c:v>
                </c:pt>
                <c:pt idx="1449">
                  <c:v>0.0117317043735</c:v>
                </c:pt>
                <c:pt idx="1450">
                  <c:v>0.0117119008388</c:v>
                </c:pt>
                <c:pt idx="1451">
                  <c:v>0.0116922024152</c:v>
                </c:pt>
                <c:pt idx="1452">
                  <c:v>0.0116726068372</c:v>
                </c:pt>
                <c:pt idx="1453">
                  <c:v>0.0116531118597</c:v>
                </c:pt>
                <c:pt idx="1454">
                  <c:v>0.0116337152612</c:v>
                </c:pt>
                <c:pt idx="1455">
                  <c:v>0.011614414847</c:v>
                </c:pt>
                <c:pt idx="1456">
                  <c:v>0.0115952084532</c:v>
                </c:pt>
                <c:pt idx="1457">
                  <c:v>0.0115760939498</c:v>
                </c:pt>
                <c:pt idx="1458">
                  <c:v>0.0115570692441</c:v>
                </c:pt>
                <c:pt idx="1459">
                  <c:v>0.0115381322841</c:v>
                </c:pt>
                <c:pt idx="1460">
                  <c:v>0.0115192810619</c:v>
                </c:pt>
                <c:pt idx="1461">
                  <c:v>0.011500513617</c:v>
                </c:pt>
                <c:pt idx="1462">
                  <c:v>0.0114818280394</c:v>
                </c:pt>
                <c:pt idx="1463">
                  <c:v>0.0114632224724</c:v>
                </c:pt>
                <c:pt idx="1464">
                  <c:v>0.0114446951162</c:v>
                </c:pt>
                <c:pt idx="1465">
                  <c:v>0.0114262442304</c:v>
                </c:pt>
                <c:pt idx="1466">
                  <c:v>0.0114078681366</c:v>
                </c:pt>
                <c:pt idx="1467">
                  <c:v>0.0113895652215</c:v>
                </c:pt>
                <c:pt idx="1468">
                  <c:v>0.0113713339388</c:v>
                </c:pt>
                <c:pt idx="1469">
                  <c:v>0.0113531728121</c:v>
                </c:pt>
                <c:pt idx="1470">
                  <c:v>0.0113350804365</c:v>
                </c:pt>
                <c:pt idx="1471">
                  <c:v>0.0113170554811</c:v>
                </c:pt>
                <c:pt idx="1472">
                  <c:v>0.0112990966903</c:v>
                </c:pt>
                <c:pt idx="1473">
                  <c:v>0.0112812028858</c:v>
                </c:pt>
                <c:pt idx="1474">
                  <c:v>0.0112633729678</c:v>
                </c:pt>
                <c:pt idx="1475">
                  <c:v>0.0112456059161</c:v>
                </c:pt>
                <c:pt idx="1476">
                  <c:v>0.0112279007915</c:v>
                </c:pt>
                <c:pt idx="1477">
                  <c:v>0.0112102567363</c:v>
                </c:pt>
                <c:pt idx="1478">
                  <c:v>0.0111926729748</c:v>
                </c:pt>
                <c:pt idx="1479">
                  <c:v>0.0111751488139</c:v>
                </c:pt>
                <c:pt idx="1480">
                  <c:v>0.0111576836433</c:v>
                </c:pt>
                <c:pt idx="1481">
                  <c:v>0.0111402769351</c:v>
                </c:pt>
                <c:pt idx="1482">
                  <c:v>0.0111229282439</c:v>
                </c:pt>
                <c:pt idx="1483">
                  <c:v>0.0111056372059</c:v>
                </c:pt>
                <c:pt idx="1484">
                  <c:v>0.0110884035388</c:v>
                </c:pt>
                <c:pt idx="1485">
                  <c:v>0.0110712270404</c:v>
                </c:pt>
                <c:pt idx="1486">
                  <c:v>0.0110541075877</c:v>
                </c:pt>
                <c:pt idx="1487">
                  <c:v>0.0110370451357</c:v>
                </c:pt>
                <c:pt idx="1488">
                  <c:v>0.0110200397159</c:v>
                </c:pt>
                <c:pt idx="1489">
                  <c:v>0.0110030914344</c:v>
                </c:pt>
                <c:pt idx="1490">
                  <c:v>0.0109862004705</c:v>
                </c:pt>
                <c:pt idx="1491">
                  <c:v>0.0109693670746</c:v>
                </c:pt>
                <c:pt idx="1492">
                  <c:v>0.0109525915658</c:v>
                </c:pt>
                <c:pt idx="1493">
                  <c:v>0.0109358743301</c:v>
                </c:pt>
                <c:pt idx="1494">
                  <c:v>0.0109192158177</c:v>
                </c:pt>
                <c:pt idx="1495">
                  <c:v>0.0109026165405</c:v>
                </c:pt>
                <c:pt idx="1496">
                  <c:v>0.0108860770696</c:v>
                </c:pt>
                <c:pt idx="1497">
                  <c:v>0.0108695980326</c:v>
                </c:pt>
                <c:pt idx="1498">
                  <c:v>0.0108531801105</c:v>
                </c:pt>
                <c:pt idx="1499">
                  <c:v>0.0108368240352</c:v>
                </c:pt>
                <c:pt idx="1500">
                  <c:v>0.0108205305863</c:v>
                </c:pt>
                <c:pt idx="1501">
                  <c:v>0.0108043005883</c:v>
                </c:pt>
                <c:pt idx="1502">
                  <c:v>0.0107881349072</c:v>
                </c:pt>
                <c:pt idx="1503">
                  <c:v>0.0107720344479</c:v>
                </c:pt>
                <c:pt idx="1504">
                  <c:v>0.0107560001505</c:v>
                </c:pt>
                <c:pt idx="1505">
                  <c:v>0.0107400329878</c:v>
                </c:pt>
                <c:pt idx="1506">
                  <c:v>0.0107241339618</c:v>
                </c:pt>
                <c:pt idx="1507">
                  <c:v>0.0107083041007</c:v>
                </c:pt>
                <c:pt idx="1508">
                  <c:v>0.0106925444556</c:v>
                </c:pt>
                <c:pt idx="1509">
                  <c:v>0.0106768560979</c:v>
                </c:pt>
                <c:pt idx="1510">
                  <c:v>0.0106612401156</c:v>
                </c:pt>
                <c:pt idx="1511">
                  <c:v>0.010645697611</c:v>
                </c:pt>
                <c:pt idx="1512">
                  <c:v>0.0106302296972</c:v>
                </c:pt>
                <c:pt idx="1513">
                  <c:v>0.0106148374954</c:v>
                </c:pt>
                <c:pt idx="1514">
                  <c:v>0.0105995221319</c:v>
                </c:pt>
                <c:pt idx="1515">
                  <c:v>0.0105842847357</c:v>
                </c:pt>
                <c:pt idx="1516">
                  <c:v>0.0105691264354</c:v>
                </c:pt>
                <c:pt idx="1517">
                  <c:v>0.0105540483565</c:v>
                </c:pt>
                <c:pt idx="1518">
                  <c:v>0.0105390516193</c:v>
                </c:pt>
                <c:pt idx="1519">
                  <c:v>0.0105241373359</c:v>
                </c:pt>
                <c:pt idx="1520">
                  <c:v>0.010509306608</c:v>
                </c:pt>
                <c:pt idx="1521">
                  <c:v>0.0104945605246</c:v>
                </c:pt>
                <c:pt idx="1522">
                  <c:v>0.0104799001598</c:v>
                </c:pt>
                <c:pt idx="1523">
                  <c:v>0.0104653265702</c:v>
                </c:pt>
                <c:pt idx="1524">
                  <c:v>0.0104508407936</c:v>
                </c:pt>
                <c:pt idx="1525">
                  <c:v>0.0104364438464</c:v>
                </c:pt>
                <c:pt idx="1526">
                  <c:v>0.0104221367217</c:v>
                </c:pt>
                <c:pt idx="1527">
                  <c:v>0.0104079203879</c:v>
                </c:pt>
                <c:pt idx="1528">
                  <c:v>0.0103937957866</c:v>
                </c:pt>
                <c:pt idx="1529">
                  <c:v>0.0103797638312</c:v>
                </c:pt>
                <c:pt idx="1530">
                  <c:v>0.010365825405</c:v>
                </c:pt>
                <c:pt idx="1531">
                  <c:v>0.0103519813603</c:v>
                </c:pt>
                <c:pt idx="1532">
                  <c:v>0.0103382325162</c:v>
                </c:pt>
                <c:pt idx="1533">
                  <c:v>0.0103245796579</c:v>
                </c:pt>
                <c:pt idx="1534">
                  <c:v>0.0103110235355</c:v>
                </c:pt>
                <c:pt idx="1535">
                  <c:v>0.0102975648621</c:v>
                </c:pt>
                <c:pt idx="1536">
                  <c:v>0.0102842043136</c:v>
                </c:pt>
                <c:pt idx="1537">
                  <c:v>0.0102709425271</c:v>
                </c:pt>
                <c:pt idx="1538">
                  <c:v>0.0102577801002</c:v>
                </c:pt>
                <c:pt idx="1539">
                  <c:v>0.0102447175897</c:v>
                </c:pt>
                <c:pt idx="1540">
                  <c:v>0.0102317555115</c:v>
                </c:pt>
                <c:pt idx="1541">
                  <c:v>0.0102188943392</c:v>
                </c:pt>
                <c:pt idx="1542">
                  <c:v>0.0102061345035</c:v>
                </c:pt>
                <c:pt idx="1543">
                  <c:v>0.0101934763918</c:v>
                </c:pt>
                <c:pt idx="1544">
                  <c:v>0.0101809203475</c:v>
                </c:pt>
                <c:pt idx="1545">
                  <c:v>0.0101684666693</c:v>
                </c:pt>
                <c:pt idx="1546">
                  <c:v>0.0101561156107</c:v>
                </c:pt>
                <c:pt idx="1547">
                  <c:v>0.01014386738</c:v>
                </c:pt>
                <c:pt idx="1548">
                  <c:v>0.0101317221394</c:v>
                </c:pt>
                <c:pt idx="1549">
                  <c:v>0.0101196800048</c:v>
                </c:pt>
                <c:pt idx="1550">
                  <c:v>0.0101077410458</c:v>
                </c:pt>
                <c:pt idx="1551">
                  <c:v>0.010095905285</c:v>
                </c:pt>
                <c:pt idx="1552">
                  <c:v>0.010084172698</c:v>
                </c:pt>
                <c:pt idx="1553">
                  <c:v>0.0100725432135</c:v>
                </c:pt>
                <c:pt idx="1554">
                  <c:v>0.0100610167128</c:v>
                </c:pt>
                <c:pt idx="1555">
                  <c:v>0.0100495930298</c:v>
                </c:pt>
                <c:pt idx="1556">
                  <c:v>0.0100382719512</c:v>
                </c:pt>
                <c:pt idx="1557">
                  <c:v>0.0100270532162</c:v>
                </c:pt>
                <c:pt idx="1558">
                  <c:v>0.010015936517</c:v>
                </c:pt>
                <c:pt idx="1559">
                  <c:v>0.0100049214983</c:v>
                </c:pt>
                <c:pt idx="1560">
                  <c:v>0.00999400775813</c:v>
                </c:pt>
                <c:pt idx="1561">
                  <c:v>0.00998319484741</c:v>
                </c:pt>
                <c:pt idx="1562">
                  <c:v>0.0099724822706</c:v>
                </c:pt>
                <c:pt idx="1563">
                  <c:v>0.00996186948583</c:v>
                </c:pt>
                <c:pt idx="1564">
                  <c:v>0.00995135590527</c:v>
                </c:pt>
                <c:pt idx="1565">
                  <c:v>0.00994094089544</c:v>
                </c:pt>
                <c:pt idx="1566">
                  <c:v>0.00993062377771</c:v>
                </c:pt>
                <c:pt idx="1567">
                  <c:v>0.00992040382873</c:v>
                </c:pt>
                <c:pt idx="1568">
                  <c:v>0.00991028028094</c:v>
                </c:pt>
                <c:pt idx="1569">
                  <c:v>0.00990025232314</c:v>
                </c:pt>
                <c:pt idx="1570">
                  <c:v>0.00989031910114</c:v>
                </c:pt>
                <c:pt idx="1571">
                  <c:v>0.00988047971836</c:v>
                </c:pt>
                <c:pt idx="1572">
                  <c:v>0.00987073323663</c:v>
                </c:pt>
                <c:pt idx="1573">
                  <c:v>0.00986107867689</c:v>
                </c:pt>
                <c:pt idx="1574">
                  <c:v>0.00985151502004</c:v>
                </c:pt>
                <c:pt idx="1575">
                  <c:v>0.00984204120781</c:v>
                </c:pt>
                <c:pt idx="1576">
                  <c:v>0.00983265614369</c:v>
                </c:pt>
                <c:pt idx="1577">
                  <c:v>0.00982335869388</c:v>
                </c:pt>
                <c:pt idx="1578">
                  <c:v>0.00981414768834</c:v>
                </c:pt>
                <c:pt idx="1579">
                  <c:v>0.00980502192185</c:v>
                </c:pt>
                <c:pt idx="1580">
                  <c:v>0.00979598015515</c:v>
                </c:pt>
                <c:pt idx="1581">
                  <c:v>0.00978702111608</c:v>
                </c:pt>
                <c:pt idx="1582">
                  <c:v>0.00977814350083</c:v>
                </c:pt>
                <c:pt idx="1583">
                  <c:v>0.0097693459752</c:v>
                </c:pt>
                <c:pt idx="1584">
                  <c:v>0.00976062717589</c:v>
                </c:pt>
                <c:pt idx="1585">
                  <c:v>0.00975198571186</c:v>
                </c:pt>
                <c:pt idx="1586">
                  <c:v>0.0097434201657</c:v>
                </c:pt>
                <c:pt idx="1587">
                  <c:v>0.00973492909507</c:v>
                </c:pt>
                <c:pt idx="1588">
                  <c:v>0.00972651103414</c:v>
                </c:pt>
                <c:pt idx="1589">
                  <c:v>0.00971816449508</c:v>
                </c:pt>
                <c:pt idx="1590">
                  <c:v>0.00970988796959</c:v>
                </c:pt>
                <c:pt idx="1591">
                  <c:v>0.00970167993039</c:v>
                </c:pt>
                <c:pt idx="1592">
                  <c:v>0.00969353883281</c:v>
                </c:pt>
                <c:pt idx="1593">
                  <c:v>0.00968546311635</c:v>
                </c:pt>
                <c:pt idx="1594">
                  <c:v>0.00967745120626</c:v>
                </c:pt>
                <c:pt idx="1595">
                  <c:v>0.00966950151514</c:v>
                </c:pt>
                <c:pt idx="1596">
                  <c:v>0.00966161244451</c:v>
                </c:pt>
                <c:pt idx="1597">
                  <c:v>0.00965378238643</c:v>
                </c:pt>
                <c:pt idx="1598">
                  <c:v>0.0096460097251</c:v>
                </c:pt>
                <c:pt idx="1599">
                  <c:v>0.00963829283841</c:v>
                </c:pt>
                <c:pt idx="1600">
                  <c:v>0.00963063009955</c:v>
                </c:pt>
                <c:pt idx="1601">
                  <c:v>0.00962301987854</c:v>
                </c:pt>
                <c:pt idx="1602">
                  <c:v>0.00961546054379</c:v>
                </c:pt>
                <c:pt idx="1603">
                  <c:v>0.0096079504636</c:v>
                </c:pt>
                <c:pt idx="1604">
                  <c:v>0.00960048800767</c:v>
                </c:pt>
                <c:pt idx="1605">
                  <c:v>0.00959307154858</c:v>
                </c:pt>
                <c:pt idx="1606">
                  <c:v>0.00958569946316</c:v>
                </c:pt>
                <c:pt idx="1607">
                  <c:v>0.00957837013399</c:v>
                </c:pt>
                <c:pt idx="1608">
                  <c:v>0.00957108195066</c:v>
                </c:pt>
                <c:pt idx="1609">
                  <c:v>0.00956383331118</c:v>
                </c:pt>
                <c:pt idx="1610">
                  <c:v>0.00955662262322</c:v>
                </c:pt>
                <c:pt idx="1611">
                  <c:v>0.00954944830537</c:v>
                </c:pt>
                <c:pt idx="1612">
                  <c:v>0.00954230878836</c:v>
                </c:pt>
                <c:pt idx="1613">
                  <c:v>0.00953520251619</c:v>
                </c:pt>
                <c:pt idx="1614">
                  <c:v>0.00952812794726</c:v>
                </c:pt>
                <c:pt idx="1615">
                  <c:v>0.00952108355547</c:v>
                </c:pt>
                <c:pt idx="1616">
                  <c:v>0.00951406783119</c:v>
                </c:pt>
                <c:pt idx="1617">
                  <c:v>0.00950707928229</c:v>
                </c:pt>
                <c:pt idx="1618">
                  <c:v>0.00950011643503</c:v>
                </c:pt>
                <c:pt idx="1619">
                  <c:v>0.00949317783501</c:v>
                </c:pt>
                <c:pt idx="1620">
                  <c:v>0.00948626204797</c:v>
                </c:pt>
                <c:pt idx="1621">
                  <c:v>0.0094793676606</c:v>
                </c:pt>
                <c:pt idx="1622">
                  <c:v>0.00947249328129</c:v>
                </c:pt>
                <c:pt idx="1623">
                  <c:v>0.00946563754089</c:v>
                </c:pt>
                <c:pt idx="1624">
                  <c:v>0.00945879909331</c:v>
                </c:pt>
                <c:pt idx="1625">
                  <c:v>0.00945197661621</c:v>
                </c:pt>
                <c:pt idx="1626">
                  <c:v>0.00944516881153</c:v>
                </c:pt>
                <c:pt idx="1627">
                  <c:v>0.00943837440608</c:v>
                </c:pt>
                <c:pt idx="1628">
                  <c:v>0.00943159215203</c:v>
                </c:pt>
                <c:pt idx="1629">
                  <c:v>0.00942482082735</c:v>
                </c:pt>
                <c:pt idx="1630">
                  <c:v>0.00941805923622</c:v>
                </c:pt>
                <c:pt idx="1631">
                  <c:v>0.00941130620947</c:v>
                </c:pt>
                <c:pt idx="1632">
                  <c:v>0.00940456060483</c:v>
                </c:pt>
                <c:pt idx="1633">
                  <c:v>0.00939782130728</c:v>
                </c:pt>
                <c:pt idx="1634">
                  <c:v>0.00939108722925</c:v>
                </c:pt>
                <c:pt idx="1635">
                  <c:v>0.00938435731088</c:v>
                </c:pt>
                <c:pt idx="1636">
                  <c:v>0.00937763052012</c:v>
                </c:pt>
                <c:pt idx="1637">
                  <c:v>0.00937090585287</c:v>
                </c:pt>
                <c:pt idx="1638">
                  <c:v>0.00936418233305</c:v>
                </c:pt>
                <c:pt idx="1639">
                  <c:v>0.00935745901258</c:v>
                </c:pt>
                <c:pt idx="1640">
                  <c:v>0.00935073497138</c:v>
                </c:pt>
                <c:pt idx="1641">
                  <c:v>0.00934400931728</c:v>
                </c:pt>
                <c:pt idx="1642">
                  <c:v>0.00933728118585</c:v>
                </c:pt>
                <c:pt idx="1643">
                  <c:v>0.00933054974022</c:v>
                </c:pt>
                <c:pt idx="1644">
                  <c:v>0.00932381417084</c:v>
                </c:pt>
                <c:pt idx="1645">
                  <c:v>0.00931707369513</c:v>
                </c:pt>
                <c:pt idx="1646">
                  <c:v>0.00931032755716</c:v>
                </c:pt>
                <c:pt idx="1647">
                  <c:v>0.00930357502716</c:v>
                </c:pt>
                <c:pt idx="1648">
                  <c:v>0.00929681540108</c:v>
                </c:pt>
                <c:pt idx="1649">
                  <c:v>0.00929004799998</c:v>
                </c:pt>
                <c:pt idx="1650">
                  <c:v>0.00928327216942</c:v>
                </c:pt>
                <c:pt idx="1651">
                  <c:v>0.00927648727876</c:v>
                </c:pt>
                <c:pt idx="1652">
                  <c:v>0.00926969272043</c:v>
                </c:pt>
                <c:pt idx="1653">
                  <c:v>0.00926288790904</c:v>
                </c:pt>
                <c:pt idx="1654">
                  <c:v>0.00925607228052</c:v>
                </c:pt>
                <c:pt idx="1655">
                  <c:v>0.00924924529115</c:v>
                </c:pt>
                <c:pt idx="1656">
                  <c:v>0.00924240641648</c:v>
                </c:pt>
                <c:pt idx="1657">
                  <c:v>0.00923555515029</c:v>
                </c:pt>
                <c:pt idx="1658">
                  <c:v>0.00922869100333</c:v>
                </c:pt>
                <c:pt idx="1659">
                  <c:v>0.00922181350213</c:v>
                </c:pt>
                <c:pt idx="1660">
                  <c:v>0.00921492218767</c:v>
                </c:pt>
                <c:pt idx="1661">
                  <c:v>0.00920801661399</c:v>
                </c:pt>
                <c:pt idx="1662">
                  <c:v>0.00920109634677</c:v>
                </c:pt>
                <c:pt idx="1663">
                  <c:v>0.00919416096178</c:v>
                </c:pt>
                <c:pt idx="1664">
                  <c:v>0.00918721004338</c:v>
                </c:pt>
                <c:pt idx="1665">
                  <c:v>0.00918024318284</c:v>
                </c:pt>
                <c:pt idx="1666">
                  <c:v>0.00917325997671</c:v>
                </c:pt>
                <c:pt idx="1667">
                  <c:v>0.00916626002506</c:v>
                </c:pt>
                <c:pt idx="1668">
                  <c:v>0.00915924292973</c:v>
                </c:pt>
                <c:pt idx="1669">
                  <c:v>0.00915220829253</c:v>
                </c:pt>
                <c:pt idx="1670">
                  <c:v>0.00914515571337</c:v>
                </c:pt>
                <c:pt idx="1671">
                  <c:v>0.00913808478839</c:v>
                </c:pt>
                <c:pt idx="1672">
                  <c:v>0.00913099510807</c:v>
                </c:pt>
                <c:pt idx="1673">
                  <c:v>0.00912388625526</c:v>
                </c:pt>
                <c:pt idx="1674">
                  <c:v>0.0091167578033</c:v>
                </c:pt>
                <c:pt idx="1675">
                  <c:v>0.00910960931401</c:v>
                </c:pt>
                <c:pt idx="1676">
                  <c:v>0.00910244033577</c:v>
                </c:pt>
                <c:pt idx="1677">
                  <c:v>0.00909525040158</c:v>
                </c:pt>
                <c:pt idx="1678">
                  <c:v>0.00908803902708</c:v>
                </c:pt>
                <c:pt idx="1679">
                  <c:v>0.0090808057087</c:v>
                </c:pt>
                <c:pt idx="1680">
                  <c:v>0.0090735499217</c:v>
                </c:pt>
                <c:pt idx="1681">
                  <c:v>0.00906627111835</c:v>
                </c:pt>
                <c:pt idx="1682">
                  <c:v>0.00905896872612</c:v>
                </c:pt>
                <c:pt idx="1683">
                  <c:v>0.00905164214588</c:v>
                </c:pt>
                <c:pt idx="1684">
                  <c:v>0.00904429075023</c:v>
                </c:pt>
                <c:pt idx="1685">
                  <c:v>0.00903691388183</c:v>
                </c:pt>
                <c:pt idx="1686">
                  <c:v>0.00902951085184</c:v>
                </c:pt>
                <c:pt idx="1687">
                  <c:v>0.00902208093844</c:v>
                </c:pt>
                <c:pt idx="1688">
                  <c:v>0.0090146233854</c:v>
                </c:pt>
                <c:pt idx="1689">
                  <c:v>0.00900713740082</c:v>
                </c:pt>
                <c:pt idx="1690">
                  <c:v>0.00899962215591</c:v>
                </c:pt>
                <c:pt idx="1691">
                  <c:v>0.0089920767839</c:v>
                </c:pt>
                <c:pt idx="1692">
                  <c:v>0.00898450037909</c:v>
                </c:pt>
                <c:pt idx="1693">
                  <c:v>0.00897689199602</c:v>
                </c:pt>
                <c:pt idx="1694">
                  <c:v>0.00896925064875</c:v>
                </c:pt>
                <c:pt idx="1695">
                  <c:v>0.00896157531034</c:v>
                </c:pt>
                <c:pt idx="1696">
                  <c:v>0.00895386491237</c:v>
                </c:pt>
                <c:pt idx="1697">
                  <c:v>0.00894611834476</c:v>
                </c:pt>
                <c:pt idx="1698">
                  <c:v>0.00893833445565</c:v>
                </c:pt>
                <c:pt idx="1699">
                  <c:v>0.00893051205145</c:v>
                </c:pt>
                <c:pt idx="1700">
                  <c:v>0.00892264989711</c:v>
                </c:pt>
                <c:pt idx="1701">
                  <c:v>0.00891474671654</c:v>
                </c:pt>
                <c:pt idx="1702">
                  <c:v>0.00890680119322</c:v>
                </c:pt>
                <c:pt idx="1703">
                  <c:v>0.00889881197096</c:v>
                </c:pt>
                <c:pt idx="1704">
                  <c:v>0.00889077765492</c:v>
                </c:pt>
                <c:pt idx="1705">
                  <c:v>0.00888269681278</c:v>
                </c:pt>
                <c:pt idx="1706">
                  <c:v>0.00887456797606</c:v>
                </c:pt>
                <c:pt idx="1707">
                  <c:v>0.00886638964177</c:v>
                </c:pt>
                <c:pt idx="1708">
                  <c:v>0.00885816027411</c:v>
                </c:pt>
                <c:pt idx="1709">
                  <c:v>0.00884987830647</c:v>
                </c:pt>
                <c:pt idx="1710">
                  <c:v>0.00884154214359</c:v>
                </c:pt>
                <c:pt idx="1711">
                  <c:v>0.00883315016396</c:v>
                </c:pt>
                <c:pt idx="1712">
                  <c:v>0.00882470072235</c:v>
                </c:pt>
                <c:pt idx="1713">
                  <c:v>0.00881619215262</c:v>
                </c:pt>
                <c:pt idx="1714">
                  <c:v>0.00880762277069</c:v>
                </c:pt>
                <c:pt idx="1715">
                  <c:v>0.00879899087768</c:v>
                </c:pt>
                <c:pt idx="1716">
                  <c:v>0.00879029476327</c:v>
                </c:pt>
                <c:pt idx="1717">
                  <c:v>0.00878153270928</c:v>
                </c:pt>
                <c:pt idx="1718">
                  <c:v>0.00877270299335</c:v>
                </c:pt>
                <c:pt idx="1719">
                  <c:v>0.00876380389283</c:v>
                </c:pt>
                <c:pt idx="1720">
                  <c:v>0.0087548336889</c:v>
                </c:pt>
                <c:pt idx="1721">
                  <c:v>0.00874579067071</c:v>
                </c:pt>
                <c:pt idx="1722">
                  <c:v>0.00873667313981</c:v>
                </c:pt>
                <c:pt idx="1723">
                  <c:v>0.00872747941462</c:v>
                </c:pt>
                <c:pt idx="1724">
                  <c:v>0.00871820783509</c:v>
                </c:pt>
                <c:pt idx="1725">
                  <c:v>0.0087088567674</c:v>
                </c:pt>
                <c:pt idx="1726">
                  <c:v>0.00869942460888</c:v>
                </c:pt>
                <c:pt idx="1727">
                  <c:v>0.00868990979286</c:v>
                </c:pt>
                <c:pt idx="1728">
                  <c:v>0.00868031079376</c:v>
                </c:pt>
                <c:pt idx="1729">
                  <c:v>0.00867062613205</c:v>
                </c:pt>
                <c:pt idx="1730">
                  <c:v>0.00866085437946</c:v>
                </c:pt>
                <c:pt idx="1731">
                  <c:v>0.00865099416399</c:v>
                </c:pt>
                <c:pt idx="1732">
                  <c:v>0.00864104417509</c:v>
                </c:pt>
                <c:pt idx="1733">
                  <c:v>0.00863100316873</c:v>
                </c:pt>
                <c:pt idx="1734">
                  <c:v>0.00862086997248</c:v>
                </c:pt>
                <c:pt idx="1735">
                  <c:v>0.00861064349045</c:v>
                </c:pt>
                <c:pt idx="1736">
                  <c:v>0.00860032270828</c:v>
                </c:pt>
                <c:pt idx="1737">
                  <c:v>0.00858990669788</c:v>
                </c:pt>
                <c:pt idx="1738">
                  <c:v>0.00857939462217</c:v>
                </c:pt>
                <c:pt idx="1739">
                  <c:v>0.00856878573956</c:v>
                </c:pt>
                <c:pt idx="1740">
                  <c:v>0.00855807940836</c:v>
                </c:pt>
                <c:pt idx="1741">
                  <c:v>0.00854727509097</c:v>
                </c:pt>
                <c:pt idx="1742">
                  <c:v>0.00853637235776</c:v>
                </c:pt>
                <c:pt idx="1743">
                  <c:v>0.00852537089092</c:v>
                </c:pt>
                <c:pt idx="1744">
                  <c:v>0.00851427048783</c:v>
                </c:pt>
                <c:pt idx="1745">
                  <c:v>0.00850307106432</c:v>
                </c:pt>
                <c:pt idx="1746">
                  <c:v>0.00849177265757</c:v>
                </c:pt>
                <c:pt idx="1747">
                  <c:v>0.00848037542873</c:v>
                </c:pt>
                <c:pt idx="1748">
                  <c:v>0.00846887966514</c:v>
                </c:pt>
                <c:pt idx="1749">
                  <c:v>0.00845728578234</c:v>
                </c:pt>
                <c:pt idx="1750">
                  <c:v>0.0084455943256</c:v>
                </c:pt>
                <c:pt idx="1751">
                  <c:v>0.00843380597115</c:v>
                </c:pt>
                <c:pt idx="1752">
                  <c:v>0.00842192152701</c:v>
                </c:pt>
                <c:pt idx="1753">
                  <c:v>0.00840994193347</c:v>
                </c:pt>
                <c:pt idx="1754">
                  <c:v>0.00839786826313</c:v>
                </c:pt>
                <c:pt idx="1755">
                  <c:v>0.00838570172057</c:v>
                </c:pt>
                <c:pt idx="1756">
                  <c:v>0.00837344364159</c:v>
                </c:pt>
                <c:pt idx="1757">
                  <c:v>0.00836109549214</c:v>
                </c:pt>
                <c:pt idx="1758">
                  <c:v>0.00834865886673</c:v>
                </c:pt>
                <c:pt idx="1759">
                  <c:v>0.0083361354865</c:v>
                </c:pt>
                <c:pt idx="1760">
                  <c:v>0.00832352719695</c:v>
                </c:pt>
                <c:pt idx="1761">
                  <c:v>0.00831083596521</c:v>
                </c:pt>
                <c:pt idx="1762">
                  <c:v>0.00829806387695</c:v>
                </c:pt>
                <c:pt idx="1763">
                  <c:v>0.00828521313297</c:v>
                </c:pt>
                <c:pt idx="1764">
                  <c:v>0.00827228604542</c:v>
                </c:pt>
                <c:pt idx="1765">
                  <c:v>0.00825928503367</c:v>
                </c:pt>
                <c:pt idx="1766">
                  <c:v>0.00824621261988</c:v>
                </c:pt>
                <c:pt idx="1767">
                  <c:v>0.00823307142428</c:v>
                </c:pt>
                <c:pt idx="1768">
                  <c:v>0.00821986416013</c:v>
                </c:pt>
                <c:pt idx="1769">
                  <c:v>0.00820659362847</c:v>
                </c:pt>
                <c:pt idx="1770">
                  <c:v>0.00819326271265</c:v>
                </c:pt>
                <c:pt idx="1771">
                  <c:v>0.00817987437253</c:v>
                </c:pt>
                <c:pt idx="1772">
                  <c:v>0.00816643163865</c:v>
                </c:pt>
                <c:pt idx="1773">
                  <c:v>0.0081529376061</c:v>
                </c:pt>
                <c:pt idx="1774">
                  <c:v>0.00813939542834</c:v>
                </c:pt>
                <c:pt idx="1775">
                  <c:v>0.00812580831085</c:v>
                </c:pt>
                <c:pt idx="1776">
                  <c:v>0.00811217950474</c:v>
                </c:pt>
                <c:pt idx="1777">
                  <c:v>0.00809851230023</c:v>
                </c:pt>
                <c:pt idx="1778">
                  <c:v>0.00808481002014</c:v>
                </c:pt>
                <c:pt idx="1779">
                  <c:v>0.00807107601336</c:v>
                </c:pt>
                <c:pt idx="1780">
                  <c:v>0.00805731364832</c:v>
                </c:pt>
                <c:pt idx="1781">
                  <c:v>0.00804352630646</c:v>
                </c:pt>
                <c:pt idx="1782">
                  <c:v>0.00802971737588</c:v>
                </c:pt>
                <c:pt idx="1783">
                  <c:v>0.00801589024487</c:v>
                </c:pt>
                <c:pt idx="1784">
                  <c:v>0.00800204829574</c:v>
                </c:pt>
                <c:pt idx="1785">
                  <c:v>0.00798819489863</c:v>
                </c:pt>
                <c:pt idx="1786">
                  <c:v>0.00797433340553</c:v>
                </c:pt>
                <c:pt idx="1787">
                  <c:v>0.00796046714445</c:v>
                </c:pt>
                <c:pt idx="1788">
                  <c:v>0.00794659941371</c:v>
                </c:pt>
                <c:pt idx="1789">
                  <c:v>0.00793273347651</c:v>
                </c:pt>
                <c:pt idx="1790">
                  <c:v>0.00791887255562</c:v>
                </c:pt>
                <c:pt idx="1791">
                  <c:v>0.00790501982834</c:v>
                </c:pt>
                <c:pt idx="1792">
                  <c:v>0.00789117842164</c:v>
                </c:pt>
                <c:pt idx="1793">
                  <c:v>0.00787735140758</c:v>
                </c:pt>
                <c:pt idx="1794">
                  <c:v>0.00786354179895</c:v>
                </c:pt>
                <c:pt idx="1795">
                  <c:v>0.00784975254514</c:v>
                </c:pt>
                <c:pt idx="1796">
                  <c:v>0.00783598652836</c:v>
                </c:pt>
                <c:pt idx="1797">
                  <c:v>0.00782224655995</c:v>
                </c:pt>
                <c:pt idx="1798">
                  <c:v>0.00780853537716</c:v>
                </c:pt>
                <c:pt idx="1799">
                  <c:v>0.00779485564001</c:v>
                </c:pt>
                <c:pt idx="1800">
                  <c:v>0.00778120992855</c:v>
                </c:pt>
                <c:pt idx="1801">
                  <c:v>0.0077676007403</c:v>
                </c:pt>
                <c:pt idx="1802">
                  <c:v>0.00775403048799</c:v>
                </c:pt>
                <c:pt idx="1803">
                  <c:v>0.00774050149759</c:v>
                </c:pt>
                <c:pt idx="1804">
                  <c:v>0.00772701600652</c:v>
                </c:pt>
                <c:pt idx="1805">
                  <c:v>0.00771357616217</c:v>
                </c:pt>
                <c:pt idx="1806">
                  <c:v>0.00770018402069</c:v>
                </c:pt>
                <c:pt idx="1807">
                  <c:v>0.00768684154596</c:v>
                </c:pt>
                <c:pt idx="1808">
                  <c:v>0.00767355060881</c:v>
                </c:pt>
                <c:pt idx="1809">
                  <c:v>0.00766031298653</c:v>
                </c:pt>
                <c:pt idx="1810">
                  <c:v>0.00764713036255</c:v>
                </c:pt>
                <c:pt idx="1811">
                  <c:v>0.00763400432629</c:v>
                </c:pt>
                <c:pt idx="1812">
                  <c:v>0.00762093637337</c:v>
                </c:pt>
                <c:pt idx="1813">
                  <c:v>0.00760792790581</c:v>
                </c:pt>
                <c:pt idx="1814">
                  <c:v>0.00759498023262</c:v>
                </c:pt>
                <c:pt idx="1815">
                  <c:v>0.00758209457041</c:v>
                </c:pt>
                <c:pt idx="1816">
                  <c:v>0.0075692720443</c:v>
                </c:pt>
                <c:pt idx="1817">
                  <c:v>0.00755651368888</c:v>
                </c:pt>
                <c:pt idx="1818">
                  <c:v>0.00754382044942</c:v>
                </c:pt>
                <c:pt idx="1819">
                  <c:v>0.00753119318314</c:v>
                </c:pt>
                <c:pt idx="1820">
                  <c:v>0.00751863266071</c:v>
                </c:pt>
                <c:pt idx="1821">
                  <c:v>0.00750613956778</c:v>
                </c:pt>
                <c:pt idx="1822">
                  <c:v>0.00749371450667</c:v>
                </c:pt>
                <c:pt idx="1823">
                  <c:v>0.0074813579982</c:v>
                </c:pt>
                <c:pt idx="1824">
                  <c:v>0.00746907048354</c:v>
                </c:pt>
                <c:pt idx="1825">
                  <c:v>0.00745685232625</c:v>
                </c:pt>
                <c:pt idx="1826">
                  <c:v>0.00744470381429</c:v>
                </c:pt>
                <c:pt idx="1827">
                  <c:v>0.00743262516221</c:v>
                </c:pt>
                <c:pt idx="1828">
                  <c:v>0.00742061651331</c:v>
                </c:pt>
                <c:pt idx="1829">
                  <c:v>0.00740867794196</c:v>
                </c:pt>
                <c:pt idx="1830">
                  <c:v>0.00739680945585</c:v>
                </c:pt>
                <c:pt idx="1831">
                  <c:v>0.00738501099838</c:v>
                </c:pt>
                <c:pt idx="1832">
                  <c:v>0.00737328245103</c:v>
                </c:pt>
                <c:pt idx="1833">
                  <c:v>0.00736162363578</c:v>
                </c:pt>
                <c:pt idx="1834">
                  <c:v>0.00735003431755</c:v>
                </c:pt>
                <c:pt idx="1835">
                  <c:v>0.00733851420662</c:v>
                </c:pt>
                <c:pt idx="1836">
                  <c:v>0.00732706296112</c:v>
                </c:pt>
                <c:pt idx="1837">
                  <c:v>0.00731568018944</c:v>
                </c:pt>
                <c:pt idx="1838">
                  <c:v>0.00730436545272</c:v>
                </c:pt>
                <c:pt idx="1839">
                  <c:v>0.00729311826726</c:v>
                </c:pt>
                <c:pt idx="1840">
                  <c:v>0.00728193810695</c:v>
                </c:pt>
                <c:pt idx="1841">
                  <c:v>0.00727082440567</c:v>
                </c:pt>
                <c:pt idx="1842">
                  <c:v>0.00725977655967</c:v>
                </c:pt>
                <c:pt idx="1843">
                  <c:v>0.0072487939299</c:v>
                </c:pt>
                <c:pt idx="1844">
                  <c:v>0.00723787584433</c:v>
                </c:pt>
                <c:pt idx="1845">
                  <c:v>0.00722702160023</c:v>
                </c:pt>
                <c:pt idx="1846">
                  <c:v>0.00721623046638</c:v>
                </c:pt>
                <c:pt idx="1847">
                  <c:v>0.00720550168526</c:v>
                </c:pt>
                <c:pt idx="1848">
                  <c:v>0.00719483447518</c:v>
                </c:pt>
                <c:pt idx="1849">
                  <c:v>0.0071842280324</c:v>
                </c:pt>
                <c:pt idx="1850">
                  <c:v>0.0071736815331</c:v>
                </c:pt>
                <c:pt idx="1851">
                  <c:v>0.00716319413538</c:v>
                </c:pt>
                <c:pt idx="1852">
                  <c:v>0.00715276498121</c:v>
                </c:pt>
                <c:pt idx="1853">
                  <c:v>0.0071423931982</c:v>
                </c:pt>
                <c:pt idx="1854">
                  <c:v>0.00713207790149</c:v>
                </c:pt>
                <c:pt idx="1855">
                  <c:v>0.00712181819539</c:v>
                </c:pt>
                <c:pt idx="1856">
                  <c:v>0.00711161317508</c:v>
                </c:pt>
                <c:pt idx="1857">
                  <c:v>0.00710146192824</c:v>
                </c:pt>
                <c:pt idx="1858">
                  <c:v>0.00709136353652</c:v>
                </c:pt>
                <c:pt idx="1859">
                  <c:v>0.00708131707702</c:v>
                </c:pt>
                <c:pt idx="1860">
                  <c:v>0.00707132162372</c:v>
                </c:pt>
                <c:pt idx="1861">
                  <c:v>0.00706137624877</c:v>
                </c:pt>
                <c:pt idx="1862">
                  <c:v>0.00705148002377</c:v>
                </c:pt>
                <c:pt idx="1863">
                  <c:v>0.00704163202094</c:v>
                </c:pt>
                <c:pt idx="1864">
                  <c:v>0.00703183131429</c:v>
                </c:pt>
                <c:pt idx="1865">
                  <c:v>0.00702207698063</c:v>
                </c:pt>
                <c:pt idx="1866">
                  <c:v>0.00701236810059</c:v>
                </c:pt>
                <c:pt idx="1867">
                  <c:v>0.00700270375957</c:v>
                </c:pt>
                <c:pt idx="1868">
                  <c:v>0.00699308304855</c:v>
                </c:pt>
                <c:pt idx="1869">
                  <c:v>0.00698350506495</c:v>
                </c:pt>
                <c:pt idx="1870">
                  <c:v>0.00697396891335</c:v>
                </c:pt>
                <c:pt idx="1871">
                  <c:v>0.00696447370615</c:v>
                </c:pt>
                <c:pt idx="1872">
                  <c:v>0.00695501856423</c:v>
                </c:pt>
                <c:pt idx="1873">
                  <c:v>0.0069456026175</c:v>
                </c:pt>
                <c:pt idx="1874">
                  <c:v>0.00693622500543</c:v>
                </c:pt>
                <c:pt idx="1875">
                  <c:v>0.00692688487745</c:v>
                </c:pt>
                <c:pt idx="1876">
                  <c:v>0.00691758139345</c:v>
                </c:pt>
                <c:pt idx="1877">
                  <c:v>0.00690831372403</c:v>
                </c:pt>
                <c:pt idx="1878">
                  <c:v>0.00689908105091</c:v>
                </c:pt>
                <c:pt idx="1879">
                  <c:v>0.00688988256712</c:v>
                </c:pt>
                <c:pt idx="1880">
                  <c:v>0.00688071747724</c:v>
                </c:pt>
                <c:pt idx="1881">
                  <c:v>0.00687158499758</c:v>
                </c:pt>
                <c:pt idx="1882">
                  <c:v>0.00686248435633</c:v>
                </c:pt>
                <c:pt idx="1883">
                  <c:v>0.00685341479362</c:v>
                </c:pt>
                <c:pt idx="1884">
                  <c:v>0.00684437556159</c:v>
                </c:pt>
                <c:pt idx="1885">
                  <c:v>0.00683536592446</c:v>
                </c:pt>
                <c:pt idx="1886">
                  <c:v>0.00682638515844</c:v>
                </c:pt>
                <c:pt idx="1887">
                  <c:v>0.00681743255179</c:v>
                </c:pt>
                <c:pt idx="1888">
                  <c:v>0.00680850740467</c:v>
                </c:pt>
                <c:pt idx="1889">
                  <c:v>0.0067996090291</c:v>
                </c:pt>
                <c:pt idx="1890">
                  <c:v>0.00679073674881</c:v>
                </c:pt>
                <c:pt idx="1891">
                  <c:v>0.00678188989915</c:v>
                </c:pt>
                <c:pt idx="1892">
                  <c:v>0.00677306782687</c:v>
                </c:pt>
                <c:pt idx="1893">
                  <c:v>0.00676426988998</c:v>
                </c:pt>
                <c:pt idx="1894">
                  <c:v>0.00675549545755</c:v>
                </c:pt>
                <c:pt idx="1895">
                  <c:v>0.00674674390951</c:v>
                </c:pt>
                <c:pt idx="1896">
                  <c:v>0.0067380146364</c:v>
                </c:pt>
                <c:pt idx="1897">
                  <c:v>0.00672930703916</c:v>
                </c:pt>
                <c:pt idx="1898">
                  <c:v>0.00672062052891</c:v>
                </c:pt>
                <c:pt idx="1899">
                  <c:v>0.00671195452665</c:v>
                </c:pt>
                <c:pt idx="1900">
                  <c:v>0.00670330846305</c:v>
                </c:pt>
                <c:pt idx="1901">
                  <c:v>0.0066946817782</c:v>
                </c:pt>
                <c:pt idx="1902">
                  <c:v>0.00668607392131</c:v>
                </c:pt>
                <c:pt idx="1903">
                  <c:v>0.00667748435052</c:v>
                </c:pt>
                <c:pt idx="1904">
                  <c:v>0.00666891253258</c:v>
                </c:pt>
                <c:pt idx="1905">
                  <c:v>0.00666035794265</c:v>
                </c:pt>
                <c:pt idx="1906">
                  <c:v>0.00665182006404</c:v>
                </c:pt>
                <c:pt idx="1907">
                  <c:v>0.00664329838799</c:v>
                </c:pt>
                <c:pt idx="1908">
                  <c:v>0.00663479241342</c:v>
                </c:pt>
                <c:pt idx="1909">
                  <c:v>0.00662630164673</c:v>
                </c:pt>
                <c:pt idx="1910">
                  <c:v>0.00661782560161</c:v>
                </c:pt>
                <c:pt idx="1911">
                  <c:v>0.00660936379881</c:v>
                </c:pt>
                <c:pt idx="1912">
                  <c:v>0.00660091576604</c:v>
                </c:pt>
                <c:pt idx="1913">
                  <c:v>0.00659248103772</c:v>
                </c:pt>
                <c:pt idx="1914">
                  <c:v>0.0065840591549</c:v>
                </c:pt>
                <c:pt idx="1915">
                  <c:v>0.00657564966513</c:v>
                </c:pt>
                <c:pt idx="1916">
                  <c:v>0.00656725212232</c:v>
                </c:pt>
                <c:pt idx="1917">
                  <c:v>0.00655886608671</c:v>
                </c:pt>
                <c:pt idx="1918">
                  <c:v>0.00655049112475</c:v>
                </c:pt>
                <c:pt idx="1919">
                  <c:v>0.00654212680909</c:v>
                </c:pt>
                <c:pt idx="1920">
                  <c:v>0.00653377271855</c:v>
                </c:pt>
                <c:pt idx="1921">
                  <c:v>0.00652542843809</c:v>
                </c:pt>
                <c:pt idx="1922">
                  <c:v>0.00651709355889</c:v>
                </c:pt>
                <c:pt idx="1923">
                  <c:v>0.00650876767833</c:v>
                </c:pt>
                <c:pt idx="1924">
                  <c:v>0.0065004504001</c:v>
                </c:pt>
                <c:pt idx="1925">
                  <c:v>0.00649214133426</c:v>
                </c:pt>
                <c:pt idx="1926">
                  <c:v>0.00648384009737</c:v>
                </c:pt>
                <c:pt idx="1927">
                  <c:v>0.00647554631261</c:v>
                </c:pt>
                <c:pt idx="1928">
                  <c:v>0.00646725960992</c:v>
                </c:pt>
                <c:pt idx="1929">
                  <c:v>0.00645897962621</c:v>
                </c:pt>
                <c:pt idx="1930">
                  <c:v>0.00645070600551</c:v>
                </c:pt>
                <c:pt idx="1931">
                  <c:v>0.00644243839924</c:v>
                </c:pt>
                <c:pt idx="1932">
                  <c:v>0.00643417646638</c:v>
                </c:pt>
                <c:pt idx="1933">
                  <c:v>0.0064259198738</c:v>
                </c:pt>
                <c:pt idx="1934">
                  <c:v>0.00641766829647</c:v>
                </c:pt>
                <c:pt idx="1935">
                  <c:v>0.00640942141777</c:v>
                </c:pt>
                <c:pt idx="1936">
                  <c:v>0.00640117892982</c:v>
                </c:pt>
                <c:pt idx="1937">
                  <c:v>0.00639294053378</c:v>
                </c:pt>
                <c:pt idx="1938">
                  <c:v>0.00638470594018</c:v>
                </c:pt>
                <c:pt idx="1939">
                  <c:v>0.00637647486929</c:v>
                </c:pt>
                <c:pt idx="1940">
                  <c:v>0.00636824705149</c:v>
                </c:pt>
                <c:pt idx="1941">
                  <c:v>0.00636002222763</c:v>
                </c:pt>
                <c:pt idx="1942">
                  <c:v>0.00635180014939</c:v>
                </c:pt>
                <c:pt idx="1943">
                  <c:v>0.00634358057973</c:v>
                </c:pt>
                <c:pt idx="1944">
                  <c:v>0.00633536329325</c:v>
                </c:pt>
                <c:pt idx="1945">
                  <c:v>0.00632714807662</c:v>
                </c:pt>
                <c:pt idx="1946">
                  <c:v>0.00631893472895</c:v>
                </c:pt>
                <c:pt idx="1947">
                  <c:v>0.00631072306225</c:v>
                </c:pt>
                <c:pt idx="1948">
                  <c:v>0.00630251290184</c:v>
                </c:pt>
                <c:pt idx="1949">
                  <c:v>0.00629430408673</c:v>
                </c:pt>
                <c:pt idx="1950">
                  <c:v>0.00628609647006</c:v>
                </c:pt>
                <c:pt idx="1951">
                  <c:v>0.0062778899195</c:v>
                </c:pt>
                <c:pt idx="1952">
                  <c:v>0.00626968431766</c:v>
                </c:pt>
                <c:pt idx="1953">
                  <c:v>0.00626147956249</c:v>
                </c:pt>
                <c:pt idx="1954">
                  <c:v>0.00625327556767</c:v>
                </c:pt>
                <c:pt idx="1955">
                  <c:v>0.00624507226294</c:v>
                </c:pt>
                <c:pt idx="1956">
                  <c:v>0.00623686959457</c:v>
                </c:pt>
                <c:pt idx="1957">
                  <c:v>0.00622866752559</c:v>
                </c:pt>
                <c:pt idx="1958">
                  <c:v>0.00622046603623</c:v>
                </c:pt>
                <c:pt idx="1959">
                  <c:v>0.00621226512418</c:v>
                </c:pt>
                <c:pt idx="1960">
                  <c:v>0.0062040648049</c:v>
                </c:pt>
                <c:pt idx="1961">
                  <c:v>0.00619586511193</c:v>
                </c:pt>
                <c:pt idx="1962">
                  <c:v>0.0061876660971</c:v>
                </c:pt>
                <c:pt idx="1963">
                  <c:v>0.00617946783082</c:v>
                </c:pt>
                <c:pt idx="1964">
                  <c:v>0.00617127040224</c:v>
                </c:pt>
                <c:pt idx="1965">
                  <c:v>0.00616307391947</c:v>
                </c:pt>
                <c:pt idx="1966">
                  <c:v>0.00615487850971</c:v>
                </c:pt>
                <c:pt idx="1967">
                  <c:v>0.00614668431937</c:v>
                </c:pt>
                <c:pt idx="1968">
                  <c:v>0.0061384915142</c:v>
                </c:pt>
                <c:pt idx="1969">
                  <c:v>0.0061303002793</c:v>
                </c:pt>
                <c:pt idx="1970">
                  <c:v>0.00612211081919</c:v>
                </c:pt>
                <c:pt idx="1971">
                  <c:v>0.00611392335778</c:v>
                </c:pt>
                <c:pt idx="1972">
                  <c:v>0.00610573813832</c:v>
                </c:pt>
                <c:pt idx="1973">
                  <c:v>0.00609755542335</c:v>
                </c:pt>
                <c:pt idx="1974">
                  <c:v>0.00608937549456</c:v>
                </c:pt>
                <c:pt idx="1975">
                  <c:v>0.00608119865263</c:v>
                </c:pt>
                <c:pt idx="1976">
                  <c:v>0.00607302521705</c:v>
                </c:pt>
                <c:pt idx="1977">
                  <c:v>0.00606485552589</c:v>
                </c:pt>
                <c:pt idx="1978">
                  <c:v>0.00605668993552</c:v>
                </c:pt>
                <c:pt idx="1979">
                  <c:v>0.0060485288203</c:v>
                </c:pt>
                <c:pt idx="1980">
                  <c:v>0.00604037257223</c:v>
                </c:pt>
                <c:pt idx="1981">
                  <c:v>0.00603222160059</c:v>
                </c:pt>
                <c:pt idx="1982">
                  <c:v>0.00602407633148</c:v>
                </c:pt>
                <c:pt idx="1983">
                  <c:v>0.00601593720735</c:v>
                </c:pt>
                <c:pt idx="1984">
                  <c:v>0.00600780468655</c:v>
                </c:pt>
                <c:pt idx="1985">
                  <c:v>0.00599967924275</c:v>
                </c:pt>
                <c:pt idx="1986">
                  <c:v>0.00599156136441</c:v>
                </c:pt>
                <c:pt idx="1987">
                  <c:v>0.00598345155413</c:v>
                </c:pt>
                <c:pt idx="1988">
                  <c:v>0.00597535032806</c:v>
                </c:pt>
                <c:pt idx="1989">
                  <c:v>0.00596725821521</c:v>
                </c:pt>
                <c:pt idx="1990">
                  <c:v>0.00595917575677</c:v>
                </c:pt>
                <c:pt idx="1991">
                  <c:v>0.00595110350538</c:v>
                </c:pt>
                <c:pt idx="1992">
                  <c:v>0.0059430420244</c:v>
                </c:pt>
                <c:pt idx="1993">
                  <c:v>0.00593499188715</c:v>
                </c:pt>
                <c:pt idx="1994">
                  <c:v>0.0059269536761</c:v>
                </c:pt>
                <c:pt idx="1995">
                  <c:v>0.00591892798207</c:v>
                </c:pt>
                <c:pt idx="1996">
                  <c:v>0.00591091540344</c:v>
                </c:pt>
                <c:pt idx="1997">
                  <c:v>0.00590291654528</c:v>
                </c:pt>
                <c:pt idx="1998">
                  <c:v>0.00589493201852</c:v>
                </c:pt>
                <c:pt idx="1999">
                  <c:v>0.0058869624391</c:v>
                </c:pt>
                <c:pt idx="2000">
                  <c:v>0.00587900842713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0.75"/>
          <c:min val="0"/>
        </c:scaling>
        <c:delete val="0"/>
        <c:axPos val="l"/>
        <c:majorGridlines>
          <c:spPr>
            <a:ln xmlns:a="http://schemas.openxmlformats.org/drawingml/2006/main" w="4763">
              <a:solidFill>
                <a:srgbClr val="EEEEEE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2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majorUnit val="1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4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U/t = 7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222222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scatterChart>
        <c:scatterStyle val="lineMarker"/>
        <c:varyColors val="0"/>
        <c:ser>
          <c:idx val="0"/>
          <c:order val="0"/>
          <c:tx>
            <c:v>charge</c:v>
          </c:tx>
          <c:spPr>
            <a:ln xmlns:a="http://schemas.openxmlformats.org/drawingml/2006/main" w="15240">
              <a:solidFill>
                <a:srgbClr val="C43C64"/>
              </a:solidFill>
              <a:prstDash val="solid"/>
            </a:ln>
          </c:spPr>
          <c:marker>
            <c:symbol val="none"/>
            <c:size val="5"/>
            <c:spPr>
              <a:solidFill xmlns:a="http://schemas.openxmlformats.org/drawingml/2006/main">
                <a:srgbClr val="C43C64"/>
              </a:solidFill>
            </c:spPr>
          </c:marker>
          <c:xVal>
            <c:numRef>
              <c:f>'Chart Data'!$A$2:$A$2002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Data'!$B$2:$B$2002</c:f>
              <c:numCache>
                <c:formatCode>0.0</c:formatCode>
                <c:ptCount val="2001"/>
                <c:pt idx="0">
                  <c:v>0.0033596120688</c:v>
                </c:pt>
                <c:pt idx="1">
                  <c:v>0.00336632374936</c:v>
                </c:pt>
                <c:pt idx="2">
                  <c:v>0.00337305621908</c:v>
                </c:pt>
                <c:pt idx="3">
                  <c:v>0.00337980956692</c:v>
                </c:pt>
                <c:pt idx="4">
                  <c:v>0.00338658388234</c:v>
                </c:pt>
                <c:pt idx="5">
                  <c:v>0.00339337925527</c:v>
                </c:pt>
                <c:pt idx="6">
                  <c:v>0.00340019577616</c:v>
                </c:pt>
                <c:pt idx="7">
                  <c:v>0.00340703353596</c:v>
                </c:pt>
                <c:pt idx="8">
                  <c:v>0.00341389262613</c:v>
                </c:pt>
                <c:pt idx="9">
                  <c:v>0.00342077313864</c:v>
                </c:pt>
                <c:pt idx="10">
                  <c:v>0.00342767516597</c:v>
                </c:pt>
                <c:pt idx="11">
                  <c:v>0.00343459880114</c:v>
                </c:pt>
                <c:pt idx="12">
                  <c:v>0.00344154413767</c:v>
                </c:pt>
                <c:pt idx="13">
                  <c:v>0.00344851126961</c:v>
                </c:pt>
                <c:pt idx="14">
                  <c:v>0.00345550029155</c:v>
                </c:pt>
                <c:pt idx="15">
                  <c:v>0.00346251129859</c:v>
                </c:pt>
                <c:pt idx="16">
                  <c:v>0.00346954438641</c:v>
                </c:pt>
                <c:pt idx="17">
                  <c:v>0.00347659965119</c:v>
                </c:pt>
                <c:pt idx="18">
                  <c:v>0.00348367718967</c:v>
                </c:pt>
                <c:pt idx="19">
                  <c:v>0.00349077709915</c:v>
                </c:pt>
                <c:pt idx="20">
                  <c:v>0.00349789947746</c:v>
                </c:pt>
                <c:pt idx="21">
                  <c:v>0.00350504442301</c:v>
                </c:pt>
                <c:pt idx="22">
                  <c:v>0.00351221203475</c:v>
                </c:pt>
                <c:pt idx="23">
                  <c:v>0.00351940241222</c:v>
                </c:pt>
                <c:pt idx="24">
                  <c:v>0.0035266156555</c:v>
                </c:pt>
                <c:pt idx="25">
                  <c:v>0.00353385186526</c:v>
                </c:pt>
                <c:pt idx="26">
                  <c:v>0.00354111114274</c:v>
                </c:pt>
                <c:pt idx="27">
                  <c:v>0.00354839358977</c:v>
                </c:pt>
                <c:pt idx="28">
                  <c:v>0.00355569930876</c:v>
                </c:pt>
                <c:pt idx="29">
                  <c:v>0.0035630284027</c:v>
                </c:pt>
                <c:pt idx="30">
                  <c:v>0.0035703809752</c:v>
                </c:pt>
                <c:pt idx="31">
                  <c:v>0.00357775713043</c:v>
                </c:pt>
                <c:pt idx="32">
                  <c:v>0.0035851569732</c:v>
                </c:pt>
                <c:pt idx="33">
                  <c:v>0.00359258060891</c:v>
                </c:pt>
                <c:pt idx="34">
                  <c:v>0.00360002814356</c:v>
                </c:pt>
                <c:pt idx="35">
                  <c:v>0.00360749968378</c:v>
                </c:pt>
                <c:pt idx="36">
                  <c:v>0.00361499533681</c:v>
                </c:pt>
                <c:pt idx="37">
                  <c:v>0.00362251521054</c:v>
                </c:pt>
                <c:pt idx="38">
                  <c:v>0.00363005941346</c:v>
                </c:pt>
                <c:pt idx="39">
                  <c:v>0.00363762805471</c:v>
                </c:pt>
                <c:pt idx="40">
                  <c:v>0.00364522124405</c:v>
                </c:pt>
                <c:pt idx="41">
                  <c:v>0.0036528390919</c:v>
                </c:pt>
                <c:pt idx="42">
                  <c:v>0.00366048170933</c:v>
                </c:pt>
                <c:pt idx="43">
                  <c:v>0.00366814920806</c:v>
                </c:pt>
                <c:pt idx="44">
                  <c:v>0.00367584170045</c:v>
                </c:pt>
                <c:pt idx="45">
                  <c:v>0.00368355929954</c:v>
                </c:pt>
                <c:pt idx="46">
                  <c:v>0.00369130211904</c:v>
                </c:pt>
                <c:pt idx="47">
                  <c:v>0.00369907027332</c:v>
                </c:pt>
                <c:pt idx="48">
                  <c:v>0.00370686387743</c:v>
                </c:pt>
                <c:pt idx="49">
                  <c:v>0.0037146830471</c:v>
                </c:pt>
                <c:pt idx="50">
                  <c:v>0.00372252789877</c:v>
                </c:pt>
                <c:pt idx="51">
                  <c:v>0.00373039854954</c:v>
                </c:pt>
                <c:pt idx="52">
                  <c:v>0.00373829511723</c:v>
                </c:pt>
                <c:pt idx="53">
                  <c:v>0.00374621772034</c:v>
                </c:pt>
                <c:pt idx="54">
                  <c:v>0.00375416647811</c:v>
                </c:pt>
                <c:pt idx="55">
                  <c:v>0.00376214151046</c:v>
                </c:pt>
                <c:pt idx="56">
                  <c:v>0.00377014293805</c:v>
                </c:pt>
                <c:pt idx="57">
                  <c:v>0.00377817088227</c:v>
                </c:pt>
                <c:pt idx="58">
                  <c:v>0.00378622546521</c:v>
                </c:pt>
                <c:pt idx="59">
                  <c:v>0.00379430680973</c:v>
                </c:pt>
                <c:pt idx="60">
                  <c:v>0.0038024150394</c:v>
                </c:pt>
                <c:pt idx="61">
                  <c:v>0.00381055027856</c:v>
                </c:pt>
                <c:pt idx="62">
                  <c:v>0.00381871265229</c:v>
                </c:pt>
                <c:pt idx="63">
                  <c:v>0.00382690228642</c:v>
                </c:pt>
                <c:pt idx="64">
                  <c:v>0.00383511930758</c:v>
                </c:pt>
                <c:pt idx="65">
                  <c:v>0.00384336384311</c:v>
                </c:pt>
                <c:pt idx="66">
                  <c:v>0.00385163602119</c:v>
                </c:pt>
                <c:pt idx="67">
                  <c:v>0.00385993597073</c:v>
                </c:pt>
                <c:pt idx="68">
                  <c:v>0.00386826382145</c:v>
                </c:pt>
                <c:pt idx="69">
                  <c:v>0.00387661970386</c:v>
                </c:pt>
                <c:pt idx="70">
                  <c:v>0.00388500374927</c:v>
                </c:pt>
                <c:pt idx="71">
                  <c:v>0.0038934160898</c:v>
                </c:pt>
                <c:pt idx="72">
                  <c:v>0.00390185685837</c:v>
                </c:pt>
                <c:pt idx="73">
                  <c:v>0.00391032618873</c:v>
                </c:pt>
                <c:pt idx="74">
                  <c:v>0.00391882421545</c:v>
                </c:pt>
                <c:pt idx="75">
                  <c:v>0.00392735107393</c:v>
                </c:pt>
                <c:pt idx="76">
                  <c:v>0.0039359069004</c:v>
                </c:pt>
                <c:pt idx="77">
                  <c:v>0.00394449183194</c:v>
                </c:pt>
                <c:pt idx="78">
                  <c:v>0.0039531060065</c:v>
                </c:pt>
                <c:pt idx="79">
                  <c:v>0.00396174956285</c:v>
                </c:pt>
                <c:pt idx="80">
                  <c:v>0.00397042264065</c:v>
                </c:pt>
                <c:pt idx="81">
                  <c:v>0.00397912538042</c:v>
                </c:pt>
                <c:pt idx="82">
                  <c:v>0.00398785792357</c:v>
                </c:pt>
                <c:pt idx="83">
                  <c:v>0.00399662041237</c:v>
                </c:pt>
                <c:pt idx="84">
                  <c:v>0.00400541299001</c:v>
                </c:pt>
                <c:pt idx="85">
                  <c:v>0.00401423580056</c:v>
                </c:pt>
                <c:pt idx="86">
                  <c:v>0.004023088989</c:v>
                </c:pt>
                <c:pt idx="87">
                  <c:v>0.00403197270122</c:v>
                </c:pt>
                <c:pt idx="88">
                  <c:v>0.00404088708404</c:v>
                </c:pt>
                <c:pt idx="89">
                  <c:v>0.0040498322852</c:v>
                </c:pt>
                <c:pt idx="90">
                  <c:v>0.00405880845337</c:v>
                </c:pt>
                <c:pt idx="91">
                  <c:v>0.00406781573817</c:v>
                </c:pt>
                <c:pt idx="92">
                  <c:v>0.00407685429017</c:v>
                </c:pt>
                <c:pt idx="93">
                  <c:v>0.00408592426089</c:v>
                </c:pt>
                <c:pt idx="94">
                  <c:v>0.00409502580282</c:v>
                </c:pt>
                <c:pt idx="95">
                  <c:v>0.00410415906943</c:v>
                </c:pt>
                <c:pt idx="96">
                  <c:v>0.00411332421516</c:v>
                </c:pt>
                <c:pt idx="97">
                  <c:v>0.00412252139544</c:v>
                </c:pt>
                <c:pt idx="98">
                  <c:v>0.00413175076669</c:v>
                </c:pt>
                <c:pt idx="99">
                  <c:v>0.00414101248636</c:v>
                </c:pt>
                <c:pt idx="100">
                  <c:v>0.00415030671289</c:v>
                </c:pt>
                <c:pt idx="101">
                  <c:v>0.00415963360575</c:v>
                </c:pt>
                <c:pt idx="102">
                  <c:v>0.00416899332543</c:v>
                </c:pt>
                <c:pt idx="103">
                  <c:v>0.00417838603348</c:v>
                </c:pt>
                <c:pt idx="104">
                  <c:v>0.00418781189246</c:v>
                </c:pt>
                <c:pt idx="105">
                  <c:v>0.00419727106603</c:v>
                </c:pt>
                <c:pt idx="106">
                  <c:v>0.00420676371887</c:v>
                </c:pt>
                <c:pt idx="107">
                  <c:v>0.00421629001677</c:v>
                </c:pt>
                <c:pt idx="108">
                  <c:v>0.00422585012657</c:v>
                </c:pt>
                <c:pt idx="109">
                  <c:v>0.00423544421623</c:v>
                </c:pt>
                <c:pt idx="110">
                  <c:v>0.00424507245478</c:v>
                </c:pt>
                <c:pt idx="111">
                  <c:v>0.00425473501239</c:v>
                </c:pt>
                <c:pt idx="112">
                  <c:v>0.00426443206031</c:v>
                </c:pt>
                <c:pt idx="113">
                  <c:v>0.00427416377095</c:v>
                </c:pt>
                <c:pt idx="114">
                  <c:v>0.00428393031784</c:v>
                </c:pt>
                <c:pt idx="115">
                  <c:v>0.00429373187566</c:v>
                </c:pt>
                <c:pt idx="116">
                  <c:v>0.00430356862024</c:v>
                </c:pt>
                <c:pt idx="117">
                  <c:v>0.00431344072859</c:v>
                </c:pt>
                <c:pt idx="118">
                  <c:v>0.00432334837889</c:v>
                </c:pt>
                <c:pt idx="119">
                  <c:v>0.00433329175048</c:v>
                </c:pt>
                <c:pt idx="120">
                  <c:v>0.00434327102393</c:v>
                </c:pt>
                <c:pt idx="121">
                  <c:v>0.004353286381</c:v>
                </c:pt>
                <c:pt idx="122">
                  <c:v>0.00436333800467</c:v>
                </c:pt>
                <c:pt idx="123">
                  <c:v>0.00437342607913</c:v>
                </c:pt>
                <c:pt idx="124">
                  <c:v>0.00438355078982</c:v>
                </c:pt>
                <c:pt idx="125">
                  <c:v>0.00439371232343</c:v>
                </c:pt>
                <c:pt idx="126">
                  <c:v>0.00440391086789</c:v>
                </c:pt>
                <c:pt idx="127">
                  <c:v>0.00441414661243</c:v>
                </c:pt>
                <c:pt idx="128">
                  <c:v>0.00442441974751</c:v>
                </c:pt>
                <c:pt idx="129">
                  <c:v>0.00443473046493</c:v>
                </c:pt>
                <c:pt idx="130">
                  <c:v>0.00444507895777</c:v>
                </c:pt>
                <c:pt idx="131">
                  <c:v>0.0044554654204</c:v>
                </c:pt>
                <c:pt idx="132">
                  <c:v>0.00446589004856</c:v>
                </c:pt>
                <c:pt idx="133">
                  <c:v>0.00447635303928</c:v>
                </c:pt>
                <c:pt idx="134">
                  <c:v>0.00448685459097</c:v>
                </c:pt>
                <c:pt idx="135">
                  <c:v>0.00449739490337</c:v>
                </c:pt>
                <c:pt idx="136">
                  <c:v>0.00450797417762</c:v>
                </c:pt>
                <c:pt idx="137">
                  <c:v>0.00451859261622</c:v>
                </c:pt>
                <c:pt idx="138">
                  <c:v>0.00452925042307</c:v>
                </c:pt>
                <c:pt idx="139">
                  <c:v>0.00453994780348</c:v>
                </c:pt>
                <c:pt idx="140">
                  <c:v>0.00455068496418</c:v>
                </c:pt>
                <c:pt idx="141">
                  <c:v>0.00456146211332</c:v>
                </c:pt>
                <c:pt idx="142">
                  <c:v>0.0045722794605</c:v>
                </c:pt>
                <c:pt idx="143">
                  <c:v>0.00458313721679</c:v>
                </c:pt>
                <c:pt idx="144">
                  <c:v>0.0045940355947</c:v>
                </c:pt>
                <c:pt idx="145">
                  <c:v>0.00460497480826</c:v>
                </c:pt>
                <c:pt idx="146">
                  <c:v>0.00461595507296</c:v>
                </c:pt>
                <c:pt idx="147">
                  <c:v>0.00462697660583</c:v>
                </c:pt>
                <c:pt idx="148">
                  <c:v>0.00463803962539</c:v>
                </c:pt>
                <c:pt idx="149">
                  <c:v>0.00464914435173</c:v>
                </c:pt>
                <c:pt idx="150">
                  <c:v>0.00466029100647</c:v>
                </c:pt>
                <c:pt idx="151">
                  <c:v>0.00467147981278</c:v>
                </c:pt>
                <c:pt idx="152">
                  <c:v>0.00468271099545</c:v>
                </c:pt>
                <c:pt idx="153">
                  <c:v>0.00469398478083</c:v>
                </c:pt>
                <c:pt idx="154">
                  <c:v>0.00470530139688</c:v>
                </c:pt>
                <c:pt idx="155">
                  <c:v>0.00471666107318</c:v>
                </c:pt>
                <c:pt idx="156">
                  <c:v>0.00472806404097</c:v>
                </c:pt>
                <c:pt idx="157">
                  <c:v>0.0047395105331</c:v>
                </c:pt>
                <c:pt idx="158">
                  <c:v>0.00475100078412</c:v>
                </c:pt>
                <c:pt idx="159">
                  <c:v>0.00476253503024</c:v>
                </c:pt>
                <c:pt idx="160">
                  <c:v>0.00477411350939</c:v>
                </c:pt>
                <c:pt idx="161">
                  <c:v>0.00478573646118</c:v>
                </c:pt>
                <c:pt idx="162">
                  <c:v>0.00479740412696</c:v>
                </c:pt>
                <c:pt idx="163">
                  <c:v>0.00480911674985</c:v>
                </c:pt>
                <c:pt idx="164">
                  <c:v>0.00482087457468</c:v>
                </c:pt>
                <c:pt idx="165">
                  <c:v>0.0048326778481</c:v>
                </c:pt>
                <c:pt idx="166">
                  <c:v>0.00484452681853</c:v>
                </c:pt>
                <c:pt idx="167">
                  <c:v>0.00485642173621</c:v>
                </c:pt>
                <c:pt idx="168">
                  <c:v>0.00486836285318</c:v>
                </c:pt>
                <c:pt idx="169">
                  <c:v>0.00488035042335</c:v>
                </c:pt>
                <c:pt idx="170">
                  <c:v>0.00489238470249</c:v>
                </c:pt>
                <c:pt idx="171">
                  <c:v>0.00490446594822</c:v>
                </c:pt>
                <c:pt idx="172">
                  <c:v>0.00491659442009</c:v>
                </c:pt>
                <c:pt idx="173">
                  <c:v>0.00492877037954</c:v>
                </c:pt>
                <c:pt idx="174">
                  <c:v>0.00494099408994</c:v>
                </c:pt>
                <c:pt idx="175">
                  <c:v>0.00495326581662</c:v>
                </c:pt>
                <c:pt idx="176">
                  <c:v>0.00496558582687</c:v>
                </c:pt>
                <c:pt idx="177">
                  <c:v>0.00497795438996</c:v>
                </c:pt>
                <c:pt idx="178">
                  <c:v>0.00499037177719</c:v>
                </c:pt>
                <c:pt idx="179">
                  <c:v>0.00500283826185</c:v>
                </c:pt>
                <c:pt idx="180">
                  <c:v>0.00501535411929</c:v>
                </c:pt>
                <c:pt idx="181">
                  <c:v>0.00502791962693</c:v>
                </c:pt>
                <c:pt idx="182">
                  <c:v>0.00504053506425</c:v>
                </c:pt>
                <c:pt idx="183">
                  <c:v>0.00505320071285</c:v>
                </c:pt>
                <c:pt idx="184">
                  <c:v>0.00506591685645</c:v>
                </c:pt>
                <c:pt idx="185">
                  <c:v>0.0050786837809</c:v>
                </c:pt>
                <c:pt idx="186">
                  <c:v>0.00509150177424</c:v>
                </c:pt>
                <c:pt idx="187">
                  <c:v>0.00510437112666</c:v>
                </c:pt>
                <c:pt idx="188">
                  <c:v>0.00511729213057</c:v>
                </c:pt>
                <c:pt idx="189">
                  <c:v>0.00513026508062</c:v>
                </c:pt>
                <c:pt idx="190">
                  <c:v>0.0051432902737</c:v>
                </c:pt>
                <c:pt idx="191">
                  <c:v>0.00515636800895</c:v>
                </c:pt>
                <c:pt idx="192">
                  <c:v>0.00516949858783</c:v>
                </c:pt>
                <c:pt idx="193">
                  <c:v>0.00518268231411</c:v>
                </c:pt>
                <c:pt idx="194">
                  <c:v>0.00519591949388</c:v>
                </c:pt>
                <c:pt idx="195">
                  <c:v>0.0052092104356</c:v>
                </c:pt>
                <c:pt idx="196">
                  <c:v>0.00522255545012</c:v>
                </c:pt>
                <c:pt idx="197">
                  <c:v>0.00523595485069</c:v>
                </c:pt>
                <c:pt idx="198">
                  <c:v>0.00524940895299</c:v>
                </c:pt>
                <c:pt idx="199">
                  <c:v>0.00526291807516</c:v>
                </c:pt>
                <c:pt idx="200">
                  <c:v>0.00527648253781</c:v>
                </c:pt>
                <c:pt idx="201">
                  <c:v>0.00529010266407</c:v>
                </c:pt>
                <c:pt idx="202">
                  <c:v>0.00530377877958</c:v>
                </c:pt>
                <c:pt idx="203">
                  <c:v>0.00531751121254</c:v>
                </c:pt>
                <c:pt idx="204">
                  <c:v>0.00533130029373</c:v>
                </c:pt>
                <c:pt idx="205">
                  <c:v>0.00534514635654</c:v>
                </c:pt>
                <c:pt idx="206">
                  <c:v>0.00535904973699</c:v>
                </c:pt>
                <c:pt idx="207">
                  <c:v>0.00537301077373</c:v>
                </c:pt>
                <c:pt idx="208">
                  <c:v>0.00538702980814</c:v>
                </c:pt>
                <c:pt idx="209">
                  <c:v>0.00540110718428</c:v>
                </c:pt>
                <c:pt idx="210">
                  <c:v>0.00541524324896</c:v>
                </c:pt>
                <c:pt idx="211">
                  <c:v>0.00542943835175</c:v>
                </c:pt>
                <c:pt idx="212">
                  <c:v>0.00544369284501</c:v>
                </c:pt>
                <c:pt idx="213">
                  <c:v>0.00545800708394</c:v>
                </c:pt>
                <c:pt idx="214">
                  <c:v>0.00547238142658</c:v>
                </c:pt>
                <c:pt idx="215">
                  <c:v>0.00548681623383</c:v>
                </c:pt>
                <c:pt idx="216">
                  <c:v>0.00550131186954</c:v>
                </c:pt>
                <c:pt idx="217">
                  <c:v>0.00551586870047</c:v>
                </c:pt>
                <c:pt idx="218">
                  <c:v>0.00553048709636</c:v>
                </c:pt>
                <c:pt idx="219">
                  <c:v>0.00554516742994</c:v>
                </c:pt>
                <c:pt idx="220">
                  <c:v>0.00555991007699</c:v>
                </c:pt>
                <c:pt idx="221">
                  <c:v>0.00557471541632</c:v>
                </c:pt>
                <c:pt idx="222">
                  <c:v>0.00558958382987</c:v>
                </c:pt>
                <c:pt idx="223">
                  <c:v>0.00560451570267</c:v>
                </c:pt>
                <c:pt idx="224">
                  <c:v>0.00561951142293</c:v>
                </c:pt>
                <c:pt idx="225">
                  <c:v>0.00563457138204</c:v>
                </c:pt>
                <c:pt idx="226">
                  <c:v>0.00564969597461</c:v>
                </c:pt>
                <c:pt idx="227">
                  <c:v>0.00566488559852</c:v>
                </c:pt>
                <c:pt idx="228">
                  <c:v>0.00568014065493</c:v>
                </c:pt>
                <c:pt idx="229">
                  <c:v>0.00569546154832</c:v>
                </c:pt>
                <c:pt idx="230">
                  <c:v>0.00571084868653</c:v>
                </c:pt>
                <c:pt idx="231">
                  <c:v>0.0057263024808</c:v>
                </c:pt>
                <c:pt idx="232">
                  <c:v>0.0057418233458</c:v>
                </c:pt>
                <c:pt idx="233">
                  <c:v>0.00575741169966</c:v>
                </c:pt>
                <c:pt idx="234">
                  <c:v>0.005773067964</c:v>
                </c:pt>
                <c:pt idx="235">
                  <c:v>0.005788792564</c:v>
                </c:pt>
                <c:pt idx="236">
                  <c:v>0.00580458592839</c:v>
                </c:pt>
                <c:pt idx="237">
                  <c:v>0.00582044848955</c:v>
                </c:pt>
                <c:pt idx="238">
                  <c:v>0.00583638068347</c:v>
                </c:pt>
                <c:pt idx="239">
                  <c:v>0.00585238294984</c:v>
                </c:pt>
                <c:pt idx="240">
                  <c:v>0.00586845573209</c:v>
                </c:pt>
                <c:pt idx="241">
                  <c:v>0.00588459947741</c:v>
                </c:pt>
                <c:pt idx="242">
                  <c:v>0.00590081463679</c:v>
                </c:pt>
                <c:pt idx="243">
                  <c:v>0.00591710166507</c:v>
                </c:pt>
                <c:pt idx="244">
                  <c:v>0.00593346102099</c:v>
                </c:pt>
                <c:pt idx="245">
                  <c:v>0.0059498931672</c:v>
                </c:pt>
                <c:pt idx="246">
                  <c:v>0.00596639857032</c:v>
                </c:pt>
                <c:pt idx="247">
                  <c:v>0.00598297770101</c:v>
                </c:pt>
                <c:pt idx="248">
                  <c:v>0.00599963103393</c:v>
                </c:pt>
                <c:pt idx="249">
                  <c:v>0.0060163590479</c:v>
                </c:pt>
                <c:pt idx="250">
                  <c:v>0.00603316222584</c:v>
                </c:pt>
                <c:pt idx="251">
                  <c:v>0.00605004105486</c:v>
                </c:pt>
                <c:pt idx="252">
                  <c:v>0.00606699602631</c:v>
                </c:pt>
                <c:pt idx="253">
                  <c:v>0.0060840276358</c:v>
                </c:pt>
                <c:pt idx="254">
                  <c:v>0.00610113638328</c:v>
                </c:pt>
                <c:pt idx="255">
                  <c:v>0.00611832277304</c:v>
                </c:pt>
                <c:pt idx="256">
                  <c:v>0.0061355873138</c:v>
                </c:pt>
                <c:pt idx="257">
                  <c:v>0.00615293051872</c:v>
                </c:pt>
                <c:pt idx="258">
                  <c:v>0.00617035290549</c:v>
                </c:pt>
                <c:pt idx="259">
                  <c:v>0.00618785499633</c:v>
                </c:pt>
                <c:pt idx="260">
                  <c:v>0.00620543731807</c:v>
                </c:pt>
                <c:pt idx="261">
                  <c:v>0.0062231004022</c:v>
                </c:pt>
                <c:pt idx="262">
                  <c:v>0.00624084478488</c:v>
                </c:pt>
                <c:pt idx="263">
                  <c:v>0.00625867100704</c:v>
                </c:pt>
                <c:pt idx="264">
                  <c:v>0.00627657961442</c:v>
                </c:pt>
                <c:pt idx="265">
                  <c:v>0.00629457115759</c:v>
                </c:pt>
                <c:pt idx="266">
                  <c:v>0.00631264619202</c:v>
                </c:pt>
                <c:pt idx="267">
                  <c:v>0.00633080527814</c:v>
                </c:pt>
                <c:pt idx="268">
                  <c:v>0.0063490489814</c:v>
                </c:pt>
                <c:pt idx="269">
                  <c:v>0.00636737787226</c:v>
                </c:pt>
                <c:pt idx="270">
                  <c:v>0.00638579252635</c:v>
                </c:pt>
                <c:pt idx="271">
                  <c:v>0.00640429352442</c:v>
                </c:pt>
                <c:pt idx="272">
                  <c:v>0.00642288145245</c:v>
                </c:pt>
                <c:pt idx="273">
                  <c:v>0.00644155690169</c:v>
                </c:pt>
                <c:pt idx="274">
                  <c:v>0.00646032046874</c:v>
                </c:pt>
                <c:pt idx="275">
                  <c:v>0.00647917275554</c:v>
                </c:pt>
                <c:pt idx="276">
                  <c:v>0.00649811436951</c:v>
                </c:pt>
                <c:pt idx="277">
                  <c:v>0.00651714592353</c:v>
                </c:pt>
                <c:pt idx="278">
                  <c:v>0.00653626803604</c:v>
                </c:pt>
                <c:pt idx="279">
                  <c:v>0.00655548133112</c:v>
                </c:pt>
                <c:pt idx="280">
                  <c:v>0.00657478643846</c:v>
                </c:pt>
                <c:pt idx="281">
                  <c:v>0.00659418399352</c:v>
                </c:pt>
                <c:pt idx="282">
                  <c:v>0.00661367463752</c:v>
                </c:pt>
                <c:pt idx="283">
                  <c:v>0.00663325901751</c:v>
                </c:pt>
                <c:pt idx="284">
                  <c:v>0.00665293778646</c:v>
                </c:pt>
                <c:pt idx="285">
                  <c:v>0.00667271160329</c:v>
                </c:pt>
                <c:pt idx="286">
                  <c:v>0.00669258113293</c:v>
                </c:pt>
                <c:pt idx="287">
                  <c:v>0.0067125470464</c:v>
                </c:pt>
                <c:pt idx="288">
                  <c:v>0.00673261002084</c:v>
                </c:pt>
                <c:pt idx="289">
                  <c:v>0.0067527707396</c:v>
                </c:pt>
                <c:pt idx="290">
                  <c:v>0.00677302989229</c:v>
                </c:pt>
                <c:pt idx="291">
                  <c:v>0.00679338817482</c:v>
                </c:pt>
                <c:pt idx="292">
                  <c:v>0.00681384628951</c:v>
                </c:pt>
                <c:pt idx="293">
                  <c:v>0.00683440494509</c:v>
                </c:pt>
                <c:pt idx="294">
                  <c:v>0.00685506485681</c:v>
                </c:pt>
                <c:pt idx="295">
                  <c:v>0.00687582674648</c:v>
                </c:pt>
                <c:pt idx="296">
                  <c:v>0.00689669134253</c:v>
                </c:pt>
                <c:pt idx="297">
                  <c:v>0.00691765938008</c:v>
                </c:pt>
                <c:pt idx="298">
                  <c:v>0.00693873160099</c:v>
                </c:pt>
                <c:pt idx="299">
                  <c:v>0.00695990875395</c:v>
                </c:pt>
                <c:pt idx="300">
                  <c:v>0.00698119159448</c:v>
                </c:pt>
                <c:pt idx="301">
                  <c:v>0.00700258088508</c:v>
                </c:pt>
                <c:pt idx="302">
                  <c:v>0.00702407739521</c:v>
                </c:pt>
                <c:pt idx="303">
                  <c:v>0.00704568190137</c:v>
                </c:pt>
                <c:pt idx="304">
                  <c:v>0.00706739518721</c:v>
                </c:pt>
                <c:pt idx="305">
                  <c:v>0.00708921804353</c:v>
                </c:pt>
                <c:pt idx="306">
                  <c:v>0.00711115126837</c:v>
                </c:pt>
                <c:pt idx="307">
                  <c:v>0.00713319566705</c:v>
                </c:pt>
                <c:pt idx="308">
                  <c:v>0.00715535205226</c:v>
                </c:pt>
                <c:pt idx="309">
                  <c:v>0.00717762124407</c:v>
                </c:pt>
                <c:pt idx="310">
                  <c:v>0.00720000407005</c:v>
                </c:pt>
                <c:pt idx="311">
                  <c:v>0.00722250136526</c:v>
                </c:pt>
                <c:pt idx="312">
                  <c:v>0.00724511397236</c:v>
                </c:pt>
                <c:pt idx="313">
                  <c:v>0.00726784274165</c:v>
                </c:pt>
                <c:pt idx="314">
                  <c:v>0.00729068853108</c:v>
                </c:pt>
                <c:pt idx="315">
                  <c:v>0.00731365220638</c:v>
                </c:pt>
                <c:pt idx="316">
                  <c:v>0.00733673464106</c:v>
                </c:pt>
                <c:pt idx="317">
                  <c:v>0.00735993671647</c:v>
                </c:pt>
                <c:pt idx="318">
                  <c:v>0.00738325932185</c:v>
                </c:pt>
                <c:pt idx="319">
                  <c:v>0.00740670335438</c:v>
                </c:pt>
                <c:pt idx="320">
                  <c:v>0.00743026971923</c:v>
                </c:pt>
                <c:pt idx="321">
                  <c:v>0.00745395932962</c:v>
                </c:pt>
                <c:pt idx="322">
                  <c:v>0.0074777731068</c:v>
                </c:pt>
                <c:pt idx="323">
                  <c:v>0.00750171198018</c:v>
                </c:pt>
                <c:pt idx="324">
                  <c:v>0.00752577688729</c:v>
                </c:pt>
                <c:pt idx="325">
                  <c:v>0.00754996877388</c:v>
                </c:pt>
                <c:pt idx="326">
                  <c:v>0.00757428859389</c:v>
                </c:pt>
                <c:pt idx="327">
                  <c:v>0.00759873730955</c:v>
                </c:pt>
                <c:pt idx="328">
                  <c:v>0.00762331589136</c:v>
                </c:pt>
                <c:pt idx="329">
                  <c:v>0.00764802531812</c:v>
                </c:pt>
                <c:pt idx="330">
                  <c:v>0.007672866577</c:v>
                </c:pt>
                <c:pt idx="331">
                  <c:v>0.0076978406635</c:v>
                </c:pt>
                <c:pt idx="332">
                  <c:v>0.00772294858148</c:v>
                </c:pt>
                <c:pt idx="333">
                  <c:v>0.00774819134323</c:v>
                </c:pt>
                <c:pt idx="334">
                  <c:v>0.00777356996939</c:v>
                </c:pt>
                <c:pt idx="335">
                  <c:v>0.00779908548904</c:v>
                </c:pt>
                <c:pt idx="336">
                  <c:v>0.00782473893963</c:v>
                </c:pt>
                <c:pt idx="337">
                  <c:v>0.00785053136705</c:v>
                </c:pt>
                <c:pt idx="338">
                  <c:v>0.00787646382554</c:v>
                </c:pt>
                <c:pt idx="339">
                  <c:v>0.00790253737775</c:v>
                </c:pt>
                <c:pt idx="340">
                  <c:v>0.00792875309471</c:v>
                </c:pt>
                <c:pt idx="341">
                  <c:v>0.00795511205575</c:v>
                </c:pt>
                <c:pt idx="342">
                  <c:v>0.00798161534855</c:v>
                </c:pt>
                <c:pt idx="343">
                  <c:v>0.00800826406908</c:v>
                </c:pt>
                <c:pt idx="344">
                  <c:v>0.00803505932151</c:v>
                </c:pt>
                <c:pt idx="345">
                  <c:v>0.00806200221826</c:v>
                </c:pt>
                <c:pt idx="346">
                  <c:v>0.00808909387986</c:v>
                </c:pt>
                <c:pt idx="347">
                  <c:v>0.00811633543494</c:v>
                </c:pt>
                <c:pt idx="348">
                  <c:v>0.00814372802015</c:v>
                </c:pt>
                <c:pt idx="349">
                  <c:v>0.00817127278009</c:v>
                </c:pt>
                <c:pt idx="350">
                  <c:v>0.00819897086723</c:v>
                </c:pt>
                <c:pt idx="351">
                  <c:v>0.00822682344179</c:v>
                </c:pt>
                <c:pt idx="352">
                  <c:v>0.00825483167171</c:v>
                </c:pt>
                <c:pt idx="353">
                  <c:v>0.00828299673246</c:v>
                </c:pt>
                <c:pt idx="354">
                  <c:v>0.00831131980701</c:v>
                </c:pt>
                <c:pt idx="355">
                  <c:v>0.00833980208564</c:v>
                </c:pt>
                <c:pt idx="356">
                  <c:v>0.00836844476581</c:v>
                </c:pt>
                <c:pt idx="357">
                  <c:v>0.00839724905207</c:v>
                </c:pt>
                <c:pt idx="358">
                  <c:v>0.00842621615586</c:v>
                </c:pt>
                <c:pt idx="359">
                  <c:v>0.00845534729532</c:v>
                </c:pt>
                <c:pt idx="360">
                  <c:v>0.0084846436952</c:v>
                </c:pt>
                <c:pt idx="361">
                  <c:v>0.00851410658658</c:v>
                </c:pt>
                <c:pt idx="362">
                  <c:v>0.00854373720673</c:v>
                </c:pt>
                <c:pt idx="363">
                  <c:v>0.00857353679887</c:v>
                </c:pt>
                <c:pt idx="364">
                  <c:v>0.00860350661195</c:v>
                </c:pt>
                <c:pt idx="365">
                  <c:v>0.00863364790045</c:v>
                </c:pt>
                <c:pt idx="366">
                  <c:v>0.00866396192407</c:v>
                </c:pt>
                <c:pt idx="367">
                  <c:v>0.00869444994749</c:v>
                </c:pt>
                <c:pt idx="368">
                  <c:v>0.00872511324014</c:v>
                </c:pt>
                <c:pt idx="369">
                  <c:v>0.00875595307584</c:v>
                </c:pt>
                <c:pt idx="370">
                  <c:v>0.00878697073254</c:v>
                </c:pt>
                <c:pt idx="371">
                  <c:v>0.00881816749199</c:v>
                </c:pt>
                <c:pt idx="372">
                  <c:v>0.00884954463941</c:v>
                </c:pt>
                <c:pt idx="373">
                  <c:v>0.00888110346313</c:v>
                </c:pt>
                <c:pt idx="374">
                  <c:v>0.00891284525427</c:v>
                </c:pt>
                <c:pt idx="375">
                  <c:v>0.0089447713063</c:v>
                </c:pt>
                <c:pt idx="376">
                  <c:v>0.00897688291469</c:v>
                </c:pt>
                <c:pt idx="377">
                  <c:v>0.0090091813765</c:v>
                </c:pt>
                <c:pt idx="378">
                  <c:v>0.00904166798997</c:v>
                </c:pt>
                <c:pt idx="379">
                  <c:v>0.00907434405402</c:v>
                </c:pt>
                <c:pt idx="380">
                  <c:v>0.00910721086789</c:v>
                </c:pt>
                <c:pt idx="381">
                  <c:v>0.00914026973061</c:v>
                </c:pt>
                <c:pt idx="382">
                  <c:v>0.00917352194052</c:v>
                </c:pt>
                <c:pt idx="383">
                  <c:v>0.00920696879483</c:v>
                </c:pt>
                <c:pt idx="384">
                  <c:v>0.00924061158903</c:v>
                </c:pt>
                <c:pt idx="385">
                  <c:v>0.00927445161643</c:v>
                </c:pt>
                <c:pt idx="386">
                  <c:v>0.0093084901676</c:v>
                </c:pt>
                <c:pt idx="387">
                  <c:v>0.00934272852982</c:v>
                </c:pt>
                <c:pt idx="388">
                  <c:v>0.0093771679865</c:v>
                </c:pt>
                <c:pt idx="389">
                  <c:v>0.00941180981667</c:v>
                </c:pt>
                <c:pt idx="390">
                  <c:v>0.00944665529433</c:v>
                </c:pt>
                <c:pt idx="391">
                  <c:v>0.00948170568787</c:v>
                </c:pt>
                <c:pt idx="392">
                  <c:v>0.00951696225951</c:v>
                </c:pt>
                <c:pt idx="393">
                  <c:v>0.00955242626465</c:v>
                </c:pt>
                <c:pt idx="394">
                  <c:v>0.00958809895126</c:v>
                </c:pt>
                <c:pt idx="395">
                  <c:v>0.00962398155929</c:v>
                </c:pt>
                <c:pt idx="396">
                  <c:v>0.00966007532002</c:v>
                </c:pt>
                <c:pt idx="397">
                  <c:v>0.00969638145544</c:v>
                </c:pt>
                <c:pt idx="398">
                  <c:v>0.00973290117764</c:v>
                </c:pt>
                <c:pt idx="399">
                  <c:v>0.00976963568817</c:v>
                </c:pt>
                <c:pt idx="400">
                  <c:v>0.00980658617745</c:v>
                </c:pt>
                <c:pt idx="401">
                  <c:v>0.00984375382413</c:v>
                </c:pt>
                <c:pt idx="402">
                  <c:v>0.00988113979451</c:v>
                </c:pt>
                <c:pt idx="403">
                  <c:v>0.00991874524194</c:v>
                </c:pt>
                <c:pt idx="404">
                  <c:v>0.00995657130626</c:v>
                </c:pt>
                <c:pt idx="405">
                  <c:v>0.00999461911323</c:v>
                </c:pt>
                <c:pt idx="406">
                  <c:v>0.010032889774</c:v>
                </c:pt>
                <c:pt idx="407">
                  <c:v>0.0100713843845</c:v>
                </c:pt>
                <c:pt idx="408">
                  <c:v>0.0101101040253</c:v>
                </c:pt>
                <c:pt idx="409">
                  <c:v>0.0101490497605</c:v>
                </c:pt>
                <c:pt idx="410">
                  <c:v>0.0101882226381</c:v>
                </c:pt>
                <c:pt idx="411">
                  <c:v>0.0102276236889</c:v>
                </c:pt>
                <c:pt idx="412">
                  <c:v>0.0102672539268</c:v>
                </c:pt>
                <c:pt idx="413">
                  <c:v>0.0103071143478</c:v>
                </c:pt>
                <c:pt idx="414">
                  <c:v>0.0103472059304</c:v>
                </c:pt>
                <c:pt idx="415">
                  <c:v>0.010387529635</c:v>
                </c:pt>
                <c:pt idx="416">
                  <c:v>0.010428086404</c:v>
                </c:pt>
                <c:pt idx="417">
                  <c:v>0.0104688771615</c:v>
                </c:pt>
                <c:pt idx="418">
                  <c:v>0.0105099028136</c:v>
                </c:pt>
                <c:pt idx="419">
                  <c:v>0.0105511642482</c:v>
                </c:pt>
                <c:pt idx="420">
                  <c:v>0.0105926623351</c:v>
                </c:pt>
                <c:pt idx="421">
                  <c:v>0.0106343979265</c:v>
                </c:pt>
                <c:pt idx="422">
                  <c:v>0.0106763718573</c:v>
                </c:pt>
                <c:pt idx="423">
                  <c:v>0.0107185849452</c:v>
                </c:pt>
                <c:pt idx="424">
                  <c:v>0.0107610379914</c:v>
                </c:pt>
                <c:pt idx="425">
                  <c:v>0.0108037317812</c:v>
                </c:pt>
                <c:pt idx="426">
                  <c:v>0.0108466670848</c:v>
                </c:pt>
                <c:pt idx="427">
                  <c:v>0.0108898446579</c:v>
                </c:pt>
                <c:pt idx="428">
                  <c:v>0.0109332652427</c:v>
                </c:pt>
                <c:pt idx="429">
                  <c:v>0.0109769295691</c:v>
                </c:pt>
                <c:pt idx="430">
                  <c:v>0.0110208383556</c:v>
                </c:pt>
                <c:pt idx="431">
                  <c:v>0.0110649923109</c:v>
                </c:pt>
                <c:pt idx="432">
                  <c:v>0.011109392135</c:v>
                </c:pt>
                <c:pt idx="433">
                  <c:v>0.0111540385209</c:v>
                </c:pt>
                <c:pt idx="434">
                  <c:v>0.0111989321565</c:v>
                </c:pt>
                <c:pt idx="435">
                  <c:v>0.0112440737258</c:v>
                </c:pt>
                <c:pt idx="436">
                  <c:v>0.0112894639116</c:v>
                </c:pt>
                <c:pt idx="437">
                  <c:v>0.0113351033969</c:v>
                </c:pt>
                <c:pt idx="438">
                  <c:v>0.0113809928676</c:v>
                </c:pt>
                <c:pt idx="439">
                  <c:v>0.0114271330147</c:v>
                </c:pt>
                <c:pt idx="440">
                  <c:v>0.0114735245367</c:v>
                </c:pt>
                <c:pt idx="441">
                  <c:v>0.0115201681424</c:v>
                </c:pt>
                <c:pt idx="442">
                  <c:v>0.0115670645534</c:v>
                </c:pt>
                <c:pt idx="443">
                  <c:v>0.0116142145073</c:v>
                </c:pt>
                <c:pt idx="444">
                  <c:v>0.0116616187604</c:v>
                </c:pt>
                <c:pt idx="445">
                  <c:v>0.0117092780911</c:v>
                </c:pt>
                <c:pt idx="446">
                  <c:v>0.0117571933032</c:v>
                </c:pt>
                <c:pt idx="447">
                  <c:v>0.0118053652288</c:v>
                </c:pt>
                <c:pt idx="448">
                  <c:v>0.0118537947324</c:v>
                </c:pt>
                <c:pt idx="449">
                  <c:v>0.0119024827139</c:v>
                </c:pt>
                <c:pt idx="450">
                  <c:v>0.0119514301128</c:v>
                </c:pt>
                <c:pt idx="451">
                  <c:v>0.0120006379115</c:v>
                </c:pt>
                <c:pt idx="452">
                  <c:v>0.0120501071394</c:v>
                </c:pt>
                <c:pt idx="453">
                  <c:v>0.0120998388767</c:v>
                </c:pt>
                <c:pt idx="454">
                  <c:v>0.0121498342583</c:v>
                </c:pt>
                <c:pt idx="455">
                  <c:v>0.0122000944781</c:v>
                </c:pt>
                <c:pt idx="456">
                  <c:v>0.0122506207925</c:v>
                </c:pt>
                <c:pt idx="457">
                  <c:v>0.0123014145248</c:v>
                </c:pt>
                <c:pt idx="458">
                  <c:v>0.0123524770695</c:v>
                </c:pt>
                <c:pt idx="459">
                  <c:v>0.0124038098957</c:v>
                </c:pt>
                <c:pt idx="460">
                  <c:v>0.0124554145518</c:v>
                </c:pt>
                <c:pt idx="461">
                  <c:v>0.012507292669</c:v>
                </c:pt>
                <c:pt idx="462">
                  <c:v>0.012559445966</c:v>
                </c:pt>
                <c:pt idx="463">
                  <c:v>0.012611876252</c:v>
                </c:pt>
                <c:pt idx="464">
                  <c:v>0.0126645854313</c:v>
                </c:pt>
                <c:pt idx="465">
                  <c:v>0.0127175755068</c:v>
                </c:pt>
                <c:pt idx="466">
                  <c:v>0.0127708485838</c:v>
                </c:pt>
                <c:pt idx="467">
                  <c:v>0.0128244068734</c:v>
                </c:pt>
                <c:pt idx="468">
                  <c:v>0.0128782526964</c:v>
                </c:pt>
                <c:pt idx="469">
                  <c:v>0.0129323884861</c:v>
                </c:pt>
                <c:pt idx="470">
                  <c:v>0.0129868167919</c:v>
                </c:pt>
                <c:pt idx="471">
                  <c:v>0.0130415402822</c:v>
                </c:pt>
                <c:pt idx="472">
                  <c:v>0.0130965617474</c:v>
                </c:pt>
                <c:pt idx="473">
                  <c:v>0.0131518841026</c:v>
                </c:pt>
                <c:pt idx="474">
                  <c:v>0.0132075103899</c:v>
                </c:pt>
                <c:pt idx="475">
                  <c:v>0.0132634437812</c:v>
                </c:pt>
                <c:pt idx="476">
                  <c:v>0.01331968758</c:v>
                </c:pt>
                <c:pt idx="477">
                  <c:v>0.0133762452235</c:v>
                </c:pt>
                <c:pt idx="478">
                  <c:v>0.0134331202842</c:v>
                </c:pt>
                <c:pt idx="479">
                  <c:v>0.0134903164717</c:v>
                </c:pt>
                <c:pt idx="480">
                  <c:v>0.0135478376338</c:v>
                </c:pt>
                <c:pt idx="481">
                  <c:v>0.0136056877576</c:v>
                </c:pt>
                <c:pt idx="482">
                  <c:v>0.0136638709703</c:v>
                </c:pt>
                <c:pt idx="483">
                  <c:v>0.0137223915401</c:v>
                </c:pt>
                <c:pt idx="484">
                  <c:v>0.0137812538764</c:v>
                </c:pt>
                <c:pt idx="485">
                  <c:v>0.0138404625299</c:v>
                </c:pt>
                <c:pt idx="486">
                  <c:v>0.0139000221929</c:v>
                </c:pt>
                <c:pt idx="487">
                  <c:v>0.0139599376987</c:v>
                </c:pt>
                <c:pt idx="488">
                  <c:v>0.0140202140215</c:v>
                </c:pt>
                <c:pt idx="489">
                  <c:v>0.0140808562755</c:v>
                </c:pt>
                <c:pt idx="490">
                  <c:v>0.014141869714</c:v>
                </c:pt>
                <c:pt idx="491">
                  <c:v>0.0142032597286</c:v>
                </c:pt>
                <c:pt idx="492">
                  <c:v>0.0142650318477</c:v>
                </c:pt>
                <c:pt idx="493">
                  <c:v>0.0143271917353</c:v>
                </c:pt>
                <c:pt idx="494">
                  <c:v>0.0143897451893</c:v>
                </c:pt>
                <c:pt idx="495">
                  <c:v>0.0144526981398</c:v>
                </c:pt>
                <c:pt idx="496">
                  <c:v>0.0145160566473</c:v>
                </c:pt>
                <c:pt idx="497">
                  <c:v>0.0145798269006</c:v>
                </c:pt>
                <c:pt idx="498">
                  <c:v>0.0146440152148</c:v>
                </c:pt>
                <c:pt idx="499">
                  <c:v>0.0147086280288</c:v>
                </c:pt>
                <c:pt idx="500">
                  <c:v>0.0147736719033</c:v>
                </c:pt>
                <c:pt idx="501">
                  <c:v>0.0148391535185</c:v>
                </c:pt>
                <c:pt idx="502">
                  <c:v>0.0149050796709</c:v>
                </c:pt>
                <c:pt idx="503">
                  <c:v>0.0149714572717</c:v>
                </c:pt>
                <c:pt idx="504">
                  <c:v>0.0150382933436</c:v>
                </c:pt>
                <c:pt idx="505">
                  <c:v>0.0151055950185</c:v>
                </c:pt>
                <c:pt idx="506">
                  <c:v>0.0151733695349</c:v>
                </c:pt>
                <c:pt idx="507">
                  <c:v>0.0152416242348</c:v>
                </c:pt>
                <c:pt idx="508">
                  <c:v>0.015310366562</c:v>
                </c:pt>
                <c:pt idx="509">
                  <c:v>0.0153796040586</c:v>
                </c:pt>
                <c:pt idx="510">
                  <c:v>0.0154493443632</c:v>
                </c:pt>
                <c:pt idx="511">
                  <c:v>0.0155195952077</c:v>
                </c:pt>
                <c:pt idx="512">
                  <c:v>0.0155903644154</c:v>
                </c:pt>
                <c:pt idx="513">
                  <c:v>0.0156616598985</c:v>
                </c:pt>
                <c:pt idx="514">
                  <c:v>0.0157334896556</c:v>
                </c:pt>
                <c:pt idx="515">
                  <c:v>0.0158058617696</c:v>
                </c:pt>
                <c:pt idx="516">
                  <c:v>0.0158787844056</c:v>
                </c:pt>
                <c:pt idx="517">
                  <c:v>0.0159522658089</c:v>
                </c:pt>
                <c:pt idx="518">
                  <c:v>0.0160263143029</c:v>
                </c:pt>
                <c:pt idx="519">
                  <c:v>0.0161009382875</c:v>
                </c:pt>
                <c:pt idx="520">
                  <c:v>0.0161761462373</c:v>
                </c:pt>
                <c:pt idx="521">
                  <c:v>0.0162519467001</c:v>
                </c:pt>
                <c:pt idx="522">
                  <c:v>0.0163283482953</c:v>
                </c:pt>
                <c:pt idx="523">
                  <c:v>0.0164053597129</c:v>
                </c:pt>
                <c:pt idx="524">
                  <c:v>0.0164829897121</c:v>
                </c:pt>
                <c:pt idx="525">
                  <c:v>0.0165612471201</c:v>
                </c:pt>
                <c:pt idx="526">
                  <c:v>0.0166401408317</c:v>
                </c:pt>
                <c:pt idx="527">
                  <c:v>0.0167196798081</c:v>
                </c:pt>
                <c:pt idx="528">
                  <c:v>0.0167998730764</c:v>
                </c:pt>
                <c:pt idx="529">
                  <c:v>0.0168807297293</c:v>
                </c:pt>
                <c:pt idx="530">
                  <c:v>0.0169622589244</c:v>
                </c:pt>
                <c:pt idx="531">
                  <c:v>0.0170444698842</c:v>
                </c:pt>
                <c:pt idx="532">
                  <c:v>0.0171273718962</c:v>
                </c:pt>
                <c:pt idx="533">
                  <c:v>0.0172109743125</c:v>
                </c:pt>
                <c:pt idx="534">
                  <c:v>0.0172952865503</c:v>
                </c:pt>
                <c:pt idx="535">
                  <c:v>0.0173803180921</c:v>
                </c:pt>
                <c:pt idx="536">
                  <c:v>0.017466078486</c:v>
                </c:pt>
                <c:pt idx="537">
                  <c:v>0.0175525773466</c:v>
                </c:pt>
                <c:pt idx="538">
                  <c:v>0.0176398243552</c:v>
                </c:pt>
                <c:pt idx="539">
                  <c:v>0.0177278292608</c:v>
                </c:pt>
                <c:pt idx="540">
                  <c:v>0.0178166018808</c:v>
                </c:pt>
                <c:pt idx="541">
                  <c:v>0.0179061521021</c:v>
                </c:pt>
                <c:pt idx="542">
                  <c:v>0.0179964898821</c:v>
                </c:pt>
                <c:pt idx="543">
                  <c:v>0.0180876252495</c:v>
                </c:pt>
                <c:pt idx="544">
                  <c:v>0.0181795683061</c:v>
                </c:pt>
                <c:pt idx="545">
                  <c:v>0.0182723292275</c:v>
                </c:pt>
                <c:pt idx="546">
                  <c:v>0.0183659182647</c:v>
                </c:pt>
                <c:pt idx="547">
                  <c:v>0.0184603457455</c:v>
                </c:pt>
                <c:pt idx="548">
                  <c:v>0.0185556220758</c:v>
                </c:pt>
                <c:pt idx="549">
                  <c:v>0.0186517577414</c:v>
                </c:pt>
                <c:pt idx="550">
                  <c:v>0.018748763309</c:v>
                </c:pt>
                <c:pt idx="551">
                  <c:v>0.0188466494284</c:v>
                </c:pt>
                <c:pt idx="552">
                  <c:v>0.0189454268336</c:v>
                </c:pt>
                <c:pt idx="553">
                  <c:v>0.0190451063447</c:v>
                </c:pt>
                <c:pt idx="554">
                  <c:v>0.0191456988696</c:v>
                </c:pt>
                <c:pt idx="555">
                  <c:v>0.0192472154054</c:v>
                </c:pt>
                <c:pt idx="556">
                  <c:v>0.0193496670401</c:v>
                </c:pt>
                <c:pt idx="557">
                  <c:v>0.0194530649546</c:v>
                </c:pt>
                <c:pt idx="558">
                  <c:v>0.019557420424</c:v>
                </c:pt>
                <c:pt idx="559">
                  <c:v>0.0196627448193</c:v>
                </c:pt>
                <c:pt idx="560">
                  <c:v>0.0197690496091</c:v>
                </c:pt>
                <c:pt idx="561">
                  <c:v>0.0198763463613</c:v>
                </c:pt>
                <c:pt idx="562">
                  <c:v>0.0199846467444</c:v>
                </c:pt>
                <c:pt idx="563">
                  <c:v>0.0200939625292</c:v>
                </c:pt>
                <c:pt idx="564">
                  <c:v>0.0202043055904</c:v>
                </c:pt>
                <c:pt idx="565">
                  <c:v>0.0203156879077</c:v>
                </c:pt>
                <c:pt idx="566">
                  <c:v>0.0204281215676</c:v>
                </c:pt>
                <c:pt idx="567">
                  <c:v>0.0205416187645</c:v>
                </c:pt>
                <c:pt idx="568">
                  <c:v>0.0206561918019</c:v>
                </c:pt>
                <c:pt idx="569">
                  <c:v>0.0207718530937</c:v>
                </c:pt>
                <c:pt idx="570">
                  <c:v>0.0208886151655</c:v>
                </c:pt>
                <c:pt idx="571">
                  <c:v>0.021006490655</c:v>
                </c:pt>
                <c:pt idx="572">
                  <c:v>0.0211254923139</c:v>
                </c:pt>
                <c:pt idx="573">
                  <c:v>0.0212456330077</c:v>
                </c:pt>
                <c:pt idx="574">
                  <c:v>0.0213669257175</c:v>
                </c:pt>
                <c:pt idx="575">
                  <c:v>0.0214893835396</c:v>
                </c:pt>
                <c:pt idx="576">
                  <c:v>0.0216130196867</c:v>
                </c:pt>
                <c:pt idx="577">
                  <c:v>0.0217378474882</c:v>
                </c:pt>
                <c:pt idx="578">
                  <c:v>0.0218638803903</c:v>
                </c:pt>
                <c:pt idx="579">
                  <c:v>0.021991131956</c:v>
                </c:pt>
                <c:pt idx="580">
                  <c:v>0.0221196158657</c:v>
                </c:pt>
                <c:pt idx="581">
                  <c:v>0.0222493459163</c:v>
                </c:pt>
                <c:pt idx="582">
                  <c:v>0.0223803360213</c:v>
                </c:pt>
                <c:pt idx="583">
                  <c:v>0.0225126002102</c:v>
                </c:pt>
                <c:pt idx="584">
                  <c:v>0.022646152628</c:v>
                </c:pt>
                <c:pt idx="585">
                  <c:v>0.0227810075341</c:v>
                </c:pt>
                <c:pt idx="586">
                  <c:v>0.0229171793015</c:v>
                </c:pt>
                <c:pt idx="587">
                  <c:v>0.0230546824155</c:v>
                </c:pt>
                <c:pt idx="588">
                  <c:v>0.0231935314722</c:v>
                </c:pt>
                <c:pt idx="589">
                  <c:v>0.023333741177</c:v>
                </c:pt>
                <c:pt idx="590">
                  <c:v>0.0234753263426</c:v>
                </c:pt>
                <c:pt idx="591">
                  <c:v>0.0236183018869</c:v>
                </c:pt>
                <c:pt idx="592">
                  <c:v>0.0237626828309</c:v>
                </c:pt>
                <c:pt idx="593">
                  <c:v>0.0239084842957</c:v>
                </c:pt>
                <c:pt idx="594">
                  <c:v>0.0240557215002</c:v>
                </c:pt>
                <c:pt idx="595">
                  <c:v>0.0242044097573</c:v>
                </c:pt>
                <c:pt idx="596">
                  <c:v>0.024354564471</c:v>
                </c:pt>
                <c:pt idx="597">
                  <c:v>0.0245062011325</c:v>
                </c:pt>
                <c:pt idx="598">
                  <c:v>0.0246593353161</c:v>
                </c:pt>
                <c:pt idx="599">
                  <c:v>0.0248139826751</c:v>
                </c:pt>
                <c:pt idx="600">
                  <c:v>0.0249701589369</c:v>
                </c:pt>
                <c:pt idx="601">
                  <c:v>0.0251278798982</c:v>
                </c:pt>
                <c:pt idx="602">
                  <c:v>0.0252871614195</c:v>
                </c:pt>
                <c:pt idx="603">
                  <c:v>0.0254480194193</c:v>
                </c:pt>
                <c:pt idx="604">
                  <c:v>0.0256104698684</c:v>
                </c:pt>
                <c:pt idx="605">
                  <c:v>0.0257745287828</c:v>
                </c:pt>
                <c:pt idx="606">
                  <c:v>0.0259402122173</c:v>
                </c:pt>
                <c:pt idx="607">
                  <c:v>0.0261075362581</c:v>
                </c:pt>
                <c:pt idx="608">
                  <c:v>0.0262765170147</c:v>
                </c:pt>
                <c:pt idx="609">
                  <c:v>0.0264471706122</c:v>
                </c:pt>
                <c:pt idx="610">
                  <c:v>0.0266195131824</c:v>
                </c:pt>
                <c:pt idx="611">
                  <c:v>0.0267935608547</c:v>
                </c:pt>
                <c:pt idx="612">
                  <c:v>0.0269693297463</c:v>
                </c:pt>
                <c:pt idx="613">
                  <c:v>0.0271468359526</c:v>
                </c:pt>
                <c:pt idx="614">
                  <c:v>0.0273260955362</c:v>
                </c:pt>
                <c:pt idx="615">
                  <c:v>0.0275071245158</c:v>
                </c:pt>
                <c:pt idx="616">
                  <c:v>0.0276899388546</c:v>
                </c:pt>
                <c:pt idx="617">
                  <c:v>0.0278745544481</c:v>
                </c:pt>
                <c:pt idx="618">
                  <c:v>0.0280609871112</c:v>
                </c:pt>
                <c:pt idx="619">
                  <c:v>0.0282492525651</c:v>
                </c:pt>
                <c:pt idx="620">
                  <c:v>0.0284393664229</c:v>
                </c:pt>
                <c:pt idx="621">
                  <c:v>0.0286313441755</c:v>
                </c:pt>
                <c:pt idx="622">
                  <c:v>0.0288252011764</c:v>
                </c:pt>
                <c:pt idx="623">
                  <c:v>0.0290209526254</c:v>
                </c:pt>
                <c:pt idx="624">
                  <c:v>0.0292186135531</c:v>
                </c:pt>
                <c:pt idx="625">
                  <c:v>0.0294181988029</c:v>
                </c:pt>
                <c:pt idx="626">
                  <c:v>0.0296197230143</c:v>
                </c:pt>
                <c:pt idx="627">
                  <c:v>0.0298232006037</c:v>
                </c:pt>
                <c:pt idx="628">
                  <c:v>0.030028645746</c:v>
                </c:pt>
                <c:pt idx="629">
                  <c:v>0.0302360723548</c:v>
                </c:pt>
                <c:pt idx="630">
                  <c:v>0.0304454940622</c:v>
                </c:pt>
                <c:pt idx="631">
                  <c:v>0.0306569241976</c:v>
                </c:pt>
                <c:pt idx="632">
                  <c:v>0.0308703757664</c:v>
                </c:pt>
                <c:pt idx="633">
                  <c:v>0.0310858614277</c:v>
                </c:pt>
                <c:pt idx="634">
                  <c:v>0.0313033934712</c:v>
                </c:pt>
                <c:pt idx="635">
                  <c:v>0.031522983794</c:v>
                </c:pt>
                <c:pt idx="636">
                  <c:v>0.031744643876</c:v>
                </c:pt>
                <c:pt idx="637">
                  <c:v>0.0319683847555</c:v>
                </c:pt>
                <c:pt idx="638">
                  <c:v>0.0321942170038</c:v>
                </c:pt>
                <c:pt idx="639">
                  <c:v>0.032422150699</c:v>
                </c:pt>
                <c:pt idx="640">
                  <c:v>0.0326521953995</c:v>
                </c:pt>
                <c:pt idx="641">
                  <c:v>0.0328843601171</c:v>
                </c:pt>
                <c:pt idx="642">
                  <c:v>0.0331186532893</c:v>
                </c:pt>
                <c:pt idx="643">
                  <c:v>0.0333550827513</c:v>
                </c:pt>
                <c:pt idx="644">
                  <c:v>0.0335936557072</c:v>
                </c:pt>
                <c:pt idx="645">
                  <c:v>0.0338343787017</c:v>
                </c:pt>
                <c:pt idx="646">
                  <c:v>0.0340772575899</c:v>
                </c:pt>
                <c:pt idx="647">
                  <c:v>0.0343222975085</c:v>
                </c:pt>
                <c:pt idx="648">
                  <c:v>0.0345695028456</c:v>
                </c:pt>
                <c:pt idx="649">
                  <c:v>0.0348188772104</c:v>
                </c:pt>
                <c:pt idx="650">
                  <c:v>0.0350704234032</c:v>
                </c:pt>
                <c:pt idx="651">
                  <c:v>0.0353241433848</c:v>
                </c:pt>
                <c:pt idx="652">
                  <c:v>0.0355800382462</c:v>
                </c:pt>
                <c:pt idx="653">
                  <c:v>0.0358381081783</c:v>
                </c:pt>
                <c:pt idx="654">
                  <c:v>0.0360983524417</c:v>
                </c:pt>
                <c:pt idx="655">
                  <c:v>0.0363607693363</c:v>
                </c:pt>
                <c:pt idx="656">
                  <c:v>0.0366253561717</c:v>
                </c:pt>
                <c:pt idx="657">
                  <c:v>0.0368921092382</c:v>
                </c:pt>
                <c:pt idx="658">
                  <c:v>0.0371610237771</c:v>
                </c:pt>
                <c:pt idx="659">
                  <c:v>0.0374320939529</c:v>
                </c:pt>
                <c:pt idx="660">
                  <c:v>0.0377053128255</c:v>
                </c:pt>
                <c:pt idx="661">
                  <c:v>0.037980672323</c:v>
                </c:pt>
                <c:pt idx="662">
                  <c:v>0.0382581632159</c:v>
                </c:pt>
                <c:pt idx="663">
                  <c:v>0.0385377750918</c:v>
                </c:pt>
                <c:pt idx="664">
                  <c:v>0.0388194963316</c:v>
                </c:pt>
                <c:pt idx="665">
                  <c:v>0.0391033140868</c:v>
                </c:pt>
                <c:pt idx="666">
                  <c:v>0.0393892142576</c:v>
                </c:pt>
                <c:pt idx="667">
                  <c:v>0.0396771814738</c:v>
                </c:pt>
                <c:pt idx="668">
                  <c:v>0.0399671990755</c:v>
                </c:pt>
                <c:pt idx="669">
                  <c:v>0.0402592490971</c:v>
                </c:pt>
                <c:pt idx="670">
                  <c:v>0.0405533122521</c:v>
                </c:pt>
                <c:pt idx="671">
                  <c:v>0.0408493679206</c:v>
                </c:pt>
                <c:pt idx="672">
                  <c:v>0.0411473941378</c:v>
                </c:pt>
                <c:pt idx="673">
                  <c:v>0.0414473675862</c:v>
                </c:pt>
                <c:pt idx="674">
                  <c:v>0.0417492635884</c:v>
                </c:pt>
                <c:pt idx="675">
                  <c:v>0.042053056104</c:v>
                </c:pt>
                <c:pt idx="676">
                  <c:v>0.0423587177276</c:v>
                </c:pt>
                <c:pt idx="677">
                  <c:v>0.0426662196902</c:v>
                </c:pt>
                <c:pt idx="678">
                  <c:v>0.042975531863</c:v>
                </c:pt>
                <c:pt idx="679">
                  <c:v>0.0432866227644</c:v>
                </c:pt>
                <c:pt idx="680">
                  <c:v>0.0435994595694</c:v>
                </c:pt>
                <c:pt idx="681">
                  <c:v>0.0439140081219</c:v>
                </c:pt>
                <c:pt idx="682">
                  <c:v>0.0442302329507</c:v>
                </c:pt>
                <c:pt idx="683">
                  <c:v>0.0445480972879</c:v>
                </c:pt>
                <c:pt idx="684">
                  <c:v>0.0448675630903</c:v>
                </c:pt>
                <c:pt idx="685">
                  <c:v>0.0451885910647</c:v>
                </c:pt>
                <c:pt idx="686">
                  <c:v>0.0455111406955</c:v>
                </c:pt>
                <c:pt idx="687">
                  <c:v>0.0458351702761</c:v>
                </c:pt>
                <c:pt idx="688">
                  <c:v>0.0461606369426</c:v>
                </c:pt>
                <c:pt idx="689">
                  <c:v>0.0464874967117</c:v>
                </c:pt>
                <c:pt idx="690">
                  <c:v>0.0468157045206</c:v>
                </c:pt>
                <c:pt idx="691">
                  <c:v>0.0471452142705</c:v>
                </c:pt>
                <c:pt idx="692">
                  <c:v>0.0474759788731</c:v>
                </c:pt>
                <c:pt idx="693">
                  <c:v>0.0478079502993</c:v>
                </c:pt>
                <c:pt idx="694">
                  <c:v>0.0481410796314</c:v>
                </c:pt>
                <c:pt idx="695">
                  <c:v>0.0484753171172</c:v>
                </c:pt>
                <c:pt idx="696">
                  <c:v>0.0488106122275</c:v>
                </c:pt>
                <c:pt idx="697">
                  <c:v>0.0491469137149</c:v>
                </c:pt>
                <c:pt idx="698">
                  <c:v>0.0494841696755</c:v>
                </c:pt>
                <c:pt idx="699">
                  <c:v>0.0498223276124</c:v>
                </c:pt>
                <c:pt idx="700">
                  <c:v>0.0501613345011</c:v>
                </c:pt>
                <c:pt idx="701">
                  <c:v>0.0505011368563</c:v>
                </c:pt>
                <c:pt idx="702">
                  <c:v>0.0508416808004</c:v>
                </c:pt>
                <c:pt idx="703">
                  <c:v>0.0511829121333</c:v>
                </c:pt>
                <c:pt idx="704">
                  <c:v>0.0515247764029</c:v>
                </c:pt>
                <c:pt idx="705">
                  <c:v>0.0518672189764</c:v>
                </c:pt>
                <c:pt idx="706">
                  <c:v>0.0522101851125</c:v>
                </c:pt>
                <c:pt idx="707">
                  <c:v>0.0525536200337</c:v>
                </c:pt>
                <c:pt idx="708">
                  <c:v>0.0528974689985</c:v>
                </c:pt>
                <c:pt idx="709">
                  <c:v>0.0532416773739</c:v>
                </c:pt>
                <c:pt idx="710">
                  <c:v>0.053586190707</c:v>
                </c:pt>
                <c:pt idx="711">
                  <c:v>0.0539309547963</c:v>
                </c:pt>
                <c:pt idx="712">
                  <c:v>0.0542759157623</c:v>
                </c:pt>
                <c:pt idx="713">
                  <c:v>0.0546210201164</c:v>
                </c:pt>
                <c:pt idx="714">
                  <c:v>0.0549662148295</c:v>
                </c:pt>
                <c:pt idx="715">
                  <c:v>0.055311447398</c:v>
                </c:pt>
                <c:pt idx="716">
                  <c:v>0.055656665909</c:v>
                </c:pt>
                <c:pt idx="717">
                  <c:v>0.0560018191033</c:v>
                </c:pt>
                <c:pt idx="718">
                  <c:v>0.056346856436</c:v>
                </c:pt>
                <c:pt idx="719">
                  <c:v>0.0566917281357</c:v>
                </c:pt>
                <c:pt idx="720">
                  <c:v>0.0570363852606</c:v>
                </c:pt>
                <c:pt idx="721">
                  <c:v>0.0573807797525</c:v>
                </c:pt>
                <c:pt idx="722">
                  <c:v>0.0577248644877</c:v>
                </c:pt>
                <c:pt idx="723">
                  <c:v>0.0580685933259</c:v>
                </c:pt>
                <c:pt idx="724">
                  <c:v>0.0584119211558</c:v>
                </c:pt>
                <c:pt idx="725">
                  <c:v>0.0587548039377</c:v>
                </c:pt>
                <c:pt idx="726">
                  <c:v>0.0590971987433</c:v>
                </c:pt>
                <c:pt idx="727">
                  <c:v>0.0594390637928</c:v>
                </c:pt>
                <c:pt idx="728">
                  <c:v>0.0597803584881</c:v>
                </c:pt>
                <c:pt idx="729">
                  <c:v>0.060121043444</c:v>
                </c:pt>
                <c:pt idx="730">
                  <c:v>0.0604610805153</c:v>
                </c:pt>
                <c:pt idx="731">
                  <c:v>0.0608004328216</c:v>
                </c:pt>
                <c:pt idx="732">
                  <c:v>0.0611390647686</c:v>
                </c:pt>
                <c:pt idx="733">
                  <c:v>0.0614769420665</c:v>
                </c:pt>
                <c:pt idx="734">
                  <c:v>0.0618140317455</c:v>
                </c:pt>
                <c:pt idx="735">
                  <c:v>0.0621503021682</c:v>
                </c:pt>
                <c:pt idx="736">
                  <c:v>0.0624857230394</c:v>
                </c:pt>
                <c:pt idx="737">
                  <c:v>0.0628202654129</c:v>
                </c:pt>
                <c:pt idx="738">
                  <c:v>0.0631539016952</c:v>
                </c:pt>
                <c:pt idx="739">
                  <c:v>0.063486605648</c:v>
                </c:pt>
                <c:pt idx="740">
                  <c:v>0.0638183523861</c:v>
                </c:pt>
                <c:pt idx="741">
                  <c:v>0.0641491183748</c:v>
                </c:pt>
                <c:pt idx="742">
                  <c:v>0.0644788814236</c:v>
                </c:pt>
                <c:pt idx="743">
                  <c:v>0.0648076206787</c:v>
                </c:pt>
                <c:pt idx="744">
                  <c:v>0.0651353166124</c:v>
                </c:pt>
                <c:pt idx="745">
                  <c:v>0.0654619510118</c:v>
                </c:pt>
                <c:pt idx="746">
                  <c:v>0.065787506964</c:v>
                </c:pt>
                <c:pt idx="747">
                  <c:v>0.0661119688414</c:v>
                </c:pt>
                <c:pt idx="748">
                  <c:v>0.0664353222836</c:v>
                </c:pt>
                <c:pt idx="749">
                  <c:v>0.0667575541792</c:v>
                </c:pt>
                <c:pt idx="750">
                  <c:v>0.0670786526455</c:v>
                </c:pt>
                <c:pt idx="751">
                  <c:v>0.067398607007</c:v>
                </c:pt>
                <c:pt idx="752">
                  <c:v>0.0677174077727</c:v>
                </c:pt>
                <c:pt idx="753">
                  <c:v>0.0680350466128</c:v>
                </c:pt>
                <c:pt idx="754">
                  <c:v>0.068351516334</c:v>
                </c:pt>
                <c:pt idx="755">
                  <c:v>0.068666810854</c:v>
                </c:pt>
                <c:pt idx="756">
                  <c:v>0.0689809251757</c:v>
                </c:pt>
                <c:pt idx="757">
                  <c:v>0.06929385536</c:v>
                </c:pt>
                <c:pt idx="758">
                  <c:v>0.0696055984994</c:v>
                </c:pt>
                <c:pt idx="759">
                  <c:v>0.0699161526894</c:v>
                </c:pt>
                <c:pt idx="760">
                  <c:v>0.0702255170011</c:v>
                </c:pt>
                <c:pt idx="761">
                  <c:v>0.0705336914529</c:v>
                </c:pt>
                <c:pt idx="762">
                  <c:v>0.070840676982</c:v>
                </c:pt>
                <c:pt idx="763">
                  <c:v>0.0711464754159</c:v>
                </c:pt>
                <c:pt idx="764">
                  <c:v>0.0714510894437</c:v>
                </c:pt>
                <c:pt idx="765">
                  <c:v>0.071754522588</c:v>
                </c:pt>
                <c:pt idx="766">
                  <c:v>0.0720567791762</c:v>
                </c:pt>
                <c:pt idx="767">
                  <c:v>0.0723578643124</c:v>
                </c:pt>
                <c:pt idx="768">
                  <c:v>0.0726577838494</c:v>
                </c:pt>
                <c:pt idx="769">
                  <c:v>0.0729565443611</c:v>
                </c:pt>
                <c:pt idx="770">
                  <c:v>0.0732541531148</c:v>
                </c:pt>
                <c:pt idx="771">
                  <c:v>0.0735506180444</c:v>
                </c:pt>
                <c:pt idx="772">
                  <c:v>0.0738459477237</c:v>
                </c:pt>
                <c:pt idx="773">
                  <c:v>0.0741401513402</c:v>
                </c:pt>
                <c:pt idx="774">
                  <c:v>0.0744332386694</c:v>
                </c:pt>
                <c:pt idx="775">
                  <c:v>0.0747252200493</c:v>
                </c:pt>
                <c:pt idx="776">
                  <c:v>0.0750161063562</c:v>
                </c:pt>
                <c:pt idx="777">
                  <c:v>0.07530590898</c:v>
                </c:pt>
                <c:pt idx="778">
                  <c:v>0.0755946398007</c:v>
                </c:pt>
                <c:pt idx="779">
                  <c:v>0.0758823111657</c:v>
                </c:pt>
                <c:pt idx="780">
                  <c:v>0.0761689358669</c:v>
                </c:pt>
                <c:pt idx="781">
                  <c:v>0.0764545271191</c:v>
                </c:pt>
                <c:pt idx="782">
                  <c:v>0.0767390985388</c:v>
                </c:pt>
                <c:pt idx="783">
                  <c:v>0.0770226641234</c:v>
                </c:pt>
                <c:pt idx="784">
                  <c:v>0.0773052382312</c:v>
                </c:pt>
                <c:pt idx="785">
                  <c:v>0.0775868355624</c:v>
                </c:pt>
                <c:pt idx="786">
                  <c:v>0.07786747114</c:v>
                </c:pt>
                <c:pt idx="787">
                  <c:v>0.0781471602916</c:v>
                </c:pt>
                <c:pt idx="788">
                  <c:v>0.0784259186323</c:v>
                </c:pt>
                <c:pt idx="789">
                  <c:v>0.0787037620476</c:v>
                </c:pt>
                <c:pt idx="790">
                  <c:v>0.0789807066771</c:v>
                </c:pt>
                <c:pt idx="791">
                  <c:v>0.079256768899</c:v>
                </c:pt>
                <c:pt idx="792">
                  <c:v>0.0795319653148</c:v>
                </c:pt>
                <c:pt idx="793">
                  <c:v>0.0798063127354</c:v>
                </c:pt>
                <c:pt idx="794">
                  <c:v>0.0800798281665</c:v>
                </c:pt>
                <c:pt idx="795">
                  <c:v>0.0803525287958</c:v>
                </c:pt>
                <c:pt idx="796">
                  <c:v>0.0806244319803</c:v>
                </c:pt>
                <c:pt idx="797">
                  <c:v>0.0808955552337</c:v>
                </c:pt>
                <c:pt idx="798">
                  <c:v>0.0811659162154</c:v>
                </c:pt>
                <c:pt idx="799">
                  <c:v>0.0814355327188</c:v>
                </c:pt>
                <c:pt idx="800">
                  <c:v>0.0817044226612</c:v>
                </c:pt>
                <c:pt idx="801">
                  <c:v>0.0819726040736</c:v>
                </c:pt>
                <c:pt idx="802">
                  <c:v>0.0822400950909</c:v>
                </c:pt>
                <c:pt idx="803">
                  <c:v>0.0825069139431</c:v>
                </c:pt>
                <c:pt idx="804">
                  <c:v>0.0827730789465</c:v>
                </c:pt>
                <c:pt idx="805">
                  <c:v>0.0830386084959</c:v>
                </c:pt>
                <c:pt idx="806">
                  <c:v>0.0833035210565</c:v>
                </c:pt>
                <c:pt idx="807">
                  <c:v>0.0835678351565</c:v>
                </c:pt>
                <c:pt idx="808">
                  <c:v>0.083831569381</c:v>
                </c:pt>
                <c:pt idx="809">
                  <c:v>0.0840947423646</c:v>
                </c:pt>
                <c:pt idx="810">
                  <c:v>0.0843573727861</c:v>
                </c:pt>
                <c:pt idx="811">
                  <c:v>0.0846194793622</c:v>
                </c:pt>
                <c:pt idx="812">
                  <c:v>0.084881080843</c:v>
                </c:pt>
                <c:pt idx="813">
                  <c:v>0.085142196006</c:v>
                </c:pt>
                <c:pt idx="814">
                  <c:v>0.0854028436523</c:v>
                </c:pt>
                <c:pt idx="815">
                  <c:v>0.0856630426022</c:v>
                </c:pt>
                <c:pt idx="816">
                  <c:v>0.0859228116908</c:v>
                </c:pt>
                <c:pt idx="817">
                  <c:v>0.0861821697649</c:v>
                </c:pt>
                <c:pt idx="818">
                  <c:v>0.0864411356793</c:v>
                </c:pt>
                <c:pt idx="819">
                  <c:v>0.0866997282939</c:v>
                </c:pt>
                <c:pt idx="820">
                  <c:v>0.0869579664707</c:v>
                </c:pt>
                <c:pt idx="821">
                  <c:v>0.0872158690715</c:v>
                </c:pt>
                <c:pt idx="822">
                  <c:v>0.0874734549558</c:v>
                </c:pt>
                <c:pt idx="823">
                  <c:v>0.0877307429782</c:v>
                </c:pt>
                <c:pt idx="824">
                  <c:v>0.0879877519871</c:v>
                </c:pt>
                <c:pt idx="825">
                  <c:v>0.0882445008228</c:v>
                </c:pt>
                <c:pt idx="826">
                  <c:v>0.0885010083167</c:v>
                </c:pt>
                <c:pt idx="827">
                  <c:v>0.0887572932895</c:v>
                </c:pt>
                <c:pt idx="828">
                  <c:v>0.0890133745506</c:v>
                </c:pt>
                <c:pt idx="829">
                  <c:v>0.0892692708974</c:v>
                </c:pt>
                <c:pt idx="830">
                  <c:v>0.0895250011145</c:v>
                </c:pt>
                <c:pt idx="831">
                  <c:v>0.0897805839736</c:v>
                </c:pt>
                <c:pt idx="832">
                  <c:v>0.0900360382332</c:v>
                </c:pt>
                <c:pt idx="833">
                  <c:v>0.0902913826381</c:v>
                </c:pt>
                <c:pt idx="834">
                  <c:v>0.0905466359203</c:v>
                </c:pt>
                <c:pt idx="835">
                  <c:v>0.0908018167986</c:v>
                </c:pt>
                <c:pt idx="836">
                  <c:v>0.0910569439791</c:v>
                </c:pt>
                <c:pt idx="837">
                  <c:v>0.0913120361559</c:v>
                </c:pt>
                <c:pt idx="838">
                  <c:v>0.0915671120115</c:v>
                </c:pt>
                <c:pt idx="839">
                  <c:v>0.0918221902178</c:v>
                </c:pt>
                <c:pt idx="840">
                  <c:v>0.0920772894367</c:v>
                </c:pt>
                <c:pt idx="841">
                  <c:v>0.0923324283213</c:v>
                </c:pt>
                <c:pt idx="842">
                  <c:v>0.0925876255168</c:v>
                </c:pt>
                <c:pt idx="843">
                  <c:v>0.092842899662</c:v>
                </c:pt>
                <c:pt idx="844">
                  <c:v>0.0930982693899</c:v>
                </c:pt>
                <c:pt idx="845">
                  <c:v>0.09335375333</c:v>
                </c:pt>
                <c:pt idx="846">
                  <c:v>0.0936093701089</c:v>
                </c:pt>
                <c:pt idx="847">
                  <c:v>0.0938651383522</c:v>
                </c:pt>
                <c:pt idx="848">
                  <c:v>0.0941210766861</c:v>
                </c:pt>
                <c:pt idx="849">
                  <c:v>0.0943772037389</c:v>
                </c:pt>
                <c:pt idx="850">
                  <c:v>0.094633538143</c:v>
                </c:pt>
                <c:pt idx="851">
                  <c:v>0.0948900985363</c:v>
                </c:pt>
                <c:pt idx="852">
                  <c:v>0.0951469035644</c:v>
                </c:pt>
                <c:pt idx="853">
                  <c:v>0.0954039718823</c:v>
                </c:pt>
                <c:pt idx="854">
                  <c:v>0.0956613221563</c:v>
                </c:pt>
                <c:pt idx="855">
                  <c:v>0.0959189730661</c:v>
                </c:pt>
                <c:pt idx="856">
                  <c:v>0.0961769433068</c:v>
                </c:pt>
                <c:pt idx="857">
                  <c:v>0.0964352515911</c:v>
                </c:pt>
                <c:pt idx="858">
                  <c:v>0.0966939166509</c:v>
                </c:pt>
                <c:pt idx="859">
                  <c:v>0.09695295724</c:v>
                </c:pt>
                <c:pt idx="860">
                  <c:v>0.097212392136</c:v>
                </c:pt>
                <c:pt idx="861">
                  <c:v>0.0974722401424</c:v>
                </c:pt>
                <c:pt idx="862">
                  <c:v>0.0977325200909</c:v>
                </c:pt>
                <c:pt idx="863">
                  <c:v>0.0979932508436</c:v>
                </c:pt>
                <c:pt idx="864">
                  <c:v>0.0982544512952</c:v>
                </c:pt>
                <c:pt idx="865">
                  <c:v>0.0985161403753</c:v>
                </c:pt>
                <c:pt idx="866">
                  <c:v>0.0987783370503</c:v>
                </c:pt>
                <c:pt idx="867">
                  <c:v>0.0990410603261</c:v>
                </c:pt>
                <c:pt idx="868">
                  <c:v>0.0993043292501</c:v>
                </c:pt>
                <c:pt idx="869">
                  <c:v>0.0995681629133</c:v>
                </c:pt>
                <c:pt idx="870">
                  <c:v>0.0998325804528</c:v>
                </c:pt>
                <c:pt idx="871">
                  <c:v>0.100097601054</c:v>
                </c:pt>
                <c:pt idx="872">
                  <c:v>0.100363243952</c:v>
                </c:pt>
                <c:pt idx="873">
                  <c:v>0.100629528435</c:v>
                </c:pt>
                <c:pt idx="874">
                  <c:v>0.100896473846</c:v>
                </c:pt>
                <c:pt idx="875">
                  <c:v>0.101164099584</c:v>
                </c:pt>
                <c:pt idx="876">
                  <c:v>0.101432425107</c:v>
                </c:pt>
                <c:pt idx="877">
                  <c:v>0.101701469935</c:v>
                </c:pt>
                <c:pt idx="878">
                  <c:v>0.10197125365</c:v>
                </c:pt>
                <c:pt idx="879">
                  <c:v>0.102241795899</c:v>
                </c:pt>
                <c:pt idx="880">
                  <c:v>0.102513116395</c:v>
                </c:pt>
                <c:pt idx="881">
                  <c:v>0.102785234921</c:v>
                </c:pt>
                <c:pt idx="882">
                  <c:v>0.10305817133</c:v>
                </c:pt>
                <c:pt idx="883">
                  <c:v>0.103331945546</c:v>
                </c:pt>
                <c:pt idx="884">
                  <c:v>0.103606577569</c:v>
                </c:pt>
                <c:pt idx="885">
                  <c:v>0.103882087473</c:v>
                </c:pt>
                <c:pt idx="886">
                  <c:v>0.10415849541</c:v>
                </c:pt>
                <c:pt idx="887">
                  <c:v>0.104435821608</c:v>
                </c:pt>
                <c:pt idx="888">
                  <c:v>0.104714086379</c:v>
                </c:pt>
                <c:pt idx="889">
                  <c:v>0.104993310113</c:v>
                </c:pt>
                <c:pt idx="890">
                  <c:v>0.105273513283</c:v>
                </c:pt>
                <c:pt idx="891">
                  <c:v>0.105554716445</c:v>
                </c:pt>
                <c:pt idx="892">
                  <c:v>0.10583694024</c:v>
                </c:pt>
                <c:pt idx="893">
                  <c:v>0.106120205393</c:v>
                </c:pt>
                <c:pt idx="894">
                  <c:v>0.106404532717</c:v>
                </c:pt>
                <c:pt idx="895">
                  <c:v>0.106689943108</c:v>
                </c:pt>
                <c:pt idx="896">
                  <c:v>0.106976457553</c:v>
                </c:pt>
                <c:pt idx="897">
                  <c:v>0.107264097121</c:v>
                </c:pt>
                <c:pt idx="898">
                  <c:v>0.107552882973</c:v>
                </c:pt>
                <c:pt idx="899">
                  <c:v>0.107842836354</c:v>
                </c:pt>
                <c:pt idx="900">
                  <c:v>0.108133978597</c:v>
                </c:pt>
                <c:pt idx="901">
                  <c:v>0.108426331121</c:v>
                </c:pt>
                <c:pt idx="902">
                  <c:v>0.108719915433</c:v>
                </c:pt>
                <c:pt idx="903">
                  <c:v>0.109014753122</c:v>
                </c:pt>
                <c:pt idx="904">
                  <c:v>0.109310865863</c:v>
                </c:pt>
                <c:pt idx="905">
                  <c:v>0.109608275414</c:v>
                </c:pt>
                <c:pt idx="906">
                  <c:v>0.109907003613</c:v>
                </c:pt>
                <c:pt idx="907">
                  <c:v>0.110207072379</c:v>
                </c:pt>
                <c:pt idx="908">
                  <c:v>0.110508503708</c:v>
                </c:pt>
                <c:pt idx="909">
                  <c:v>0.110811319671</c:v>
                </c:pt>
                <c:pt idx="910">
                  <c:v>0.111115542414</c:v>
                </c:pt>
                <c:pt idx="911">
                  <c:v>0.111421194152</c:v>
                </c:pt>
                <c:pt idx="912">
                  <c:v>0.111728297165</c:v>
                </c:pt>
                <c:pt idx="913">
                  <c:v>0.112036873798</c:v>
                </c:pt>
                <c:pt idx="914">
                  <c:v>0.112346946458</c:v>
                </c:pt>
                <c:pt idx="915">
                  <c:v>0.112658537604</c:v>
                </c:pt>
                <c:pt idx="916">
                  <c:v>0.112971669747</c:v>
                </c:pt>
                <c:pt idx="917">
                  <c:v>0.113286365446</c:v>
                </c:pt>
                <c:pt idx="918">
                  <c:v>0.113602647298</c:v>
                </c:pt>
                <c:pt idx="919">
                  <c:v>0.113920537938</c:v>
                </c:pt>
                <c:pt idx="920">
                  <c:v>0.114240060027</c:v>
                </c:pt>
                <c:pt idx="921">
                  <c:v>0.114561236251</c:v>
                </c:pt>
                <c:pt idx="922">
                  <c:v>0.114884089309</c:v>
                </c:pt>
                <c:pt idx="923">
                  <c:v>0.11520864191</c:v>
                </c:pt>
                <c:pt idx="924">
                  <c:v>0.115534916759</c:v>
                </c:pt>
                <c:pt idx="925">
                  <c:v>0.115862936556</c:v>
                </c:pt>
                <c:pt idx="926">
                  <c:v>0.116192723981</c:v>
                </c:pt>
                <c:pt idx="927">
                  <c:v>0.116524301685</c:v>
                </c:pt>
                <c:pt idx="928">
                  <c:v>0.116857692282</c:v>
                </c:pt>
                <c:pt idx="929">
                  <c:v>0.117192918338</c:v>
                </c:pt>
                <c:pt idx="930">
                  <c:v>0.117530002354</c:v>
                </c:pt>
                <c:pt idx="931">
                  <c:v>0.117868966763</c:v>
                </c:pt>
                <c:pt idx="932">
                  <c:v>0.118209833909</c:v>
                </c:pt>
                <c:pt idx="933">
                  <c:v>0.118552626036</c:v>
                </c:pt>
                <c:pt idx="934">
                  <c:v>0.118897365276</c:v>
                </c:pt>
                <c:pt idx="935">
                  <c:v>0.119244073632</c:v>
                </c:pt>
                <c:pt idx="936">
                  <c:v>0.11959277296</c:v>
                </c:pt>
                <c:pt idx="937">
                  <c:v>0.119943484955</c:v>
                </c:pt>
                <c:pt idx="938">
                  <c:v>0.120296231135</c:v>
                </c:pt>
                <c:pt idx="939">
                  <c:v>0.120651032818</c:v>
                </c:pt>
                <c:pt idx="940">
                  <c:v>0.121007911106</c:v>
                </c:pt>
                <c:pt idx="941">
                  <c:v>0.121366886866</c:v>
                </c:pt>
                <c:pt idx="942">
                  <c:v>0.121727980704</c:v>
                </c:pt>
                <c:pt idx="943">
                  <c:v>0.12209121295</c:v>
                </c:pt>
                <c:pt idx="944">
                  <c:v>0.122456603628</c:v>
                </c:pt>
                <c:pt idx="945">
                  <c:v>0.122824172437</c:v>
                </c:pt>
                <c:pt idx="946">
                  <c:v>0.123193938725</c:v>
                </c:pt>
                <c:pt idx="947">
                  <c:v>0.123565921462</c:v>
                </c:pt>
                <c:pt idx="948">
                  <c:v>0.123940139213</c:v>
                </c:pt>
                <c:pt idx="949">
                  <c:v>0.124316610111</c:v>
                </c:pt>
                <c:pt idx="950">
                  <c:v>0.124695351829</c:v>
                </c:pt>
                <c:pt idx="951">
                  <c:v>0.125076381545</c:v>
                </c:pt>
                <c:pt idx="952">
                  <c:v>0.125459715917</c:v>
                </c:pt>
                <c:pt idx="953">
                  <c:v>0.125845371045</c:v>
                </c:pt>
                <c:pt idx="954">
                  <c:v>0.126233362441</c:v>
                </c:pt>
                <c:pt idx="955">
                  <c:v>0.126623704994</c:v>
                </c:pt>
                <c:pt idx="956">
                  <c:v>0.127016412932</c:v>
                </c:pt>
                <c:pt idx="957">
                  <c:v>0.127411499785</c:v>
                </c:pt>
                <c:pt idx="958">
                  <c:v>0.127808978349</c:v>
                </c:pt>
                <c:pt idx="959">
                  <c:v>0.128208860646</c:v>
                </c:pt>
                <c:pt idx="960">
                  <c:v>0.128611157883</c:v>
                </c:pt>
                <c:pt idx="961">
                  <c:v>0.129015880409</c:v>
                </c:pt>
                <c:pt idx="962">
                  <c:v>0.129423037673</c:v>
                </c:pt>
                <c:pt idx="963">
                  <c:v>0.129832638184</c:v>
                </c:pt>
                <c:pt idx="964">
                  <c:v>0.130244689458</c:v>
                </c:pt>
                <c:pt idx="965">
                  <c:v>0.130659197979</c:v>
                </c:pt>
                <c:pt idx="966">
                  <c:v>0.131076169148</c:v>
                </c:pt>
                <c:pt idx="967">
                  <c:v>0.131495607237</c:v>
                </c:pt>
                <c:pt idx="968">
                  <c:v>0.131917515337</c:v>
                </c:pt>
                <c:pt idx="969">
                  <c:v>0.132341895312</c:v>
                </c:pt>
                <c:pt idx="970">
                  <c:v>0.132768747744</c:v>
                </c:pt>
                <c:pt idx="971">
                  <c:v>0.133198071883</c:v>
                </c:pt>
                <c:pt idx="972">
                  <c:v>0.133629865594</c:v>
                </c:pt>
                <c:pt idx="973">
                  <c:v>0.134064125304</c:v>
                </c:pt>
                <c:pt idx="974">
                  <c:v>0.134500845948</c:v>
                </c:pt>
                <c:pt idx="975">
                  <c:v>0.134940020915</c:v>
                </c:pt>
                <c:pt idx="976">
                  <c:v>0.135381641992</c:v>
                </c:pt>
                <c:pt idx="977">
                  <c:v>0.135825699309</c:v>
                </c:pt>
                <c:pt idx="978">
                  <c:v>0.136272181284</c:v>
                </c:pt>
                <c:pt idx="979">
                  <c:v>0.136721074565</c:v>
                </c:pt>
                <c:pt idx="980">
                  <c:v>0.137172363979</c:v>
                </c:pt>
                <c:pt idx="981">
                  <c:v>0.137626032471</c:v>
                </c:pt>
                <c:pt idx="982">
                  <c:v>0.138082061052</c:v>
                </c:pt>
                <c:pt idx="983">
                  <c:v>0.138540428742</c:v>
                </c:pt>
                <c:pt idx="984">
                  <c:v>0.139001112517</c:v>
                </c:pt>
                <c:pt idx="985">
                  <c:v>0.139464087253</c:v>
                </c:pt>
                <c:pt idx="986">
                  <c:v>0.139929325675</c:v>
                </c:pt>
                <c:pt idx="987">
                  <c:v>0.140396798305</c:v>
                </c:pt>
                <c:pt idx="988">
                  <c:v>0.140866473406</c:v>
                </c:pt>
                <c:pt idx="989">
                  <c:v>0.141338316941</c:v>
                </c:pt>
                <c:pt idx="990">
                  <c:v>0.141812292518</c:v>
                </c:pt>
                <c:pt idx="991">
                  <c:v>0.142288361345</c:v>
                </c:pt>
                <c:pt idx="992">
                  <c:v>0.142766482187</c:v>
                </c:pt>
                <c:pt idx="993">
                  <c:v>0.143246611325</c:v>
                </c:pt>
                <c:pt idx="994">
                  <c:v>0.143728702511</c:v>
                </c:pt>
                <c:pt idx="995">
                  <c:v>0.144212706934</c:v>
                </c:pt>
                <c:pt idx="996">
                  <c:v>0.144698573187</c:v>
                </c:pt>
                <c:pt idx="997">
                  <c:v>0.145186247231</c:v>
                </c:pt>
                <c:pt idx="998">
                  <c:v>0.145675672369</c:v>
                </c:pt>
                <c:pt idx="999">
                  <c:v>0.146166789219</c:v>
                </c:pt>
                <c:pt idx="1000">
                  <c:v>0.146659535695</c:v>
                </c:pt>
                <c:pt idx="1001">
                  <c:v>0.147153846985</c:v>
                </c:pt>
                <c:pt idx="1002">
                  <c:v>0.147649655541</c:v>
                </c:pt>
                <c:pt idx="1003">
                  <c:v>0.148146891067</c:v>
                </c:pt>
                <c:pt idx="1004">
                  <c:v>0.148645480515</c:v>
                </c:pt>
                <c:pt idx="1005">
                  <c:v>0.149145348081</c:v>
                </c:pt>
                <c:pt idx="1006">
                  <c:v>0.149646415211</c:v>
                </c:pt>
                <c:pt idx="1007">
                  <c:v>0.150148600612</c:v>
                </c:pt>
                <c:pt idx="1008">
                  <c:v>0.15065182026</c:v>
                </c:pt>
                <c:pt idx="1009">
                  <c:v>0.151155987422</c:v>
                </c:pt>
                <c:pt idx="1010">
                  <c:v>0.151661012682</c:v>
                </c:pt>
                <c:pt idx="1011">
                  <c:v>0.152166803964</c:v>
                </c:pt>
                <c:pt idx="1012">
                  <c:v>0.152673266574</c:v>
                </c:pt>
                <c:pt idx="1013">
                  <c:v>0.153180303234</c:v>
                </c:pt>
                <c:pt idx="1014">
                  <c:v>0.153687814132</c:v>
                </c:pt>
                <c:pt idx="1015">
                  <c:v>0.154195696973</c:v>
                </c:pt>
                <c:pt idx="1016">
                  <c:v>0.154703847031</c:v>
                </c:pt>
                <c:pt idx="1017">
                  <c:v>0.15521215722</c:v>
                </c:pt>
                <c:pt idx="1018">
                  <c:v>0.155720518153</c:v>
                </c:pt>
                <c:pt idx="1019">
                  <c:v>0.156228818223</c:v>
                </c:pt>
                <c:pt idx="1020">
                  <c:v>0.156736943676</c:v>
                </c:pt>
                <c:pt idx="1021">
                  <c:v>0.157244778702</c:v>
                </c:pt>
                <c:pt idx="1022">
                  <c:v>0.157752205516</c:v>
                </c:pt>
                <c:pt idx="1023">
                  <c:v>0.158259104461</c:v>
                </c:pt>
                <c:pt idx="1024">
                  <c:v>0.158765354101</c:v>
                </c:pt>
                <c:pt idx="1025">
                  <c:v>0.159270831328</c:v>
                </c:pt>
                <c:pt idx="1026">
                  <c:v>0.159775411472</c:v>
                </c:pt>
                <c:pt idx="1027">
                  <c:v>0.160278968408</c:v>
                </c:pt>
                <c:pt idx="1028">
                  <c:v>0.160781374682</c:v>
                </c:pt>
                <c:pt idx="1029">
                  <c:v>0.161282501625</c:v>
                </c:pt>
                <c:pt idx="1030">
                  <c:v>0.161782219476</c:v>
                </c:pt>
                <c:pt idx="1031">
                  <c:v>0.162280397518</c:v>
                </c:pt>
                <c:pt idx="1032">
                  <c:v>0.162776904199</c:v>
                </c:pt>
                <c:pt idx="1033">
                  <c:v>0.16327160727</c:v>
                </c:pt>
                <c:pt idx="1034">
                  <c:v>0.16376437392</c:v>
                </c:pt>
                <c:pt idx="1035">
                  <c:v>0.164255070912</c:v>
                </c:pt>
                <c:pt idx="1036">
                  <c:v>0.164743564724</c:v>
                </c:pt>
                <c:pt idx="1037">
                  <c:v>0.165229721688</c:v>
                </c:pt>
                <c:pt idx="1038">
                  <c:v>0.165713408128</c:v>
                </c:pt>
                <c:pt idx="1039">
                  <c:v>0.166194490511</c:v>
                </c:pt>
                <c:pt idx="1040">
                  <c:v>0.166672835579</c:v>
                </c:pt>
                <c:pt idx="1041">
                  <c:v>0.167148310499</c:v>
                </c:pt>
                <c:pt idx="1042">
                  <c:v>0.167620783002</c:v>
                </c:pt>
                <c:pt idx="1043">
                  <c:v>0.168090121523</c:v>
                </c:pt>
                <c:pt idx="1044">
                  <c:v>0.168556195345</c:v>
                </c:pt>
                <c:pt idx="1045">
                  <c:v>0.169018874736</c:v>
                </c:pt>
                <c:pt idx="1046">
                  <c:v>0.169478031088</c:v>
                </c:pt>
                <c:pt idx="1047">
                  <c:v>0.169933537052</c:v>
                </c:pt>
                <c:pt idx="1048">
                  <c:v>0.170385266674</c:v>
                </c:pt>
                <c:pt idx="1049">
                  <c:v>0.170833095527</c:v>
                </c:pt>
                <c:pt idx="1050">
                  <c:v>0.171276900838</c:v>
                </c:pt>
                <c:pt idx="1051">
                  <c:v>0.171716561617</c:v>
                </c:pt>
                <c:pt idx="1052">
                  <c:v>0.172151958782</c:v>
                </c:pt>
                <c:pt idx="1053">
                  <c:v>0.17258297528</c:v>
                </c:pt>
                <c:pt idx="1054">
                  <c:v>0.173009496203</c:v>
                </c:pt>
                <c:pt idx="1055">
                  <c:v>0.173431408908</c:v>
                </c:pt>
                <c:pt idx="1056">
                  <c:v>0.173848603122</c:v>
                </c:pt>
                <c:pt idx="1057">
                  <c:v>0.174260971056</c:v>
                </c:pt>
                <c:pt idx="1058">
                  <c:v>0.174668407509</c:v>
                </c:pt>
                <c:pt idx="1059">
                  <c:v>0.175070809966</c:v>
                </c:pt>
                <c:pt idx="1060">
                  <c:v>0.175468078698</c:v>
                </c:pt>
                <c:pt idx="1061">
                  <c:v>0.17586011686</c:v>
                </c:pt>
                <c:pt idx="1062">
                  <c:v>0.176246830572</c:v>
                </c:pt>
                <c:pt idx="1063">
                  <c:v>0.176628129017</c:v>
                </c:pt>
                <c:pt idx="1064">
                  <c:v>0.177003924515</c:v>
                </c:pt>
                <c:pt idx="1065">
                  <c:v>0.177374132607</c:v>
                </c:pt>
                <c:pt idx="1066">
                  <c:v>0.177738672133</c:v>
                </c:pt>
                <c:pt idx="1067">
                  <c:v>0.178097465298</c:v>
                </c:pt>
                <c:pt idx="1068">
                  <c:v>0.178450437746</c:v>
                </c:pt>
                <c:pt idx="1069">
                  <c:v>0.178797518623</c:v>
                </c:pt>
                <c:pt idx="1070">
                  <c:v>0.17913864064</c:v>
                </c:pt>
                <c:pt idx="1071">
                  <c:v>0.179473740129</c:v>
                </c:pt>
                <c:pt idx="1072">
                  <c:v>0.179802757098</c:v>
                </c:pt>
                <c:pt idx="1073">
                  <c:v>0.180125635285</c:v>
                </c:pt>
                <c:pt idx="1074">
                  <c:v>0.1804423222</c:v>
                </c:pt>
                <c:pt idx="1075">
                  <c:v>0.180752769176</c:v>
                </c:pt>
                <c:pt idx="1076">
                  <c:v>0.181056931403</c:v>
                </c:pt>
                <c:pt idx="1077">
                  <c:v>0.181354767971</c:v>
                </c:pt>
                <c:pt idx="1078">
                  <c:v>0.181646241898</c:v>
                </c:pt>
                <c:pt idx="1079">
                  <c:v>0.181931320166</c:v>
                </c:pt>
                <c:pt idx="1080">
                  <c:v>0.182209973743</c:v>
                </c:pt>
                <c:pt idx="1081">
                  <c:v>0.182482177609</c:v>
                </c:pt>
                <c:pt idx="1082">
                  <c:v>0.182747910775</c:v>
                </c:pt>
                <c:pt idx="1083">
                  <c:v>0.183007156295</c:v>
                </c:pt>
                <c:pt idx="1084">
                  <c:v>0.183259901286</c:v>
                </c:pt>
                <c:pt idx="1085">
                  <c:v>0.183506136927</c:v>
                </c:pt>
                <c:pt idx="1086">
                  <c:v>0.183745858471</c:v>
                </c:pt>
                <c:pt idx="1087">
                  <c:v>0.18397906524</c:v>
                </c:pt>
                <c:pt idx="1088">
                  <c:v>0.184205760623</c:v>
                </c:pt>
                <c:pt idx="1089">
                  <c:v>0.184425952068</c:v>
                </c:pt>
                <c:pt idx="1090">
                  <c:v>0.184639651069</c:v>
                </c:pt>
                <c:pt idx="1091">
                  <c:v>0.184846873149</c:v>
                </c:pt>
                <c:pt idx="1092">
                  <c:v>0.185047637838</c:v>
                </c:pt>
                <c:pt idx="1093">
                  <c:v>0.185241968647</c:v>
                </c:pt>
                <c:pt idx="1094">
                  <c:v>0.185429893036</c:v>
                </c:pt>
                <c:pt idx="1095">
                  <c:v>0.185611442379</c:v>
                </c:pt>
                <c:pt idx="1096">
                  <c:v>0.185786651919</c:v>
                </c:pt>
                <c:pt idx="1097">
                  <c:v>0.185955560726</c:v>
                </c:pt>
                <c:pt idx="1098">
                  <c:v>0.18611821164</c:v>
                </c:pt>
                <c:pt idx="1099">
                  <c:v>0.186274651215</c:v>
                </c:pt>
                <c:pt idx="1100">
                  <c:v>0.186424929657</c:v>
                </c:pt>
                <c:pt idx="1101">
                  <c:v>0.186569100751</c:v>
                </c:pt>
                <c:pt idx="1102">
                  <c:v>0.18670722179</c:v>
                </c:pt>
                <c:pt idx="1103">
                  <c:v>0.18683935349</c:v>
                </c:pt>
                <c:pt idx="1104">
                  <c:v>0.186965559907</c:v>
                </c:pt>
                <c:pt idx="1105">
                  <c:v>0.18708590834</c:v>
                </c:pt>
                <c:pt idx="1106">
                  <c:v>0.187200469233</c:v>
                </c:pt>
                <c:pt idx="1107">
                  <c:v>0.187309316073</c:v>
                </c:pt>
                <c:pt idx="1108">
                  <c:v>0.187412525275</c:v>
                </c:pt>
                <c:pt idx="1109">
                  <c:v>0.187510176065</c:v>
                </c:pt>
                <c:pt idx="1110">
                  <c:v>0.18760235036</c:v>
                </c:pt>
                <c:pt idx="1111">
                  <c:v>0.187689132637</c:v>
                </c:pt>
                <c:pt idx="1112">
                  <c:v>0.187770609797</c:v>
                </c:pt>
                <c:pt idx="1113">
                  <c:v>0.18784687103</c:v>
                </c:pt>
                <c:pt idx="1114">
                  <c:v>0.187918007665</c:v>
                </c:pt>
                <c:pt idx="1115">
                  <c:v>0.187984113018</c:v>
                </c:pt>
                <c:pt idx="1116">
                  <c:v>0.188045282244</c:v>
                </c:pt>
                <c:pt idx="1117">
                  <c:v>0.188101612168</c:v>
                </c:pt>
                <c:pt idx="1118">
                  <c:v>0.188153201125</c:v>
                </c:pt>
                <c:pt idx="1119">
                  <c:v>0.18820014879</c:v>
                </c:pt>
                <c:pt idx="1120">
                  <c:v>0.188242556007</c:v>
                </c:pt>
                <c:pt idx="1121">
                  <c:v>0.188280524609</c:v>
                </c:pt>
                <c:pt idx="1122">
                  <c:v>0.18831415724</c:v>
                </c:pt>
                <c:pt idx="1123">
                  <c:v>0.188343557176</c:v>
                </c:pt>
                <c:pt idx="1124">
                  <c:v>0.188368828137</c:v>
                </c:pt>
                <c:pt idx="1125">
                  <c:v>0.188390074101</c:v>
                </c:pt>
                <c:pt idx="1126">
                  <c:v>0.188407399116</c:v>
                </c:pt>
                <c:pt idx="1127">
                  <c:v>0.188420907113</c:v>
                </c:pt>
                <c:pt idx="1128">
                  <c:v>0.188430701713</c:v>
                </c:pt>
                <c:pt idx="1129">
                  <c:v>0.188436886039</c:v>
                </c:pt>
                <c:pt idx="1130">
                  <c:v>0.188439562526</c:v>
                </c:pt>
                <c:pt idx="1131">
                  <c:v>0.188438832732</c:v>
                </c:pt>
                <c:pt idx="1132">
                  <c:v>0.188434797148</c:v>
                </c:pt>
                <c:pt idx="1133">
                  <c:v>0.188427555016</c:v>
                </c:pt>
                <c:pt idx="1134">
                  <c:v>0.188417204138</c:v>
                </c:pt>
                <c:pt idx="1135">
                  <c:v>0.1884038407</c:v>
                </c:pt>
                <c:pt idx="1136">
                  <c:v>0.188387559092</c:v>
                </c:pt>
                <c:pt idx="1137">
                  <c:v>0.188368451726</c:v>
                </c:pt>
                <c:pt idx="1138">
                  <c:v>0.188346608872</c:v>
                </c:pt>
                <c:pt idx="1139">
                  <c:v>0.188322118485</c:v>
                </c:pt>
                <c:pt idx="1140">
                  <c:v>0.188295066041</c:v>
                </c:pt>
                <c:pt idx="1141">
                  <c:v>0.188265534377</c:v>
                </c:pt>
                <c:pt idx="1142">
                  <c:v>0.188233603542</c:v>
                </c:pt>
                <c:pt idx="1143">
                  <c:v>0.188199350639</c:v>
                </c:pt>
                <c:pt idx="1144">
                  <c:v>0.188162849688</c:v>
                </c:pt>
                <c:pt idx="1145">
                  <c:v>0.188124171487</c:v>
                </c:pt>
                <c:pt idx="1146">
                  <c:v>0.188083383478</c:v>
                </c:pt>
                <c:pt idx="1147">
                  <c:v>0.18804054962</c:v>
                </c:pt>
                <c:pt idx="1148">
                  <c:v>0.187995730273</c:v>
                </c:pt>
                <c:pt idx="1149">
                  <c:v>0.187948982084</c:v>
                </c:pt>
                <c:pt idx="1150">
                  <c:v>0.187900357876</c:v>
                </c:pt>
                <c:pt idx="1151">
                  <c:v>0.187849906552</c:v>
                </c:pt>
                <c:pt idx="1152">
                  <c:v>0.187797673001</c:v>
                </c:pt>
                <c:pt idx="1153">
                  <c:v>0.187743698008</c:v>
                </c:pt>
                <c:pt idx="1154">
                  <c:v>0.187688018177</c:v>
                </c:pt>
                <c:pt idx="1155">
                  <c:v>0.187630665855</c:v>
                </c:pt>
                <c:pt idx="1156">
                  <c:v>0.187571669067</c:v>
                </c:pt>
                <c:pt idx="1157">
                  <c:v>0.187511051453</c:v>
                </c:pt>
                <c:pt idx="1158">
                  <c:v>0.187448832214</c:v>
                </c:pt>
                <c:pt idx="1159">
                  <c:v>0.187385026067</c:v>
                </c:pt>
                <c:pt idx="1160">
                  <c:v>0.187319643202</c:v>
                </c:pt>
                <c:pt idx="1161">
                  <c:v>0.187252689245</c:v>
                </c:pt>
                <c:pt idx="1162">
                  <c:v>0.187184165231</c:v>
                </c:pt>
                <c:pt idx="1163">
                  <c:v>0.18711406758</c:v>
                </c:pt>
                <c:pt idx="1164">
                  <c:v>0.18704238808</c:v>
                </c:pt>
                <c:pt idx="1165">
                  <c:v>0.186969113874</c:v>
                </c:pt>
                <c:pt idx="1166">
                  <c:v>0.186894227455</c:v>
                </c:pt>
                <c:pt idx="1167">
                  <c:v>0.186817706664</c:v>
                </c:pt>
                <c:pt idx="1168">
                  <c:v>0.186739524694</c:v>
                </c:pt>
                <c:pt idx="1169">
                  <c:v>0.186659650099</c:v>
                </c:pt>
                <c:pt idx="1170">
                  <c:v>0.186578046808</c:v>
                </c:pt>
                <c:pt idx="1171">
                  <c:v>0.186494674146</c:v>
                </c:pt>
                <c:pt idx="1172">
                  <c:v>0.186409486852</c:v>
                </c:pt>
                <c:pt idx="1173">
                  <c:v>0.186322435112</c:v>
                </c:pt>
                <c:pt idx="1174">
                  <c:v>0.186233464589</c:v>
                </c:pt>
                <c:pt idx="1175">
                  <c:v>0.186142516457</c:v>
                </c:pt>
                <c:pt idx="1176">
                  <c:v>0.186049527444</c:v>
                </c:pt>
                <c:pt idx="1177">
                  <c:v>0.185954429873</c:v>
                </c:pt>
                <c:pt idx="1178">
                  <c:v>0.185857151716</c:v>
                </c:pt>
                <c:pt idx="1179">
                  <c:v>0.185757616635</c:v>
                </c:pt>
                <c:pt idx="1180">
                  <c:v>0.18565574405</c:v>
                </c:pt>
                <c:pt idx="1181">
                  <c:v>0.185551449185</c:v>
                </c:pt>
                <c:pt idx="1182">
                  <c:v>0.185444643142</c:v>
                </c:pt>
                <c:pt idx="1183">
                  <c:v>0.185335232958</c:v>
                </c:pt>
                <c:pt idx="1184">
                  <c:v>0.18522312168</c:v>
                </c:pt>
                <c:pt idx="1185">
                  <c:v>0.185108208432</c:v>
                </c:pt>
                <c:pt idx="1186">
                  <c:v>0.184990388499</c:v>
                </c:pt>
                <c:pt idx="1187">
                  <c:v>0.184869553399</c:v>
                </c:pt>
                <c:pt idx="1188">
                  <c:v>0.18474559097</c:v>
                </c:pt>
                <c:pt idx="1189">
                  <c:v>0.184618385458</c:v>
                </c:pt>
                <c:pt idx="1190">
                  <c:v>0.184487817602</c:v>
                </c:pt>
                <c:pt idx="1191">
                  <c:v>0.184353764733</c:v>
                </c:pt>
                <c:pt idx="1192">
                  <c:v>0.184216100867</c:v>
                </c:pt>
                <c:pt idx="1193">
                  <c:v>0.184074696809</c:v>
                </c:pt>
                <c:pt idx="1194">
                  <c:v>0.183929420257</c:v>
                </c:pt>
                <c:pt idx="1195">
                  <c:v>0.183780135911</c:v>
                </c:pt>
                <c:pt idx="1196">
                  <c:v>0.183626705584</c:v>
                </c:pt>
                <c:pt idx="1197">
                  <c:v>0.183468988324</c:v>
                </c:pt>
                <c:pt idx="1198">
                  <c:v>0.183306840526</c:v>
                </c:pt>
                <c:pt idx="1199">
                  <c:v>0.183140116068</c:v>
                </c:pt>
                <c:pt idx="1200">
                  <c:v>0.182968666433</c:v>
                </c:pt>
                <c:pt idx="1201">
                  <c:v>0.182792340848</c:v>
                </c:pt>
                <c:pt idx="1202">
                  <c:v>0.18261098642</c:v>
                </c:pt>
                <c:pt idx="1203">
                  <c:v>0.182424448285</c:v>
                </c:pt>
                <c:pt idx="1204">
                  <c:v>0.182232569749</c:v>
                </c:pt>
                <c:pt idx="1205">
                  <c:v>0.182035192452</c:v>
                </c:pt>
                <c:pt idx="1206">
                  <c:v>0.181832156519</c:v>
                </c:pt>
                <c:pt idx="1207">
                  <c:v>0.18162330073</c:v>
                </c:pt>
                <c:pt idx="1208">
                  <c:v>0.181408462689</c:v>
                </c:pt>
                <c:pt idx="1209">
                  <c:v>0.181187478998</c:v>
                </c:pt>
                <c:pt idx="1210">
                  <c:v>0.18096018544</c:v>
                </c:pt>
                <c:pt idx="1211">
                  <c:v>0.180726417167</c:v>
                </c:pt>
                <c:pt idx="1212">
                  <c:v>0.180486008891</c:v>
                </c:pt>
                <c:pt idx="1213">
                  <c:v>0.180238795084</c:v>
                </c:pt>
                <c:pt idx="1214">
                  <c:v>0.179984610182</c:v>
                </c:pt>
                <c:pt idx="1215">
                  <c:v>0.179723288798</c:v>
                </c:pt>
                <c:pt idx="1216">
                  <c:v>0.179454665935</c:v>
                </c:pt>
                <c:pt idx="1217">
                  <c:v>0.179178577211</c:v>
                </c:pt>
                <c:pt idx="1218">
                  <c:v>0.178894859086</c:v>
                </c:pt>
                <c:pt idx="1219">
                  <c:v>0.178603349098</c:v>
                </c:pt>
                <c:pt idx="1220">
                  <c:v>0.1783038861</c:v>
                </c:pt>
                <c:pt idx="1221">
                  <c:v>0.177996310507</c:v>
                </c:pt>
                <c:pt idx="1222">
                  <c:v>0.177680464547</c:v>
                </c:pt>
                <c:pt idx="1223">
                  <c:v>0.177356192513</c:v>
                </c:pt>
                <c:pt idx="1224">
                  <c:v>0.177023341031</c:v>
                </c:pt>
                <c:pt idx="1225">
                  <c:v>0.176681759317</c:v>
                </c:pt>
                <c:pt idx="1226">
                  <c:v>0.176331299455</c:v>
                </c:pt>
                <c:pt idx="1227">
                  <c:v>0.175971816662</c:v>
                </c:pt>
                <c:pt idx="1228">
                  <c:v>0.175603169573</c:v>
                </c:pt>
                <c:pt idx="1229">
                  <c:v>0.175225220519</c:v>
                </c:pt>
                <c:pt idx="1230">
                  <c:v>0.174837835807</c:v>
                </c:pt>
                <c:pt idx="1231">
                  <c:v>0.174440886012</c:v>
                </c:pt>
                <c:pt idx="1232">
                  <c:v>0.174034246259</c:v>
                </c:pt>
                <c:pt idx="1233">
                  <c:v>0.173617796514</c:v>
                </c:pt>
                <c:pt idx="1234">
                  <c:v>0.173191421874</c:v>
                </c:pt>
                <c:pt idx="1235">
                  <c:v>0.17275501285</c:v>
                </c:pt>
                <c:pt idx="1236">
                  <c:v>0.172308465664</c:v>
                </c:pt>
                <c:pt idx="1237">
                  <c:v>0.171851682527</c:v>
                </c:pt>
                <c:pt idx="1238">
                  <c:v>0.171384571927</c:v>
                </c:pt>
                <c:pt idx="1239">
                  <c:v>0.17090704891</c:v>
                </c:pt>
                <c:pt idx="1240">
                  <c:v>0.170419035353</c:v>
                </c:pt>
                <c:pt idx="1241">
                  <c:v>0.169920460239</c:v>
                </c:pt>
                <c:pt idx="1242">
                  <c:v>0.169411259921</c:v>
                </c:pt>
                <c:pt idx="1243">
                  <c:v>0.16889137838</c:v>
                </c:pt>
                <c:pt idx="1244">
                  <c:v>0.168360767478</c:v>
                </c:pt>
                <c:pt idx="1245">
                  <c:v>0.167819387197</c:v>
                </c:pt>
                <c:pt idx="1246">
                  <c:v>0.167267205876</c:v>
                </c:pt>
                <c:pt idx="1247">
                  <c:v>0.166704200428</c:v>
                </c:pt>
                <c:pt idx="1248">
                  <c:v>0.166130356552</c:v>
                </c:pt>
                <c:pt idx="1249">
                  <c:v>0.165545668932</c:v>
                </c:pt>
                <c:pt idx="1250">
                  <c:v>0.164950141416</c:v>
                </c:pt>
                <c:pt idx="1251">
                  <c:v>0.164343787189</c:v>
                </c:pt>
                <c:pt idx="1252">
                  <c:v>0.163726628925</c:v>
                </c:pt>
                <c:pt idx="1253">
                  <c:v>0.163098698923</c:v>
                </c:pt>
                <c:pt idx="1254">
                  <c:v>0.162460039226</c:v>
                </c:pt>
                <c:pt idx="1255">
                  <c:v>0.161810701723</c:v>
                </c:pt>
                <c:pt idx="1256">
                  <c:v>0.161150748233</c:v>
                </c:pt>
                <c:pt idx="1257">
                  <c:v>0.160480250561</c:v>
                </c:pt>
                <c:pt idx="1258">
                  <c:v>0.159799290549</c:v>
                </c:pt>
                <c:pt idx="1259">
                  <c:v>0.159107960088</c:v>
                </c:pt>
                <c:pt idx="1260">
                  <c:v>0.158406361122</c:v>
                </c:pt>
                <c:pt idx="1261">
                  <c:v>0.157694605625</c:v>
                </c:pt>
                <c:pt idx="1262">
                  <c:v>0.156972815554</c:v>
                </c:pt>
                <c:pt idx="1263">
                  <c:v>0.156241122782</c:v>
                </c:pt>
                <c:pt idx="1264">
                  <c:v>0.155499669006</c:v>
                </c:pt>
                <c:pt idx="1265">
                  <c:v>0.154748605636</c:v>
                </c:pt>
                <c:pt idx="1266">
                  <c:v>0.153988093653</c:v>
                </c:pt>
                <c:pt idx="1267">
                  <c:v>0.153218303454</c:v>
                </c:pt>
                <c:pt idx="1268">
                  <c:v>0.152439414667</c:v>
                </c:pt>
                <c:pt idx="1269">
                  <c:v>0.151651615944</c:v>
                </c:pt>
                <c:pt idx="1270">
                  <c:v>0.150855104739</c:v>
                </c:pt>
                <c:pt idx="1271">
                  <c:v>0.150050087054</c:v>
                </c:pt>
                <c:pt idx="1272">
                  <c:v>0.149236777171</c:v>
                </c:pt>
                <c:pt idx="1273">
                  <c:v>0.148415397363</c:v>
                </c:pt>
                <c:pt idx="1274">
                  <c:v>0.147586177586</c:v>
                </c:pt>
                <c:pt idx="1275">
                  <c:v>0.146749355146</c:v>
                </c:pt>
                <c:pt idx="1276">
                  <c:v>0.145905174362</c:v>
                </c:pt>
                <c:pt idx="1277">
                  <c:v>0.145053886195</c:v>
                </c:pt>
                <c:pt idx="1278">
                  <c:v>0.144195747877</c:v>
                </c:pt>
                <c:pt idx="1279">
                  <c:v>0.14333102252</c:v>
                </c:pt>
                <c:pt idx="1280">
                  <c:v>0.142459978709</c:v>
                </c:pt>
                <c:pt idx="1281">
                  <c:v>0.141582890089</c:v>
                </c:pt>
                <c:pt idx="1282">
                  <c:v>0.140700034939</c:v>
                </c:pt>
                <c:pt idx="1283">
                  <c:v>0.139811695738</c:v>
                </c:pt>
                <c:pt idx="1284">
                  <c:v>0.138918158725</c:v>
                </c:pt>
                <c:pt idx="1285">
                  <c:v>0.138019713452</c:v>
                </c:pt>
                <c:pt idx="1286">
                  <c:v>0.137116652331</c:v>
                </c:pt>
                <c:pt idx="1287">
                  <c:v>0.136209270186</c:v>
                </c:pt>
                <c:pt idx="1288">
                  <c:v>0.135297863793</c:v>
                </c:pt>
                <c:pt idx="1289">
                  <c:v>0.134382731429</c:v>
                </c:pt>
                <c:pt idx="1290">
                  <c:v>0.133464172419</c:v>
                </c:pt>
                <c:pt idx="1291">
                  <c:v>0.132542486688</c:v>
                </c:pt>
                <c:pt idx="1292">
                  <c:v>0.131617974317</c:v>
                </c:pt>
                <c:pt idx="1293">
                  <c:v>0.130690935103</c:v>
                </c:pt>
                <c:pt idx="1294">
                  <c:v>0.12976166813</c:v>
                </c:pt>
                <c:pt idx="1295">
                  <c:v>0.128830471349</c:v>
                </c:pt>
                <c:pt idx="1296">
                  <c:v>0.127897641163</c:v>
                </c:pt>
                <c:pt idx="1297">
                  <c:v>0.126963472026</c:v>
                </c:pt>
                <c:pt idx="1298">
                  <c:v>0.126028256058</c:v>
                </c:pt>
                <c:pt idx="1299">
                  <c:v>0.125092282664</c:v>
                </c:pt>
                <c:pt idx="1300">
                  <c:v>0.124155838174</c:v>
                </c:pt>
                <c:pt idx="1301">
                  <c:v>0.123219205496</c:v>
                </c:pt>
                <c:pt idx="1302">
                  <c:v>0.122282663786</c:v>
                </c:pt>
                <c:pt idx="1303">
                  <c:v>0.121346488126</c:v>
                </c:pt>
                <c:pt idx="1304">
                  <c:v>0.120410949231</c:v>
                </c:pt>
                <c:pt idx="1305">
                  <c:v>0.119476313162</c:v>
                </c:pt>
                <c:pt idx="1306">
                  <c:v>0.118542841065</c:v>
                </c:pt>
                <c:pt idx="1307">
                  <c:v>0.11761078892</c:v>
                </c:pt>
                <c:pt idx="1308">
                  <c:v>0.116680407314</c:v>
                </c:pt>
                <c:pt idx="1309">
                  <c:v>0.115751941228</c:v>
                </c:pt>
                <c:pt idx="1310">
                  <c:v>0.114825629844</c:v>
                </c:pt>
                <c:pt idx="1311">
                  <c:v>0.11390170637</c:v>
                </c:pt>
                <c:pt idx="1312">
                  <c:v>0.112980397883</c:v>
                </c:pt>
                <c:pt idx="1313">
                  <c:v>0.112061925185</c:v>
                </c:pt>
                <c:pt idx="1314">
                  <c:v>0.111146502688</c:v>
                </c:pt>
                <c:pt idx="1315">
                  <c:v>0.110234338298</c:v>
                </c:pt>
                <c:pt idx="1316">
                  <c:v>0.109325633338</c:v>
                </c:pt>
                <c:pt idx="1317">
                  <c:v>0.108420582467</c:v>
                </c:pt>
                <c:pt idx="1318">
                  <c:v>0.107519373626</c:v>
                </c:pt>
                <c:pt idx="1319">
                  <c:v>0.106622187998</c:v>
                </c:pt>
                <c:pt idx="1320">
                  <c:v>0.105729199984</c:v>
                </c:pt>
                <c:pt idx="1321">
                  <c:v>0.104840577183</c:v>
                </c:pt>
                <c:pt idx="1322">
                  <c:v>0.103956480405</c:v>
                </c:pt>
                <c:pt idx="1323">
                  <c:v>0.103077063675</c:v>
                </c:pt>
                <c:pt idx="1324">
                  <c:v>0.102202474269</c:v>
                </c:pt>
                <c:pt idx="1325">
                  <c:v>0.101332852749</c:v>
                </c:pt>
                <c:pt idx="1326">
                  <c:v>0.100468333011</c:v>
                </c:pt>
                <c:pt idx="1327">
                  <c:v>0.0996090423535</c:v>
                </c:pt>
                <c:pt idx="1328">
                  <c:v>0.0987551015398</c:v>
                </c:pt>
                <c:pt idx="1329">
                  <c:v>0.0979066248825</c:v>
                </c:pt>
                <c:pt idx="1330">
                  <c:v>0.0970637203306</c:v>
                </c:pt>
                <c:pt idx="1331">
                  <c:v>0.0962264895656</c:v>
                </c:pt>
                <c:pt idx="1332">
                  <c:v>0.0953950281047</c:v>
                </c:pt>
                <c:pt idx="1333">
                  <c:v>0.0945694254108</c:v>
                </c:pt>
                <c:pt idx="1334">
                  <c:v>0.0937497650084</c:v>
                </c:pt>
                <c:pt idx="1335">
                  <c:v>0.0929361246044</c:v>
                </c:pt>
                <c:pt idx="1336">
                  <c:v>0.0921285762144</c:v>
                </c:pt>
                <c:pt idx="1337">
                  <c:v>0.0913271862926</c:v>
                </c:pt>
                <c:pt idx="1338">
                  <c:v>0.0905320158654</c:v>
                </c:pt>
                <c:pt idx="1339">
                  <c:v>0.0897431206685</c:v>
                </c:pt>
                <c:pt idx="1340">
                  <c:v>0.0889605512862</c:v>
                </c:pt>
                <c:pt idx="1341">
                  <c:v>0.0881843532931</c:v>
                </c:pt>
                <c:pt idx="1342">
                  <c:v>0.087414567397</c:v>
                </c:pt>
                <c:pt idx="1343">
                  <c:v>0.086651229584</c:v>
                </c:pt>
                <c:pt idx="1344">
                  <c:v>0.0858943712634</c:v>
                </c:pt>
                <c:pt idx="1345">
                  <c:v>0.0851440194134</c:v>
                </c:pt>
                <c:pt idx="1346">
                  <c:v>0.0844001967275</c:v>
                </c:pt>
                <c:pt idx="1347">
                  <c:v>0.0836629217594</c:v>
                </c:pt>
                <c:pt idx="1348">
                  <c:v>0.0829322090686</c:v>
                </c:pt>
                <c:pt idx="1349">
                  <c:v>0.0822080693642</c:v>
                </c:pt>
                <c:pt idx="1350">
                  <c:v>0.0814905096481</c:v>
                </c:pt>
                <c:pt idx="1351">
                  <c:v>0.0807795333567</c:v>
                </c:pt>
                <c:pt idx="1352">
                  <c:v>0.0800751405007</c:v>
                </c:pt>
                <c:pt idx="1353">
                  <c:v>0.0793773278033</c:v>
                </c:pt>
                <c:pt idx="1354">
                  <c:v>0.0786860888366</c:v>
                </c:pt>
                <c:pt idx="1355">
                  <c:v>0.0780014141553</c:v>
                </c:pt>
                <c:pt idx="1356">
                  <c:v>0.0773232914285</c:v>
                </c:pt>
                <c:pt idx="1357">
                  <c:v>0.076651705569</c:v>
                </c:pt>
                <c:pt idx="1358">
                  <c:v>0.0759866388592</c:v>
                </c:pt>
                <c:pt idx="1359">
                  <c:v>0.075328071076</c:v>
                </c:pt>
                <c:pt idx="1360">
                  <c:v>0.0746759796109</c:v>
                </c:pt>
                <c:pt idx="1361">
                  <c:v>0.0740303395887</c:v>
                </c:pt>
                <c:pt idx="1362">
                  <c:v>0.0733911239826</c:v>
                </c:pt>
                <c:pt idx="1363">
                  <c:v>0.0727583037268</c:v>
                </c:pt>
                <c:pt idx="1364">
                  <c:v>0.0721318478251</c:v>
                </c:pt>
                <c:pt idx="1365">
                  <c:v>0.071511723458</c:v>
                </c:pt>
                <c:pt idx="1366">
                  <c:v>0.070897896085</c:v>
                </c:pt>
                <c:pt idx="1367">
                  <c:v>0.0702903295453</c:v>
                </c:pt>
                <c:pt idx="1368">
                  <c:v>0.0696889861545</c:v>
                </c:pt>
                <c:pt idx="1369">
                  <c:v>0.0690938267987</c:v>
                </c:pt>
                <c:pt idx="1370">
                  <c:v>0.0685048110254</c:v>
                </c:pt>
                <c:pt idx="1371">
                  <c:v>0.067921897131</c:v>
                </c:pt>
                <c:pt idx="1372">
                  <c:v>0.0673450422462</c:v>
                </c:pt>
                <c:pt idx="1373">
                  <c:v>0.0667742024175</c:v>
                </c:pt>
                <c:pt idx="1374">
                  <c:v>0.0662093326864</c:v>
                </c:pt>
                <c:pt idx="1375">
                  <c:v>0.0656503871651</c:v>
                </c:pt>
                <c:pt idx="1376">
                  <c:v>0.0650973191102</c:v>
                </c:pt>
                <c:pt idx="1377">
                  <c:v>0.0645500809927</c:v>
                </c:pt>
                <c:pt idx="1378">
                  <c:v>0.0640086245657</c:v>
                </c:pt>
                <c:pt idx="1379">
                  <c:v>0.0634729009299</c:v>
                </c:pt>
                <c:pt idx="1380">
                  <c:v>0.0629428605953</c:v>
                </c:pt>
                <c:pt idx="1381">
                  <c:v>0.0624184535411</c:v>
                </c:pt>
                <c:pt idx="1382">
                  <c:v>0.0618996292734</c:v>
                </c:pt>
                <c:pt idx="1383">
                  <c:v>0.0613863368795</c:v>
                </c:pt>
                <c:pt idx="1384">
                  <c:v>0.0608785250808</c:v>
                </c:pt>
                <c:pt idx="1385">
                  <c:v>0.0603761422822</c:v>
                </c:pt>
                <c:pt idx="1386">
                  <c:v>0.0598791366209</c:v>
                </c:pt>
                <c:pt idx="1387">
                  <c:v>0.0593874560111</c:v>
                </c:pt>
                <c:pt idx="1388">
                  <c:v>0.0589010481882</c:v>
                </c:pt>
                <c:pt idx="1389">
                  <c:v>0.05841986075</c:v>
                </c:pt>
                <c:pt idx="1390">
                  <c:v>0.0579438411959</c:v>
                </c:pt>
                <c:pt idx="1391">
                  <c:v>0.057472936965</c:v>
                </c:pt>
                <c:pt idx="1392">
                  <c:v>0.0570070954711</c:v>
                </c:pt>
                <c:pt idx="1393">
                  <c:v>0.0565462641369</c:v>
                </c:pt>
                <c:pt idx="1394">
                  <c:v>0.0560903904261</c:v>
                </c:pt>
                <c:pt idx="1395">
                  <c:v>0.0556394218736</c:v>
                </c:pt>
                <c:pt idx="1396">
                  <c:v>0.055193306114</c:v>
                </c:pt>
                <c:pt idx="1397">
                  <c:v>0.0547519909096</c:v>
                </c:pt>
                <c:pt idx="1398">
                  <c:v>0.0543154241752</c:v>
                </c:pt>
                <c:pt idx="1399">
                  <c:v>0.0538835540027</c:v>
                </c:pt>
                <c:pt idx="1400">
                  <c:v>0.0534563286839</c:v>
                </c:pt>
                <c:pt idx="1401">
                  <c:v>0.0530336967319</c:v>
                </c:pt>
                <c:pt idx="1402">
                  <c:v>0.0526156069012</c:v>
                </c:pt>
                <c:pt idx="1403">
                  <c:v>0.0522020082068</c:v>
                </c:pt>
                <c:pt idx="1404">
                  <c:v>0.0517928499416</c:v>
                </c:pt>
                <c:pt idx="1405">
                  <c:v>0.0513880816934</c:v>
                </c:pt>
                <c:pt idx="1406">
                  <c:v>0.0509876533598</c:v>
                </c:pt>
                <c:pt idx="1407">
                  <c:v>0.0505915151634</c:v>
                </c:pt>
                <c:pt idx="1408">
                  <c:v>0.0501996176645</c:v>
                </c:pt>
                <c:pt idx="1409">
                  <c:v>0.0498119117738</c:v>
                </c:pt>
                <c:pt idx="1410">
                  <c:v>0.0494283487641</c:v>
                </c:pt>
                <c:pt idx="1411">
                  <c:v>0.0490488802808</c:v>
                </c:pt>
                <c:pt idx="1412">
                  <c:v>0.0486734583516</c:v>
                </c:pt>
                <c:pt idx="1413">
                  <c:v>0.0483020353958</c:v>
                </c:pt>
                <c:pt idx="1414">
                  <c:v>0.0479345642321</c:v>
                </c:pt>
                <c:pt idx="1415">
                  <c:v>0.0475709980866</c:v>
                </c:pt>
                <c:pt idx="1416">
                  <c:v>0.0472112905993</c:v>
                </c:pt>
                <c:pt idx="1417">
                  <c:v>0.0468553958303</c:v>
                </c:pt>
                <c:pt idx="1418">
                  <c:v>0.0465032682652</c:v>
                </c:pt>
                <c:pt idx="1419">
                  <c:v>0.0461548628202</c:v>
                </c:pt>
                <c:pt idx="1420">
                  <c:v>0.0458101348466</c:v>
                </c:pt>
                <c:pt idx="1421">
                  <c:v>0.045469040134</c:v>
                </c:pt>
                <c:pt idx="1422">
                  <c:v>0.0451315349141</c:v>
                </c:pt>
                <c:pt idx="1423">
                  <c:v>0.0447975758633</c:v>
                </c:pt>
                <c:pt idx="1424">
                  <c:v>0.0444671201051</c:v>
                </c:pt>
                <c:pt idx="1425">
                  <c:v>0.0441401252119</c:v>
                </c:pt>
                <c:pt idx="1426">
                  <c:v>0.0438165492064</c:v>
                </c:pt>
                <c:pt idx="1427">
                  <c:v>0.0434963505628</c:v>
                </c:pt>
                <c:pt idx="1428">
                  <c:v>0.0431794882076</c:v>
                </c:pt>
                <c:pt idx="1429">
                  <c:v>0.0428659215196</c:v>
                </c:pt>
                <c:pt idx="1430">
                  <c:v>0.0425556103302</c:v>
                </c:pt>
                <c:pt idx="1431">
                  <c:v>0.0422485149231</c:v>
                </c:pt>
                <c:pt idx="1432">
                  <c:v>0.0419445960334</c:v>
                </c:pt>
                <c:pt idx="1433">
                  <c:v>0.0416438148472</c:v>
                </c:pt>
                <c:pt idx="1434">
                  <c:v>0.041346133</c:v>
                </c:pt>
                <c:pt idx="1435">
                  <c:v>0.0410515125755</c:v>
                </c:pt>
                <c:pt idx="1436">
                  <c:v>0.0407599161043</c:v>
                </c:pt>
                <c:pt idx="1437">
                  <c:v>0.0404713065614</c:v>
                </c:pt>
                <c:pt idx="1438">
                  <c:v>0.0401856473647</c:v>
                </c:pt>
                <c:pt idx="1439">
                  <c:v>0.0399029023726</c:v>
                </c:pt>
                <c:pt idx="1440">
                  <c:v>0.0396230358816</c:v>
                </c:pt>
                <c:pt idx="1441">
                  <c:v>0.0393460126239</c:v>
                </c:pt>
                <c:pt idx="1442">
                  <c:v>0.0390717977641</c:v>
                </c:pt>
                <c:pt idx="1443">
                  <c:v>0.0388003568973</c:v>
                </c:pt>
                <c:pt idx="1444">
                  <c:v>0.0385316560451</c:v>
                </c:pt>
                <c:pt idx="1445">
                  <c:v>0.0382656616533</c:v>
                </c:pt>
                <c:pt idx="1446">
                  <c:v>0.0380023405881</c:v>
                </c:pt>
                <c:pt idx="1447">
                  <c:v>0.0377416601331</c:v>
                </c:pt>
                <c:pt idx="1448">
                  <c:v>0.0374835879858</c:v>
                </c:pt>
                <c:pt idx="1449">
                  <c:v>0.0372280922538</c:v>
                </c:pt>
                <c:pt idx="1450">
                  <c:v>0.0369751414518</c:v>
                </c:pt>
                <c:pt idx="1451">
                  <c:v>0.0367247044974</c:v>
                </c:pt>
                <c:pt idx="1452">
                  <c:v>0.0364767507076</c:v>
                </c:pt>
                <c:pt idx="1453">
                  <c:v>0.0362312497948</c:v>
                </c:pt>
                <c:pt idx="1454">
                  <c:v>0.0359881718634</c:v>
                </c:pt>
                <c:pt idx="1455">
                  <c:v>0.0357474874055</c:v>
                </c:pt>
                <c:pt idx="1456">
                  <c:v>0.035509167297</c:v>
                </c:pt>
                <c:pt idx="1457">
                  <c:v>0.0352731827939</c:v>
                </c:pt>
                <c:pt idx="1458">
                  <c:v>0.035039505528</c:v>
                </c:pt>
                <c:pt idx="1459">
                  <c:v>0.0348081075032</c:v>
                </c:pt>
                <c:pt idx="1460">
                  <c:v>0.0345789610911</c:v>
                </c:pt>
                <c:pt idx="1461">
                  <c:v>0.0343520390271</c:v>
                </c:pt>
                <c:pt idx="1462">
                  <c:v>0.0341273144066</c:v>
                </c:pt>
                <c:pt idx="1463">
                  <c:v>0.0339047606803</c:v>
                </c:pt>
                <c:pt idx="1464">
                  <c:v>0.0336843516507</c:v>
                </c:pt>
                <c:pt idx="1465">
                  <c:v>0.0334660614678</c:v>
                </c:pt>
                <c:pt idx="1466">
                  <c:v>0.0332498646249</c:v>
                </c:pt>
                <c:pt idx="1467">
                  <c:v>0.0330357359545</c:v>
                </c:pt>
                <c:pt idx="1468">
                  <c:v>0.0328236506246</c:v>
                </c:pt>
                <c:pt idx="1469">
                  <c:v>0.0326135841342</c:v>
                </c:pt>
                <c:pt idx="1470">
                  <c:v>0.0324055123092</c:v>
                </c:pt>
                <c:pt idx="1471">
                  <c:v>0.032199411299</c:v>
                </c:pt>
                <c:pt idx="1472">
                  <c:v>0.0319952575717</c:v>
                </c:pt>
                <c:pt idx="1473">
                  <c:v>0.0317930279104</c:v>
                </c:pt>
                <c:pt idx="1474">
                  <c:v>0.0315926994095</c:v>
                </c:pt>
                <c:pt idx="1475">
                  <c:v>0.0313942494701</c:v>
                </c:pt>
                <c:pt idx="1476">
                  <c:v>0.0311976557967</c:v>
                </c:pt>
                <c:pt idx="1477">
                  <c:v>0.0310028963929</c:v>
                </c:pt>
                <c:pt idx="1478">
                  <c:v>0.0308099495575</c:v>
                </c:pt>
                <c:pt idx="1479">
                  <c:v>0.0306187938808</c:v>
                </c:pt>
                <c:pt idx="1480">
                  <c:v>0.0304294082407</c:v>
                </c:pt>
                <c:pt idx="1481">
                  <c:v>0.030241771799</c:v>
                </c:pt>
                <c:pt idx="1482">
                  <c:v>0.0300558639972</c:v>
                </c:pt>
                <c:pt idx="1483">
                  <c:v>0.0298716645535</c:v>
                </c:pt>
                <c:pt idx="1484">
                  <c:v>0.0296891534581</c:v>
                </c:pt>
                <c:pt idx="1485">
                  <c:v>0.0295083109706</c:v>
                </c:pt>
                <c:pt idx="1486">
                  <c:v>0.0293291176155</c:v>
                </c:pt>
                <c:pt idx="1487">
                  <c:v>0.0291515541791</c:v>
                </c:pt>
                <c:pt idx="1488">
                  <c:v>0.0289756017054</c:v>
                </c:pt>
                <c:pt idx="1489">
                  <c:v>0.0288012414933</c:v>
                </c:pt>
                <c:pt idx="1490">
                  <c:v>0.0286284550925</c:v>
                </c:pt>
                <c:pt idx="1491">
                  <c:v>0.0284572243002</c:v>
                </c:pt>
                <c:pt idx="1492">
                  <c:v>0.0282875311577</c:v>
                </c:pt>
                <c:pt idx="1493">
                  <c:v>0.0281193579471</c:v>
                </c:pt>
                <c:pt idx="1494">
                  <c:v>0.0279526871877</c:v>
                </c:pt>
                <c:pt idx="1495">
                  <c:v>0.0277875016328</c:v>
                </c:pt>
                <c:pt idx="1496">
                  <c:v>0.0276237842667</c:v>
                </c:pt>
                <c:pt idx="1497">
                  <c:v>0.0274615183009</c:v>
                </c:pt>
                <c:pt idx="1498">
                  <c:v>0.0273006871713</c:v>
                </c:pt>
                <c:pt idx="1499">
                  <c:v>0.0271412745349</c:v>
                </c:pt>
                <c:pt idx="1500">
                  <c:v>0.0269832642668</c:v>
                </c:pt>
                <c:pt idx="1501">
                  <c:v>0.0268266404567</c:v>
                </c:pt>
                <c:pt idx="1502">
                  <c:v>0.0266713874065</c:v>
                </c:pt>
                <c:pt idx="1503">
                  <c:v>0.0265174896268</c:v>
                </c:pt>
                <c:pt idx="1504">
                  <c:v>0.0263649318339</c:v>
                </c:pt>
                <c:pt idx="1505">
                  <c:v>0.0262136989471</c:v>
                </c:pt>
                <c:pt idx="1506">
                  <c:v>0.0260637760858</c:v>
                </c:pt>
                <c:pt idx="1507">
                  <c:v>0.0259151485665</c:v>
                </c:pt>
                <c:pt idx="1508">
                  <c:v>0.0257678018997</c:v>
                </c:pt>
                <c:pt idx="1509">
                  <c:v>0.025621721788</c:v>
                </c:pt>
                <c:pt idx="1510">
                  <c:v>0.0254768941221</c:v>
                </c:pt>
                <c:pt idx="1511">
                  <c:v>0.0253333049793</c:v>
                </c:pt>
                <c:pt idx="1512">
                  <c:v>0.0251909406198</c:v>
                </c:pt>
                <c:pt idx="1513">
                  <c:v>0.0250497874848</c:v>
                </c:pt>
                <c:pt idx="1514">
                  <c:v>0.0249098321936</c:v>
                </c:pt>
                <c:pt idx="1515">
                  <c:v>0.0247710615407</c:v>
                </c:pt>
                <c:pt idx="1516">
                  <c:v>0.024633462494</c:v>
                </c:pt>
                <c:pt idx="1517">
                  <c:v>0.0244970221915</c:v>
                </c:pt>
                <c:pt idx="1518">
                  <c:v>0.0243617279395</c:v>
                </c:pt>
                <c:pt idx="1519">
                  <c:v>0.0242275672096</c:v>
                </c:pt>
                <c:pt idx="1520">
                  <c:v>0.0240945276368</c:v>
                </c:pt>
                <c:pt idx="1521">
                  <c:v>0.0239625970167</c:v>
                </c:pt>
                <c:pt idx="1522">
                  <c:v>0.0238317633034</c:v>
                </c:pt>
                <c:pt idx="1523">
                  <c:v>0.0237020146073</c:v>
                </c:pt>
                <c:pt idx="1524">
                  <c:v>0.0235733391925</c:v>
                </c:pt>
                <c:pt idx="1525">
                  <c:v>0.0234457254749</c:v>
                </c:pt>
                <c:pt idx="1526">
                  <c:v>0.0233191620198</c:v>
                </c:pt>
                <c:pt idx="1527">
                  <c:v>0.0231936375397</c:v>
                </c:pt>
                <c:pt idx="1528">
                  <c:v>0.0230691408923</c:v>
                </c:pt>
                <c:pt idx="1529">
                  <c:v>0.0229456610783</c:v>
                </c:pt>
                <c:pt idx="1530">
                  <c:v>0.0228231872395</c:v>
                </c:pt>
                <c:pt idx="1531">
                  <c:v>0.0227017086565</c:v>
                </c:pt>
                <c:pt idx="1532">
                  <c:v>0.0225812147466</c:v>
                </c:pt>
                <c:pt idx="1533">
                  <c:v>0.0224616950624</c:v>
                </c:pt>
                <c:pt idx="1534">
                  <c:v>0.0223431392891</c:v>
                </c:pt>
                <c:pt idx="1535">
                  <c:v>0.0222255372432</c:v>
                </c:pt>
                <c:pt idx="1536">
                  <c:v>0.0221088788701</c:v>
                </c:pt>
                <c:pt idx="1537">
                  <c:v>0.0219931542426</c:v>
                </c:pt>
                <c:pt idx="1538">
                  <c:v>0.0218783535589</c:v>
                </c:pt>
                <c:pt idx="1539">
                  <c:v>0.0217644671408</c:v>
                </c:pt>
                <c:pt idx="1540">
                  <c:v>0.0216514854321</c:v>
                </c:pt>
                <c:pt idx="1541">
                  <c:v>0.0215393989963</c:v>
                </c:pt>
                <c:pt idx="1542">
                  <c:v>0.0214281985156</c:v>
                </c:pt>
                <c:pt idx="1543">
                  <c:v>0.0213178747887</c:v>
                </c:pt>
                <c:pt idx="1544">
                  <c:v>0.0212084187294</c:v>
                </c:pt>
                <c:pt idx="1545">
                  <c:v>0.0210998213648</c:v>
                </c:pt>
                <c:pt idx="1546">
                  <c:v>0.0209920738335</c:v>
                </c:pt>
                <c:pt idx="1547">
                  <c:v>0.0208851673847</c:v>
                </c:pt>
                <c:pt idx="1548">
                  <c:v>0.0207790933757</c:v>
                </c:pt>
                <c:pt idx="1549">
                  <c:v>0.020673843271</c:v>
                </c:pt>
                <c:pt idx="1550">
                  <c:v>0.0205694086407</c:v>
                </c:pt>
                <c:pt idx="1551">
                  <c:v>0.0204657811588</c:v>
                </c:pt>
                <c:pt idx="1552">
                  <c:v>0.0203629526019</c:v>
                </c:pt>
                <c:pt idx="1553">
                  <c:v>0.0202609148476</c:v>
                </c:pt>
                <c:pt idx="1554">
                  <c:v>0.0201596598733</c:v>
                </c:pt>
                <c:pt idx="1555">
                  <c:v>0.0200591797546</c:v>
                </c:pt>
                <c:pt idx="1556">
                  <c:v>0.0199594666642</c:v>
                </c:pt>
                <c:pt idx="1557">
                  <c:v>0.01986051287</c:v>
                </c:pt>
                <c:pt idx="1558">
                  <c:v>0.0197623107346</c:v>
                </c:pt>
                <c:pt idx="1559">
                  <c:v>0.0196648527131</c:v>
                </c:pt>
                <c:pt idx="1560">
                  <c:v>0.0195681313525</c:v>
                </c:pt>
                <c:pt idx="1561">
                  <c:v>0.0194721392901</c:v>
                </c:pt>
                <c:pt idx="1562">
                  <c:v>0.0193768692524</c:v>
                </c:pt>
                <c:pt idx="1563">
                  <c:v>0.0192823140537</c:v>
                </c:pt>
                <c:pt idx="1564">
                  <c:v>0.0191884665951</c:v>
                </c:pt>
                <c:pt idx="1565">
                  <c:v>0.0190953198632</c:v>
                </c:pt>
                <c:pt idx="1566">
                  <c:v>0.019002866929</c:v>
                </c:pt>
                <c:pt idx="1567">
                  <c:v>0.0189111009467</c:v>
                </c:pt>
                <c:pt idx="1568">
                  <c:v>0.0188200151526</c:v>
                </c:pt>
                <c:pt idx="1569">
                  <c:v>0.018729602864</c:v>
                </c:pt>
                <c:pt idx="1570">
                  <c:v>0.018639857478</c:v>
                </c:pt>
                <c:pt idx="1571">
                  <c:v>0.0185507724707</c:v>
                </c:pt>
                <c:pt idx="1572">
                  <c:v>0.0184623413957</c:v>
                </c:pt>
                <c:pt idx="1573">
                  <c:v>0.0183745578837</c:v>
                </c:pt>
                <c:pt idx="1574">
                  <c:v>0.0182874156407</c:v>
                </c:pt>
                <c:pt idx="1575">
                  <c:v>0.0182009084477</c:v>
                </c:pt>
                <c:pt idx="1576">
                  <c:v>0.0181150301592</c:v>
                </c:pt>
                <c:pt idx="1577">
                  <c:v>0.0180297747025</c:v>
                </c:pt>
                <c:pt idx="1578">
                  <c:v>0.0179451360766</c:v>
                </c:pt>
                <c:pt idx="1579">
                  <c:v>0.0178611083514</c:v>
                </c:pt>
                <c:pt idx="1580">
                  <c:v>0.0177776856665</c:v>
                </c:pt>
                <c:pt idx="1581">
                  <c:v>0.0176948622306</c:v>
                </c:pt>
                <c:pt idx="1582">
                  <c:v>0.0176126323204</c:v>
                </c:pt>
                <c:pt idx="1583">
                  <c:v>0.0175309902795</c:v>
                </c:pt>
                <c:pt idx="1584">
                  <c:v>0.0174499305181</c:v>
                </c:pt>
                <c:pt idx="1585">
                  <c:v>0.0173694475114</c:v>
                </c:pt>
                <c:pt idx="1586">
                  <c:v>0.0172895357994</c:v>
                </c:pt>
                <c:pt idx="1587">
                  <c:v>0.0172101899857</c:v>
                </c:pt>
                <c:pt idx="1588">
                  <c:v>0.0171314047365</c:v>
                </c:pt>
                <c:pt idx="1589">
                  <c:v>0.0170531747801</c:v>
                </c:pt>
                <c:pt idx="1590">
                  <c:v>0.0169754949062</c:v>
                </c:pt>
                <c:pt idx="1591">
                  <c:v>0.0168983599645</c:v>
                </c:pt>
                <c:pt idx="1592">
                  <c:v>0.0168217648644</c:v>
                </c:pt>
                <c:pt idx="1593">
                  <c:v>0.0167457045742</c:v>
                </c:pt>
                <c:pt idx="1594">
                  <c:v>0.01667017412</c:v>
                </c:pt>
                <c:pt idx="1595">
                  <c:v>0.0165951685853</c:v>
                </c:pt>
                <c:pt idx="1596">
                  <c:v>0.0165206831098</c:v>
                </c:pt>
                <c:pt idx="1597">
                  <c:v>0.0164467128893</c:v>
                </c:pt>
                <c:pt idx="1598">
                  <c:v>0.0163732531744</c:v>
                </c:pt>
                <c:pt idx="1599">
                  <c:v>0.0163002992698</c:v>
                </c:pt>
                <c:pt idx="1600">
                  <c:v>0.0162278465341</c:v>
                </c:pt>
                <c:pt idx="1601">
                  <c:v>0.0161558903785</c:v>
                </c:pt>
                <c:pt idx="1602">
                  <c:v>0.0160844262662</c:v>
                </c:pt>
                <c:pt idx="1603">
                  <c:v>0.0160134497122</c:v>
                </c:pt>
                <c:pt idx="1604">
                  <c:v>0.0159429562821</c:v>
                </c:pt>
                <c:pt idx="1605">
                  <c:v>0.0158729415913</c:v>
                </c:pt>
                <c:pt idx="1606">
                  <c:v>0.0158034013051</c:v>
                </c:pt>
                <c:pt idx="1607">
                  <c:v>0.0157343311372</c:v>
                </c:pt>
                <c:pt idx="1608">
                  <c:v>0.0156657268497</c:v>
                </c:pt>
                <c:pt idx="1609">
                  <c:v>0.0155975842518</c:v>
                </c:pt>
                <c:pt idx="1610">
                  <c:v>0.0155298991998</c:v>
                </c:pt>
                <c:pt idx="1611">
                  <c:v>0.0154626675963</c:v>
                </c:pt>
                <c:pt idx="1612">
                  <c:v>0.0153958853893</c:v>
                </c:pt>
                <c:pt idx="1613">
                  <c:v>0.0153295485718</c:v>
                </c:pt>
                <c:pt idx="1614">
                  <c:v>0.0152636531815</c:v>
                </c:pt>
                <c:pt idx="1615">
                  <c:v>0.0151981952995</c:v>
                </c:pt>
                <c:pt idx="1616">
                  <c:v>0.0151331710505</c:v>
                </c:pt>
                <c:pt idx="1617">
                  <c:v>0.0150685766016</c:v>
                </c:pt>
                <c:pt idx="1618">
                  <c:v>0.0150044081621</c:v>
                </c:pt>
                <c:pt idx="1619">
                  <c:v>0.014940661983</c:v>
                </c:pt>
                <c:pt idx="1620">
                  <c:v>0.0148773343559</c:v>
                </c:pt>
                <c:pt idx="1621">
                  <c:v>0.0148144216133</c:v>
                </c:pt>
                <c:pt idx="1622">
                  <c:v>0.0147519201273</c:v>
                </c:pt>
                <c:pt idx="1623">
                  <c:v>0.0146898263095</c:v>
                </c:pt>
                <c:pt idx="1624">
                  <c:v>0.0146281366105</c:v>
                </c:pt>
                <c:pt idx="1625">
                  <c:v>0.014566847519</c:v>
                </c:pt>
                <c:pt idx="1626">
                  <c:v>0.0145059555618</c:v>
                </c:pt>
                <c:pt idx="1627">
                  <c:v>0.0144454573031</c:v>
                </c:pt>
                <c:pt idx="1628">
                  <c:v>0.0143853493436</c:v>
                </c:pt>
                <c:pt idx="1629">
                  <c:v>0.0143256283209</c:v>
                </c:pt>
                <c:pt idx="1630">
                  <c:v>0.0142662909083</c:v>
                </c:pt>
                <c:pt idx="1631">
                  <c:v>0.0142073338144</c:v>
                </c:pt>
                <c:pt idx="1632">
                  <c:v>0.0141487537831</c:v>
                </c:pt>
                <c:pt idx="1633">
                  <c:v>0.0140905475926</c:v>
                </c:pt>
                <c:pt idx="1634">
                  <c:v>0.0140327120555</c:v>
                </c:pt>
                <c:pt idx="1635">
                  <c:v>0.0139752440177</c:v>
                </c:pt>
                <c:pt idx="1636">
                  <c:v>0.0139181403586</c:v>
                </c:pt>
                <c:pt idx="1637">
                  <c:v>0.0138613979903</c:v>
                </c:pt>
                <c:pt idx="1638">
                  <c:v>0.0138050138573</c:v>
                </c:pt>
                <c:pt idx="1639">
                  <c:v>0.0137489849362</c:v>
                </c:pt>
                <c:pt idx="1640">
                  <c:v>0.013693308235</c:v>
                </c:pt>
                <c:pt idx="1641">
                  <c:v>0.0136379807928</c:v>
                </c:pt>
                <c:pt idx="1642">
                  <c:v>0.0135829996798</c:v>
                </c:pt>
                <c:pt idx="1643">
                  <c:v>0.0135283619963</c:v>
                </c:pt>
                <c:pt idx="1644">
                  <c:v>0.0134740648726</c:v>
                </c:pt>
                <c:pt idx="1645">
                  <c:v>0.0134201054689</c:v>
                </c:pt>
                <c:pt idx="1646">
                  <c:v>0.0133664809743</c:v>
                </c:pt>
                <c:pt idx="1647">
                  <c:v>0.013313188607</c:v>
                </c:pt>
                <c:pt idx="1648">
                  <c:v>0.0132602256137</c:v>
                </c:pt>
                <c:pt idx="1649">
                  <c:v>0.0132075892693</c:v>
                </c:pt>
                <c:pt idx="1650">
                  <c:v>0.0131552768765</c:v>
                </c:pt>
                <c:pt idx="1651">
                  <c:v>0.0131032857654</c:v>
                </c:pt>
                <c:pt idx="1652">
                  <c:v>0.0130516132934</c:v>
                </c:pt>
                <c:pt idx="1653">
                  <c:v>0.0130002568446</c:v>
                </c:pt>
                <c:pt idx="1654">
                  <c:v>0.0129492138296</c:v>
                </c:pt>
                <c:pt idx="1655">
                  <c:v>0.0128984816852</c:v>
                </c:pt>
                <c:pt idx="1656">
                  <c:v>0.012848057874</c:v>
                </c:pt>
                <c:pt idx="1657">
                  <c:v>0.0127979398841</c:v>
                </c:pt>
                <c:pt idx="1658">
                  <c:v>0.012748125229</c:v>
                </c:pt>
                <c:pt idx="1659">
                  <c:v>0.0126986114469</c:v>
                </c:pt>
                <c:pt idx="1660">
                  <c:v>0.0126493961007</c:v>
                </c:pt>
                <c:pt idx="1661">
                  <c:v>0.0126004767777</c:v>
                </c:pt>
                <c:pt idx="1662">
                  <c:v>0.0125518510889</c:v>
                </c:pt>
                <c:pt idx="1663">
                  <c:v>0.0125035166696</c:v>
                </c:pt>
                <c:pt idx="1664">
                  <c:v>0.012455471178</c:v>
                </c:pt>
                <c:pt idx="1665">
                  <c:v>0.0124077122958</c:v>
                </c:pt>
                <c:pt idx="1666">
                  <c:v>0.0123602377276</c:v>
                </c:pt>
                <c:pt idx="1667">
                  <c:v>0.0123130452004</c:v>
                </c:pt>
                <c:pt idx="1668">
                  <c:v>0.0122661324639</c:v>
                </c:pt>
                <c:pt idx="1669">
                  <c:v>0.0122194972895</c:v>
                </c:pt>
                <c:pt idx="1670">
                  <c:v>0.0121731374708</c:v>
                </c:pt>
                <c:pt idx="1671">
                  <c:v>0.0121270508227</c:v>
                </c:pt>
                <c:pt idx="1672">
                  <c:v>0.0120812351817</c:v>
                </c:pt>
                <c:pt idx="1673">
                  <c:v>0.012035688405</c:v>
                </c:pt>
                <c:pt idx="1674">
                  <c:v>0.011990408371</c:v>
                </c:pt>
                <c:pt idx="1675">
                  <c:v>0.0119453929785</c:v>
                </c:pt>
                <c:pt idx="1676">
                  <c:v>0.0119006401464</c:v>
                </c:pt>
                <c:pt idx="1677">
                  <c:v>0.0118561478141</c:v>
                </c:pt>
                <c:pt idx="1678">
                  <c:v>0.0118119139406</c:v>
                </c:pt>
                <c:pt idx="1679">
                  <c:v>0.0117679365044</c:v>
                </c:pt>
                <c:pt idx="1680">
                  <c:v>0.0117242135037</c:v>
                </c:pt>
                <c:pt idx="1681">
                  <c:v>0.0116807429555</c:v>
                </c:pt>
                <c:pt idx="1682">
                  <c:v>0.0116375228959</c:v>
                </c:pt>
                <c:pt idx="1683">
                  <c:v>0.0115945513796</c:v>
                </c:pt>
                <c:pt idx="1684">
                  <c:v>0.0115518264796</c:v>
                </c:pt>
                <c:pt idx="1685">
                  <c:v>0.0115093462874</c:v>
                </c:pt>
                <c:pt idx="1686">
                  <c:v>0.0114671089122</c:v>
                </c:pt>
                <c:pt idx="1687">
                  <c:v>0.0114251124811</c:v>
                </c:pt>
                <c:pt idx="1688">
                  <c:v>0.0113833551388</c:v>
                </c:pt>
                <c:pt idx="1689">
                  <c:v>0.011341835047</c:v>
                </c:pt>
                <c:pt idx="1690">
                  <c:v>0.011300550385</c:v>
                </c:pt>
                <c:pt idx="1691">
                  <c:v>0.0112594993485</c:v>
                </c:pt>
                <c:pt idx="1692">
                  <c:v>0.0112186801501</c:v>
                </c:pt>
                <c:pt idx="1693">
                  <c:v>0.0111780910187</c:v>
                </c:pt>
                <c:pt idx="1694">
                  <c:v>0.0111377301996</c:v>
                </c:pt>
                <c:pt idx="1695">
                  <c:v>0.011097595954</c:v>
                </c:pt>
                <c:pt idx="1696">
                  <c:v>0.0110576865589</c:v>
                </c:pt>
                <c:pt idx="1697">
                  <c:v>0.011018000307</c:v>
                </c:pt>
                <c:pt idx="1698">
                  <c:v>0.0109785355062</c:v>
                </c:pt>
                <c:pt idx="1699">
                  <c:v>0.0109392904798</c:v>
                </c:pt>
                <c:pt idx="1700">
                  <c:v>0.0109002635659</c:v>
                </c:pt>
                <c:pt idx="1701">
                  <c:v>0.0108614531175</c:v>
                </c:pt>
                <c:pt idx="1702">
                  <c:v>0.0108228575022</c:v>
                </c:pt>
                <c:pt idx="1703">
                  <c:v>0.0107844751019</c:v>
                </c:pt>
                <c:pt idx="1704">
                  <c:v>0.0107463043128</c:v>
                </c:pt>
                <c:pt idx="1705">
                  <c:v>0.010708343545</c:v>
                </c:pt>
                <c:pt idx="1706">
                  <c:v>0.0106705912226</c:v>
                </c:pt>
                <c:pt idx="1707">
                  <c:v>0.0106330457833</c:v>
                </c:pt>
                <c:pt idx="1708">
                  <c:v>0.010595705678</c:v>
                </c:pt>
                <c:pt idx="1709">
                  <c:v>0.0105585693714</c:v>
                </c:pt>
                <c:pt idx="1710">
                  <c:v>0.0105216353408</c:v>
                </c:pt>
                <c:pt idx="1711">
                  <c:v>0.0104849020767</c:v>
                </c:pt>
                <c:pt idx="1712">
                  <c:v>0.0104483680825</c:v>
                </c:pt>
                <c:pt idx="1713">
                  <c:v>0.0104120318741</c:v>
                </c:pt>
                <c:pt idx="1714">
                  <c:v>0.0103758919797</c:v>
                </c:pt>
                <c:pt idx="1715">
                  <c:v>0.0103399469401</c:v>
                </c:pt>
                <c:pt idx="1716">
                  <c:v>0.0103041953082</c:v>
                </c:pt>
                <c:pt idx="1717">
                  <c:v>0.0102686356487</c:v>
                </c:pt>
                <c:pt idx="1718">
                  <c:v>0.0102332665385</c:v>
                </c:pt>
                <c:pt idx="1719">
                  <c:v>0.010198086566</c:v>
                </c:pt>
                <c:pt idx="1720">
                  <c:v>0.0101630943314</c:v>
                </c:pt>
                <c:pt idx="1721">
                  <c:v>0.0101282884461</c:v>
                </c:pt>
                <c:pt idx="1722">
                  <c:v>0.0100936675332</c:v>
                </c:pt>
                <c:pt idx="1723">
                  <c:v>0.0100592302268</c:v>
                </c:pt>
                <c:pt idx="1724">
                  <c:v>0.0100249751721</c:v>
                </c:pt>
                <c:pt idx="1725">
                  <c:v>0.00999090102553</c:v>
                </c:pt>
                <c:pt idx="1726">
                  <c:v>0.00995700645424</c:v>
                </c:pt>
                <c:pt idx="1727">
                  <c:v>0.00992329013622</c:v>
                </c:pt>
                <c:pt idx="1728">
                  <c:v>0.00988975076016</c:v>
                </c:pt>
                <c:pt idx="1729">
                  <c:v>0.00985638702536</c:v>
                </c:pt>
                <c:pt idx="1730">
                  <c:v>0.00982319764161</c:v>
                </c:pt>
                <c:pt idx="1731">
                  <c:v>0.00979018132916</c:v>
                </c:pt>
                <c:pt idx="1732">
                  <c:v>0.00975733681856</c:v>
                </c:pt>
                <c:pt idx="1733">
                  <c:v>0.00972466285066</c:v>
                </c:pt>
                <c:pt idx="1734">
                  <c:v>0.00969215817646</c:v>
                </c:pt>
                <c:pt idx="1735">
                  <c:v>0.0096598215571</c:v>
                </c:pt>
                <c:pt idx="1736">
                  <c:v>0.00962765176373</c:v>
                </c:pt>
                <c:pt idx="1737">
                  <c:v>0.00959564757752</c:v>
                </c:pt>
                <c:pt idx="1738">
                  <c:v>0.00956380778951</c:v>
                </c:pt>
                <c:pt idx="1739">
                  <c:v>0.00953213120062</c:v>
                </c:pt>
                <c:pt idx="1740">
                  <c:v>0.00950061662156</c:v>
                </c:pt>
                <c:pt idx="1741">
                  <c:v>0.00946926287277</c:v>
                </c:pt>
                <c:pt idx="1742">
                  <c:v>0.00943806878441</c:v>
                </c:pt>
                <c:pt idx="1743">
                  <c:v>0.00940703319625</c:v>
                </c:pt>
                <c:pt idx="1744">
                  <c:v>0.00937615495767</c:v>
                </c:pt>
                <c:pt idx="1745">
                  <c:v>0.00934543292759</c:v>
                </c:pt>
                <c:pt idx="1746">
                  <c:v>0.00931486597443</c:v>
                </c:pt>
                <c:pt idx="1747">
                  <c:v>0.00928445297607</c:v>
                </c:pt>
                <c:pt idx="1748">
                  <c:v>0.00925419281984</c:v>
                </c:pt>
                <c:pt idx="1749">
                  <c:v>0.0092240844024</c:v>
                </c:pt>
                <c:pt idx="1750">
                  <c:v>0.00919412662979</c:v>
                </c:pt>
                <c:pt idx="1751">
                  <c:v>0.00916431841735</c:v>
                </c:pt>
                <c:pt idx="1752">
                  <c:v>0.00913465868966</c:v>
                </c:pt>
                <c:pt idx="1753">
                  <c:v>0.00910514638056</c:v>
                </c:pt>
                <c:pt idx="1754">
                  <c:v>0.00907578043306</c:v>
                </c:pt>
                <c:pt idx="1755">
                  <c:v>0.00904655979934</c:v>
                </c:pt>
                <c:pt idx="1756">
                  <c:v>0.00901748344068</c:v>
                </c:pt>
                <c:pt idx="1757">
                  <c:v>0.00898855032745</c:v>
                </c:pt>
                <c:pt idx="1758">
                  <c:v>0.00895975943906</c:v>
                </c:pt>
                <c:pt idx="1759">
                  <c:v>0.00893110976391</c:v>
                </c:pt>
                <c:pt idx="1760">
                  <c:v>0.00890260029937</c:v>
                </c:pt>
                <c:pt idx="1761">
                  <c:v>0.00887423005172</c:v>
                </c:pt>
                <c:pt idx="1762">
                  <c:v>0.00884599803611</c:v>
                </c:pt>
                <c:pt idx="1763">
                  <c:v>0.00881790327652</c:v>
                </c:pt>
                <c:pt idx="1764">
                  <c:v>0.00878994480572</c:v>
                </c:pt>
                <c:pt idx="1765">
                  <c:v>0.00876212166519</c:v>
                </c:pt>
                <c:pt idx="1766">
                  <c:v>0.00873443290512</c:v>
                </c:pt>
                <c:pt idx="1767">
                  <c:v>0.00870687758429</c:v>
                </c:pt>
                <c:pt idx="1768">
                  <c:v>0.0086794547701</c:v>
                </c:pt>
                <c:pt idx="1769">
                  <c:v>0.00865216353842</c:v>
                </c:pt>
                <c:pt idx="1770">
                  <c:v>0.00862500297359</c:v>
                </c:pt>
                <c:pt idx="1771">
                  <c:v>0.00859797216837</c:v>
                </c:pt>
                <c:pt idx="1772">
                  <c:v>0.00857107022382</c:v>
                </c:pt>
                <c:pt idx="1773">
                  <c:v>0.00854429624927</c:v>
                </c:pt>
                <c:pt idx="1774">
                  <c:v>0.00851764936224</c:v>
                </c:pt>
                <c:pt idx="1775">
                  <c:v>0.0084911286884</c:v>
                </c:pt>
                <c:pt idx="1776">
                  <c:v>0.00846473336144</c:v>
                </c:pt>
                <c:pt idx="1777">
                  <c:v>0.00843846252305</c:v>
                </c:pt>
                <c:pt idx="1778">
                  <c:v>0.00841231532282</c:v>
                </c:pt>
                <c:pt idx="1779">
                  <c:v>0.00838629091814</c:v>
                </c:pt>
                <c:pt idx="1780">
                  <c:v>0.00836038847417</c:v>
                </c:pt>
                <c:pt idx="1781">
                  <c:v>0.00833460716372</c:v>
                </c:pt>
                <c:pt idx="1782">
                  <c:v>0.00830894616718</c:v>
                </c:pt>
                <c:pt idx="1783">
                  <c:v>0.00828340467245</c:v>
                </c:pt>
                <c:pt idx="1784">
                  <c:v>0.00825798187482</c:v>
                </c:pt>
                <c:pt idx="1785">
                  <c:v>0.00823267697692</c:v>
                </c:pt>
                <c:pt idx="1786">
                  <c:v>0.00820748918864</c:v>
                </c:pt>
                <c:pt idx="1787">
                  <c:v>0.008182417727</c:v>
                </c:pt>
                <c:pt idx="1788">
                  <c:v>0.0081574618161</c:v>
                </c:pt>
                <c:pt idx="1789">
                  <c:v>0.00813262068705</c:v>
                </c:pt>
                <c:pt idx="1790">
                  <c:v>0.00810789357784</c:v>
                </c:pt>
                <c:pt idx="1791">
                  <c:v>0.00808327973327</c:v>
                </c:pt>
                <c:pt idx="1792">
                  <c:v>0.00805877840491</c:v>
                </c:pt>
                <c:pt idx="1793">
                  <c:v>0.00803438885096</c:v>
                </c:pt>
                <c:pt idx="1794">
                  <c:v>0.00801011033619</c:v>
                </c:pt>
                <c:pt idx="1795">
                  <c:v>0.00798594213188</c:v>
                </c:pt>
                <c:pt idx="1796">
                  <c:v>0.00796188351572</c:v>
                </c:pt>
                <c:pt idx="1797">
                  <c:v>0.00793793377172</c:v>
                </c:pt>
                <c:pt idx="1798">
                  <c:v>0.00791409219017</c:v>
                </c:pt>
                <c:pt idx="1799">
                  <c:v>0.00789035806756</c:v>
                </c:pt>
                <c:pt idx="1800">
                  <c:v>0.00786673070647</c:v>
                </c:pt>
                <c:pt idx="1801">
                  <c:v>0.00784320941556</c:v>
                </c:pt>
                <c:pt idx="1802">
                  <c:v>0.00781979350945</c:v>
                </c:pt>
                <c:pt idx="1803">
                  <c:v>0.00779648230869</c:v>
                </c:pt>
                <c:pt idx="1804">
                  <c:v>0.00777327513969</c:v>
                </c:pt>
                <c:pt idx="1805">
                  <c:v>0.00775017133462</c:v>
                </c:pt>
                <c:pt idx="1806">
                  <c:v>0.00772717023143</c:v>
                </c:pt>
                <c:pt idx="1807">
                  <c:v>0.00770427117371</c:v>
                </c:pt>
                <c:pt idx="1808">
                  <c:v>0.0076814735107</c:v>
                </c:pt>
                <c:pt idx="1809">
                  <c:v>0.00765877659718</c:v>
                </c:pt>
                <c:pt idx="1810">
                  <c:v>0.00763617979348</c:v>
                </c:pt>
                <c:pt idx="1811">
                  <c:v>0.00761368246536</c:v>
                </c:pt>
                <c:pt idx="1812">
                  <c:v>0.00759128398403</c:v>
                </c:pt>
                <c:pt idx="1813">
                  <c:v>0.00756898372606</c:v>
                </c:pt>
                <c:pt idx="1814">
                  <c:v>0.00754678107336</c:v>
                </c:pt>
                <c:pt idx="1815">
                  <c:v>0.00752467541311</c:v>
                </c:pt>
                <c:pt idx="1816">
                  <c:v>0.00750266613774</c:v>
                </c:pt>
                <c:pt idx="1817">
                  <c:v>0.00748075264488</c:v>
                </c:pt>
                <c:pt idx="1818">
                  <c:v>0.00745893433732</c:v>
                </c:pt>
                <c:pt idx="1819">
                  <c:v>0.00743721062299</c:v>
                </c:pt>
                <c:pt idx="1820">
                  <c:v>0.00741558091489</c:v>
                </c:pt>
                <c:pt idx="1821">
                  <c:v>0.00739404463107</c:v>
                </c:pt>
                <c:pt idx="1822">
                  <c:v>0.00737260119459</c:v>
                </c:pt>
                <c:pt idx="1823">
                  <c:v>0.00735125003349</c:v>
                </c:pt>
                <c:pt idx="1824">
                  <c:v>0.00732999058077</c:v>
                </c:pt>
                <c:pt idx="1825">
                  <c:v>0.00730882227432</c:v>
                </c:pt>
                <c:pt idx="1826">
                  <c:v>0.00728774455689</c:v>
                </c:pt>
                <c:pt idx="1827">
                  <c:v>0.00726675687611</c:v>
                </c:pt>
                <c:pt idx="1828">
                  <c:v>0.00724585868438</c:v>
                </c:pt>
                <c:pt idx="1829">
                  <c:v>0.00722504943892</c:v>
                </c:pt>
                <c:pt idx="1830">
                  <c:v>0.00720432860164</c:v>
                </c:pt>
                <c:pt idx="1831">
                  <c:v>0.00718369563922</c:v>
                </c:pt>
                <c:pt idx="1832">
                  <c:v>0.00716315002298</c:v>
                </c:pt>
                <c:pt idx="1833">
                  <c:v>0.00714269122893</c:v>
                </c:pt>
                <c:pt idx="1834">
                  <c:v>0.00712231873766</c:v>
                </c:pt>
                <c:pt idx="1835">
                  <c:v>0.00710203203439</c:v>
                </c:pt>
                <c:pt idx="1836">
                  <c:v>0.00708183060888</c:v>
                </c:pt>
                <c:pt idx="1837">
                  <c:v>0.00706171395545</c:v>
                </c:pt>
                <c:pt idx="1838">
                  <c:v>0.00704168157291</c:v>
                </c:pt>
                <c:pt idx="1839">
                  <c:v>0.00702173296454</c:v>
                </c:pt>
                <c:pt idx="1840">
                  <c:v>0.0070018676381</c:v>
                </c:pt>
                <c:pt idx="1841">
                  <c:v>0.00698208510575</c:v>
                </c:pt>
                <c:pt idx="1842">
                  <c:v>0.00696238488407</c:v>
                </c:pt>
                <c:pt idx="1843">
                  <c:v>0.006942766494</c:v>
                </c:pt>
                <c:pt idx="1844">
                  <c:v>0.00692322946083</c:v>
                </c:pt>
                <c:pt idx="1845">
                  <c:v>0.00690377331419</c:v>
                </c:pt>
                <c:pt idx="1846">
                  <c:v>0.00688439758797</c:v>
                </c:pt>
                <c:pt idx="1847">
                  <c:v>0.00686510182038</c:v>
                </c:pt>
                <c:pt idx="1848">
                  <c:v>0.00684588555385</c:v>
                </c:pt>
                <c:pt idx="1849">
                  <c:v>0.00682674833504</c:v>
                </c:pt>
                <c:pt idx="1850">
                  <c:v>0.00680768971483</c:v>
                </c:pt>
                <c:pt idx="1851">
                  <c:v>0.00678870924826</c:v>
                </c:pt>
                <c:pt idx="1852">
                  <c:v>0.00676980649454</c:v>
                </c:pt>
                <c:pt idx="1853">
                  <c:v>0.006750981017</c:v>
                </c:pt>
                <c:pt idx="1854">
                  <c:v>0.00673223238309</c:v>
                </c:pt>
                <c:pt idx="1855">
                  <c:v>0.00671356016435</c:v>
                </c:pt>
                <c:pt idx="1856">
                  <c:v>0.00669496393635</c:v>
                </c:pt>
                <c:pt idx="1857">
                  <c:v>0.00667644327874</c:v>
                </c:pt>
                <c:pt idx="1858">
                  <c:v>0.00665799777515</c:v>
                </c:pt>
                <c:pt idx="1859">
                  <c:v>0.00663962701321</c:v>
                </c:pt>
                <c:pt idx="1860">
                  <c:v>0.00662133058452</c:v>
                </c:pt>
                <c:pt idx="1861">
                  <c:v>0.00660310808458</c:v>
                </c:pt>
                <c:pt idx="1862">
                  <c:v>0.00658495911283</c:v>
                </c:pt>
                <c:pt idx="1863">
                  <c:v>0.00656688327256</c:v>
                </c:pt>
                <c:pt idx="1864">
                  <c:v>0.00654888017092</c:v>
                </c:pt>
                <c:pt idx="1865">
                  <c:v>0.00653094941887</c:v>
                </c:pt>
                <c:pt idx="1866">
                  <c:v>0.00651309063116</c:v>
                </c:pt>
                <c:pt idx="1867">
                  <c:v>0.00649530342628</c:v>
                </c:pt>
                <c:pt idx="1868">
                  <c:v>0.00647758742642</c:v>
                </c:pt>
                <c:pt idx="1869">
                  <c:v>0.00645994225748</c:v>
                </c:pt>
                <c:pt idx="1870">
                  <c:v>0.00644236754897</c:v>
                </c:pt>
                <c:pt idx="1871">
                  <c:v>0.00642486293401</c:v>
                </c:pt>
                <c:pt idx="1872">
                  <c:v>0.00640742804927</c:v>
                </c:pt>
                <c:pt idx="1873">
                  <c:v>0.00639006253495</c:v>
                </c:pt>
                <c:pt idx="1874">
                  <c:v>0.0063727660347</c:v>
                </c:pt>
                <c:pt idx="1875">
                  <c:v>0.00635553819562</c:v>
                </c:pt>
                <c:pt idx="1876">
                  <c:v>0.00633837866815</c:v>
                </c:pt>
                <c:pt idx="1877">
                  <c:v>0.0063212871061</c:v>
                </c:pt>
                <c:pt idx="1878">
                  <c:v>0.00630426316653</c:v>
                </c:pt>
                <c:pt idx="1879">
                  <c:v>0.00628730650974</c:v>
                </c:pt>
                <c:pt idx="1880">
                  <c:v>0.00627041679918</c:v>
                </c:pt>
                <c:pt idx="1881">
                  <c:v>0.00625359370144</c:v>
                </c:pt>
                <c:pt idx="1882">
                  <c:v>0.00623683688615</c:v>
                </c:pt>
                <c:pt idx="1883">
                  <c:v>0.00622014602597</c:v>
                </c:pt>
                <c:pt idx="1884">
                  <c:v>0.00620352079648</c:v>
                </c:pt>
                <c:pt idx="1885">
                  <c:v>0.00618696087616</c:v>
                </c:pt>
                <c:pt idx="1886">
                  <c:v>0.00617046594629</c:v>
                </c:pt>
                <c:pt idx="1887">
                  <c:v>0.00615403569093</c:v>
                </c:pt>
                <c:pt idx="1888">
                  <c:v>0.00613766979685</c:v>
                </c:pt>
                <c:pt idx="1889">
                  <c:v>0.00612136795344</c:v>
                </c:pt>
                <c:pt idx="1890">
                  <c:v>0.00610512985266</c:v>
                </c:pt>
                <c:pt idx="1891">
                  <c:v>0.006088955189</c:v>
                </c:pt>
                <c:pt idx="1892">
                  <c:v>0.00607284365937</c:v>
                </c:pt>
                <c:pt idx="1893">
                  <c:v>0.00605679496309</c:v>
                </c:pt>
                <c:pt idx="1894">
                  <c:v>0.00604080880178</c:v>
                </c:pt>
                <c:pt idx="1895">
                  <c:v>0.00602488487931</c:v>
                </c:pt>
                <c:pt idx="1896">
                  <c:v>0.00600902290176</c:v>
                </c:pt>
                <c:pt idx="1897">
                  <c:v>0.00599322257732</c:v>
                </c:pt>
                <c:pt idx="1898">
                  <c:v>0.00597748361625</c:v>
                </c:pt>
                <c:pt idx="1899">
                  <c:v>0.00596180573084</c:v>
                </c:pt>
                <c:pt idx="1900">
                  <c:v>0.00594618863528</c:v>
                </c:pt>
                <c:pt idx="1901">
                  <c:v>0.00593063204569</c:v>
                </c:pt>
                <c:pt idx="1902">
                  <c:v>0.00591513567998</c:v>
                </c:pt>
                <c:pt idx="1903">
                  <c:v>0.00589969925788</c:v>
                </c:pt>
                <c:pt idx="1904">
                  <c:v>0.00588432250079</c:v>
                </c:pt>
                <c:pt idx="1905">
                  <c:v>0.00586900513181</c:v>
                </c:pt>
                <c:pt idx="1906">
                  <c:v>0.00585374687565</c:v>
                </c:pt>
                <c:pt idx="1907">
                  <c:v>0.00583854745856</c:v>
                </c:pt>
                <c:pt idx="1908">
                  <c:v>0.00582340660834</c:v>
                </c:pt>
                <c:pt idx="1909">
                  <c:v>0.00580832405427</c:v>
                </c:pt>
                <c:pt idx="1910">
                  <c:v>0.00579329952704</c:v>
                </c:pt>
                <c:pt idx="1911">
                  <c:v>0.00577833275875</c:v>
                </c:pt>
                <c:pt idx="1912">
                  <c:v>0.00576342348286</c:v>
                </c:pt>
                <c:pt idx="1913">
                  <c:v>0.00574857143415</c:v>
                </c:pt>
                <c:pt idx="1914">
                  <c:v>0.00573377634871</c:v>
                </c:pt>
                <c:pt idx="1915">
                  <c:v>0.00571903796387</c:v>
                </c:pt>
                <c:pt idx="1916">
                  <c:v>0.00570435601822</c:v>
                </c:pt>
                <c:pt idx="1917">
                  <c:v>0.00568973025156</c:v>
                </c:pt>
                <c:pt idx="1918">
                  <c:v>0.00567516040489</c:v>
                </c:pt>
                <c:pt idx="1919">
                  <c:v>0.00566064622039</c:v>
                </c:pt>
                <c:pt idx="1920">
                  <c:v>0.00564618744142</c:v>
                </c:pt>
                <c:pt idx="1921">
                  <c:v>0.00563178381246</c:v>
                </c:pt>
                <c:pt idx="1922">
                  <c:v>0.00561743507916</c:v>
                </c:pt>
                <c:pt idx="1923">
                  <c:v>0.00560314098832</c:v>
                </c:pt>
                <c:pt idx="1924">
                  <c:v>0.00558890128785</c:v>
                </c:pt>
                <c:pt idx="1925">
                  <c:v>0.0055747157268</c:v>
                </c:pt>
                <c:pt idx="1926">
                  <c:v>0.00556058405536</c:v>
                </c:pt>
                <c:pt idx="1927">
                  <c:v>0.00554650602486</c:v>
                </c:pt>
                <c:pt idx="1928">
                  <c:v>0.00553248138774</c:v>
                </c:pt>
                <c:pt idx="1929">
                  <c:v>0.00551850989763</c:v>
                </c:pt>
                <c:pt idx="1930">
                  <c:v>0.00550459130929</c:v>
                </c:pt>
                <c:pt idx="1931">
                  <c:v>0.00549072537863</c:v>
                </c:pt>
                <c:pt idx="1932">
                  <c:v>0.00547691186276</c:v>
                </c:pt>
                <c:pt idx="1933">
                  <c:v>0.00546315051995</c:v>
                </c:pt>
                <c:pt idx="1934">
                  <c:v>0.00544944110968</c:v>
                </c:pt>
                <c:pt idx="1935">
                  <c:v>0.00543578339264</c:v>
                </c:pt>
                <c:pt idx="1936">
                  <c:v>0.00542217713071</c:v>
                </c:pt>
                <c:pt idx="1937">
                  <c:v>0.00540862208704</c:v>
                </c:pt>
                <c:pt idx="1938">
                  <c:v>0.005395118026</c:v>
                </c:pt>
                <c:pt idx="1939">
                  <c:v>0.00538166471321</c:v>
                </c:pt>
                <c:pt idx="1940">
                  <c:v>0.00536826191559</c:v>
                </c:pt>
                <c:pt idx="1941">
                  <c:v>0.0053549094013</c:v>
                </c:pt>
                <c:pt idx="1942">
                  <c:v>0.00534160693981</c:v>
                </c:pt>
                <c:pt idx="1943">
                  <c:v>0.00532835430187</c:v>
                </c:pt>
                <c:pt idx="1944">
                  <c:v>0.00531515125954</c:v>
                </c:pt>
                <c:pt idx="1945">
                  <c:v>0.00530199758619</c:v>
                </c:pt>
                <c:pt idx="1946">
                  <c:v>0.0052888930565</c:v>
                </c:pt>
                <c:pt idx="1947">
                  <c:v>0.00527583744646</c:v>
                </c:pt>
                <c:pt idx="1948">
                  <c:v>0.00526283053339</c:v>
                </c:pt>
                <c:pt idx="1949">
                  <c:v>0.0052498720959</c:v>
                </c:pt>
                <c:pt idx="1950">
                  <c:v>0.00523696191394</c:v>
                </c:pt>
                <c:pt idx="1951">
                  <c:v>0.00522409976876</c:v>
                </c:pt>
                <c:pt idx="1952">
                  <c:v>0.00521128544289</c:v>
                </c:pt>
                <c:pt idx="1953">
                  <c:v>0.00519851872018</c:v>
                </c:pt>
                <c:pt idx="1954">
                  <c:v>0.00518579938575</c:v>
                </c:pt>
                <c:pt idx="1955">
                  <c:v>0.00517312722599</c:v>
                </c:pt>
                <c:pt idx="1956">
                  <c:v>0.00516050202855</c:v>
                </c:pt>
                <c:pt idx="1957">
                  <c:v>0.00514792358233</c:v>
                </c:pt>
                <c:pt idx="1958">
                  <c:v>0.00513539167743</c:v>
                </c:pt>
                <c:pt idx="1959">
                  <c:v>0.00512290610519</c:v>
                </c:pt>
                <c:pt idx="1960">
                  <c:v>0.00511046665811</c:v>
                </c:pt>
                <c:pt idx="1961">
                  <c:v>0.00509807312987</c:v>
                </c:pt>
                <c:pt idx="1962">
                  <c:v>0.00508572531529</c:v>
                </c:pt>
                <c:pt idx="1963">
                  <c:v>0.0050734230103</c:v>
                </c:pt>
                <c:pt idx="1964">
                  <c:v>0.00506116601194</c:v>
                </c:pt>
                <c:pt idx="1965">
                  <c:v>0.00504895411833</c:v>
                </c:pt>
                <c:pt idx="1966">
                  <c:v>0.00503678712862</c:v>
                </c:pt>
                <c:pt idx="1967">
                  <c:v>0.00502466484299</c:v>
                </c:pt>
                <c:pt idx="1968">
                  <c:v>0.00501258706262</c:v>
                </c:pt>
                <c:pt idx="1969">
                  <c:v>0.00500055358967</c:v>
                </c:pt>
                <c:pt idx="1970">
                  <c:v>0.00498856422723</c:v>
                </c:pt>
                <c:pt idx="1971">
                  <c:v>0.00497661877933</c:v>
                </c:pt>
                <c:pt idx="1972">
                  <c:v>0.00496471705088</c:v>
                </c:pt>
                <c:pt idx="1973">
                  <c:v>0.00495285884769</c:v>
                </c:pt>
                <c:pt idx="1974">
                  <c:v>0.00494104397641</c:v>
                </c:pt>
                <c:pt idx="1975">
                  <c:v>0.00492927224451</c:v>
                </c:pt>
                <c:pt idx="1976">
                  <c:v>0.00491754346028</c:v>
                </c:pt>
                <c:pt idx="1977">
                  <c:v>0.0049058574328</c:v>
                </c:pt>
                <c:pt idx="1978">
                  <c:v>0.00489421397191</c:v>
                </c:pt>
                <c:pt idx="1979">
                  <c:v>0.00488261288822</c:v>
                </c:pt>
                <c:pt idx="1980">
                  <c:v>0.00487105399305</c:v>
                </c:pt>
                <c:pt idx="1981">
                  <c:v>0.00485953709845</c:v>
                </c:pt>
                <c:pt idx="1982">
                  <c:v>0.0048480620172</c:v>
                </c:pt>
                <c:pt idx="1983">
                  <c:v>0.00483662856272</c:v>
                </c:pt>
                <c:pt idx="1984">
                  <c:v>0.00482523654916</c:v>
                </c:pt>
                <c:pt idx="1985">
                  <c:v>0.00481388579131</c:v>
                </c:pt>
                <c:pt idx="1986">
                  <c:v>0.00480257610464</c:v>
                </c:pt>
                <c:pt idx="1987">
                  <c:v>0.00479130730525</c:v>
                </c:pt>
                <c:pt idx="1988">
                  <c:v>0.0047800792099</c:v>
                </c:pt>
                <c:pt idx="1989">
                  <c:v>0.004768891636</c:v>
                </c:pt>
                <c:pt idx="1990">
                  <c:v>0.00475774440158</c:v>
                </c:pt>
                <c:pt idx="1991">
                  <c:v>0.00474663732531</c:v>
                </c:pt>
                <c:pt idx="1992">
                  <c:v>0.00473557022649</c:v>
                </c:pt>
                <c:pt idx="1993">
                  <c:v>0.00472454292504</c:v>
                </c:pt>
                <c:pt idx="1994">
                  <c:v>0.00471355524152</c:v>
                </c:pt>
                <c:pt idx="1995">
                  <c:v>0.00470260699712</c:v>
                </c:pt>
                <c:pt idx="1996">
                  <c:v>0.00469169801363</c:v>
                </c:pt>
                <c:pt idx="1997">
                  <c:v>0.00468082811351</c:v>
                </c:pt>
                <c:pt idx="1998">
                  <c:v>0.00466999711981</c:v>
                </c:pt>
                <c:pt idx="1999">
                  <c:v>0.00465920485625</c:v>
                </c:pt>
                <c:pt idx="2000">
                  <c:v>0.00464845114716</c:v>
                </c:pt>
              </c:numCache>
            </c:numRef>
          </c:yVal>
        </c:ser>
        <c:ser>
          <c:idx val="1"/>
          <c:order val="1"/>
          <c:tx>
            <c:v>spin</c:v>
          </c:tx>
          <c:spPr>
            <a:ln xmlns:a="http://schemas.openxmlformats.org/drawingml/2006/main" w="15240">
              <a:solidFill>
                <a:srgbClr val="234F91"/>
              </a:solidFill>
              <a:prstDash val="dash"/>
            </a:ln>
          </c:spPr>
          <c:marker>
            <c:symbol val="none"/>
            <c:size val="5"/>
            <c:spPr>
              <a:solidFill xmlns:a="http://schemas.openxmlformats.org/drawingml/2006/main">
                <a:srgbClr val="234F91"/>
              </a:solidFill>
            </c:spPr>
          </c:marker>
          <c:xVal>
            <c:numRef>
              <c:f>'Chart Data'!$C$2:$C$2002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Data'!$D$2:$D$2002</c:f>
              <c:numCache>
                <c:formatCode>0.0</c:formatCode>
                <c:ptCount val="2001"/>
                <c:pt idx="0">
                  <c:v>0.0235663507559</c:v>
                </c:pt>
                <c:pt idx="1">
                  <c:v>0.0236522288366</c:v>
                </c:pt>
                <c:pt idx="2">
                  <c:v>0.0237385774661</c:v>
                </c:pt>
                <c:pt idx="3">
                  <c:v>0.0238254000802</c:v>
                </c:pt>
                <c:pt idx="4">
                  <c:v>0.023912700146</c:v>
                </c:pt>
                <c:pt idx="5">
                  <c:v>0.0240004811624</c:v>
                </c:pt>
                <c:pt idx="6">
                  <c:v>0.02408874666</c:v>
                </c:pt>
                <c:pt idx="7">
                  <c:v>0.0241775002018</c:v>
                </c:pt>
                <c:pt idx="8">
                  <c:v>0.0242667453835</c:v>
                </c:pt>
                <c:pt idx="9">
                  <c:v>0.0243564858337</c:v>
                </c:pt>
                <c:pt idx="10">
                  <c:v>0.0244467252145</c:v>
                </c:pt>
                <c:pt idx="11">
                  <c:v>0.0245374672216</c:v>
                </c:pt>
                <c:pt idx="12">
                  <c:v>0.0246287155848</c:v>
                </c:pt>
                <c:pt idx="13">
                  <c:v>0.0247204740685</c:v>
                </c:pt>
                <c:pt idx="14">
                  <c:v>0.0248127464718</c:v>
                </c:pt>
                <c:pt idx="15">
                  <c:v>0.0249055366292</c:v>
                </c:pt>
                <c:pt idx="16">
                  <c:v>0.0249988484106</c:v>
                </c:pt>
                <c:pt idx="17">
                  <c:v>0.0250926857223</c:v>
                </c:pt>
                <c:pt idx="18">
                  <c:v>0.0251870525066</c:v>
                </c:pt>
                <c:pt idx="19">
                  <c:v>0.025281952743</c:v>
                </c:pt>
                <c:pt idx="20">
                  <c:v>0.0253773904478</c:v>
                </c:pt>
                <c:pt idx="21">
                  <c:v>0.0254733696755</c:v>
                </c:pt>
                <c:pt idx="22">
                  <c:v>0.0255698945183</c:v>
                </c:pt>
                <c:pt idx="23">
                  <c:v>0.0256669691069</c:v>
                </c:pt>
                <c:pt idx="24">
                  <c:v>0.0257645976111</c:v>
                </c:pt>
                <c:pt idx="25">
                  <c:v>0.02586278424</c:v>
                </c:pt>
                <c:pt idx="26">
                  <c:v>0.0259615332425</c:v>
                </c:pt>
                <c:pt idx="27">
                  <c:v>0.0260608489078</c:v>
                </c:pt>
                <c:pt idx="28">
                  <c:v>0.0261607355657</c:v>
                </c:pt>
                <c:pt idx="29">
                  <c:v>0.0262611975872</c:v>
                </c:pt>
                <c:pt idx="30">
                  <c:v>0.0263622393852</c:v>
                </c:pt>
                <c:pt idx="31">
                  <c:v>0.0264638654143</c:v>
                </c:pt>
                <c:pt idx="32">
                  <c:v>0.026566080172</c:v>
                </c:pt>
                <c:pt idx="33">
                  <c:v>0.0266688881988</c:v>
                </c:pt>
                <c:pt idx="34">
                  <c:v>0.0267722940786</c:v>
                </c:pt>
                <c:pt idx="35">
                  <c:v>0.0268763024396</c:v>
                </c:pt>
                <c:pt idx="36">
                  <c:v>0.0269809179545</c:v>
                </c:pt>
                <c:pt idx="37">
                  <c:v>0.027086145341</c:v>
                </c:pt>
                <c:pt idx="38">
                  <c:v>0.0271919893624</c:v>
                </c:pt>
                <c:pt idx="39">
                  <c:v>0.0272984548283</c:v>
                </c:pt>
                <c:pt idx="40">
                  <c:v>0.0274055465946</c:v>
                </c:pt>
                <c:pt idx="41">
                  <c:v>0.0275132695648</c:v>
                </c:pt>
                <c:pt idx="42">
                  <c:v>0.0276216286898</c:v>
                </c:pt>
                <c:pt idx="43">
                  <c:v>0.027730628969</c:v>
                </c:pt>
                <c:pt idx="44">
                  <c:v>0.0278402754505</c:v>
                </c:pt>
                <c:pt idx="45">
                  <c:v>0.0279505732319</c:v>
                </c:pt>
                <c:pt idx="46">
                  <c:v>0.0280615274609</c:v>
                </c:pt>
                <c:pt idx="47">
                  <c:v>0.0281731433354</c:v>
                </c:pt>
                <c:pt idx="48">
                  <c:v>0.028285426105</c:v>
                </c:pt>
                <c:pt idx="49">
                  <c:v>0.0283983810705</c:v>
                </c:pt>
                <c:pt idx="50">
                  <c:v>0.0285120135854</c:v>
                </c:pt>
                <c:pt idx="51">
                  <c:v>0.0286263290562</c:v>
                </c:pt>
                <c:pt idx="52">
                  <c:v>0.0287413329428</c:v>
                </c:pt>
                <c:pt idx="53">
                  <c:v>0.0288570307595</c:v>
                </c:pt>
                <c:pt idx="54">
                  <c:v>0.0289734280755</c:v>
                </c:pt>
                <c:pt idx="55">
                  <c:v>0.0290905305153</c:v>
                </c:pt>
                <c:pt idx="56">
                  <c:v>0.0292083437598</c:v>
                </c:pt>
                <c:pt idx="57">
                  <c:v>0.0293268735467</c:v>
                </c:pt>
                <c:pt idx="58">
                  <c:v>0.0294461256711</c:v>
                </c:pt>
                <c:pt idx="59">
                  <c:v>0.0295661059865</c:v>
                </c:pt>
                <c:pt idx="60">
                  <c:v>0.0296868204051</c:v>
                </c:pt>
                <c:pt idx="61">
                  <c:v>0.0298082748989</c:v>
                </c:pt>
                <c:pt idx="62">
                  <c:v>0.0299304755001</c:v>
                </c:pt>
                <c:pt idx="63">
                  <c:v>0.0300534283019</c:v>
                </c:pt>
                <c:pt idx="64">
                  <c:v>0.0301771394593</c:v>
                </c:pt>
                <c:pt idx="65">
                  <c:v>0.0303016151899</c:v>
                </c:pt>
                <c:pt idx="66">
                  <c:v>0.0304268617744</c:v>
                </c:pt>
                <c:pt idx="67">
                  <c:v>0.0305528855578</c:v>
                </c:pt>
                <c:pt idx="68">
                  <c:v>0.0306796929497</c:v>
                </c:pt>
                <c:pt idx="69">
                  <c:v>0.0308072904252</c:v>
                </c:pt>
                <c:pt idx="70">
                  <c:v>0.0309356845259</c:v>
                </c:pt>
                <c:pt idx="71">
                  <c:v>0.0310648818607</c:v>
                </c:pt>
                <c:pt idx="72">
                  <c:v>0.0311948891064</c:v>
                </c:pt>
                <c:pt idx="73">
                  <c:v>0.0313257130086</c:v>
                </c:pt>
                <c:pt idx="74">
                  <c:v>0.0314573603826</c:v>
                </c:pt>
                <c:pt idx="75">
                  <c:v>0.0315898381142</c:v>
                </c:pt>
                <c:pt idx="76">
                  <c:v>0.0317231531606</c:v>
                </c:pt>
                <c:pt idx="77">
                  <c:v>0.0318573125514</c:v>
                </c:pt>
                <c:pt idx="78">
                  <c:v>0.0319923233893</c:v>
                </c:pt>
                <c:pt idx="79">
                  <c:v>0.0321281928508</c:v>
                </c:pt>
                <c:pt idx="80">
                  <c:v>0.0322649281878</c:v>
                </c:pt>
                <c:pt idx="81">
                  <c:v>0.0324025367277</c:v>
                </c:pt>
                <c:pt idx="82">
                  <c:v>0.032541025875</c:v>
                </c:pt>
                <c:pt idx="83">
                  <c:v>0.0326804031119</c:v>
                </c:pt>
                <c:pt idx="84">
                  <c:v>0.0328206759994</c:v>
                </c:pt>
                <c:pt idx="85">
                  <c:v>0.0329618521781</c:v>
                </c:pt>
                <c:pt idx="86">
                  <c:v>0.0331039393696</c:v>
                </c:pt>
                <c:pt idx="87">
                  <c:v>0.0332469453768</c:v>
                </c:pt>
                <c:pt idx="88">
                  <c:v>0.0333908780859</c:v>
                </c:pt>
                <c:pt idx="89">
                  <c:v>0.0335357454664</c:v>
                </c:pt>
                <c:pt idx="90">
                  <c:v>0.0336815555731</c:v>
                </c:pt>
                <c:pt idx="91">
                  <c:v>0.0338283165463</c:v>
                </c:pt>
                <c:pt idx="92">
                  <c:v>0.0339760366135</c:v>
                </c:pt>
                <c:pt idx="93">
                  <c:v>0.0341247240904</c:v>
                </c:pt>
                <c:pt idx="94">
                  <c:v>0.0342743873817</c:v>
                </c:pt>
                <c:pt idx="95">
                  <c:v>0.0344250349826</c:v>
                </c:pt>
                <c:pt idx="96">
                  <c:v>0.0345766754797</c:v>
                </c:pt>
                <c:pt idx="97">
                  <c:v>0.0347293175522</c:v>
                </c:pt>
                <c:pt idx="98">
                  <c:v>0.0348829699732</c:v>
                </c:pt>
                <c:pt idx="99">
                  <c:v>0.0350376416108</c:v>
                </c:pt>
                <c:pt idx="100">
                  <c:v>0.0351933414294</c:v>
                </c:pt>
                <c:pt idx="101">
                  <c:v>0.0353500784908</c:v>
                </c:pt>
                <c:pt idx="102">
                  <c:v>0.0355078619554</c:v>
                </c:pt>
                <c:pt idx="103">
                  <c:v>0.0356667010838</c:v>
                </c:pt>
                <c:pt idx="104">
                  <c:v>0.0358266052377</c:v>
                </c:pt>
                <c:pt idx="105">
                  <c:v>0.0359875838815</c:v>
                </c:pt>
                <c:pt idx="106">
                  <c:v>0.0361496465834</c:v>
                </c:pt>
                <c:pt idx="107">
                  <c:v>0.0363128030168</c:v>
                </c:pt>
                <c:pt idx="108">
                  <c:v>0.0364770629618</c:v>
                </c:pt>
                <c:pt idx="109">
                  <c:v>0.0366424363064</c:v>
                </c:pt>
                <c:pt idx="110">
                  <c:v>0.036808933048</c:v>
                </c:pt>
                <c:pt idx="111">
                  <c:v>0.0369765632948</c:v>
                </c:pt>
                <c:pt idx="112">
                  <c:v>0.0371453372673</c:v>
                </c:pt>
                <c:pt idx="113">
                  <c:v>0.0373152652996</c:v>
                </c:pt>
                <c:pt idx="114">
                  <c:v>0.0374863578411</c:v>
                </c:pt>
                <c:pt idx="115">
                  <c:v>0.0376586254579</c:v>
                </c:pt>
                <c:pt idx="116">
                  <c:v>0.0378320788342</c:v>
                </c:pt>
                <c:pt idx="117">
                  <c:v>0.0380067287741</c:v>
                </c:pt>
                <c:pt idx="118">
                  <c:v>0.0381825862032</c:v>
                </c:pt>
                <c:pt idx="119">
                  <c:v>0.0383596621697</c:v>
                </c:pt>
                <c:pt idx="120">
                  <c:v>0.0385379678468</c:v>
                </c:pt>
                <c:pt idx="121">
                  <c:v>0.0387175145336</c:v>
                </c:pt>
                <c:pt idx="122">
                  <c:v>0.0388983136574</c:v>
                </c:pt>
                <c:pt idx="123">
                  <c:v>0.0390803767748</c:v>
                </c:pt>
                <c:pt idx="124">
                  <c:v>0.0392637155739</c:v>
                </c:pt>
                <c:pt idx="125">
                  <c:v>0.0394483418759</c:v>
                </c:pt>
                <c:pt idx="126">
                  <c:v>0.0396342676369</c:v>
                </c:pt>
                <c:pt idx="127">
                  <c:v>0.0398215049494</c:v>
                </c:pt>
                <c:pt idx="128">
                  <c:v>0.0400100660446</c:v>
                </c:pt>
                <c:pt idx="129">
                  <c:v>0.0401999632939</c:v>
                </c:pt>
                <c:pt idx="130">
                  <c:v>0.0403912092111</c:v>
                </c:pt>
                <c:pt idx="131">
                  <c:v>0.0405838164539</c:v>
                </c:pt>
                <c:pt idx="132">
                  <c:v>0.0407777978262</c:v>
                </c:pt>
                <c:pt idx="133">
                  <c:v>0.04097316628</c:v>
                </c:pt>
                <c:pt idx="134">
                  <c:v>0.0411699349171</c:v>
                </c:pt>
                <c:pt idx="135">
                  <c:v>0.0413681169915</c:v>
                </c:pt>
                <c:pt idx="136">
                  <c:v>0.0415677259115</c:v>
                </c:pt>
                <c:pt idx="137">
                  <c:v>0.0417687752412</c:v>
                </c:pt>
                <c:pt idx="138">
                  <c:v>0.0419712787035</c:v>
                </c:pt>
                <c:pt idx="139">
                  <c:v>0.0421752501815</c:v>
                </c:pt>
                <c:pt idx="140">
                  <c:v>0.042380703721</c:v>
                </c:pt>
                <c:pt idx="141">
                  <c:v>0.0425876535328</c:v>
                </c:pt>
                <c:pt idx="142">
                  <c:v>0.0427961139947</c:v>
                </c:pt>
                <c:pt idx="143">
                  <c:v>0.0430060996542</c:v>
                </c:pt>
                <c:pt idx="144">
                  <c:v>0.0432176252302</c:v>
                </c:pt>
                <c:pt idx="145">
                  <c:v>0.0434307056162</c:v>
                </c:pt>
                <c:pt idx="146">
                  <c:v>0.0436453558817</c:v>
                </c:pt>
                <c:pt idx="147">
                  <c:v>0.0438615912755</c:v>
                </c:pt>
                <c:pt idx="148">
                  <c:v>0.0440794272278</c:v>
                </c:pt>
                <c:pt idx="149">
                  <c:v>0.0442988793525</c:v>
                </c:pt>
                <c:pt idx="150">
                  <c:v>0.0445199634501</c:v>
                </c:pt>
                <c:pt idx="151">
                  <c:v>0.0447426955103</c:v>
                </c:pt>
                <c:pt idx="152">
                  <c:v>0.0449670917142</c:v>
                </c:pt>
                <c:pt idx="153">
                  <c:v>0.0451931684374</c:v>
                </c:pt>
                <c:pt idx="154">
                  <c:v>0.0454209422525</c:v>
                </c:pt>
                <c:pt idx="155">
                  <c:v>0.0456504299319</c:v>
                </c:pt>
                <c:pt idx="156">
                  <c:v>0.0458816484506</c:v>
                </c:pt>
                <c:pt idx="157">
                  <c:v>0.0461146149888</c:v>
                </c:pt>
                <c:pt idx="158">
                  <c:v>0.0463493469354</c:v>
                </c:pt>
                <c:pt idx="159">
                  <c:v>0.04658586189</c:v>
                </c:pt>
                <c:pt idx="160">
                  <c:v>0.0468241776667</c:v>
                </c:pt>
                <c:pt idx="161">
                  <c:v>0.0470643122967</c:v>
                </c:pt>
                <c:pt idx="162">
                  <c:v>0.0473062840312</c:v>
                </c:pt>
                <c:pt idx="163">
                  <c:v>0.0475501113449</c:v>
                </c:pt>
                <c:pt idx="164">
                  <c:v>0.0477958129391</c:v>
                </c:pt>
                <c:pt idx="165">
                  <c:v>0.0480434077445</c:v>
                </c:pt>
                <c:pt idx="166">
                  <c:v>0.0482929149248</c:v>
                </c:pt>
                <c:pt idx="167">
                  <c:v>0.04854435388</c:v>
                </c:pt>
                <c:pt idx="168">
                  <c:v>0.0487977442495</c:v>
                </c:pt>
                <c:pt idx="169">
                  <c:v>0.0490531059157</c:v>
                </c:pt>
                <c:pt idx="170">
                  <c:v>0.0493104590075</c:v>
                </c:pt>
                <c:pt idx="171">
                  <c:v>0.0495698239036</c:v>
                </c:pt>
                <c:pt idx="172">
                  <c:v>0.0498312212361</c:v>
                </c:pt>
                <c:pt idx="173">
                  <c:v>0.0500946718945</c:v>
                </c:pt>
                <c:pt idx="174">
                  <c:v>0.0503601970285</c:v>
                </c:pt>
                <c:pt idx="175">
                  <c:v>0.0506278180529</c:v>
                </c:pt>
                <c:pt idx="176">
                  <c:v>0.0508975566501</c:v>
                </c:pt>
                <c:pt idx="177">
                  <c:v>0.0511694347752</c:v>
                </c:pt>
                <c:pt idx="178">
                  <c:v>0.0514434746588</c:v>
                </c:pt>
                <c:pt idx="179">
                  <c:v>0.0517196988118</c:v>
                </c:pt>
                <c:pt idx="180">
                  <c:v>0.0519981300288</c:v>
                </c:pt>
                <c:pt idx="181">
                  <c:v>0.0522787913925</c:v>
                </c:pt>
                <c:pt idx="182">
                  <c:v>0.0525617062781</c:v>
                </c:pt>
                <c:pt idx="183">
                  <c:v>0.0528468983567</c:v>
                </c:pt>
                <c:pt idx="184">
                  <c:v>0.0531343916004</c:v>
                </c:pt>
                <c:pt idx="185">
                  <c:v>0.0534242102862</c:v>
                </c:pt>
                <c:pt idx="186">
                  <c:v>0.0537163790007</c:v>
                </c:pt>
                <c:pt idx="187">
                  <c:v>0.0540109226439</c:v>
                </c:pt>
                <c:pt idx="188">
                  <c:v>0.0543078664348</c:v>
                </c:pt>
                <c:pt idx="189">
                  <c:v>0.054607235915</c:v>
                </c:pt>
                <c:pt idx="190">
                  <c:v>0.0549090569541</c:v>
                </c:pt>
                <c:pt idx="191">
                  <c:v>0.0552133557538</c:v>
                </c:pt>
                <c:pt idx="192">
                  <c:v>0.0555201588535</c:v>
                </c:pt>
                <c:pt idx="193">
                  <c:v>0.0558294931344</c:v>
                </c:pt>
                <c:pt idx="194">
                  <c:v>0.0561413858251</c:v>
                </c:pt>
                <c:pt idx="195">
                  <c:v>0.0564558645061</c:v>
                </c:pt>
                <c:pt idx="196">
                  <c:v>0.0567729571156</c:v>
                </c:pt>
                <c:pt idx="197">
                  <c:v>0.0570926919538</c:v>
                </c:pt>
                <c:pt idx="198">
                  <c:v>0.0574150976891</c:v>
                </c:pt>
                <c:pt idx="199">
                  <c:v>0.0577402033628</c:v>
                </c:pt>
                <c:pt idx="200">
                  <c:v>0.0580680383947</c:v>
                </c:pt>
                <c:pt idx="201">
                  <c:v>0.0583986325889</c:v>
                </c:pt>
                <c:pt idx="202">
                  <c:v>0.058732016139</c:v>
                </c:pt>
                <c:pt idx="203">
                  <c:v>0.0590682196339</c:v>
                </c:pt>
                <c:pt idx="204">
                  <c:v>0.0594072740638</c:v>
                </c:pt>
                <c:pt idx="205">
                  <c:v>0.0597492108256</c:v>
                </c:pt>
                <c:pt idx="206">
                  <c:v>0.0600940617294</c:v>
                </c:pt>
                <c:pt idx="207">
                  <c:v>0.0604418590039</c:v>
                </c:pt>
                <c:pt idx="208">
                  <c:v>0.060792635303</c:v>
                </c:pt>
                <c:pt idx="209">
                  <c:v>0.0611464237119</c:v>
                </c:pt>
                <c:pt idx="210">
                  <c:v>0.0615032577531</c:v>
                </c:pt>
                <c:pt idx="211">
                  <c:v>0.0618631713931</c:v>
                </c:pt>
                <c:pt idx="212">
                  <c:v>0.0622261990488</c:v>
                </c:pt>
                <c:pt idx="213">
                  <c:v>0.062592375594</c:v>
                </c:pt>
                <c:pt idx="214">
                  <c:v>0.062961736366</c:v>
                </c:pt>
                <c:pt idx="215">
                  <c:v>0.0633343171726</c:v>
                </c:pt>
                <c:pt idx="216">
                  <c:v>0.0637101542987</c:v>
                </c:pt>
                <c:pt idx="217">
                  <c:v>0.0640892845133</c:v>
                </c:pt>
                <c:pt idx="218">
                  <c:v>0.0644717450766</c:v>
                </c:pt>
                <c:pt idx="219">
                  <c:v>0.0648575737471</c:v>
                </c:pt>
                <c:pt idx="220">
                  <c:v>0.0652468087891</c:v>
                </c:pt>
                <c:pt idx="221">
                  <c:v>0.0656394889793</c:v>
                </c:pt>
                <c:pt idx="222">
                  <c:v>0.0660356536153</c:v>
                </c:pt>
                <c:pt idx="223">
                  <c:v>0.0664353425221</c:v>
                </c:pt>
                <c:pt idx="224">
                  <c:v>0.0668385960605</c:v>
                </c:pt>
                <c:pt idx="225">
                  <c:v>0.0672454551345</c:v>
                </c:pt>
                <c:pt idx="226">
                  <c:v>0.0676559611991</c:v>
                </c:pt>
                <c:pt idx="227">
                  <c:v>0.0680701562686</c:v>
                </c:pt>
                <c:pt idx="228">
                  <c:v>0.0684880829241</c:v>
                </c:pt>
                <c:pt idx="229">
                  <c:v>0.0689097843222</c:v>
                </c:pt>
                <c:pt idx="230">
                  <c:v>0.069335304203</c:v>
                </c:pt>
                <c:pt idx="231">
                  <c:v>0.0697646868985</c:v>
                </c:pt>
                <c:pt idx="232">
                  <c:v>0.070197977341</c:v>
                </c:pt>
                <c:pt idx="233">
                  <c:v>0.0706352210719</c:v>
                </c:pt>
                <c:pt idx="234">
                  <c:v>0.07107646425</c:v>
                </c:pt>
                <c:pt idx="235">
                  <c:v>0.0715217536608</c:v>
                </c:pt>
                <c:pt idx="236">
                  <c:v>0.071971136725</c:v>
                </c:pt>
                <c:pt idx="237">
                  <c:v>0.0724246615075</c:v>
                </c:pt>
                <c:pt idx="238">
                  <c:v>0.0728823767269</c:v>
                </c:pt>
                <c:pt idx="239">
                  <c:v>0.0733443317642</c:v>
                </c:pt>
                <c:pt idx="240">
                  <c:v>0.0738105766723</c:v>
                </c:pt>
                <c:pt idx="241">
                  <c:v>0.0742811621858</c:v>
                </c:pt>
                <c:pt idx="242">
                  <c:v>0.0747561397299</c:v>
                </c:pt>
                <c:pt idx="243">
                  <c:v>0.0752355614302</c:v>
                </c:pt>
                <c:pt idx="244">
                  <c:v>0.0757194801228</c:v>
                </c:pt>
                <c:pt idx="245">
                  <c:v>0.0762079493636</c:v>
                </c:pt>
                <c:pt idx="246">
                  <c:v>0.0767010234386</c:v>
                </c:pt>
                <c:pt idx="247">
                  <c:v>0.0771987573736</c:v>
                </c:pt>
                <c:pt idx="248">
                  <c:v>0.0777012069447</c:v>
                </c:pt>
                <c:pt idx="249">
                  <c:v>0.078208428688</c:v>
                </c:pt>
                <c:pt idx="250">
                  <c:v>0.0787204799104</c:v>
                </c:pt>
                <c:pt idx="251">
                  <c:v>0.0792374186995</c:v>
                </c:pt>
                <c:pt idx="252">
                  <c:v>0.0797593039345</c:v>
                </c:pt>
                <c:pt idx="253">
                  <c:v>0.0802861952964</c:v>
                </c:pt>
                <c:pt idx="254">
                  <c:v>0.080818153279</c:v>
                </c:pt>
                <c:pt idx="255">
                  <c:v>0.0813552391991</c:v>
                </c:pt>
                <c:pt idx="256">
                  <c:v>0.0818975152078</c:v>
                </c:pt>
                <c:pt idx="257">
                  <c:v>0.082445044301</c:v>
                </c:pt>
                <c:pt idx="258">
                  <c:v>0.0829978903304</c:v>
                </c:pt>
                <c:pt idx="259">
                  <c:v>0.0835561180147</c:v>
                </c:pt>
                <c:pt idx="260">
                  <c:v>0.0841197929503</c:v>
                </c:pt>
                <c:pt idx="261">
                  <c:v>0.0846889816226</c:v>
                </c:pt>
                <c:pt idx="262">
                  <c:v>0.0852637514169</c:v>
                </c:pt>
                <c:pt idx="263">
                  <c:v>0.08584417063</c:v>
                </c:pt>
                <c:pt idx="264">
                  <c:v>0.0864303084809</c:v>
                </c:pt>
                <c:pt idx="265">
                  <c:v>0.0870222351226</c:v>
                </c:pt>
                <c:pt idx="266">
                  <c:v>0.0876200216527</c:v>
                </c:pt>
                <c:pt idx="267">
                  <c:v>0.0882237401253</c:v>
                </c:pt>
                <c:pt idx="268">
                  <c:v>0.0888334635618</c:v>
                </c:pt>
                <c:pt idx="269">
                  <c:v>0.0894492659624</c:v>
                </c:pt>
                <c:pt idx="270">
                  <c:v>0.0900712223175</c:v>
                </c:pt>
                <c:pt idx="271">
                  <c:v>0.0906994086185</c:v>
                </c:pt>
                <c:pt idx="272">
                  <c:v>0.0913339018694</c:v>
                </c:pt>
                <c:pt idx="273">
                  <c:v>0.091974780098</c:v>
                </c:pt>
                <c:pt idx="274">
                  <c:v>0.0926221223667</c:v>
                </c:pt>
                <c:pt idx="275">
                  <c:v>0.0932760087836</c:v>
                </c:pt>
                <c:pt idx="276">
                  <c:v>0.0939365205137</c:v>
                </c:pt>
                <c:pt idx="277">
                  <c:v>0.0946037397897</c:v>
                </c:pt>
                <c:pt idx="278">
                  <c:v>0.0952777499226</c:v>
                </c:pt>
                <c:pt idx="279">
                  <c:v>0.0959586353127</c:v>
                </c:pt>
                <c:pt idx="280">
                  <c:v>0.0966464814595</c:v>
                </c:pt>
                <c:pt idx="281">
                  <c:v>0.0973413749728</c:v>
                </c:pt>
                <c:pt idx="282">
                  <c:v>0.0980434035822</c:v>
                </c:pt>
                <c:pt idx="283">
                  <c:v>0.0987526561479</c:v>
                </c:pt>
                <c:pt idx="284">
                  <c:v>0.0994692226695</c:v>
                </c:pt>
                <c:pt idx="285">
                  <c:v>0.100193194297</c:v>
                </c:pt>
                <c:pt idx="286">
                  <c:v>0.100924663337</c:v>
                </c:pt>
                <c:pt idx="287">
                  <c:v>0.101663723267</c:v>
                </c:pt>
                <c:pt idx="288">
                  <c:v>0.102410468738</c:v>
                </c:pt>
                <c:pt idx="289">
                  <c:v>0.10316499559</c:v>
                </c:pt>
                <c:pt idx="290">
                  <c:v>0.103927400851</c:v>
                </c:pt>
                <c:pt idx="291">
                  <c:v>0.104697782753</c:v>
                </c:pt>
                <c:pt idx="292">
                  <c:v>0.105476240737</c:v>
                </c:pt>
                <c:pt idx="293">
                  <c:v>0.106262875455</c:v>
                </c:pt>
                <c:pt idx="294">
                  <c:v>0.107057788784</c:v>
                </c:pt>
                <c:pt idx="295">
                  <c:v>0.107861083826</c:v>
                </c:pt>
                <c:pt idx="296">
                  <c:v>0.108672864916</c:v>
                </c:pt>
                <c:pt idx="297">
                  <c:v>0.109493237628</c:v>
                </c:pt>
                <c:pt idx="298">
                  <c:v>0.110322308774</c:v>
                </c:pt>
                <c:pt idx="299">
                  <c:v>0.111160186415</c:v>
                </c:pt>
                <c:pt idx="300">
                  <c:v>0.112006979857</c:v>
                </c:pt>
                <c:pt idx="301">
                  <c:v>0.112862799657</c:v>
                </c:pt>
                <c:pt idx="302">
                  <c:v>0.113727757623</c:v>
                </c:pt>
                <c:pt idx="303">
                  <c:v>0.114601966815</c:v>
                </c:pt>
                <c:pt idx="304">
                  <c:v>0.115485541545</c:v>
                </c:pt>
                <c:pt idx="305">
                  <c:v>0.116378597374</c:v>
                </c:pt>
                <c:pt idx="306">
                  <c:v>0.117281251112</c:v>
                </c:pt>
                <c:pt idx="307">
                  <c:v>0.118193620811</c:v>
                </c:pt>
                <c:pt idx="308">
                  <c:v>0.119115825768</c:v>
                </c:pt>
                <c:pt idx="309">
                  <c:v>0.120047986509</c:v>
                </c:pt>
                <c:pt idx="310">
                  <c:v>0.120990224793</c:v>
                </c:pt>
                <c:pt idx="311">
                  <c:v>0.121942663594</c:v>
                </c:pt>
                <c:pt idx="312">
                  <c:v>0.122905427101</c:v>
                </c:pt>
                <c:pt idx="313">
                  <c:v>0.123878640699</c:v>
                </c:pt>
                <c:pt idx="314">
                  <c:v>0.124862430963</c:v>
                </c:pt>
                <c:pt idx="315">
                  <c:v>0.125856925639</c:v>
                </c:pt>
                <c:pt idx="316">
                  <c:v>0.126862253632</c:v>
                </c:pt>
                <c:pt idx="317">
                  <c:v>0.12787854499</c:v>
                </c:pt>
                <c:pt idx="318">
                  <c:v>0.128905930879</c:v>
                </c:pt>
                <c:pt idx="319">
                  <c:v>0.129944543567</c:v>
                </c:pt>
                <c:pt idx="320">
                  <c:v>0.130994516403</c:v>
                </c:pt>
                <c:pt idx="321">
                  <c:v>0.132055983784</c:v>
                </c:pt>
                <c:pt idx="322">
                  <c:v>0.133129081137</c:v>
                </c:pt>
                <c:pt idx="323">
                  <c:v>0.134213944884</c:v>
                </c:pt>
                <c:pt idx="324">
                  <c:v>0.13531071241</c:v>
                </c:pt>
                <c:pt idx="325">
                  <c:v>0.136419522032</c:v>
                </c:pt>
                <c:pt idx="326">
                  <c:v>0.137540512962</c:v>
                </c:pt>
                <c:pt idx="327">
                  <c:v>0.138673825264</c:v>
                </c:pt>
                <c:pt idx="328">
                  <c:v>0.139819599814</c:v>
                </c:pt>
                <c:pt idx="329">
                  <c:v>0.140977978256</c:v>
                </c:pt>
                <c:pt idx="330">
                  <c:v>0.142149102952</c:v>
                </c:pt>
                <c:pt idx="331">
                  <c:v>0.143333116929</c:v>
                </c:pt>
                <c:pt idx="332">
                  <c:v>0.14453016383</c:v>
                </c:pt>
                <c:pt idx="333">
                  <c:v>0.145740387849</c:v>
                </c:pt>
                <c:pt idx="334">
                  <c:v>0.146963933674</c:v>
                </c:pt>
                <c:pt idx="335">
                  <c:v>0.148200946421</c:v>
                </c:pt>
                <c:pt idx="336">
                  <c:v>0.149451571564</c:v>
                </c:pt>
                <c:pt idx="337">
                  <c:v>0.150715954863</c:v>
                </c:pt>
                <c:pt idx="338">
                  <c:v>0.151994242284</c:v>
                </c:pt>
                <c:pt idx="339">
                  <c:v>0.153286579924</c:v>
                </c:pt>
                <c:pt idx="340">
                  <c:v>0.154593113918</c:v>
                </c:pt>
                <c:pt idx="341">
                  <c:v>0.155913990355</c:v>
                </c:pt>
                <c:pt idx="342">
                  <c:v>0.157249355179</c:v>
                </c:pt>
                <c:pt idx="343">
                  <c:v>0.158599354095</c:v>
                </c:pt>
                <c:pt idx="344">
                  <c:v>0.159964132457</c:v>
                </c:pt>
                <c:pt idx="345">
                  <c:v>0.161343835165</c:v>
                </c:pt>
                <c:pt idx="346">
                  <c:v>0.162738606548</c:v>
                </c:pt>
                <c:pt idx="347">
                  <c:v>0.164148590244</c:v>
                </c:pt>
                <c:pt idx="348">
                  <c:v>0.165573929075</c:v>
                </c:pt>
                <c:pt idx="349">
                  <c:v>0.167014764918</c:v>
                </c:pt>
                <c:pt idx="350">
                  <c:v>0.168471238563</c:v>
                </c:pt>
                <c:pt idx="351">
                  <c:v>0.169943489579</c:v>
                </c:pt>
                <c:pt idx="352">
                  <c:v>0.171431656155</c:v>
                </c:pt>
                <c:pt idx="353">
                  <c:v>0.172935874957</c:v>
                </c:pt>
                <c:pt idx="354">
                  <c:v>0.174456280956</c:v>
                </c:pt>
                <c:pt idx="355">
                  <c:v>0.17599300727</c:v>
                </c:pt>
                <c:pt idx="356">
                  <c:v>0.177546184986</c:v>
                </c:pt>
                <c:pt idx="357">
                  <c:v>0.179115942982</c:v>
                </c:pt>
                <c:pt idx="358">
                  <c:v>0.180702407738</c:v>
                </c:pt>
                <c:pt idx="359">
                  <c:v>0.182305703145</c:v>
                </c:pt>
                <c:pt idx="360">
                  <c:v>0.183925950307</c:v>
                </c:pt>
                <c:pt idx="361">
                  <c:v>0.185563267329</c:v>
                </c:pt>
                <c:pt idx="362">
                  <c:v>0.187217769109</c:v>
                </c:pt>
                <c:pt idx="363">
                  <c:v>0.188889567117</c:v>
                </c:pt>
                <c:pt idx="364">
                  <c:v>0.190578769165</c:v>
                </c:pt>
                <c:pt idx="365">
                  <c:v>0.192285479176</c:v>
                </c:pt>
                <c:pt idx="366">
                  <c:v>0.194009796943</c:v>
                </c:pt>
                <c:pt idx="367">
                  <c:v>0.195751817883</c:v>
                </c:pt>
                <c:pt idx="368">
                  <c:v>0.197511632783</c:v>
                </c:pt>
                <c:pt idx="369">
                  <c:v>0.199289327537</c:v>
                </c:pt>
                <c:pt idx="370">
                  <c:v>0.201084982885</c:v>
                </c:pt>
                <c:pt idx="371">
                  <c:v>0.202898674134</c:v>
                </c:pt>
                <c:pt idx="372">
                  <c:v>0.204730470885</c:v>
                </c:pt>
                <c:pt idx="373">
                  <c:v>0.206580436744</c:v>
                </c:pt>
                <c:pt idx="374">
                  <c:v>0.208448629035</c:v>
                </c:pt>
                <c:pt idx="375">
                  <c:v>0.210335098502</c:v>
                </c:pt>
                <c:pt idx="376">
                  <c:v>0.21223988901</c:v>
                </c:pt>
                <c:pt idx="377">
                  <c:v>0.214163037238</c:v>
                </c:pt>
                <c:pt idx="378">
                  <c:v>0.216104572371</c:v>
                </c:pt>
                <c:pt idx="379">
                  <c:v>0.218064515785</c:v>
                </c:pt>
                <c:pt idx="380">
                  <c:v>0.220042880731</c:v>
                </c:pt>
                <c:pt idx="381">
                  <c:v>0.222039672013</c:v>
                </c:pt>
                <c:pt idx="382">
                  <c:v>0.224054885665</c:v>
                </c:pt>
                <c:pt idx="383">
                  <c:v>0.226088508629</c:v>
                </c:pt>
                <c:pt idx="384">
                  <c:v>0.228140518427</c:v>
                </c:pt>
                <c:pt idx="385">
                  <c:v>0.23021088283</c:v>
                </c:pt>
                <c:pt idx="386">
                  <c:v>0.232299559538</c:v>
                </c:pt>
                <c:pt idx="387">
                  <c:v>0.234406495848</c:v>
                </c:pt>
                <c:pt idx="388">
                  <c:v>0.236531628329</c:v>
                </c:pt>
                <c:pt idx="389">
                  <c:v>0.238674882501</c:v>
                </c:pt>
                <c:pt idx="390">
                  <c:v>0.240836172513</c:v>
                </c:pt>
                <c:pt idx="391">
                  <c:v>0.243015400825</c:v>
                </c:pt>
                <c:pt idx="392">
                  <c:v>0.245212457898</c:v>
                </c:pt>
                <c:pt idx="393">
                  <c:v>0.247427221887</c:v>
                </c:pt>
                <c:pt idx="394">
                  <c:v>0.24965955834</c:v>
                </c:pt>
                <c:pt idx="395">
                  <c:v>0.251909319906</c:v>
                </c:pt>
                <c:pt idx="396">
                  <c:v>0.254176346052</c:v>
                </c:pt>
                <c:pt idx="397">
                  <c:v>0.256460462787</c:v>
                </c:pt>
                <c:pt idx="398">
                  <c:v>0.258761482396</c:v>
                </c:pt>
                <c:pt idx="399">
                  <c:v>0.261079203196</c:v>
                </c:pt>
                <c:pt idx="400">
                  <c:v>0.263413409285</c:v>
                </c:pt>
                <c:pt idx="401">
                  <c:v>0.265763870327</c:v>
                </c:pt>
                <c:pt idx="402">
                  <c:v>0.268130341336</c:v>
                </c:pt>
                <c:pt idx="403">
                  <c:v>0.270512562481</c:v>
                </c:pt>
                <c:pt idx="404">
                  <c:v>0.272910258914</c:v>
                </c:pt>
                <c:pt idx="405">
                  <c:v>0.275323140605</c:v>
                </c:pt>
                <c:pt idx="406">
                  <c:v>0.277750902208</c:v>
                </c:pt>
                <c:pt idx="407">
                  <c:v>0.28019322294</c:v>
                </c:pt>
                <c:pt idx="408">
                  <c:v>0.282649766484</c:v>
                </c:pt>
                <c:pt idx="409">
                  <c:v>0.285120180916</c:v>
                </c:pt>
                <c:pt idx="410">
                  <c:v>0.287604098653</c:v>
                </c:pt>
                <c:pt idx="411">
                  <c:v>0.290101136431</c:v>
                </c:pt>
                <c:pt idx="412">
                  <c:v>0.292610895297</c:v>
                </c:pt>
                <c:pt idx="413">
                  <c:v>0.295132960645</c:v>
                </c:pt>
                <c:pt idx="414">
                  <c:v>0.297666902263</c:v>
                </c:pt>
                <c:pt idx="415">
                  <c:v>0.300212274417</c:v>
                </c:pt>
                <c:pt idx="416">
                  <c:v>0.302768615964</c:v>
                </c:pt>
                <c:pt idx="417">
                  <c:v>0.305335450489</c:v>
                </c:pt>
                <c:pt idx="418">
                  <c:v>0.307912286477</c:v>
                </c:pt>
                <c:pt idx="419">
                  <c:v>0.310498617514</c:v>
                </c:pt>
                <c:pt idx="420">
                  <c:v>0.313093922522</c:v>
                </c:pt>
                <c:pt idx="421">
                  <c:v>0.315697666017</c:v>
                </c:pt>
                <c:pt idx="422">
                  <c:v>0.318309298408</c:v>
                </c:pt>
                <c:pt idx="423">
                  <c:v>0.320928256325</c:v>
                </c:pt>
                <c:pt idx="424">
                  <c:v>0.323553962974</c:v>
                </c:pt>
                <c:pt idx="425">
                  <c:v>0.32618582853</c:v>
                </c:pt>
                <c:pt idx="426">
                  <c:v>0.328823250562</c:v>
                </c:pt>
                <c:pt idx="427">
                  <c:v>0.331465614481</c:v>
                </c:pt>
                <c:pt idx="428">
                  <c:v>0.33411229403</c:v>
                </c:pt>
                <c:pt idx="429">
                  <c:v>0.336762651796</c:v>
                </c:pt>
                <c:pt idx="430">
                  <c:v>0.33941603976</c:v>
                </c:pt>
                <c:pt idx="431">
                  <c:v>0.342071799867</c:v>
                </c:pt>
                <c:pt idx="432">
                  <c:v>0.344729264635</c:v>
                </c:pt>
                <c:pt idx="433">
                  <c:v>0.347387757782</c:v>
                </c:pt>
                <c:pt idx="434">
                  <c:v>0.350046594889</c:v>
                </c:pt>
                <c:pt idx="435">
                  <c:v>0.352705084081</c:v>
                </c:pt>
                <c:pt idx="436">
                  <c:v>0.355362526739</c:v>
                </c:pt>
                <c:pt idx="437">
                  <c:v>0.35801821823</c:v>
                </c:pt>
                <c:pt idx="438">
                  <c:v>0.360671448664</c:v>
                </c:pt>
                <c:pt idx="439">
                  <c:v>0.363321503667</c:v>
                </c:pt>
                <c:pt idx="440">
                  <c:v>0.365967665179</c:v>
                </c:pt>
                <c:pt idx="441">
                  <c:v>0.36860921226</c:v>
                </c:pt>
                <c:pt idx="442">
                  <c:v>0.371245421924</c:v>
                </c:pt>
                <c:pt idx="443">
                  <c:v>0.373875569976</c:v>
                </c:pt>
                <c:pt idx="444">
                  <c:v>0.376498931868</c:v>
                </c:pt>
                <c:pt idx="445">
                  <c:v>0.379114783564</c:v>
                </c:pt>
                <c:pt idx="446">
                  <c:v>0.381722402409</c:v>
                </c:pt>
                <c:pt idx="447">
                  <c:v>0.384321068012</c:v>
                </c:pt>
                <c:pt idx="448">
                  <c:v>0.386910063125</c:v>
                </c:pt>
                <c:pt idx="449">
                  <c:v>0.389488674531</c:v>
                </c:pt>
                <c:pt idx="450">
                  <c:v>0.392056193926</c:v>
                </c:pt>
                <c:pt idx="451">
                  <c:v>0.394611918806</c:v>
                </c:pt>
                <c:pt idx="452">
                  <c:v>0.397155153339</c:v>
                </c:pt>
                <c:pt idx="453">
                  <c:v>0.399685209239</c:v>
                </c:pt>
                <c:pt idx="454">
                  <c:v>0.40220140663</c:v>
                </c:pt>
                <c:pt idx="455">
                  <c:v>0.404703074893</c:v>
                </c:pt>
                <c:pt idx="456">
                  <c:v>0.407189553505</c:v>
                </c:pt>
                <c:pt idx="457">
                  <c:v>0.409660192858</c:v>
                </c:pt>
                <c:pt idx="458">
                  <c:v>0.412114355064</c:v>
                </c:pt>
                <c:pt idx="459">
                  <c:v>0.414551414736</c:v>
                </c:pt>
                <c:pt idx="460">
                  <c:v>0.416970759748</c:v>
                </c:pt>
                <c:pt idx="461">
                  <c:v>0.419371791966</c:v>
                </c:pt>
                <c:pt idx="462">
                  <c:v>0.421753927962</c:v>
                </c:pt>
                <c:pt idx="463">
                  <c:v>0.424116599685</c:v>
                </c:pt>
                <c:pt idx="464">
                  <c:v>0.426459255112</c:v>
                </c:pt>
                <c:pt idx="465">
                  <c:v>0.428781358863</c:v>
                </c:pt>
                <c:pt idx="466">
                  <c:v>0.431082392774</c:v>
                </c:pt>
                <c:pt idx="467">
                  <c:v>0.433361856446</c:v>
                </c:pt>
                <c:pt idx="468">
                  <c:v>0.435619267742</c:v>
                </c:pt>
                <c:pt idx="469">
                  <c:v>0.437854163254</c:v>
                </c:pt>
                <c:pt idx="470">
                  <c:v>0.440066098723</c:v>
                </c:pt>
                <c:pt idx="471">
                  <c:v>0.442254649418</c:v>
                </c:pt>
                <c:pt idx="472">
                  <c:v>0.444419410467</c:v>
                </c:pt>
                <c:pt idx="473">
                  <c:v>0.446559997152</c:v>
                </c:pt>
                <c:pt idx="474">
                  <c:v>0.448676045146</c:v>
                </c:pt>
                <c:pt idx="475">
                  <c:v>0.450767210709</c:v>
                </c:pt>
                <c:pt idx="476">
                  <c:v>0.452833170839</c:v>
                </c:pt>
                <c:pt idx="477">
                  <c:v>0.454873623366</c:v>
                </c:pt>
                <c:pt idx="478">
                  <c:v>0.456888287005</c:v>
                </c:pt>
                <c:pt idx="479">
                  <c:v>0.458876901361</c:v>
                </c:pt>
                <c:pt idx="480">
                  <c:v>0.460839226873</c:v>
                </c:pt>
                <c:pt idx="481">
                  <c:v>0.462775044728</c:v>
                </c:pt>
                <c:pt idx="482">
                  <c:v>0.46468415671</c:v>
                </c:pt>
                <c:pt idx="483">
                  <c:v>0.466566385009</c:v>
                </c:pt>
                <c:pt idx="484">
                  <c:v>0.468421571984</c:v>
                </c:pt>
                <c:pt idx="485">
                  <c:v>0.470249579877</c:v>
                </c:pt>
                <c:pt idx="486">
                  <c:v>0.472050290478</c:v>
                </c:pt>
                <c:pt idx="487">
                  <c:v>0.473823604755</c:v>
                </c:pt>
                <c:pt idx="488">
                  <c:v>0.475569442434</c:v>
                </c:pt>
                <c:pt idx="489">
                  <c:v>0.477287741538</c:v>
                </c:pt>
                <c:pt idx="490">
                  <c:v>0.478978457892</c:v>
                </c:pt>
                <c:pt idx="491">
                  <c:v>0.48064156458</c:v>
                </c:pt>
                <c:pt idx="492">
                  <c:v>0.482277051378</c:v>
                </c:pt>
                <c:pt idx="493">
                  <c:v>0.483884924143</c:v>
                </c:pt>
                <c:pt idx="494">
                  <c:v>0.485465204175</c:v>
                </c:pt>
                <c:pt idx="495">
                  <c:v>0.487017927549</c:v>
                </c:pt>
                <c:pt idx="496">
                  <c:v>0.488543144414</c:v>
                </c:pt>
                <c:pt idx="497">
                  <c:v>0.490040918277</c:v>
                </c:pt>
                <c:pt idx="498">
                  <c:v>0.491511325256</c:v>
                </c:pt>
                <c:pt idx="499">
                  <c:v>0.492954453314</c:v>
                </c:pt>
                <c:pt idx="500">
                  <c:v>0.494370401479</c:v>
                </c:pt>
                <c:pt idx="501">
                  <c:v>0.495759279046</c:v>
                </c:pt>
                <c:pt idx="502">
                  <c:v>0.497121204764</c:v>
                </c:pt>
                <c:pt idx="503">
                  <c:v>0.498456306022</c:v>
                </c:pt>
                <c:pt idx="504">
                  <c:v>0.499764718014</c:v>
                </c:pt>
                <c:pt idx="505">
                  <c:v>0.501046582911</c:v>
                </c:pt>
                <c:pt idx="506">
                  <c:v>0.502302049027</c:v>
                </c:pt>
                <c:pt idx="507">
                  <c:v>0.503531269977</c:v>
                </c:pt>
                <c:pt idx="508">
                  <c:v>0.504734403853</c:v>
                </c:pt>
                <c:pt idx="509">
                  <c:v>0.505911612389</c:v>
                </c:pt>
                <c:pt idx="510">
                  <c:v>0.507063060142</c:v>
                </c:pt>
                <c:pt idx="511">
                  <c:v>0.50818891368</c:v>
                </c:pt>
                <c:pt idx="512">
                  <c:v>0.509289340782</c:v>
                </c:pt>
                <c:pt idx="513">
                  <c:v>0.510364509647</c:v>
                </c:pt>
                <c:pt idx="514">
                  <c:v>0.511414588124</c:v>
                </c:pt>
                <c:pt idx="515">
                  <c:v>0.512439742955</c:v>
                </c:pt>
                <c:pt idx="516">
                  <c:v>0.513440139035</c:v>
                </c:pt>
                <c:pt idx="517">
                  <c:v>0.514415938699</c:v>
                </c:pt>
                <c:pt idx="518">
                  <c:v>0.515367301019</c:v>
                </c:pt>
                <c:pt idx="519">
                  <c:v>0.516294381136</c:v>
                </c:pt>
                <c:pt idx="520">
                  <c:v>0.517197329608</c:v>
                </c:pt>
                <c:pt idx="521">
                  <c:v>0.518076291786</c:v>
                </c:pt>
                <c:pt idx="522">
                  <c:v>0.51893140721</c:v>
                </c:pt>
                <c:pt idx="523">
                  <c:v>0.519762809044</c:v>
                </c:pt>
                <c:pt idx="524">
                  <c:v>0.520570623527</c:v>
                </c:pt>
                <c:pt idx="525">
                  <c:v>0.521354969455</c:v>
                </c:pt>
                <c:pt idx="526">
                  <c:v>0.522115957696</c:v>
                </c:pt>
                <c:pt idx="527">
                  <c:v>0.522853690728</c:v>
                </c:pt>
                <c:pt idx="528">
                  <c:v>0.523568262208</c:v>
                </c:pt>
                <c:pt idx="529">
                  <c:v>0.524259756575</c:v>
                </c:pt>
                <c:pt idx="530">
                  <c:v>0.524928248676</c:v>
                </c:pt>
                <c:pt idx="531">
                  <c:v>0.525573803422</c:v>
                </c:pt>
                <c:pt idx="532">
                  <c:v>0.526196475482</c:v>
                </c:pt>
                <c:pt idx="533">
                  <c:v>0.526796308994</c:v>
                </c:pt>
                <c:pt idx="534">
                  <c:v>0.527373337319</c:v>
                </c:pt>
                <c:pt idx="535">
                  <c:v>0.527927582807</c:v>
                </c:pt>
                <c:pt idx="536">
                  <c:v>0.528459056612</c:v>
                </c:pt>
                <c:pt idx="537">
                  <c:v>0.528967758518</c:v>
                </c:pt>
                <c:pt idx="538">
                  <c:v>0.529453676804</c:v>
                </c:pt>
                <c:pt idx="539">
                  <c:v>0.529916788131</c:v>
                </c:pt>
                <c:pt idx="540">
                  <c:v>0.530357057461</c:v>
                </c:pt>
                <c:pt idx="541">
                  <c:v>0.530774437997</c:v>
                </c:pt>
                <c:pt idx="542">
                  <c:v>0.531168871157</c:v>
                </c:pt>
                <c:pt idx="543">
                  <c:v>0.53154028657</c:v>
                </c:pt>
                <c:pt idx="544">
                  <c:v>0.531888602093</c:v>
                </c:pt>
                <c:pt idx="545">
                  <c:v>0.532213723865</c:v>
                </c:pt>
                <c:pt idx="546">
                  <c:v>0.532515546374</c:v>
                </c:pt>
                <c:pt idx="547">
                  <c:v>0.532793952557</c:v>
                </c:pt>
                <c:pt idx="548">
                  <c:v>0.533048813915</c:v>
                </c:pt>
                <c:pt idx="549">
                  <c:v>0.533279990663</c:v>
                </c:pt>
                <c:pt idx="550">
                  <c:v>0.533487331892</c:v>
                </c:pt>
                <c:pt idx="551">
                  <c:v>0.533670675762</c:v>
                </c:pt>
                <c:pt idx="552">
                  <c:v>0.533829849711</c:v>
                </c:pt>
                <c:pt idx="553">
                  <c:v>0.533964670692</c:v>
                </c:pt>
                <c:pt idx="554">
                  <c:v>0.534074945424</c:v>
                </c:pt>
                <c:pt idx="555">
                  <c:v>0.534160470674</c:v>
                </c:pt>
                <c:pt idx="556">
                  <c:v>0.534221033555</c:v>
                </c:pt>
                <c:pt idx="557">
                  <c:v>0.53425641184</c:v>
                </c:pt>
                <c:pt idx="558">
                  <c:v>0.534266374306</c:v>
                </c:pt>
                <c:pt idx="559">
                  <c:v>0.534250681093</c:v>
                </c:pt>
                <c:pt idx="560">
                  <c:v>0.534209084084</c:v>
                </c:pt>
                <c:pt idx="561">
                  <c:v>0.534141327305</c:v>
                </c:pt>
                <c:pt idx="562">
                  <c:v>0.534047147345</c:v>
                </c:pt>
                <c:pt idx="563">
                  <c:v>0.533926273796</c:v>
                </c:pt>
                <c:pt idx="564">
                  <c:v>0.533778429709</c:v>
                </c:pt>
                <c:pt idx="565">
                  <c:v>0.533603332078</c:v>
                </c:pt>
                <c:pt idx="566">
                  <c:v>0.53340069233</c:v>
                </c:pt>
                <c:pt idx="567">
                  <c:v>0.533170216848</c:v>
                </c:pt>
                <c:pt idx="568">
                  <c:v>0.532911607499</c:v>
                </c:pt>
                <c:pt idx="569">
                  <c:v>0.532624562192</c:v>
                </c:pt>
                <c:pt idx="570">
                  <c:v>0.532308775449</c:v>
                </c:pt>
                <c:pt idx="571">
                  <c:v>0.531963938991</c:v>
                </c:pt>
                <c:pt idx="572">
                  <c:v>0.531589742349</c:v>
                </c:pt>
                <c:pt idx="573">
                  <c:v>0.531185873486</c:v>
                </c:pt>
                <c:pt idx="574">
                  <c:v>0.530752019439</c:v>
                </c:pt>
                <c:pt idx="575">
                  <c:v>0.53028786698</c:v>
                </c:pt>
                <c:pt idx="576">
                  <c:v>0.529793103286</c:v>
                </c:pt>
                <c:pt idx="577">
                  <c:v>0.52926741663</c:v>
                </c:pt>
                <c:pt idx="578">
                  <c:v>0.528710497091</c:v>
                </c:pt>
                <c:pt idx="579">
                  <c:v>0.528122037267</c:v>
                </c:pt>
                <c:pt idx="580">
                  <c:v>0.527501733014</c:v>
                </c:pt>
                <c:pt idx="581">
                  <c:v>0.52684928419</c:v>
                </c:pt>
                <c:pt idx="582">
                  <c:v>0.526164395415</c:v>
                </c:pt>
                <c:pt idx="583">
                  <c:v>0.525446776842</c:v>
                </c:pt>
                <c:pt idx="584">
                  <c:v>0.524696144938</c:v>
                </c:pt>
                <c:pt idx="585">
                  <c:v>0.52391222327</c:v>
                </c:pt>
                <c:pt idx="586">
                  <c:v>0.523094743311</c:v>
                </c:pt>
                <c:pt idx="587">
                  <c:v>0.522243445238</c:v>
                </c:pt>
                <c:pt idx="588">
                  <c:v>0.521358078746</c:v>
                </c:pt>
                <c:pt idx="589">
                  <c:v>0.52043840386</c:v>
                </c:pt>
                <c:pt idx="590">
                  <c:v>0.519484191755</c:v>
                </c:pt>
                <c:pt idx="591">
                  <c:v>0.518495225574</c:v>
                </c:pt>
                <c:pt idx="592">
                  <c:v>0.517471301239</c:v>
                </c:pt>
                <c:pt idx="593">
                  <c:v>0.516412228271</c:v>
                </c:pt>
                <c:pt idx="594">
                  <c:v>0.515317830597</c:v>
                </c:pt>
                <c:pt idx="595">
                  <c:v>0.514187947351</c:v>
                </c:pt>
                <c:pt idx="596">
                  <c:v>0.513022433668</c:v>
                </c:pt>
                <c:pt idx="597">
                  <c:v>0.511821161469</c:v>
                </c:pt>
                <c:pt idx="598">
                  <c:v>0.510584020223</c:v>
                </c:pt>
                <c:pt idx="599">
                  <c:v>0.509310917706</c:v>
                </c:pt>
                <c:pt idx="600">
                  <c:v>0.50800178073</c:v>
                </c:pt>
                <c:pt idx="601">
                  <c:v>0.506656555863</c:v>
                </c:pt>
                <c:pt idx="602">
                  <c:v>0.505275210114</c:v>
                </c:pt>
                <c:pt idx="603">
                  <c:v>0.503857731599</c:v>
                </c:pt>
                <c:pt idx="604">
                  <c:v>0.502404130178</c:v>
                </c:pt>
                <c:pt idx="605">
                  <c:v>0.500914438058</c:v>
                </c:pt>
                <c:pt idx="606">
                  <c:v>0.499388710367</c:v>
                </c:pt>
                <c:pt idx="607">
                  <c:v>0.497827025687</c:v>
                </c:pt>
                <c:pt idx="608">
                  <c:v>0.496229486553</c:v>
                </c:pt>
                <c:pt idx="609">
                  <c:v>0.494596219904</c:v>
                </c:pt>
                <c:pt idx="610">
                  <c:v>0.492927377497</c:v>
                </c:pt>
                <c:pt idx="611">
                  <c:v>0.491223136275</c:v>
                </c:pt>
                <c:pt idx="612">
                  <c:v>0.489483698677</c:v>
                </c:pt>
                <c:pt idx="613">
                  <c:v>0.487709292914</c:v>
                </c:pt>
                <c:pt idx="614">
                  <c:v>0.485900173172</c:v>
                </c:pt>
                <c:pt idx="615">
                  <c:v>0.484056619785</c:v>
                </c:pt>
                <c:pt idx="616">
                  <c:v>0.482178939325</c:v>
                </c:pt>
                <c:pt idx="617">
                  <c:v>0.480267464659</c:v>
                </c:pt>
                <c:pt idx="618">
                  <c:v>0.478322554932</c:v>
                </c:pt>
                <c:pt idx="619">
                  <c:v>0.476344595493</c:v>
                </c:pt>
                <c:pt idx="620">
                  <c:v>0.474333997764</c:v>
                </c:pt>
                <c:pt idx="621">
                  <c:v>0.472291199042</c:v>
                </c:pt>
                <c:pt idx="622">
                  <c:v>0.470216662245</c:v>
                </c:pt>
                <c:pt idx="623">
                  <c:v>0.46811087559</c:v>
                </c:pt>
                <c:pt idx="624">
                  <c:v>0.465974352211</c:v>
                </c:pt>
                <c:pt idx="625">
                  <c:v>0.46380762972</c:v>
                </c:pt>
                <c:pt idx="626">
                  <c:v>0.461611269699</c:v>
                </c:pt>
                <c:pt idx="627">
                  <c:v>0.459385857134</c:v>
                </c:pt>
                <c:pt idx="628">
                  <c:v>0.457131999799</c:v>
                </c:pt>
                <c:pt idx="629">
                  <c:v>0.454850327568</c:v>
                </c:pt>
                <c:pt idx="630">
                  <c:v>0.452541491684</c:v>
                </c:pt>
                <c:pt idx="631">
                  <c:v>0.450206163967</c:v>
                </c:pt>
                <c:pt idx="632">
                  <c:v>0.447845035975</c:v>
                </c:pt>
                <c:pt idx="633">
                  <c:v>0.445458818113</c:v>
                </c:pt>
                <c:pt idx="634">
                  <c:v>0.443048238698</c:v>
                </c:pt>
                <c:pt idx="635">
                  <c:v>0.440614042985</c:v>
                </c:pt>
                <c:pt idx="636">
                  <c:v>0.438156992144</c:v>
                </c:pt>
                <c:pt idx="637">
                  <c:v>0.435677862209</c:v>
                </c:pt>
                <c:pt idx="638">
                  <c:v>0.433177442992</c:v>
                </c:pt>
                <c:pt idx="639">
                  <c:v>0.430656536969</c:v>
                </c:pt>
                <c:pt idx="640">
                  <c:v>0.42811595814</c:v>
                </c:pt>
                <c:pt idx="641">
                  <c:v>0.425556530867</c:v>
                </c:pt>
                <c:pt idx="642">
                  <c:v>0.4229790887</c:v>
                </c:pt>
                <c:pt idx="643">
                  <c:v>0.420384473186</c:v>
                </c:pt>
                <c:pt idx="644">
                  <c:v>0.417773532668</c:v>
                </c:pt>
                <c:pt idx="645">
                  <c:v>0.415147121088</c:v>
                </c:pt>
                <c:pt idx="646">
                  <c:v>0.41250609678</c:v>
                </c:pt>
                <c:pt idx="647">
                  <c:v>0.409851321276</c:v>
                </c:pt>
                <c:pt idx="648">
                  <c:v>0.407183658111</c:v>
                </c:pt>
                <c:pt idx="649">
                  <c:v>0.404503971647</c:v>
                </c:pt>
                <c:pt idx="650">
                  <c:v>0.401813125911</c:v>
                </c:pt>
                <c:pt idx="651">
                  <c:v>0.399111983452</c:v>
                </c:pt>
                <c:pt idx="652">
                  <c:v>0.396401404217</c:v>
                </c:pt>
                <c:pt idx="653">
                  <c:v>0.393682244465</c:v>
                </c:pt>
                <c:pt idx="654">
                  <c:v>0.390955355697</c:v>
                </c:pt>
                <c:pt idx="655">
                  <c:v>0.388221583624</c:v>
                </c:pt>
                <c:pt idx="656">
                  <c:v>0.385481767176</c:v>
                </c:pt>
                <c:pt idx="657">
                  <c:v>0.38273673754</c:v>
                </c:pt>
                <c:pt idx="658">
                  <c:v>0.379987317238</c:v>
                </c:pt>
                <c:pt idx="659">
                  <c:v>0.377234319259</c:v>
                </c:pt>
                <c:pt idx="660">
                  <c:v>0.374478546215</c:v>
                </c:pt>
                <c:pt idx="661">
                  <c:v>0.371720789563</c:v>
                </c:pt>
                <c:pt idx="662">
                  <c:v>0.368961828855</c:v>
                </c:pt>
                <c:pt idx="663">
                  <c:v>0.36620243105</c:v>
                </c:pt>
                <c:pt idx="664">
                  <c:v>0.363443349863</c:v>
                </c:pt>
                <c:pt idx="665">
                  <c:v>0.360685325169</c:v>
                </c:pt>
                <c:pt idx="666">
                  <c:v>0.357929082452</c:v>
                </c:pt>
                <c:pt idx="667">
                  <c:v>0.355175332306</c:v>
                </c:pt>
                <c:pt idx="668">
                  <c:v>0.35242476998</c:v>
                </c:pt>
                <c:pt idx="669">
                  <c:v>0.349678074974</c:v>
                </c:pt>
                <c:pt idx="670">
                  <c:v>0.346935910682</c:v>
                </c:pt>
                <c:pt idx="671">
                  <c:v>0.344198924079</c:v>
                </c:pt>
                <c:pt idx="672">
                  <c:v>0.341467745455</c:v>
                </c:pt>
                <c:pt idx="673">
                  <c:v>0.338742988193</c:v>
                </c:pt>
                <c:pt idx="674">
                  <c:v>0.336025248589</c:v>
                </c:pt>
                <c:pt idx="675">
                  <c:v>0.333315105711</c:v>
                </c:pt>
                <c:pt idx="676">
                  <c:v>0.330613121305</c:v>
                </c:pt>
                <c:pt idx="677">
                  <c:v>0.327919839728</c:v>
                </c:pt>
                <c:pt idx="678">
                  <c:v>0.325235787926</c:v>
                </c:pt>
                <c:pt idx="679">
                  <c:v>0.322561475443</c:v>
                </c:pt>
                <c:pt idx="680">
                  <c:v>0.319897394459</c:v>
                </c:pt>
                <c:pt idx="681">
                  <c:v>0.317244019867</c:v>
                </c:pt>
                <c:pt idx="682">
                  <c:v>0.314601809369</c:v>
                </c:pt>
                <c:pt idx="683">
                  <c:v>0.3119712036</c:v>
                </c:pt>
                <c:pt idx="684">
                  <c:v>0.309352626289</c:v>
                </c:pt>
                <c:pt idx="685">
                  <c:v>0.306746484419</c:v>
                </c:pt>
                <c:pt idx="686">
                  <c:v>0.304153168433</c:v>
                </c:pt>
                <c:pt idx="687">
                  <c:v>0.30157305244</c:v>
                </c:pt>
                <c:pt idx="688">
                  <c:v>0.299006494447</c:v>
                </c:pt>
                <c:pt idx="689">
                  <c:v>0.296453836603</c:v>
                </c:pt>
                <c:pt idx="690">
                  <c:v>0.29391540546</c:v>
                </c:pt>
                <c:pt idx="691">
                  <c:v>0.291391512238</c:v>
                </c:pt>
                <c:pt idx="692">
                  <c:v>0.28888245311</c:v>
                </c:pt>
                <c:pt idx="693">
                  <c:v>0.286388509488</c:v>
                </c:pt>
                <c:pt idx="694">
                  <c:v>0.283909948321</c:v>
                </c:pt>
                <c:pt idx="695">
                  <c:v>0.281447022395</c:v>
                </c:pt>
                <c:pt idx="696">
                  <c:v>0.278999970641</c:v>
                </c:pt>
                <c:pt idx="697">
                  <c:v>0.276569018443</c:v>
                </c:pt>
                <c:pt idx="698">
                  <c:v>0.274154377955</c:v>
                </c:pt>
                <c:pt idx="699">
                  <c:v>0.271756248407</c:v>
                </c:pt>
                <c:pt idx="700">
                  <c:v>0.269374816428</c:v>
                </c:pt>
                <c:pt idx="701">
                  <c:v>0.267010256353</c:v>
                </c:pt>
                <c:pt idx="702">
                  <c:v>0.264662730541</c:v>
                </c:pt>
                <c:pt idx="703">
                  <c:v>0.26233238968</c:v>
                </c:pt>
                <c:pt idx="704">
                  <c:v>0.260019373103</c:v>
                </c:pt>
                <c:pt idx="705">
                  <c:v>0.257723809088</c:v>
                </c:pt>
                <c:pt idx="706">
                  <c:v>0.255445815161</c:v>
                </c:pt>
                <c:pt idx="707">
                  <c:v>0.253185498398</c:v>
                </c:pt>
                <c:pt idx="708">
                  <c:v>0.250942955716</c:v>
                </c:pt>
                <c:pt idx="709">
                  <c:v>0.248718274168</c:v>
                </c:pt>
                <c:pt idx="710">
                  <c:v>0.246511531222</c:v>
                </c:pt>
                <c:pt idx="711">
                  <c:v>0.244322795048</c:v>
                </c:pt>
                <c:pt idx="712">
                  <c:v>0.242152124791</c:v>
                </c:pt>
                <c:pt idx="713">
                  <c:v>0.239999570843</c:v>
                </c:pt>
                <c:pt idx="714">
                  <c:v>0.237865175111</c:v>
                </c:pt>
                <c:pt idx="715">
                  <c:v>0.235748971276</c:v>
                </c:pt>
                <c:pt idx="716">
                  <c:v>0.233650985049</c:v>
                </c:pt>
                <c:pt idx="717">
                  <c:v>0.231571234425</c:v>
                </c:pt>
                <c:pt idx="718">
                  <c:v>0.229509729926</c:v>
                </c:pt>
                <c:pt idx="719">
                  <c:v>0.227466474846</c:v>
                </c:pt>
                <c:pt idx="720">
                  <c:v>0.225441465485</c:v>
                </c:pt>
                <c:pt idx="721">
                  <c:v>0.22343469138</c:v>
                </c:pt>
                <c:pt idx="722">
                  <c:v>0.221446135535</c:v>
                </c:pt>
                <c:pt idx="723">
                  <c:v>0.219475774644</c:v>
                </c:pt>
                <c:pt idx="724">
                  <c:v>0.217523579306</c:v>
                </c:pt>
                <c:pt idx="725">
                  <c:v>0.215589514241</c:v>
                </c:pt>
                <c:pt idx="726">
                  <c:v>0.213673538501</c:v>
                </c:pt>
                <c:pt idx="727">
                  <c:v>0.211775605671</c:v>
                </c:pt>
                <c:pt idx="728">
                  <c:v>0.209895664077</c:v>
                </c:pt>
                <c:pt idx="729">
                  <c:v>0.208033656977</c:v>
                </c:pt>
                <c:pt idx="730">
                  <c:v>0.206189522762</c:v>
                </c:pt>
                <c:pt idx="731">
                  <c:v>0.204363195137</c:v>
                </c:pt>
                <c:pt idx="732">
                  <c:v>0.202554603315</c:v>
                </c:pt>
                <c:pt idx="733">
                  <c:v>0.200763672196</c:v>
                </c:pt>
                <c:pt idx="734">
                  <c:v>0.198990322546</c:v>
                </c:pt>
                <c:pt idx="735">
                  <c:v>0.197234471175</c:v>
                </c:pt>
                <c:pt idx="736">
                  <c:v>0.195496031103</c:v>
                </c:pt>
                <c:pt idx="737">
                  <c:v>0.193774911738</c:v>
                </c:pt>
                <c:pt idx="738">
                  <c:v>0.192071019033</c:v>
                </c:pt>
                <c:pt idx="739">
                  <c:v>0.190384255651</c:v>
                </c:pt>
                <c:pt idx="740">
                  <c:v>0.188714521124</c:v>
                </c:pt>
                <c:pt idx="741">
                  <c:v>0.187061712007</c:v>
                </c:pt>
                <c:pt idx="742">
                  <c:v>0.185425722033</c:v>
                </c:pt>
                <c:pt idx="743">
                  <c:v>0.183806442258</c:v>
                </c:pt>
                <c:pt idx="744">
                  <c:v>0.182203761209</c:v>
                </c:pt>
                <c:pt idx="745">
                  <c:v>0.180617565024</c:v>
                </c:pt>
                <c:pt idx="746">
                  <c:v>0.179047737594</c:v>
                </c:pt>
                <c:pt idx="747">
                  <c:v>0.177494160697</c:v>
                </c:pt>
                <c:pt idx="748">
                  <c:v>0.175956714133</c:v>
                </c:pt>
                <c:pt idx="749">
                  <c:v>0.174435275848</c:v>
                </c:pt>
                <c:pt idx="750">
                  <c:v>0.172929722069</c:v>
                </c:pt>
                <c:pt idx="751">
                  <c:v>0.171439927417</c:v>
                </c:pt>
                <c:pt idx="752">
                  <c:v>0.169965765037</c:v>
                </c:pt>
                <c:pt idx="753">
                  <c:v>0.168507106706</c:v>
                </c:pt>
                <c:pt idx="754">
                  <c:v>0.167063822953</c:v>
                </c:pt>
                <c:pt idx="755">
                  <c:v>0.165635783166</c:v>
                </c:pt>
                <c:pt idx="756">
                  <c:v>0.1642228557</c:v>
                </c:pt>
                <c:pt idx="757">
                  <c:v>0.162824907983</c:v>
                </c:pt>
                <c:pt idx="758">
                  <c:v>0.161441806613</c:v>
                </c:pt>
                <c:pt idx="759">
                  <c:v>0.160073417462</c:v>
                </c:pt>
                <c:pt idx="760">
                  <c:v>0.158719605764</c:v>
                </c:pt>
                <c:pt idx="761">
                  <c:v>0.157380236212</c:v>
                </c:pt>
                <c:pt idx="762">
                  <c:v>0.156055173046</c:v>
                </c:pt>
                <c:pt idx="763">
                  <c:v>0.154744280135</c:v>
                </c:pt>
                <c:pt idx="764">
                  <c:v>0.153447421065</c:v>
                </c:pt>
                <c:pt idx="765">
                  <c:v>0.152164459216</c:v>
                </c:pt>
                <c:pt idx="766">
                  <c:v>0.150895257839</c:v>
                </c:pt>
                <c:pt idx="767">
                  <c:v>0.149639680132</c:v>
                </c:pt>
                <c:pt idx="768">
                  <c:v>0.148397589307</c:v>
                </c:pt>
                <c:pt idx="769">
                  <c:v>0.147168848666</c:v>
                </c:pt>
                <c:pt idx="770">
                  <c:v>0.145953321657</c:v>
                </c:pt>
                <c:pt idx="771">
                  <c:v>0.144750871945</c:v>
                </c:pt>
                <c:pt idx="772">
                  <c:v>0.143561363469</c:v>
                </c:pt>
                <c:pt idx="773">
                  <c:v>0.1423846605</c:v>
                </c:pt>
                <c:pt idx="774">
                  <c:v>0.141220627697</c:v>
                </c:pt>
                <c:pt idx="775">
                  <c:v>0.140069130157</c:v>
                </c:pt>
                <c:pt idx="776">
                  <c:v>0.13893003347</c:v>
                </c:pt>
                <c:pt idx="777">
                  <c:v>0.137803203763</c:v>
                </c:pt>
                <c:pt idx="778">
                  <c:v>0.136688507745</c:v>
                </c:pt>
                <c:pt idx="779">
                  <c:v>0.135585812755</c:v>
                </c:pt>
                <c:pt idx="780">
                  <c:v>0.134494986796</c:v>
                </c:pt>
                <c:pt idx="781">
                  <c:v>0.133415898581</c:v>
                </c:pt>
                <c:pt idx="782">
                  <c:v>0.132348417564</c:v>
                </c:pt>
                <c:pt idx="783">
                  <c:v>0.131292413978</c:v>
                </c:pt>
                <c:pt idx="784">
                  <c:v>0.130247758865</c:v>
                </c:pt>
                <c:pt idx="785">
                  <c:v>0.129214324109</c:v>
                </c:pt>
                <c:pt idx="786">
                  <c:v>0.128191982463</c:v>
                </c:pt>
                <c:pt idx="787">
                  <c:v>0.127180607578</c:v>
                </c:pt>
                <c:pt idx="788">
                  <c:v>0.126180074025</c:v>
                </c:pt>
                <c:pt idx="789">
                  <c:v>0.125190257323</c:v>
                </c:pt>
                <c:pt idx="790">
                  <c:v>0.124211033956</c:v>
                </c:pt>
                <c:pt idx="791">
                  <c:v>0.123242281395</c:v>
                </c:pt>
                <c:pt idx="792">
                  <c:v>0.122283878119</c:v>
                </c:pt>
                <c:pt idx="793">
                  <c:v>0.121335703629</c:v>
                </c:pt>
                <c:pt idx="794">
                  <c:v>0.120397638463</c:v>
                </c:pt>
                <c:pt idx="795">
                  <c:v>0.119469564216</c:v>
                </c:pt>
                <c:pt idx="796">
                  <c:v>0.118551363545</c:v>
                </c:pt>
                <c:pt idx="797">
                  <c:v>0.117642920189</c:v>
                </c:pt>
                <c:pt idx="798">
                  <c:v>0.116744118972</c:v>
                </c:pt>
                <c:pt idx="799">
                  <c:v>0.115854845818</c:v>
                </c:pt>
                <c:pt idx="800">
                  <c:v>0.114974987755</c:v>
                </c:pt>
                <c:pt idx="801">
                  <c:v>0.114104432926</c:v>
                </c:pt>
                <c:pt idx="802">
                  <c:v>0.113243070592</c:v>
                </c:pt>
                <c:pt idx="803">
                  <c:v>0.112390791137</c:v>
                </c:pt>
                <c:pt idx="804">
                  <c:v>0.111547486076</c:v>
                </c:pt>
                <c:pt idx="805">
                  <c:v>0.110713048053</c:v>
                </c:pt>
                <c:pt idx="806">
                  <c:v>0.109887370848</c:v>
                </c:pt>
                <c:pt idx="807">
                  <c:v>0.109070349374</c:v>
                </c:pt>
                <c:pt idx="808">
                  <c:v>0.108261879683</c:v>
                </c:pt>
                <c:pt idx="809">
                  <c:v>0.107461858961</c:v>
                </c:pt>
                <c:pt idx="810">
                  <c:v>0.10667018553</c:v>
                </c:pt>
                <c:pt idx="811">
                  <c:v>0.105886758847</c:v>
                </c:pt>
                <c:pt idx="812">
                  <c:v>0.105111479502</c:v>
                </c:pt>
                <c:pt idx="813">
                  <c:v>0.104344249211</c:v>
                </c:pt>
                <c:pt idx="814">
                  <c:v>0.10358497082</c:v>
                </c:pt>
                <c:pt idx="815">
                  <c:v>0.102833548296</c:v>
                </c:pt>
                <c:pt idx="816">
                  <c:v>0.102089886726</c:v>
                </c:pt>
                <c:pt idx="817">
                  <c:v>0.10135389231</c:v>
                </c:pt>
                <c:pt idx="818">
                  <c:v>0.100625472355</c:v>
                </c:pt>
                <c:pt idx="819">
                  <c:v>0.0999045352744</c:v>
                </c:pt>
                <c:pt idx="820">
                  <c:v>0.0991909905767</c:v>
                </c:pt>
                <c:pt idx="821">
                  <c:v>0.0984847488621</c:v>
                </c:pt>
                <c:pt idx="822">
                  <c:v>0.0977857218149</c:v>
                </c:pt>
                <c:pt idx="823">
                  <c:v>0.0970938221966</c:v>
                </c:pt>
                <c:pt idx="824">
                  <c:v>0.0964089638389</c:v>
                </c:pt>
                <c:pt idx="825">
                  <c:v>0.0957310616357</c:v>
                </c:pt>
                <c:pt idx="826">
                  <c:v>0.0950600315358</c:v>
                </c:pt>
                <c:pt idx="827">
                  <c:v>0.0943957905343</c:v>
                </c:pt>
                <c:pt idx="828">
                  <c:v>0.0937382566648</c:v>
                </c:pt>
                <c:pt idx="829">
                  <c:v>0.0930873489907</c:v>
                </c:pt>
                <c:pt idx="830">
                  <c:v>0.0924429875964</c:v>
                </c:pt>
                <c:pt idx="831">
                  <c:v>0.0918050935787</c:v>
                </c:pt>
                <c:pt idx="832">
                  <c:v>0.0911735890378</c:v>
                </c:pt>
                <c:pt idx="833">
                  <c:v>0.0905483970681</c:v>
                </c:pt>
                <c:pt idx="834">
                  <c:v>0.0899294417491</c:v>
                </c:pt>
                <c:pt idx="835">
                  <c:v>0.0893166481356</c:v>
                </c:pt>
                <c:pt idx="836">
                  <c:v>0.088709942249</c:v>
                </c:pt>
                <c:pt idx="837">
                  <c:v>0.0881092510671</c:v>
                </c:pt>
                <c:pt idx="838">
                  <c:v>0.087514502515</c:v>
                </c:pt>
                <c:pt idx="839">
                  <c:v>0.0869256254548</c:v>
                </c:pt>
                <c:pt idx="840">
                  <c:v>0.0863425496766</c:v>
                </c:pt>
                <c:pt idx="841">
                  <c:v>0.0857652058883</c:v>
                </c:pt>
                <c:pt idx="842">
                  <c:v>0.085193525706</c:v>
                </c:pt>
                <c:pt idx="843">
                  <c:v>0.0846274416441</c:v>
                </c:pt>
                <c:pt idx="844">
                  <c:v>0.0840668871052</c:v>
                </c:pt>
                <c:pt idx="845">
                  <c:v>0.0835117963708</c:v>
                </c:pt>
                <c:pt idx="846">
                  <c:v>0.0829621045912</c:v>
                </c:pt>
                <c:pt idx="847">
                  <c:v>0.0824177477755</c:v>
                </c:pt>
                <c:pt idx="848">
                  <c:v>0.0818786627818</c:v>
                </c:pt>
                <c:pt idx="849">
                  <c:v>0.0813447873078</c:v>
                </c:pt>
                <c:pt idx="850">
                  <c:v>0.0808160598805</c:v>
                </c:pt>
                <c:pt idx="851">
                  <c:v>0.0802924198465</c:v>
                </c:pt>
                <c:pt idx="852">
                  <c:v>0.0797738073628</c:v>
                </c:pt>
                <c:pt idx="853">
                  <c:v>0.0792601633864</c:v>
                </c:pt>
                <c:pt idx="854">
                  <c:v>0.0787514296649</c:v>
                </c:pt>
                <c:pt idx="855">
                  <c:v>0.0782475487273</c:v>
                </c:pt>
                <c:pt idx="856">
                  <c:v>0.0777484638737</c:v>
                </c:pt>
                <c:pt idx="857">
                  <c:v>0.0772541191664</c:v>
                </c:pt>
                <c:pt idx="858">
                  <c:v>0.0767644594202</c:v>
                </c:pt>
                <c:pt idx="859">
                  <c:v>0.0762794301928</c:v>
                </c:pt>
                <c:pt idx="860">
                  <c:v>0.0757989777758</c:v>
                </c:pt>
                <c:pt idx="861">
                  <c:v>0.0753230491855</c:v>
                </c:pt>
                <c:pt idx="862">
                  <c:v>0.074851592153</c:v>
                </c:pt>
                <c:pt idx="863">
                  <c:v>0.074384555116</c:v>
                </c:pt>
                <c:pt idx="864">
                  <c:v>0.0739218872088</c:v>
                </c:pt>
                <c:pt idx="865">
                  <c:v>0.0734635382539</c:v>
                </c:pt>
                <c:pt idx="866">
                  <c:v>0.073009458753</c:v>
                </c:pt>
                <c:pt idx="867">
                  <c:v>0.0725595998777</c:v>
                </c:pt>
                <c:pt idx="868">
                  <c:v>0.0721139134613</c:v>
                </c:pt>
                <c:pt idx="869">
                  <c:v>0.0716723519894</c:v>
                </c:pt>
                <c:pt idx="870">
                  <c:v>0.071234868592</c:v>
                </c:pt>
                <c:pt idx="871">
                  <c:v>0.0708014170344</c:v>
                </c:pt>
                <c:pt idx="872">
                  <c:v>0.0703719517086</c:v>
                </c:pt>
                <c:pt idx="873">
                  <c:v>0.0699464276256</c:v>
                </c:pt>
                <c:pt idx="874">
                  <c:v>0.0695248004063</c:v>
                </c:pt>
                <c:pt idx="875">
                  <c:v>0.0691070262736</c:v>
                </c:pt>
                <c:pt idx="876">
                  <c:v>0.0686930620443</c:v>
                </c:pt>
                <c:pt idx="877">
                  <c:v>0.0682828651209</c:v>
                </c:pt>
                <c:pt idx="878">
                  <c:v>0.0678763934835</c:v>
                </c:pt>
                <c:pt idx="879">
                  <c:v>0.0674736056821</c:v>
                </c:pt>
                <c:pt idx="880">
                  <c:v>0.0670744608287</c:v>
                </c:pt>
                <c:pt idx="881">
                  <c:v>0.0666789185893</c:v>
                </c:pt>
                <c:pt idx="882">
                  <c:v>0.0662869391767</c:v>
                </c:pt>
                <c:pt idx="883">
                  <c:v>0.0658984833427</c:v>
                </c:pt>
                <c:pt idx="884">
                  <c:v>0.0655135123705</c:v>
                </c:pt>
                <c:pt idx="885">
                  <c:v>0.0651319880674</c:v>
                </c:pt>
                <c:pt idx="886">
                  <c:v>0.0647538727576</c:v>
                </c:pt>
                <c:pt idx="887">
                  <c:v>0.064379129275</c:v>
                </c:pt>
                <c:pt idx="888">
                  <c:v>0.0640077209557</c:v>
                </c:pt>
                <c:pt idx="889">
                  <c:v>0.0636396116316</c:v>
                </c:pt>
                <c:pt idx="890">
                  <c:v>0.0632747656227</c:v>
                </c:pt>
                <c:pt idx="891">
                  <c:v>0.0629131477309</c:v>
                </c:pt>
                <c:pt idx="892">
                  <c:v>0.062554723233</c:v>
                </c:pt>
                <c:pt idx="893">
                  <c:v>0.0621994578736</c:v>
                </c:pt>
                <c:pt idx="894">
                  <c:v>0.0618473178594</c:v>
                </c:pt>
                <c:pt idx="895">
                  <c:v>0.0614982698517</c:v>
                </c:pt>
                <c:pt idx="896">
                  <c:v>0.0611522809608</c:v>
                </c:pt>
                <c:pt idx="897">
                  <c:v>0.0608093187391</c:v>
                </c:pt>
                <c:pt idx="898">
                  <c:v>0.0604693511751</c:v>
                </c:pt>
                <c:pt idx="899">
                  <c:v>0.0601323466873</c:v>
                </c:pt>
                <c:pt idx="900">
                  <c:v>0.0597982741179</c:v>
                </c:pt>
                <c:pt idx="901">
                  <c:v>0.059467102727</c:v>
                </c:pt>
                <c:pt idx="902">
                  <c:v>0.0591388021866</c:v>
                </c:pt>
                <c:pt idx="903">
                  <c:v>0.0588133425748</c:v>
                </c:pt>
                <c:pt idx="904">
                  <c:v>0.0584906943697</c:v>
                </c:pt>
                <c:pt idx="905">
                  <c:v>0.0581708284445</c:v>
                </c:pt>
                <c:pt idx="906">
                  <c:v>0.0578537160611</c:v>
                </c:pt>
                <c:pt idx="907">
                  <c:v>0.0575393288649</c:v>
                </c:pt>
                <c:pt idx="908">
                  <c:v>0.0572276388793</c:v>
                </c:pt>
                <c:pt idx="909">
                  <c:v>0.0569186185005</c:v>
                </c:pt>
                <c:pt idx="910">
                  <c:v>0.0566122404918</c:v>
                </c:pt>
                <c:pt idx="911">
                  <c:v>0.0563084779786</c:v>
                </c:pt>
                <c:pt idx="912">
                  <c:v>0.0560073044431</c:v>
                </c:pt>
                <c:pt idx="913">
                  <c:v>0.0557086937192</c:v>
                </c:pt>
                <c:pt idx="914">
                  <c:v>0.0554126199875</c:v>
                </c:pt>
                <c:pt idx="915">
                  <c:v>0.0551190577701</c:v>
                </c:pt>
                <c:pt idx="916">
                  <c:v>0.054827981926</c:v>
                </c:pt>
                <c:pt idx="917">
                  <c:v>0.0545393676456</c:v>
                </c:pt>
                <c:pt idx="918">
                  <c:v>0.0542531904464</c:v>
                </c:pt>
                <c:pt idx="919">
                  <c:v>0.0539694261679</c:v>
                </c:pt>
                <c:pt idx="920">
                  <c:v>0.0536880509671</c:v>
                </c:pt>
                <c:pt idx="921">
                  <c:v>0.0534090413135</c:v>
                </c:pt>
                <c:pt idx="922">
                  <c:v>0.0531323739844</c:v>
                </c:pt>
                <c:pt idx="923">
                  <c:v>0.0528580260609</c:v>
                </c:pt>
                <c:pt idx="924">
                  <c:v>0.0525859749222</c:v>
                </c:pt>
                <c:pt idx="925">
                  <c:v>0.0523161982423</c:v>
                </c:pt>
                <c:pt idx="926">
                  <c:v>0.0520486739846</c:v>
                </c:pt>
                <c:pt idx="927">
                  <c:v>0.0517833803977</c:v>
                </c:pt>
                <c:pt idx="928">
                  <c:v>0.0515202960111</c:v>
                </c:pt>
                <c:pt idx="929">
                  <c:v>0.0512593996306</c:v>
                </c:pt>
                <c:pt idx="930">
                  <c:v>0.051000670334</c:v>
                </c:pt>
                <c:pt idx="931">
                  <c:v>0.0507440874666</c:v>
                </c:pt>
                <c:pt idx="932">
                  <c:v>0.0504896306373</c:v>
                </c:pt>
                <c:pt idx="933">
                  <c:v>0.0502372797138</c:v>
                </c:pt>
                <c:pt idx="934">
                  <c:v>0.0499870148185</c:v>
                </c:pt>
                <c:pt idx="935">
                  <c:v>0.0497388163244</c:v>
                </c:pt>
                <c:pt idx="936">
                  <c:v>0.0494926648508</c:v>
                </c:pt>
                <c:pt idx="937">
                  <c:v>0.0492485412588</c:v>
                </c:pt>
                <c:pt idx="938">
                  <c:v>0.0490064266475</c:v>
                </c:pt>
                <c:pt idx="939">
                  <c:v>0.0487663023497</c:v>
                </c:pt>
                <c:pt idx="940">
                  <c:v>0.0485281499277</c:v>
                </c:pt>
                <c:pt idx="941">
                  <c:v>0.0482919511691</c:v>
                </c:pt>
                <c:pt idx="942">
                  <c:v>0.0480576880828</c:v>
                </c:pt>
                <c:pt idx="943">
                  <c:v>0.0478253428947</c:v>
                </c:pt>
                <c:pt idx="944">
                  <c:v>0.0475948980439</c:v>
                </c:pt>
                <c:pt idx="945">
                  <c:v>0.0473663361783</c:v>
                </c:pt>
                <c:pt idx="946">
                  <c:v>0.0471396401507</c:v>
                </c:pt>
                <c:pt idx="947">
                  <c:v>0.0469147930148</c:v>
                </c:pt>
                <c:pt idx="948">
                  <c:v>0.0466917780206</c:v>
                </c:pt>
                <c:pt idx="949">
                  <c:v>0.0464705786113</c:v>
                </c:pt>
                <c:pt idx="950">
                  <c:v>0.0462511784181</c:v>
                </c:pt>
                <c:pt idx="951">
                  <c:v>0.0460335612573</c:v>
                </c:pt>
                <c:pt idx="952">
                  <c:v>0.0458177111252</c:v>
                </c:pt>
                <c:pt idx="953">
                  <c:v>0.045603612195</c:v>
                </c:pt>
                <c:pt idx="954">
                  <c:v>0.0453912488118</c:v>
                </c:pt>
                <c:pt idx="955">
                  <c:v>0.0451806054896</c:v>
                </c:pt>
                <c:pt idx="956">
                  <c:v>0.0449716669062</c:v>
                </c:pt>
                <c:pt idx="957">
                  <c:v>0.0447644179</c:v>
                </c:pt>
                <c:pt idx="958">
                  <c:v>0.0445588434655</c:v>
                </c:pt>
                <c:pt idx="959">
                  <c:v>0.0443549287493</c:v>
                </c:pt>
                <c:pt idx="960">
                  <c:v>0.0441526590461</c:v>
                </c:pt>
                <c:pt idx="961">
                  <c:v>0.0439520197949</c:v>
                </c:pt>
                <c:pt idx="962">
                  <c:v>0.0437529965742</c:v>
                </c:pt>
                <c:pt idx="963">
                  <c:v>0.0435555750987</c:v>
                </c:pt>
                <c:pt idx="964">
                  <c:v>0.0433597412149</c:v>
                </c:pt>
                <c:pt idx="965">
                  <c:v>0.0431654808969</c:v>
                </c:pt>
                <c:pt idx="966">
                  <c:v>0.0429727802424</c:v>
                </c:pt>
                <c:pt idx="967">
                  <c:v>0.0427816254687</c:v>
                </c:pt>
                <c:pt idx="968">
                  <c:v>0.0425920029085</c:v>
                </c:pt>
                <c:pt idx="969">
                  <c:v>0.0424038990058</c:v>
                </c:pt>
                <c:pt idx="970">
                  <c:v>0.0422173003117</c:v>
                </c:pt>
                <c:pt idx="971">
                  <c:v>0.0420321934804</c:v>
                </c:pt>
                <c:pt idx="972">
                  <c:v>0.041848565265</c:v>
                </c:pt>
                <c:pt idx="973">
                  <c:v>0.0416664025135</c:v>
                </c:pt>
                <c:pt idx="974">
                  <c:v>0.0414856921645</c:v>
                </c:pt>
                <c:pt idx="975">
                  <c:v>0.0413064212431</c:v>
                </c:pt>
                <c:pt idx="976">
                  <c:v>0.041128576857</c:v>
                </c:pt>
                <c:pt idx="977">
                  <c:v>0.0409521461921</c:v>
                </c:pt>
                <c:pt idx="978">
                  <c:v>0.0407771165088</c:v>
                </c:pt>
                <c:pt idx="979">
                  <c:v>0.0406034751373</c:v>
                </c:pt>
                <c:pt idx="980">
                  <c:v>0.0404312094743</c:v>
                </c:pt>
                <c:pt idx="981">
                  <c:v>0.0402603069784</c:v>
                </c:pt>
                <c:pt idx="982">
                  <c:v>0.0400907551663</c:v>
                </c:pt>
                <c:pt idx="983">
                  <c:v>0.0399225416091</c:v>
                </c:pt>
                <c:pt idx="984">
                  <c:v>0.0397556539277</c:v>
                </c:pt>
                <c:pt idx="985">
                  <c:v>0.0395900797897</c:v>
                </c:pt>
                <c:pt idx="986">
                  <c:v>0.039425806905</c:v>
                </c:pt>
                <c:pt idx="987">
                  <c:v>0.0392628230223</c:v>
                </c:pt>
                <c:pt idx="988">
                  <c:v>0.0391011159255</c:v>
                </c:pt>
                <c:pt idx="989">
                  <c:v>0.0389406734297</c:v>
                </c:pt>
                <c:pt idx="990">
                  <c:v>0.0387814833781</c:v>
                </c:pt>
                <c:pt idx="991">
                  <c:v>0.038623533638</c:v>
                </c:pt>
                <c:pt idx="992">
                  <c:v>0.0384668120981</c:v>
                </c:pt>
                <c:pt idx="993">
                  <c:v>0.0383113066646</c:v>
                </c:pt>
                <c:pt idx="994">
                  <c:v>0.0381570052586</c:v>
                </c:pt>
                <c:pt idx="995">
                  <c:v>0.0380038958127</c:v>
                </c:pt>
                <c:pt idx="996">
                  <c:v>0.0378519662681</c:v>
                </c:pt>
                <c:pt idx="997">
                  <c:v>0.0377012045721</c:v>
                </c:pt>
                <c:pt idx="998">
                  <c:v>0.0375515986754</c:v>
                </c:pt>
                <c:pt idx="999">
                  <c:v>0.0374031365295</c:v>
                </c:pt>
                <c:pt idx="1000">
                  <c:v>0.0372558060845</c:v>
                </c:pt>
                <c:pt idx="1001">
                  <c:v>0.0371095952869</c:v>
                </c:pt>
                <c:pt idx="1002">
                  <c:v>0.0369644920779</c:v>
                </c:pt>
                <c:pt idx="1003">
                  <c:v>0.0368204843913</c:v>
                </c:pt>
                <c:pt idx="1004">
                  <c:v>0.0366775601522</c:v>
                </c:pt>
                <c:pt idx="1005">
                  <c:v>0.0365357072755</c:v>
                </c:pt>
                <c:pt idx="1006">
                  <c:v>0.0363949136648</c:v>
                </c:pt>
                <c:pt idx="1007">
                  <c:v>0.0362551672114</c:v>
                </c:pt>
                <c:pt idx="1008">
                  <c:v>0.0361164557938</c:v>
                </c:pt>
                <c:pt idx="1009">
                  <c:v>0.0359787672769</c:v>
                </c:pt>
                <c:pt idx="1010">
                  <c:v>0.0358420895118</c:v>
                </c:pt>
                <c:pt idx="1011">
                  <c:v>0.0357064103362</c:v>
                </c:pt>
                <c:pt idx="1012">
                  <c:v>0.0355717175738</c:v>
                </c:pt>
                <c:pt idx="1013">
                  <c:v>0.0354379990358</c:v>
                </c:pt>
                <c:pt idx="1014">
                  <c:v>0.0353052425204</c:v>
                </c:pt>
                <c:pt idx="1015">
                  <c:v>0.0351734358149</c:v>
                </c:pt>
                <c:pt idx="1016">
                  <c:v>0.0350425666959</c:v>
                </c:pt>
                <c:pt idx="1017">
                  <c:v>0.0349126229316</c:v>
                </c:pt>
                <c:pt idx="1018">
                  <c:v>0.0347835922826</c:v>
                </c:pt>
                <c:pt idx="1019">
                  <c:v>0.0346554625045</c:v>
                </c:pt>
                <c:pt idx="1020">
                  <c:v>0.0345282213496</c:v>
                </c:pt>
                <c:pt idx="1021">
                  <c:v>0.0344018565696</c:v>
                </c:pt>
                <c:pt idx="1022">
                  <c:v>0.0342763559179</c:v>
                </c:pt>
                <c:pt idx="1023">
                  <c:v>0.0341517071526</c:v>
                </c:pt>
                <c:pt idx="1024">
                  <c:v>0.0340278980393</c:v>
                </c:pt>
                <c:pt idx="1025">
                  <c:v>0.0339049163547</c:v>
                </c:pt>
                <c:pt idx="1026">
                  <c:v>0.0337827498897</c:v>
                </c:pt>
                <c:pt idx="1027">
                  <c:v>0.0336613864531</c:v>
                </c:pt>
                <c:pt idx="1028">
                  <c:v>0.0335408138754</c:v>
                </c:pt>
                <c:pt idx="1029">
                  <c:v>0.0334210200128</c:v>
                </c:pt>
                <c:pt idx="1030">
                  <c:v>0.0333019927513</c:v>
                </c:pt>
                <c:pt idx="1031">
                  <c:v>0.0331837200109</c:v>
                </c:pt>
                <c:pt idx="1032">
                  <c:v>0.03306618975</c:v>
                </c:pt>
                <c:pt idx="1033">
                  <c:v>0.0329493899701</c:v>
                </c:pt>
                <c:pt idx="1034">
                  <c:v>0.03283330872</c:v>
                </c:pt>
                <c:pt idx="1035">
                  <c:v>0.0327179341009</c:v>
                </c:pt>
                <c:pt idx="1036">
                  <c:v>0.0326032542712</c:v>
                </c:pt>
                <c:pt idx="1037">
                  <c:v>0.032489257451</c:v>
                </c:pt>
                <c:pt idx="1038">
                  <c:v>0.0323759319273</c:v>
                </c:pt>
                <c:pt idx="1039">
                  <c:v>0.0322632660592</c:v>
                </c:pt>
                <c:pt idx="1040">
                  <c:v>0.0321512482823</c:v>
                </c:pt>
                <c:pt idx="1041">
                  <c:v>0.0320398671142</c:v>
                </c:pt>
                <c:pt idx="1042">
                  <c:v>0.0319291111593</c:v>
                </c:pt>
                <c:pt idx="1043">
                  <c:v>0.0318189691142</c:v>
                </c:pt>
                <c:pt idx="1044">
                  <c:v>0.0317094297719</c:v>
                </c:pt>
                <c:pt idx="1045">
                  <c:v>0.0316004820276</c:v>
                </c:pt>
                <c:pt idx="1046">
                  <c:v>0.0314921148834</c:v>
                </c:pt>
                <c:pt idx="1047">
                  <c:v>0.0313843174528</c:v>
                </c:pt>
                <c:pt idx="1048">
                  <c:v>0.0312770789662</c:v>
                </c:pt>
                <c:pt idx="1049">
                  <c:v>0.0311703887752</c:v>
                </c:pt>
                <c:pt idx="1050">
                  <c:v>0.0310642363574</c:v>
                </c:pt>
                <c:pt idx="1051">
                  <c:v>0.030958611321</c:v>
                </c:pt>
                <c:pt idx="1052">
                  <c:v>0.0308535034096</c:v>
                </c:pt>
                <c:pt idx="1053">
                  <c:v>0.0307489025062</c:v>
                </c:pt>
                <c:pt idx="1054">
                  <c:v>0.0306447986382</c:v>
                </c:pt>
                <c:pt idx="1055">
                  <c:v>0.0305411819807</c:v>
                </c:pt>
                <c:pt idx="1056">
                  <c:v>0.0304380428616</c:v>
                </c:pt>
                <c:pt idx="1057">
                  <c:v>0.0303353717651</c:v>
                </c:pt>
                <c:pt idx="1058">
                  <c:v>0.0302331593357</c:v>
                </c:pt>
                <c:pt idx="1059">
                  <c:v>0.0301313963821</c:v>
                </c:pt>
                <c:pt idx="1060">
                  <c:v>0.0300300738808</c:v>
                </c:pt>
                <c:pt idx="1061">
                  <c:v>0.0299291829797</c:v>
                </c:pt>
                <c:pt idx="1062">
                  <c:v>0.0298287150017</c:v>
                </c:pt>
                <c:pt idx="1063">
                  <c:v>0.0297286614478</c:v>
                </c:pt>
                <c:pt idx="1064">
                  <c:v>0.0296290140004</c:v>
                </c:pt>
                <c:pt idx="1065">
                  <c:v>0.0295297645266</c:v>
                </c:pt>
                <c:pt idx="1066">
                  <c:v>0.0294309050808</c:v>
                </c:pt>
                <c:pt idx="1067">
                  <c:v>0.0293324279079</c:v>
                </c:pt>
                <c:pt idx="1068">
                  <c:v>0.0292343254459</c:v>
                </c:pt>
                <c:pt idx="1069">
                  <c:v>0.0291365903285</c:v>
                </c:pt>
                <c:pt idx="1070">
                  <c:v>0.0290392153878</c:v>
                </c:pt>
                <c:pt idx="1071">
                  <c:v>0.0289421936564</c:v>
                </c:pt>
                <c:pt idx="1072">
                  <c:v>0.0288455183697</c:v>
                </c:pt>
                <c:pt idx="1073">
                  <c:v>0.0287491829683</c:v>
                </c:pt>
                <c:pt idx="1074">
                  <c:v>0.0286531810998</c:v>
                </c:pt>
                <c:pt idx="1075">
                  <c:v>0.028557506621</c:v>
                </c:pt>
                <c:pt idx="1076">
                  <c:v>0.0284621535992</c:v>
                </c:pt>
                <c:pt idx="1077">
                  <c:v>0.0283671163142</c:v>
                </c:pt>
                <c:pt idx="1078">
                  <c:v>0.0282723892599</c:v>
                </c:pt>
                <c:pt idx="1079">
                  <c:v>0.0281779671455</c:v>
                </c:pt>
                <c:pt idx="1080">
                  <c:v>0.0280838448968</c:v>
                </c:pt>
                <c:pt idx="1081">
                  <c:v>0.0279900176576</c:v>
                </c:pt>
                <c:pt idx="1082">
                  <c:v>0.0278964807904</c:v>
                </c:pt>
                <c:pt idx="1083">
                  <c:v>0.0278032298774</c:v>
                </c:pt>
                <c:pt idx="1084">
                  <c:v>0.0277102607214</c:v>
                </c:pt>
                <c:pt idx="1085">
                  <c:v>0.0276175693458</c:v>
                </c:pt>
                <c:pt idx="1086">
                  <c:v>0.027525151996</c:v>
                </c:pt>
                <c:pt idx="1087">
                  <c:v>0.0274330051387</c:v>
                </c:pt>
                <c:pt idx="1088">
                  <c:v>0.0273411254625</c:v>
                </c:pt>
                <c:pt idx="1089">
                  <c:v>0.0272495098777</c:v>
                </c:pt>
                <c:pt idx="1090">
                  <c:v>0.0271581555162</c:v>
                </c:pt>
                <c:pt idx="1091">
                  <c:v>0.0270670597309</c:v>
                </c:pt>
                <c:pt idx="1092">
                  <c:v>0.0269762200951</c:v>
                </c:pt>
                <c:pt idx="1093">
                  <c:v>0.0268856344018</c:v>
                </c:pt>
                <c:pt idx="1094">
                  <c:v>0.0267953006624</c:v>
                </c:pt>
                <c:pt idx="1095">
                  <c:v>0.026705217106</c:v>
                </c:pt>
                <c:pt idx="1096">
                  <c:v>0.0266153821774</c:v>
                </c:pt>
                <c:pt idx="1097">
                  <c:v>0.0265257945358</c:v>
                </c:pt>
                <c:pt idx="1098">
                  <c:v>0.0264364530527</c:v>
                </c:pt>
                <c:pt idx="1099">
                  <c:v>0.02634735681</c:v>
                </c:pt>
                <c:pt idx="1100">
                  <c:v>0.0262585050976</c:v>
                </c:pt>
                <c:pt idx="1101">
                  <c:v>0.0261698974106</c:v>
                </c:pt>
                <c:pt idx="1102">
                  <c:v>0.0260815334465</c:v>
                </c:pt>
                <c:pt idx="1103">
                  <c:v>0.0259934131026</c:v>
                </c:pt>
                <c:pt idx="1104">
                  <c:v>0.025905536472</c:v>
                </c:pt>
                <c:pt idx="1105">
                  <c:v>0.0258179038405</c:v>
                </c:pt>
                <c:pt idx="1106">
                  <c:v>0.0257305156823</c:v>
                </c:pt>
                <c:pt idx="1107">
                  <c:v>0.0256433726565</c:v>
                </c:pt>
                <c:pt idx="1108">
                  <c:v>0.0255564756023</c:v>
                </c:pt>
                <c:pt idx="1109">
                  <c:v>0.0254698255345</c:v>
                </c:pt>
                <c:pt idx="1110">
                  <c:v>0.025383423639</c:v>
                </c:pt>
                <c:pt idx="1111">
                  <c:v>0.0252972712671</c:v>
                </c:pt>
                <c:pt idx="1112">
                  <c:v>0.0252113699307</c:v>
                </c:pt>
                <c:pt idx="1113">
                  <c:v>0.0251257212967</c:v>
                </c:pt>
                <c:pt idx="1114">
                  <c:v>0.0250403271807</c:v>
                </c:pt>
                <c:pt idx="1115">
                  <c:v>0.0249551895419</c:v>
                </c:pt>
                <c:pt idx="1116">
                  <c:v>0.024870310476</c:v>
                </c:pt>
                <c:pt idx="1117">
                  <c:v>0.0247856922096</c:v>
                </c:pt>
                <c:pt idx="1118">
                  <c:v>0.0247013370928</c:v>
                </c:pt>
                <c:pt idx="1119">
                  <c:v>0.0246172475933</c:v>
                </c:pt>
                <c:pt idx="1120">
                  <c:v>0.0245334262888</c:v>
                </c:pt>
                <c:pt idx="1121">
                  <c:v>0.0244498758601</c:v>
                </c:pt>
                <c:pt idx="1122">
                  <c:v>0.0243665990845</c:v>
                </c:pt>
                <c:pt idx="1123">
                  <c:v>0.0242835988273</c:v>
                </c:pt>
                <c:pt idx="1124">
                  <c:v>0.0242008780357</c:v>
                </c:pt>
                <c:pt idx="1125">
                  <c:v>0.0241184397304</c:v>
                </c:pt>
                <c:pt idx="1126">
                  <c:v>0.0240362869984</c:v>
                </c:pt>
                <c:pt idx="1127">
                  <c:v>0.0239544229852</c:v>
                </c:pt>
                <c:pt idx="1128">
                  <c:v>0.0238728508877</c:v>
                </c:pt>
                <c:pt idx="1129">
                  <c:v>0.0237915739457</c:v>
                </c:pt>
                <c:pt idx="1130">
                  <c:v>0.0237105954352</c:v>
                </c:pt>
                <c:pt idx="1131">
                  <c:v>0.02362991866</c:v>
                </c:pt>
                <c:pt idx="1132">
                  <c:v>0.0235495469448</c:v>
                </c:pt>
                <c:pt idx="1133">
                  <c:v>0.0234694836271</c:v>
                </c:pt>
                <c:pt idx="1134">
                  <c:v>0.0233897320504</c:v>
                </c:pt>
                <c:pt idx="1135">
                  <c:v>0.0233102955564</c:v>
                </c:pt>
                <c:pt idx="1136">
                  <c:v>0.0232311774783</c:v>
                </c:pt>
                <c:pt idx="1137">
                  <c:v>0.0231523811332</c:v>
                </c:pt>
                <c:pt idx="1138">
                  <c:v>0.0230739098156</c:v>
                </c:pt>
                <c:pt idx="1139">
                  <c:v>0.0229957667906</c:v>
                </c:pt>
                <c:pt idx="1140">
                  <c:v>0.0229179552874</c:v>
                </c:pt>
                <c:pt idx="1141">
                  <c:v>0.0228404784926</c:v>
                </c:pt>
                <c:pt idx="1142">
                  <c:v>0.0227633395447</c:v>
                </c:pt>
                <c:pt idx="1143">
                  <c:v>0.0226865415276</c:v>
                </c:pt>
                <c:pt idx="1144">
                  <c:v>0.0226100874652</c:v>
                </c:pt>
                <c:pt idx="1145">
                  <c:v>0.022533980316</c:v>
                </c:pt>
                <c:pt idx="1146">
                  <c:v>0.0224582229677</c:v>
                </c:pt>
                <c:pt idx="1147">
                  <c:v>0.0223828182325</c:v>
                </c:pt>
                <c:pt idx="1148">
                  <c:v>0.0223077688424</c:v>
                </c:pt>
                <c:pt idx="1149">
                  <c:v>0.0222330774446</c:v>
                </c:pt>
                <c:pt idx="1150">
                  <c:v>0.0221587465976</c:v>
                </c:pt>
                <c:pt idx="1151">
                  <c:v>0.0220847787676</c:v>
                </c:pt>
                <c:pt idx="1152">
                  <c:v>0.0220111763243</c:v>
                </c:pt>
                <c:pt idx="1153">
                  <c:v>0.0219379415383</c:v>
                </c:pt>
                <c:pt idx="1154">
                  <c:v>0.0218650765778</c:v>
                </c:pt>
                <c:pt idx="1155">
                  <c:v>0.0217925835059</c:v>
                </c:pt>
                <c:pt idx="1156">
                  <c:v>0.0217204642784</c:v>
                </c:pt>
                <c:pt idx="1157">
                  <c:v>0.0216487207416</c:v>
                </c:pt>
                <c:pt idx="1158">
                  <c:v>0.0215773546302</c:v>
                </c:pt>
                <c:pt idx="1159">
                  <c:v>0.0215063675663</c:v>
                </c:pt>
                <c:pt idx="1160">
                  <c:v>0.0214357610574</c:v>
                </c:pt>
                <c:pt idx="1161">
                  <c:v>0.0213655364961</c:v>
                </c:pt>
                <c:pt idx="1162">
                  <c:v>0.0212956951587</c:v>
                </c:pt>
                <c:pt idx="1163">
                  <c:v>0.0212262382051</c:v>
                </c:pt>
                <c:pt idx="1164">
                  <c:v>0.0211571666784</c:v>
                </c:pt>
                <c:pt idx="1165">
                  <c:v>0.0210884815046</c:v>
                </c:pt>
                <c:pt idx="1166">
                  <c:v>0.0210201834932</c:v>
                </c:pt>
                <c:pt idx="1167">
                  <c:v>0.0209522733377</c:v>
                </c:pt>
                <c:pt idx="1168">
                  <c:v>0.0208847516155</c:v>
                </c:pt>
                <c:pt idx="1169">
                  <c:v>0.0208176187894</c:v>
                </c:pt>
                <c:pt idx="1170">
                  <c:v>0.0207508752086</c:v>
                </c:pt>
                <c:pt idx="1171">
                  <c:v>0.0206845211095</c:v>
                </c:pt>
                <c:pt idx="1172">
                  <c:v>0.0206185566173</c:v>
                </c:pt>
                <c:pt idx="1173">
                  <c:v>0.0205529817476</c:v>
                </c:pt>
                <c:pt idx="1174">
                  <c:v>0.020487796408</c:v>
                </c:pt>
                <c:pt idx="1175">
                  <c:v>0.0204230004001</c:v>
                </c:pt>
                <c:pt idx="1176">
                  <c:v>0.020358593421</c:v>
                </c:pt>
                <c:pt idx="1177">
                  <c:v>0.0202945750662</c:v>
                </c:pt>
                <c:pt idx="1178">
                  <c:v>0.020230944831</c:v>
                </c:pt>
                <c:pt idx="1179">
                  <c:v>0.0201677021131</c:v>
                </c:pt>
                <c:pt idx="1180">
                  <c:v>0.0201048462153</c:v>
                </c:pt>
                <c:pt idx="1181">
                  <c:v>0.0200423763477</c:v>
                </c:pt>
                <c:pt idx="1182">
                  <c:v>0.01998029163</c:v>
                </c:pt>
                <c:pt idx="1183">
                  <c:v>0.0199185910948</c:v>
                </c:pt>
                <c:pt idx="1184">
                  <c:v>0.0198572736898</c:v>
                </c:pt>
                <c:pt idx="1185">
                  <c:v>0.0197963382804</c:v>
                </c:pt>
                <c:pt idx="1186">
                  <c:v>0.019735783653</c:v>
                </c:pt>
                <c:pt idx="1187">
                  <c:v>0.0196756085173</c:v>
                </c:pt>
                <c:pt idx="1188">
                  <c:v>0.0196158115096</c:v>
                </c:pt>
                <c:pt idx="1189">
                  <c:v>0.0195563911949</c:v>
                </c:pt>
                <c:pt idx="1190">
                  <c:v>0.0194973460707</c:v>
                </c:pt>
                <c:pt idx="1191">
                  <c:v>0.0194386745689</c:v>
                </c:pt>
                <c:pt idx="1192">
                  <c:v>0.0193803750593</c:v>
                </c:pt>
                <c:pt idx="1193">
                  <c:v>0.019322445852</c:v>
                </c:pt>
                <c:pt idx="1194">
                  <c:v>0.0192648852005</c:v>
                </c:pt>
                <c:pt idx="1195">
                  <c:v>0.0192076913042</c:v>
                </c:pt>
                <c:pt idx="1196">
                  <c:v>0.0191508623114</c:v>
                </c:pt>
                <c:pt idx="1197">
                  <c:v>0.0190943963217</c:v>
                </c:pt>
                <c:pt idx="1198">
                  <c:v>0.0190382913887</c:v>
                </c:pt>
                <c:pt idx="1199">
                  <c:v>0.018982545523</c:v>
                </c:pt>
                <c:pt idx="1200">
                  <c:v>0.018927156694</c:v>
                </c:pt>
                <c:pt idx="1201">
                  <c:v>0.0188721228331</c:v>
                </c:pt>
                <c:pt idx="1202">
                  <c:v>0.0188174418358</c:v>
                </c:pt>
                <c:pt idx="1203">
                  <c:v>0.018763111564</c:v>
                </c:pt>
                <c:pt idx="1204">
                  <c:v>0.0187091298484</c:v>
                </c:pt>
                <c:pt idx="1205">
                  <c:v>0.0186554944908</c:v>
                </c:pt>
                <c:pt idx="1206">
                  <c:v>0.0186022032661</c:v>
                </c:pt>
                <c:pt idx="1207">
                  <c:v>0.0185492539244</c:v>
                </c:pt>
                <c:pt idx="1208">
                  <c:v>0.0184966441931</c:v>
                </c:pt>
                <c:pt idx="1209">
                  <c:v>0.0184443717788</c:v>
                </c:pt>
                <c:pt idx="1210">
                  <c:v>0.018392434369</c:v>
                </c:pt>
                <c:pt idx="1211">
                  <c:v>0.018340829634</c:v>
                </c:pt>
                <c:pt idx="1212">
                  <c:v>0.0182895552286</c:v>
                </c:pt>
                <c:pt idx="1213">
                  <c:v>0.0182386087936</c:v>
                </c:pt>
                <c:pt idx="1214">
                  <c:v>0.0181879879573</c:v>
                </c:pt>
                <c:pt idx="1215">
                  <c:v>0.0181376903371</c:v>
                </c:pt>
                <c:pt idx="1216">
                  <c:v>0.0180877135409</c:v>
                </c:pt>
                <c:pt idx="1217">
                  <c:v>0.0180380551679</c:v>
                </c:pt>
                <c:pt idx="1218">
                  <c:v>0.0179887128105</c:v>
                </c:pt>
                <c:pt idx="1219">
                  <c:v>0.0179396840549</c:v>
                </c:pt>
                <c:pt idx="1220">
                  <c:v>0.0178909664822</c:v>
                </c:pt>
                <c:pt idx="1221">
                  <c:v>0.0178425576696</c:v>
                </c:pt>
                <c:pt idx="1222">
                  <c:v>0.0177944551913</c:v>
                </c:pt>
                <c:pt idx="1223">
                  <c:v>0.0177466566188</c:v>
                </c:pt>
                <c:pt idx="1224">
                  <c:v>0.0176991595224</c:v>
                </c:pt>
                <c:pt idx="1225">
                  <c:v>0.0176519614712</c:v>
                </c:pt>
                <c:pt idx="1226">
                  <c:v>0.0176050600342</c:v>
                </c:pt>
                <c:pt idx="1227">
                  <c:v>0.0175584527805</c:v>
                </c:pt>
                <c:pt idx="1228">
                  <c:v>0.0175121372801</c:v>
                </c:pt>
                <c:pt idx="1229">
                  <c:v>0.0174661111038</c:v>
                </c:pt>
                <c:pt idx="1230">
                  <c:v>0.0174203718242</c:v>
                </c:pt>
                <c:pt idx="1231">
                  <c:v>0.0173749170154</c:v>
                </c:pt>
                <c:pt idx="1232">
                  <c:v>0.0173297442537</c:v>
                </c:pt>
                <c:pt idx="1233">
                  <c:v>0.0172848511174</c:v>
                </c:pt>
                <c:pt idx="1234">
                  <c:v>0.0172402351872</c:v>
                </c:pt>
                <c:pt idx="1235">
                  <c:v>0.0171958940461</c:v>
                </c:pt>
                <c:pt idx="1236">
                  <c:v>0.0171518252797</c:v>
                </c:pt>
                <c:pt idx="1237">
                  <c:v>0.0171080264757</c:v>
                </c:pt>
                <c:pt idx="1238">
                  <c:v>0.0170644952244</c:v>
                </c:pt>
                <c:pt idx="1239">
                  <c:v>0.0170212291183</c:v>
                </c:pt>
                <c:pt idx="1240">
                  <c:v>0.0169782257521</c:v>
                </c:pt>
                <c:pt idx="1241">
                  <c:v>0.0169354827223</c:v>
                </c:pt>
                <c:pt idx="1242">
                  <c:v>0.0168929976274</c:v>
                </c:pt>
                <c:pt idx="1243">
                  <c:v>0.0168507680674</c:v>
                </c:pt>
                <c:pt idx="1244">
                  <c:v>0.0168087916436</c:v>
                </c:pt>
                <c:pt idx="1245">
                  <c:v>0.0167670659585</c:v>
                </c:pt>
                <c:pt idx="1246">
                  <c:v>0.0167255886155</c:v>
                </c:pt>
                <c:pt idx="1247">
                  <c:v>0.0166843572183</c:v>
                </c:pt>
                <c:pt idx="1248">
                  <c:v>0.016643369371</c:v>
                </c:pt>
                <c:pt idx="1249">
                  <c:v>0.0166026226777</c:v>
                </c:pt>
                <c:pt idx="1250">
                  <c:v>0.0165621147422</c:v>
                </c:pt>
                <c:pt idx="1251">
                  <c:v>0.0165218431676</c:v>
                </c:pt>
                <c:pt idx="1252">
                  <c:v>0.016481805556</c:v>
                </c:pt>
                <c:pt idx="1253">
                  <c:v>0.0164419995086</c:v>
                </c:pt>
                <c:pt idx="1254">
                  <c:v>0.0164024226248</c:v>
                </c:pt>
                <c:pt idx="1255">
                  <c:v>0.0163630725027</c:v>
                </c:pt>
                <c:pt idx="1256">
                  <c:v>0.0163239467381</c:v>
                </c:pt>
                <c:pt idx="1257">
                  <c:v>0.0162850429251</c:v>
                </c:pt>
                <c:pt idx="1258">
                  <c:v>0.0162463586554</c:v>
                </c:pt>
                <c:pt idx="1259">
                  <c:v>0.0162078915184</c:v>
                </c:pt>
                <c:pt idx="1260">
                  <c:v>0.016169639101</c:v>
                </c:pt>
                <c:pt idx="1261">
                  <c:v>0.0161315989878</c:v>
                </c:pt>
                <c:pt idx="1262">
                  <c:v>0.016093768761</c:v>
                </c:pt>
                <c:pt idx="1263">
                  <c:v>0.0160561460005</c:v>
                </c:pt>
                <c:pt idx="1264">
                  <c:v>0.0160187282838</c:v>
                </c:pt>
                <c:pt idx="1265">
                  <c:v>0.0159815131869</c:v>
                </c:pt>
                <c:pt idx="1266">
                  <c:v>0.0159444982838</c:v>
                </c:pt>
                <c:pt idx="1267">
                  <c:v>0.0159076811472</c:v>
                </c:pt>
                <c:pt idx="1268">
                  <c:v>0.0158710593492</c:v>
                </c:pt>
                <c:pt idx="1269">
                  <c:v>0.0158346304613</c:v>
                </c:pt>
                <c:pt idx="1270">
                  <c:v>0.0157983920553</c:v>
                </c:pt>
                <c:pt idx="1271">
                  <c:v>0.015762341704</c:v>
                </c:pt>
                <c:pt idx="1272">
                  <c:v>0.0157264769818</c:v>
                </c:pt>
                <c:pt idx="1273">
                  <c:v>0.0156907954659</c:v>
                </c:pt>
                <c:pt idx="1274">
                  <c:v>0.0156552947366</c:v>
                </c:pt>
                <c:pt idx="1275">
                  <c:v>0.0156199723794</c:v>
                </c:pt>
                <c:pt idx="1276">
                  <c:v>0.0155848259849</c:v>
                </c:pt>
                <c:pt idx="1277">
                  <c:v>0.0155498531513</c:v>
                </c:pt>
                <c:pt idx="1278">
                  <c:v>0.0155150514847</c:v>
                </c:pt>
                <c:pt idx="1279">
                  <c:v>0.0154804186012</c:v>
                </c:pt>
                <c:pt idx="1280">
                  <c:v>0.0154459521283</c:v>
                </c:pt>
                <c:pt idx="1281">
                  <c:v>0.0154116497061</c:v>
                </c:pt>
                <c:pt idx="1282">
                  <c:v>0.0153775089899</c:v>
                </c:pt>
                <c:pt idx="1283">
                  <c:v>0.0153435276511</c:v>
                </c:pt>
                <c:pt idx="1284">
                  <c:v>0.0153097033797</c:v>
                </c:pt>
                <c:pt idx="1285">
                  <c:v>0.0152760338858</c:v>
                </c:pt>
                <c:pt idx="1286">
                  <c:v>0.0152425169023</c:v>
                </c:pt>
                <c:pt idx="1287">
                  <c:v>0.0152091501864</c:v>
                </c:pt>
                <c:pt idx="1288">
                  <c:v>0.015175931522</c:v>
                </c:pt>
                <c:pt idx="1289">
                  <c:v>0.015142858722</c:v>
                </c:pt>
                <c:pt idx="1290">
                  <c:v>0.0151099296305</c:v>
                </c:pt>
                <c:pt idx="1291">
                  <c:v>0.0150771421254</c:v>
                </c:pt>
                <c:pt idx="1292">
                  <c:v>0.0150444941202</c:v>
                </c:pt>
                <c:pt idx="1293">
                  <c:v>0.0150119835669</c:v>
                </c:pt>
                <c:pt idx="1294">
                  <c:v>0.0149796084582</c:v>
                </c:pt>
                <c:pt idx="1295">
                  <c:v>0.01494736683</c:v>
                </c:pt>
                <c:pt idx="1296">
                  <c:v>0.0149152567637</c:v>
                </c:pt>
                <c:pt idx="1297">
                  <c:v>0.0148832763883</c:v>
                </c:pt>
                <c:pt idx="1298">
                  <c:v>0.0148514238836</c:v>
                </c:pt>
                <c:pt idx="1299">
                  <c:v>0.0148196974816</c:v>
                </c:pt>
                <c:pt idx="1300">
                  <c:v>0.0147880954692</c:v>
                </c:pt>
                <c:pt idx="1301">
                  <c:v>0.0147566161904</c:v>
                </c:pt>
                <c:pt idx="1302">
                  <c:v>0.0147252580486</c:v>
                </c:pt>
                <c:pt idx="1303">
                  <c:v>0.0146940195081</c:v>
                </c:pt>
                <c:pt idx="1304">
                  <c:v>0.0146628990966</c:v>
                </c:pt>
                <c:pt idx="1305">
                  <c:v>0.0146318954071</c:v>
                </c:pt>
                <c:pt idx="1306">
                  <c:v>0.0146010070989</c:v>
                </c:pt>
                <c:pt idx="1307">
                  <c:v>0.0145702329004</c:v>
                </c:pt>
                <c:pt idx="1308">
                  <c:v>0.0145395716095</c:v>
                </c:pt>
                <c:pt idx="1309">
                  <c:v>0.0145090220957</c:v>
                </c:pt>
                <c:pt idx="1310">
                  <c:v>0.0144785833008</c:v>
                </c:pt>
                <c:pt idx="1311">
                  <c:v>0.0144482542404</c:v>
                </c:pt>
                <c:pt idx="1312">
                  <c:v>0.0144180340046</c:v>
                </c:pt>
                <c:pt idx="1313">
                  <c:v>0.0143879217586</c:v>
                </c:pt>
                <c:pt idx="1314">
                  <c:v>0.0143579167435</c:v>
                </c:pt>
                <c:pt idx="1315">
                  <c:v>0.0143280182764</c:v>
                </c:pt>
                <c:pt idx="1316">
                  <c:v>0.014298225751</c:v>
                </c:pt>
                <c:pt idx="1317">
                  <c:v>0.0142685386373</c:v>
                </c:pt>
                <c:pt idx="1318">
                  <c:v>0.0142389564815</c:v>
                </c:pt>
                <c:pt idx="1319">
                  <c:v>0.0142094789057</c:v>
                </c:pt>
                <c:pt idx="1320">
                  <c:v>0.0141801056076</c:v>
                </c:pt>
                <c:pt idx="1321">
                  <c:v>0.0141508363594</c:v>
                </c:pt>
                <c:pt idx="1322">
                  <c:v>0.0141216710071</c:v>
                </c:pt>
                <c:pt idx="1323">
                  <c:v>0.0140926094696</c:v>
                </c:pt>
                <c:pt idx="1324">
                  <c:v>0.0140636517373</c:v>
                </c:pt>
                <c:pt idx="1325">
                  <c:v>0.0140347978707</c:v>
                </c:pt>
                <c:pt idx="1326">
                  <c:v>0.0140060479991</c:v>
                </c:pt>
                <c:pt idx="1327">
                  <c:v>0.0139774023188</c:v>
                </c:pt>
                <c:pt idx="1328">
                  <c:v>0.0139488610908</c:v>
                </c:pt>
                <c:pt idx="1329">
                  <c:v>0.0139204246399</c:v>
                </c:pt>
                <c:pt idx="1330">
                  <c:v>0.0138920933514</c:v>
                </c:pt>
                <c:pt idx="1331">
                  <c:v>0.0138638676698</c:v>
                </c:pt>
                <c:pt idx="1332">
                  <c:v>0.013835748096</c:v>
                </c:pt>
                <c:pt idx="1333">
                  <c:v>0.013807735185</c:v>
                </c:pt>
                <c:pt idx="1334">
                  <c:v>0.0137798295436</c:v>
                </c:pt>
                <c:pt idx="1335">
                  <c:v>0.0137520318274</c:v>
                </c:pt>
                <c:pt idx="1336">
                  <c:v>0.0137243427386</c:v>
                </c:pt>
                <c:pt idx="1337">
                  <c:v>0.0136967630228</c:v>
                </c:pt>
                <c:pt idx="1338">
                  <c:v>0.0136692934669</c:v>
                </c:pt>
                <c:pt idx="1339">
                  <c:v>0.0136419348957</c:v>
                </c:pt>
                <c:pt idx="1340">
                  <c:v>0.0136146881694</c:v>
                </c:pt>
                <c:pt idx="1341">
                  <c:v>0.0135875541807</c:v>
                </c:pt>
                <c:pt idx="1342">
                  <c:v>0.013560533852</c:v>
                </c:pt>
                <c:pt idx="1343">
                  <c:v>0.0135336281324</c:v>
                </c:pt>
                <c:pt idx="1344">
                  <c:v>0.0135068379954</c:v>
                </c:pt>
                <c:pt idx="1345">
                  <c:v>0.0134801644354</c:v>
                </c:pt>
                <c:pt idx="1346">
                  <c:v>0.0134536084655</c:v>
                </c:pt>
                <c:pt idx="1347">
                  <c:v>0.0134271711144</c:v>
                </c:pt>
                <c:pt idx="1348">
                  <c:v>0.0134008534241</c:v>
                </c:pt>
                <c:pt idx="1349">
                  <c:v>0.013374656447</c:v>
                </c:pt>
                <c:pt idx="1350">
                  <c:v>0.0133485812434</c:v>
                </c:pt>
                <c:pt idx="1351">
                  <c:v>0.013322628879</c:v>
                </c:pt>
                <c:pt idx="1352">
                  <c:v>0.0132968004227</c:v>
                </c:pt>
                <c:pt idx="1353">
                  <c:v>0.0132710969438</c:v>
                </c:pt>
                <c:pt idx="1354">
                  <c:v>0.0132455195103</c:v>
                </c:pt>
                <c:pt idx="1355">
                  <c:v>0.0132200691863</c:v>
                </c:pt>
                <c:pt idx="1356">
                  <c:v>0.0131947470298</c:v>
                </c:pt>
                <c:pt idx="1357">
                  <c:v>0.0131695540914</c:v>
                </c:pt>
                <c:pt idx="1358">
                  <c:v>0.0131444914115</c:v>
                </c:pt>
                <c:pt idx="1359">
                  <c:v>0.013119560019</c:v>
                </c:pt>
                <c:pt idx="1360">
                  <c:v>0.0130947609295</c:v>
                </c:pt>
                <c:pt idx="1361">
                  <c:v>0.0130700951437</c:v>
                </c:pt>
                <c:pt idx="1362">
                  <c:v>0.0130455636456</c:v>
                </c:pt>
                <c:pt idx="1363">
                  <c:v>0.0130211674013</c:v>
                </c:pt>
                <c:pt idx="1364">
                  <c:v>0.0129969073575</c:v>
                </c:pt>
                <c:pt idx="1365">
                  <c:v>0.0129727844406</c:v>
                </c:pt>
                <c:pt idx="1366">
                  <c:v>0.0129487995547</c:v>
                </c:pt>
                <c:pt idx="1367">
                  <c:v>0.0129249535815</c:v>
                </c:pt>
                <c:pt idx="1368">
                  <c:v>0.0129012473787</c:v>
                </c:pt>
                <c:pt idx="1369">
                  <c:v>0.012877681779</c:v>
                </c:pt>
                <c:pt idx="1370">
                  <c:v>0.0128542575898</c:v>
                </c:pt>
                <c:pt idx="1371">
                  <c:v>0.0128309755918</c:v>
                </c:pt>
                <c:pt idx="1372">
                  <c:v>0.0128078365388</c:v>
                </c:pt>
                <c:pt idx="1373">
                  <c:v>0.0127848411568</c:v>
                </c:pt>
                <c:pt idx="1374">
                  <c:v>0.0127619901437</c:v>
                </c:pt>
                <c:pt idx="1375">
                  <c:v>0.0127392841685</c:v>
                </c:pt>
                <c:pt idx="1376">
                  <c:v>0.0127167238709</c:v>
                </c:pt>
                <c:pt idx="1377">
                  <c:v>0.0126943098614</c:v>
                </c:pt>
                <c:pt idx="1378">
                  <c:v>0.0126720427204</c:v>
                </c:pt>
                <c:pt idx="1379">
                  <c:v>0.0126499229981</c:v>
                </c:pt>
                <c:pt idx="1380">
                  <c:v>0.0126279512145</c:v>
                </c:pt>
                <c:pt idx="1381">
                  <c:v>0.0126061278591</c:v>
                </c:pt>
                <c:pt idx="1382">
                  <c:v>0.0125844533905</c:v>
                </c:pt>
                <c:pt idx="1383">
                  <c:v>0.0125629282366</c:v>
                </c:pt>
                <c:pt idx="1384">
                  <c:v>0.0125415527943</c:v>
                </c:pt>
                <c:pt idx="1385">
                  <c:v>0.0125203274298</c:v>
                </c:pt>
                <c:pt idx="1386">
                  <c:v>0.012499252478</c:v>
                </c:pt>
                <c:pt idx="1387">
                  <c:v>0.012478328243</c:v>
                </c:pt>
                <c:pt idx="1388">
                  <c:v>0.0124575549978</c:v>
                </c:pt>
                <c:pt idx="1389">
                  <c:v>0.0124369329843</c:v>
                </c:pt>
                <c:pt idx="1390">
                  <c:v>0.0124164624135</c:v>
                </c:pt>
                <c:pt idx="1391">
                  <c:v>0.0123961434655</c:v>
                </c:pt>
                <c:pt idx="1392">
                  <c:v>0.0123759762891</c:v>
                </c:pt>
                <c:pt idx="1393">
                  <c:v>0.0123559610025</c:v>
                </c:pt>
                <c:pt idx="1394">
                  <c:v>0.0123360976929</c:v>
                </c:pt>
                <c:pt idx="1395">
                  <c:v>0.0123163864163</c:v>
                </c:pt>
                <c:pt idx="1396">
                  <c:v>0.012296827198</c:v>
                </c:pt>
                <c:pt idx="1397">
                  <c:v>0.0122774200324</c:v>
                </c:pt>
                <c:pt idx="1398">
                  <c:v>0.0122581648828</c:v>
                </c:pt>
                <c:pt idx="1399">
                  <c:v>0.0122390616813</c:v>
                </c:pt>
                <c:pt idx="1400">
                  <c:v>0.0122201103292</c:v>
                </c:pt>
                <c:pt idx="1401">
                  <c:v>0.0122013106965</c:v>
                </c:pt>
                <c:pt idx="1402">
                  <c:v>0.0121826626218</c:v>
                </c:pt>
                <c:pt idx="1403">
                  <c:v>0.0121641659124</c:v>
                </c:pt>
                <c:pt idx="1404">
                  <c:v>0.012145820344</c:v>
                </c:pt>
                <c:pt idx="1405">
                  <c:v>0.0121276256605</c:v>
                </c:pt>
                <c:pt idx="1406">
                  <c:v>0.012109581574</c:v>
                </c:pt>
                <c:pt idx="1407">
                  <c:v>0.0120916877641</c:v>
                </c:pt>
                <c:pt idx="1408">
                  <c:v>0.0120739438785</c:v>
                </c:pt>
                <c:pt idx="1409">
                  <c:v>0.0120563495316</c:v>
                </c:pt>
                <c:pt idx="1410">
                  <c:v>0.0120389043051</c:v>
                </c:pt>
                <c:pt idx="1411">
                  <c:v>0.0120216077475</c:v>
                </c:pt>
                <c:pt idx="1412">
                  <c:v>0.0120044593732</c:v>
                </c:pt>
                <c:pt idx="1413">
                  <c:v>0.011987458663</c:v>
                </c:pt>
                <c:pt idx="1414">
                  <c:v>0.011970605063</c:v>
                </c:pt>
                <c:pt idx="1415">
                  <c:v>0.0119538979845</c:v>
                </c:pt>
                <c:pt idx="1416">
                  <c:v>0.0119373368034</c:v>
                </c:pt>
                <c:pt idx="1417">
                  <c:v>0.0119209208599</c:v>
                </c:pt>
                <c:pt idx="1418">
                  <c:v>0.0119046494582</c:v>
                </c:pt>
                <c:pt idx="1419">
                  <c:v>0.0118885218656</c:v>
                </c:pt>
                <c:pt idx="1420">
                  <c:v>0.0118725373121</c:v>
                </c:pt>
                <c:pt idx="1421">
                  <c:v>0.0118566949904</c:v>
                </c:pt>
                <c:pt idx="1422">
                  <c:v>0.0118409940548</c:v>
                </c:pt>
                <c:pt idx="1423">
                  <c:v>0.011825433621</c:v>
                </c:pt>
                <c:pt idx="1424">
                  <c:v>0.0118100127654</c:v>
                </c:pt>
                <c:pt idx="1425">
                  <c:v>0.0117947305249</c:v>
                </c:pt>
                <c:pt idx="1426">
                  <c:v>0.0117795858963</c:v>
                </c:pt>
                <c:pt idx="1427">
                  <c:v>0.0117645778355</c:v>
                </c:pt>
                <c:pt idx="1428">
                  <c:v>0.0117497052576</c:v>
                </c:pt>
                <c:pt idx="1429">
                  <c:v>0.0117349670359</c:v>
                </c:pt>
                <c:pt idx="1430">
                  <c:v>0.011720362002</c:v>
                </c:pt>
                <c:pt idx="1431">
                  <c:v>0.0117058889449</c:v>
                </c:pt>
                <c:pt idx="1432">
                  <c:v>0.011691546611</c:v>
                </c:pt>
                <c:pt idx="1433">
                  <c:v>0.0116773337037</c:v>
                </c:pt>
                <c:pt idx="1434">
                  <c:v>0.0116632488828</c:v>
                </c:pt>
                <c:pt idx="1435">
                  <c:v>0.0116492907646</c:v>
                </c:pt>
                <c:pt idx="1436">
                  <c:v>0.0116354579217</c:v>
                </c:pt>
                <c:pt idx="1437">
                  <c:v>0.0116217488825</c:v>
                </c:pt>
                <c:pt idx="1438">
                  <c:v>0.0116081621313</c:v>
                </c:pt>
                <c:pt idx="1439">
                  <c:v>0.0115946961084</c:v>
                </c:pt>
                <c:pt idx="1440">
                  <c:v>0.0115813492097</c:v>
                </c:pt>
                <c:pt idx="1441">
                  <c:v>0.0115681197871</c:v>
                </c:pt>
                <c:pt idx="1442">
                  <c:v>0.0115550061485</c:v>
                </c:pt>
                <c:pt idx="1443">
                  <c:v>0.0115420065581</c:v>
                </c:pt>
                <c:pt idx="1444">
                  <c:v>0.0115291192365</c:v>
                </c:pt>
                <c:pt idx="1445">
                  <c:v>0.0115163423613</c:v>
                </c:pt>
                <c:pt idx="1446">
                  <c:v>0.0115036740672</c:v>
                </c:pt>
                <c:pt idx="1447">
                  <c:v>0.0114911124467</c:v>
                </c:pt>
                <c:pt idx="1448">
                  <c:v>0.0114786555508</c:v>
                </c:pt>
                <c:pt idx="1449">
                  <c:v>0.0114663013895</c:v>
                </c:pt>
                <c:pt idx="1450">
                  <c:v>0.0114540479326</c:v>
                </c:pt>
                <c:pt idx="1451">
                  <c:v>0.0114418931104</c:v>
                </c:pt>
                <c:pt idx="1452">
                  <c:v>0.0114298348151</c:v>
                </c:pt>
                <c:pt idx="1453">
                  <c:v>0.0114178709011</c:v>
                </c:pt>
                <c:pt idx="1454">
                  <c:v>0.0114059991868</c:v>
                </c:pt>
                <c:pt idx="1455">
                  <c:v>0.0113942174554</c:v>
                </c:pt>
                <c:pt idx="1456">
                  <c:v>0.0113825234562</c:v>
                </c:pt>
                <c:pt idx="1457">
                  <c:v>0.0113709149059</c:v>
                </c:pt>
                <c:pt idx="1458">
                  <c:v>0.0113593894904</c:v>
                </c:pt>
                <c:pt idx="1459">
                  <c:v>0.0113479448658</c:v>
                </c:pt>
                <c:pt idx="1460">
                  <c:v>0.0113365786604</c:v>
                </c:pt>
                <c:pt idx="1461">
                  <c:v>0.011325288476</c:v>
                </c:pt>
                <c:pt idx="1462">
                  <c:v>0.01131407189</c:v>
                </c:pt>
                <c:pt idx="1463">
                  <c:v>0.0113029264567</c:v>
                </c:pt>
                <c:pt idx="1464">
                  <c:v>0.0112918497096</c:v>
                </c:pt>
                <c:pt idx="1465">
                  <c:v>0.0112808391631</c:v>
                </c:pt>
                <c:pt idx="1466">
                  <c:v>0.0112698923142</c:v>
                </c:pt>
                <c:pt idx="1467">
                  <c:v>0.0112590066449</c:v>
                </c:pt>
                <c:pt idx="1468">
                  <c:v>0.0112481796238</c:v>
                </c:pt>
                <c:pt idx="1469">
                  <c:v>0.0112374087082</c:v>
                </c:pt>
                <c:pt idx="1470">
                  <c:v>0.0112266913463</c:v>
                </c:pt>
                <c:pt idx="1471">
                  <c:v>0.011216024979</c:v>
                </c:pt>
                <c:pt idx="1472">
                  <c:v>0.0112054070421</c:v>
                </c:pt>
                <c:pt idx="1473">
                  <c:v>0.0111948349681</c:v>
                </c:pt>
                <c:pt idx="1474">
                  <c:v>0.0111843061883</c:v>
                </c:pt>
                <c:pt idx="1475">
                  <c:v>0.0111738181348</c:v>
                </c:pt>
                <c:pt idx="1476">
                  <c:v>0.0111633682424</c:v>
                </c:pt>
                <c:pt idx="1477">
                  <c:v>0.0111529539503</c:v>
                </c:pt>
                <c:pt idx="1478">
                  <c:v>0.0111425727041</c:v>
                </c:pt>
                <c:pt idx="1479">
                  <c:v>0.0111322219574</c:v>
                </c:pt>
                <c:pt idx="1480">
                  <c:v>0.0111218991738</c:v>
                </c:pt>
                <c:pt idx="1481">
                  <c:v>0.0111116018277</c:v>
                </c:pt>
                <c:pt idx="1482">
                  <c:v>0.0111013274068</c:v>
                </c:pt>
                <c:pt idx="1483">
                  <c:v>0.0110910734126</c:v>
                </c:pt>
                <c:pt idx="1484">
                  <c:v>0.0110808373626</c:v>
                </c:pt>
                <c:pt idx="1485">
                  <c:v>0.0110706167904</c:v>
                </c:pt>
                <c:pt idx="1486">
                  <c:v>0.0110604092478</c:v>
                </c:pt>
                <c:pt idx="1487">
                  <c:v>0.0110502123052</c:v>
                </c:pt>
                <c:pt idx="1488">
                  <c:v>0.0110400235524</c:v>
                </c:pt>
                <c:pt idx="1489">
                  <c:v>0.0110298405997</c:v>
                </c:pt>
                <c:pt idx="1490">
                  <c:v>0.0110196610781</c:v>
                </c:pt>
                <c:pt idx="1491">
                  <c:v>0.0110094826401</c:v>
                </c:pt>
                <c:pt idx="1492">
                  <c:v>0.0109993029595</c:v>
                </c:pt>
                <c:pt idx="1493">
                  <c:v>0.0109891197325</c:v>
                </c:pt>
                <c:pt idx="1494">
                  <c:v>0.0109789306767</c:v>
                </c:pt>
                <c:pt idx="1495">
                  <c:v>0.0109687335321</c:v>
                </c:pt>
                <c:pt idx="1496">
                  <c:v>0.0109585260602</c:v>
                </c:pt>
                <c:pt idx="1497">
                  <c:v>0.0109483060443</c:v>
                </c:pt>
                <c:pt idx="1498">
                  <c:v>0.0109380712885</c:v>
                </c:pt>
                <c:pt idx="1499">
                  <c:v>0.010927819618</c:v>
                </c:pt>
                <c:pt idx="1500">
                  <c:v>0.0109175488781</c:v>
                </c:pt>
                <c:pt idx="1501">
                  <c:v>0.0109072569334</c:v>
                </c:pt>
                <c:pt idx="1502">
                  <c:v>0.0108969416676</c:v>
                </c:pt>
                <c:pt idx="1503">
                  <c:v>0.0108866009824</c:v>
                </c:pt>
                <c:pt idx="1504">
                  <c:v>0.0108762327968</c:v>
                </c:pt>
                <c:pt idx="1505">
                  <c:v>0.010865835046</c:v>
                </c:pt>
                <c:pt idx="1506">
                  <c:v>0.0108554056811</c:v>
                </c:pt>
                <c:pt idx="1507">
                  <c:v>0.0108449426673</c:v>
                </c:pt>
                <c:pt idx="1508">
                  <c:v>0.0108344439838</c:v>
                </c:pt>
                <c:pt idx="1509">
                  <c:v>0.0108239076223</c:v>
                </c:pt>
                <c:pt idx="1510">
                  <c:v>0.0108133315865</c:v>
                </c:pt>
                <c:pt idx="1511">
                  <c:v>0.0108027138909</c:v>
                </c:pt>
                <c:pt idx="1512">
                  <c:v>0.0107920525603</c:v>
                </c:pt>
                <c:pt idx="1513">
                  <c:v>0.0107813456287</c:v>
                </c:pt>
                <c:pt idx="1514">
                  <c:v>0.0107705911387</c:v>
                </c:pt>
                <c:pt idx="1515">
                  <c:v>0.0107597871408</c:v>
                </c:pt>
                <c:pt idx="1516">
                  <c:v>0.0107489316932</c:v>
                </c:pt>
                <c:pt idx="1517">
                  <c:v>0.0107380228609</c:v>
                </c:pt>
                <c:pt idx="1518">
                  <c:v>0.0107270587156</c:v>
                </c:pt>
                <c:pt idx="1519">
                  <c:v>0.0107160373353</c:v>
                </c:pt>
                <c:pt idx="1520">
                  <c:v>0.0107049568047</c:v>
                </c:pt>
                <c:pt idx="1521">
                  <c:v>0.0106938152146</c:v>
                </c:pt>
                <c:pt idx="1522">
                  <c:v>0.0106826106628</c:v>
                </c:pt>
                <c:pt idx="1523">
                  <c:v>0.0106713412538</c:v>
                </c:pt>
                <c:pt idx="1524">
                  <c:v>0.0106600051001</c:v>
                </c:pt>
                <c:pt idx="1525">
                  <c:v>0.0106486003222</c:v>
                </c:pt>
                <c:pt idx="1526">
                  <c:v>0.0106371250503</c:v>
                </c:pt>
                <c:pt idx="1527">
                  <c:v>0.0106255774245</c:v>
                </c:pt>
                <c:pt idx="1528">
                  <c:v>0.010613955597</c:v>
                </c:pt>
                <c:pt idx="1529">
                  <c:v>0.0106022577329</c:v>
                </c:pt>
                <c:pt idx="1530">
                  <c:v>0.0105904820122</c:v>
                </c:pt>
                <c:pt idx="1531">
                  <c:v>0.0105786266318</c:v>
                </c:pt>
                <c:pt idx="1532">
                  <c:v>0.0105666898073</c:v>
                </c:pt>
                <c:pt idx="1533">
                  <c:v>0.0105546697753</c:v>
                </c:pt>
                <c:pt idx="1534">
                  <c:v>0.0105425647963</c:v>
                </c:pt>
                <c:pt idx="1535">
                  <c:v>0.0105303731567</c:v>
                </c:pt>
                <c:pt idx="1536">
                  <c:v>0.0105180931721</c:v>
                </c:pt>
                <c:pt idx="1537">
                  <c:v>0.0105057231903</c:v>
                </c:pt>
                <c:pt idx="1538">
                  <c:v>0.0104932615943</c:v>
                </c:pt>
                <c:pt idx="1539">
                  <c:v>0.0104807068057</c:v>
                </c:pt>
                <c:pt idx="1540">
                  <c:v>0.0104680572882</c:v>
                </c:pt>
                <c:pt idx="1541">
                  <c:v>0.0104553115514</c:v>
                </c:pt>
                <c:pt idx="1542">
                  <c:v>0.0104424681544</c:v>
                </c:pt>
                <c:pt idx="1543">
                  <c:v>0.0104295257095</c:v>
                </c:pt>
                <c:pt idx="1544">
                  <c:v>0.0104164828865</c:v>
                </c:pt>
                <c:pt idx="1545">
                  <c:v>0.0104033384166</c:v>
                </c:pt>
                <c:pt idx="1546">
                  <c:v>0.0103900910964</c:v>
                </c:pt>
                <c:pt idx="1547">
                  <c:v>0.0103767397921</c:v>
                </c:pt>
                <c:pt idx="1548">
                  <c:v>0.0103632834438</c:v>
                </c:pt>
                <c:pt idx="1549">
                  <c:v>0.0103497210694</c:v>
                </c:pt>
                <c:pt idx="1550">
                  <c:v>0.0103360517689</c:v>
                </c:pt>
                <c:pt idx="1551">
                  <c:v>0.0103222747285</c:v>
                </c:pt>
                <c:pt idx="1552">
                  <c:v>0.0103083892248</c:v>
                </c:pt>
                <c:pt idx="1553">
                  <c:v>0.0102943946282</c:v>
                </c:pt>
                <c:pt idx="1554">
                  <c:v>0.0102802904075</c:v>
                </c:pt>
                <c:pt idx="1555">
                  <c:v>0.0102660761331</c:v>
                </c:pt>
                <c:pt idx="1556">
                  <c:v>0.0102517514806</c:v>
                </c:pt>
                <c:pt idx="1557">
                  <c:v>0.0102373162346</c:v>
                </c:pt>
                <c:pt idx="1558">
                  <c:v>0.0102227702912</c:v>
                </c:pt>
                <c:pt idx="1559">
                  <c:v>0.0102081136619</c:v>
                </c:pt>
                <c:pt idx="1560">
                  <c:v>0.0101933464754</c:v>
                </c:pt>
                <c:pt idx="1561">
                  <c:v>0.0101784689808</c:v>
                </c:pt>
                <c:pt idx="1562">
                  <c:v>0.0101634815497</c:v>
                </c:pt>
                <c:pt idx="1563">
                  <c:v>0.0101483846776</c:v>
                </c:pt>
                <c:pt idx="1564">
                  <c:v>0.0101331789863</c:v>
                </c:pt>
                <c:pt idx="1565">
                  <c:v>0.0101178652248</c:v>
                </c:pt>
                <c:pt idx="1566">
                  <c:v>0.0101024442702</c:v>
                </c:pt>
                <c:pt idx="1567">
                  <c:v>0.0100869171286</c:v>
                </c:pt>
                <c:pt idx="1568">
                  <c:v>0.0100712849353</c:v>
                </c:pt>
                <c:pt idx="1569">
                  <c:v>0.0100555489545</c:v>
                </c:pt>
                <c:pt idx="1570">
                  <c:v>0.0100397105792</c:v>
                </c:pt>
                <c:pt idx="1571">
                  <c:v>0.0100237713303</c:v>
                </c:pt>
                <c:pt idx="1572">
                  <c:v>0.0100077328552</c:v>
                </c:pt>
                <c:pt idx="1573">
                  <c:v>0.00999159692674</c:v>
                </c:pt>
                <c:pt idx="1574">
                  <c:v>0.00997536544067</c:v>
                </c:pt>
                <c:pt idx="1575">
                  <c:v>0.00995904041391</c:v>
                </c:pt>
                <c:pt idx="1576">
                  <c:v>0.00994262398166</c:v>
                </c:pt>
                <c:pt idx="1577">
                  <c:v>0.00992611839455</c:v>
                </c:pt>
                <c:pt idx="1578">
                  <c:v>0.00990952601528</c:v>
                </c:pt>
                <c:pt idx="1579">
                  <c:v>0.00989284931503</c:v>
                </c:pt>
                <c:pt idx="1580">
                  <c:v>0.00987609086952</c:v>
                </c:pt>
                <c:pt idx="1581">
                  <c:v>0.00985925335481</c:v>
                </c:pt>
                <c:pt idx="1582">
                  <c:v>0.00984233954281</c:v>
                </c:pt>
                <c:pt idx="1583">
                  <c:v>0.0098253522965</c:v>
                </c:pt>
                <c:pt idx="1584">
                  <c:v>0.00980829456501</c:v>
                </c:pt>
                <c:pt idx="1585">
                  <c:v>0.00979116937838</c:v>
                </c:pt>
                <c:pt idx="1586">
                  <c:v>0.00977397984218</c:v>
                </c:pt>
                <c:pt idx="1587">
                  <c:v>0.009756729132</c:v>
                </c:pt>
                <c:pt idx="1588">
                  <c:v>0.0097394204877</c:v>
                </c:pt>
                <c:pt idx="1589">
                  <c:v>0.00972205720764</c:v>
                </c:pt>
                <c:pt idx="1590">
                  <c:v>0.00970464264275</c:v>
                </c:pt>
                <c:pt idx="1591">
                  <c:v>0.00968718019056</c:v>
                </c:pt>
                <c:pt idx="1592">
                  <c:v>0.00966967328917</c:v>
                </c:pt>
                <c:pt idx="1593">
                  <c:v>0.00965212541118</c:v>
                </c:pt>
                <c:pt idx="1594">
                  <c:v>0.00963454005771</c:v>
                </c:pt>
                <c:pt idx="1595">
                  <c:v>0.00961692075231</c:v>
                </c:pt>
                <c:pt idx="1596">
                  <c:v>0.00959927103502</c:v>
                </c:pt>
                <c:pt idx="1597">
                  <c:v>0.00958159445649</c:v>
                </c:pt>
                <c:pt idx="1598">
                  <c:v>0.00956389457213</c:v>
                </c:pt>
                <c:pt idx="1599">
                  <c:v>0.00954617493647</c:v>
                </c:pt>
                <c:pt idx="1600">
                  <c:v>0.00952843909756</c:v>
                </c:pt>
                <c:pt idx="1601">
                  <c:v>0.00951069059154</c:v>
                </c:pt>
                <c:pt idx="1602">
                  <c:v>0.00949293293745</c:v>
                </c:pt>
                <c:pt idx="1603">
                  <c:v>0.00947516963211</c:v>
                </c:pt>
                <c:pt idx="1604">
                  <c:v>0.00945740414526</c:v>
                </c:pt>
                <c:pt idx="1605">
                  <c:v>0.00943963991492</c:v>
                </c:pt>
                <c:pt idx="1606">
                  <c:v>0.00942188034288</c:v>
                </c:pt>
                <c:pt idx="1607">
                  <c:v>0.00940412879055</c:v>
                </c:pt>
                <c:pt idx="1608">
                  <c:v>0.00938638857492</c:v>
                </c:pt>
                <c:pt idx="1609">
                  <c:v>0.00936866296481</c:v>
                </c:pt>
                <c:pt idx="1610">
                  <c:v>0.00935095517742</c:v>
                </c:pt>
                <c:pt idx="1611">
                  <c:v>0.009333268375</c:v>
                </c:pt>
                <c:pt idx="1612">
                  <c:v>0.00931560566191</c:v>
                </c:pt>
                <c:pt idx="1613">
                  <c:v>0.00929797008185</c:v>
                </c:pt>
                <c:pt idx="1614">
                  <c:v>0.00928036461534</c:v>
                </c:pt>
                <c:pt idx="1615">
                  <c:v>0.00926279217751</c:v>
                </c:pt>
                <c:pt idx="1616">
                  <c:v>0.00924525561607</c:v>
                </c:pt>
                <c:pt idx="1617">
                  <c:v>0.00922775770956</c:v>
                </c:pt>
                <c:pt idx="1618">
                  <c:v>0.00921030116585</c:v>
                </c:pt>
                <c:pt idx="1619">
                  <c:v>0.0091928886208</c:v>
                </c:pt>
                <c:pt idx="1620">
                  <c:v>0.00917552263728</c:v>
                </c:pt>
                <c:pt idx="1621">
                  <c:v>0.00915820570426</c:v>
                </c:pt>
                <c:pt idx="1622">
                  <c:v>0.00914094023623</c:v>
                </c:pt>
                <c:pt idx="1623">
                  <c:v>0.00912372857273</c:v>
                </c:pt>
                <c:pt idx="1624">
                  <c:v>0.00910657297818</c:v>
                </c:pt>
                <c:pt idx="1625">
                  <c:v>0.00908947564175</c:v>
                </c:pt>
                <c:pt idx="1626">
                  <c:v>0.00907243867759</c:v>
                </c:pt>
                <c:pt idx="1627">
                  <c:v>0.00905546412501</c:v>
                </c:pt>
                <c:pt idx="1628">
                  <c:v>0.00903855394905</c:v>
                </c:pt>
                <c:pt idx="1629">
                  <c:v>0.00902171004096</c:v>
                </c:pt>
                <c:pt idx="1630">
                  <c:v>0.00900493421901</c:v>
                </c:pt>
                <c:pt idx="1631">
                  <c:v>0.00898822822928</c:v>
                </c:pt>
                <c:pt idx="1632">
                  <c:v>0.00897159374667</c:v>
                </c:pt>
                <c:pt idx="1633">
                  <c:v>0.00895503237594</c:v>
                </c:pt>
                <c:pt idx="1634">
                  <c:v>0.00893854565289</c:v>
                </c:pt>
                <c:pt idx="1635">
                  <c:v>0.00892213504556</c:v>
                </c:pt>
                <c:pt idx="1636">
                  <c:v>0.00890580195559</c:v>
                </c:pt>
                <c:pt idx="1637">
                  <c:v>0.00888954771956</c:v>
                </c:pt>
                <c:pt idx="1638">
                  <c:v>0.00887337361046</c:v>
                </c:pt>
                <c:pt idx="1639">
                  <c:v>0.00885728083913</c:v>
                </c:pt>
                <c:pt idx="1640">
                  <c:v>0.00884127055578</c:v>
                </c:pt>
                <c:pt idx="1641">
                  <c:v>0.00882534385155</c:v>
                </c:pt>
                <c:pt idx="1642">
                  <c:v>0.00880950176005</c:v>
                </c:pt>
                <c:pt idx="1643">
                  <c:v>0.00879374525893</c:v>
                </c:pt>
                <c:pt idx="1644">
                  <c:v>0.00877807527149</c:v>
                </c:pt>
                <c:pt idx="1645">
                  <c:v>0.00876249266822</c:v>
                </c:pt>
                <c:pt idx="1646">
                  <c:v>0.00874699826839</c:v>
                </c:pt>
                <c:pt idx="1647">
                  <c:v>0.00873159284162</c:v>
                </c:pt>
                <c:pt idx="1648">
                  <c:v>0.00871627710941</c:v>
                </c:pt>
                <c:pt idx="1649">
                  <c:v>0.00870105174665</c:v>
                </c:pt>
                <c:pt idx="1650">
                  <c:v>0.00868591738314</c:v>
                </c:pt>
                <c:pt idx="1651">
                  <c:v>0.00867087460501</c:v>
                </c:pt>
                <c:pt idx="1652">
                  <c:v>0.0086559239562</c:v>
                </c:pt>
                <c:pt idx="1653">
                  <c:v>0.00864106593983</c:v>
                </c:pt>
                <c:pt idx="1654">
                  <c:v>0.00862630101953</c:v>
                </c:pt>
                <c:pt idx="1655">
                  <c:v>0.00861162962078</c:v>
                </c:pt>
                <c:pt idx="1656">
                  <c:v>0.00859705213217</c:v>
                </c:pt>
                <c:pt idx="1657">
                  <c:v>0.00858256890661</c:v>
                </c:pt>
                <c:pt idx="1658">
                  <c:v>0.00856818026251</c:v>
                </c:pt>
                <c:pt idx="1659">
                  <c:v>0.00855388648492</c:v>
                </c:pt>
                <c:pt idx="1660">
                  <c:v>0.00853968782661</c:v>
                </c:pt>
                <c:pt idx="1661">
                  <c:v>0.00852558450908</c:v>
                </c:pt>
                <c:pt idx="1662">
                  <c:v>0.00851157672355</c:v>
                </c:pt>
                <c:pt idx="1663">
                  <c:v>0.00849766463191</c:v>
                </c:pt>
                <c:pt idx="1664">
                  <c:v>0.00848384836759</c:v>
                </c:pt>
                <c:pt idx="1665">
                  <c:v>0.00847012803643</c:v>
                </c:pt>
                <c:pt idx="1666">
                  <c:v>0.00845650371742</c:v>
                </c:pt>
                <c:pt idx="1667">
                  <c:v>0.00844297546348</c:v>
                </c:pt>
                <c:pt idx="1668">
                  <c:v>0.00842954330217</c:v>
                </c:pt>
                <c:pt idx="1669">
                  <c:v>0.0084162072363</c:v>
                </c:pt>
                <c:pt idx="1670">
                  <c:v>0.00840296724461</c:v>
                </c:pt>
                <c:pt idx="1671">
                  <c:v>0.00838982328225</c:v>
                </c:pt>
                <c:pt idx="1672">
                  <c:v>0.0083767752814</c:v>
                </c:pt>
                <c:pt idx="1673">
                  <c:v>0.00836382315167</c:v>
                </c:pt>
                <c:pt idx="1674">
                  <c:v>0.00835096678062</c:v>
                </c:pt>
                <c:pt idx="1675">
                  <c:v>0.00833820603411</c:v>
                </c:pt>
                <c:pt idx="1676">
                  <c:v>0.00832554075671</c:v>
                </c:pt>
                <c:pt idx="1677">
                  <c:v>0.00831297077202</c:v>
                </c:pt>
                <c:pt idx="1678">
                  <c:v>0.00830049588297</c:v>
                </c:pt>
                <c:pt idx="1679">
                  <c:v>0.00828811587209</c:v>
                </c:pt>
                <c:pt idx="1680">
                  <c:v>0.00827583050173</c:v>
                </c:pt>
                <c:pt idx="1681">
                  <c:v>0.00826363951429</c:v>
                </c:pt>
                <c:pt idx="1682">
                  <c:v>0.00825154263238</c:v>
                </c:pt>
                <c:pt idx="1683">
                  <c:v>0.00823953955897</c:v>
                </c:pt>
                <c:pt idx="1684">
                  <c:v>0.00822762997749</c:v>
                </c:pt>
                <c:pt idx="1685">
                  <c:v>0.00821581355195</c:v>
                </c:pt>
                <c:pt idx="1686">
                  <c:v>0.00820408992701</c:v>
                </c:pt>
                <c:pt idx="1687">
                  <c:v>0.00819245872799</c:v>
                </c:pt>
                <c:pt idx="1688">
                  <c:v>0.00818091956094</c:v>
                </c:pt>
                <c:pt idx="1689">
                  <c:v>0.0081694720126</c:v>
                </c:pt>
                <c:pt idx="1690">
                  <c:v>0.00815811565043</c:v>
                </c:pt>
                <c:pt idx="1691">
                  <c:v>0.00814685002257</c:v>
                </c:pt>
                <c:pt idx="1692">
                  <c:v>0.00813567465776</c:v>
                </c:pt>
                <c:pt idx="1693">
                  <c:v>0.00812458906533</c:v>
                </c:pt>
                <c:pt idx="1694">
                  <c:v>0.00811359273509</c:v>
                </c:pt>
                <c:pt idx="1695">
                  <c:v>0.00810268513729</c:v>
                </c:pt>
                <c:pt idx="1696">
                  <c:v>0.0080918657225</c:v>
                </c:pt>
                <c:pt idx="1697">
                  <c:v>0.00808113392153</c:v>
                </c:pt>
                <c:pt idx="1698">
                  <c:v>0.00807048914535</c:v>
                </c:pt>
                <c:pt idx="1699">
                  <c:v>0.00805993078495</c:v>
                </c:pt>
                <c:pt idx="1700">
                  <c:v>0.0080494582113</c:v>
                </c:pt>
                <c:pt idx="1701">
                  <c:v>0.00803907077519</c:v>
                </c:pt>
                <c:pt idx="1702">
                  <c:v>0.0080287678072</c:v>
                </c:pt>
                <c:pt idx="1703">
                  <c:v>0.00801854861757</c:v>
                </c:pt>
                <c:pt idx="1704">
                  <c:v>0.00800841249616</c:v>
                </c:pt>
                <c:pt idx="1705">
                  <c:v>0.00799835871237</c:v>
                </c:pt>
                <c:pt idx="1706">
                  <c:v>0.0079883865151</c:v>
                </c:pt>
                <c:pt idx="1707">
                  <c:v>0.00797849513273</c:v>
                </c:pt>
                <c:pt idx="1708">
                  <c:v>0.00796868377306</c:v>
                </c:pt>
                <c:pt idx="1709">
                  <c:v>0.0079589516234</c:v>
                </c:pt>
                <c:pt idx="1710">
                  <c:v>0.00794929785053</c:v>
                </c:pt>
                <c:pt idx="1711">
                  <c:v>0.00793972160079</c:v>
                </c:pt>
                <c:pt idx="1712">
                  <c:v>0.00793022200018</c:v>
                </c:pt>
                <c:pt idx="1713">
                  <c:v>0.00792079815445</c:v>
                </c:pt>
                <c:pt idx="1714">
                  <c:v>0.00791144914927</c:v>
                </c:pt>
                <c:pt idx="1715">
                  <c:v>0.00790217405041</c:v>
                </c:pt>
                <c:pt idx="1716">
                  <c:v>0.00789297190395</c:v>
                </c:pt>
                <c:pt idx="1717">
                  <c:v>0.00788384173655</c:v>
                </c:pt>
                <c:pt idx="1718">
                  <c:v>0.00787478255576</c:v>
                </c:pt>
                <c:pt idx="1719">
                  <c:v>0.00786579335032</c:v>
                </c:pt>
                <c:pt idx="1720">
                  <c:v>0.00785687309057</c:v>
                </c:pt>
                <c:pt idx="1721">
                  <c:v>0.00784802072887</c:v>
                </c:pt>
                <c:pt idx="1722">
                  <c:v>0.00783923520005</c:v>
                </c:pt>
                <c:pt idx="1723">
                  <c:v>0.00783051542192</c:v>
                </c:pt>
                <c:pt idx="1724">
                  <c:v>0.00782186029585</c:v>
                </c:pt>
                <c:pt idx="1725">
                  <c:v>0.00781326870731</c:v>
                </c:pt>
                <c:pt idx="1726">
                  <c:v>0.00780473952656</c:v>
                </c:pt>
                <c:pt idx="1727">
                  <c:v>0.00779627160931</c:v>
                </c:pt>
                <c:pt idx="1728">
                  <c:v>0.00778786379744</c:v>
                </c:pt>
                <c:pt idx="1729">
                  <c:v>0.00777951491974</c:v>
                </c:pt>
                <c:pt idx="1730">
                  <c:v>0.00777122379275</c:v>
                </c:pt>
                <c:pt idx="1731">
                  <c:v>0.00776298922157</c:v>
                </c:pt>
                <c:pt idx="1732">
                  <c:v>0.00775481000073</c:v>
                </c:pt>
                <c:pt idx="1733">
                  <c:v>0.0077466849151</c:v>
                </c:pt>
                <c:pt idx="1734">
                  <c:v>0.00773861274082</c:v>
                </c:pt>
                <c:pt idx="1735">
                  <c:v>0.00773059224624</c:v>
                </c:pt>
                <c:pt idx="1736">
                  <c:v>0.00772262219296</c:v>
                </c:pt>
                <c:pt idx="1737">
                  <c:v>0.00771470133674</c:v>
                </c:pt>
                <c:pt idx="1738">
                  <c:v>0.00770682842863</c:v>
                </c:pt>
                <c:pt idx="1739">
                  <c:v>0.0076990022159</c:v>
                </c:pt>
                <c:pt idx="1740">
                  <c:v>0.00769122144317</c:v>
                </c:pt>
                <c:pt idx="1741">
                  <c:v>0.00768348485341</c:v>
                </c:pt>
                <c:pt idx="1742">
                  <c:v>0.00767579118903</c:v>
                </c:pt>
                <c:pt idx="1743">
                  <c:v>0.00766813919291</c:v>
                </c:pt>
                <c:pt idx="1744">
                  <c:v>0.00766052760946</c:v>
                </c:pt>
                <c:pt idx="1745">
                  <c:v>0.00765295518568</c:v>
                </c:pt>
                <c:pt idx="1746">
                  <c:v>0.00764542067218</c:v>
                </c:pt>
                <c:pt idx="1747">
                  <c:v>0.00763792282417</c:v>
                </c:pt>
                <c:pt idx="1748">
                  <c:v>0.00763046040254</c:v>
                </c:pt>
                <c:pt idx="1749">
                  <c:v>0.00762303217473</c:v>
                </c:pt>
                <c:pt idx="1750">
                  <c:v>0.00761563691577</c:v>
                </c:pt>
                <c:pt idx="1751">
                  <c:v>0.00760827340918</c:v>
                </c:pt>
                <c:pt idx="1752">
                  <c:v>0.00760094044784</c:v>
                </c:pt>
                <c:pt idx="1753">
                  <c:v>0.00759363683487</c:v>
                </c:pt>
                <c:pt idx="1754">
                  <c:v>0.00758636138446</c:v>
                </c:pt>
                <c:pt idx="1755">
                  <c:v>0.00757911292266</c:v>
                </c:pt>
                <c:pt idx="1756">
                  <c:v>0.00757189028808</c:v>
                </c:pt>
                <c:pt idx="1757">
                  <c:v>0.00756469233268</c:v>
                </c:pt>
                <c:pt idx="1758">
                  <c:v>0.00755751792235</c:v>
                </c:pt>
                <c:pt idx="1759">
                  <c:v>0.00755036593757</c:v>
                </c:pt>
                <c:pt idx="1760">
                  <c:v>0.00754323527396</c:v>
                </c:pt>
                <c:pt idx="1761">
                  <c:v>0.00753612484283</c:v>
                </c:pt>
                <c:pt idx="1762">
                  <c:v>0.00752903357164</c:v>
                </c:pt>
                <c:pt idx="1763">
                  <c:v>0.00752196040445</c:v>
                </c:pt>
                <c:pt idx="1764">
                  <c:v>0.00751490430227</c:v>
                </c:pt>
                <c:pt idx="1765">
                  <c:v>0.00750786424345</c:v>
                </c:pt>
                <c:pt idx="1766">
                  <c:v>0.00750083922392</c:v>
                </c:pt>
                <c:pt idx="1767">
                  <c:v>0.00749382825751</c:v>
                </c:pt>
                <c:pt idx="1768">
                  <c:v>0.00748683037608</c:v>
                </c:pt>
                <c:pt idx="1769">
                  <c:v>0.00747984462973</c:v>
                </c:pt>
                <c:pt idx="1770">
                  <c:v>0.00747287008692</c:v>
                </c:pt>
                <c:pt idx="1771">
                  <c:v>0.00746590583453</c:v>
                </c:pt>
                <c:pt idx="1772">
                  <c:v>0.00745895097794</c:v>
                </c:pt>
                <c:pt idx="1773">
                  <c:v>0.00745200464102</c:v>
                </c:pt>
                <c:pt idx="1774">
                  <c:v>0.00744506596611</c:v>
                </c:pt>
                <c:pt idx="1775">
                  <c:v>0.00743813411393</c:v>
                </c:pt>
                <c:pt idx="1776">
                  <c:v>0.00743120826359</c:v>
                </c:pt>
                <c:pt idx="1777">
                  <c:v>0.00742428761235</c:v>
                </c:pt>
                <c:pt idx="1778">
                  <c:v>0.0074173713756</c:v>
                </c:pt>
                <c:pt idx="1779">
                  <c:v>0.0074104587866</c:v>
                </c:pt>
                <c:pt idx="1780">
                  <c:v>0.00740354909637</c:v>
                </c:pt>
                <c:pt idx="1781">
                  <c:v>0.00739664157345</c:v>
                </c:pt>
                <c:pt idx="1782">
                  <c:v>0.00738973550369</c:v>
                </c:pt>
                <c:pt idx="1783">
                  <c:v>0.00738283019</c:v>
                </c:pt>
                <c:pt idx="1784">
                  <c:v>0.00737592495213</c:v>
                </c:pt>
                <c:pt idx="1785">
                  <c:v>0.0073690191264</c:v>
                </c:pt>
                <c:pt idx="1786">
                  <c:v>0.00736211206543</c:v>
                </c:pt>
                <c:pt idx="1787">
                  <c:v>0.00735520313786</c:v>
                </c:pt>
                <c:pt idx="1788">
                  <c:v>0.00734829172809</c:v>
                </c:pt>
                <c:pt idx="1789">
                  <c:v>0.00734137723597</c:v>
                </c:pt>
                <c:pt idx="1790">
                  <c:v>0.00733445907653</c:v>
                </c:pt>
                <c:pt idx="1791">
                  <c:v>0.00732753667969</c:v>
                </c:pt>
                <c:pt idx="1792">
                  <c:v>0.00732060948997</c:v>
                </c:pt>
                <c:pt idx="1793">
                  <c:v>0.00731367696622</c:v>
                </c:pt>
                <c:pt idx="1794">
                  <c:v>0.00730673858129</c:v>
                </c:pt>
                <c:pt idx="1795">
                  <c:v>0.00729979382181</c:v>
                </c:pt>
                <c:pt idx="1796">
                  <c:v>0.00729284218789</c:v>
                </c:pt>
                <c:pt idx="1797">
                  <c:v>0.00728588319284</c:v>
                </c:pt>
                <c:pt idx="1798">
                  <c:v>0.00727891636293</c:v>
                </c:pt>
                <c:pt idx="1799">
                  <c:v>0.00727194123713</c:v>
                </c:pt>
                <c:pt idx="1800">
                  <c:v>0.00726495736687</c:v>
                </c:pt>
                <c:pt idx="1801">
                  <c:v>0.00725796431578</c:v>
                </c:pt>
                <c:pt idx="1802">
                  <c:v>0.0072509616595</c:v>
                </c:pt>
                <c:pt idx="1803">
                  <c:v>0.00724394898544</c:v>
                </c:pt>
                <c:pt idx="1804">
                  <c:v>0.0072369258926</c:v>
                </c:pt>
                <c:pt idx="1805">
                  <c:v>0.00722989199136</c:v>
                </c:pt>
                <c:pt idx="1806">
                  <c:v>0.00722284690329</c:v>
                </c:pt>
                <c:pt idx="1807">
                  <c:v>0.00721579026102</c:v>
                </c:pt>
                <c:pt idx="1808">
                  <c:v>0.00720872170808</c:v>
                </c:pt>
                <c:pt idx="1809">
                  <c:v>0.00720164089871</c:v>
                </c:pt>
                <c:pt idx="1810">
                  <c:v>0.00719454749783</c:v>
                </c:pt>
                <c:pt idx="1811">
                  <c:v>0.00718744118085</c:v>
                </c:pt>
                <c:pt idx="1812">
                  <c:v>0.00718032163361</c:v>
                </c:pt>
                <c:pt idx="1813">
                  <c:v>0.00717318855233</c:v>
                </c:pt>
                <c:pt idx="1814">
                  <c:v>0.00716604164351</c:v>
                </c:pt>
                <c:pt idx="1815">
                  <c:v>0.0071588806239</c:v>
                </c:pt>
                <c:pt idx="1816">
                  <c:v>0.00715170522052</c:v>
                </c:pt>
                <c:pt idx="1817">
                  <c:v>0.00714451517057</c:v>
                </c:pt>
                <c:pt idx="1818">
                  <c:v>0.00713731022155</c:v>
                </c:pt>
                <c:pt idx="1819">
                  <c:v>0.00713009013121</c:v>
                </c:pt>
                <c:pt idx="1820">
                  <c:v>0.00712285466763</c:v>
                </c:pt>
                <c:pt idx="1821">
                  <c:v>0.00711560360931</c:v>
                </c:pt>
                <c:pt idx="1822">
                  <c:v>0.00710833674527</c:v>
                </c:pt>
                <c:pt idx="1823">
                  <c:v>0.00710105387512</c:v>
                </c:pt>
                <c:pt idx="1824">
                  <c:v>0.00709375480923</c:v>
                </c:pt>
                <c:pt idx="1825">
                  <c:v>0.00708643936891</c:v>
                </c:pt>
                <c:pt idx="1826">
                  <c:v>0.00707910738652</c:v>
                </c:pt>
                <c:pt idx="1827">
                  <c:v>0.00707175870573</c:v>
                </c:pt>
                <c:pt idx="1828">
                  <c:v>0.00706439318174</c:v>
                </c:pt>
                <c:pt idx="1829">
                  <c:v>0.00705701068146</c:v>
                </c:pt>
                <c:pt idx="1830">
                  <c:v>0.00704961108383</c:v>
                </c:pt>
                <c:pt idx="1831">
                  <c:v>0.0070421942801</c:v>
                </c:pt>
                <c:pt idx="1832">
                  <c:v>0.00703476017408</c:v>
                </c:pt>
                <c:pt idx="1833">
                  <c:v>0.00702730868251</c:v>
                </c:pt>
                <c:pt idx="1834">
                  <c:v>0.00701983973539</c:v>
                </c:pt>
                <c:pt idx="1835">
                  <c:v>0.00701235327628</c:v>
                </c:pt>
                <c:pt idx="1836">
                  <c:v>0.00700484926274</c:v>
                </c:pt>
                <c:pt idx="1837">
                  <c:v>0.00699732766667</c:v>
                </c:pt>
                <c:pt idx="1838">
                  <c:v>0.00698978847472</c:v>
                </c:pt>
                <c:pt idx="1839">
                  <c:v>0.00698223168868</c:v>
                </c:pt>
                <c:pt idx="1840">
                  <c:v>0.00697465732592</c:v>
                </c:pt>
                <c:pt idx="1841">
                  <c:v>0.0069670654198</c:v>
                </c:pt>
                <c:pt idx="1842">
                  <c:v>0.00695945602008</c:v>
                </c:pt>
                <c:pt idx="1843">
                  <c:v>0.0069518291934</c:v>
                </c:pt>
                <c:pt idx="1844">
                  <c:v>0.00694418502365</c:v>
                </c:pt>
                <c:pt idx="1845">
                  <c:v>0.00693652361248</c:v>
                </c:pt>
                <c:pt idx="1846">
                  <c:v>0.00692884507966</c:v>
                </c:pt>
                <c:pt idx="1847">
                  <c:v>0.00692114956353</c:v>
                </c:pt>
                <c:pt idx="1848">
                  <c:v>0.00691343722144</c:v>
                </c:pt>
                <c:pt idx="1849">
                  <c:v>0.00690570823011</c:v>
                </c:pt>
                <c:pt idx="1850">
                  <c:v>0.00689796278605</c:v>
                </c:pt>
                <c:pt idx="1851">
                  <c:v>0.00689020110592</c:v>
                </c:pt>
                <c:pt idx="1852">
                  <c:v>0.0068824234269</c:v>
                </c:pt>
                <c:pt idx="1853">
                  <c:v>0.006874630007</c:v>
                </c:pt>
                <c:pt idx="1854">
                  <c:v>0.00686682112541</c:v>
                </c:pt>
                <c:pt idx="1855">
                  <c:v>0.00685899708273</c:v>
                </c:pt>
                <c:pt idx="1856">
                  <c:v>0.00685115820126</c:v>
                </c:pt>
                <c:pt idx="1857">
                  <c:v>0.00684330482518</c:v>
                </c:pt>
                <c:pt idx="1858">
                  <c:v>0.0068354373208</c:v>
                </c:pt>
                <c:pt idx="1859">
                  <c:v>0.00682755607663</c:v>
                </c:pt>
                <c:pt idx="1860">
                  <c:v>0.00681966150354</c:v>
                </c:pt>
                <c:pt idx="1861">
                  <c:v>0.00681175403481</c:v>
                </c:pt>
                <c:pt idx="1862">
                  <c:v>0.00680383412614</c:v>
                </c:pt>
                <c:pt idx="1863">
                  <c:v>0.00679590225566</c:v>
                </c:pt>
                <c:pt idx="1864">
                  <c:v>0.00678795892379</c:v>
                </c:pt>
                <c:pt idx="1865">
                  <c:v>0.0067800046532</c:v>
                </c:pt>
                <c:pt idx="1866">
                  <c:v>0.00677203998858</c:v>
                </c:pt>
                <c:pt idx="1867">
                  <c:v>0.00676406549644</c:v>
                </c:pt>
                <c:pt idx="1868">
                  <c:v>0.00675608176485</c:v>
                </c:pt>
                <c:pt idx="1869">
                  <c:v>0.00674808940305</c:v>
                </c:pt>
                <c:pt idx="1870">
                  <c:v>0.00674008904114</c:v>
                </c:pt>
                <c:pt idx="1871">
                  <c:v>0.00673208132959</c:v>
                </c:pt>
                <c:pt idx="1872">
                  <c:v>0.00672406693879</c:v>
                </c:pt>
                <c:pt idx="1873">
                  <c:v>0.00671604655846</c:v>
                </c:pt>
                <c:pt idx="1874">
                  <c:v>0.00670802089707</c:v>
                </c:pt>
                <c:pt idx="1875">
                  <c:v>0.00669999068121</c:v>
                </c:pt>
                <c:pt idx="1876">
                  <c:v>0.00669195665486</c:v>
                </c:pt>
                <c:pt idx="1877">
                  <c:v>0.00668391957862</c:v>
                </c:pt>
                <c:pt idx="1878">
                  <c:v>0.00667588022896</c:v>
                </c:pt>
                <c:pt idx="1879">
                  <c:v>0.00666783939731</c:v>
                </c:pt>
                <c:pt idx="1880">
                  <c:v>0.00665979788922</c:v>
                </c:pt>
                <c:pt idx="1881">
                  <c:v>0.00665175652337</c:v>
                </c:pt>
                <c:pt idx="1882">
                  <c:v>0.00664371613062</c:v>
                </c:pt>
                <c:pt idx="1883">
                  <c:v>0.00663567755299</c:v>
                </c:pt>
                <c:pt idx="1884">
                  <c:v>0.0066276416426</c:v>
                </c:pt>
                <c:pt idx="1885">
                  <c:v>0.00661960926057</c:v>
                </c:pt>
                <c:pt idx="1886">
                  <c:v>0.00661158127595</c:v>
                </c:pt>
                <c:pt idx="1887">
                  <c:v>0.00660355856454</c:v>
                </c:pt>
                <c:pt idx="1888">
                  <c:v>0.00659554200773</c:v>
                </c:pt>
                <c:pt idx="1889">
                  <c:v>0.00658753249133</c:v>
                </c:pt>
                <c:pt idx="1890">
                  <c:v>0.00657953090437</c:v>
                </c:pt>
                <c:pt idx="1891">
                  <c:v>0.00657153813791</c:v>
                </c:pt>
                <c:pt idx="1892">
                  <c:v>0.00656355508377</c:v>
                </c:pt>
                <c:pt idx="1893">
                  <c:v>0.00655558263336</c:v>
                </c:pt>
                <c:pt idx="1894">
                  <c:v>0.00654762167645</c:v>
                </c:pt>
                <c:pt idx="1895">
                  <c:v>0.00653967309991</c:v>
                </c:pt>
                <c:pt idx="1896">
                  <c:v>0.00653173778656</c:v>
                </c:pt>
                <c:pt idx="1897">
                  <c:v>0.00652381661393</c:v>
                </c:pt>
                <c:pt idx="1898">
                  <c:v>0.00651591045306</c:v>
                </c:pt>
                <c:pt idx="1899">
                  <c:v>0.00650802016739</c:v>
                </c:pt>
                <c:pt idx="1900">
                  <c:v>0.00650014661151</c:v>
                </c:pt>
                <c:pt idx="1901">
                  <c:v>0.00649229063015</c:v>
                </c:pt>
                <c:pt idx="1902">
                  <c:v>0.00648445305698</c:v>
                </c:pt>
                <c:pt idx="1903">
                  <c:v>0.0064766347136</c:v>
                </c:pt>
                <c:pt idx="1904">
                  <c:v>0.00646883640846</c:v>
                </c:pt>
                <c:pt idx="1905">
                  <c:v>0.0064610589359</c:v>
                </c:pt>
                <c:pt idx="1906">
                  <c:v>0.00645330307514</c:v>
                </c:pt>
                <c:pt idx="1907">
                  <c:v>0.00644556958934</c:v>
                </c:pt>
                <c:pt idx="1908">
                  <c:v>0.00643785922478</c:v>
                </c:pt>
                <c:pt idx="1909">
                  <c:v>0.00643017270993</c:v>
                </c:pt>
                <c:pt idx="1910">
                  <c:v>0.00642251075467</c:v>
                </c:pt>
                <c:pt idx="1911">
                  <c:v>0.00641487404955</c:v>
                </c:pt>
                <c:pt idx="1912">
                  <c:v>0.00640726326504</c:v>
                </c:pt>
                <c:pt idx="1913">
                  <c:v>0.00639967905086</c:v>
                </c:pt>
                <c:pt idx="1914">
                  <c:v>0.00639212203539</c:v>
                </c:pt>
                <c:pt idx="1915">
                  <c:v>0.00638459282501</c:v>
                </c:pt>
                <c:pt idx="1916">
                  <c:v>0.00637709200364</c:v>
                </c:pt>
                <c:pt idx="1917">
                  <c:v>0.0063696201322</c:v>
                </c:pt>
                <c:pt idx="1918">
                  <c:v>0.00636217774818</c:v>
                </c:pt>
                <c:pt idx="1919">
                  <c:v>0.00635476536522</c:v>
                </c:pt>
                <c:pt idx="1920">
                  <c:v>0.00634738347277</c:v>
                </c:pt>
                <c:pt idx="1921">
                  <c:v>0.00634003253577</c:v>
                </c:pt>
                <c:pt idx="1922">
                  <c:v>0.00633271299434</c:v>
                </c:pt>
                <c:pt idx="1923">
                  <c:v>0.00632542526361</c:v>
                </c:pt>
                <c:pt idx="1924">
                  <c:v>0.00631816973345</c:v>
                </c:pt>
                <c:pt idx="1925">
                  <c:v>0.00631094676834</c:v>
                </c:pt>
                <c:pt idx="1926">
                  <c:v>0.00630375670729</c:v>
                </c:pt>
                <c:pt idx="1927">
                  <c:v>0.00629659986368</c:v>
                </c:pt>
                <c:pt idx="1928">
                  <c:v>0.00628947652527</c:v>
                </c:pt>
                <c:pt idx="1929">
                  <c:v>0.00628238695413</c:v>
                </c:pt>
                <c:pt idx="1930">
                  <c:v>0.0062753313867</c:v>
                </c:pt>
                <c:pt idx="1931">
                  <c:v>0.0062683100338</c:v>
                </c:pt>
                <c:pt idx="1932">
                  <c:v>0.00626132308072</c:v>
                </c:pt>
                <c:pt idx="1933">
                  <c:v>0.00625437068732</c:v>
                </c:pt>
                <c:pt idx="1934">
                  <c:v>0.00624745298813</c:v>
                </c:pt>
                <c:pt idx="1935">
                  <c:v>0.00624057009254</c:v>
                </c:pt>
                <c:pt idx="1936">
                  <c:v>0.00623372208498</c:v>
                </c:pt>
                <c:pt idx="1937">
                  <c:v>0.00622690902507</c:v>
                </c:pt>
                <c:pt idx="1938">
                  <c:v>0.00622013094793</c:v>
                </c:pt>
                <c:pt idx="1939">
                  <c:v>0.00621338786434</c:v>
                </c:pt>
                <c:pt idx="1940">
                  <c:v>0.00620667976108</c:v>
                </c:pt>
                <c:pt idx="1941">
                  <c:v>0.00620000660119</c:v>
                </c:pt>
                <c:pt idx="1942">
                  <c:v>0.00619336832429</c:v>
                </c:pt>
                <c:pt idx="1943">
                  <c:v>0.00618676484693</c:v>
                </c:pt>
                <c:pt idx="1944">
                  <c:v>0.00618019606292</c:v>
                </c:pt>
                <c:pt idx="1945">
                  <c:v>0.00617366184373</c:v>
                </c:pt>
                <c:pt idx="1946">
                  <c:v>0.00616716203887</c:v>
                </c:pt>
                <c:pt idx="1947">
                  <c:v>0.00616069647632</c:v>
                </c:pt>
                <c:pt idx="1948">
                  <c:v>0.00615426496298</c:v>
                </c:pt>
                <c:pt idx="1949">
                  <c:v>0.00614786728507</c:v>
                </c:pt>
                <c:pt idx="1950">
                  <c:v>0.00614150320867</c:v>
                </c:pt>
                <c:pt idx="1951">
                  <c:v>0.00613517248021</c:v>
                </c:pt>
                <c:pt idx="1952">
                  <c:v>0.00612887482692</c:v>
                </c:pt>
                <c:pt idx="1953">
                  <c:v>0.00612260995745</c:v>
                </c:pt>
                <c:pt idx="1954">
                  <c:v>0.00611637756238</c:v>
                </c:pt>
                <c:pt idx="1955">
                  <c:v>0.00611017731478</c:v>
                </c:pt>
                <c:pt idx="1956">
                  <c:v>0.00610400887085</c:v>
                </c:pt>
                <c:pt idx="1957">
                  <c:v>0.00609787187046</c:v>
                </c:pt>
                <c:pt idx="1958">
                  <c:v>0.00609176593785</c:v>
                </c:pt>
                <c:pt idx="1959">
                  <c:v>0.0060856906822</c:v>
                </c:pt>
                <c:pt idx="1960">
                  <c:v>0.00607964569834</c:v>
                </c:pt>
                <c:pt idx="1961">
                  <c:v>0.0060736305674</c:v>
                </c:pt>
                <c:pt idx="1962">
                  <c:v>0.0060676448575</c:v>
                </c:pt>
                <c:pt idx="1963">
                  <c:v>0.00606168812444</c:v>
                </c:pt>
                <c:pt idx="1964">
                  <c:v>0.00605575991242</c:v>
                </c:pt>
                <c:pt idx="1965">
                  <c:v>0.00604985975473</c:v>
                </c:pt>
                <c:pt idx="1966">
                  <c:v>0.00604398717452</c:v>
                </c:pt>
                <c:pt idx="1967">
                  <c:v>0.00603814168551</c:v>
                </c:pt>
                <c:pt idx="1968">
                  <c:v>0.00603232279272</c:v>
                </c:pt>
                <c:pt idx="1969">
                  <c:v>0.0060265299932</c:v>
                </c:pt>
                <c:pt idx="1970">
                  <c:v>0.00602076277682</c:v>
                </c:pt>
                <c:pt idx="1971">
                  <c:v>0.00601502062694</c:v>
                </c:pt>
                <c:pt idx="1972">
                  <c:v>0.00600930302122</c:v>
                </c:pt>
                <c:pt idx="1973">
                  <c:v>0.00600360943228</c:v>
                </c:pt>
                <c:pt idx="1974">
                  <c:v>0.00599793932847</c:v>
                </c:pt>
                <c:pt idx="1975">
                  <c:v>0.00599229217458</c:v>
                </c:pt>
                <c:pt idx="1976">
                  <c:v>0.00598666743253</c:v>
                </c:pt>
                <c:pt idx="1977">
                  <c:v>0.00598106456205</c:v>
                </c:pt>
                <c:pt idx="1978">
                  <c:v>0.00597548302139</c:v>
                </c:pt>
                <c:pt idx="1979">
                  <c:v>0.00596992226796</c:v>
                </c:pt>
                <c:pt idx="1980">
                  <c:v>0.00596438175894</c:v>
                </c:pt>
                <c:pt idx="1981">
                  <c:v>0.00595886095195</c:v>
                </c:pt>
                <c:pt idx="1982">
                  <c:v>0.0059533593056</c:v>
                </c:pt>
                <c:pt idx="1983">
                  <c:v>0.00594787628009</c:v>
                </c:pt>
                <c:pt idx="1984">
                  <c:v>0.00594241133775</c:v>
                </c:pt>
                <c:pt idx="1985">
                  <c:v>0.00593696394355</c:v>
                </c:pt>
                <c:pt idx="1986">
                  <c:v>0.0059315335656</c:v>
                </c:pt>
                <c:pt idx="1987">
                  <c:v>0.00592611967564</c:v>
                </c:pt>
                <c:pt idx="1988">
                  <c:v>0.00592072174942</c:v>
                </c:pt>
                <c:pt idx="1989">
                  <c:v>0.00591533926717</c:v>
                </c:pt>
                <c:pt idx="1990">
                  <c:v>0.00590997171395</c:v>
                </c:pt>
                <c:pt idx="1991">
                  <c:v>0.00590461857999</c:v>
                </c:pt>
                <c:pt idx="1992">
                  <c:v>0.00589927936103</c:v>
                </c:pt>
                <c:pt idx="1993">
                  <c:v>0.00589395355861</c:v>
                </c:pt>
                <c:pt idx="1994">
                  <c:v>0.00588864068032</c:v>
                </c:pt>
                <c:pt idx="1995">
                  <c:v>0.00588334024005</c:v>
                </c:pt>
                <c:pt idx="1996">
                  <c:v>0.00587805175818</c:v>
                </c:pt>
                <c:pt idx="1997">
                  <c:v>0.00587277476179</c:v>
                </c:pt>
                <c:pt idx="1998">
                  <c:v>0.00586750878479</c:v>
                </c:pt>
                <c:pt idx="1999">
                  <c:v>0.00586225336808</c:v>
                </c:pt>
                <c:pt idx="2000">
                  <c:v>0.00585700805961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0.75"/>
          <c:min val="0"/>
        </c:scaling>
        <c:delete val="0"/>
        <c:axPos val="l"/>
        <c:majorGridlines>
          <c:spPr>
            <a:ln xmlns:a="http://schemas.openxmlformats.org/drawingml/2006/main" w="4763">
              <a:solidFill>
                <a:srgbClr val="EEEEEE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2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majorUnit val="1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5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U/t = 8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222222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scatterChart>
        <c:scatterStyle val="lineMarker"/>
        <c:varyColors val="0"/>
        <c:ser>
          <c:idx val="0"/>
          <c:order val="0"/>
          <c:tx>
            <c:v>charge</c:v>
          </c:tx>
          <c:spPr>
            <a:ln xmlns:a="http://schemas.openxmlformats.org/drawingml/2006/main" w="15240">
              <a:solidFill>
                <a:srgbClr val="C43C64"/>
              </a:solidFill>
              <a:prstDash val="solid"/>
            </a:ln>
          </c:spPr>
          <c:marker>
            <c:symbol val="none"/>
            <c:size val="5"/>
            <c:spPr>
              <a:solidFill xmlns:a="http://schemas.openxmlformats.org/drawingml/2006/main">
                <a:srgbClr val="C43C64"/>
              </a:solidFill>
            </c:spPr>
          </c:marker>
          <c:xVal>
            <c:numRef>
              <c:f>'Chart Data'!$A$2:$A$2002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Data'!$B$2:$B$2002</c:f>
              <c:numCache>
                <c:formatCode>0.0</c:formatCode>
                <c:ptCount val="2001"/>
                <c:pt idx="0">
                  <c:v>0.00350002417818</c:v>
                </c:pt>
                <c:pt idx="1">
                  <c:v>0.00350722624529</c:v>
                </c:pt>
                <c:pt idx="2">
                  <c:v>0.00351445127731</c:v>
                </c:pt>
                <c:pt idx="3">
                  <c:v>0.00352169937555</c:v>
                </c:pt>
                <c:pt idx="4">
                  <c:v>0.00352897064193</c:v>
                </c:pt>
                <c:pt idx="5">
                  <c:v>0.00353626517896</c:v>
                </c:pt>
                <c:pt idx="6">
                  <c:v>0.00354358308974</c:v>
                </c:pt>
                <c:pt idx="7">
                  <c:v>0.00355092447794</c:v>
                </c:pt>
                <c:pt idx="8">
                  <c:v>0.00355828944787</c:v>
                </c:pt>
                <c:pt idx="9">
                  <c:v>0.00356567810442</c:v>
                </c:pt>
                <c:pt idx="10">
                  <c:v>0.00357309055309</c:v>
                </c:pt>
                <c:pt idx="11">
                  <c:v>0.00358052690002</c:v>
                </c:pt>
                <c:pt idx="12">
                  <c:v>0.00358798725195</c:v>
                </c:pt>
                <c:pt idx="13">
                  <c:v>0.00359547171622</c:v>
                </c:pt>
                <c:pt idx="14">
                  <c:v>0.00360298040084</c:v>
                </c:pt>
                <c:pt idx="15">
                  <c:v>0.00361051341444</c:v>
                </c:pt>
                <c:pt idx="16">
                  <c:v>0.00361807086626</c:v>
                </c:pt>
                <c:pt idx="17">
                  <c:v>0.00362565286622</c:v>
                </c:pt>
                <c:pt idx="18">
                  <c:v>0.00363325952487</c:v>
                </c:pt>
                <c:pt idx="19">
                  <c:v>0.0036408909534</c:v>
                </c:pt>
                <c:pt idx="20">
                  <c:v>0.00364854726368</c:v>
                </c:pt>
                <c:pt idx="21">
                  <c:v>0.00365622856822</c:v>
                </c:pt>
                <c:pt idx="22">
                  <c:v>0.00366393498022</c:v>
                </c:pt>
                <c:pt idx="23">
                  <c:v>0.00367166661352</c:v>
                </c:pt>
                <c:pt idx="24">
                  <c:v>0.00367942358266</c:v>
                </c:pt>
                <c:pt idx="25">
                  <c:v>0.00368720600286</c:v>
                </c:pt>
                <c:pt idx="26">
                  <c:v>0.00369501399001</c:v>
                </c:pt>
                <c:pt idx="27">
                  <c:v>0.00370284766071</c:v>
                </c:pt>
                <c:pt idx="28">
                  <c:v>0.00371070713225</c:v>
                </c:pt>
                <c:pt idx="29">
                  <c:v>0.00371859252263</c:v>
                </c:pt>
                <c:pt idx="30">
                  <c:v>0.00372650395053</c:v>
                </c:pt>
                <c:pt idx="31">
                  <c:v>0.00373444153538</c:v>
                </c:pt>
                <c:pt idx="32">
                  <c:v>0.00374240539731</c:v>
                </c:pt>
                <c:pt idx="33">
                  <c:v>0.00375039565716</c:v>
                </c:pt>
                <c:pt idx="34">
                  <c:v>0.00375841243653</c:v>
                </c:pt>
                <c:pt idx="35">
                  <c:v>0.00376645585774</c:v>
                </c:pt>
                <c:pt idx="36">
                  <c:v>0.00377452604384</c:v>
                </c:pt>
                <c:pt idx="37">
                  <c:v>0.00378262311864</c:v>
                </c:pt>
                <c:pt idx="38">
                  <c:v>0.00379074720669</c:v>
                </c:pt>
                <c:pt idx="39">
                  <c:v>0.00379889843333</c:v>
                </c:pt>
                <c:pt idx="40">
                  <c:v>0.00380707692462</c:v>
                </c:pt>
                <c:pt idx="41">
                  <c:v>0.00381528280742</c:v>
                </c:pt>
                <c:pt idx="42">
                  <c:v>0.00382351620935</c:v>
                </c:pt>
                <c:pt idx="43">
                  <c:v>0.00383177725882</c:v>
                </c:pt>
                <c:pt idx="44">
                  <c:v>0.00384006608503</c:v>
                </c:pt>
                <c:pt idx="45">
                  <c:v>0.00384838281795</c:v>
                </c:pt>
                <c:pt idx="46">
                  <c:v>0.00385672758839</c:v>
                </c:pt>
                <c:pt idx="47">
                  <c:v>0.00386510052794</c:v>
                </c:pt>
                <c:pt idx="48">
                  <c:v>0.00387350176901</c:v>
                </c:pt>
                <c:pt idx="49">
                  <c:v>0.00388193144482</c:v>
                </c:pt>
                <c:pt idx="50">
                  <c:v>0.00389038968943</c:v>
                </c:pt>
                <c:pt idx="51">
                  <c:v>0.00389887663772</c:v>
                </c:pt>
                <c:pt idx="52">
                  <c:v>0.00390739242542</c:v>
                </c:pt>
                <c:pt idx="53">
                  <c:v>0.00391593718909</c:v>
                </c:pt>
                <c:pt idx="54">
                  <c:v>0.00392451106617</c:v>
                </c:pt>
                <c:pt idx="55">
                  <c:v>0.00393311419492</c:v>
                </c:pt>
                <c:pt idx="56">
                  <c:v>0.00394174671449</c:v>
                </c:pt>
                <c:pt idx="57">
                  <c:v>0.0039504087649</c:v>
                </c:pt>
                <c:pt idx="58">
                  <c:v>0.00395910048706</c:v>
                </c:pt>
                <c:pt idx="59">
                  <c:v>0.00396782202274</c:v>
                </c:pt>
                <c:pt idx="60">
                  <c:v>0.00397657351462</c:v>
                </c:pt>
                <c:pt idx="61">
                  <c:v>0.00398535510629</c:v>
                </c:pt>
                <c:pt idx="62">
                  <c:v>0.00399416694222</c:v>
                </c:pt>
                <c:pt idx="63">
                  <c:v>0.00400300916783</c:v>
                </c:pt>
                <c:pt idx="64">
                  <c:v>0.00401188192944</c:v>
                </c:pt>
                <c:pt idx="65">
                  <c:v>0.0040207853743</c:v>
                </c:pt>
                <c:pt idx="66">
                  <c:v>0.00402971965061</c:v>
                </c:pt>
                <c:pt idx="67">
                  <c:v>0.00403868490751</c:v>
                </c:pt>
                <c:pt idx="68">
                  <c:v>0.0040476812951</c:v>
                </c:pt>
                <c:pt idx="69">
                  <c:v>0.00405670896442</c:v>
                </c:pt>
                <c:pt idx="70">
                  <c:v>0.00406576806751</c:v>
                </c:pt>
                <c:pt idx="71">
                  <c:v>0.00407485875735</c:v>
                </c:pt>
                <c:pt idx="72">
                  <c:v>0.00408398118795</c:v>
                </c:pt>
                <c:pt idx="73">
                  <c:v>0.00409313551427</c:v>
                </c:pt>
                <c:pt idx="74">
                  <c:v>0.0041023218923</c:v>
                </c:pt>
                <c:pt idx="75">
                  <c:v>0.00411154047902</c:v>
                </c:pt>
                <c:pt idx="76">
                  <c:v>0.00412079143244</c:v>
                </c:pt>
                <c:pt idx="77">
                  <c:v>0.00413007491161</c:v>
                </c:pt>
                <c:pt idx="78">
                  <c:v>0.00413939107658</c:v>
                </c:pt>
                <c:pt idx="79">
                  <c:v>0.00414874008847</c:v>
                </c:pt>
                <c:pt idx="80">
                  <c:v>0.00415812210944</c:v>
                </c:pt>
                <c:pt idx="81">
                  <c:v>0.00416753730272</c:v>
                </c:pt>
                <c:pt idx="82">
                  <c:v>0.00417698583261</c:v>
                </c:pt>
                <c:pt idx="83">
                  <c:v>0.00418646786448</c:v>
                </c:pt>
                <c:pt idx="84">
                  <c:v>0.00419598356479</c:v>
                </c:pt>
                <c:pt idx="85">
                  <c:v>0.00420553310111</c:v>
                </c:pt>
                <c:pt idx="86">
                  <c:v>0.0042151166421</c:v>
                </c:pt>
                <c:pt idx="87">
                  <c:v>0.00422473435755</c:v>
                </c:pt>
                <c:pt idx="88">
                  <c:v>0.00423438641836</c:v>
                </c:pt>
                <c:pt idx="89">
                  <c:v>0.00424407299657</c:v>
                </c:pt>
                <c:pt idx="90">
                  <c:v>0.00425379426538</c:v>
                </c:pt>
                <c:pt idx="91">
                  <c:v>0.00426355039913</c:v>
                </c:pt>
                <c:pt idx="92">
                  <c:v>0.00427334157333</c:v>
                </c:pt>
                <c:pt idx="93">
                  <c:v>0.00428316796465</c:v>
                </c:pt>
                <c:pt idx="94">
                  <c:v>0.00429302975096</c:v>
                </c:pt>
                <c:pt idx="95">
                  <c:v>0.00430292711133</c:v>
                </c:pt>
                <c:pt idx="96">
                  <c:v>0.00431286022601</c:v>
                </c:pt>
                <c:pt idx="97">
                  <c:v>0.0043228292765</c:v>
                </c:pt>
                <c:pt idx="98">
                  <c:v>0.00433283444549</c:v>
                </c:pt>
                <c:pt idx="99">
                  <c:v>0.00434287591694</c:v>
                </c:pt>
                <c:pt idx="100">
                  <c:v>0.00435295387602</c:v>
                </c:pt>
                <c:pt idx="101">
                  <c:v>0.0043630685092</c:v>
                </c:pt>
                <c:pt idx="102">
                  <c:v>0.00437322000418</c:v>
                </c:pt>
                <c:pt idx="103">
                  <c:v>0.00438340854998</c:v>
                </c:pt>
                <c:pt idx="104">
                  <c:v>0.00439363433687</c:v>
                </c:pt>
                <c:pt idx="105">
                  <c:v>0.00440389755646</c:v>
                </c:pt>
                <c:pt idx="106">
                  <c:v>0.00441419840164</c:v>
                </c:pt>
                <c:pt idx="107">
                  <c:v>0.00442453706666</c:v>
                </c:pt>
                <c:pt idx="108">
                  <c:v>0.00443491374709</c:v>
                </c:pt>
                <c:pt idx="109">
                  <c:v>0.00444532863985</c:v>
                </c:pt>
                <c:pt idx="110">
                  <c:v>0.00445578194322</c:v>
                </c:pt>
                <c:pt idx="111">
                  <c:v>0.00446627385686</c:v>
                </c:pt>
                <c:pt idx="112">
                  <c:v>0.00447680458181</c:v>
                </c:pt>
                <c:pt idx="113">
                  <c:v>0.00448737432052</c:v>
                </c:pt>
                <c:pt idx="114">
                  <c:v>0.00449798327683</c:v>
                </c:pt>
                <c:pt idx="115">
                  <c:v>0.00450863165603</c:v>
                </c:pt>
                <c:pt idx="116">
                  <c:v>0.00451931966483</c:v>
                </c:pt>
                <c:pt idx="117">
                  <c:v>0.00453004751139</c:v>
                </c:pt>
                <c:pt idx="118">
                  <c:v>0.00454081540533</c:v>
                </c:pt>
                <c:pt idx="119">
                  <c:v>0.00455162355776</c:v>
                </c:pt>
                <c:pt idx="120">
                  <c:v>0.00456247218127</c:v>
                </c:pt>
                <c:pt idx="121">
                  <c:v>0.00457336148995</c:v>
                </c:pt>
                <c:pt idx="122">
                  <c:v>0.00458429169942</c:v>
                </c:pt>
                <c:pt idx="123">
                  <c:v>0.0045952630268</c:v>
                </c:pt>
                <c:pt idx="124">
                  <c:v>0.0046062756908</c:v>
                </c:pt>
                <c:pt idx="125">
                  <c:v>0.00461732991164</c:v>
                </c:pt>
                <c:pt idx="126">
                  <c:v>0.00462842591115</c:v>
                </c:pt>
                <c:pt idx="127">
                  <c:v>0.00463956391274</c:v>
                </c:pt>
                <c:pt idx="128">
                  <c:v>0.0046507441414</c:v>
                </c:pt>
                <c:pt idx="129">
                  <c:v>0.00466196682376</c:v>
                </c:pt>
                <c:pt idx="130">
                  <c:v>0.00467323218807</c:v>
                </c:pt>
                <c:pt idx="131">
                  <c:v>0.00468454046425</c:v>
                </c:pt>
                <c:pt idx="132">
                  <c:v>0.00469589188384</c:v>
                </c:pt>
                <c:pt idx="133">
                  <c:v>0.0047072866801</c:v>
                </c:pt>
                <c:pt idx="134">
                  <c:v>0.00471872508796</c:v>
                </c:pt>
                <c:pt idx="135">
                  <c:v>0.00473020734407</c:v>
                </c:pt>
                <c:pt idx="136">
                  <c:v>0.00474173368679</c:v>
                </c:pt>
                <c:pt idx="137">
                  <c:v>0.00475330435625</c:v>
                </c:pt>
                <c:pt idx="138">
                  <c:v>0.0047649195943</c:v>
                </c:pt>
                <c:pt idx="139">
                  <c:v>0.0047765796446</c:v>
                </c:pt>
                <c:pt idx="140">
                  <c:v>0.00478828475259</c:v>
                </c:pt>
                <c:pt idx="141">
                  <c:v>0.0048000351655</c:v>
                </c:pt>
                <c:pt idx="142">
                  <c:v>0.00481183113242</c:v>
                </c:pt>
                <c:pt idx="143">
                  <c:v>0.00482367290426</c:v>
                </c:pt>
                <c:pt idx="144">
                  <c:v>0.0048355607338</c:v>
                </c:pt>
                <c:pt idx="145">
                  <c:v>0.00484749487568</c:v>
                </c:pt>
                <c:pt idx="146">
                  <c:v>0.00485947558647</c:v>
                </c:pt>
                <c:pt idx="147">
                  <c:v>0.00487150312463</c:v>
                </c:pt>
                <c:pt idx="148">
                  <c:v>0.00488357775055</c:v>
                </c:pt>
                <c:pt idx="149">
                  <c:v>0.0048956997266</c:v>
                </c:pt>
                <c:pt idx="150">
                  <c:v>0.00490786931708</c:v>
                </c:pt>
                <c:pt idx="151">
                  <c:v>0.00492008678832</c:v>
                </c:pt>
                <c:pt idx="152">
                  <c:v>0.00493235240864</c:v>
                </c:pt>
                <c:pt idx="153">
                  <c:v>0.00494466644839</c:v>
                </c:pt>
                <c:pt idx="154">
                  <c:v>0.00495702917996</c:v>
                </c:pt>
                <c:pt idx="155">
                  <c:v>0.00496944087783</c:v>
                </c:pt>
                <c:pt idx="156">
                  <c:v>0.00498190181854</c:v>
                </c:pt>
                <c:pt idx="157">
                  <c:v>0.00499441228077</c:v>
                </c:pt>
                <c:pt idx="158">
                  <c:v>0.00500697254531</c:v>
                </c:pt>
                <c:pt idx="159">
                  <c:v>0.0050195828951</c:v>
                </c:pt>
                <c:pt idx="160">
                  <c:v>0.00503224361527</c:v>
                </c:pt>
                <c:pt idx="161">
                  <c:v>0.00504495499311</c:v>
                </c:pt>
                <c:pt idx="162">
                  <c:v>0.00505771731817</c:v>
                </c:pt>
                <c:pt idx="163">
                  <c:v>0.0050705308822</c:v>
                </c:pt>
                <c:pt idx="164">
                  <c:v>0.00508339597922</c:v>
                </c:pt>
                <c:pt idx="165">
                  <c:v>0.00509631290554</c:v>
                </c:pt>
                <c:pt idx="166">
                  <c:v>0.00510928195977</c:v>
                </c:pt>
                <c:pt idx="167">
                  <c:v>0.00512230344284</c:v>
                </c:pt>
                <c:pt idx="168">
                  <c:v>0.00513537765803</c:v>
                </c:pt>
                <c:pt idx="169">
                  <c:v>0.00514850491101</c:v>
                </c:pt>
                <c:pt idx="170">
                  <c:v>0.00516168550983</c:v>
                </c:pt>
                <c:pt idx="171">
                  <c:v>0.00517491976497</c:v>
                </c:pt>
                <c:pt idx="172">
                  <c:v>0.00518820798937</c:v>
                </c:pt>
                <c:pt idx="173">
                  <c:v>0.0052015504984</c:v>
                </c:pt>
                <c:pt idx="174">
                  <c:v>0.00521494760998</c:v>
                </c:pt>
                <c:pt idx="175">
                  <c:v>0.0052283996445</c:v>
                </c:pt>
                <c:pt idx="176">
                  <c:v>0.00524190692494</c:v>
                </c:pt>
                <c:pt idx="177">
                  <c:v>0.00525546977682</c:v>
                </c:pt>
                <c:pt idx="178">
                  <c:v>0.00526908852826</c:v>
                </c:pt>
                <c:pt idx="179">
                  <c:v>0.00528276351004</c:v>
                </c:pt>
                <c:pt idx="180">
                  <c:v>0.00529649505554</c:v>
                </c:pt>
                <c:pt idx="181">
                  <c:v>0.00531028350087</c:v>
                </c:pt>
                <c:pt idx="182">
                  <c:v>0.0053241291848</c:v>
                </c:pt>
                <c:pt idx="183">
                  <c:v>0.00533803244886</c:v>
                </c:pt>
                <c:pt idx="184">
                  <c:v>0.00535199363734</c:v>
                </c:pt>
                <c:pt idx="185">
                  <c:v>0.00536601309731</c:v>
                </c:pt>
                <c:pt idx="186">
                  <c:v>0.00538009117867</c:v>
                </c:pt>
                <c:pt idx="187">
                  <c:v>0.00539422823414</c:v>
                </c:pt>
                <c:pt idx="188">
                  <c:v>0.00540842461935</c:v>
                </c:pt>
                <c:pt idx="189">
                  <c:v>0.00542268069283</c:v>
                </c:pt>
                <c:pt idx="190">
                  <c:v>0.00543699681601</c:v>
                </c:pt>
                <c:pt idx="191">
                  <c:v>0.00545137335334</c:v>
                </c:pt>
                <c:pt idx="192">
                  <c:v>0.00546581067222</c:v>
                </c:pt>
                <c:pt idx="193">
                  <c:v>0.00548030914311</c:v>
                </c:pt>
                <c:pt idx="194">
                  <c:v>0.00549486913951</c:v>
                </c:pt>
                <c:pt idx="195">
                  <c:v>0.005509491038</c:v>
                </c:pt>
                <c:pt idx="196">
                  <c:v>0.00552417521832</c:v>
                </c:pt>
                <c:pt idx="197">
                  <c:v>0.00553892206333</c:v>
                </c:pt>
                <c:pt idx="198">
                  <c:v>0.00555373195908</c:v>
                </c:pt>
                <c:pt idx="199">
                  <c:v>0.00556860529486</c:v>
                </c:pt>
                <c:pt idx="200">
                  <c:v>0.00558354246319</c:v>
                </c:pt>
                <c:pt idx="201">
                  <c:v>0.00559854385989</c:v>
                </c:pt>
                <c:pt idx="202">
                  <c:v>0.0056136098841</c:v>
                </c:pt>
                <c:pt idx="203">
                  <c:v>0.00562874093831</c:v>
                </c:pt>
                <c:pt idx="204">
                  <c:v>0.0056439374284</c:v>
                </c:pt>
                <c:pt idx="205">
                  <c:v>0.00565919976367</c:v>
                </c:pt>
                <c:pt idx="206">
                  <c:v>0.0056745283569</c:v>
                </c:pt>
                <c:pt idx="207">
                  <c:v>0.00568992362435</c:v>
                </c:pt>
                <c:pt idx="208">
                  <c:v>0.00570538598581</c:v>
                </c:pt>
                <c:pt idx="209">
                  <c:v>0.00572091586464</c:v>
                </c:pt>
                <c:pt idx="210">
                  <c:v>0.0057365136878</c:v>
                </c:pt>
                <c:pt idx="211">
                  <c:v>0.00575217988592</c:v>
                </c:pt>
                <c:pt idx="212">
                  <c:v>0.00576791489328</c:v>
                </c:pt>
                <c:pt idx="213">
                  <c:v>0.00578371914789</c:v>
                </c:pt>
                <c:pt idx="214">
                  <c:v>0.0057995930915</c:v>
                </c:pt>
                <c:pt idx="215">
                  <c:v>0.00581553716969</c:v>
                </c:pt>
                <c:pt idx="216">
                  <c:v>0.00583155183183</c:v>
                </c:pt>
                <c:pt idx="217">
                  <c:v>0.0058476375312</c:v>
                </c:pt>
                <c:pt idx="218">
                  <c:v>0.00586379472497</c:v>
                </c:pt>
                <c:pt idx="219">
                  <c:v>0.00588002387427</c:v>
                </c:pt>
                <c:pt idx="220">
                  <c:v>0.00589632544421</c:v>
                </c:pt>
                <c:pt idx="221">
                  <c:v>0.00591269990396</c:v>
                </c:pt>
                <c:pt idx="222">
                  <c:v>0.00592914772673</c:v>
                </c:pt>
                <c:pt idx="223">
                  <c:v>0.00594566938987</c:v>
                </c:pt>
                <c:pt idx="224">
                  <c:v>0.00596226537488</c:v>
                </c:pt>
                <c:pt idx="225">
                  <c:v>0.00597893616744</c:v>
                </c:pt>
                <c:pt idx="226">
                  <c:v>0.00599568225751</c:v>
                </c:pt>
                <c:pt idx="227">
                  <c:v>0.00601250413928</c:v>
                </c:pt>
                <c:pt idx="228">
                  <c:v>0.00602940231131</c:v>
                </c:pt>
                <c:pt idx="229">
                  <c:v>0.00604637727651</c:v>
                </c:pt>
                <c:pt idx="230">
                  <c:v>0.00606342954219</c:v>
                </c:pt>
                <c:pt idx="231">
                  <c:v>0.00608055962013</c:v>
                </c:pt>
                <c:pt idx="232">
                  <c:v>0.00609776802661</c:v>
                </c:pt>
                <c:pt idx="233">
                  <c:v>0.00611505528242</c:v>
                </c:pt>
                <c:pt idx="234">
                  <c:v>0.00613242191298</c:v>
                </c:pt>
                <c:pt idx="235">
                  <c:v>0.00614986844831</c:v>
                </c:pt>
                <c:pt idx="236">
                  <c:v>0.00616739542312</c:v>
                </c:pt>
                <c:pt idx="237">
                  <c:v>0.00618500337681</c:v>
                </c:pt>
                <c:pt idx="238">
                  <c:v>0.00620269285357</c:v>
                </c:pt>
                <c:pt idx="239">
                  <c:v>0.00622046440238</c:v>
                </c:pt>
                <c:pt idx="240">
                  <c:v>0.0062383185771</c:v>
                </c:pt>
                <c:pt idx="241">
                  <c:v>0.00625625593645</c:v>
                </c:pt>
                <c:pt idx="242">
                  <c:v>0.00627427704411</c:v>
                </c:pt>
                <c:pt idx="243">
                  <c:v>0.00629238246874</c:v>
                </c:pt>
                <c:pt idx="244">
                  <c:v>0.00631057278405</c:v>
                </c:pt>
                <c:pt idx="245">
                  <c:v>0.00632884856878</c:v>
                </c:pt>
                <c:pt idx="246">
                  <c:v>0.00634721040685</c:v>
                </c:pt>
                <c:pt idx="247">
                  <c:v>0.00636565888729</c:v>
                </c:pt>
                <c:pt idx="248">
                  <c:v>0.00638419460438</c:v>
                </c:pt>
                <c:pt idx="249">
                  <c:v>0.00640281815762</c:v>
                </c:pt>
                <c:pt idx="250">
                  <c:v>0.00642153015183</c:v>
                </c:pt>
                <c:pt idx="251">
                  <c:v>0.00644033119717</c:v>
                </c:pt>
                <c:pt idx="252">
                  <c:v>0.00645922190917</c:v>
                </c:pt>
                <c:pt idx="253">
                  <c:v>0.0064782029088</c:v>
                </c:pt>
                <c:pt idx="254">
                  <c:v>0.00649727482248</c:v>
                </c:pt>
                <c:pt idx="255">
                  <c:v>0.00651643828218</c:v>
                </c:pt>
                <c:pt idx="256">
                  <c:v>0.00653569392538</c:v>
                </c:pt>
                <c:pt idx="257">
                  <c:v>0.00655504239518</c:v>
                </c:pt>
                <c:pt idx="258">
                  <c:v>0.00657448434031</c:v>
                </c:pt>
                <c:pt idx="259">
                  <c:v>0.00659402041518</c:v>
                </c:pt>
                <c:pt idx="260">
                  <c:v>0.00661365127991</c:v>
                </c:pt>
                <c:pt idx="261">
                  <c:v>0.00663337760037</c:v>
                </c:pt>
                <c:pt idx="262">
                  <c:v>0.00665320004821</c:v>
                </c:pt>
                <c:pt idx="263">
                  <c:v>0.00667311930093</c:v>
                </c:pt>
                <c:pt idx="264">
                  <c:v>0.00669313604188</c:v>
                </c:pt>
                <c:pt idx="265">
                  <c:v>0.0067132509603</c:v>
                </c:pt>
                <c:pt idx="266">
                  <c:v>0.00673346475137</c:v>
                </c:pt>
                <c:pt idx="267">
                  <c:v>0.00675377811622</c:v>
                </c:pt>
                <c:pt idx="268">
                  <c:v>0.00677419176198</c:v>
                </c:pt>
                <c:pt idx="269">
                  <c:v>0.0067947064018</c:v>
                </c:pt>
                <c:pt idx="270">
                  <c:v>0.00681532275488</c:v>
                </c:pt>
                <c:pt idx="271">
                  <c:v>0.00683604154648</c:v>
                </c:pt>
                <c:pt idx="272">
                  <c:v>0.00685686350797</c:v>
                </c:pt>
                <c:pt idx="273">
                  <c:v>0.00687778937685</c:v>
                </c:pt>
                <c:pt idx="274">
                  <c:v>0.00689881989673</c:v>
                </c:pt>
                <c:pt idx="275">
                  <c:v>0.00691995581741</c:v>
                </c:pt>
                <c:pt idx="276">
                  <c:v>0.00694119789484</c:v>
                </c:pt>
                <c:pt idx="277">
                  <c:v>0.00696254689117</c:v>
                </c:pt>
                <c:pt idx="278">
                  <c:v>0.00698400357474</c:v>
                </c:pt>
                <c:pt idx="279">
                  <c:v>0.0070055687201</c:v>
                </c:pt>
                <c:pt idx="280">
                  <c:v>0.00702724310802</c:v>
                </c:pt>
                <c:pt idx="281">
                  <c:v>0.00704902752546</c:v>
                </c:pt>
                <c:pt idx="282">
                  <c:v>0.00707092276562</c:v>
                </c:pt>
                <c:pt idx="283">
                  <c:v>0.00709292962788</c:v>
                </c:pt>
                <c:pt idx="284">
                  <c:v>0.00711504891784</c:v>
                </c:pt>
                <c:pt idx="285">
                  <c:v>0.00713728144728</c:v>
                </c:pt>
                <c:pt idx="286">
                  <c:v>0.00715962803415</c:v>
                </c:pt>
                <c:pt idx="287">
                  <c:v>0.00718208950258</c:v>
                </c:pt>
                <c:pt idx="288">
                  <c:v>0.00720466668278</c:v>
                </c:pt>
                <c:pt idx="289">
                  <c:v>0.00722736041112</c:v>
                </c:pt>
                <c:pt idx="290">
                  <c:v>0.00725017153</c:v>
                </c:pt>
                <c:pt idx="291">
                  <c:v>0.00727310088787</c:v>
                </c:pt>
                <c:pt idx="292">
                  <c:v>0.00729614933915</c:v>
                </c:pt>
                <c:pt idx="293">
                  <c:v>0.00731931774423</c:v>
                </c:pt>
                <c:pt idx="294">
                  <c:v>0.00734260696936</c:v>
                </c:pt>
                <c:pt idx="295">
                  <c:v>0.00736601788663</c:v>
                </c:pt>
                <c:pt idx="296">
                  <c:v>0.0073895513739</c:v>
                </c:pt>
                <c:pt idx="297">
                  <c:v>0.00741320831471</c:v>
                </c:pt>
                <c:pt idx="298">
                  <c:v>0.0074369895982</c:v>
                </c:pt>
                <c:pt idx="299">
                  <c:v>0.00746089611907</c:v>
                </c:pt>
                <c:pt idx="300">
                  <c:v>0.00748492877741</c:v>
                </c:pt>
                <c:pt idx="301">
                  <c:v>0.00750908847869</c:v>
                </c:pt>
                <c:pt idx="302">
                  <c:v>0.00753337613356</c:v>
                </c:pt>
                <c:pt idx="303">
                  <c:v>0.00755779265782</c:v>
                </c:pt>
                <c:pt idx="304">
                  <c:v>0.00758233897223</c:v>
                </c:pt>
                <c:pt idx="305">
                  <c:v>0.00760701600241</c:v>
                </c:pt>
                <c:pt idx="306">
                  <c:v>0.00763182467869</c:v>
                </c:pt>
                <c:pt idx="307">
                  <c:v>0.00765676593597</c:v>
                </c:pt>
                <c:pt idx="308">
                  <c:v>0.00768184071354</c:v>
                </c:pt>
                <c:pt idx="309">
                  <c:v>0.00770704995493</c:v>
                </c:pt>
                <c:pt idx="310">
                  <c:v>0.00773239460772</c:v>
                </c:pt>
                <c:pt idx="311">
                  <c:v>0.00775787562333</c:v>
                </c:pt>
                <c:pt idx="312">
                  <c:v>0.00778349395687</c:v>
                </c:pt>
                <c:pt idx="313">
                  <c:v>0.00780925056687</c:v>
                </c:pt>
                <c:pt idx="314">
                  <c:v>0.0078351464151</c:v>
                </c:pt>
                <c:pt idx="315">
                  <c:v>0.0078611824663</c:v>
                </c:pt>
                <c:pt idx="316">
                  <c:v>0.00788735968798</c:v>
                </c:pt>
                <c:pt idx="317">
                  <c:v>0.0079136790501</c:v>
                </c:pt>
                <c:pt idx="318">
                  <c:v>0.00794014152484</c:v>
                </c:pt>
                <c:pt idx="319">
                  <c:v>0.0079667480863</c:v>
                </c:pt>
                <c:pt idx="320">
                  <c:v>0.00799349971023</c:v>
                </c:pt>
                <c:pt idx="321">
                  <c:v>0.00802039737367</c:v>
                </c:pt>
                <c:pt idx="322">
                  <c:v>0.00804744205466</c:v>
                </c:pt>
                <c:pt idx="323">
                  <c:v>0.0080746347319</c:v>
                </c:pt>
                <c:pt idx="324">
                  <c:v>0.00810197638439</c:v>
                </c:pt>
                <c:pt idx="325">
                  <c:v>0.00812946799107</c:v>
                </c:pt>
                <c:pt idx="326">
                  <c:v>0.00815711053045</c:v>
                </c:pt>
                <c:pt idx="327">
                  <c:v>0.00818490498019</c:v>
                </c:pt>
                <c:pt idx="328">
                  <c:v>0.00821285231671</c:v>
                </c:pt>
                <c:pt idx="329">
                  <c:v>0.00824095351479</c:v>
                </c:pt>
                <c:pt idx="330">
                  <c:v>0.00826920954709</c:v>
                </c:pt>
                <c:pt idx="331">
                  <c:v>0.00829762138372</c:v>
                </c:pt>
                <c:pt idx="332">
                  <c:v>0.00832618999181</c:v>
                </c:pt>
                <c:pt idx="333">
                  <c:v>0.00835491633497</c:v>
                </c:pt>
                <c:pt idx="334">
                  <c:v>0.00838380137286</c:v>
                </c:pt>
                <c:pt idx="335">
                  <c:v>0.00841284606064</c:v>
                </c:pt>
                <c:pt idx="336">
                  <c:v>0.00844205134847</c:v>
                </c:pt>
                <c:pt idx="337">
                  <c:v>0.008471418181</c:v>
                </c:pt>
                <c:pt idx="338">
                  <c:v>0.0085009474968</c:v>
                </c:pt>
                <c:pt idx="339">
                  <c:v>0.00853064022782</c:v>
                </c:pt>
                <c:pt idx="340">
                  <c:v>0.00856049729883</c:v>
                </c:pt>
                <c:pt idx="341">
                  <c:v>0.00859051962685</c:v>
                </c:pt>
                <c:pt idx="342">
                  <c:v>0.00862070812056</c:v>
                </c:pt>
                <c:pt idx="343">
                  <c:v>0.0086510636797</c:v>
                </c:pt>
                <c:pt idx="344">
                  <c:v>0.00868158719449</c:v>
                </c:pt>
                <c:pt idx="345">
                  <c:v>0.00871227954503</c:v>
                </c:pt>
                <c:pt idx="346">
                  <c:v>0.00874314160066</c:v>
                </c:pt>
                <c:pt idx="347">
                  <c:v>0.0087741742194</c:v>
                </c:pt>
                <c:pt idx="348">
                  <c:v>0.00880537824728</c:v>
                </c:pt>
                <c:pt idx="349">
                  <c:v>0.00883675451777</c:v>
                </c:pt>
                <c:pt idx="350">
                  <c:v>0.00886830385112</c:v>
                </c:pt>
                <c:pt idx="351">
                  <c:v>0.00890002705382</c:v>
                </c:pt>
                <c:pt idx="352">
                  <c:v>0.00893192491792</c:v>
                </c:pt>
                <c:pt idx="353">
                  <c:v>0.00896399822046</c:v>
                </c:pt>
                <c:pt idx="354">
                  <c:v>0.00899624772292</c:v>
                </c:pt>
                <c:pt idx="355">
                  <c:v>0.00902867417057</c:v>
                </c:pt>
                <c:pt idx="356">
                  <c:v>0.00906127829198</c:v>
                </c:pt>
                <c:pt idx="357">
                  <c:v>0.00909406079841</c:v>
                </c:pt>
                <c:pt idx="358">
                  <c:v>0.00912702238333</c:v>
                </c:pt>
                <c:pt idx="359">
                  <c:v>0.00916016372189</c:v>
                </c:pt>
                <c:pt idx="360">
                  <c:v>0.00919348547046</c:v>
                </c:pt>
                <c:pt idx="361">
                  <c:v>0.00922698826615</c:v>
                </c:pt>
                <c:pt idx="362">
                  <c:v>0.00926067272643</c:v>
                </c:pt>
                <c:pt idx="363">
                  <c:v>0.00929453944873</c:v>
                </c:pt>
                <c:pt idx="364">
                  <c:v>0.00932858901007</c:v>
                </c:pt>
                <c:pt idx="365">
                  <c:v>0.0093628219668</c:v>
                </c:pt>
                <c:pt idx="366">
                  <c:v>0.00939723885432</c:v>
                </c:pt>
                <c:pt idx="367">
                  <c:v>0.00943184018686</c:v>
                </c:pt>
                <c:pt idx="368">
                  <c:v>0.00946662645738</c:v>
                </c:pt>
                <c:pt idx="369">
                  <c:v>0.0095015981374</c:v>
                </c:pt>
                <c:pt idx="370">
                  <c:v>0.00953675567701</c:v>
                </c:pt>
                <c:pt idx="371">
                  <c:v>0.00957209950491</c:v>
                </c:pt>
                <c:pt idx="372">
                  <c:v>0.00960763002846</c:v>
                </c:pt>
                <c:pt idx="373">
                  <c:v>0.00964334763391</c:v>
                </c:pt>
                <c:pt idx="374">
                  <c:v>0.0096792526866</c:v>
                </c:pt>
                <c:pt idx="375">
                  <c:v>0.00971534553131</c:v>
                </c:pt>
                <c:pt idx="376">
                  <c:v>0.00975162649266</c:v>
                </c:pt>
                <c:pt idx="377">
                  <c:v>0.00978809587566</c:v>
                </c:pt>
                <c:pt idx="378">
                  <c:v>0.00982475396621</c:v>
                </c:pt>
                <c:pt idx="379">
                  <c:v>0.00986160103187</c:v>
                </c:pt>
                <c:pt idx="380">
                  <c:v>0.0098986373226</c:v>
                </c:pt>
                <c:pt idx="381">
                  <c:v>0.00993586307167</c:v>
                </c:pt>
                <c:pt idx="382">
                  <c:v>0.00997327849661</c:v>
                </c:pt>
                <c:pt idx="383">
                  <c:v>0.0100108838004</c:v>
                </c:pt>
                <c:pt idx="384">
                  <c:v>0.0100486791724</c:v>
                </c:pt>
                <c:pt idx="385">
                  <c:v>0.0100866647901</c:v>
                </c:pt>
                <c:pt idx="386">
                  <c:v>0.0101248408203</c:v>
                </c:pt>
                <c:pt idx="387">
                  <c:v>0.0101632074204</c:v>
                </c:pt>
                <c:pt idx="388">
                  <c:v>0.0102017647406</c:v>
                </c:pt>
                <c:pt idx="389">
                  <c:v>0.0102405129251</c:v>
                </c:pt>
                <c:pt idx="390">
                  <c:v>0.0102794521144</c:v>
                </c:pt>
                <c:pt idx="391">
                  <c:v>0.0103185824471</c:v>
                </c:pt>
                <c:pt idx="392">
                  <c:v>0.0103579040619</c:v>
                </c:pt>
                <c:pt idx="393">
                  <c:v>0.0103974171002</c:v>
                </c:pt>
                <c:pt idx="394">
                  <c:v>0.010437121708</c:v>
                </c:pt>
                <c:pt idx="395">
                  <c:v>0.0104770180384</c:v>
                </c:pt>
                <c:pt idx="396">
                  <c:v>0.0105171062543</c:v>
                </c:pt>
                <c:pt idx="397">
                  <c:v>0.0105573865309</c:v>
                </c:pt>
                <c:pt idx="398">
                  <c:v>0.0105978590585</c:v>
                </c:pt>
                <c:pt idx="399">
                  <c:v>0.0106385240453</c:v>
                </c:pt>
                <c:pt idx="400">
                  <c:v>0.0106793817201</c:v>
                </c:pt>
                <c:pt idx="401">
                  <c:v>0.0107204323356</c:v>
                </c:pt>
                <c:pt idx="402">
                  <c:v>0.0107616761713</c:v>
                </c:pt>
                <c:pt idx="403">
                  <c:v>0.0108031135365</c:v>
                </c:pt>
                <c:pt idx="404">
                  <c:v>0.0108447447737</c:v>
                </c:pt>
                <c:pt idx="405">
                  <c:v>0.0108865702614</c:v>
                </c:pt>
                <c:pt idx="406">
                  <c:v>0.0109285904181</c:v>
                </c:pt>
                <c:pt idx="407">
                  <c:v>0.0109708057049</c:v>
                </c:pt>
                <c:pt idx="408">
                  <c:v>0.0110132166293</c:v>
                </c:pt>
                <c:pt idx="409">
                  <c:v>0.0110558237481</c:v>
                </c:pt>
                <c:pt idx="410">
                  <c:v>0.0110986276712</c:v>
                </c:pt>
                <c:pt idx="411">
                  <c:v>0.0111416290647</c:v>
                </c:pt>
                <c:pt idx="412">
                  <c:v>0.0111848286545</c:v>
                </c:pt>
                <c:pt idx="413">
                  <c:v>0.0112282272291</c:v>
                </c:pt>
                <c:pt idx="414">
                  <c:v>0.0112718256434</c:v>
                </c:pt>
                <c:pt idx="415">
                  <c:v>0.0113156248217</c:v>
                </c:pt>
                <c:pt idx="416">
                  <c:v>0.0113596257612</c:v>
                </c:pt>
                <c:pt idx="417">
                  <c:v>0.0114038295344</c:v>
                </c:pt>
                <c:pt idx="418">
                  <c:v>0.0114482372932</c:v>
                </c:pt>
                <c:pt idx="419">
                  <c:v>0.0114928502708</c:v>
                </c:pt>
                <c:pt idx="420">
                  <c:v>0.0115376697855</c:v>
                </c:pt>
                <c:pt idx="421">
                  <c:v>0.011582697243</c:v>
                </c:pt>
                <c:pt idx="422">
                  <c:v>0.011627934139</c:v>
                </c:pt>
                <c:pt idx="423">
                  <c:v>0.0116733820621</c:v>
                </c:pt>
                <c:pt idx="424">
                  <c:v>0.0117190426959</c:v>
                </c:pt>
                <c:pt idx="425">
                  <c:v>0.0117649178217</c:v>
                </c:pt>
                <c:pt idx="426">
                  <c:v>0.0118110093201</c:v>
                </c:pt>
                <c:pt idx="427">
                  <c:v>0.0118573191734</c:v>
                </c:pt>
                <c:pt idx="428">
                  <c:v>0.0119038494675</c:v>
                </c:pt>
                <c:pt idx="429">
                  <c:v>0.0119506023931</c:v>
                </c:pt>
                <c:pt idx="430">
                  <c:v>0.0119975802478</c:v>
                </c:pt>
                <c:pt idx="431">
                  <c:v>0.0120447854371</c:v>
                </c:pt>
                <c:pt idx="432">
                  <c:v>0.0120922204756</c:v>
                </c:pt>
                <c:pt idx="433">
                  <c:v>0.0121398879884</c:v>
                </c:pt>
                <c:pt idx="434">
                  <c:v>0.0121877907111</c:v>
                </c:pt>
                <c:pt idx="435">
                  <c:v>0.0122359314912</c:v>
                </c:pt>
                <c:pt idx="436">
                  <c:v>0.0122843132883</c:v>
                </c:pt>
                <c:pt idx="437">
                  <c:v>0.0123329391742</c:v>
                </c:pt>
                <c:pt idx="438">
                  <c:v>0.0123818123332</c:v>
                </c:pt>
                <c:pt idx="439">
                  <c:v>0.0124309360622</c:v>
                </c:pt>
                <c:pt idx="440">
                  <c:v>0.0124803137699</c:v>
                </c:pt>
                <c:pt idx="441">
                  <c:v>0.0125299489767</c:v>
                </c:pt>
                <c:pt idx="442">
                  <c:v>0.0125798453144</c:v>
                </c:pt>
                <c:pt idx="443">
                  <c:v>0.0126300065246</c:v>
                </c:pt>
                <c:pt idx="444">
                  <c:v>0.0126804364588</c:v>
                </c:pt>
                <c:pt idx="445">
                  <c:v>0.0127311390763</c:v>
                </c:pt>
                <c:pt idx="446">
                  <c:v>0.012782118444</c:v>
                </c:pt>
                <c:pt idx="447">
                  <c:v>0.012833378734</c:v>
                </c:pt>
                <c:pt idx="448">
                  <c:v>0.0128849242229</c:v>
                </c:pt>
                <c:pt idx="449">
                  <c:v>0.0129367592897</c:v>
                </c:pt>
                <c:pt idx="450">
                  <c:v>0.0129888884144</c:v>
                </c:pt>
                <c:pt idx="451">
                  <c:v>0.0130413161757</c:v>
                </c:pt>
                <c:pt idx="452">
                  <c:v>0.0130940472495</c:v>
                </c:pt>
                <c:pt idx="453">
                  <c:v>0.0131470864067</c:v>
                </c:pt>
                <c:pt idx="454">
                  <c:v>0.0132004385107</c:v>
                </c:pt>
                <c:pt idx="455">
                  <c:v>0.013254108516</c:v>
                </c:pt>
                <c:pt idx="456">
                  <c:v>0.0133081014652</c:v>
                </c:pt>
                <c:pt idx="457">
                  <c:v>0.0133624224869</c:v>
                </c:pt>
                <c:pt idx="458">
                  <c:v>0.0134170767938</c:v>
                </c:pt>
                <c:pt idx="459">
                  <c:v>0.0134720696796</c:v>
                </c:pt>
                <c:pt idx="460">
                  <c:v>0.0135274065172</c:v>
                </c:pt>
                <c:pt idx="461">
                  <c:v>0.013583092756</c:v>
                </c:pt>
                <c:pt idx="462">
                  <c:v>0.0136391339196</c:v>
                </c:pt>
                <c:pt idx="463">
                  <c:v>0.0136955356033</c:v>
                </c:pt>
                <c:pt idx="464">
                  <c:v>0.013752303472</c:v>
                </c:pt>
                <c:pt idx="465">
                  <c:v>0.0138094432576</c:v>
                </c:pt>
                <c:pt idx="466">
                  <c:v>0.0138669607569</c:v>
                </c:pt>
                <c:pt idx="467">
                  <c:v>0.0139248618291</c:v>
                </c:pt>
                <c:pt idx="468">
                  <c:v>0.0139831523938</c:v>
                </c:pt>
                <c:pt idx="469">
                  <c:v>0.0140418384291</c:v>
                </c:pt>
                <c:pt idx="470">
                  <c:v>0.0141009259689</c:v>
                </c:pt>
                <c:pt idx="471">
                  <c:v>0.0141604211015</c:v>
                </c:pt>
                <c:pt idx="472">
                  <c:v>0.0142203299677</c:v>
                </c:pt>
                <c:pt idx="473">
                  <c:v>0.0142806587585</c:v>
                </c:pt>
                <c:pt idx="474">
                  <c:v>0.0143414137138</c:v>
                </c:pt>
                <c:pt idx="475">
                  <c:v>0.014402601121</c:v>
                </c:pt>
                <c:pt idx="476">
                  <c:v>0.0144642273129</c:v>
                </c:pt>
                <c:pt idx="477">
                  <c:v>0.0145262986666</c:v>
                </c:pt>
                <c:pt idx="478">
                  <c:v>0.0145888216026</c:v>
                </c:pt>
                <c:pt idx="479">
                  <c:v>0.0146518025831</c:v>
                </c:pt>
                <c:pt idx="480">
                  <c:v>0.0147152481109</c:v>
                </c:pt>
                <c:pt idx="481">
                  <c:v>0.0147791647293</c:v>
                </c:pt>
                <c:pt idx="482">
                  <c:v>0.0148435590202</c:v>
                </c:pt>
                <c:pt idx="483">
                  <c:v>0.0149084376042</c:v>
                </c:pt>
                <c:pt idx="484">
                  <c:v>0.0149738071399</c:v>
                </c:pt>
                <c:pt idx="485">
                  <c:v>0.0150396743231</c:v>
                </c:pt>
                <c:pt idx="486">
                  <c:v>0.0151060458869</c:v>
                </c:pt>
                <c:pt idx="487">
                  <c:v>0.0151729286012</c:v>
                </c:pt>
                <c:pt idx="488">
                  <c:v>0.0152403292731</c:v>
                </c:pt>
                <c:pt idx="489">
                  <c:v>0.0153082547462</c:v>
                </c:pt>
                <c:pt idx="490">
                  <c:v>0.0153767119013</c:v>
                </c:pt>
                <c:pt idx="491">
                  <c:v>0.0154457076567</c:v>
                </c:pt>
                <c:pt idx="492">
                  <c:v>0.0155152489682</c:v>
                </c:pt>
                <c:pt idx="493">
                  <c:v>0.0155853428298</c:v>
                </c:pt>
                <c:pt idx="494">
                  <c:v>0.0156559962743</c:v>
                </c:pt>
                <c:pt idx="495">
                  <c:v>0.0157272163739</c:v>
                </c:pt>
                <c:pt idx="496">
                  <c:v>0.0157990102412</c:v>
                </c:pt>
                <c:pt idx="497">
                  <c:v>0.0158713850298</c:v>
                </c:pt>
                <c:pt idx="498">
                  <c:v>0.0159443479353</c:v>
                </c:pt>
                <c:pt idx="499">
                  <c:v>0.0160179061966</c:v>
                </c:pt>
                <c:pt idx="500">
                  <c:v>0.0160920670968</c:v>
                </c:pt>
                <c:pt idx="501">
                  <c:v>0.0161668379644</c:v>
                </c:pt>
                <c:pt idx="502">
                  <c:v>0.0162422261749</c:v>
                </c:pt>
                <c:pt idx="503">
                  <c:v>0.0163182391516</c:v>
                </c:pt>
                <c:pt idx="504">
                  <c:v>0.0163948843677</c:v>
                </c:pt>
                <c:pt idx="505">
                  <c:v>0.0164721693472</c:v>
                </c:pt>
                <c:pt idx="506">
                  <c:v>0.0165501016669</c:v>
                </c:pt>
                <c:pt idx="507">
                  <c:v>0.0166286889575</c:v>
                </c:pt>
                <c:pt idx="508">
                  <c:v>0.0167079389059</c:v>
                </c:pt>
                <c:pt idx="509">
                  <c:v>0.0167878592562</c:v>
                </c:pt>
                <c:pt idx="510">
                  <c:v>0.016868457812</c:v>
                </c:pt>
                <c:pt idx="511">
                  <c:v>0.0169497424378</c:v>
                </c:pt>
                <c:pt idx="512">
                  <c:v>0.0170317210612</c:v>
                </c:pt>
                <c:pt idx="513">
                  <c:v>0.0171144016742</c:v>
                </c:pt>
                <c:pt idx="514">
                  <c:v>0.0171977923358</c:v>
                </c:pt>
                <c:pt idx="515">
                  <c:v>0.0172819011731</c:v>
                </c:pt>
                <c:pt idx="516">
                  <c:v>0.017366736384</c:v>
                </c:pt>
                <c:pt idx="517">
                  <c:v>0.0174523062385</c:v>
                </c:pt>
                <c:pt idx="518">
                  <c:v>0.0175386190811</c:v>
                </c:pt>
                <c:pt idx="519">
                  <c:v>0.0176256833326</c:v>
                </c:pt>
                <c:pt idx="520">
                  <c:v>0.017713507492</c:v>
                </c:pt>
                <c:pt idx="521">
                  <c:v>0.0178021001388</c:v>
                </c:pt>
                <c:pt idx="522">
                  <c:v>0.0178914699346</c:v>
                </c:pt>
                <c:pt idx="523">
                  <c:v>0.0179816256255</c:v>
                </c:pt>
                <c:pt idx="524">
                  <c:v>0.0180725760438</c:v>
                </c:pt>
                <c:pt idx="525">
                  <c:v>0.0181643301101</c:v>
                </c:pt>
                <c:pt idx="526">
                  <c:v>0.0182568968356</c:v>
                </c:pt>
                <c:pt idx="527">
                  <c:v>0.0183502853235</c:v>
                </c:pt>
                <c:pt idx="528">
                  <c:v>0.0184445047714</c:v>
                </c:pt>
                <c:pt idx="529">
                  <c:v>0.0185395644733</c:v>
                </c:pt>
                <c:pt idx="530">
                  <c:v>0.0186354738215</c:v>
                </c:pt>
                <c:pt idx="531">
                  <c:v>0.0187322423082</c:v>
                </c:pt>
                <c:pt idx="532">
                  <c:v>0.018829879528</c:v>
                </c:pt>
                <c:pt idx="533">
                  <c:v>0.0189283951795</c:v>
                </c:pt>
                <c:pt idx="534">
                  <c:v>0.0190277990673</c:v>
                </c:pt>
                <c:pt idx="535">
                  <c:v>0.0191281011038</c:v>
                </c:pt>
                <c:pt idx="536">
                  <c:v>0.0192293113109</c:v>
                </c:pt>
                <c:pt idx="537">
                  <c:v>0.0193314398223</c:v>
                </c:pt>
                <c:pt idx="538">
                  <c:v>0.0194344968847</c:v>
                </c:pt>
                <c:pt idx="539">
                  <c:v>0.0195384928601</c:v>
                </c:pt>
                <c:pt idx="540">
                  <c:v>0.0196434382271</c:v>
                </c:pt>
                <c:pt idx="541">
                  <c:v>0.0197493435829</c:v>
                </c:pt>
                <c:pt idx="542">
                  <c:v>0.0198562196447</c:v>
                </c:pt>
                <c:pt idx="543">
                  <c:v>0.0199640772515</c:v>
                </c:pt>
                <c:pt idx="544">
                  <c:v>0.0200729273658</c:v>
                </c:pt>
                <c:pt idx="545">
                  <c:v>0.0201827810748</c:v>
                </c:pt>
                <c:pt idx="546">
                  <c:v>0.0202936495921</c:v>
                </c:pt>
                <c:pt idx="547">
                  <c:v>0.0204055442591</c:v>
                </c:pt>
                <c:pt idx="548">
                  <c:v>0.0205184765464</c:v>
                </c:pt>
                <c:pt idx="549">
                  <c:v>0.0206324580551</c:v>
                </c:pt>
                <c:pt idx="550">
                  <c:v>0.0207475005181</c:v>
                </c:pt>
                <c:pt idx="551">
                  <c:v>0.0208636158013</c:v>
                </c:pt>
                <c:pt idx="552">
                  <c:v>0.0209808159049</c:v>
                </c:pt>
                <c:pt idx="553">
                  <c:v>0.0210991129641</c:v>
                </c:pt>
                <c:pt idx="554">
                  <c:v>0.0212185192506</c:v>
                </c:pt>
                <c:pt idx="555">
                  <c:v>0.0213390471733</c:v>
                </c:pt>
                <c:pt idx="556">
                  <c:v>0.021460709279</c:v>
                </c:pt>
                <c:pt idx="557">
                  <c:v>0.0215835182535</c:v>
                </c:pt>
                <c:pt idx="558">
                  <c:v>0.0217074869223</c:v>
                </c:pt>
                <c:pt idx="559">
                  <c:v>0.0218326282507</c:v>
                </c:pt>
                <c:pt idx="560">
                  <c:v>0.0219589553451</c:v>
                </c:pt>
                <c:pt idx="561">
                  <c:v>0.0220864814528</c:v>
                </c:pt>
                <c:pt idx="562">
                  <c:v>0.0222152199625</c:v>
                </c:pt>
                <c:pt idx="563">
                  <c:v>0.0223451844047</c:v>
                </c:pt>
                <c:pt idx="564">
                  <c:v>0.0224763884514</c:v>
                </c:pt>
                <c:pt idx="565">
                  <c:v>0.0226088459164</c:v>
                </c:pt>
                <c:pt idx="566">
                  <c:v>0.022742570755</c:v>
                </c:pt>
                <c:pt idx="567">
                  <c:v>0.0228775770639</c:v>
                </c:pt>
                <c:pt idx="568">
                  <c:v>0.0230138790804</c:v>
                </c:pt>
                <c:pt idx="569">
                  <c:v>0.0231514911822</c:v>
                </c:pt>
                <c:pt idx="570">
                  <c:v>0.0232904278864</c:v>
                </c:pt>
                <c:pt idx="571">
                  <c:v>0.023430703849</c:v>
                </c:pt>
                <c:pt idx="572">
                  <c:v>0.0235723338633</c:v>
                </c:pt>
                <c:pt idx="573">
                  <c:v>0.0237153328592</c:v>
                </c:pt>
                <c:pt idx="574">
                  <c:v>0.0238597159015</c:v>
                </c:pt>
                <c:pt idx="575">
                  <c:v>0.0240054981885</c:v>
                </c:pt>
                <c:pt idx="576">
                  <c:v>0.02415269505</c:v>
                </c:pt>
                <c:pt idx="577">
                  <c:v>0.0243013219455</c:v>
                </c:pt>
                <c:pt idx="578">
                  <c:v>0.0244513944618</c:v>
                </c:pt>
                <c:pt idx="579">
                  <c:v>0.0246029283108</c:v>
                </c:pt>
                <c:pt idx="580">
                  <c:v>0.0247559393265</c:v>
                </c:pt>
                <c:pt idx="581">
                  <c:v>0.0249104434625</c:v>
                </c:pt>
                <c:pt idx="582">
                  <c:v>0.0250664567885</c:v>
                </c:pt>
                <c:pt idx="583">
                  <c:v>0.0252239954868</c:v>
                </c:pt>
                <c:pt idx="584">
                  <c:v>0.0253830758489</c:v>
                </c:pt>
                <c:pt idx="585">
                  <c:v>0.0255437142713</c:v>
                </c:pt>
                <c:pt idx="586">
                  <c:v>0.0257059272511</c:v>
                </c:pt>
                <c:pt idx="587">
                  <c:v>0.0258697313816</c:v>
                </c:pt>
                <c:pt idx="588">
                  <c:v>0.0260351433472</c:v>
                </c:pt>
                <c:pt idx="589">
                  <c:v>0.0262021799179</c:v>
                </c:pt>
                <c:pt idx="590">
                  <c:v>0.0263708579443</c:v>
                </c:pt>
                <c:pt idx="591">
                  <c:v>0.0265411943508</c:v>
                </c:pt>
                <c:pt idx="592">
                  <c:v>0.0267132061298</c:v>
                </c:pt>
                <c:pt idx="593">
                  <c:v>0.0268869103346</c:v>
                </c:pt>
                <c:pt idx="594">
                  <c:v>0.0270623240726</c:v>
                </c:pt>
                <c:pt idx="595">
                  <c:v>0.0272394644972</c:v>
                </c:pt>
                <c:pt idx="596">
                  <c:v>0.0274183488001</c:v>
                </c:pt>
                <c:pt idx="597">
                  <c:v>0.0275989942028</c:v>
                </c:pt>
                <c:pt idx="598">
                  <c:v>0.0277814179475</c:v>
                </c:pt>
                <c:pt idx="599">
                  <c:v>0.027965637288</c:v>
                </c:pt>
                <c:pt idx="600">
                  <c:v>0.0281516694794</c:v>
                </c:pt>
                <c:pt idx="601">
                  <c:v>0.028339531768</c:v>
                </c:pt>
                <c:pt idx="602">
                  <c:v>0.0285292413803</c:v>
                </c:pt>
                <c:pt idx="603">
                  <c:v>0.0287208155114</c:v>
                </c:pt>
                <c:pt idx="604">
                  <c:v>0.0289142713133</c:v>
                </c:pt>
                <c:pt idx="605">
                  <c:v>0.0291096258819</c:v>
                </c:pt>
                <c:pt idx="606">
                  <c:v>0.0293068962444</c:v>
                </c:pt>
                <c:pt idx="607">
                  <c:v>0.029506099345</c:v>
                </c:pt>
                <c:pt idx="608">
                  <c:v>0.0297072520312</c:v>
                </c:pt>
                <c:pt idx="609">
                  <c:v>0.0299103710383</c:v>
                </c:pt>
                <c:pt idx="610">
                  <c:v>0.030115472974</c:v>
                </c:pt>
                <c:pt idx="611">
                  <c:v>0.0303225743026</c:v>
                </c:pt>
                <c:pt idx="612">
                  <c:v>0.0305316913275</c:v>
                </c:pt>
                <c:pt idx="613">
                  <c:v>0.0307428401743</c:v>
                </c:pt>
                <c:pt idx="614">
                  <c:v>0.0309560367722</c:v>
                </c:pt>
                <c:pt idx="615">
                  <c:v>0.0311712968354</c:v>
                </c:pt>
                <c:pt idx="616">
                  <c:v>0.0313886358438</c:v>
                </c:pt>
                <c:pt idx="617">
                  <c:v>0.0316080690222</c:v>
                </c:pt>
                <c:pt idx="618">
                  <c:v>0.03182961132</c:v>
                </c:pt>
                <c:pt idx="619">
                  <c:v>0.0320532773894</c:v>
                </c:pt>
                <c:pt idx="620">
                  <c:v>0.0322790815633</c:v>
                </c:pt>
                <c:pt idx="621">
                  <c:v>0.0325070378322</c:v>
                </c:pt>
                <c:pt idx="622">
                  <c:v>0.0327371598206</c:v>
                </c:pt>
                <c:pt idx="623">
                  <c:v>0.032969460763</c:v>
                </c:pt>
                <c:pt idx="624">
                  <c:v>0.0332039534785</c:v>
                </c:pt>
                <c:pt idx="625">
                  <c:v>0.0334406503455</c:v>
                </c:pt>
                <c:pt idx="626">
                  <c:v>0.0336795632756</c:v>
                </c:pt>
                <c:pt idx="627">
                  <c:v>0.0339207036863</c:v>
                </c:pt>
                <c:pt idx="628">
                  <c:v>0.0341640824738</c:v>
                </c:pt>
                <c:pt idx="629">
                  <c:v>0.0344097099847</c:v>
                </c:pt>
                <c:pt idx="630">
                  <c:v>0.034657595988</c:v>
                </c:pt>
                <c:pt idx="631">
                  <c:v>0.0349077496451</c:v>
                </c:pt>
                <c:pt idx="632">
                  <c:v>0.0351601794806</c:v>
                </c:pt>
                <c:pt idx="633">
                  <c:v>0.0354148933523</c:v>
                </c:pt>
                <c:pt idx="634">
                  <c:v>0.0356718984204</c:v>
                </c:pt>
                <c:pt idx="635">
                  <c:v>0.0359312011167</c:v>
                </c:pt>
                <c:pt idx="636">
                  <c:v>0.0361928071134</c:v>
                </c:pt>
                <c:pt idx="637">
                  <c:v>0.0364567212915</c:v>
                </c:pt>
                <c:pt idx="638">
                  <c:v>0.0367229477093</c:v>
                </c:pt>
                <c:pt idx="639">
                  <c:v>0.0369914895701</c:v>
                </c:pt>
                <c:pt idx="640">
                  <c:v>0.0372623491907</c:v>
                </c:pt>
                <c:pt idx="641">
                  <c:v>0.0375355279692</c:v>
                </c:pt>
                <c:pt idx="642">
                  <c:v>0.0378110263529</c:v>
                </c:pt>
                <c:pt idx="643">
                  <c:v>0.0380888438069</c:v>
                </c:pt>
                <c:pt idx="644">
                  <c:v>0.0383689787823</c:v>
                </c:pt>
                <c:pt idx="645">
                  <c:v>0.0386514286848</c:v>
                </c:pt>
                <c:pt idx="646">
                  <c:v>0.0389361898444</c:v>
                </c:pt>
                <c:pt idx="647">
                  <c:v>0.0392232574844</c:v>
                </c:pt>
                <c:pt idx="648">
                  <c:v>0.0395126256921</c:v>
                </c:pt>
                <c:pt idx="649">
                  <c:v>0.0398042873897</c:v>
                </c:pt>
                <c:pt idx="650">
                  <c:v>0.0400982343063</c:v>
                </c:pt>
                <c:pt idx="651">
                  <c:v>0.0403944569501</c:v>
                </c:pt>
                <c:pt idx="652">
                  <c:v>0.0406929445831</c:v>
                </c:pt>
                <c:pt idx="653">
                  <c:v>0.0409936851951</c:v>
                </c:pt>
                <c:pt idx="654">
                  <c:v>0.041296665481</c:v>
                </c:pt>
                <c:pt idx="655">
                  <c:v>0.0416018708176</c:v>
                </c:pt>
                <c:pt idx="656">
                  <c:v>0.0419092852438</c:v>
                </c:pt>
                <c:pt idx="657">
                  <c:v>0.0422188914408</c:v>
                </c:pt>
                <c:pt idx="658">
                  <c:v>0.0425306707154</c:v>
                </c:pt>
                <c:pt idx="659">
                  <c:v>0.0428446029843</c:v>
                </c:pt>
                <c:pt idx="660">
                  <c:v>0.0431606667613</c:v>
                </c:pt>
                <c:pt idx="661">
                  <c:v>0.043478839146</c:v>
                </c:pt>
                <c:pt idx="662">
                  <c:v>0.043799095815</c:v>
                </c:pt>
                <c:pt idx="663">
                  <c:v>0.0441214110158</c:v>
                </c:pt>
                <c:pt idx="664">
                  <c:v>0.0444457575631</c:v>
                </c:pt>
                <c:pt idx="665">
                  <c:v>0.0447721068373</c:v>
                </c:pt>
                <c:pt idx="666">
                  <c:v>0.0451004287867</c:v>
                </c:pt>
                <c:pt idx="667">
                  <c:v>0.0454306919313</c:v>
                </c:pt>
                <c:pt idx="668">
                  <c:v>0.045762863371</c:v>
                </c:pt>
                <c:pt idx="669">
                  <c:v>0.0460969087956</c:v>
                </c:pt>
                <c:pt idx="670">
                  <c:v>0.0464327924983</c:v>
                </c:pt>
                <c:pt idx="671">
                  <c:v>0.0467704773927</c:v>
                </c:pt>
                <c:pt idx="672">
                  <c:v>0.0471099250326</c:v>
                </c:pt>
                <c:pt idx="673">
                  <c:v>0.0474510956352</c:v>
                </c:pt>
                <c:pt idx="674">
                  <c:v>0.0477939481072</c:v>
                </c:pt>
                <c:pt idx="675">
                  <c:v>0.048138440075</c:v>
                </c:pt>
                <c:pt idx="676">
                  <c:v>0.0484845279175</c:v>
                </c:pt>
                <c:pt idx="677">
                  <c:v>0.0488321668024</c:v>
                </c:pt>
                <c:pt idx="678">
                  <c:v>0.0491813107253</c:v>
                </c:pt>
                <c:pt idx="679">
                  <c:v>0.0495319125532</c:v>
                </c:pt>
                <c:pt idx="680">
                  <c:v>0.0498839240695</c:v>
                </c:pt>
                <c:pt idx="681">
                  <c:v>0.0502372960236</c:v>
                </c:pt>
                <c:pt idx="682">
                  <c:v>0.0505919781821</c:v>
                </c:pt>
                <c:pt idx="683">
                  <c:v>0.050947919384</c:v>
                </c:pt>
                <c:pt idx="684">
                  <c:v>0.0513050675978</c:v>
                </c:pt>
                <c:pt idx="685">
                  <c:v>0.0516633699819</c:v>
                </c:pt>
                <c:pt idx="686">
                  <c:v>0.0520227729466</c:v>
                </c:pt>
                <c:pt idx="687">
                  <c:v>0.0523832222194</c:v>
                </c:pt>
                <c:pt idx="688">
                  <c:v>0.0527446629115</c:v>
                </c:pt>
                <c:pt idx="689">
                  <c:v>0.0531070395868</c:v>
                </c:pt>
                <c:pt idx="690">
                  <c:v>0.0534702963325</c:v>
                </c:pt>
                <c:pt idx="691">
                  <c:v>0.0538343768307</c:v>
                </c:pt>
                <c:pt idx="692">
                  <c:v>0.0541992244322</c:v>
                </c:pt>
                <c:pt idx="693">
                  <c:v>0.0545647822307</c:v>
                </c:pt>
                <c:pt idx="694">
                  <c:v>0.0549309931378</c:v>
                </c:pt>
                <c:pt idx="695">
                  <c:v>0.0552977999593</c:v>
                </c:pt>
                <c:pt idx="696">
                  <c:v>0.0556651454705</c:v>
                </c:pt>
                <c:pt idx="697">
                  <c:v>0.0560329724935</c:v>
                </c:pt>
                <c:pt idx="698">
                  <c:v>0.0564012239723</c:v>
                </c:pt>
                <c:pt idx="699">
                  <c:v>0.0567698430493</c:v>
                </c:pt>
                <c:pt idx="700">
                  <c:v>0.0571387731398</c:v>
                </c:pt>
                <c:pt idx="701">
                  <c:v>0.0575079580067</c:v>
                </c:pt>
                <c:pt idx="702">
                  <c:v>0.0578773418332</c:v>
                </c:pt>
                <c:pt idx="703">
                  <c:v>0.058246869295</c:v>
                </c:pt>
                <c:pt idx="704">
                  <c:v>0.0586164856306</c:v>
                </c:pt>
                <c:pt idx="705">
                  <c:v>0.0589861367095</c:v>
                </c:pt>
                <c:pt idx="706">
                  <c:v>0.0593557690991</c:v>
                </c:pt>
                <c:pt idx="707">
                  <c:v>0.0597253301291</c:v>
                </c:pt>
                <c:pt idx="708">
                  <c:v>0.0600947679541</c:v>
                </c:pt>
                <c:pt idx="709">
                  <c:v>0.0604640316126</c:v>
                </c:pt>
                <c:pt idx="710">
                  <c:v>0.060833071085</c:v>
                </c:pt>
                <c:pt idx="711">
                  <c:v>0.0612018373475</c:v>
                </c:pt>
                <c:pt idx="712">
                  <c:v>0.0615702824241</c:v>
                </c:pt>
                <c:pt idx="713">
                  <c:v>0.0619383594348</c:v>
                </c:pt>
                <c:pt idx="714">
                  <c:v>0.0623060226419</c:v>
                </c:pt>
                <c:pt idx="715">
                  <c:v>0.0626732274919</c:v>
                </c:pt>
                <c:pt idx="716">
                  <c:v>0.0630399306555</c:v>
                </c:pt>
                <c:pt idx="717">
                  <c:v>0.0634060900633</c:v>
                </c:pt>
                <c:pt idx="718">
                  <c:v>0.0637716649392</c:v>
                </c:pt>
                <c:pt idx="719">
                  <c:v>0.0641366158302</c:v>
                </c:pt>
                <c:pt idx="720">
                  <c:v>0.0645009046325</c:v>
                </c:pt>
                <c:pt idx="721">
                  <c:v>0.0648644946154</c:v>
                </c:pt>
                <c:pt idx="722">
                  <c:v>0.0652273504412</c:v>
                </c:pt>
                <c:pt idx="723">
                  <c:v>0.0655894381826</c:v>
                </c:pt>
                <c:pt idx="724">
                  <c:v>0.0659507253361</c:v>
                </c:pt>
                <c:pt idx="725">
                  <c:v>0.0663111808335</c:v>
                </c:pt>
                <c:pt idx="726">
                  <c:v>0.06667077505</c:v>
                </c:pt>
                <c:pt idx="727">
                  <c:v>0.0670294798088</c:v>
                </c:pt>
                <c:pt idx="728">
                  <c:v>0.0673872683841</c:v>
                </c:pt>
                <c:pt idx="729">
                  <c:v>0.0677441155007</c:v>
                </c:pt>
                <c:pt idx="730">
                  <c:v>0.0680999973311</c:v>
                </c:pt>
                <c:pt idx="731">
                  <c:v>0.06845489149</c:v>
                </c:pt>
                <c:pt idx="732">
                  <c:v>0.0688087770275</c:v>
                </c:pt>
                <c:pt idx="733">
                  <c:v>0.0691616344183</c:v>
                </c:pt>
                <c:pt idx="734">
                  <c:v>0.0695134455504</c:v>
                </c:pt>
                <c:pt idx="735">
                  <c:v>0.0698641937109</c:v>
                </c:pt>
                <c:pt idx="736">
                  <c:v>0.0702138635705</c:v>
                </c:pt>
                <c:pt idx="737">
                  <c:v>0.0705624411657</c:v>
                </c:pt>
                <c:pt idx="738">
                  <c:v>0.0709099138797</c:v>
                </c:pt>
                <c:pt idx="739">
                  <c:v>0.0712562704221</c:v>
                </c:pt>
                <c:pt idx="740">
                  <c:v>0.0716015008068</c:v>
                </c:pt>
                <c:pt idx="741">
                  <c:v>0.0719455963286</c:v>
                </c:pt>
                <c:pt idx="742">
                  <c:v>0.0722885495392</c:v>
                </c:pt>
                <c:pt idx="743">
                  <c:v>0.0726303542216</c:v>
                </c:pt>
                <c:pt idx="744">
                  <c:v>0.0729710053642</c:v>
                </c:pt>
                <c:pt idx="745">
                  <c:v>0.0733104991335</c:v>
                </c:pt>
                <c:pt idx="746">
                  <c:v>0.0736488328466</c:v>
                </c:pt>
                <c:pt idx="747">
                  <c:v>0.0739860049432</c:v>
                </c:pt>
                <c:pt idx="748">
                  <c:v>0.0743220149562</c:v>
                </c:pt>
                <c:pt idx="749">
                  <c:v>0.0746568634837</c:v>
                </c:pt>
                <c:pt idx="750">
                  <c:v>0.0749905521584</c:v>
                </c:pt>
                <c:pt idx="751">
                  <c:v>0.0753230836191</c:v>
                </c:pt>
                <c:pt idx="752">
                  <c:v>0.0756544614803</c:v>
                </c:pt>
                <c:pt idx="753">
                  <c:v>0.0759846903031</c:v>
                </c:pt>
                <c:pt idx="754">
                  <c:v>0.0763137755649</c:v>
                </c:pt>
                <c:pt idx="755">
                  <c:v>0.0766417236301</c:v>
                </c:pt>
                <c:pt idx="756">
                  <c:v>0.0769685417209</c:v>
                </c:pt>
                <c:pt idx="757">
                  <c:v>0.0772942378876</c:v>
                </c:pt>
                <c:pt idx="758">
                  <c:v>0.0776188209802</c:v>
                </c:pt>
                <c:pt idx="759">
                  <c:v>0.0779423006192</c:v>
                </c:pt>
                <c:pt idx="760">
                  <c:v>0.078264687168</c:v>
                </c:pt>
                <c:pt idx="761">
                  <c:v>0.0785859917047</c:v>
                </c:pt>
                <c:pt idx="762">
                  <c:v>0.0789062259948</c:v>
                </c:pt>
                <c:pt idx="763">
                  <c:v>0.0792254024644</c:v>
                </c:pt>
                <c:pt idx="764">
                  <c:v>0.0795435341738</c:v>
                </c:pt>
                <c:pt idx="765">
                  <c:v>0.0798606347917</c:v>
                </c:pt>
                <c:pt idx="766">
                  <c:v>0.0801767185699</c:v>
                </c:pt>
                <c:pt idx="767">
                  <c:v>0.0804918003188</c:v>
                </c:pt>
                <c:pt idx="768">
                  <c:v>0.0808058953833</c:v>
                </c:pt>
                <c:pt idx="769">
                  <c:v>0.0811190196193</c:v>
                </c:pt>
                <c:pt idx="770">
                  <c:v>0.0814311893711</c:v>
                </c:pt>
                <c:pt idx="771">
                  <c:v>0.0817424214491</c:v>
                </c:pt>
                <c:pt idx="772">
                  <c:v>0.0820527331083</c:v>
                </c:pt>
                <c:pt idx="773">
                  <c:v>0.0823621420278</c:v>
                </c:pt>
                <c:pt idx="774">
                  <c:v>0.0826706662903</c:v>
                </c:pt>
                <c:pt idx="775">
                  <c:v>0.0829783243628</c:v>
                </c:pt>
                <c:pt idx="776">
                  <c:v>0.0832851350778</c:v>
                </c:pt>
                <c:pt idx="777">
                  <c:v>0.0835911176148</c:v>
                </c:pt>
                <c:pt idx="778">
                  <c:v>0.0838962914835</c:v>
                </c:pt>
                <c:pt idx="779">
                  <c:v>0.0842006765062</c:v>
                </c:pt>
                <c:pt idx="780">
                  <c:v>0.0845042928021</c:v>
                </c:pt>
                <c:pt idx="781">
                  <c:v>0.0848071607715</c:v>
                </c:pt>
                <c:pt idx="782">
                  <c:v>0.0851093010811</c:v>
                </c:pt>
                <c:pt idx="783">
                  <c:v>0.0854107346494</c:v>
                </c:pt>
                <c:pt idx="784">
                  <c:v>0.0857114826334</c:v>
                </c:pt>
                <c:pt idx="785">
                  <c:v>0.0860115664151</c:v>
                </c:pt>
                <c:pt idx="786">
                  <c:v>0.0863110075893</c:v>
                </c:pt>
                <c:pt idx="787">
                  <c:v>0.0866098279516</c:v>
                </c:pt>
                <c:pt idx="788">
                  <c:v>0.0869080494871</c:v>
                </c:pt>
                <c:pt idx="789">
                  <c:v>0.0872056943594</c:v>
                </c:pt>
                <c:pt idx="790">
                  <c:v>0.0875027849008</c:v>
                </c:pt>
                <c:pt idx="791">
                  <c:v>0.087799343602</c:v>
                </c:pt>
                <c:pt idx="792">
                  <c:v>0.0880953931035</c:v>
                </c:pt>
                <c:pt idx="793">
                  <c:v>0.0883909561863</c:v>
                </c:pt>
                <c:pt idx="794">
                  <c:v>0.0886860557642</c:v>
                </c:pt>
                <c:pt idx="795">
                  <c:v>0.0889807148755</c:v>
                </c:pt>
                <c:pt idx="796">
                  <c:v>0.0892749566763</c:v>
                </c:pt>
                <c:pt idx="797">
                  <c:v>0.0895688044333</c:v>
                </c:pt>
                <c:pt idx="798">
                  <c:v>0.0898622815173</c:v>
                </c:pt>
                <c:pt idx="799">
                  <c:v>0.0901554113974</c:v>
                </c:pt>
                <c:pt idx="800">
                  <c:v>0.0904482176353</c:v>
                </c:pt>
                <c:pt idx="801">
                  <c:v>0.0907407238801</c:v>
                </c:pt>
                <c:pt idx="802">
                  <c:v>0.0910329538635</c:v>
                </c:pt>
                <c:pt idx="803">
                  <c:v>0.091324931395</c:v>
                </c:pt>
                <c:pt idx="804">
                  <c:v>0.0916166803581</c:v>
                </c:pt>
                <c:pt idx="805">
                  <c:v>0.0919082247066</c:v>
                </c:pt>
                <c:pt idx="806">
                  <c:v>0.0921995884603</c:v>
                </c:pt>
                <c:pt idx="807">
                  <c:v>0.0924907957029</c:v>
                </c:pt>
                <c:pt idx="808">
                  <c:v>0.0927818705782</c:v>
                </c:pt>
                <c:pt idx="809">
                  <c:v>0.093072837288</c:v>
                </c:pt>
                <c:pt idx="810">
                  <c:v>0.0933637200894</c:v>
                </c:pt>
                <c:pt idx="811">
                  <c:v>0.0936545432929</c:v>
                </c:pt>
                <c:pt idx="812">
                  <c:v>0.0939453312604</c:v>
                </c:pt>
                <c:pt idx="813">
                  <c:v>0.0942361084038</c:v>
                </c:pt>
                <c:pt idx="814">
                  <c:v>0.094526899183</c:v>
                </c:pt>
                <c:pt idx="815">
                  <c:v>0.0948177281056</c:v>
                </c:pt>
                <c:pt idx="816">
                  <c:v>0.0951086197249</c:v>
                </c:pt>
                <c:pt idx="817">
                  <c:v>0.0953995986398</c:v>
                </c:pt>
                <c:pt idx="818">
                  <c:v>0.0956906894935</c:v>
                </c:pt>
                <c:pt idx="819">
                  <c:v>0.0959819169736</c:v>
                </c:pt>
                <c:pt idx="820">
                  <c:v>0.0962733058114</c:v>
                </c:pt>
                <c:pt idx="821">
                  <c:v>0.0965648807817</c:v>
                </c:pt>
                <c:pt idx="822">
                  <c:v>0.0968566667026</c:v>
                </c:pt>
                <c:pt idx="823">
                  <c:v>0.097148688436</c:v>
                </c:pt>
                <c:pt idx="824">
                  <c:v>0.097440970887</c:v>
                </c:pt>
                <c:pt idx="825">
                  <c:v>0.0977335390048</c:v>
                </c:pt>
                <c:pt idx="826">
                  <c:v>0.0980264177826</c:v>
                </c:pt>
                <c:pt idx="827">
                  <c:v>0.0983196322582</c:v>
                </c:pt>
                <c:pt idx="828">
                  <c:v>0.0986132075142</c:v>
                </c:pt>
                <c:pt idx="829">
                  <c:v>0.098907168679</c:v>
                </c:pt>
                <c:pt idx="830">
                  <c:v>0.0992015409269</c:v>
                </c:pt>
                <c:pt idx="831">
                  <c:v>0.0994963494788</c:v>
                </c:pt>
                <c:pt idx="832">
                  <c:v>0.0997916196031</c:v>
                </c:pt>
                <c:pt idx="833">
                  <c:v>0.100087376616</c:v>
                </c:pt>
                <c:pt idx="834">
                  <c:v>0.100383645882</c:v>
                </c:pt>
                <c:pt idx="835">
                  <c:v>0.100680452816</c:v>
                </c:pt>
                <c:pt idx="836">
                  <c:v>0.100977822881</c:v>
                </c:pt>
                <c:pt idx="837">
                  <c:v>0.101275781592</c:v>
                </c:pt>
                <c:pt idx="838">
                  <c:v>0.101574354515</c:v>
                </c:pt>
                <c:pt idx="839">
                  <c:v>0.101873567267</c:v>
                </c:pt>
                <c:pt idx="840">
                  <c:v>0.102173445517</c:v>
                </c:pt>
                <c:pt idx="841">
                  <c:v>0.102474014987</c:v>
                </c:pt>
                <c:pt idx="842">
                  <c:v>0.102775301453</c:v>
                </c:pt>
                <c:pt idx="843">
                  <c:v>0.103077330741</c:v>
                </c:pt>
                <c:pt idx="844">
                  <c:v>0.103380128735</c:v>
                </c:pt>
                <c:pt idx="845">
                  <c:v>0.103683721369</c:v>
                </c:pt>
                <c:pt idx="846">
                  <c:v>0.103988134631</c:v>
                </c:pt>
                <c:pt idx="847">
                  <c:v>0.104293394563</c:v>
                </c:pt>
                <c:pt idx="848">
                  <c:v>0.10459952726</c:v>
                </c:pt>
                <c:pt idx="849">
                  <c:v>0.104906558868</c:v>
                </c:pt>
                <c:pt idx="850">
                  <c:v>0.105214515587</c:v>
                </c:pt>
                <c:pt idx="851">
                  <c:v>0.105523423666</c:v>
                </c:pt>
                <c:pt idx="852">
                  <c:v>0.105833309406</c:v>
                </c:pt>
                <c:pt idx="853">
                  <c:v>0.106144199155</c:v>
                </c:pt>
                <c:pt idx="854">
                  <c:v>0.106456119309</c:v>
                </c:pt>
                <c:pt idx="855">
                  <c:v>0.106769096312</c:v>
                </c:pt>
                <c:pt idx="856">
                  <c:v>0.107083156648</c:v>
                </c:pt>
                <c:pt idx="857">
                  <c:v>0.107398326845</c:v>
                </c:pt>
                <c:pt idx="858">
                  <c:v>0.107714633471</c:v>
                </c:pt>
                <c:pt idx="859">
                  <c:v>0.10803210313</c:v>
                </c:pt>
                <c:pt idx="860">
                  <c:v>0.108350762458</c:v>
                </c:pt>
                <c:pt idx="861">
                  <c:v>0.108670638125</c:v>
                </c:pt>
                <c:pt idx="862">
                  <c:v>0.108991756823</c:v>
                </c:pt>
                <c:pt idx="863">
                  <c:v>0.109314145272</c:v>
                </c:pt>
                <c:pt idx="864">
                  <c:v>0.109637830205</c:v>
                </c:pt>
                <c:pt idx="865">
                  <c:v>0.109962838373</c:v>
                </c:pt>
                <c:pt idx="866">
                  <c:v>0.110289196534</c:v>
                </c:pt>
                <c:pt idx="867">
                  <c:v>0.110616931447</c:v>
                </c:pt>
                <c:pt idx="868">
                  <c:v>0.11094606987</c:v>
                </c:pt>
                <c:pt idx="869">
                  <c:v>0.111276638551</c:v>
                </c:pt>
                <c:pt idx="870">
                  <c:v>0.11160866422</c:v>
                </c:pt>
                <c:pt idx="871">
                  <c:v>0.111942173587</c:v>
                </c:pt>
                <c:pt idx="872">
                  <c:v>0.112277193324</c:v>
                </c:pt>
                <c:pt idx="873">
                  <c:v>0.112613750068</c:v>
                </c:pt>
                <c:pt idx="874">
                  <c:v>0.112951870403</c:v>
                </c:pt>
                <c:pt idx="875">
                  <c:v>0.113291580855</c:v>
                </c:pt>
                <c:pt idx="876">
                  <c:v>0.113632907882</c:v>
                </c:pt>
                <c:pt idx="877">
                  <c:v>0.11397587786</c:v>
                </c:pt>
                <c:pt idx="878">
                  <c:v>0.114320517073</c:v>
                </c:pt>
                <c:pt idx="879">
                  <c:v>0.114666851702</c:v>
                </c:pt>
                <c:pt idx="880">
                  <c:v>0.115014907812</c:v>
                </c:pt>
                <c:pt idx="881">
                  <c:v>0.115364711336</c:v>
                </c:pt>
                <c:pt idx="882">
                  <c:v>0.115716288063</c:v>
                </c:pt>
                <c:pt idx="883">
                  <c:v>0.116069663622</c:v>
                </c:pt>
                <c:pt idx="884">
                  <c:v>0.116424863468</c:v>
                </c:pt>
                <c:pt idx="885">
                  <c:v>0.116781912861</c:v>
                </c:pt>
                <c:pt idx="886">
                  <c:v>0.117140836855</c:v>
                </c:pt>
                <c:pt idx="887">
                  <c:v>0.117501660273</c:v>
                </c:pt>
                <c:pt idx="888">
                  <c:v>0.117864407691</c:v>
                </c:pt>
                <c:pt idx="889">
                  <c:v>0.11822910342</c:v>
                </c:pt>
                <c:pt idx="890">
                  <c:v>0.118595771481</c:v>
                </c:pt>
                <c:pt idx="891">
                  <c:v>0.118964435586</c:v>
                </c:pt>
                <c:pt idx="892">
                  <c:v>0.119335119111</c:v>
                </c:pt>
                <c:pt idx="893">
                  <c:v>0.11970784508</c:v>
                </c:pt>
                <c:pt idx="894">
                  <c:v>0.120082636131</c:v>
                </c:pt>
                <c:pt idx="895">
                  <c:v>0.120459514496</c:v>
                </c:pt>
                <c:pt idx="896">
                  <c:v>0.120838501973</c:v>
                </c:pt>
                <c:pt idx="897">
                  <c:v>0.121219619898</c:v>
                </c:pt>
                <c:pt idx="898">
                  <c:v>0.121602889113</c:v>
                </c:pt>
                <c:pt idx="899">
                  <c:v>0.121988329943</c:v>
                </c:pt>
                <c:pt idx="900">
                  <c:v>0.122375962155</c:v>
                </c:pt>
                <c:pt idx="901">
                  <c:v>0.122765804937</c:v>
                </c:pt>
                <c:pt idx="902">
                  <c:v>0.123157876855</c:v>
                </c:pt>
                <c:pt idx="903">
                  <c:v>0.123552195825</c:v>
                </c:pt>
                <c:pt idx="904">
                  <c:v>0.123948779073</c:v>
                </c:pt>
                <c:pt idx="905">
                  <c:v>0.124347643103</c:v>
                </c:pt>
                <c:pt idx="906">
                  <c:v>0.124748803655</c:v>
                </c:pt>
                <c:pt idx="907">
                  <c:v>0.12515227567</c:v>
                </c:pt>
                <c:pt idx="908">
                  <c:v>0.125558073248</c:v>
                </c:pt>
                <c:pt idx="909">
                  <c:v>0.125966209608</c:v>
                </c:pt>
                <c:pt idx="910">
                  <c:v>0.126376697044</c:v>
                </c:pt>
                <c:pt idx="911">
                  <c:v>0.126789546886</c:v>
                </c:pt>
                <c:pt idx="912">
                  <c:v>0.127204769454</c:v>
                </c:pt>
                <c:pt idx="913">
                  <c:v>0.127622374013</c:v>
                </c:pt>
                <c:pt idx="914">
                  <c:v>0.128042368727</c:v>
                </c:pt>
                <c:pt idx="915">
                  <c:v>0.128464760614</c:v>
                </c:pt>
                <c:pt idx="916">
                  <c:v>0.128889555499</c:v>
                </c:pt>
                <c:pt idx="917">
                  <c:v>0.129316757962</c:v>
                </c:pt>
                <c:pt idx="918">
                  <c:v>0.129746371293</c:v>
                </c:pt>
                <c:pt idx="919">
                  <c:v>0.130178397443</c:v>
                </c:pt>
                <c:pt idx="920">
                  <c:v>0.13061283697</c:v>
                </c:pt>
                <c:pt idx="921">
                  <c:v>0.131049688992</c:v>
                </c:pt>
                <c:pt idx="922">
                  <c:v>0.131488951135</c:v>
                </c:pt>
                <c:pt idx="923">
                  <c:v>0.131930619482</c:v>
                </c:pt>
                <c:pt idx="924">
                  <c:v>0.132374688519</c:v>
                </c:pt>
                <c:pt idx="925">
                  <c:v>0.13282115109</c:v>
                </c:pt>
                <c:pt idx="926">
                  <c:v>0.133269998337</c:v>
                </c:pt>
                <c:pt idx="927">
                  <c:v>0.133721219656</c:v>
                </c:pt>
                <c:pt idx="928">
                  <c:v>0.134174802641</c:v>
                </c:pt>
                <c:pt idx="929">
                  <c:v>0.134630733036</c:v>
                </c:pt>
                <c:pt idx="930">
                  <c:v>0.135088994681</c:v>
                </c:pt>
                <c:pt idx="931">
                  <c:v>0.135549569468</c:v>
                </c:pt>
                <c:pt idx="932">
                  <c:v>0.136012437289</c:v>
                </c:pt>
                <c:pt idx="933">
                  <c:v>0.136477575986</c:v>
                </c:pt>
                <c:pt idx="934">
                  <c:v>0.13694496131</c:v>
                </c:pt>
                <c:pt idx="935">
                  <c:v>0.137414566869</c:v>
                </c:pt>
                <c:pt idx="936">
                  <c:v>0.137886364091</c:v>
                </c:pt>
                <c:pt idx="937">
                  <c:v>0.138360322174</c:v>
                </c:pt>
                <c:pt idx="938">
                  <c:v>0.138836408055</c:v>
                </c:pt>
                <c:pt idx="939">
                  <c:v>0.139314586361</c:v>
                </c:pt>
                <c:pt idx="940">
                  <c:v>0.139794819381</c:v>
                </c:pt>
                <c:pt idx="941">
                  <c:v>0.140277067029</c:v>
                </c:pt>
                <c:pt idx="942">
                  <c:v>0.140761286814</c:v>
                </c:pt>
                <c:pt idx="943">
                  <c:v>0.141247433807</c:v>
                </c:pt>
                <c:pt idx="944">
                  <c:v>0.141735460621</c:v>
                </c:pt>
                <c:pt idx="945">
                  <c:v>0.142225317388</c:v>
                </c:pt>
                <c:pt idx="946">
                  <c:v>0.142716951735</c:v>
                </c:pt>
                <c:pt idx="947">
                  <c:v>0.143210308773</c:v>
                </c:pt>
                <c:pt idx="948">
                  <c:v>0.143705331083</c:v>
                </c:pt>
                <c:pt idx="949">
                  <c:v>0.144201958709</c:v>
                </c:pt>
                <c:pt idx="950">
                  <c:v>0.144700129152</c:v>
                </c:pt>
                <c:pt idx="951">
                  <c:v>0.145199777371</c:v>
                </c:pt>
                <c:pt idx="952">
                  <c:v>0.145700835787</c:v>
                </c:pt>
                <c:pt idx="953">
                  <c:v>0.146203234289</c:v>
                </c:pt>
                <c:pt idx="954">
                  <c:v>0.146706900253</c:v>
                </c:pt>
                <c:pt idx="955">
                  <c:v>0.147211758552</c:v>
                </c:pt>
                <c:pt idx="956">
                  <c:v>0.147717731583</c:v>
                </c:pt>
                <c:pt idx="957">
                  <c:v>0.148224739292</c:v>
                </c:pt>
                <c:pt idx="958">
                  <c:v>0.148732699207</c:v>
                </c:pt>
                <c:pt idx="959">
                  <c:v>0.149241526473</c:v>
                </c:pt>
                <c:pt idx="960">
                  <c:v>0.149751133893</c:v>
                </c:pt>
                <c:pt idx="961">
                  <c:v>0.150261431976</c:v>
                </c:pt>
                <c:pt idx="962">
                  <c:v>0.150772328986</c:v>
                </c:pt>
                <c:pt idx="963">
                  <c:v>0.151283730997</c:v>
                </c:pt>
                <c:pt idx="964">
                  <c:v>0.151795541956</c:v>
                </c:pt>
                <c:pt idx="965">
                  <c:v>0.152307663746</c:v>
                </c:pt>
                <c:pt idx="966">
                  <c:v>0.152819996256</c:v>
                </c:pt>
                <c:pt idx="967">
                  <c:v>0.153332437451</c:v>
                </c:pt>
                <c:pt idx="968">
                  <c:v>0.153844883457</c:v>
                </c:pt>
                <c:pt idx="969">
                  <c:v>0.154357228637</c:v>
                </c:pt>
                <c:pt idx="970">
                  <c:v>0.154869365677</c:v>
                </c:pt>
                <c:pt idx="971">
                  <c:v>0.15538118568</c:v>
                </c:pt>
                <c:pt idx="972">
                  <c:v>0.155892578252</c:v>
                </c:pt>
                <c:pt idx="973">
                  <c:v>0.156403431605</c:v>
                </c:pt>
                <c:pt idx="974">
                  <c:v>0.156913632648</c:v>
                </c:pt>
                <c:pt idx="975">
                  <c:v>0.157423067097</c:v>
                </c:pt>
                <c:pt idx="976">
                  <c:v>0.15793161957</c:v>
                </c:pt>
                <c:pt idx="977">
                  <c:v>0.1584391737</c:v>
                </c:pt>
                <c:pt idx="978">
                  <c:v>0.158945612238</c:v>
                </c:pt>
                <c:pt idx="979">
                  <c:v>0.159450817166</c:v>
                </c:pt>
                <c:pt idx="980">
                  <c:v>0.159954669801</c:v>
                </c:pt>
                <c:pt idx="981">
                  <c:v>0.160457050912</c:v>
                </c:pt>
                <c:pt idx="982">
                  <c:v>0.160957840828</c:v>
                </c:pt>
                <c:pt idx="983">
                  <c:v>0.161456919551</c:v>
                </c:pt>
                <c:pt idx="984">
                  <c:v>0.161954166867</c:v>
                </c:pt>
                <c:pt idx="985">
                  <c:v>0.162449462456</c:v>
                </c:pt>
                <c:pt idx="986">
                  <c:v>0.162942686001</c:v>
                </c:pt>
                <c:pt idx="987">
                  <c:v>0.163433717302</c:v>
                </c:pt>
                <c:pt idx="988">
                  <c:v>0.163922436378</c:v>
                </c:pt>
                <c:pt idx="989">
                  <c:v>0.164408723575</c:v>
                </c:pt>
                <c:pt idx="990">
                  <c:v>0.164892459671</c:v>
                </c:pt>
                <c:pt idx="991">
                  <c:v>0.165373525977</c:v>
                </c:pt>
                <c:pt idx="992">
                  <c:v>0.165851804435</c:v>
                </c:pt>
                <c:pt idx="993">
                  <c:v>0.166327177717</c:v>
                </c:pt>
                <c:pt idx="994">
                  <c:v>0.166799529318</c:v>
                </c:pt>
                <c:pt idx="995">
                  <c:v>0.167268743645</c:v>
                </c:pt>
                <c:pt idx="996">
                  <c:v>0.16773470611</c:v>
                </c:pt>
                <c:pt idx="997">
                  <c:v>0.168197303207</c:v>
                </c:pt>
                <c:pt idx="998">
                  <c:v>0.1686564226</c:v>
                </c:pt>
                <c:pt idx="999">
                  <c:v>0.169111953196</c:v>
                </c:pt>
                <c:pt idx="1000">
                  <c:v>0.169563785219</c:v>
                </c:pt>
                <c:pt idx="1001">
                  <c:v>0.170011810284</c:v>
                </c:pt>
                <c:pt idx="1002">
                  <c:v>0.170455921458</c:v>
                </c:pt>
                <c:pt idx="1003">
                  <c:v>0.170896013327</c:v>
                </c:pt>
                <c:pt idx="1004">
                  <c:v>0.171331982054</c:v>
                </c:pt>
                <c:pt idx="1005">
                  <c:v>0.171763725432</c:v>
                </c:pt>
                <c:pt idx="1006">
                  <c:v>0.172191142939</c:v>
                </c:pt>
                <c:pt idx="1007">
                  <c:v>0.172614135785</c:v>
                </c:pt>
                <c:pt idx="1008">
                  <c:v>0.173032606956</c:v>
                </c:pt>
                <c:pt idx="1009">
                  <c:v>0.173446461256</c:v>
                </c:pt>
                <c:pt idx="1010">
                  <c:v>0.173855605344</c:v>
                </c:pt>
                <c:pt idx="1011">
                  <c:v>0.174259947771</c:v>
                </c:pt>
                <c:pt idx="1012">
                  <c:v>0.174659399008</c:v>
                </c:pt>
                <c:pt idx="1013">
                  <c:v>0.175053871481</c:v>
                </c:pt>
                <c:pt idx="1014">
                  <c:v>0.17544327959</c:v>
                </c:pt>
                <c:pt idx="1015">
                  <c:v>0.175827539739</c:v>
                </c:pt>
                <c:pt idx="1016">
                  <c:v>0.176206570353</c:v>
                </c:pt>
                <c:pt idx="1017">
                  <c:v>0.1765802919</c:v>
                </c:pt>
                <c:pt idx="1018">
                  <c:v>0.176948626905</c:v>
                </c:pt>
                <c:pt idx="1019">
                  <c:v>0.17731149997</c:v>
                </c:pt>
                <c:pt idx="1020">
                  <c:v>0.177668837783</c:v>
                </c:pt>
                <c:pt idx="1021">
                  <c:v>0.178020569132</c:v>
                </c:pt>
                <c:pt idx="1022">
                  <c:v>0.178366624916</c:v>
                </c:pt>
                <c:pt idx="1023">
                  <c:v>0.178706938156</c:v>
                </c:pt>
                <c:pt idx="1024">
                  <c:v>0.179041444002</c:v>
                </c:pt>
                <c:pt idx="1025">
                  <c:v>0.179370079743</c:v>
                </c:pt>
                <c:pt idx="1026">
                  <c:v>0.179692784814</c:v>
                </c:pt>
                <c:pt idx="1027">
                  <c:v>0.180009500803</c:v>
                </c:pt>
                <c:pt idx="1028">
                  <c:v>0.18032017146</c:v>
                </c:pt>
                <c:pt idx="1029">
                  <c:v>0.180624742702</c:v>
                </c:pt>
                <c:pt idx="1030">
                  <c:v>0.180923162622</c:v>
                </c:pt>
                <c:pt idx="1031">
                  <c:v>0.181215381496</c:v>
                </c:pt>
                <c:pt idx="1032">
                  <c:v>0.181501351791</c:v>
                </c:pt>
                <c:pt idx="1033">
                  <c:v>0.181781028173</c:v>
                </c:pt>
                <c:pt idx="1034">
                  <c:v>0.182054367518</c:v>
                </c:pt>
                <c:pt idx="1035">
                  <c:v>0.18232132892</c:v>
                </c:pt>
                <c:pt idx="1036">
                  <c:v>0.182581873703</c:v>
                </c:pt>
                <c:pt idx="1037">
                  <c:v>0.182835965429</c:v>
                </c:pt>
                <c:pt idx="1038">
                  <c:v>0.183083569915</c:v>
                </c:pt>
                <c:pt idx="1039">
                  <c:v>0.183324655245</c:v>
                </c:pt>
                <c:pt idx="1040">
                  <c:v>0.183559191781</c:v>
                </c:pt>
                <c:pt idx="1041">
                  <c:v>0.183787152184</c:v>
                </c:pt>
                <c:pt idx="1042">
                  <c:v>0.184008511425</c:v>
                </c:pt>
                <c:pt idx="1043">
                  <c:v>0.184223246805</c:v>
                </c:pt>
                <c:pt idx="1044">
                  <c:v>0.184431337974</c:v>
                </c:pt>
                <c:pt idx="1045">
                  <c:v>0.184632766946</c:v>
                </c:pt>
                <c:pt idx="1046">
                  <c:v>0.184827518127</c:v>
                </c:pt>
                <c:pt idx="1047">
                  <c:v>0.185015578325</c:v>
                </c:pt>
                <c:pt idx="1048">
                  <c:v>0.185196936781</c:v>
                </c:pt>
                <c:pt idx="1049">
                  <c:v>0.185371585187</c:v>
                </c:pt>
                <c:pt idx="1050">
                  <c:v>0.185539517708</c:v>
                </c:pt>
                <c:pt idx="1051">
                  <c:v>0.185700731006</c:v>
                </c:pt>
                <c:pt idx="1052">
                  <c:v>0.185855224263</c:v>
                </c:pt>
                <c:pt idx="1053">
                  <c:v>0.186002999206</c:v>
                </c:pt>
                <c:pt idx="1054">
                  <c:v>0.186144060126</c:v>
                </c:pt>
                <c:pt idx="1055">
                  <c:v>0.186278413904</c:v>
                </c:pt>
                <c:pt idx="1056">
                  <c:v>0.186406070032</c:v>
                </c:pt>
                <c:pt idx="1057">
                  <c:v>0.186527040635</c:v>
                </c:pt>
                <c:pt idx="1058">
                  <c:v>0.186641340493</c:v>
                </c:pt>
                <c:pt idx="1059">
                  <c:v>0.186748987056</c:v>
                </c:pt>
                <c:pt idx="1060">
                  <c:v>0.186850000469</c:v>
                </c:pt>
                <c:pt idx="1061">
                  <c:v>0.186944403582</c:v>
                </c:pt>
                <c:pt idx="1062">
                  <c:v>0.187032221969</c:v>
                </c:pt>
                <c:pt idx="1063">
                  <c:v>0.187113483938</c:v>
                </c:pt>
                <c:pt idx="1064">
                  <c:v>0.187188220545</c:v>
                </c:pt>
                <c:pt idx="1065">
                  <c:v>0.187256465595</c:v>
                </c:pt>
                <c:pt idx="1066">
                  <c:v>0.187318255656</c:v>
                </c:pt>
                <c:pt idx="1067">
                  <c:v>0.187373630051</c:v>
                </c:pt>
                <c:pt idx="1068">
                  <c:v>0.187422630864</c:v>
                </c:pt>
                <c:pt idx="1069">
                  <c:v>0.187465302929</c:v>
                </c:pt>
                <c:pt idx="1070">
                  <c:v>0.187501693824</c:v>
                </c:pt>
                <c:pt idx="1071">
                  <c:v>0.187531853859</c:v>
                </c:pt>
                <c:pt idx="1072">
                  <c:v>0.187555836054</c:v>
                </c:pt>
                <c:pt idx="1073">
                  <c:v>0.187573696118</c:v>
                </c:pt>
                <c:pt idx="1074">
                  <c:v>0.187585492425</c:v>
                </c:pt>
                <c:pt idx="1075">
                  <c:v>0.187591285978</c:v>
                </c:pt>
                <c:pt idx="1076">
                  <c:v>0.187591140374</c:v>
                </c:pt>
                <c:pt idx="1077">
                  <c:v>0.18758512176</c:v>
                </c:pt>
                <c:pt idx="1078">
                  <c:v>0.187573298786</c:v>
                </c:pt>
                <c:pt idx="1079">
                  <c:v>0.187555742551</c:v>
                </c:pt>
                <c:pt idx="1080">
                  <c:v>0.187532526542</c:v>
                </c:pt>
                <c:pt idx="1081">
                  <c:v>0.187503726571</c:v>
                </c:pt>
                <c:pt idx="1082">
                  <c:v>0.187469420702</c:v>
                </c:pt>
                <c:pt idx="1083">
                  <c:v>0.187429689176</c:v>
                </c:pt>
                <c:pt idx="1084">
                  <c:v>0.187384614324</c:v>
                </c:pt>
                <c:pt idx="1085">
                  <c:v>0.187334280483</c:v>
                </c:pt>
                <c:pt idx="1086">
                  <c:v>0.187278773897</c:v>
                </c:pt>
                <c:pt idx="1087">
                  <c:v>0.187218182619</c:v>
                </c:pt>
                <c:pt idx="1088">
                  <c:v>0.187152596402</c:v>
                </c:pt>
                <c:pt idx="1089">
                  <c:v>0.187082106592</c:v>
                </c:pt>
                <c:pt idx="1090">
                  <c:v>0.187006806003</c:v>
                </c:pt>
                <c:pt idx="1091">
                  <c:v>0.186926788803</c:v>
                </c:pt>
                <c:pt idx="1092">
                  <c:v>0.186842150379</c:v>
                </c:pt>
                <c:pt idx="1093">
                  <c:v>0.18675298721</c:v>
                </c:pt>
                <c:pt idx="1094">
                  <c:v>0.186659396726</c:v>
                </c:pt>
                <c:pt idx="1095">
                  <c:v>0.186561477172</c:v>
                </c:pt>
                <c:pt idx="1096">
                  <c:v>0.186459327457</c:v>
                </c:pt>
                <c:pt idx="1097">
                  <c:v>0.186353047009</c:v>
                </c:pt>
                <c:pt idx="1098">
                  <c:v>0.186242735622</c:v>
                </c:pt>
                <c:pt idx="1099">
                  <c:v>0.186128493304</c:v>
                </c:pt>
                <c:pt idx="1100">
                  <c:v>0.186010420117</c:v>
                </c:pt>
                <c:pt idx="1101">
                  <c:v>0.185888616017</c:v>
                </c:pt>
                <c:pt idx="1102">
                  <c:v>0.185763180696</c:v>
                </c:pt>
                <c:pt idx="1103">
                  <c:v>0.185634213422</c:v>
                </c:pt>
                <c:pt idx="1104">
                  <c:v>0.185501812869</c:v>
                </c:pt>
                <c:pt idx="1105">
                  <c:v>0.185366076963</c:v>
                </c:pt>
                <c:pt idx="1106">
                  <c:v>0.185227102712</c:v>
                </c:pt>
                <c:pt idx="1107">
                  <c:v>0.185084986047</c:v>
                </c:pt>
                <c:pt idx="1108">
                  <c:v>0.184939821661</c:v>
                </c:pt>
                <c:pt idx="1109">
                  <c:v>0.184791702851</c:v>
                </c:pt>
                <c:pt idx="1110">
                  <c:v>0.184640721353</c:v>
                </c:pt>
                <c:pt idx="1111">
                  <c:v>0.184486967197</c:v>
                </c:pt>
                <c:pt idx="1112">
                  <c:v>0.184330528545</c:v>
                </c:pt>
                <c:pt idx="1113">
                  <c:v>0.184171491546</c:v>
                </c:pt>
                <c:pt idx="1114">
                  <c:v>0.184009940189</c:v>
                </c:pt>
                <c:pt idx="1115">
                  <c:v>0.18384595616</c:v>
                </c:pt>
                <c:pt idx="1116">
                  <c:v>0.183679618705</c:v>
                </c:pt>
                <c:pt idx="1117">
                  <c:v>0.183511004495</c:v>
                </c:pt>
                <c:pt idx="1118">
                  <c:v>0.183340187496</c:v>
                </c:pt>
                <c:pt idx="1119">
                  <c:v>0.183167238849</c:v>
                </c:pt>
                <c:pt idx="1120">
                  <c:v>0.182992226749</c:v>
                </c:pt>
                <c:pt idx="1121">
                  <c:v>0.182815216331</c:v>
                </c:pt>
                <c:pt idx="1122">
                  <c:v>0.182636269564</c:v>
                </c:pt>
                <c:pt idx="1123">
                  <c:v>0.18245544515</c:v>
                </c:pt>
                <c:pt idx="1124">
                  <c:v>0.182272798428</c:v>
                </c:pt>
                <c:pt idx="1125">
                  <c:v>0.182088381284</c:v>
                </c:pt>
                <c:pt idx="1126">
                  <c:v>0.181902242069</c:v>
                </c:pt>
                <c:pt idx="1127">
                  <c:v>0.181714425523</c:v>
                </c:pt>
                <c:pt idx="1128">
                  <c:v>0.181524972703</c:v>
                </c:pt>
                <c:pt idx="1129">
                  <c:v>0.181333920921</c:v>
                </c:pt>
                <c:pt idx="1130">
                  <c:v>0.181141303684</c:v>
                </c:pt>
                <c:pt idx="1131">
                  <c:v>0.180947150646</c:v>
                </c:pt>
                <c:pt idx="1132">
                  <c:v>0.18075148756</c:v>
                </c:pt>
                <c:pt idx="1133">
                  <c:v>0.180554336242</c:v>
                </c:pt>
                <c:pt idx="1134">
                  <c:v>0.180355714538</c:v>
                </c:pt>
                <c:pt idx="1135">
                  <c:v>0.180155636295</c:v>
                </c:pt>
                <c:pt idx="1136">
                  <c:v>0.179954111347</c:v>
                </c:pt>
                <c:pt idx="1137">
                  <c:v>0.179751145493</c:v>
                </c:pt>
                <c:pt idx="1138">
                  <c:v>0.179546740496</c:v>
                </c:pt>
                <c:pt idx="1139">
                  <c:v>0.179340894074</c:v>
                </c:pt>
                <c:pt idx="1140">
                  <c:v>0.179133599904</c:v>
                </c:pt>
                <c:pt idx="1141">
                  <c:v>0.178924847633</c:v>
                </c:pt>
                <c:pt idx="1142">
                  <c:v>0.178714622887</c:v>
                </c:pt>
                <c:pt idx="1143">
                  <c:v>0.178502907292</c:v>
                </c:pt>
                <c:pt idx="1144">
                  <c:v>0.178289678493</c:v>
                </c:pt>
                <c:pt idx="1145">
                  <c:v>0.178074910187</c:v>
                </c:pt>
                <c:pt idx="1146">
                  <c:v>0.177858572151</c:v>
                </c:pt>
                <c:pt idx="1147">
                  <c:v>0.177640630277</c:v>
                </c:pt>
                <c:pt idx="1148">
                  <c:v>0.177421046619</c:v>
                </c:pt>
                <c:pt idx="1149">
                  <c:v>0.177199779431</c:v>
                </c:pt>
                <c:pt idx="1150">
                  <c:v>0.176976783219</c:v>
                </c:pt>
                <c:pt idx="1151">
                  <c:v>0.176752008793</c:v>
                </c:pt>
                <c:pt idx="1152">
                  <c:v>0.176525403323</c:v>
                </c:pt>
                <c:pt idx="1153">
                  <c:v>0.176296910398</c:v>
                </c:pt>
                <c:pt idx="1154">
                  <c:v>0.176066470086</c:v>
                </c:pt>
                <c:pt idx="1155">
                  <c:v>0.175834019008</c:v>
                </c:pt>
                <c:pt idx="1156">
                  <c:v>0.175599490397</c:v>
                </c:pt>
                <c:pt idx="1157">
                  <c:v>0.175362814181</c:v>
                </c:pt>
                <c:pt idx="1158">
                  <c:v>0.175123917048</c:v>
                </c:pt>
                <c:pt idx="1159">
                  <c:v>0.174882722533</c:v>
                </c:pt>
                <c:pt idx="1160">
                  <c:v>0.174639151094</c:v>
                </c:pt>
                <c:pt idx="1161">
                  <c:v>0.174393120196</c:v>
                </c:pt>
                <c:pt idx="1162">
                  <c:v>0.174144544402</c:v>
                </c:pt>
                <c:pt idx="1163">
                  <c:v>0.173893335456</c:v>
                </c:pt>
                <c:pt idx="1164">
                  <c:v>0.173639402382</c:v>
                </c:pt>
                <c:pt idx="1165">
                  <c:v>0.173382651573</c:v>
                </c:pt>
                <c:pt idx="1166">
                  <c:v>0.173122986892</c:v>
                </c:pt>
                <c:pt idx="1167">
                  <c:v>0.172860309769</c:v>
                </c:pt>
                <c:pt idx="1168">
                  <c:v>0.172594519309</c:v>
                </c:pt>
                <c:pt idx="1169">
                  <c:v>0.172325512392</c:v>
                </c:pt>
                <c:pt idx="1170">
                  <c:v>0.172053183785</c:v>
                </c:pt>
                <c:pt idx="1171">
                  <c:v>0.171777426251</c:v>
                </c:pt>
                <c:pt idx="1172">
                  <c:v>0.171498130664</c:v>
                </c:pt>
                <c:pt idx="1173">
                  <c:v>0.171215186125</c:v>
                </c:pt>
                <c:pt idx="1174">
                  <c:v>0.170928480083</c:v>
                </c:pt>
                <c:pt idx="1175">
                  <c:v>0.170637898455</c:v>
                </c:pt>
                <c:pt idx="1176">
                  <c:v>0.170343325753</c:v>
                </c:pt>
                <c:pt idx="1177">
                  <c:v>0.170044645215</c:v>
                </c:pt>
                <c:pt idx="1178">
                  <c:v>0.169741738931</c:v>
                </c:pt>
                <c:pt idx="1179">
                  <c:v>0.169434487982</c:v>
                </c:pt>
                <c:pt idx="1180">
                  <c:v>0.169122772579</c:v>
                </c:pt>
                <c:pt idx="1181">
                  <c:v>0.168806472198</c:v>
                </c:pt>
                <c:pt idx="1182">
                  <c:v>0.168485465732</c:v>
                </c:pt>
                <c:pt idx="1183">
                  <c:v>0.168159631635</c:v>
                </c:pt>
                <c:pt idx="1184">
                  <c:v>0.167828848072</c:v>
                </c:pt>
                <c:pt idx="1185">
                  <c:v>0.167492993076</c:v>
                </c:pt>
                <c:pt idx="1186">
                  <c:v>0.167151944707</c:v>
                </c:pt>
                <c:pt idx="1187">
                  <c:v>0.16680558121</c:v>
                </c:pt>
                <c:pt idx="1188">
                  <c:v>0.16645378118</c:v>
                </c:pt>
                <c:pt idx="1189">
                  <c:v>0.166096423734</c:v>
                </c:pt>
                <c:pt idx="1190">
                  <c:v>0.16573338868</c:v>
                </c:pt>
                <c:pt idx="1191">
                  <c:v>0.16536455669</c:v>
                </c:pt>
                <c:pt idx="1192">
                  <c:v>0.164989809483</c:v>
                </c:pt>
                <c:pt idx="1193">
                  <c:v>0.164609030002</c:v>
                </c:pt>
                <c:pt idx="1194">
                  <c:v>0.1642221026</c:v>
                </c:pt>
                <c:pt idx="1195">
                  <c:v>0.163828913228</c:v>
                </c:pt>
                <c:pt idx="1196">
                  <c:v>0.163429349624</c:v>
                </c:pt>
                <c:pt idx="1197">
                  <c:v>0.16302330151</c:v>
                </c:pt>
                <c:pt idx="1198">
                  <c:v>0.162610660781</c:v>
                </c:pt>
                <c:pt idx="1199">
                  <c:v>0.162191321707</c:v>
                </c:pt>
                <c:pt idx="1200">
                  <c:v>0.161765181135</c:v>
                </c:pt>
                <c:pt idx="1201">
                  <c:v>0.161332138685</c:v>
                </c:pt>
                <c:pt idx="1202">
                  <c:v>0.16089209696</c:v>
                </c:pt>
                <c:pt idx="1203">
                  <c:v>0.160444961745</c:v>
                </c:pt>
                <c:pt idx="1204">
                  <c:v>0.159990642216</c:v>
                </c:pt>
                <c:pt idx="1205">
                  <c:v>0.159529051147</c:v>
                </c:pt>
                <c:pt idx="1206">
                  <c:v>0.159060105115</c:v>
                </c:pt>
                <c:pt idx="1207">
                  <c:v>0.158583724707</c:v>
                </c:pt>
                <c:pt idx="1208">
                  <c:v>0.158099834723</c:v>
                </c:pt>
                <c:pt idx="1209">
                  <c:v>0.157608364388</c:v>
                </c:pt>
                <c:pt idx="1210">
                  <c:v>0.157109247547</c:v>
                </c:pt>
                <c:pt idx="1211">
                  <c:v>0.156602422872</c:v>
                </c:pt>
                <c:pt idx="1212">
                  <c:v>0.156087834057</c:v>
                </c:pt>
                <c:pt idx="1213">
                  <c:v>0.155565430018</c:v>
                </c:pt>
                <c:pt idx="1214">
                  <c:v>0.155035165078</c:v>
                </c:pt>
                <c:pt idx="1215">
                  <c:v>0.154496999161</c:v>
                </c:pt>
                <c:pt idx="1216">
                  <c:v>0.15395089797</c:v>
                </c:pt>
                <c:pt idx="1217">
                  <c:v>0.153396833168</c:v>
                </c:pt>
                <c:pt idx="1218">
                  <c:v>0.152834782543</c:v>
                </c:pt>
                <c:pt idx="1219">
                  <c:v>0.152264730179</c:v>
                </c:pt>
                <c:pt idx="1220">
                  <c:v>0.151686666606</c:v>
                </c:pt>
                <c:pt idx="1221">
                  <c:v>0.151100588952</c:v>
                </c:pt>
                <c:pt idx="1222">
                  <c:v>0.150506501082</c:v>
                </c:pt>
                <c:pt idx="1223">
                  <c:v>0.149904413726</c:v>
                </c:pt>
                <c:pt idx="1224">
                  <c:v>0.1492943446</c:v>
                </c:pt>
                <c:pt idx="1225">
                  <c:v>0.148676318514</c:v>
                </c:pt>
                <c:pt idx="1226">
                  <c:v>0.148050367473</c:v>
                </c:pt>
                <c:pt idx="1227">
                  <c:v>0.147416530755</c:v>
                </c:pt>
                <c:pt idx="1228">
                  <c:v>0.146774854992</c:v>
                </c:pt>
                <c:pt idx="1229">
                  <c:v>0.146125394222</c:v>
                </c:pt>
                <c:pt idx="1230">
                  <c:v>0.145468209941</c:v>
                </c:pt>
                <c:pt idx="1231">
                  <c:v>0.144803371131</c:v>
                </c:pt>
                <c:pt idx="1232">
                  <c:v>0.144130954277</c:v>
                </c:pt>
                <c:pt idx="1233">
                  <c:v>0.143451043368</c:v>
                </c:pt>
                <c:pt idx="1234">
                  <c:v>0.142763729887</c:v>
                </c:pt>
                <c:pt idx="1235">
                  <c:v>0.142069112775</c:v>
                </c:pt>
                <c:pt idx="1236">
                  <c:v>0.141367298392</c:v>
                </c:pt>
                <c:pt idx="1237">
                  <c:v>0.14065840045</c:v>
                </c:pt>
                <c:pt idx="1238">
                  <c:v>0.139942539936</c:v>
                </c:pt>
                <c:pt idx="1239">
                  <c:v>0.139219845018</c:v>
                </c:pt>
                <c:pt idx="1240">
                  <c:v>0.138490450932</c:v>
                </c:pt>
                <c:pt idx="1241">
                  <c:v>0.137754499856</c:v>
                </c:pt>
                <c:pt idx="1242">
                  <c:v>0.137012140765</c:v>
                </c:pt>
                <c:pt idx="1243">
                  <c:v>0.13626352927</c:v>
                </c:pt>
                <c:pt idx="1244">
                  <c:v>0.135508827441</c:v>
                </c:pt>
                <c:pt idx="1245">
                  <c:v>0.13474820362</c:v>
                </c:pt>
                <c:pt idx="1246">
                  <c:v>0.13398183221</c:v>
                </c:pt>
                <c:pt idx="1247">
                  <c:v>0.133209893455</c:v>
                </c:pt>
                <c:pt idx="1248">
                  <c:v>0.132432573203</c:v>
                </c:pt>
                <c:pt idx="1249">
                  <c:v>0.131650062663</c:v>
                </c:pt>
                <c:pt idx="1250">
                  <c:v>0.130862558137</c:v>
                </c:pt>
                <c:pt idx="1251">
                  <c:v>0.130070260752</c:v>
                </c:pt>
                <c:pt idx="1252">
                  <c:v>0.12927337617</c:v>
                </c:pt>
                <c:pt idx="1253">
                  <c:v>0.128472114301</c:v>
                </c:pt>
                <c:pt idx="1254">
                  <c:v>0.127666688992</c:v>
                </c:pt>
                <c:pt idx="1255">
                  <c:v>0.126857317715</c:v>
                </c:pt>
                <c:pt idx="1256">
                  <c:v>0.126044221254</c:v>
                </c:pt>
                <c:pt idx="1257">
                  <c:v>0.125227623371</c:v>
                </c:pt>
                <c:pt idx="1258">
                  <c:v>0.124407750476</c:v>
                </c:pt>
                <c:pt idx="1259">
                  <c:v>0.123584831294</c:v>
                </c:pt>
                <c:pt idx="1260">
                  <c:v>0.122759096524</c:v>
                </c:pt>
                <c:pt idx="1261">
                  <c:v>0.121930778497</c:v>
                </c:pt>
                <c:pt idx="1262">
                  <c:v>0.121100110834</c:v>
                </c:pt>
                <c:pt idx="1263">
                  <c:v>0.120267328105</c:v>
                </c:pt>
                <c:pt idx="1264">
                  <c:v>0.119432665486</c:v>
                </c:pt>
                <c:pt idx="1265">
                  <c:v>0.118596358422</c:v>
                </c:pt>
                <c:pt idx="1266">
                  <c:v>0.117758642291</c:v>
                </c:pt>
                <c:pt idx="1267">
                  <c:v>0.116919752072</c:v>
                </c:pt>
                <c:pt idx="1268">
                  <c:v>0.11607992202</c:v>
                </c:pt>
                <c:pt idx="1269">
                  <c:v>0.115239385344</c:v>
                </c:pt>
                <c:pt idx="1270">
                  <c:v>0.114398373897</c:v>
                </c:pt>
                <c:pt idx="1271">
                  <c:v>0.113557117872</c:v>
                </c:pt>
                <c:pt idx="1272">
                  <c:v>0.112715845502</c:v>
                </c:pt>
                <c:pt idx="1273">
                  <c:v>0.111874782776</c:v>
                </c:pt>
                <c:pt idx="1274">
                  <c:v>0.111034153165</c:v>
                </c:pt>
                <c:pt idx="1275">
                  <c:v>0.110194177351</c:v>
                </c:pt>
                <c:pt idx="1276">
                  <c:v>0.109355072978</c:v>
                </c:pt>
                <c:pt idx="1277">
                  <c:v>0.108517054409</c:v>
                </c:pt>
                <c:pt idx="1278">
                  <c:v>0.107680332493</c:v>
                </c:pt>
                <c:pt idx="1279">
                  <c:v>0.106845114352</c:v>
                </c:pt>
                <c:pt idx="1280">
                  <c:v>0.106011603174</c:v>
                </c:pt>
                <c:pt idx="1281">
                  <c:v>0.105179998025</c:v>
                </c:pt>
                <c:pt idx="1282">
                  <c:v>0.104350493669</c:v>
                </c:pt>
                <c:pt idx="1283">
                  <c:v>0.103523280405</c:v>
                </c:pt>
                <c:pt idx="1284">
                  <c:v>0.102698543919</c:v>
                </c:pt>
                <c:pt idx="1285">
                  <c:v>0.101876465144</c:v>
                </c:pt>
                <c:pt idx="1286">
                  <c:v>0.101057220141</c:v>
                </c:pt>
                <c:pt idx="1287">
                  <c:v>0.100240979986</c:v>
                </c:pt>
                <c:pt idx="1288">
                  <c:v>0.0994279106767</c:v>
                </c:pt>
                <c:pt idx="1289">
                  <c:v>0.0986181730495</c:v>
                </c:pt>
                <c:pt idx="1290">
                  <c:v>0.097811922708</c:v>
                </c:pt>
                <c:pt idx="1291">
                  <c:v>0.097009309967</c:v>
                </c:pt>
                <c:pt idx="1292">
                  <c:v>0.0962104798072</c:v>
                </c:pt>
                <c:pt idx="1293">
                  <c:v>0.0954155718422</c:v>
                </c:pt>
                <c:pt idx="1294">
                  <c:v>0.0946247202969</c:v>
                </c:pt>
                <c:pt idx="1295">
                  <c:v>0.0938380539973</c:v>
                </c:pt>
                <c:pt idx="1296">
                  <c:v>0.0930556963712</c:v>
                </c:pt>
                <c:pt idx="1297">
                  <c:v>0.0922777654582</c:v>
                </c:pt>
                <c:pt idx="1298">
                  <c:v>0.0915043739307</c:v>
                </c:pt>
                <c:pt idx="1299">
                  <c:v>0.0907356291238</c:v>
                </c:pt>
                <c:pt idx="1300">
                  <c:v>0.0899716330732</c:v>
                </c:pt>
                <c:pt idx="1301">
                  <c:v>0.0892124825628</c:v>
                </c:pt>
                <c:pt idx="1302">
                  <c:v>0.088458269179</c:v>
                </c:pt>
                <c:pt idx="1303">
                  <c:v>0.0877090793731</c:v>
                </c:pt>
                <c:pt idx="1304">
                  <c:v>0.0869649945296</c:v>
                </c:pt>
                <c:pt idx="1305">
                  <c:v>0.0862260910417</c:v>
                </c:pt>
                <c:pt idx="1306">
                  <c:v>0.0854924403921</c:v>
                </c:pt>
                <c:pt idx="1307">
                  <c:v>0.084764109239</c:v>
                </c:pt>
                <c:pt idx="1308">
                  <c:v>0.0840411595076</c:v>
                </c:pt>
                <c:pt idx="1309">
                  <c:v>0.0833236484848</c:v>
                </c:pt>
                <c:pt idx="1310">
                  <c:v>0.0826116289191</c:v>
                </c:pt>
                <c:pt idx="1311">
                  <c:v>0.0819051491229</c:v>
                </c:pt>
                <c:pt idx="1312">
                  <c:v>0.0812042530785</c:v>
                </c:pt>
                <c:pt idx="1313">
                  <c:v>0.0805089805462</c:v>
                </c:pt>
                <c:pt idx="1314">
                  <c:v>0.0798193671749</c:v>
                </c:pt>
                <c:pt idx="1315">
                  <c:v>0.0791354446145</c:v>
                </c:pt>
                <c:pt idx="1316">
                  <c:v>0.07845724063</c:v>
                </c:pt>
                <c:pt idx="1317">
                  <c:v>0.0777847792156</c:v>
                </c:pt>
                <c:pt idx="1318">
                  <c:v>0.0771180807115</c:v>
                </c:pt>
                <c:pt idx="1319">
                  <c:v>0.0764571619192</c:v>
                </c:pt>
                <c:pt idx="1320">
                  <c:v>0.0758020362181</c:v>
                </c:pt>
                <c:pt idx="1321">
                  <c:v>0.075152713682</c:v>
                </c:pt>
                <c:pt idx="1322">
                  <c:v>0.0745092011949</c:v>
                </c:pt>
                <c:pt idx="1323">
                  <c:v>0.073871502566</c:v>
                </c:pt>
                <c:pt idx="1324">
                  <c:v>0.0732396186445</c:v>
                </c:pt>
                <c:pt idx="1325">
                  <c:v>0.0726135474329</c:v>
                </c:pt>
                <c:pt idx="1326">
                  <c:v>0.0719932841996</c:v>
                </c:pt>
                <c:pt idx="1327">
                  <c:v>0.0713788215893</c:v>
                </c:pt>
                <c:pt idx="1328">
                  <c:v>0.0707701497325</c:v>
                </c:pt>
                <c:pt idx="1329">
                  <c:v>0.0701672563534</c:v>
                </c:pt>
                <c:pt idx="1330">
                  <c:v>0.0695701268752</c:v>
                </c:pt>
                <c:pt idx="1331">
                  <c:v>0.0689787445246</c:v>
                </c:pt>
                <c:pt idx="1332">
                  <c:v>0.0683930904335</c:v>
                </c:pt>
                <c:pt idx="1333">
                  <c:v>0.0678131437382</c:v>
                </c:pt>
                <c:pt idx="1334">
                  <c:v>0.0672388816781</c:v>
                </c:pt>
                <c:pt idx="1335">
                  <c:v>0.0666702796898</c:v>
                </c:pt>
                <c:pt idx="1336">
                  <c:v>0.0661073115011</c:v>
                </c:pt>
                <c:pt idx="1337">
                  <c:v>0.0655499492208</c:v>
                </c:pt>
                <c:pt idx="1338">
                  <c:v>0.0649981634277</c:v>
                </c:pt>
                <c:pt idx="1339">
                  <c:v>0.0644519232558</c:v>
                </c:pt>
                <c:pt idx="1340">
                  <c:v>0.0639111964781</c:v>
                </c:pt>
                <c:pt idx="1341">
                  <c:v>0.0633759495872</c:v>
                </c:pt>
                <c:pt idx="1342">
                  <c:v>0.0628461478743</c:v>
                </c:pt>
                <c:pt idx="1343">
                  <c:v>0.0623217555044</c:v>
                </c:pt>
                <c:pt idx="1344">
                  <c:v>0.0618027355905</c:v>
                </c:pt>
                <c:pt idx="1345">
                  <c:v>0.0612890502648</c:v>
                </c:pt>
                <c:pt idx="1346">
                  <c:v>0.0607806607467</c:v>
                </c:pt>
                <c:pt idx="1347">
                  <c:v>0.0602775274102</c:v>
                </c:pt>
                <c:pt idx="1348">
                  <c:v>0.0597796098468</c:v>
                </c:pt>
                <c:pt idx="1349">
                  <c:v>0.0592868669278</c:v>
                </c:pt>
                <c:pt idx="1350">
                  <c:v>0.0587992568637</c:v>
                </c:pt>
                <c:pt idx="1351">
                  <c:v>0.0583167372608</c:v>
                </c:pt>
                <c:pt idx="1352">
                  <c:v>0.0578392651764</c:v>
                </c:pt>
                <c:pt idx="1353">
                  <c:v>0.0573667971717</c:v>
                </c:pt>
                <c:pt idx="1354">
                  <c:v>0.0568992893618</c:v>
                </c:pt>
                <c:pt idx="1355">
                  <c:v>0.0564366974647</c:v>
                </c:pt>
                <c:pt idx="1356">
                  <c:v>0.0559789768475</c:v>
                </c:pt>
                <c:pt idx="1357">
                  <c:v>0.0555260825709</c:v>
                </c:pt>
                <c:pt idx="1358">
                  <c:v>0.0550779694318</c:v>
                </c:pt>
                <c:pt idx="1359">
                  <c:v>0.0546345920038</c:v>
                </c:pt>
                <c:pt idx="1360">
                  <c:v>0.054195904676</c:v>
                </c:pt>
                <c:pt idx="1361">
                  <c:v>0.0537618616904</c:v>
                </c:pt>
                <c:pt idx="1362">
                  <c:v>0.0533324171766</c:v>
                </c:pt>
                <c:pt idx="1363">
                  <c:v>0.0529075251857</c:v>
                </c:pt>
                <c:pt idx="1364">
                  <c:v>0.0524871397224</c:v>
                </c:pt>
                <c:pt idx="1365">
                  <c:v>0.052071214775</c:v>
                </c:pt>
                <c:pt idx="1366">
                  <c:v>0.0516597043447</c:v>
                </c:pt>
                <c:pt idx="1367">
                  <c:v>0.0512525624728</c:v>
                </c:pt>
                <c:pt idx="1368">
                  <c:v>0.0508497432665</c:v>
                </c:pt>
                <c:pt idx="1369">
                  <c:v>0.0504512009236</c:v>
                </c:pt>
                <c:pt idx="1370">
                  <c:v>0.0500568897561</c:v>
                </c:pt>
                <c:pt idx="1371">
                  <c:v>0.0496667642113</c:v>
                </c:pt>
                <c:pt idx="1372">
                  <c:v>0.0492807788936</c:v>
                </c:pt>
                <c:pt idx="1373">
                  <c:v>0.0488988885831</c:v>
                </c:pt>
                <c:pt idx="1374">
                  <c:v>0.0485210482546</c:v>
                </c:pt>
                <c:pt idx="1375">
                  <c:v>0.0481472130947</c:v>
                </c:pt>
                <c:pt idx="1376">
                  <c:v>0.0477773385178</c:v>
                </c:pt>
                <c:pt idx="1377">
                  <c:v>0.0474113801816</c:v>
                </c:pt>
                <c:pt idx="1378">
                  <c:v>0.0470492940015</c:v>
                </c:pt>
                <c:pt idx="1379">
                  <c:v>0.0466910361634</c:v>
                </c:pt>
                <c:pt idx="1380">
                  <c:v>0.0463365631363</c:v>
                </c:pt>
                <c:pt idx="1381">
                  <c:v>0.045985831684</c:v>
                </c:pt>
                <c:pt idx="1382">
                  <c:v>0.0456387988759</c:v>
                </c:pt>
                <c:pt idx="1383">
                  <c:v>0.0452954220963</c:v>
                </c:pt>
                <c:pt idx="1384">
                  <c:v>0.0449556590544</c:v>
                </c:pt>
                <c:pt idx="1385">
                  <c:v>0.0446194677922</c:v>
                </c:pt>
                <c:pt idx="1386">
                  <c:v>0.0442868066924</c:v>
                </c:pt>
                <c:pt idx="1387">
                  <c:v>0.0439576344855</c:v>
                </c:pt>
                <c:pt idx="1388">
                  <c:v>0.0436319102564</c:v>
                </c:pt>
                <c:pt idx="1389">
                  <c:v>0.04330959345</c:v>
                </c:pt>
                <c:pt idx="1390">
                  <c:v>0.042990643877</c:v>
                </c:pt>
                <c:pt idx="1391">
                  <c:v>0.0426750217179</c:v>
                </c:pt>
                <c:pt idx="1392">
                  <c:v>0.042362687528</c:v>
                </c:pt>
                <c:pt idx="1393">
                  <c:v>0.0420536022407</c:v>
                </c:pt>
                <c:pt idx="1394">
                  <c:v>0.0417477271711</c:v>
                </c:pt>
                <c:pt idx="1395">
                  <c:v>0.0414450240183</c:v>
                </c:pt>
                <c:pt idx="1396">
                  <c:v>0.0411454548686</c:v>
                </c:pt>
                <c:pt idx="1397">
                  <c:v>0.0408489821968</c:v>
                </c:pt>
                <c:pt idx="1398">
                  <c:v>0.0405555688681</c:v>
                </c:pt>
                <c:pt idx="1399">
                  <c:v>0.0402651781397</c:v>
                </c:pt>
                <c:pt idx="1400">
                  <c:v>0.0399777736611</c:v>
                </c:pt>
                <c:pt idx="1401">
                  <c:v>0.0396933194753</c:v>
                </c:pt>
                <c:pt idx="1402">
                  <c:v>0.0394117800186</c:v>
                </c:pt>
                <c:pt idx="1403">
                  <c:v>0.0391331201212</c:v>
                </c:pt>
                <c:pt idx="1404">
                  <c:v>0.0388573050063</c:v>
                </c:pt>
                <c:pt idx="1405">
                  <c:v>0.0385843002902</c:v>
                </c:pt>
                <c:pt idx="1406">
                  <c:v>0.038314071981</c:v>
                </c:pt>
                <c:pt idx="1407">
                  <c:v>0.038046586478</c:v>
                </c:pt>
                <c:pt idx="1408">
                  <c:v>0.0377818105706</c:v>
                </c:pt>
                <c:pt idx="1409">
                  <c:v>0.0375197114364</c:v>
                </c:pt>
                <c:pt idx="1410">
                  <c:v>0.03726025664</c:v>
                </c:pt>
                <c:pt idx="1411">
                  <c:v>0.0370034141313</c:v>
                </c:pt>
                <c:pt idx="1412">
                  <c:v>0.0367491522433</c:v>
                </c:pt>
                <c:pt idx="1413">
                  <c:v>0.0364974396904</c:v>
                </c:pt>
                <c:pt idx="1414">
                  <c:v>0.0362482455657</c:v>
                </c:pt>
                <c:pt idx="1415">
                  <c:v>0.0360015393391</c:v>
                </c:pt>
                <c:pt idx="1416">
                  <c:v>0.0357572908545</c:v>
                </c:pt>
                <c:pt idx="1417">
                  <c:v>0.0355154703276</c:v>
                </c:pt>
                <c:pt idx="1418">
                  <c:v>0.0352760483426</c:v>
                </c:pt>
                <c:pt idx="1419">
                  <c:v>0.0350389958499</c:v>
                </c:pt>
                <c:pt idx="1420">
                  <c:v>0.0348042841633</c:v>
                </c:pt>
                <c:pt idx="1421">
                  <c:v>0.0345718849564</c:v>
                </c:pt>
                <c:pt idx="1422">
                  <c:v>0.0343417702602</c:v>
                </c:pt>
                <c:pt idx="1423">
                  <c:v>0.0341139124598</c:v>
                </c:pt>
                <c:pt idx="1424">
                  <c:v>0.0338882842909</c:v>
                </c:pt>
                <c:pt idx="1425">
                  <c:v>0.033664858837</c:v>
                </c:pt>
                <c:pt idx="1426">
                  <c:v>0.033443609526</c:v>
                </c:pt>
                <c:pt idx="1427">
                  <c:v>0.0332245101266</c:v>
                </c:pt>
                <c:pt idx="1428">
                  <c:v>0.0330075347452</c:v>
                </c:pt>
                <c:pt idx="1429">
                  <c:v>0.0327926578226</c:v>
                </c:pt>
                <c:pt idx="1430">
                  <c:v>0.0325798541299</c:v>
                </c:pt>
                <c:pt idx="1431">
                  <c:v>0.0323690987661</c:v>
                </c:pt>
                <c:pt idx="1432">
                  <c:v>0.0321603671534</c:v>
                </c:pt>
                <c:pt idx="1433">
                  <c:v>0.0319536350348</c:v>
                </c:pt>
                <c:pt idx="1434">
                  <c:v>0.0317488784698</c:v>
                </c:pt>
                <c:pt idx="1435">
                  <c:v>0.0315460738311</c:v>
                </c:pt>
                <c:pt idx="1436">
                  <c:v>0.0313451978012</c:v>
                </c:pt>
                <c:pt idx="1437">
                  <c:v>0.0311462273686</c:v>
                </c:pt>
                <c:pt idx="1438">
                  <c:v>0.0309491398244</c:v>
                </c:pt>
                <c:pt idx="1439">
                  <c:v>0.0307539127587</c:v>
                </c:pt>
                <c:pt idx="1440">
                  <c:v>0.030560524057</c:v>
                </c:pt>
                <c:pt idx="1441">
                  <c:v>0.0303689518969</c:v>
                </c:pt>
                <c:pt idx="1442">
                  <c:v>0.030179174744</c:v>
                </c:pt>
                <c:pt idx="1443">
                  <c:v>0.0299911713491</c:v>
                </c:pt>
                <c:pt idx="1444">
                  <c:v>0.0298049207441</c:v>
                </c:pt>
                <c:pt idx="1445">
                  <c:v>0.0296204022386</c:v>
                </c:pt>
                <c:pt idx="1446">
                  <c:v>0.0294375954167</c:v>
                </c:pt>
                <c:pt idx="1447">
                  <c:v>0.0292564801333</c:v>
                </c:pt>
                <c:pt idx="1448">
                  <c:v>0.0290770365106</c:v>
                </c:pt>
                <c:pt idx="1449">
                  <c:v>0.0288992449347</c:v>
                </c:pt>
                <c:pt idx="1450">
                  <c:v>0.0287230860523</c:v>
                </c:pt>
                <c:pt idx="1451">
                  <c:v>0.0285485407674</c:v>
                </c:pt>
                <c:pt idx="1452">
                  <c:v>0.0283755902374</c:v>
                </c:pt>
                <c:pt idx="1453">
                  <c:v>0.0282042158705</c:v>
                </c:pt>
                <c:pt idx="1454">
                  <c:v>0.0280343993216</c:v>
                </c:pt>
                <c:pt idx="1455">
                  <c:v>0.0278661224899</c:v>
                </c:pt>
                <c:pt idx="1456">
                  <c:v>0.0276993675148</c:v>
                </c:pt>
                <c:pt idx="1457">
                  <c:v>0.0275341167731</c:v>
                </c:pt>
                <c:pt idx="1458">
                  <c:v>0.0273703528759</c:v>
                </c:pt>
                <c:pt idx="1459">
                  <c:v>0.027208058665</c:v>
                </c:pt>
                <c:pt idx="1460">
                  <c:v>0.0270472172101</c:v>
                </c:pt>
                <c:pt idx="1461">
                  <c:v>0.0268878118057</c:v>
                </c:pt>
                <c:pt idx="1462">
                  <c:v>0.0267298259679</c:v>
                </c:pt>
                <c:pt idx="1463">
                  <c:v>0.0265732434312</c:v>
                </c:pt>
                <c:pt idx="1464">
                  <c:v>0.0264180481458</c:v>
                </c:pt>
                <c:pt idx="1465">
                  <c:v>0.0262642242744</c:v>
                </c:pt>
                <c:pt idx="1466">
                  <c:v>0.0261117561895</c:v>
                </c:pt>
                <c:pt idx="1467">
                  <c:v>0.0259606284702</c:v>
                </c:pt>
                <c:pt idx="1468">
                  <c:v>0.0258108258992</c:v>
                </c:pt>
                <c:pt idx="1469">
                  <c:v>0.0256623334607</c:v>
                </c:pt>
                <c:pt idx="1470">
                  <c:v>0.0255151363365</c:v>
                </c:pt>
                <c:pt idx="1471">
                  <c:v>0.0253692199042</c:v>
                </c:pt>
                <c:pt idx="1472">
                  <c:v>0.025224569734</c:v>
                </c:pt>
                <c:pt idx="1473">
                  <c:v>0.0250811715858</c:v>
                </c:pt>
                <c:pt idx="1474">
                  <c:v>0.0249390114071</c:v>
                </c:pt>
                <c:pt idx="1475">
                  <c:v>0.0247980753297</c:v>
                </c:pt>
                <c:pt idx="1476">
                  <c:v>0.0246583496675</c:v>
                </c:pt>
                <c:pt idx="1477">
                  <c:v>0.0245198209141</c:v>
                </c:pt>
                <c:pt idx="1478">
                  <c:v>0.0243824757397</c:v>
                </c:pt>
                <c:pt idx="1479">
                  <c:v>0.024246300989</c:v>
                </c:pt>
                <c:pt idx="1480">
                  <c:v>0.0241112836786</c:v>
                </c:pt>
                <c:pt idx="1481">
                  <c:v>0.0239774109948</c:v>
                </c:pt>
                <c:pt idx="1482">
                  <c:v>0.0238446702906</c:v>
                </c:pt>
                <c:pt idx="1483">
                  <c:v>0.023713049084</c:v>
                </c:pt>
                <c:pt idx="1484">
                  <c:v>0.0235825350554</c:v>
                </c:pt>
                <c:pt idx="1485">
                  <c:v>0.0234531160451</c:v>
                </c:pt>
                <c:pt idx="1486">
                  <c:v>0.0233247800514</c:v>
                </c:pt>
                <c:pt idx="1487">
                  <c:v>0.0231975152281</c:v>
                </c:pt>
                <c:pt idx="1488">
                  <c:v>0.0230713098822</c:v>
                </c:pt>
                <c:pt idx="1489">
                  <c:v>0.0229461524722</c:v>
                </c:pt>
                <c:pt idx="1490">
                  <c:v>0.0228220316054</c:v>
                </c:pt>
                <c:pt idx="1491">
                  <c:v>0.0226989360361</c:v>
                </c:pt>
                <c:pt idx="1492">
                  <c:v>0.0225768546635</c:v>
                </c:pt>
                <c:pt idx="1493">
                  <c:v>0.0224557765297</c:v>
                </c:pt>
                <c:pt idx="1494">
                  <c:v>0.0223356908173</c:v>
                </c:pt>
                <c:pt idx="1495">
                  <c:v>0.0222165868479</c:v>
                </c:pt>
                <c:pt idx="1496">
                  <c:v>0.02209845408</c:v>
                </c:pt>
                <c:pt idx="1497">
                  <c:v>0.0219812821069</c:v>
                </c:pt>
                <c:pt idx="1498">
                  <c:v>0.0218650606548</c:v>
                </c:pt>
                <c:pt idx="1499">
                  <c:v>0.0217497795812</c:v>
                </c:pt>
                <c:pt idx="1500">
                  <c:v>0.0216354288728</c:v>
                </c:pt>
                <c:pt idx="1501">
                  <c:v>0.0215219986437</c:v>
                </c:pt>
                <c:pt idx="1502">
                  <c:v>0.0214094791339</c:v>
                </c:pt>
                <c:pt idx="1503">
                  <c:v>0.0212978607071</c:v>
                </c:pt>
                <c:pt idx="1504">
                  <c:v>0.0211871338492</c:v>
                </c:pt>
                <c:pt idx="1505">
                  <c:v>0.0210772891666</c:v>
                </c:pt>
                <c:pt idx="1506">
                  <c:v>0.0209683173844</c:v>
                </c:pt>
                <c:pt idx="1507">
                  <c:v>0.0208602093449</c:v>
                </c:pt>
                <c:pt idx="1508">
                  <c:v>0.0207529560058</c:v>
                </c:pt>
                <c:pt idx="1509">
                  <c:v>0.0206465484387</c:v>
                </c:pt>
                <c:pt idx="1510">
                  <c:v>0.0205409778274</c:v>
                </c:pt>
                <c:pt idx="1511">
                  <c:v>0.0204362354666</c:v>
                </c:pt>
                <c:pt idx="1512">
                  <c:v>0.02033231276</c:v>
                </c:pt>
                <c:pt idx="1513">
                  <c:v>0.0202292012189</c:v>
                </c:pt>
                <c:pt idx="1514">
                  <c:v>0.0201268924608</c:v>
                </c:pt>
                <c:pt idx="1515">
                  <c:v>0.0200253782081</c:v>
                </c:pt>
                <c:pt idx="1516">
                  <c:v>0.0199246502862</c:v>
                </c:pt>
                <c:pt idx="1517">
                  <c:v>0.0198247006224</c:v>
                </c:pt>
                <c:pt idx="1518">
                  <c:v>0.0197255212443</c:v>
                </c:pt>
                <c:pt idx="1519">
                  <c:v>0.0196271042786</c:v>
                </c:pt>
                <c:pt idx="1520">
                  <c:v>0.0195294419497</c:v>
                </c:pt>
                <c:pt idx="1521">
                  <c:v>0.0194325265781</c:v>
                </c:pt>
                <c:pt idx="1522">
                  <c:v>0.0193363505795</c:v>
                </c:pt>
                <c:pt idx="1523">
                  <c:v>0.0192409064631</c:v>
                </c:pt>
                <c:pt idx="1524">
                  <c:v>0.0191461868307</c:v>
                </c:pt>
                <c:pt idx="1525">
                  <c:v>0.0190521843748</c:v>
                </c:pt>
                <c:pt idx="1526">
                  <c:v>0.0189588918783</c:v>
                </c:pt>
                <c:pt idx="1527">
                  <c:v>0.0188663022122</c:v>
                </c:pt>
                <c:pt idx="1528">
                  <c:v>0.0187744083354</c:v>
                </c:pt>
                <c:pt idx="1529">
                  <c:v>0.0186832032925</c:v>
                </c:pt>
                <c:pt idx="1530">
                  <c:v>0.0185926802136</c:v>
                </c:pt>
                <c:pt idx="1531">
                  <c:v>0.0185028323125</c:v>
                </c:pt>
                <c:pt idx="1532">
                  <c:v>0.0184136528855</c:v>
                </c:pt>
                <c:pt idx="1533">
                  <c:v>0.0183251353109</c:v>
                </c:pt>
                <c:pt idx="1534">
                  <c:v>0.0182372730471</c:v>
                </c:pt>
                <c:pt idx="1535">
                  <c:v>0.0181500596321</c:v>
                </c:pt>
                <c:pt idx="1536">
                  <c:v>0.0180634886821</c:v>
                </c:pt>
                <c:pt idx="1537">
                  <c:v>0.0179775538905</c:v>
                </c:pt>
                <c:pt idx="1538">
                  <c:v>0.017892249027</c:v>
                </c:pt>
                <c:pt idx="1539">
                  <c:v>0.0178075679362</c:v>
                </c:pt>
                <c:pt idx="1540">
                  <c:v>0.017723504537</c:v>
                </c:pt>
                <c:pt idx="1541">
                  <c:v>0.0176400528211</c:v>
                </c:pt>
                <c:pt idx="1542">
                  <c:v>0.0175572068526</c:v>
                </c:pt>
                <c:pt idx="1543">
                  <c:v>0.0174749607663</c:v>
                </c:pt>
                <c:pt idx="1544">
                  <c:v>0.0173933087676</c:v>
                </c:pt>
                <c:pt idx="1545">
                  <c:v>0.0173122451305</c:v>
                </c:pt>
                <c:pt idx="1546">
                  <c:v>0.0172317641975</c:v>
                </c:pt>
                <c:pt idx="1547">
                  <c:v>0.0171518603784</c:v>
                </c:pt>
                <c:pt idx="1548">
                  <c:v>0.0170725281492</c:v>
                </c:pt>
                <c:pt idx="1549">
                  <c:v>0.0169937620512</c:v>
                </c:pt>
                <c:pt idx="1550">
                  <c:v>0.0169155566904</c:v>
                </c:pt>
                <c:pt idx="1551">
                  <c:v>0.0168379067364</c:v>
                </c:pt>
                <c:pt idx="1552">
                  <c:v>0.0167608069214</c:v>
                </c:pt>
                <c:pt idx="1553">
                  <c:v>0.0166842520396</c:v>
                </c:pt>
                <c:pt idx="1554">
                  <c:v>0.0166082369462</c:v>
                </c:pt>
                <c:pt idx="1555">
                  <c:v>0.0165327565565</c:v>
                </c:pt>
                <c:pt idx="1556">
                  <c:v>0.0164578058451</c:v>
                </c:pt>
                <c:pt idx="1557">
                  <c:v>0.0163833798453</c:v>
                </c:pt>
                <c:pt idx="1558">
                  <c:v>0.0163094736478</c:v>
                </c:pt>
                <c:pt idx="1559">
                  <c:v>0.0162360824005</c:v>
                </c:pt>
                <c:pt idx="1560">
                  <c:v>0.0161632013072</c:v>
                </c:pt>
                <c:pt idx="1561">
                  <c:v>0.0160908256271</c:v>
                </c:pt>
                <c:pt idx="1562">
                  <c:v>0.0160189506739</c:v>
                </c:pt>
                <c:pt idx="1563">
                  <c:v>0.0159475718152</c:v>
                </c:pt>
                <c:pt idx="1564">
                  <c:v>0.0158766844715</c:v>
                </c:pt>
                <c:pt idx="1565">
                  <c:v>0.0158062841158</c:v>
                </c:pt>
                <c:pt idx="1566">
                  <c:v>0.0157363662725</c:v>
                </c:pt>
                <c:pt idx="1567">
                  <c:v>0.015666926517</c:v>
                </c:pt>
                <c:pt idx="1568">
                  <c:v>0.0155979604747</c:v>
                </c:pt>
                <c:pt idx="1569">
                  <c:v>0.0155294638206</c:v>
                </c:pt>
                <c:pt idx="1570">
                  <c:v>0.0154614322785</c:v>
                </c:pt>
                <c:pt idx="1571">
                  <c:v>0.0153938616201</c:v>
                </c:pt>
                <c:pt idx="1572">
                  <c:v>0.0153267476648</c:v>
                </c:pt>
                <c:pt idx="1573">
                  <c:v>0.0152600862785</c:v>
                </c:pt>
                <c:pt idx="1574">
                  <c:v>0.0151938733734</c:v>
                </c:pt>
                <c:pt idx="1575">
                  <c:v>0.0151281049072</c:v>
                </c:pt>
                <c:pt idx="1576">
                  <c:v>0.0150627768822</c:v>
                </c:pt>
                <c:pt idx="1577">
                  <c:v>0.0149978853453</c:v>
                </c:pt>
                <c:pt idx="1578">
                  <c:v>0.0149334263868</c:v>
                </c:pt>
                <c:pt idx="1579">
                  <c:v>0.01486939614</c:v>
                </c:pt>
                <c:pt idx="1580">
                  <c:v>0.0148057907807</c:v>
                </c:pt>
                <c:pt idx="1581">
                  <c:v>0.0147426065266</c:v>
                </c:pt>
                <c:pt idx="1582">
                  <c:v>0.0146798396365</c:v>
                </c:pt>
                <c:pt idx="1583">
                  <c:v>0.0146174864099</c:v>
                </c:pt>
                <c:pt idx="1584">
                  <c:v>0.0145555431867</c:v>
                </c:pt>
                <c:pt idx="1585">
                  <c:v>0.014494006346</c:v>
                </c:pt>
                <c:pt idx="1586">
                  <c:v>0.0144328723063</c:v>
                </c:pt>
                <c:pt idx="1587">
                  <c:v>0.0143721375242</c:v>
                </c:pt>
                <c:pt idx="1588">
                  <c:v>0.0143117984946</c:v>
                </c:pt>
                <c:pt idx="1589">
                  <c:v>0.0142518517497</c:v>
                </c:pt>
                <c:pt idx="1590">
                  <c:v>0.0141922938587</c:v>
                </c:pt>
                <c:pt idx="1591">
                  <c:v>0.0141331214272</c:v>
                </c:pt>
                <c:pt idx="1592">
                  <c:v>0.0140743310966</c:v>
                </c:pt>
                <c:pt idx="1593">
                  <c:v>0.014015919544</c:v>
                </c:pt>
                <c:pt idx="1594">
                  <c:v>0.0139578834813</c:v>
                </c:pt>
                <c:pt idx="1595">
                  <c:v>0.0139002196547</c:v>
                </c:pt>
                <c:pt idx="1596">
                  <c:v>0.0138429248448</c:v>
                </c:pt>
                <c:pt idx="1597">
                  <c:v>0.0137859958656</c:v>
                </c:pt>
                <c:pt idx="1598">
                  <c:v>0.013729429564</c:v>
                </c:pt>
                <c:pt idx="1599">
                  <c:v>0.0136732228197</c:v>
                </c:pt>
                <c:pt idx="1600">
                  <c:v>0.0136173725448</c:v>
                </c:pt>
                <c:pt idx="1601">
                  <c:v>0.0135618756829</c:v>
                </c:pt>
                <c:pt idx="1602">
                  <c:v>0.0135067292091</c:v>
                </c:pt>
                <c:pt idx="1603">
                  <c:v>0.0134519301294</c:v>
                </c:pt>
                <c:pt idx="1604">
                  <c:v>0.0133974754805</c:v>
                </c:pt>
                <c:pt idx="1605">
                  <c:v>0.013343362329</c:v>
                </c:pt>
                <c:pt idx="1606">
                  <c:v>0.0132895877714</c:v>
                </c:pt>
                <c:pt idx="1607">
                  <c:v>0.0132361489336</c:v>
                </c:pt>
                <c:pt idx="1608">
                  <c:v>0.0131830429705</c:v>
                </c:pt>
                <c:pt idx="1609">
                  <c:v>0.0131302670656</c:v>
                </c:pt>
                <c:pt idx="1610">
                  <c:v>0.0130778184306</c:v>
                </c:pt>
                <c:pt idx="1611">
                  <c:v>0.0130256943053</c:v>
                </c:pt>
                <c:pt idx="1612">
                  <c:v>0.012973891957</c:v>
                </c:pt>
                <c:pt idx="1613">
                  <c:v>0.0129224086801</c:v>
                </c:pt>
                <c:pt idx="1614">
                  <c:v>0.0128712417962</c:v>
                </c:pt>
                <c:pt idx="1615">
                  <c:v>0.0128203886534</c:v>
                </c:pt>
                <c:pt idx="1616">
                  <c:v>0.0127698466261</c:v>
                </c:pt>
                <c:pt idx="1617">
                  <c:v>0.0127196131147</c:v>
                </c:pt>
                <c:pt idx="1618">
                  <c:v>0.0126696855451</c:v>
                </c:pt>
                <c:pt idx="1619">
                  <c:v>0.0126200613691</c:v>
                </c:pt>
                <c:pt idx="1620">
                  <c:v>0.0125707380631</c:v>
                </c:pt>
                <c:pt idx="1621">
                  <c:v>0.0125217131287</c:v>
                </c:pt>
                <c:pt idx="1622">
                  <c:v>0.012472984092</c:v>
                </c:pt>
                <c:pt idx="1623">
                  <c:v>0.0124245485034</c:v>
                </c:pt>
                <c:pt idx="1624">
                  <c:v>0.0123764039374</c:v>
                </c:pt>
                <c:pt idx="1625">
                  <c:v>0.0123285479925</c:v>
                </c:pt>
                <c:pt idx="1626">
                  <c:v>0.0122809782904</c:v>
                </c:pt>
                <c:pt idx="1627">
                  <c:v>0.0122336924766</c:v>
                </c:pt>
                <c:pt idx="1628">
                  <c:v>0.0121866882194</c:v>
                </c:pt>
                <c:pt idx="1629">
                  <c:v>0.0121399632102</c:v>
                </c:pt>
                <c:pt idx="1630">
                  <c:v>0.0120935151629</c:v>
                </c:pt>
                <c:pt idx="1631">
                  <c:v>0.0120473418141</c:v>
                </c:pt>
                <c:pt idx="1632">
                  <c:v>0.0120014409224</c:v>
                </c:pt>
                <c:pt idx="1633">
                  <c:v>0.0119558102685</c:v>
                </c:pt>
                <c:pt idx="1634">
                  <c:v>0.0119104476551</c:v>
                </c:pt>
                <c:pt idx="1635">
                  <c:v>0.0118653509064</c:v>
                </c:pt>
                <c:pt idx="1636">
                  <c:v>0.0118205178678</c:v>
                </c:pt>
                <c:pt idx="1637">
                  <c:v>0.0117759464065</c:v>
                </c:pt>
                <c:pt idx="1638">
                  <c:v>0.0117316344101</c:v>
                </c:pt>
                <c:pt idx="1639">
                  <c:v>0.0116875797875</c:v>
                </c:pt>
                <c:pt idx="1640">
                  <c:v>0.011643780468</c:v>
                </c:pt>
                <c:pt idx="1641">
                  <c:v>0.0116002344015</c:v>
                </c:pt>
                <c:pt idx="1642">
                  <c:v>0.0115569395581</c:v>
                </c:pt>
                <c:pt idx="1643">
                  <c:v>0.0115138939279</c:v>
                </c:pt>
                <c:pt idx="1644">
                  <c:v>0.0114710955212</c:v>
                </c:pt>
                <c:pt idx="1645">
                  <c:v>0.0114285423676</c:v>
                </c:pt>
                <c:pt idx="1646">
                  <c:v>0.0113862325165</c:v>
                </c:pt>
                <c:pt idx="1647">
                  <c:v>0.0113441640367</c:v>
                </c:pt>
                <c:pt idx="1648">
                  <c:v>0.0113023350158</c:v>
                </c:pt>
                <c:pt idx="1649">
                  <c:v>0.0112607435607</c:v>
                </c:pt>
                <c:pt idx="1650">
                  <c:v>0.011219387797</c:v>
                </c:pt>
                <c:pt idx="1651">
                  <c:v>0.0111782658689</c:v>
                </c:pt>
                <c:pt idx="1652">
                  <c:v>0.011137375939</c:v>
                </c:pt>
                <c:pt idx="1653">
                  <c:v>0.0110967161881</c:v>
                </c:pt>
                <c:pt idx="1654">
                  <c:v>0.0110562848152</c:v>
                </c:pt>
                <c:pt idx="1655">
                  <c:v>0.011016080037</c:v>
                </c:pt>
                <c:pt idx="1656">
                  <c:v>0.010976100088</c:v>
                </c:pt>
                <c:pt idx="1657">
                  <c:v>0.0109363432201</c:v>
                </c:pt>
                <c:pt idx="1658">
                  <c:v>0.0108968077028</c:v>
                </c:pt>
                <c:pt idx="1659">
                  <c:v>0.0108574918224</c:v>
                </c:pt>
                <c:pt idx="1660">
                  <c:v>0.0108183938823</c:v>
                </c:pt>
                <c:pt idx="1661">
                  <c:v>0.0107795122027</c:v>
                </c:pt>
                <c:pt idx="1662">
                  <c:v>0.0107408451203</c:v>
                </c:pt>
                <c:pt idx="1663">
                  <c:v>0.0107023909885</c:v>
                </c:pt>
                <c:pt idx="1664">
                  <c:v>0.0106641481765</c:v>
                </c:pt>
                <c:pt idx="1665">
                  <c:v>0.0106261150699</c:v>
                </c:pt>
                <c:pt idx="1666">
                  <c:v>0.01058829007</c:v>
                </c:pt>
                <c:pt idx="1667">
                  <c:v>0.0105506715939</c:v>
                </c:pt>
                <c:pt idx="1668">
                  <c:v>0.0105132580741</c:v>
                </c:pt>
                <c:pt idx="1669">
                  <c:v>0.0104760479586</c:v>
                </c:pt>
                <c:pt idx="1670">
                  <c:v>0.0104390397104</c:v>
                </c:pt>
                <c:pt idx="1671">
                  <c:v>0.0104022318076</c:v>
                </c:pt>
                <c:pt idx="1672">
                  <c:v>0.010365622743</c:v>
                </c:pt>
                <c:pt idx="1673">
                  <c:v>0.0103292110242</c:v>
                </c:pt>
                <c:pt idx="1674">
                  <c:v>0.0102929951731</c:v>
                </c:pt>
                <c:pt idx="1675">
                  <c:v>0.0102569737259</c:v>
                </c:pt>
                <c:pt idx="1676">
                  <c:v>0.0102211452332</c:v>
                </c:pt>
                <c:pt idx="1677">
                  <c:v>0.0101855082592</c:v>
                </c:pt>
                <c:pt idx="1678">
                  <c:v>0.0101500613822</c:v>
                </c:pt>
                <c:pt idx="1679">
                  <c:v>0.0101148031938</c:v>
                </c:pt>
                <c:pt idx="1680">
                  <c:v>0.0100797322993</c:v>
                </c:pt>
                <c:pt idx="1681">
                  <c:v>0.0100448473173</c:v>
                </c:pt>
                <c:pt idx="1682">
                  <c:v>0.0100101468794</c:v>
                </c:pt>
                <c:pt idx="1683">
                  <c:v>0.00997562963025</c:v>
                </c:pt>
                <c:pt idx="1684">
                  <c:v>0.00994129422738</c:v>
                </c:pt>
                <c:pt idx="1685">
                  <c:v>0.00990713934091</c:v>
                </c:pt>
                <c:pt idx="1686">
                  <c:v>0.00987316365351</c:v>
                </c:pt>
                <c:pt idx="1687">
                  <c:v>0.0098393658602</c:v>
                </c:pt>
                <c:pt idx="1688">
                  <c:v>0.00980574466822</c:v>
                </c:pt>
                <c:pt idx="1689">
                  <c:v>0.00977229879688</c:v>
                </c:pt>
                <c:pt idx="1690">
                  <c:v>0.00973902697742</c:v>
                </c:pt>
                <c:pt idx="1691">
                  <c:v>0.00970592795282</c:v>
                </c:pt>
                <c:pt idx="1692">
                  <c:v>0.00967300047775</c:v>
                </c:pt>
                <c:pt idx="1693">
                  <c:v>0.00964024331834</c:v>
                </c:pt>
                <c:pt idx="1694">
                  <c:v>0.00960765525208</c:v>
                </c:pt>
                <c:pt idx="1695">
                  <c:v>0.0095752350677</c:v>
                </c:pt>
                <c:pt idx="1696">
                  <c:v>0.00954298156503</c:v>
                </c:pt>
                <c:pt idx="1697">
                  <c:v>0.00951089355482</c:v>
                </c:pt>
                <c:pt idx="1698">
                  <c:v>0.00947896985868</c:v>
                </c:pt>
                <c:pt idx="1699">
                  <c:v>0.00944720930892</c:v>
                </c:pt>
                <c:pt idx="1700">
                  <c:v>0.00941561074842</c:v>
                </c:pt>
                <c:pt idx="1701">
                  <c:v>0.00938417303052</c:v>
                </c:pt>
                <c:pt idx="1702">
                  <c:v>0.00935289501888</c:v>
                </c:pt>
                <c:pt idx="1703">
                  <c:v>0.00932177558737</c:v>
                </c:pt>
                <c:pt idx="1704">
                  <c:v>0.00929081361998</c:v>
                </c:pt>
                <c:pt idx="1705">
                  <c:v>0.00926000801064</c:v>
                </c:pt>
                <c:pt idx="1706">
                  <c:v>0.00922935766317</c:v>
                </c:pt>
                <c:pt idx="1707">
                  <c:v>0.0091988614911</c:v>
                </c:pt>
                <c:pt idx="1708">
                  <c:v>0.00916851841765</c:v>
                </c:pt>
                <c:pt idx="1709">
                  <c:v>0.00913832737551</c:v>
                </c:pt>
                <c:pt idx="1710">
                  <c:v>0.00910828730682</c:v>
                </c:pt>
                <c:pt idx="1711">
                  <c:v>0.00907839716303</c:v>
                </c:pt>
                <c:pt idx="1712">
                  <c:v>0.00904865590477</c:v>
                </c:pt>
                <c:pt idx="1713">
                  <c:v>0.0090190625018</c:v>
                </c:pt>
                <c:pt idx="1714">
                  <c:v>0.00898961593284</c:v>
                </c:pt>
                <c:pt idx="1715">
                  <c:v>0.00896031518553</c:v>
                </c:pt>
                <c:pt idx="1716">
                  <c:v>0.0089311592563</c:v>
                </c:pt>
                <c:pt idx="1717">
                  <c:v>0.00890214715027</c:v>
                </c:pt>
                <c:pt idx="1718">
                  <c:v>0.00887327788116</c:v>
                </c:pt>
                <c:pt idx="1719">
                  <c:v>0.00884455047118</c:v>
                </c:pt>
                <c:pt idx="1720">
                  <c:v>0.00881596395094</c:v>
                </c:pt>
                <c:pt idx="1721">
                  <c:v>0.0087875173594</c:v>
                </c:pt>
                <c:pt idx="1722">
                  <c:v>0.00875920974369</c:v>
                </c:pt>
                <c:pt idx="1723">
                  <c:v>0.00873104015909</c:v>
                </c:pt>
                <c:pt idx="1724">
                  <c:v>0.00870300766893</c:v>
                </c:pt>
                <c:pt idx="1725">
                  <c:v>0.00867511134447</c:v>
                </c:pt>
                <c:pt idx="1726">
                  <c:v>0.00864735026484</c:v>
                </c:pt>
                <c:pt idx="1727">
                  <c:v>0.00861972351696</c:v>
                </c:pt>
                <c:pt idx="1728">
                  <c:v>0.00859223019543</c:v>
                </c:pt>
                <c:pt idx="1729">
                  <c:v>0.00856486940247</c:v>
                </c:pt>
                <c:pt idx="1730">
                  <c:v>0.00853764024785</c:v>
                </c:pt>
                <c:pt idx="1731">
                  <c:v>0.00851054184877</c:v>
                </c:pt>
                <c:pt idx="1732">
                  <c:v>0.00848357332983</c:v>
                </c:pt>
                <c:pt idx="1733">
                  <c:v>0.00845673382294</c:v>
                </c:pt>
                <c:pt idx="1734">
                  <c:v>0.00843002246723</c:v>
                </c:pt>
                <c:pt idx="1735">
                  <c:v>0.00840343840899</c:v>
                </c:pt>
                <c:pt idx="1736">
                  <c:v>0.00837698080164</c:v>
                </c:pt>
                <c:pt idx="1737">
                  <c:v>0.00835064880559</c:v>
                </c:pt>
                <c:pt idx="1738">
                  <c:v>0.00832444158823</c:v>
                </c:pt>
                <c:pt idx="1739">
                  <c:v>0.00829835832386</c:v>
                </c:pt>
                <c:pt idx="1740">
                  <c:v>0.00827239819362</c:v>
                </c:pt>
                <c:pt idx="1741">
                  <c:v>0.00824656038541</c:v>
                </c:pt>
                <c:pt idx="1742">
                  <c:v>0.00822084409389</c:v>
                </c:pt>
                <c:pt idx="1743">
                  <c:v>0.00819524852036</c:v>
                </c:pt>
                <c:pt idx="1744">
                  <c:v>0.00816977287278</c:v>
                </c:pt>
                <c:pt idx="1745">
                  <c:v>0.00814441636563</c:v>
                </c:pt>
                <c:pt idx="1746">
                  <c:v>0.00811917821995</c:v>
                </c:pt>
                <c:pt idx="1747">
                  <c:v>0.00809405766323</c:v>
                </c:pt>
                <c:pt idx="1748">
                  <c:v>0.00806905392939</c:v>
                </c:pt>
                <c:pt idx="1749">
                  <c:v>0.00804416625873</c:v>
                </c:pt>
                <c:pt idx="1750">
                  <c:v>0.00801939389788</c:v>
                </c:pt>
                <c:pt idx="1751">
                  <c:v>0.00799473609978</c:v>
                </c:pt>
                <c:pt idx="1752">
                  <c:v>0.00797019212363</c:v>
                </c:pt>
                <c:pt idx="1753">
                  <c:v>0.00794576123483</c:v>
                </c:pt>
                <c:pt idx="1754">
                  <c:v>0.00792144270495</c:v>
                </c:pt>
                <c:pt idx="1755">
                  <c:v>0.00789723581174</c:v>
                </c:pt>
                <c:pt idx="1756">
                  <c:v>0.00787313983902</c:v>
                </c:pt>
                <c:pt idx="1757">
                  <c:v>0.00784915407668</c:v>
                </c:pt>
                <c:pt idx="1758">
                  <c:v>0.00782527782067</c:v>
                </c:pt>
                <c:pt idx="1759">
                  <c:v>0.0078015103729</c:v>
                </c:pt>
                <c:pt idx="1760">
                  <c:v>0.00777785104129</c:v>
                </c:pt>
                <c:pt idx="1761">
                  <c:v>0.00775429913964</c:v>
                </c:pt>
                <c:pt idx="1762">
                  <c:v>0.0077308539877</c:v>
                </c:pt>
                <c:pt idx="1763">
                  <c:v>0.00770751491105</c:v>
                </c:pt>
                <c:pt idx="1764">
                  <c:v>0.00768428124111</c:v>
                </c:pt>
                <c:pt idx="1765">
                  <c:v>0.00766115231511</c:v>
                </c:pt>
                <c:pt idx="1766">
                  <c:v>0.00763812747602</c:v>
                </c:pt>
                <c:pt idx="1767">
                  <c:v>0.00761520607258</c:v>
                </c:pt>
                <c:pt idx="1768">
                  <c:v>0.0075923874592</c:v>
                </c:pt>
                <c:pt idx="1769">
                  <c:v>0.00756967099596</c:v>
                </c:pt>
                <c:pt idx="1770">
                  <c:v>0.0075470560486</c:v>
                </c:pt>
                <c:pt idx="1771">
                  <c:v>0.00752454198843</c:v>
                </c:pt>
                <c:pt idx="1772">
                  <c:v>0.00750212819234</c:v>
                </c:pt>
                <c:pt idx="1773">
                  <c:v>0.00747981404276</c:v>
                </c:pt>
                <c:pt idx="1774">
                  <c:v>0.00745759892761</c:v>
                </c:pt>
                <c:pt idx="1775">
                  <c:v>0.00743548224028</c:v>
                </c:pt>
                <c:pt idx="1776">
                  <c:v>0.00741346337959</c:v>
                </c:pt>
                <c:pt idx="1777">
                  <c:v>0.00739154174976</c:v>
                </c:pt>
                <c:pt idx="1778">
                  <c:v>0.00736971676037</c:v>
                </c:pt>
                <c:pt idx="1779">
                  <c:v>0.00734798782633</c:v>
                </c:pt>
                <c:pt idx="1780">
                  <c:v>0.00732635436784</c:v>
                </c:pt>
                <c:pt idx="1781">
                  <c:v>0.00730481581035</c:v>
                </c:pt>
                <c:pt idx="1782">
                  <c:v>0.00728337158455</c:v>
                </c:pt>
                <c:pt idx="1783">
                  <c:v>0.00726202112629</c:v>
                </c:pt>
                <c:pt idx="1784">
                  <c:v>0.00724076387657</c:v>
                </c:pt>
                <c:pt idx="1785">
                  <c:v>0.00721959928153</c:v>
                </c:pt>
                <c:pt idx="1786">
                  <c:v>0.00719852679235</c:v>
                </c:pt>
                <c:pt idx="1787">
                  <c:v>0.00717754586525</c:v>
                </c:pt>
                <c:pt idx="1788">
                  <c:v>0.00715665596145</c:v>
                </c:pt>
                <c:pt idx="1789">
                  <c:v>0.00713585654714</c:v>
                </c:pt>
                <c:pt idx="1790">
                  <c:v>0.00711514709341</c:v>
                </c:pt>
                <c:pt idx="1791">
                  <c:v>0.00709452707623</c:v>
                </c:pt>
                <c:pt idx="1792">
                  <c:v>0.00707399597641</c:v>
                </c:pt>
                <c:pt idx="1793">
                  <c:v>0.00705355327954</c:v>
                </c:pt>
                <c:pt idx="1794">
                  <c:v>0.00703319847599</c:v>
                </c:pt>
                <c:pt idx="1795">
                  <c:v>0.00701293106079</c:v>
                </c:pt>
                <c:pt idx="1796">
                  <c:v>0.00699275053367</c:v>
                </c:pt>
                <c:pt idx="1797">
                  <c:v>0.00697265639896</c:v>
                </c:pt>
                <c:pt idx="1798">
                  <c:v>0.00695264816557</c:v>
                </c:pt>
                <c:pt idx="1799">
                  <c:v>0.0069327253469</c:v>
                </c:pt>
                <c:pt idx="1800">
                  <c:v>0.00691288746086</c:v>
                </c:pt>
                <c:pt idx="1801">
                  <c:v>0.00689313402976</c:v>
                </c:pt>
                <c:pt idx="1802">
                  <c:v>0.00687346458028</c:v>
                </c:pt>
                <c:pt idx="1803">
                  <c:v>0.0068538786434</c:v>
                </c:pt>
                <c:pt idx="1804">
                  <c:v>0.0068343757544</c:v>
                </c:pt>
                <c:pt idx="1805">
                  <c:v>0.00681495545273</c:v>
                </c:pt>
                <c:pt idx="1806">
                  <c:v>0.006795617282</c:v>
                </c:pt>
                <c:pt idx="1807">
                  <c:v>0.00677636078992</c:v>
                </c:pt>
                <c:pt idx="1808">
                  <c:v>0.00675718552822</c:v>
                </c:pt>
                <c:pt idx="1809">
                  <c:v>0.00673809105261</c:v>
                </c:pt>
                <c:pt idx="1810">
                  <c:v>0.00671907692269</c:v>
                </c:pt>
                <c:pt idx="1811">
                  <c:v>0.00670014270194</c:v>
                </c:pt>
                <c:pt idx="1812">
                  <c:v>0.00668128795759</c:v>
                </c:pt>
                <c:pt idx="1813">
                  <c:v>0.00666251226062</c:v>
                </c:pt>
                <c:pt idx="1814">
                  <c:v>0.00664381518563</c:v>
                </c:pt>
                <c:pt idx="1815">
                  <c:v>0.00662519631084</c:v>
                </c:pt>
                <c:pt idx="1816">
                  <c:v>0.00660665521797</c:v>
                </c:pt>
                <c:pt idx="1817">
                  <c:v>0.00658819149221</c:v>
                </c:pt>
                <c:pt idx="1818">
                  <c:v>0.00656980472211</c:v>
                </c:pt>
                <c:pt idx="1819">
                  <c:v>0.00655149449957</c:v>
                </c:pt>
                <c:pt idx="1820">
                  <c:v>0.00653326041973</c:v>
                </c:pt>
                <c:pt idx="1821">
                  <c:v>0.00651510208092</c:v>
                </c:pt>
                <c:pt idx="1822">
                  <c:v>0.00649701908457</c:v>
                </c:pt>
                <c:pt idx="1823">
                  <c:v>0.00647901103518</c:v>
                </c:pt>
                <c:pt idx="1824">
                  <c:v>0.00646107754022</c:v>
                </c:pt>
                <c:pt idx="1825">
                  <c:v>0.0064432182101</c:v>
                </c:pt>
                <c:pt idx="1826">
                  <c:v>0.00642543265805</c:v>
                </c:pt>
                <c:pt idx="1827">
                  <c:v>0.00640772050012</c:v>
                </c:pt>
                <c:pt idx="1828">
                  <c:v>0.00639008135508</c:v>
                </c:pt>
                <c:pt idx="1829">
                  <c:v>0.00637251484435</c:v>
                </c:pt>
                <c:pt idx="1830">
                  <c:v>0.00635502059198</c:v>
                </c:pt>
                <c:pt idx="1831">
                  <c:v>0.00633759822454</c:v>
                </c:pt>
                <c:pt idx="1832">
                  <c:v>0.0063202473711</c:v>
                </c:pt>
                <c:pt idx="1833">
                  <c:v>0.00630296766319</c:v>
                </c:pt>
                <c:pt idx="1834">
                  <c:v>0.00628575873468</c:v>
                </c:pt>
                <c:pt idx="1835">
                  <c:v>0.00626862022179</c:v>
                </c:pt>
                <c:pt idx="1836">
                  <c:v>0.00625155176303</c:v>
                </c:pt>
                <c:pt idx="1837">
                  <c:v>0.00623455299911</c:v>
                </c:pt>
                <c:pt idx="1838">
                  <c:v>0.00621762357297</c:v>
                </c:pt>
                <c:pt idx="1839">
                  <c:v>0.00620076312965</c:v>
                </c:pt>
                <c:pt idx="1840">
                  <c:v>0.00618397131632</c:v>
                </c:pt>
                <c:pt idx="1841">
                  <c:v>0.00616724778223</c:v>
                </c:pt>
                <c:pt idx="1842">
                  <c:v>0.00615059217862</c:v>
                </c:pt>
                <c:pt idx="1843">
                  <c:v>0.00613400415875</c:v>
                </c:pt>
                <c:pt idx="1844">
                  <c:v>0.00611748337784</c:v>
                </c:pt>
                <c:pt idx="1845">
                  <c:v>0.00610102949305</c:v>
                </c:pt>
                <c:pt idx="1846">
                  <c:v>0.00608464216345</c:v>
                </c:pt>
                <c:pt idx="1847">
                  <c:v>0.00606832104998</c:v>
                </c:pt>
                <c:pt idx="1848">
                  <c:v>0.00605206581546</c:v>
                </c:pt>
                <c:pt idx="1849">
                  <c:v>0.00603587612456</c:v>
                </c:pt>
                <c:pt idx="1850">
                  <c:v>0.00601975164376</c:v>
                </c:pt>
                <c:pt idx="1851">
                  <c:v>0.00600369204137</c:v>
                </c:pt>
                <c:pt idx="1852">
                  <c:v>0.00598769698748</c:v>
                </c:pt>
                <c:pt idx="1853">
                  <c:v>0.00597176615399</c:v>
                </c:pt>
                <c:pt idx="1854">
                  <c:v>0.00595589921458</c:v>
                </c:pt>
                <c:pt idx="1855">
                  <c:v>0.0059400958447</c:v>
                </c:pt>
                <c:pt idx="1856">
                  <c:v>0.00592435572157</c:v>
                </c:pt>
                <c:pt idx="1857">
                  <c:v>0.00590867852417</c:v>
                </c:pt>
                <c:pt idx="1858">
                  <c:v>0.00589306393328</c:v>
                </c:pt>
                <c:pt idx="1859">
                  <c:v>0.0058775116314</c:v>
                </c:pt>
                <c:pt idx="1860">
                  <c:v>0.00586202130283</c:v>
                </c:pt>
                <c:pt idx="1861">
                  <c:v>0.00584659263364</c:v>
                </c:pt>
                <c:pt idx="1862">
                  <c:v>0.00583122531165</c:v>
                </c:pt>
                <c:pt idx="1863">
                  <c:v>0.00581591902649</c:v>
                </c:pt>
                <c:pt idx="1864">
                  <c:v>0.00580067346956</c:v>
                </c:pt>
                <c:pt idx="1865">
                  <c:v>0.00578548833405</c:v>
                </c:pt>
                <c:pt idx="1866">
                  <c:v>0.00577036331494</c:v>
                </c:pt>
                <c:pt idx="1867">
                  <c:v>0.00575529810903</c:v>
                </c:pt>
                <c:pt idx="1868">
                  <c:v>0.00574029241492</c:v>
                </c:pt>
                <c:pt idx="1869">
                  <c:v>0.00572534593304</c:v>
                </c:pt>
                <c:pt idx="1870">
                  <c:v>0.00571045836563</c:v>
                </c:pt>
                <c:pt idx="1871">
                  <c:v>0.00569562941676</c:v>
                </c:pt>
                <c:pt idx="1872">
                  <c:v>0.00568085879237</c:v>
                </c:pt>
                <c:pt idx="1873">
                  <c:v>0.00566614620019</c:v>
                </c:pt>
                <c:pt idx="1874">
                  <c:v>0.00565149134985</c:v>
                </c:pt>
                <c:pt idx="1875">
                  <c:v>0.00563689395279</c:v>
                </c:pt>
                <c:pt idx="1876">
                  <c:v>0.00562235372233</c:v>
                </c:pt>
                <c:pt idx="1877">
                  <c:v>0.00560787037363</c:v>
                </c:pt>
                <c:pt idx="1878">
                  <c:v>0.00559344362373</c:v>
                </c:pt>
                <c:pt idx="1879">
                  <c:v>0.00557907319149</c:v>
                </c:pt>
                <c:pt idx="1880">
                  <c:v>0.00556475879767</c:v>
                </c:pt>
                <c:pt idx="1881">
                  <c:v>0.00555050016483</c:v>
                </c:pt>
                <c:pt idx="1882">
                  <c:v>0.00553629701742</c:v>
                </c:pt>
                <c:pt idx="1883">
                  <c:v>0.00552214908171</c:v>
                </c:pt>
                <c:pt idx="1884">
                  <c:v>0.00550805608579</c:v>
                </c:pt>
                <c:pt idx="1885">
                  <c:v>0.00549401775961</c:v>
                </c:pt>
                <c:pt idx="1886">
                  <c:v>0.00548003383489</c:v>
                </c:pt>
                <c:pt idx="1887">
                  <c:v>0.00546610404518</c:v>
                </c:pt>
                <c:pt idx="1888">
                  <c:v>0.0054522281258</c:v>
                </c:pt>
                <c:pt idx="1889">
                  <c:v>0.00543840581385</c:v>
                </c:pt>
                <c:pt idx="1890">
                  <c:v>0.00542463684818</c:v>
                </c:pt>
                <c:pt idx="1891">
                  <c:v>0.00541092096937</c:v>
                </c:pt>
                <c:pt idx="1892">
                  <c:v>0.00539725791974</c:v>
                </c:pt>
                <c:pt idx="1893">
                  <c:v>0.00538364744327</c:v>
                </c:pt>
                <c:pt idx="1894">
                  <c:v>0.00537008928565</c:v>
                </c:pt>
                <c:pt idx="1895">
                  <c:v>0.00535658319422</c:v>
                </c:pt>
                <c:pt idx="1896">
                  <c:v>0.00534312891792</c:v>
                </c:pt>
                <c:pt idx="1897">
                  <c:v>0.00532972620733</c:v>
                </c:pt>
                <c:pt idx="1898">
                  <c:v>0.0053163748146</c:v>
                </c:pt>
                <c:pt idx="1899">
                  <c:v>0.00530307449343</c:v>
                </c:pt>
                <c:pt idx="1900">
                  <c:v>0.00528982499908</c:v>
                </c:pt>
                <c:pt idx="1901">
                  <c:v>0.00527662608827</c:v>
                </c:pt>
                <c:pt idx="1902">
                  <c:v>0.00526347751923</c:v>
                </c:pt>
                <c:pt idx="1903">
                  <c:v>0.00525037905165</c:v>
                </c:pt>
                <c:pt idx="1904">
                  <c:v>0.00523733044663</c:v>
                </c:pt>
                <c:pt idx="1905">
                  <c:v>0.00522433146667</c:v>
                </c:pt>
                <c:pt idx="1906">
                  <c:v>0.00521138187567</c:v>
                </c:pt>
                <c:pt idx="1907">
                  <c:v>0.00519848143885</c:v>
                </c:pt>
                <c:pt idx="1908">
                  <c:v>0.00518562992278</c:v>
                </c:pt>
                <c:pt idx="1909">
                  <c:v>0.00517282709532</c:v>
                </c:pt>
                <c:pt idx="1910">
                  <c:v>0.00516007272561</c:v>
                </c:pt>
                <c:pt idx="1911">
                  <c:v>0.00514736658404</c:v>
                </c:pt>
                <c:pt idx="1912">
                  <c:v>0.00513470844224</c:v>
                </c:pt>
                <c:pt idx="1913">
                  <c:v>0.00512209807303</c:v>
                </c:pt>
                <c:pt idx="1914">
                  <c:v>0.00510953525045</c:v>
                </c:pt>
                <c:pt idx="1915">
                  <c:v>0.00509701974966</c:v>
                </c:pt>
                <c:pt idx="1916">
                  <c:v>0.00508455134702</c:v>
                </c:pt>
                <c:pt idx="1917">
                  <c:v>0.00507212981999</c:v>
                </c:pt>
                <c:pt idx="1918">
                  <c:v>0.00505975494712</c:v>
                </c:pt>
                <c:pt idx="1919">
                  <c:v>0.00504742650809</c:v>
                </c:pt>
                <c:pt idx="1920">
                  <c:v>0.00503514428365</c:v>
                </c:pt>
                <c:pt idx="1921">
                  <c:v>0.00502290805557</c:v>
                </c:pt>
                <c:pt idx="1922">
                  <c:v>0.00501071760672</c:v>
                </c:pt>
                <c:pt idx="1923">
                  <c:v>0.00499857272095</c:v>
                </c:pt>
                <c:pt idx="1924">
                  <c:v>0.00498647318317</c:v>
                </c:pt>
                <c:pt idx="1925">
                  <c:v>0.00497441877925</c:v>
                </c:pt>
                <c:pt idx="1926">
                  <c:v>0.00496240929609</c:v>
                </c:pt>
                <c:pt idx="1927">
                  <c:v>0.00495044452153</c:v>
                </c:pt>
                <c:pt idx="1928">
                  <c:v>0.00493852424441</c:v>
                </c:pt>
                <c:pt idx="1929">
                  <c:v>0.00492664825449</c:v>
                </c:pt>
                <c:pt idx="1930">
                  <c:v>0.00491481634252</c:v>
                </c:pt>
                <c:pt idx="1931">
                  <c:v>0.00490302830014</c:v>
                </c:pt>
                <c:pt idx="1932">
                  <c:v>0.00489128391995</c:v>
                </c:pt>
                <c:pt idx="1933">
                  <c:v>0.00487958299545</c:v>
                </c:pt>
                <c:pt idx="1934">
                  <c:v>0.00486792532104</c:v>
                </c:pt>
                <c:pt idx="1935">
                  <c:v>0.00485631069205</c:v>
                </c:pt>
                <c:pt idx="1936">
                  <c:v>0.00484473890466</c:v>
                </c:pt>
                <c:pt idx="1937">
                  <c:v>0.00483320975596</c:v>
                </c:pt>
                <c:pt idx="1938">
                  <c:v>0.0048217230439</c:v>
                </c:pt>
                <c:pt idx="1939">
                  <c:v>0.00481027856733</c:v>
                </c:pt>
                <c:pt idx="1940">
                  <c:v>0.00479887612592</c:v>
                </c:pt>
                <c:pt idx="1941">
                  <c:v>0.00478751552021</c:v>
                </c:pt>
                <c:pt idx="1942">
                  <c:v>0.00477619655161</c:v>
                </c:pt>
                <c:pt idx="1943">
                  <c:v>0.00476491902232</c:v>
                </c:pt>
                <c:pt idx="1944">
                  <c:v>0.00475368273543</c:v>
                </c:pt>
                <c:pt idx="1945">
                  <c:v>0.00474248749483</c:v>
                </c:pt>
                <c:pt idx="1946">
                  <c:v>0.00473133310523</c:v>
                </c:pt>
                <c:pt idx="1947">
                  <c:v>0.00472021937218</c:v>
                </c:pt>
                <c:pt idx="1948">
                  <c:v>0.00470914610202</c:v>
                </c:pt>
                <c:pt idx="1949">
                  <c:v>0.0046981131019</c:v>
                </c:pt>
                <c:pt idx="1950">
                  <c:v>0.0046871201798</c:v>
                </c:pt>
                <c:pt idx="1951">
                  <c:v>0.00467616714446</c:v>
                </c:pt>
                <c:pt idx="1952">
                  <c:v>0.00466525380545</c:v>
                </c:pt>
                <c:pt idx="1953">
                  <c:v>0.00465437997311</c:v>
                </c:pt>
                <c:pt idx="1954">
                  <c:v>0.00464354545857</c:v>
                </c:pt>
                <c:pt idx="1955">
                  <c:v>0.00463275007376</c:v>
                </c:pt>
                <c:pt idx="1956">
                  <c:v>0.00462199363138</c:v>
                </c:pt>
                <c:pt idx="1957">
                  <c:v>0.00461127594491</c:v>
                </c:pt>
                <c:pt idx="1958">
                  <c:v>0.0046005968286</c:v>
                </c:pt>
                <c:pt idx="1959">
                  <c:v>0.0045899560975</c:v>
                </c:pt>
                <c:pt idx="1960">
                  <c:v>0.00457935356741</c:v>
                </c:pt>
                <c:pt idx="1961">
                  <c:v>0.00456878905491</c:v>
                </c:pt>
                <c:pt idx="1962">
                  <c:v>0.00455826237737</c:v>
                </c:pt>
                <c:pt idx="1963">
                  <c:v>0.00454777335292</c:v>
                </c:pt>
                <c:pt idx="1964">
                  <c:v>0.00453732180044</c:v>
                </c:pt>
                <c:pt idx="1965">
                  <c:v>0.00452690753963</c:v>
                </c:pt>
                <c:pt idx="1966">
                  <c:v>0.00451653039092</c:v>
                </c:pt>
                <c:pt idx="1967">
                  <c:v>0.00450619017553</c:v>
                </c:pt>
                <c:pt idx="1968">
                  <c:v>0.00449588671546</c:v>
                </c:pt>
                <c:pt idx="1969">
                  <c:v>0.00448561983348</c:v>
                </c:pt>
                <c:pt idx="1970">
                  <c:v>0.00447538935313</c:v>
                </c:pt>
                <c:pt idx="1971">
                  <c:v>0.00446519509874</c:v>
                </c:pt>
                <c:pt idx="1972">
                  <c:v>0.0044550368954</c:v>
                </c:pt>
                <c:pt idx="1973">
                  <c:v>0.00444491456901</c:v>
                </c:pt>
                <c:pt idx="1974">
                  <c:v>0.00443482794622</c:v>
                </c:pt>
                <c:pt idx="1975">
                  <c:v>0.0044247768545</c:v>
                </c:pt>
                <c:pt idx="1976">
                  <c:v>0.00441476112207</c:v>
                </c:pt>
                <c:pt idx="1977">
                  <c:v>0.00440478057796</c:v>
                </c:pt>
                <c:pt idx="1978">
                  <c:v>0.00439483505199</c:v>
                </c:pt>
                <c:pt idx="1979">
                  <c:v>0.00438492437475</c:v>
                </c:pt>
                <c:pt idx="1980">
                  <c:v>0.00437504837765</c:v>
                </c:pt>
                <c:pt idx="1981">
                  <c:v>0.00436520689288</c:v>
                </c:pt>
                <c:pt idx="1982">
                  <c:v>0.00435539975342</c:v>
                </c:pt>
                <c:pt idx="1983">
                  <c:v>0.00434562679306</c:v>
                </c:pt>
                <c:pt idx="1984">
                  <c:v>0.00433588784639</c:v>
                </c:pt>
                <c:pt idx="1985">
                  <c:v>0.00432618274879</c:v>
                </c:pt>
                <c:pt idx="1986">
                  <c:v>0.00431651133643</c:v>
                </c:pt>
                <c:pt idx="1987">
                  <c:v>0.00430687344631</c:v>
                </c:pt>
                <c:pt idx="1988">
                  <c:v>0.00429726891621</c:v>
                </c:pt>
                <c:pt idx="1989">
                  <c:v>0.00428769758473</c:v>
                </c:pt>
                <c:pt idx="1990">
                  <c:v>0.00427815929125</c:v>
                </c:pt>
                <c:pt idx="1991">
                  <c:v>0.00426865387598</c:v>
                </c:pt>
                <c:pt idx="1992">
                  <c:v>0.00425918117992</c:v>
                </c:pt>
                <c:pt idx="1993">
                  <c:v>0.00424974104488</c:v>
                </c:pt>
                <c:pt idx="1994">
                  <c:v>0.00424033331348</c:v>
                </c:pt>
                <c:pt idx="1995">
                  <c:v>0.00423095782914</c:v>
                </c:pt>
                <c:pt idx="1996">
                  <c:v>0.0042216144361</c:v>
                </c:pt>
                <c:pt idx="1997">
                  <c:v>0.00421230297938</c:v>
                </c:pt>
                <c:pt idx="1998">
                  <c:v>0.00420302330484</c:v>
                </c:pt>
                <c:pt idx="1999">
                  <c:v>0.00419377525914</c:v>
                </c:pt>
                <c:pt idx="2000">
                  <c:v>0.00418455868974</c:v>
                </c:pt>
              </c:numCache>
            </c:numRef>
          </c:yVal>
        </c:ser>
        <c:ser>
          <c:idx val="1"/>
          <c:order val="1"/>
          <c:tx>
            <c:v>spin</c:v>
          </c:tx>
          <c:spPr>
            <a:ln xmlns:a="http://schemas.openxmlformats.org/drawingml/2006/main" w="15240">
              <a:solidFill>
                <a:srgbClr val="234F91"/>
              </a:solidFill>
              <a:prstDash val="dash"/>
            </a:ln>
          </c:spPr>
          <c:marker>
            <c:symbol val="none"/>
            <c:size val="5"/>
            <c:spPr>
              <a:solidFill xmlns:a="http://schemas.openxmlformats.org/drawingml/2006/main">
                <a:srgbClr val="234F91"/>
              </a:solidFill>
            </c:spPr>
          </c:marker>
          <c:xVal>
            <c:numRef>
              <c:f>'Chart Data'!$C$2:$C$2002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Data'!$D$2:$D$2002</c:f>
              <c:numCache>
                <c:formatCode>0.0</c:formatCode>
                <c:ptCount val="2001"/>
                <c:pt idx="0">
                  <c:v>0.0285768880172</c:v>
                </c:pt>
                <c:pt idx="1">
                  <c:v>0.0286913405681</c:v>
                </c:pt>
                <c:pt idx="2">
                  <c:v>0.0288064807136</c:v>
                </c:pt>
                <c:pt idx="3">
                  <c:v>0.0289223139413</c:v>
                </c:pt>
                <c:pt idx="4">
                  <c:v>0.0290388457931</c:v>
                </c:pt>
                <c:pt idx="5">
                  <c:v>0.0291560818663</c:v>
                </c:pt>
                <c:pt idx="6">
                  <c:v>0.0292740278134</c:v>
                </c:pt>
                <c:pt idx="7">
                  <c:v>0.0293926893435</c:v>
                </c:pt>
                <c:pt idx="8">
                  <c:v>0.0295120722225</c:v>
                </c:pt>
                <c:pt idx="9">
                  <c:v>0.0296321822741</c:v>
                </c:pt>
                <c:pt idx="10">
                  <c:v>0.0297530253802</c:v>
                </c:pt>
                <c:pt idx="11">
                  <c:v>0.0298746074817</c:v>
                </c:pt>
                <c:pt idx="12">
                  <c:v>0.0299969345794</c:v>
                </c:pt>
                <c:pt idx="13">
                  <c:v>0.0301200127342</c:v>
                </c:pt>
                <c:pt idx="14">
                  <c:v>0.0302438480685</c:v>
                </c:pt>
                <c:pt idx="15">
                  <c:v>0.0303684467664</c:v>
                </c:pt>
                <c:pt idx="16">
                  <c:v>0.0304938150746</c:v>
                </c:pt>
                <c:pt idx="17">
                  <c:v>0.0306199593033</c:v>
                </c:pt>
                <c:pt idx="18">
                  <c:v>0.0307468858268</c:v>
                </c:pt>
                <c:pt idx="19">
                  <c:v>0.0308746010843</c:v>
                </c:pt>
                <c:pt idx="20">
                  <c:v>0.0310031115805</c:v>
                </c:pt>
                <c:pt idx="21">
                  <c:v>0.031132423887</c:v>
                </c:pt>
                <c:pt idx="22">
                  <c:v>0.0312625446422</c:v>
                </c:pt>
                <c:pt idx="23">
                  <c:v>0.0313934805531</c:v>
                </c:pt>
                <c:pt idx="24">
                  <c:v>0.0315252383953</c:v>
                </c:pt>
                <c:pt idx="25">
                  <c:v>0.0316578250143</c:v>
                </c:pt>
                <c:pt idx="26">
                  <c:v>0.0317912473261</c:v>
                </c:pt>
                <c:pt idx="27">
                  <c:v>0.0319255123183</c:v>
                </c:pt>
                <c:pt idx="28">
                  <c:v>0.0320606270509</c:v>
                </c:pt>
                <c:pt idx="29">
                  <c:v>0.0321965986571</c:v>
                </c:pt>
                <c:pt idx="30">
                  <c:v>0.0323334343442</c:v>
                </c:pt>
                <c:pt idx="31">
                  <c:v>0.0324711413945</c:v>
                </c:pt>
                <c:pt idx="32">
                  <c:v>0.0326097271665</c:v>
                </c:pt>
                <c:pt idx="33">
                  <c:v>0.0327491990954</c:v>
                </c:pt>
                <c:pt idx="34">
                  <c:v>0.0328895646943</c:v>
                </c:pt>
                <c:pt idx="35">
                  <c:v>0.0330308315553</c:v>
                </c:pt>
                <c:pt idx="36">
                  <c:v>0.0331730073502</c:v>
                </c:pt>
                <c:pt idx="37">
                  <c:v>0.0333160998314</c:v>
                </c:pt>
                <c:pt idx="38">
                  <c:v>0.0334601168334</c:v>
                </c:pt>
                <c:pt idx="39">
                  <c:v>0.0336050662735</c:v>
                </c:pt>
                <c:pt idx="40">
                  <c:v>0.0337509561526</c:v>
                </c:pt>
                <c:pt idx="41">
                  <c:v>0.0338977945568</c:v>
                </c:pt>
                <c:pt idx="42">
                  <c:v>0.0340455896581</c:v>
                </c:pt>
                <c:pt idx="43">
                  <c:v>0.0341943497154</c:v>
                </c:pt>
                <c:pt idx="44">
                  <c:v>0.0343440830758</c:v>
                </c:pt>
                <c:pt idx="45">
                  <c:v>0.0344947981758</c:v>
                </c:pt>
                <c:pt idx="46">
                  <c:v>0.0346465035422</c:v>
                </c:pt>
                <c:pt idx="47">
                  <c:v>0.0347992077931</c:v>
                </c:pt>
                <c:pt idx="48">
                  <c:v>0.0349529196397</c:v>
                </c:pt>
                <c:pt idx="49">
                  <c:v>0.0351076478867</c:v>
                </c:pt>
                <c:pt idx="50">
                  <c:v>0.035263401434</c:v>
                </c:pt>
                <c:pt idx="51">
                  <c:v>0.0354201892777</c:v>
                </c:pt>
                <c:pt idx="52">
                  <c:v>0.0355780205114</c:v>
                </c:pt>
                <c:pt idx="53">
                  <c:v>0.0357369043275</c:v>
                </c:pt>
                <c:pt idx="54">
                  <c:v>0.0358968500183</c:v>
                </c:pt>
                <c:pt idx="55">
                  <c:v>0.0360578669773</c:v>
                </c:pt>
                <c:pt idx="56">
                  <c:v>0.0362199647007</c:v>
                </c:pt>
                <c:pt idx="57">
                  <c:v>0.0363831527885</c:v>
                </c:pt>
                <c:pt idx="58">
                  <c:v>0.036547440946</c:v>
                </c:pt>
                <c:pt idx="59">
                  <c:v>0.0367128389849</c:v>
                </c:pt>
                <c:pt idx="60">
                  <c:v>0.0368793568252</c:v>
                </c:pt>
                <c:pt idx="61">
                  <c:v>0.0370470044959</c:v>
                </c:pt>
                <c:pt idx="62">
                  <c:v>0.037215792137</c:v>
                </c:pt>
                <c:pt idx="63">
                  <c:v>0.0373857300005</c:v>
                </c:pt>
                <c:pt idx="64">
                  <c:v>0.0375568284522</c:v>
                </c:pt>
                <c:pt idx="65">
                  <c:v>0.037729097973</c:v>
                </c:pt>
                <c:pt idx="66">
                  <c:v>0.0379025491605</c:v>
                </c:pt>
                <c:pt idx="67">
                  <c:v>0.0380771927305</c:v>
                </c:pt>
                <c:pt idx="68">
                  <c:v>0.0382530395183</c:v>
                </c:pt>
                <c:pt idx="69">
                  <c:v>0.0384301004808</c:v>
                </c:pt>
                <c:pt idx="70">
                  <c:v>0.0386083866975</c:v>
                </c:pt>
                <c:pt idx="71">
                  <c:v>0.0387879093726</c:v>
                </c:pt>
                <c:pt idx="72">
                  <c:v>0.0389686798364</c:v>
                </c:pt>
                <c:pt idx="73">
                  <c:v>0.0391507095468</c:v>
                </c:pt>
                <c:pt idx="74">
                  <c:v>0.0393340100915</c:v>
                </c:pt>
                <c:pt idx="75">
                  <c:v>0.0395185931892</c:v>
                </c:pt>
                <c:pt idx="76">
                  <c:v>0.0397044706916</c:v>
                </c:pt>
                <c:pt idx="77">
                  <c:v>0.0398916545852</c:v>
                </c:pt>
                <c:pt idx="78">
                  <c:v>0.0400801569928</c:v>
                </c:pt>
                <c:pt idx="79">
                  <c:v>0.0402699901757</c:v>
                </c:pt>
                <c:pt idx="80">
                  <c:v>0.0404611665353</c:v>
                </c:pt>
                <c:pt idx="81">
                  <c:v>0.0406536986151</c:v>
                </c:pt>
                <c:pt idx="82">
                  <c:v>0.0408475991024</c:v>
                </c:pt>
                <c:pt idx="83">
                  <c:v>0.0410428808307</c:v>
                </c:pt>
                <c:pt idx="84">
                  <c:v>0.041239556781</c:v>
                </c:pt>
                <c:pt idx="85">
                  <c:v>0.0414376400842</c:v>
                </c:pt>
                <c:pt idx="86">
                  <c:v>0.0416371440233</c:v>
                </c:pt>
                <c:pt idx="87">
                  <c:v>0.0418380820348</c:v>
                </c:pt>
                <c:pt idx="88">
                  <c:v>0.0420404677114</c:v>
                </c:pt>
                <c:pt idx="89">
                  <c:v>0.042244314804</c:v>
                </c:pt>
                <c:pt idx="90">
                  <c:v>0.0424496372235</c:v>
                </c:pt>
                <c:pt idx="91">
                  <c:v>0.0426564490434</c:v>
                </c:pt>
                <c:pt idx="92">
                  <c:v>0.0428647645016</c:v>
                </c:pt>
                <c:pt idx="93">
                  <c:v>0.0430745980032</c:v>
                </c:pt>
                <c:pt idx="94">
                  <c:v>0.0432859641221</c:v>
                </c:pt>
                <c:pt idx="95">
                  <c:v>0.0434988776038</c:v>
                </c:pt>
                <c:pt idx="96">
                  <c:v>0.0437133533676</c:v>
                </c:pt>
                <c:pt idx="97">
                  <c:v>0.0439294065091</c:v>
                </c:pt>
                <c:pt idx="98">
                  <c:v>0.0441470523023</c:v>
                </c:pt>
                <c:pt idx="99">
                  <c:v>0.0443663062024</c:v>
                </c:pt>
                <c:pt idx="100">
                  <c:v>0.044587183848</c:v>
                </c:pt>
                <c:pt idx="101">
                  <c:v>0.044809701064</c:v>
                </c:pt>
                <c:pt idx="102">
                  <c:v>0.0450338738637</c:v>
                </c:pt>
                <c:pt idx="103">
                  <c:v>0.0452597184519</c:v>
                </c:pt>
                <c:pt idx="104">
                  <c:v>0.0454872512273</c:v>
                </c:pt>
                <c:pt idx="105">
                  <c:v>0.045716488785</c:v>
                </c:pt>
                <c:pt idx="106">
                  <c:v>0.0459474479195</c:v>
                </c:pt>
                <c:pt idx="107">
                  <c:v>0.0461801456277</c:v>
                </c:pt>
                <c:pt idx="108">
                  <c:v>0.046414599111</c:v>
                </c:pt>
                <c:pt idx="109">
                  <c:v>0.0466508257789</c:v>
                </c:pt>
                <c:pt idx="110">
                  <c:v>0.0468888432514</c:v>
                </c:pt>
                <c:pt idx="111">
                  <c:v>0.0471286693622</c:v>
                </c:pt>
                <c:pt idx="112">
                  <c:v>0.0473703221617</c:v>
                </c:pt>
                <c:pt idx="113">
                  <c:v>0.0476138199199</c:v>
                </c:pt>
                <c:pt idx="114">
                  <c:v>0.0478591811295</c:v>
                </c:pt>
                <c:pt idx="115">
                  <c:v>0.0481064245093</c:v>
                </c:pt>
                <c:pt idx="116">
                  <c:v>0.0483555690069</c:v>
                </c:pt>
                <c:pt idx="117">
                  <c:v>0.0486066338023</c:v>
                </c:pt>
                <c:pt idx="118">
                  <c:v>0.0488596383112</c:v>
                </c:pt>
                <c:pt idx="119">
                  <c:v>0.0491146021881</c:v>
                </c:pt>
                <c:pt idx="120">
                  <c:v>0.0493715453299</c:v>
                </c:pt>
                <c:pt idx="121">
                  <c:v>0.0496304878791</c:v>
                </c:pt>
                <c:pt idx="122">
                  <c:v>0.0498914502274</c:v>
                </c:pt>
                <c:pt idx="123">
                  <c:v>0.0501544530195</c:v>
                </c:pt>
                <c:pt idx="124">
                  <c:v>0.0504195171563</c:v>
                </c:pt>
                <c:pt idx="125">
                  <c:v>0.0506866637986</c:v>
                </c:pt>
                <c:pt idx="126">
                  <c:v>0.0509559143711</c:v>
                </c:pt>
                <c:pt idx="127">
                  <c:v>0.0512272905661</c:v>
                </c:pt>
                <c:pt idx="128">
                  <c:v>0.0515008143469</c:v>
                </c:pt>
                <c:pt idx="129">
                  <c:v>0.0517765079521</c:v>
                </c:pt>
                <c:pt idx="130">
                  <c:v>0.0520543938997</c:v>
                </c:pt>
                <c:pt idx="131">
                  <c:v>0.0523344949904</c:v>
                </c:pt>
                <c:pt idx="132">
                  <c:v>0.0526168343126</c:v>
                </c:pt>
                <c:pt idx="133">
                  <c:v>0.0529014352456</c:v>
                </c:pt>
                <c:pt idx="134">
                  <c:v>0.0531883214645</c:v>
                </c:pt>
                <c:pt idx="135">
                  <c:v>0.0534775169441</c:v>
                </c:pt>
                <c:pt idx="136">
                  <c:v>0.0537690459633</c:v>
                </c:pt>
                <c:pt idx="137">
                  <c:v>0.0540629331097</c:v>
                </c:pt>
                <c:pt idx="138">
                  <c:v>0.0543592032835</c:v>
                </c:pt>
                <c:pt idx="139">
                  <c:v>0.0546578817026</c:v>
                </c:pt>
                <c:pt idx="140">
                  <c:v>0.0549589939071</c:v>
                </c:pt>
                <c:pt idx="141">
                  <c:v>0.0552625657635</c:v>
                </c:pt>
                <c:pt idx="142">
                  <c:v>0.0555686234702</c:v>
                </c:pt>
                <c:pt idx="143">
                  <c:v>0.0558771935616</c:v>
                </c:pt>
                <c:pt idx="144">
                  <c:v>0.0561883029133</c:v>
                </c:pt>
                <c:pt idx="145">
                  <c:v>0.0565019787472</c:v>
                </c:pt>
                <c:pt idx="146">
                  <c:v>0.0568182486361</c:v>
                </c:pt>
                <c:pt idx="147">
                  <c:v>0.0571371405094</c:v>
                </c:pt>
                <c:pt idx="148">
                  <c:v>0.0574586826578</c:v>
                </c:pt>
                <c:pt idx="149">
                  <c:v>0.0577829037388</c:v>
                </c:pt>
                <c:pt idx="150">
                  <c:v>0.0581098327817</c:v>
                </c:pt>
                <c:pt idx="151">
                  <c:v>0.0584394991938</c:v>
                </c:pt>
                <c:pt idx="152">
                  <c:v>0.0587719327651</c:v>
                </c:pt>
                <c:pt idx="153">
                  <c:v>0.0591071636743</c:v>
                </c:pt>
                <c:pt idx="154">
                  <c:v>0.0594452224944</c:v>
                </c:pt>
                <c:pt idx="155">
                  <c:v>0.0597861401984</c:v>
                </c:pt>
                <c:pt idx="156">
                  <c:v>0.0601299481654</c:v>
                </c:pt>
                <c:pt idx="157">
                  <c:v>0.0604766781861</c:v>
                </c:pt>
                <c:pt idx="158">
                  <c:v>0.0608263624693</c:v>
                </c:pt>
                <c:pt idx="159">
                  <c:v>0.0611790336478</c:v>
                </c:pt>
                <c:pt idx="160">
                  <c:v>0.0615347247843</c:v>
                </c:pt>
                <c:pt idx="161">
                  <c:v>0.0618934693784</c:v>
                </c:pt>
                <c:pt idx="162">
                  <c:v>0.0622553013724</c:v>
                </c:pt>
                <c:pt idx="163">
                  <c:v>0.062620255158</c:v>
                </c:pt>
                <c:pt idx="164">
                  <c:v>0.0629883655829</c:v>
                </c:pt>
                <c:pt idx="165">
                  <c:v>0.0633596679576</c:v>
                </c:pt>
                <c:pt idx="166">
                  <c:v>0.0637341980618</c:v>
                </c:pt>
                <c:pt idx="167">
                  <c:v>0.0641119921516</c:v>
                </c:pt>
                <c:pt idx="168">
                  <c:v>0.0644930869664</c:v>
                </c:pt>
                <c:pt idx="169">
                  <c:v>0.0648775197361</c:v>
                </c:pt>
                <c:pt idx="170">
                  <c:v>0.0652653281879</c:v>
                </c:pt>
                <c:pt idx="171">
                  <c:v>0.065656550554</c:v>
                </c:pt>
                <c:pt idx="172">
                  <c:v>0.0660512255787</c:v>
                </c:pt>
                <c:pt idx="173">
                  <c:v>0.0664493925262</c:v>
                </c:pt>
                <c:pt idx="174">
                  <c:v>0.0668510911878</c:v>
                </c:pt>
                <c:pt idx="175">
                  <c:v>0.0672563618898</c:v>
                </c:pt>
                <c:pt idx="176">
                  <c:v>0.0676652455015</c:v>
                </c:pt>
                <c:pt idx="177">
                  <c:v>0.0680777834428</c:v>
                </c:pt>
                <c:pt idx="178">
                  <c:v>0.0684940176924</c:v>
                </c:pt>
                <c:pt idx="179">
                  <c:v>0.0689139907957</c:v>
                </c:pt>
                <c:pt idx="180">
                  <c:v>0.0693377458737</c:v>
                </c:pt>
                <c:pt idx="181">
                  <c:v>0.0697653266304</c:v>
                </c:pt>
                <c:pt idx="182">
                  <c:v>0.070196777362</c:v>
                </c:pt>
                <c:pt idx="183">
                  <c:v>0.0706321429654</c:v>
                </c:pt>
                <c:pt idx="184">
                  <c:v>0.0710714689464</c:v>
                </c:pt>
                <c:pt idx="185">
                  <c:v>0.0715148014293</c:v>
                </c:pt>
                <c:pt idx="186">
                  <c:v>0.071962187165</c:v>
                </c:pt>
                <c:pt idx="187">
                  <c:v>0.0724136735407</c:v>
                </c:pt>
                <c:pt idx="188">
                  <c:v>0.0728693085885</c:v>
                </c:pt>
                <c:pt idx="189">
                  <c:v>0.0733291409953</c:v>
                </c:pt>
                <c:pt idx="190">
                  <c:v>0.0737932201116</c:v>
                </c:pt>
                <c:pt idx="191">
                  <c:v>0.0742615959612</c:v>
                </c:pt>
                <c:pt idx="192">
                  <c:v>0.0747343192511</c:v>
                </c:pt>
                <c:pt idx="193">
                  <c:v>0.0752114413807</c:v>
                </c:pt>
                <c:pt idx="194">
                  <c:v>0.0756930144521</c:v>
                </c:pt>
                <c:pt idx="195">
                  <c:v>0.0761790912798</c:v>
                </c:pt>
                <c:pt idx="196">
                  <c:v>0.0766697254008</c:v>
                </c:pt>
                <c:pt idx="197">
                  <c:v>0.077164971085</c:v>
                </c:pt>
                <c:pt idx="198">
                  <c:v>0.0776648833451</c:v>
                </c:pt>
                <c:pt idx="199">
                  <c:v>0.0781695179474</c:v>
                </c:pt>
                <c:pt idx="200">
                  <c:v>0.0786789314222</c:v>
                </c:pt>
                <c:pt idx="201">
                  <c:v>0.0791931810743</c:v>
                </c:pt>
                <c:pt idx="202">
                  <c:v>0.0797123249937</c:v>
                </c:pt>
                <c:pt idx="203">
                  <c:v>0.080236422067</c:v>
                </c:pt>
                <c:pt idx="204">
                  <c:v>0.0807655319874</c:v>
                </c:pt>
                <c:pt idx="205">
                  <c:v>0.0812997152666</c:v>
                </c:pt>
                <c:pt idx="206">
                  <c:v>0.0818390332455</c:v>
                </c:pt>
                <c:pt idx="207">
                  <c:v>0.0823835481056</c:v>
                </c:pt>
                <c:pt idx="208">
                  <c:v>0.0829333228804</c:v>
                </c:pt>
                <c:pt idx="209">
                  <c:v>0.0834884214667</c:v>
                </c:pt>
                <c:pt idx="210">
                  <c:v>0.0840489086362</c:v>
                </c:pt>
                <c:pt idx="211">
                  <c:v>0.0846148500471</c:v>
                </c:pt>
                <c:pt idx="212">
                  <c:v>0.0851863122559</c:v>
                </c:pt>
                <c:pt idx="213">
                  <c:v>0.0857633627289</c:v>
                </c:pt>
                <c:pt idx="214">
                  <c:v>0.0863460698546</c:v>
                </c:pt>
                <c:pt idx="215">
                  <c:v>0.0869345029549</c:v>
                </c:pt>
                <c:pt idx="216">
                  <c:v>0.0875287322977</c:v>
                </c:pt>
                <c:pt idx="217">
                  <c:v>0.0881288291088</c:v>
                </c:pt>
                <c:pt idx="218">
                  <c:v>0.0887348655837</c:v>
                </c:pt>
                <c:pt idx="219">
                  <c:v>0.0893469149002</c:v>
                </c:pt>
                <c:pt idx="220">
                  <c:v>0.0899650512304</c:v>
                </c:pt>
                <c:pt idx="221">
                  <c:v>0.0905893497526</c:v>
                </c:pt>
                <c:pt idx="222">
                  <c:v>0.0912198866644</c:v>
                </c:pt>
                <c:pt idx="223">
                  <c:v>0.0918567391941</c:v>
                </c:pt>
                <c:pt idx="224">
                  <c:v>0.0924999856135</c:v>
                </c:pt>
                <c:pt idx="225">
                  <c:v>0.0931497052502</c:v>
                </c:pt>
                <c:pt idx="226">
                  <c:v>0.0938059784996</c:v>
                </c:pt>
                <c:pt idx="227">
                  <c:v>0.0944688868374</c:v>
                </c:pt>
                <c:pt idx="228">
                  <c:v>0.0951385128318</c:v>
                </c:pt>
                <c:pt idx="229">
                  <c:v>0.0958149401557</c:v>
                </c:pt>
                <c:pt idx="230">
                  <c:v>0.0964982535988</c:v>
                </c:pt>
                <c:pt idx="231">
                  <c:v>0.0971885390799</c:v>
                </c:pt>
                <c:pt idx="232">
                  <c:v>0.0978858836587</c:v>
                </c:pt>
                <c:pt idx="233">
                  <c:v>0.0985903755479</c:v>
                </c:pt>
                <c:pt idx="234">
                  <c:v>0.0993021041248</c:v>
                </c:pt>
                <c:pt idx="235">
                  <c:v>0.100021159943</c:v>
                </c:pt>
                <c:pt idx="236">
                  <c:v>0.100747634745</c:v>
                </c:pt>
                <c:pt idx="237">
                  <c:v>0.101481621471</c:v>
                </c:pt>
                <c:pt idx="238">
                  <c:v>0.102223214274</c:v>
                </c:pt>
                <c:pt idx="239">
                  <c:v>0.102972508527</c:v>
                </c:pt>
                <c:pt idx="240">
                  <c:v>0.103729600836</c:v>
                </c:pt>
                <c:pt idx="241">
                  <c:v>0.10449458905</c:v>
                </c:pt>
                <c:pt idx="242">
                  <c:v>0.105267572272</c:v>
                </c:pt>
                <c:pt idx="243">
                  <c:v>0.106048650868</c:v>
                </c:pt>
                <c:pt idx="244">
                  <c:v>0.106837926478</c:v>
                </c:pt>
                <c:pt idx="245">
                  <c:v>0.107635502022</c:v>
                </c:pt>
                <c:pt idx="246">
                  <c:v>0.108441481715</c:v>
                </c:pt>
                <c:pt idx="247">
                  <c:v>0.10925597107</c:v>
                </c:pt>
                <c:pt idx="248">
                  <c:v>0.11007907691</c:v>
                </c:pt>
                <c:pt idx="249">
                  <c:v>0.110910907374</c:v>
                </c:pt>
                <c:pt idx="250">
                  <c:v>0.111751571922</c:v>
                </c:pt>
                <c:pt idx="251">
                  <c:v>0.112601181348</c:v>
                </c:pt>
                <c:pt idx="252">
                  <c:v>0.113459847781</c:v>
                </c:pt>
                <c:pt idx="253">
                  <c:v>0.114327684691</c:v>
                </c:pt>
                <c:pt idx="254">
                  <c:v>0.115204806896</c:v>
                </c:pt>
                <c:pt idx="255">
                  <c:v>0.116091330565</c:v>
                </c:pt>
                <c:pt idx="256">
                  <c:v>0.116987373221</c:v>
                </c:pt>
                <c:pt idx="257">
                  <c:v>0.117893053748</c:v>
                </c:pt>
                <c:pt idx="258">
                  <c:v>0.118808492384</c:v>
                </c:pt>
                <c:pt idx="259">
                  <c:v>0.119733810731</c:v>
                </c:pt>
                <c:pt idx="260">
                  <c:v>0.120669131752</c:v>
                </c:pt>
                <c:pt idx="261">
                  <c:v>0.121614579767</c:v>
                </c:pt>
                <c:pt idx="262">
                  <c:v>0.122570280456</c:v>
                </c:pt>
                <c:pt idx="263">
                  <c:v>0.123536360853</c:v>
                </c:pt>
                <c:pt idx="264">
                  <c:v>0.124512949343</c:v>
                </c:pt>
                <c:pt idx="265">
                  <c:v>0.125500175657</c:v>
                </c:pt>
                <c:pt idx="266">
                  <c:v>0.126498170862</c:v>
                </c:pt>
                <c:pt idx="267">
                  <c:v>0.127507067359</c:v>
                </c:pt>
                <c:pt idx="268">
                  <c:v>0.128526998867</c:v>
                </c:pt>
                <c:pt idx="269">
                  <c:v>0.129558100417</c:v>
                </c:pt>
                <c:pt idx="270">
                  <c:v>0.130600508335</c:v>
                </c:pt>
                <c:pt idx="271">
                  <c:v>0.131654360234</c:v>
                </c:pt>
                <c:pt idx="272">
                  <c:v>0.132719794989</c:v>
                </c:pt>
                <c:pt idx="273">
                  <c:v>0.133796952728</c:v>
                </c:pt>
                <c:pt idx="274">
                  <c:v>0.134885974807</c:v>
                </c:pt>
                <c:pt idx="275">
                  <c:v>0.13598700379</c:v>
                </c:pt>
                <c:pt idx="276">
                  <c:v>0.137100183422</c:v>
                </c:pt>
                <c:pt idx="277">
                  <c:v>0.138225658607</c:v>
                </c:pt>
                <c:pt idx="278">
                  <c:v>0.139363575377</c:v>
                </c:pt>
                <c:pt idx="279">
                  <c:v>0.140514080863</c:v>
                </c:pt>
                <c:pt idx="280">
                  <c:v>0.141677323257</c:v>
                </c:pt>
                <c:pt idx="281">
                  <c:v>0.142853451779</c:v>
                </c:pt>
                <c:pt idx="282">
                  <c:v>0.144042616639</c:v>
                </c:pt>
                <c:pt idx="283">
                  <c:v>0.145244968992</c:v>
                </c:pt>
                <c:pt idx="284">
                  <c:v>0.146460660896</c:v>
                </c:pt>
                <c:pt idx="285">
                  <c:v>0.147689845259</c:v>
                </c:pt>
                <c:pt idx="286">
                  <c:v>0.148932675794</c:v>
                </c:pt>
                <c:pt idx="287">
                  <c:v>0.150189306957</c:v>
                </c:pt>
                <c:pt idx="288">
                  <c:v>0.151459893896</c:v>
                </c:pt>
                <c:pt idx="289">
                  <c:v>0.152744592381</c:v>
                </c:pt>
                <c:pt idx="290">
                  <c:v>0.154043558745</c:v>
                </c:pt>
                <c:pt idx="291">
                  <c:v>0.155356949807</c:v>
                </c:pt>
                <c:pt idx="292">
                  <c:v>0.156684922805</c:v>
                </c:pt>
                <c:pt idx="293">
                  <c:v>0.158027635309</c:v>
                </c:pt>
                <c:pt idx="294">
                  <c:v>0.159385245146</c:v>
                </c:pt>
                <c:pt idx="295">
                  <c:v>0.160757910308</c:v>
                </c:pt>
                <c:pt idx="296">
                  <c:v>0.162145788857</c:v>
                </c:pt>
                <c:pt idx="297">
                  <c:v>0.163549038836</c:v>
                </c:pt>
                <c:pt idx="298">
                  <c:v>0.164967818155</c:v>
                </c:pt>
                <c:pt idx="299">
                  <c:v>0.166402284494</c:v>
                </c:pt>
                <c:pt idx="300">
                  <c:v>0.167852595181</c:v>
                </c:pt>
                <c:pt idx="301">
                  <c:v>0.169318907078</c:v>
                </c:pt>
                <c:pt idx="302">
                  <c:v>0.170801376454</c:v>
                </c:pt>
                <c:pt idx="303">
                  <c:v>0.172300158857</c:v>
                </c:pt>
                <c:pt idx="304">
                  <c:v>0.173815408973</c:v>
                </c:pt>
                <c:pt idx="305">
                  <c:v>0.175347280485</c:v>
                </c:pt>
                <c:pt idx="306">
                  <c:v>0.176895925926</c:v>
                </c:pt>
                <c:pt idx="307">
                  <c:v>0.178461496516</c:v>
                </c:pt>
                <c:pt idx="308">
                  <c:v>0.180044142006</c:v>
                </c:pt>
                <c:pt idx="309">
                  <c:v>0.181644010505</c:v>
                </c:pt>
                <c:pt idx="310">
                  <c:v>0.183261248302</c:v>
                </c:pt>
                <c:pt idx="311">
                  <c:v>0.184895999685</c:v>
                </c:pt>
                <c:pt idx="312">
                  <c:v>0.186548406746</c:v>
                </c:pt>
                <c:pt idx="313">
                  <c:v>0.188218609185</c:v>
                </c:pt>
                <c:pt idx="314">
                  <c:v>0.189906744101</c:v>
                </c:pt>
                <c:pt idx="315">
                  <c:v>0.19161294578</c:v>
                </c:pt>
                <c:pt idx="316">
                  <c:v>0.193337345472</c:v>
                </c:pt>
                <c:pt idx="317">
                  <c:v>0.195080071162</c:v>
                </c:pt>
                <c:pt idx="318">
                  <c:v>0.196841247329</c:v>
                </c:pt>
                <c:pt idx="319">
                  <c:v>0.198620994707</c:v>
                </c:pt>
                <c:pt idx="320">
                  <c:v>0.200419430024</c:v>
                </c:pt>
                <c:pt idx="321">
                  <c:v>0.202236665744</c:v>
                </c:pt>
                <c:pt idx="322">
                  <c:v>0.204072809799</c:v>
                </c:pt>
                <c:pt idx="323">
                  <c:v>0.205927965306</c:v>
                </c:pt>
                <c:pt idx="324">
                  <c:v>0.207802230286</c:v>
                </c:pt>
                <c:pt idx="325">
                  <c:v>0.209695697368</c:v>
                </c:pt>
                <c:pt idx="326">
                  <c:v>0.211608453489</c:v>
                </c:pt>
                <c:pt idx="327">
                  <c:v>0.213540579583</c:v>
                </c:pt>
                <c:pt idx="328">
                  <c:v>0.215492150266</c:v>
                </c:pt>
                <c:pt idx="329">
                  <c:v>0.217463233512</c:v>
                </c:pt>
                <c:pt idx="330">
                  <c:v>0.219453890321</c:v>
                </c:pt>
                <c:pt idx="331">
                  <c:v>0.22146417438</c:v>
                </c:pt>
                <c:pt idx="332">
                  <c:v>0.223494131724</c:v>
                </c:pt>
                <c:pt idx="333">
                  <c:v>0.225543800377</c:v>
                </c:pt>
                <c:pt idx="334">
                  <c:v>0.22761321</c:v>
                </c:pt>
                <c:pt idx="335">
                  <c:v>0.22970238153</c:v>
                </c:pt>
                <c:pt idx="336">
                  <c:v>0.231811326809</c:v>
                </c:pt>
                <c:pt idx="337">
                  <c:v>0.233940048214</c:v>
                </c:pt>
                <c:pt idx="338">
                  <c:v>0.236088538282</c:v>
                </c:pt>
                <c:pt idx="339">
                  <c:v>0.238256779329</c:v>
                </c:pt>
                <c:pt idx="340">
                  <c:v>0.240444743069</c:v>
                </c:pt>
                <c:pt idx="341">
                  <c:v>0.242652390227</c:v>
                </c:pt>
                <c:pt idx="342">
                  <c:v>0.244879670157</c:v>
                </c:pt>
                <c:pt idx="343">
                  <c:v>0.247126520455</c:v>
                </c:pt>
                <c:pt idx="344">
                  <c:v>0.249392866571</c:v>
                </c:pt>
                <c:pt idx="345">
                  <c:v>0.251678621424</c:v>
                </c:pt>
                <c:pt idx="346">
                  <c:v>0.253983685021</c:v>
                </c:pt>
                <c:pt idx="347">
                  <c:v>0.256307944075</c:v>
                </c:pt>
                <c:pt idx="348">
                  <c:v>0.25865127163</c:v>
                </c:pt>
                <c:pt idx="349">
                  <c:v>0.261013526691</c:v>
                </c:pt>
                <c:pt idx="350">
                  <c:v>0.263394553854</c:v>
                </c:pt>
                <c:pt idx="351">
                  <c:v>0.265794182958</c:v>
                </c:pt>
                <c:pt idx="352">
                  <c:v>0.268212228727</c:v>
                </c:pt>
                <c:pt idx="353">
                  <c:v>0.270648490437</c:v>
                </c:pt>
                <c:pt idx="354">
                  <c:v>0.273102751585</c:v>
                </c:pt>
                <c:pt idx="355">
                  <c:v>0.275574779576</c:v>
                </c:pt>
                <c:pt idx="356">
                  <c:v>0.278064325421</c:v>
                </c:pt>
                <c:pt idx="357">
                  <c:v>0.28057112345</c:v>
                </c:pt>
                <c:pt idx="358">
                  <c:v>0.283094891042</c:v>
                </c:pt>
                <c:pt idx="359">
                  <c:v>0.285635328377</c:v>
                </c:pt>
                <c:pt idx="360">
                  <c:v>0.2881921182</c:v>
                </c:pt>
                <c:pt idx="361">
                  <c:v>0.290764925612</c:v>
                </c:pt>
                <c:pt idx="362">
                  <c:v>0.293353397881</c:v>
                </c:pt>
                <c:pt idx="363">
                  <c:v>0.295957164276</c:v>
                </c:pt>
                <c:pt idx="364">
                  <c:v>0.298575835931</c:v>
                </c:pt>
                <c:pt idx="365">
                  <c:v>0.30120900573</c:v>
                </c:pt>
                <c:pt idx="366">
                  <c:v>0.303856248219</c:v>
                </c:pt>
                <c:pt idx="367">
                  <c:v>0.306517119557</c:v>
                </c:pt>
                <c:pt idx="368">
                  <c:v>0.309191157489</c:v>
                </c:pt>
                <c:pt idx="369">
                  <c:v>0.311877881351</c:v>
                </c:pt>
                <c:pt idx="370">
                  <c:v>0.314576792114</c:v>
                </c:pt>
                <c:pt idx="371">
                  <c:v>0.317287372457</c:v>
                </c:pt>
                <c:pt idx="372">
                  <c:v>0.320009086879</c:v>
                </c:pt>
                <c:pt idx="373">
                  <c:v>0.322741381846</c:v>
                </c:pt>
                <c:pt idx="374">
                  <c:v>0.325483685973</c:v>
                </c:pt>
                <c:pt idx="375">
                  <c:v>0.328235410251</c:v>
                </c:pt>
                <c:pt idx="376">
                  <c:v>0.330995948301</c:v>
                </c:pt>
                <c:pt idx="377">
                  <c:v>0.333764676682</c:v>
                </c:pt>
                <c:pt idx="378">
                  <c:v>0.336540955228</c:v>
                </c:pt>
                <c:pt idx="379">
                  <c:v>0.339324127429</c:v>
                </c:pt>
                <c:pt idx="380">
                  <c:v>0.342113520852</c:v>
                </c:pt>
                <c:pt idx="381">
                  <c:v>0.344908447603</c:v>
                </c:pt>
                <c:pt idx="382">
                  <c:v>0.347708204831</c:v>
                </c:pt>
                <c:pt idx="383">
                  <c:v>0.350512075266</c:v>
                </c:pt>
                <c:pt idx="384">
                  <c:v>0.353319327806</c:v>
                </c:pt>
                <c:pt idx="385">
                  <c:v>0.356129218135</c:v>
                </c:pt>
                <c:pt idx="386">
                  <c:v>0.358940989386</c:v>
                </c:pt>
                <c:pt idx="387">
                  <c:v>0.361753872838</c:v>
                </c:pt>
                <c:pt idx="388">
                  <c:v>0.364567088651</c:v>
                </c:pt>
                <c:pt idx="389">
                  <c:v>0.367379846636</c:v>
                </c:pt>
                <c:pt idx="390">
                  <c:v>0.370191347063</c:v>
                </c:pt>
                <c:pt idx="391">
                  <c:v>0.373000781496</c:v>
                </c:pt>
                <c:pt idx="392">
                  <c:v>0.375807333666</c:v>
                </c:pt>
                <c:pt idx="393">
                  <c:v>0.378610180369</c:v>
                </c:pt>
                <c:pt idx="394">
                  <c:v>0.381408492392</c:v>
                </c:pt>
                <c:pt idx="395">
                  <c:v>0.384201435468</c:v>
                </c:pt>
                <c:pt idx="396">
                  <c:v>0.386988171254</c:v>
                </c:pt>
                <c:pt idx="397">
                  <c:v>0.389767858324</c:v>
                </c:pt>
                <c:pt idx="398">
                  <c:v>0.392539653194</c:v>
                </c:pt>
                <c:pt idx="399">
                  <c:v>0.395302711348</c:v>
                </c:pt>
                <c:pt idx="400">
                  <c:v>0.398056188289</c:v>
                </c:pt>
                <c:pt idx="401">
                  <c:v>0.400799240601</c:v>
                </c:pt>
                <c:pt idx="402">
                  <c:v>0.403531027011</c:v>
                </c:pt>
                <c:pt idx="403">
                  <c:v>0.406250709464</c:v>
                </c:pt>
                <c:pt idx="404">
                  <c:v>0.408957454201</c:v>
                </c:pt>
                <c:pt idx="405">
                  <c:v>0.411650432832</c:v>
                </c:pt>
                <c:pt idx="406">
                  <c:v>0.41432882341</c:v>
                </c:pt>
                <c:pt idx="407">
                  <c:v>0.416991811497</c:v>
                </c:pt>
                <c:pt idx="408">
                  <c:v>0.419638591222</c:v>
                </c:pt>
                <c:pt idx="409">
                  <c:v>0.422268366326</c:v>
                </c:pt>
                <c:pt idx="410">
                  <c:v>0.424880351194</c:v>
                </c:pt>
                <c:pt idx="411">
                  <c:v>0.427473771864</c:v>
                </c:pt>
                <c:pt idx="412">
                  <c:v>0.430047867024</c:v>
                </c:pt>
                <c:pt idx="413">
                  <c:v>0.432601888972</c:v>
                </c:pt>
                <c:pt idx="414">
                  <c:v>0.435135104566</c:v>
                </c:pt>
                <c:pt idx="415">
                  <c:v>0.43764679613</c:v>
                </c:pt>
                <c:pt idx="416">
                  <c:v>0.440136262335</c:v>
                </c:pt>
                <c:pt idx="417">
                  <c:v>0.442602819048</c:v>
                </c:pt>
                <c:pt idx="418">
                  <c:v>0.445045800133</c:v>
                </c:pt>
                <c:pt idx="419">
                  <c:v>0.44746455823</c:v>
                </c:pt>
                <c:pt idx="420">
                  <c:v>0.449858465474</c:v>
                </c:pt>
                <c:pt idx="421">
                  <c:v>0.452226914185</c:v>
                </c:pt>
                <c:pt idx="422">
                  <c:v>0.454569317503</c:v>
                </c:pt>
                <c:pt idx="423">
                  <c:v>0.45688510998</c:v>
                </c:pt>
                <c:pt idx="424">
                  <c:v>0.459173748124</c:v>
                </c:pt>
                <c:pt idx="425">
                  <c:v>0.461434710886</c:v>
                </c:pt>
                <c:pt idx="426">
                  <c:v>0.463667500105</c:v>
                </c:pt>
                <c:pt idx="427">
                  <c:v>0.465871640892</c:v>
                </c:pt>
                <c:pt idx="428">
                  <c:v>0.468046681961</c:v>
                </c:pt>
                <c:pt idx="429">
                  <c:v>0.470192195908</c:v>
                </c:pt>
                <c:pt idx="430">
                  <c:v>0.472307779435</c:v>
                </c:pt>
                <c:pt idx="431">
                  <c:v>0.474393053515</c:v>
                </c:pt>
                <c:pt idx="432">
                  <c:v>0.4764476635</c:v>
                </c:pt>
                <c:pt idx="433">
                  <c:v>0.478471279176</c:v>
                </c:pt>
                <c:pt idx="434">
                  <c:v>0.480463594763</c:v>
                </c:pt>
                <c:pt idx="435">
                  <c:v>0.482424328851</c:v>
                </c:pt>
                <c:pt idx="436">
                  <c:v>0.484353224292</c:v>
                </c:pt>
                <c:pt idx="437">
                  <c:v>0.486250048026</c:v>
                </c:pt>
                <c:pt idx="438">
                  <c:v>0.48811459086</c:v>
                </c:pt>
                <c:pt idx="439">
                  <c:v>0.489946667195</c:v>
                </c:pt>
                <c:pt idx="440">
                  <c:v>0.491746114691</c:v>
                </c:pt>
                <c:pt idx="441">
                  <c:v>0.493512793893</c:v>
                </c:pt>
                <c:pt idx="442">
                  <c:v>0.495246587806</c:v>
                </c:pt>
                <c:pt idx="443">
                  <c:v>0.496947401411</c:v>
                </c:pt>
                <c:pt idx="444">
                  <c:v>0.498615161152</c:v>
                </c:pt>
                <c:pt idx="445">
                  <c:v>0.500249814368</c:v>
                </c:pt>
                <c:pt idx="446">
                  <c:v>0.501851328685</c:v>
                </c:pt>
                <c:pt idx="447">
                  <c:v>0.503419691373</c:v>
                </c:pt>
                <c:pt idx="448">
                  <c:v>0.504954908657</c:v>
                </c:pt>
                <c:pt idx="449">
                  <c:v>0.506457005006</c:v>
                </c:pt>
                <c:pt idx="450">
                  <c:v>0.507926022372</c:v>
                </c:pt>
                <c:pt idx="451">
                  <c:v>0.509362019418</c:v>
                </c:pt>
                <c:pt idx="452">
                  <c:v>0.510765070703</c:v>
                </c:pt>
                <c:pt idx="453">
                  <c:v>0.512135265852</c:v>
                </c:pt>
                <c:pt idx="454">
                  <c:v>0.513472708698</c:v>
                </c:pt>
                <c:pt idx="455">
                  <c:v>0.514777516409</c:v>
                </c:pt>
                <c:pt idx="456">
                  <c:v>0.516049818599</c:v>
                </c:pt>
                <c:pt idx="457">
                  <c:v>0.51728975642</c:v>
                </c:pt>
                <c:pt idx="458">
                  <c:v>0.518497481647</c:v>
                </c:pt>
                <c:pt idx="459">
                  <c:v>0.519673155758</c:v>
                </c:pt>
                <c:pt idx="460">
                  <c:v>0.520816948999</c:v>
                </c:pt>
                <c:pt idx="461">
                  <c:v>0.52192903946</c:v>
                </c:pt>
                <c:pt idx="462">
                  <c:v>0.523009612141</c:v>
                </c:pt>
                <c:pt idx="463">
                  <c:v>0.52405885802</c:v>
                </c:pt>
                <c:pt idx="464">
                  <c:v>0.525076973136</c:v>
                </c:pt>
                <c:pt idx="465">
                  <c:v>0.526064157673</c:v>
                </c:pt>
                <c:pt idx="466">
                  <c:v>0.527020615052</c:v>
                </c:pt>
                <c:pt idx="467">
                  <c:v>0.527946551044</c:v>
                </c:pt>
                <c:pt idx="468">
                  <c:v>0.52884217289</c:v>
                </c:pt>
                <c:pt idx="469">
                  <c:v>0.529707688441</c:v>
                </c:pt>
                <c:pt idx="470">
                  <c:v>0.530543305321</c:v>
                </c:pt>
                <c:pt idx="471">
                  <c:v>0.531349230103</c:v>
                </c:pt>
                <c:pt idx="472">
                  <c:v>0.532125667517</c:v>
                </c:pt>
                <c:pt idx="473">
                  <c:v>0.532872819673</c:v>
                </c:pt>
                <c:pt idx="474">
                  <c:v>0.533590885318</c:v>
                </c:pt>
                <c:pt idx="475">
                  <c:v>0.534280059118</c:v>
                </c:pt>
                <c:pt idx="476">
                  <c:v>0.534940530967</c:v>
                </c:pt>
                <c:pt idx="477">
                  <c:v>0.535572485327</c:v>
                </c:pt>
                <c:pt idx="478">
                  <c:v>0.536176100599</c:v>
                </c:pt>
                <c:pt idx="479">
                  <c:v>0.536751548531</c:v>
                </c:pt>
                <c:pt idx="480">
                  <c:v>0.537298993648</c:v>
                </c:pt>
                <c:pt idx="481">
                  <c:v>0.537818592727</c:v>
                </c:pt>
                <c:pt idx="482">
                  <c:v>0.538310494297</c:v>
                </c:pt>
                <c:pt idx="483">
                  <c:v>0.538774838182</c:v>
                </c:pt>
                <c:pt idx="484">
                  <c:v>0.53921175507</c:v>
                </c:pt>
                <c:pt idx="485">
                  <c:v>0.539621366124</c:v>
                </c:pt>
                <c:pt idx="486">
                  <c:v>0.540003782627</c:v>
                </c:pt>
                <c:pt idx="487">
                  <c:v>0.540359105659</c:v>
                </c:pt>
                <c:pt idx="488">
                  <c:v>0.540687425814</c:v>
                </c:pt>
                <c:pt idx="489">
                  <c:v>0.540988822949</c:v>
                </c:pt>
                <c:pt idx="490">
                  <c:v>0.54126336597</c:v>
                </c:pt>
                <c:pt idx="491">
                  <c:v>0.541511112652</c:v>
                </c:pt>
                <c:pt idx="492">
                  <c:v>0.541732109493</c:v>
                </c:pt>
                <c:pt idx="493">
                  <c:v>0.541926391606</c:v>
                </c:pt>
                <c:pt idx="494">
                  <c:v>0.542093982638</c:v>
                </c:pt>
                <c:pt idx="495">
                  <c:v>0.542234894729</c:v>
                </c:pt>
                <c:pt idx="496">
                  <c:v>0.542349128501</c:v>
                </c:pt>
                <c:pt idx="497">
                  <c:v>0.542436673078</c:v>
                </c:pt>
                <c:pt idx="498">
                  <c:v>0.542497506142</c:v>
                </c:pt>
                <c:pt idx="499">
                  <c:v>0.542531594016</c:v>
                </c:pt>
                <c:pt idx="500">
                  <c:v>0.542538891781</c:v>
                </c:pt>
                <c:pt idx="501">
                  <c:v>0.542519343418</c:v>
                </c:pt>
                <c:pt idx="502">
                  <c:v>0.542472881989</c:v>
                </c:pt>
                <c:pt idx="503">
                  <c:v>0.542399429835</c:v>
                </c:pt>
                <c:pt idx="504">
                  <c:v>0.542298898814</c:v>
                </c:pt>
                <c:pt idx="505">
                  <c:v>0.542171190554</c:v>
                </c:pt>
                <c:pt idx="506">
                  <c:v>0.542016196747</c:v>
                </c:pt>
                <c:pt idx="507">
                  <c:v>0.541833799455</c:v>
                </c:pt>
                <c:pt idx="508">
                  <c:v>0.541623871457</c:v>
                </c:pt>
                <c:pt idx="509">
                  <c:v>0.541386276605</c:v>
                </c:pt>
                <c:pt idx="510">
                  <c:v>0.541120870218</c:v>
                </c:pt>
                <c:pt idx="511">
                  <c:v>0.540827499493</c:v>
                </c:pt>
                <c:pt idx="512">
                  <c:v>0.540506003939</c:v>
                </c:pt>
                <c:pt idx="513">
                  <c:v>0.540156215839</c:v>
                </c:pt>
                <c:pt idx="514">
                  <c:v>0.539777960726</c:v>
                </c:pt>
                <c:pt idx="515">
                  <c:v>0.539371057889</c:v>
                </c:pt>
                <c:pt idx="516">
                  <c:v>0.538935320893</c:v>
                </c:pt>
                <c:pt idx="517">
                  <c:v>0.538470558123</c:v>
                </c:pt>
                <c:pt idx="518">
                  <c:v>0.537976573347</c:v>
                </c:pt>
                <c:pt idx="519">
                  <c:v>0.537453166296</c:v>
                </c:pt>
                <c:pt idx="520">
                  <c:v>0.536900133263</c:v>
                </c:pt>
                <c:pt idx="521">
                  <c:v>0.536317267725</c:v>
                </c:pt>
                <c:pt idx="522">
                  <c:v>0.53570436097</c:v>
                </c:pt>
                <c:pt idx="523">
                  <c:v>0.535061202751</c:v>
                </c:pt>
                <c:pt idx="524">
                  <c:v>0.534387581951</c:v>
                </c:pt>
                <c:pt idx="525">
                  <c:v>0.533683287263</c:v>
                </c:pt>
                <c:pt idx="526">
                  <c:v>0.532948107881</c:v>
                </c:pt>
                <c:pt idx="527">
                  <c:v>0.532181834212</c:v>
                </c:pt>
                <c:pt idx="528">
                  <c:v>0.531384258588</c:v>
                </c:pt>
                <c:pt idx="529">
                  <c:v>0.530555175997</c:v>
                </c:pt>
                <c:pt idx="530">
                  <c:v>0.529694384823</c:v>
                </c:pt>
                <c:pt idx="531">
                  <c:v>0.528801687595</c:v>
                </c:pt>
                <c:pt idx="532">
                  <c:v>0.527876891736</c:v>
                </c:pt>
                <c:pt idx="533">
                  <c:v>0.526919810334</c:v>
                </c:pt>
                <c:pt idx="534">
                  <c:v>0.525930262897</c:v>
                </c:pt>
                <c:pt idx="535">
                  <c:v>0.524908076135</c:v>
                </c:pt>
                <c:pt idx="536">
                  <c:v>0.523853084724</c:v>
                </c:pt>
                <c:pt idx="537">
                  <c:v>0.522765132083</c:v>
                </c:pt>
                <c:pt idx="538">
                  <c:v>0.521644071148</c:v>
                </c:pt>
                <c:pt idx="539">
                  <c:v>0.520489765139</c:v>
                </c:pt>
                <c:pt idx="540">
                  <c:v>0.519302088329</c:v>
                </c:pt>
                <c:pt idx="541">
                  <c:v>0.518080926803</c:v>
                </c:pt>
                <c:pt idx="542">
                  <c:v>0.516826179212</c:v>
                </c:pt>
                <c:pt idx="543">
                  <c:v>0.515537757518</c:v>
                </c:pt>
                <c:pt idx="544">
                  <c:v>0.514215587719</c:v>
                </c:pt>
                <c:pt idx="545">
                  <c:v>0.512859610577</c:v>
                </c:pt>
                <c:pt idx="546">
                  <c:v>0.511469782314</c:v>
                </c:pt>
                <c:pt idx="547">
                  <c:v>0.510046075301</c:v>
                </c:pt>
                <c:pt idx="548">
                  <c:v>0.50858847872</c:v>
                </c:pt>
                <c:pt idx="549">
                  <c:v>0.507096999211</c:v>
                </c:pt>
                <c:pt idx="550">
                  <c:v>0.505571661491</c:v>
                </c:pt>
                <c:pt idx="551">
                  <c:v>0.504012508946</c:v>
                </c:pt>
                <c:pt idx="552">
                  <c:v>0.502419604197</c:v>
                </c:pt>
                <c:pt idx="553">
                  <c:v>0.500793029633</c:v>
                </c:pt>
                <c:pt idx="554">
                  <c:v>0.499132887913</c:v>
                </c:pt>
                <c:pt idx="555">
                  <c:v>0.497439302434</c:v>
                </c:pt>
                <c:pt idx="556">
                  <c:v>0.495712417759</c:v>
                </c:pt>
                <c:pt idx="557">
                  <c:v>0.493952400006</c:v>
                </c:pt>
                <c:pt idx="558">
                  <c:v>0.4921594372</c:v>
                </c:pt>
                <c:pt idx="559">
                  <c:v>0.490333739579</c:v>
                </c:pt>
                <c:pt idx="560">
                  <c:v>0.488475539856</c:v>
                </c:pt>
                <c:pt idx="561">
                  <c:v>0.486585093432</c:v>
                </c:pt>
                <c:pt idx="562">
                  <c:v>0.48466267857</c:v>
                </c:pt>
                <c:pt idx="563">
                  <c:v>0.482708596507</c:v>
                </c:pt>
                <c:pt idx="564">
                  <c:v>0.480723171527</c:v>
                </c:pt>
                <c:pt idx="565">
                  <c:v>0.478706750977</c:v>
                </c:pt>
                <c:pt idx="566">
                  <c:v>0.476659705228</c:v>
                </c:pt>
                <c:pt idx="567">
                  <c:v>0.47458242759</c:v>
                </c:pt>
                <c:pt idx="568">
                  <c:v>0.472475334171</c:v>
                </c:pt>
                <c:pt idx="569">
                  <c:v>0.470338863675</c:v>
                </c:pt>
                <c:pt idx="570">
                  <c:v>0.468173477155</c:v>
                </c:pt>
                <c:pt idx="571">
                  <c:v>0.465979657711</c:v>
                </c:pt>
                <c:pt idx="572">
                  <c:v>0.463757910129</c:v>
                </c:pt>
                <c:pt idx="573">
                  <c:v>0.461508760468</c:v>
                </c:pt>
                <c:pt idx="574">
                  <c:v>0.459232755602</c:v>
                </c:pt>
                <c:pt idx="575">
                  <c:v>0.456930462705</c:v>
                </c:pt>
                <c:pt idx="576">
                  <c:v>0.454602468683</c:v>
                </c:pt>
                <c:pt idx="577">
                  <c:v>0.452249379563</c:v>
                </c:pt>
                <c:pt idx="578">
                  <c:v>0.449871819836</c:v>
                </c:pt>
                <c:pt idx="579">
                  <c:v>0.447470431752</c:v>
                </c:pt>
                <c:pt idx="580">
                  <c:v>0.44504587457</c:v>
                </c:pt>
                <c:pt idx="581">
                  <c:v>0.442598823778</c:v>
                </c:pt>
                <c:pt idx="582">
                  <c:v>0.440129970259</c:v>
                </c:pt>
                <c:pt idx="583">
                  <c:v>0.437640019439</c:v>
                </c:pt>
                <c:pt idx="584">
                  <c:v>0.435129690392</c:v>
                </c:pt>
                <c:pt idx="585">
                  <c:v>0.432599714917</c:v>
                </c:pt>
                <c:pt idx="586">
                  <c:v>0.430050836593</c:v>
                </c:pt>
                <c:pt idx="587">
                  <c:v>0.427483809808</c:v>
                </c:pt>
                <c:pt idx="588">
                  <c:v>0.424899398765</c:v>
                </c:pt>
                <c:pt idx="589">
                  <c:v>0.422298376484</c:v>
                </c:pt>
                <c:pt idx="590">
                  <c:v>0.419681523772</c:v>
                </c:pt>
                <c:pt idx="591">
                  <c:v>0.417049628204</c:v>
                </c:pt>
                <c:pt idx="592">
                  <c:v>0.414403483081</c:v>
                </c:pt>
                <c:pt idx="593">
                  <c:v>0.411743886398</c:v>
                </c:pt>
                <c:pt idx="594">
                  <c:v>0.409071639804</c:v>
                </c:pt>
                <c:pt idx="595">
                  <c:v>0.406387547572</c:v>
                </c:pt>
                <c:pt idx="596">
                  <c:v>0.403692415573</c:v>
                </c:pt>
                <c:pt idx="597">
                  <c:v>0.400987050261</c:v>
                </c:pt>
                <c:pt idx="598">
                  <c:v>0.398272257678</c:v>
                </c:pt>
                <c:pt idx="599">
                  <c:v>0.395548842462</c:v>
                </c:pt>
                <c:pt idx="600">
                  <c:v>0.39281760689</c:v>
                </c:pt>
                <c:pt idx="601">
                  <c:v>0.390079349933</c:v>
                </c:pt>
                <c:pt idx="602">
                  <c:v>0.387334866335</c:v>
                </c:pt>
                <c:pt idx="603">
                  <c:v>0.38458494573</c:v>
                </c:pt>
                <c:pt idx="604">
                  <c:v>0.381830371774</c:v>
                </c:pt>
                <c:pt idx="605">
                  <c:v>0.379071921316</c:v>
                </c:pt>
                <c:pt idx="606">
                  <c:v>0.376310363601</c:v>
                </c:pt>
                <c:pt idx="607">
                  <c:v>0.373546459504</c:v>
                </c:pt>
                <c:pt idx="608">
                  <c:v>0.370780960803</c:v>
                </c:pt>
                <c:pt idx="609">
                  <c:v>0.368014609488</c:v>
                </c:pt>
                <c:pt idx="610">
                  <c:v>0.365248137104</c:v>
                </c:pt>
                <c:pt idx="611">
                  <c:v>0.362482264136</c:v>
                </c:pt>
                <c:pt idx="612">
                  <c:v>0.359717699432</c:v>
                </c:pt>
                <c:pt idx="613">
                  <c:v>0.356955139664</c:v>
                </c:pt>
                <c:pt idx="614">
                  <c:v>0.35419526883</c:v>
                </c:pt>
                <c:pt idx="615">
                  <c:v>0.35143875779</c:v>
                </c:pt>
                <c:pt idx="616">
                  <c:v>0.348686263851</c:v>
                </c:pt>
                <c:pt idx="617">
                  <c:v>0.345938430377</c:v>
                </c:pt>
                <c:pt idx="618">
                  <c:v>0.34319588645</c:v>
                </c:pt>
                <c:pt idx="619">
                  <c:v>0.340459246559</c:v>
                </c:pt>
                <c:pt idx="620">
                  <c:v>0.337729110332</c:v>
                </c:pt>
                <c:pt idx="621">
                  <c:v>0.335006062298</c:v>
                </c:pt>
                <c:pt idx="622">
                  <c:v>0.332290671688</c:v>
                </c:pt>
                <c:pt idx="623">
                  <c:v>0.329583492266</c:v>
                </c:pt>
                <c:pt idx="624">
                  <c:v>0.326885062197</c:v>
                </c:pt>
                <c:pt idx="625">
                  <c:v>0.324195903942</c:v>
                </c:pt>
                <c:pt idx="626">
                  <c:v>0.321516524184</c:v>
                </c:pt>
                <c:pt idx="627">
                  <c:v>0.318847413782</c:v>
                </c:pt>
                <c:pt idx="628">
                  <c:v>0.316189047753</c:v>
                </c:pt>
                <c:pt idx="629">
                  <c:v>0.313541885281</c:v>
                </c:pt>
                <c:pt idx="630">
                  <c:v>0.310906369748</c:v>
                </c:pt>
                <c:pt idx="631">
                  <c:v>0.308282928786</c:v>
                </c:pt>
                <c:pt idx="632">
                  <c:v>0.305671974357</c:v>
                </c:pt>
                <c:pt idx="633">
                  <c:v>0.303073902845</c:v>
                </c:pt>
                <c:pt idx="634">
                  <c:v>0.300489095176</c:v>
                </c:pt>
                <c:pt idx="635">
                  <c:v>0.297917916945</c:v>
                </c:pt>
                <c:pt idx="636">
                  <c:v>0.295360718566</c:v>
                </c:pt>
                <c:pt idx="637">
                  <c:v>0.292817835436</c:v>
                </c:pt>
                <c:pt idx="638">
                  <c:v>0.290289588112</c:v>
                </c:pt>
                <c:pt idx="639">
                  <c:v>0.287776282496</c:v>
                </c:pt>
                <c:pt idx="640">
                  <c:v>0.285278210041</c:v>
                </c:pt>
                <c:pt idx="641">
                  <c:v>0.282795647955</c:v>
                </c:pt>
                <c:pt idx="642">
                  <c:v>0.280328859425</c:v>
                </c:pt>
                <c:pt idx="643">
                  <c:v>0.277878093843</c:v>
                </c:pt>
                <c:pt idx="644">
                  <c:v>0.275443587039</c:v>
                </c:pt>
                <c:pt idx="645">
                  <c:v>0.273025561526</c:v>
                </c:pt>
                <c:pt idx="646">
                  <c:v>0.270624226744</c:v>
                </c:pt>
                <c:pt idx="647">
                  <c:v>0.268239779308</c:v>
                </c:pt>
                <c:pt idx="648">
                  <c:v>0.265872403272</c:v>
                </c:pt>
                <c:pt idx="649">
                  <c:v>0.263522270381</c:v>
                </c:pt>
                <c:pt idx="650">
                  <c:v>0.261189540333</c:v>
                </c:pt>
                <c:pt idx="651">
                  <c:v>0.258874361047</c:v>
                </c:pt>
                <c:pt idx="652">
                  <c:v>0.256576868924</c:v>
                </c:pt>
                <c:pt idx="653">
                  <c:v>0.254297189117</c:v>
                </c:pt>
                <c:pt idx="654">
                  <c:v>0.252035435799</c:v>
                </c:pt>
                <c:pt idx="655">
                  <c:v>0.249791712427</c:v>
                </c:pt>
                <c:pt idx="656">
                  <c:v>0.247566112015</c:v>
                </c:pt>
                <c:pt idx="657">
                  <c:v>0.245358717397</c:v>
                </c:pt>
                <c:pt idx="658">
                  <c:v>0.243169601498</c:v>
                </c:pt>
                <c:pt idx="659">
                  <c:v>0.2409988276</c:v>
                </c:pt>
                <c:pt idx="660">
                  <c:v>0.238846449604</c:v>
                </c:pt>
                <c:pt idx="661">
                  <c:v>0.236712512297</c:v>
                </c:pt>
                <c:pt idx="662">
                  <c:v>0.234597051611</c:v>
                </c:pt>
                <c:pt idx="663">
                  <c:v>0.232500094886</c:v>
                </c:pt>
                <c:pt idx="664">
                  <c:v>0.230421661127</c:v>
                </c:pt>
                <c:pt idx="665">
                  <c:v>0.228361761261</c:v>
                </c:pt>
                <c:pt idx="666">
                  <c:v>0.226320398388</c:v>
                </c:pt>
                <c:pt idx="667">
                  <c:v>0.224297568036</c:v>
                </c:pt>
                <c:pt idx="668">
                  <c:v>0.222293258406</c:v>
                </c:pt>
                <c:pt idx="669">
                  <c:v>0.220307450621</c:v>
                </c:pt>
                <c:pt idx="670">
                  <c:v>0.218340118969</c:v>
                </c:pt>
                <c:pt idx="671">
                  <c:v>0.21639123114</c:v>
                </c:pt>
                <c:pt idx="672">
                  <c:v>0.214460748467</c:v>
                </c:pt>
                <c:pt idx="673">
                  <c:v>0.212548626154</c:v>
                </c:pt>
                <c:pt idx="674">
                  <c:v>0.210654813516</c:v>
                </c:pt>
                <c:pt idx="675">
                  <c:v>0.208779254198</c:v>
                </c:pt>
                <c:pt idx="676">
                  <c:v>0.2069218864</c:v>
                </c:pt>
                <c:pt idx="677">
                  <c:v>0.205082643102</c:v>
                </c:pt>
                <c:pt idx="678">
                  <c:v>0.203261452275</c:v>
                </c:pt>
                <c:pt idx="679">
                  <c:v>0.2014582371</c:v>
                </c:pt>
                <c:pt idx="680">
                  <c:v>0.19967291617</c:v>
                </c:pt>
                <c:pt idx="681">
                  <c:v>0.197905403701</c:v>
                </c:pt>
                <c:pt idx="682">
                  <c:v>0.196155609734</c:v>
                </c:pt>
                <c:pt idx="683">
                  <c:v>0.194423440327</c:v>
                </c:pt>
                <c:pt idx="684">
                  <c:v>0.192708797756</c:v>
                </c:pt>
                <c:pt idx="685">
                  <c:v>0.191011580699</c:v>
                </c:pt>
                <c:pt idx="686">
                  <c:v>0.189331684424</c:v>
                </c:pt>
                <c:pt idx="687">
                  <c:v>0.187669000972</c:v>
                </c:pt>
                <c:pt idx="688">
                  <c:v>0.186023419331</c:v>
                </c:pt>
                <c:pt idx="689">
                  <c:v>0.184394825613</c:v>
                </c:pt>
                <c:pt idx="690">
                  <c:v>0.182783103219</c:v>
                </c:pt>
                <c:pt idx="691">
                  <c:v>0.181188133009</c:v>
                </c:pt>
                <c:pt idx="692">
                  <c:v>0.179609793458</c:v>
                </c:pt>
                <c:pt idx="693">
                  <c:v>0.178047960814</c:v>
                </c:pt>
                <c:pt idx="694">
                  <c:v>0.176502509253</c:v>
                </c:pt>
                <c:pt idx="695">
                  <c:v>0.174973311022</c:v>
                </c:pt>
                <c:pt idx="696">
                  <c:v>0.173460236588</c:v>
                </c:pt>
                <c:pt idx="697">
                  <c:v>0.171963154774</c:v>
                </c:pt>
                <c:pt idx="698">
                  <c:v>0.170481932896</c:v>
                </c:pt>
                <c:pt idx="699">
                  <c:v>0.169016436894</c:v>
                </c:pt>
                <c:pt idx="700">
                  <c:v>0.16756653146</c:v>
                </c:pt>
                <c:pt idx="701">
                  <c:v>0.16613208016</c:v>
                </c:pt>
                <c:pt idx="702">
                  <c:v>0.164712945552</c:v>
                </c:pt>
                <c:pt idx="703">
                  <c:v>0.163308989305</c:v>
                </c:pt>
                <c:pt idx="704">
                  <c:v>0.161920072305</c:v>
                </c:pt>
                <c:pt idx="705">
                  <c:v>0.160546054767</c:v>
                </c:pt>
                <c:pt idx="706">
                  <c:v>0.159186796335</c:v>
                </c:pt>
                <c:pt idx="707">
                  <c:v>0.15784215618</c:v>
                </c:pt>
                <c:pt idx="708">
                  <c:v>0.156511993102</c:v>
                </c:pt>
                <c:pt idx="709">
                  <c:v>0.155196165613</c:v>
                </c:pt>
                <c:pt idx="710">
                  <c:v>0.153894532035</c:v>
                </c:pt>
                <c:pt idx="711">
                  <c:v>0.152606950576</c:v>
                </c:pt>
                <c:pt idx="712">
                  <c:v>0.151333279417</c:v>
                </c:pt>
                <c:pt idx="713">
                  <c:v>0.150073376786</c:v>
                </c:pt>
                <c:pt idx="714">
                  <c:v>0.148827101036</c:v>
                </c:pt>
                <c:pt idx="715">
                  <c:v>0.147594310713</c:v>
                </c:pt>
                <c:pt idx="716">
                  <c:v>0.146374864625</c:v>
                </c:pt>
                <c:pt idx="717">
                  <c:v>0.145168621907</c:v>
                </c:pt>
                <c:pt idx="718">
                  <c:v>0.143975442083</c:v>
                </c:pt>
                <c:pt idx="719">
                  <c:v>0.142795185122</c:v>
                </c:pt>
                <c:pt idx="720">
                  <c:v>0.141627711499</c:v>
                </c:pt>
                <c:pt idx="721">
                  <c:v>0.140472882243</c:v>
                </c:pt>
                <c:pt idx="722">
                  <c:v>0.139330558987</c:v>
                </c:pt>
                <c:pt idx="723">
                  <c:v>0.138200604021</c:v>
                </c:pt>
                <c:pt idx="724">
                  <c:v>0.13708288033</c:v>
                </c:pt>
                <c:pt idx="725">
                  <c:v>0.135977251642</c:v>
                </c:pt>
                <c:pt idx="726">
                  <c:v>0.134883582464</c:v>
                </c:pt>
                <c:pt idx="727">
                  <c:v>0.133801738122</c:v>
                </c:pt>
                <c:pt idx="728">
                  <c:v>0.132731584795</c:v>
                </c:pt>
                <c:pt idx="729">
                  <c:v>0.131672989549</c:v>
                </c:pt>
                <c:pt idx="730">
                  <c:v>0.130625820365</c:v>
                </c:pt>
                <c:pt idx="731">
                  <c:v>0.129589946173</c:v>
                </c:pt>
                <c:pt idx="732">
                  <c:v>0.128565236874</c:v>
                </c:pt>
                <c:pt idx="733">
                  <c:v>0.127551563369</c:v>
                </c:pt>
                <c:pt idx="734">
                  <c:v>0.126548797579</c:v>
                </c:pt>
                <c:pt idx="735">
                  <c:v>0.125556812468</c:v>
                </c:pt>
                <c:pt idx="736">
                  <c:v>0.12457548206</c:v>
                </c:pt>
                <c:pt idx="737">
                  <c:v>0.123604681461</c:v>
                </c:pt>
                <c:pt idx="738">
                  <c:v>0.122644286874</c:v>
                </c:pt>
                <c:pt idx="739">
                  <c:v>0.121694175611</c:v>
                </c:pt>
                <c:pt idx="740">
                  <c:v>0.120754226112</c:v>
                </c:pt>
                <c:pt idx="741">
                  <c:v>0.119824317951</c:v>
                </c:pt>
                <c:pt idx="742">
                  <c:v>0.11890433185</c:v>
                </c:pt>
                <c:pt idx="743">
                  <c:v>0.117994149689</c:v>
                </c:pt>
                <c:pt idx="744">
                  <c:v>0.117093654513</c:v>
                </c:pt>
                <c:pt idx="745">
                  <c:v>0.116202730539</c:v>
                </c:pt>
                <c:pt idx="746">
                  <c:v>0.115321263162</c:v>
                </c:pt>
                <c:pt idx="747">
                  <c:v>0.114449138959</c:v>
                </c:pt>
                <c:pt idx="748">
                  <c:v>0.113586245697</c:v>
                </c:pt>
                <c:pt idx="749">
                  <c:v>0.112732472331</c:v>
                </c:pt>
                <c:pt idx="750">
                  <c:v>0.111887709007</c:v>
                </c:pt>
                <c:pt idx="751">
                  <c:v>0.111051847066</c:v>
                </c:pt>
                <c:pt idx="752">
                  <c:v>0.110224779041</c:v>
                </c:pt>
                <c:pt idx="753">
                  <c:v>0.109406398659</c:v>
                </c:pt>
                <c:pt idx="754">
                  <c:v>0.108596600838</c:v>
                </c:pt>
                <c:pt idx="755">
                  <c:v>0.107795281686</c:v>
                </c:pt>
                <c:pt idx="756">
                  <c:v>0.107002338499</c:v>
                </c:pt>
                <c:pt idx="757">
                  <c:v>0.106217669755</c:v>
                </c:pt>
                <c:pt idx="758">
                  <c:v>0.105441175115</c:v>
                </c:pt>
                <c:pt idx="759">
                  <c:v>0.104672755414</c:v>
                </c:pt>
                <c:pt idx="760">
                  <c:v>0.103912312659</c:v>
                </c:pt>
                <c:pt idx="761">
                  <c:v>0.103159750021</c:v>
                </c:pt>
                <c:pt idx="762">
                  <c:v>0.102414971833</c:v>
                </c:pt>
                <c:pt idx="763">
                  <c:v>0.101677883582</c:v>
                </c:pt>
                <c:pt idx="764">
                  <c:v>0.100948391898</c:v>
                </c:pt>
                <c:pt idx="765">
                  <c:v>0.100226404556</c:v>
                </c:pt>
                <c:pt idx="766">
                  <c:v>0.0995118304603</c:v>
                </c:pt>
                <c:pt idx="767">
                  <c:v>0.0988045796406</c:v>
                </c:pt>
                <c:pt idx="768">
                  <c:v>0.0981045632434</c:v>
                </c:pt>
                <c:pt idx="769">
                  <c:v>0.0974116935238</c:v>
                </c:pt>
                <c:pt idx="770">
                  <c:v>0.0967258838365</c:v>
                </c:pt>
                <c:pt idx="771">
                  <c:v>0.0960470486271</c:v>
                </c:pt>
                <c:pt idx="772">
                  <c:v>0.0953751034234</c:v>
                </c:pt>
                <c:pt idx="773">
                  <c:v>0.0947099648256</c:v>
                </c:pt>
                <c:pt idx="774">
                  <c:v>0.0940515504971</c:v>
                </c:pt>
                <c:pt idx="775">
                  <c:v>0.0933997791552</c:v>
                </c:pt>
                <c:pt idx="776">
                  <c:v>0.0927545705607</c:v>
                </c:pt>
                <c:pt idx="777">
                  <c:v>0.0921158455086</c:v>
                </c:pt>
                <c:pt idx="778">
                  <c:v>0.0914835258177</c:v>
                </c:pt>
                <c:pt idx="779">
                  <c:v>0.0908575343207</c:v>
                </c:pt>
                <c:pt idx="780">
                  <c:v>0.0902377948536</c:v>
                </c:pt>
                <c:pt idx="781">
                  <c:v>0.0896242322459</c:v>
                </c:pt>
                <c:pt idx="782">
                  <c:v>0.08901677231</c:v>
                </c:pt>
                <c:pt idx="783">
                  <c:v>0.0884153418306</c:v>
                </c:pt>
                <c:pt idx="784">
                  <c:v>0.0878198685542</c:v>
                </c:pt>
                <c:pt idx="785">
                  <c:v>0.0872302811792</c:v>
                </c:pt>
                <c:pt idx="786">
                  <c:v>0.0866465093443</c:v>
                </c:pt>
                <c:pt idx="787">
                  <c:v>0.0860684836188</c:v>
                </c:pt>
                <c:pt idx="788">
                  <c:v>0.0854961354918</c:v>
                </c:pt>
                <c:pt idx="789">
                  <c:v>0.0849293973613</c:v>
                </c:pt>
                <c:pt idx="790">
                  <c:v>0.084368202524</c:v>
                </c:pt>
                <c:pt idx="791">
                  <c:v>0.0838124851644</c:v>
                </c:pt>
                <c:pt idx="792">
                  <c:v>0.0832621803447</c:v>
                </c:pt>
                <c:pt idx="793">
                  <c:v>0.0827172239938</c:v>
                </c:pt>
                <c:pt idx="794">
                  <c:v>0.0821775528971</c:v>
                </c:pt>
                <c:pt idx="795">
                  <c:v>0.0816431046861</c:v>
                </c:pt>
                <c:pt idx="796">
                  <c:v>0.0811138178277</c:v>
                </c:pt>
                <c:pt idx="797">
                  <c:v>0.0805896316143</c:v>
                </c:pt>
                <c:pt idx="798">
                  <c:v>0.0800704861529</c:v>
                </c:pt>
                <c:pt idx="799">
                  <c:v>0.0795563223555</c:v>
                </c:pt>
                <c:pt idx="800">
                  <c:v>0.0790470819285</c:v>
                </c:pt>
                <c:pt idx="801">
                  <c:v>0.0785427073627</c:v>
                </c:pt>
                <c:pt idx="802">
                  <c:v>0.0780431419234</c:v>
                </c:pt>
                <c:pt idx="803">
                  <c:v>0.0775483296401</c:v>
                </c:pt>
                <c:pt idx="804">
                  <c:v>0.0770582152973</c:v>
                </c:pt>
                <c:pt idx="805">
                  <c:v>0.0765727444237</c:v>
                </c:pt>
                <c:pt idx="806">
                  <c:v>0.0760918632833</c:v>
                </c:pt>
                <c:pt idx="807">
                  <c:v>0.0756155188655</c:v>
                </c:pt>
                <c:pt idx="808">
                  <c:v>0.0751436588755</c:v>
                </c:pt>
                <c:pt idx="809">
                  <c:v>0.0746762317249</c:v>
                </c:pt>
                <c:pt idx="810">
                  <c:v>0.0742131865222</c:v>
                </c:pt>
                <c:pt idx="811">
                  <c:v>0.0737544730639</c:v>
                </c:pt>
                <c:pt idx="812">
                  <c:v>0.0733000418248</c:v>
                </c:pt>
                <c:pt idx="813">
                  <c:v>0.0728498439495</c:v>
                </c:pt>
                <c:pt idx="814">
                  <c:v>0.072403831243</c:v>
                </c:pt>
                <c:pt idx="815">
                  <c:v>0.0719619561618</c:v>
                </c:pt>
                <c:pt idx="816">
                  <c:v>0.0715241718056</c:v>
                </c:pt>
                <c:pt idx="817">
                  <c:v>0.0710904319081</c:v>
                </c:pt>
                <c:pt idx="818">
                  <c:v>0.0706606908286</c:v>
                </c:pt>
                <c:pt idx="819">
                  <c:v>0.0702349035438</c:v>
                </c:pt>
                <c:pt idx="820">
                  <c:v>0.0698130256389</c:v>
                </c:pt>
                <c:pt idx="821">
                  <c:v>0.0693950132998</c:v>
                </c:pt>
                <c:pt idx="822">
                  <c:v>0.0689808233049</c:v>
                </c:pt>
                <c:pt idx="823">
                  <c:v>0.0685704130167</c:v>
                </c:pt>
                <c:pt idx="824">
                  <c:v>0.0681637403741</c:v>
                </c:pt>
                <c:pt idx="825">
                  <c:v>0.0677607638846</c:v>
                </c:pt>
                <c:pt idx="826">
                  <c:v>0.0673614426164</c:v>
                </c:pt>
                <c:pt idx="827">
                  <c:v>0.066965736191</c:v>
                </c:pt>
                <c:pt idx="828">
                  <c:v>0.0665736047752</c:v>
                </c:pt>
                <c:pt idx="829">
                  <c:v>0.0661850090741</c:v>
                </c:pt>
                <c:pt idx="830">
                  <c:v>0.0657999103237</c:v>
                </c:pt>
                <c:pt idx="831">
                  <c:v>0.0654182702833</c:v>
                </c:pt>
                <c:pt idx="832">
                  <c:v>0.0650400512287</c:v>
                </c:pt>
                <c:pt idx="833">
                  <c:v>0.0646652159452</c:v>
                </c:pt>
                <c:pt idx="834">
                  <c:v>0.0642937277205</c:v>
                </c:pt>
                <c:pt idx="835">
                  <c:v>0.0639255503375</c:v>
                </c:pt>
                <c:pt idx="836">
                  <c:v>0.0635606480684</c:v>
                </c:pt>
                <c:pt idx="837">
                  <c:v>0.0631989856671</c:v>
                </c:pt>
                <c:pt idx="838">
                  <c:v>0.0628405283633</c:v>
                </c:pt>
                <c:pt idx="839">
                  <c:v>0.0624852418555</c:v>
                </c:pt>
                <c:pt idx="840">
                  <c:v>0.0621330923051</c:v>
                </c:pt>
                <c:pt idx="841">
                  <c:v>0.0617840463296</c:v>
                </c:pt>
                <c:pt idx="842">
                  <c:v>0.0614380709967</c:v>
                </c:pt>
                <c:pt idx="843">
                  <c:v>0.0610951338179</c:v>
                </c:pt>
                <c:pt idx="844">
                  <c:v>0.0607552027426</c:v>
                </c:pt>
                <c:pt idx="845">
                  <c:v>0.0604182461522</c:v>
                </c:pt>
                <c:pt idx="846">
                  <c:v>0.0600842328537</c:v>
                </c:pt>
                <c:pt idx="847">
                  <c:v>0.0597531320745</c:v>
                </c:pt>
                <c:pt idx="848">
                  <c:v>0.059424913456</c:v>
                </c:pt>
                <c:pt idx="849">
                  <c:v>0.0590995470485</c:v>
                </c:pt>
                <c:pt idx="850">
                  <c:v>0.0587770033051</c:v>
                </c:pt>
                <c:pt idx="851">
                  <c:v>0.0584572530763</c:v>
                </c:pt>
                <c:pt idx="852">
                  <c:v>0.0581402676045</c:v>
                </c:pt>
                <c:pt idx="853">
                  <c:v>0.0578260185186</c:v>
                </c:pt>
                <c:pt idx="854">
                  <c:v>0.0575144778285</c:v>
                </c:pt>
                <c:pt idx="855">
                  <c:v>0.0572056179199</c:v>
                </c:pt>
                <c:pt idx="856">
                  <c:v>0.0568994115489</c:v>
                </c:pt>
                <c:pt idx="857">
                  <c:v>0.0565958318371</c:v>
                </c:pt>
                <c:pt idx="858">
                  <c:v>0.056294852266</c:v>
                </c:pt>
                <c:pt idx="859">
                  <c:v>0.0559964466722</c:v>
                </c:pt>
                <c:pt idx="860">
                  <c:v>0.0557005892425</c:v>
                </c:pt>
                <c:pt idx="861">
                  <c:v>0.0554072545085</c:v>
                </c:pt>
                <c:pt idx="862">
                  <c:v>0.0551164173417</c:v>
                </c:pt>
                <c:pt idx="863">
                  <c:v>0.0548280529491</c:v>
                </c:pt>
                <c:pt idx="864">
                  <c:v>0.0545421368677</c:v>
                </c:pt>
                <c:pt idx="865">
                  <c:v>0.0542586449602</c:v>
                </c:pt>
                <c:pt idx="866">
                  <c:v>0.0539775534099</c:v>
                </c:pt>
                <c:pt idx="867">
                  <c:v>0.0536988387162</c:v>
                </c:pt>
                <c:pt idx="868">
                  <c:v>0.0534224776896</c:v>
                </c:pt>
                <c:pt idx="869">
                  <c:v>0.0531484474474</c:v>
                </c:pt>
                <c:pt idx="870">
                  <c:v>0.0528767254092</c:v>
                </c:pt>
                <c:pt idx="871">
                  <c:v>0.0526072892917</c:v>
                </c:pt>
                <c:pt idx="872">
                  <c:v>0.0523401171048</c:v>
                </c:pt>
                <c:pt idx="873">
                  <c:v>0.052075187147</c:v>
                </c:pt>
                <c:pt idx="874">
                  <c:v>0.0518124780006</c:v>
                </c:pt>
                <c:pt idx="875">
                  <c:v>0.0515519685278</c:v>
                </c:pt>
                <c:pt idx="876">
                  <c:v>0.0512936378657</c:v>
                </c:pt>
                <c:pt idx="877">
                  <c:v>0.0510374654226</c:v>
                </c:pt>
                <c:pt idx="878">
                  <c:v>0.0507834308732</c:v>
                </c:pt>
                <c:pt idx="879">
                  <c:v>0.0505315141545</c:v>
                </c:pt>
                <c:pt idx="880">
                  <c:v>0.0502816954615</c:v>
                </c:pt>
                <c:pt idx="881">
                  <c:v>0.050033955243</c:v>
                </c:pt>
                <c:pt idx="882">
                  <c:v>0.0497882741974</c:v>
                </c:pt>
                <c:pt idx="883">
                  <c:v>0.0495446332686</c:v>
                </c:pt>
                <c:pt idx="884">
                  <c:v>0.0493030136415</c:v>
                </c:pt>
                <c:pt idx="885">
                  <c:v>0.0490633967382</c:v>
                </c:pt>
                <c:pt idx="886">
                  <c:v>0.0488257642141</c:v>
                </c:pt>
                <c:pt idx="887">
                  <c:v>0.048590097953</c:v>
                </c:pt>
                <c:pt idx="888">
                  <c:v>0.0483563800641</c:v>
                </c:pt>
                <c:pt idx="889">
                  <c:v>0.048124592877</c:v>
                </c:pt>
                <c:pt idx="890">
                  <c:v>0.0478947189383</c:v>
                </c:pt>
                <c:pt idx="891">
                  <c:v>0.0476667410074</c:v>
                </c:pt>
                <c:pt idx="892">
                  <c:v>0.0474406420523</c:v>
                </c:pt>
                <c:pt idx="893">
                  <c:v>0.0472164052459</c:v>
                </c:pt>
                <c:pt idx="894">
                  <c:v>0.0469940139618</c:v>
                </c:pt>
                <c:pt idx="895">
                  <c:v>0.0467734517707</c:v>
                </c:pt>
                <c:pt idx="896">
                  <c:v>0.0465547024359</c:v>
                </c:pt>
                <c:pt idx="897">
                  <c:v>0.0463377499096</c:v>
                </c:pt>
                <c:pt idx="898">
                  <c:v>0.0461225783292</c:v>
                </c:pt>
                <c:pt idx="899">
                  <c:v>0.0459091720128</c:v>
                </c:pt>
                <c:pt idx="900">
                  <c:v>0.0456975154559</c:v>
                </c:pt>
                <c:pt idx="901">
                  <c:v>0.0454875933269</c:v>
                </c:pt>
                <c:pt idx="902">
                  <c:v>0.0452793904633</c:v>
                </c:pt>
                <c:pt idx="903">
                  <c:v>0.0450728918681</c:v>
                </c:pt>
                <c:pt idx="904">
                  <c:v>0.0448680827052</c:v>
                </c:pt>
                <c:pt idx="905">
                  <c:v>0.0446649482961</c:v>
                </c:pt>
                <c:pt idx="906">
                  <c:v>0.0444634741154</c:v>
                </c:pt>
                <c:pt idx="907">
                  <c:v>0.0442636457872</c:v>
                </c:pt>
                <c:pt idx="908">
                  <c:v>0.0440654490808</c:v>
                </c:pt>
                <c:pt idx="909">
                  <c:v>0.043868869907</c:v>
                </c:pt>
                <c:pt idx="910">
                  <c:v>0.043673894314</c:v>
                </c:pt>
                <c:pt idx="911">
                  <c:v>0.0434805084833</c:v>
                </c:pt>
                <c:pt idx="912">
                  <c:v>0.0432886987256</c:v>
                </c:pt>
                <c:pt idx="913">
                  <c:v>0.0430984514773</c:v>
                </c:pt>
                <c:pt idx="914">
                  <c:v>0.0429097532959</c:v>
                </c:pt>
                <c:pt idx="915">
                  <c:v>0.0427225908561</c:v>
                </c:pt>
                <c:pt idx="916">
                  <c:v>0.042536950946</c:v>
                </c:pt>
                <c:pt idx="917">
                  <c:v>0.042352820463</c:v>
                </c:pt>
                <c:pt idx="918">
                  <c:v>0.0421701864094</c:v>
                </c:pt>
                <c:pt idx="919">
                  <c:v>0.0419890358888</c:v>
                </c:pt>
                <c:pt idx="920">
                  <c:v>0.0418093561022</c:v>
                </c:pt>
                <c:pt idx="921">
                  <c:v>0.0416311343431</c:v>
                </c:pt>
                <c:pt idx="922">
                  <c:v>0.0414543579948</c:v>
                </c:pt>
                <c:pt idx="923">
                  <c:v>0.0412790145251</c:v>
                </c:pt>
                <c:pt idx="924">
                  <c:v>0.0411050914835</c:v>
                </c:pt>
                <c:pt idx="925">
                  <c:v>0.0409325764961</c:v>
                </c:pt>
                <c:pt idx="926">
                  <c:v>0.0407614572628</c:v>
                </c:pt>
                <c:pt idx="927">
                  <c:v>0.0405917215527</c:v>
                </c:pt>
                <c:pt idx="928">
                  <c:v>0.0404233572002</c:v>
                </c:pt>
                <c:pt idx="929">
                  <c:v>0.0402563521016</c:v>
                </c:pt>
                <c:pt idx="930">
                  <c:v>0.0400906942113</c:v>
                </c:pt>
                <c:pt idx="931">
                  <c:v>0.0399263715377</c:v>
                </c:pt>
                <c:pt idx="932">
                  <c:v>0.0397633721399</c:v>
                </c:pt>
                <c:pt idx="933">
                  <c:v>0.0396016841239</c:v>
                </c:pt>
                <c:pt idx="934">
                  <c:v>0.0394412956393</c:v>
                </c:pt>
                <c:pt idx="935">
                  <c:v>0.0392821948757</c:v>
                </c:pt>
                <c:pt idx="936">
                  <c:v>0.0391243700593</c:v>
                </c:pt>
                <c:pt idx="937">
                  <c:v>0.03896780945</c:v>
                </c:pt>
                <c:pt idx="938">
                  <c:v>0.0388125013377</c:v>
                </c:pt>
                <c:pt idx="939">
                  <c:v>0.0386584340397</c:v>
                </c:pt>
                <c:pt idx="940">
                  <c:v>0.0385055958975</c:v>
                </c:pt>
                <c:pt idx="941">
                  <c:v>0.0383539752742</c:v>
                </c:pt>
                <c:pt idx="942">
                  <c:v>0.0382035605515</c:v>
                </c:pt>
                <c:pt idx="943">
                  <c:v>0.0380543401274</c:v>
                </c:pt>
                <c:pt idx="944">
                  <c:v>0.0379063024138</c:v>
                </c:pt>
                <c:pt idx="945">
                  <c:v>0.0377594358339</c:v>
                </c:pt>
                <c:pt idx="946">
                  <c:v>0.0376137288205</c:v>
                </c:pt>
                <c:pt idx="947">
                  <c:v>0.0374691698137</c:v>
                </c:pt>
                <c:pt idx="948">
                  <c:v>0.0373257472595</c:v>
                </c:pt>
                <c:pt idx="949">
                  <c:v>0.0371834496077</c:v>
                </c:pt>
                <c:pt idx="950">
                  <c:v>0.0370422653109</c:v>
                </c:pt>
                <c:pt idx="951">
                  <c:v>0.0369021828228</c:v>
                </c:pt>
                <c:pt idx="952">
                  <c:v>0.0367631905977</c:v>
                </c:pt>
                <c:pt idx="953">
                  <c:v>0.036625277089</c:v>
                </c:pt>
                <c:pt idx="954">
                  <c:v>0.0364884307491</c:v>
                </c:pt>
                <c:pt idx="955">
                  <c:v>0.0363526400284</c:v>
                </c:pt>
                <c:pt idx="956">
                  <c:v>0.0362178933755</c:v>
                </c:pt>
                <c:pt idx="957">
                  <c:v>0.0360841792365</c:v>
                </c:pt>
                <c:pt idx="958">
                  <c:v>0.0359514860558</c:v>
                </c:pt>
                <c:pt idx="959">
                  <c:v>0.0358198022761</c:v>
                </c:pt>
                <c:pt idx="960">
                  <c:v>0.0356891163387</c:v>
                </c:pt>
                <c:pt idx="961">
                  <c:v>0.0355594166849</c:v>
                </c:pt>
                <c:pt idx="962">
                  <c:v>0.0354306917561</c:v>
                </c:pt>
                <c:pt idx="963">
                  <c:v>0.0353029299956</c:v>
                </c:pt>
                <c:pt idx="964">
                  <c:v>0.0351761198498</c:v>
                </c:pt>
                <c:pt idx="965">
                  <c:v>0.0350502497693</c:v>
                </c:pt>
                <c:pt idx="966">
                  <c:v>0.0349253082112</c:v>
                </c:pt>
                <c:pt idx="967">
                  <c:v>0.0348012836408</c:v>
                </c:pt>
                <c:pt idx="968">
                  <c:v>0.0346781645334</c:v>
                </c:pt>
                <c:pt idx="969">
                  <c:v>0.0345559393769</c:v>
                </c:pt>
                <c:pt idx="970">
                  <c:v>0.0344345966742</c:v>
                </c:pt>
                <c:pt idx="971">
                  <c:v>0.0343141249455</c:v>
                </c:pt>
                <c:pt idx="972">
                  <c:v>0.0341945127313</c:v>
                </c:pt>
                <c:pt idx="973">
                  <c:v>0.0340757485951</c:v>
                </c:pt>
                <c:pt idx="974">
                  <c:v>0.0339578211263</c:v>
                </c:pt>
                <c:pt idx="975">
                  <c:v>0.0338407189435</c:v>
                </c:pt>
                <c:pt idx="976">
                  <c:v>0.0337244306978</c:v>
                </c:pt>
                <c:pt idx="977">
                  <c:v>0.0336089450757</c:v>
                </c:pt>
                <c:pt idx="978">
                  <c:v>0.0334942508027</c:v>
                </c:pt>
                <c:pt idx="979">
                  <c:v>0.0333803366467</c:v>
                </c:pt>
                <c:pt idx="980">
                  <c:v>0.0332671914219</c:v>
                </c:pt>
                <c:pt idx="981">
                  <c:v>0.0331548039915</c:v>
                </c:pt>
                <c:pt idx="982">
                  <c:v>0.0330431632722</c:v>
                </c:pt>
                <c:pt idx="983">
                  <c:v>0.0329322582373</c:v>
                </c:pt>
                <c:pt idx="984">
                  <c:v>0.0328220779205</c:v>
                </c:pt>
                <c:pt idx="985">
                  <c:v>0.0327126114193</c:v>
                </c:pt>
                <c:pt idx="986">
                  <c:v>0.0326038478989</c:v>
                </c:pt>
                <c:pt idx="987">
                  <c:v>0.0324957765957</c:v>
                </c:pt>
                <c:pt idx="988">
                  <c:v>0.0323883868207</c:v>
                </c:pt>
                <c:pt idx="989">
                  <c:v>0.0322816679631</c:v>
                </c:pt>
                <c:pt idx="990">
                  <c:v>0.0321756094938</c:v>
                </c:pt>
                <c:pt idx="991">
                  <c:v>0.0320702009687</c:v>
                </c:pt>
                <c:pt idx="992">
                  <c:v>0.0319654320318</c:v>
                </c:pt>
                <c:pt idx="993">
                  <c:v>0.0318612924188</c:v>
                </c:pt>
                <c:pt idx="994">
                  <c:v>0.0317577719599</c:v>
                </c:pt>
                <c:pt idx="995">
                  <c:v>0.0316548605829</c:v>
                </c:pt>
                <c:pt idx="996">
                  <c:v>0.0315525483163</c:v>
                </c:pt>
                <c:pt idx="997">
                  <c:v>0.0314508252915</c:v>
                </c:pt>
                <c:pt idx="998">
                  <c:v>0.0313496817463</c:v>
                </c:pt>
                <c:pt idx="999">
                  <c:v>0.0312491080265</c:v>
                </c:pt>
                <c:pt idx="1000">
                  <c:v>0.0311490945892</c:v>
                </c:pt>
                <c:pt idx="1001">
                  <c:v>0.0310496320045</c:v>
                </c:pt>
                <c:pt idx="1002">
                  <c:v>0.0309507109579</c:v>
                </c:pt>
                <c:pt idx="1003">
                  <c:v>0.0308523222522</c:v>
                </c:pt>
                <c:pt idx="1004">
                  <c:v>0.0307544568094</c:v>
                </c:pt>
                <c:pt idx="1005">
                  <c:v>0.0306571056727</c:v>
                </c:pt>
                <c:pt idx="1006">
                  <c:v>0.0305602600075</c:v>
                </c:pt>
                <c:pt idx="1007">
                  <c:v>0.0304639111038</c:v>
                </c:pt>
                <c:pt idx="1008">
                  <c:v>0.0303680503765</c:v>
                </c:pt>
                <c:pt idx="1009">
                  <c:v>0.0302726693676</c:v>
                </c:pt>
                <c:pt idx="1010">
                  <c:v>0.0301777597467</c:v>
                </c:pt>
                <c:pt idx="1011">
                  <c:v>0.0300833133123</c:v>
                </c:pt>
                <c:pt idx="1012">
                  <c:v>0.0299893219924</c:v>
                </c:pt>
                <c:pt idx="1013">
                  <c:v>0.0298957778457</c:v>
                </c:pt>
                <c:pt idx="1014">
                  <c:v>0.0298026730619</c:v>
                </c:pt>
                <c:pt idx="1015">
                  <c:v>0.0297099999624</c:v>
                </c:pt>
                <c:pt idx="1016">
                  <c:v>0.0296177510009</c:v>
                </c:pt>
                <c:pt idx="1017">
                  <c:v>0.0295259187638</c:v>
                </c:pt>
                <c:pt idx="1018">
                  <c:v>0.0294344959702</c:v>
                </c:pt>
                <c:pt idx="1019">
                  <c:v>0.0293434754727</c:v>
                </c:pt>
                <c:pt idx="1020">
                  <c:v>0.0292528502574</c:v>
                </c:pt>
                <c:pt idx="1021">
                  <c:v>0.0291626134437</c:v>
                </c:pt>
                <c:pt idx="1022">
                  <c:v>0.0290727582852</c:v>
                </c:pt>
                <c:pt idx="1023">
                  <c:v>0.028983278169</c:v>
                </c:pt>
                <c:pt idx="1024">
                  <c:v>0.0288941666161</c:v>
                </c:pt>
                <c:pt idx="1025">
                  <c:v>0.0288054172814</c:v>
                </c:pt>
                <c:pt idx="1026">
                  <c:v>0.028717023954</c:v>
                </c:pt>
                <c:pt idx="1027">
                  <c:v>0.0286289805564</c:v>
                </c:pt>
                <c:pt idx="1028">
                  <c:v>0.0285412811454</c:v>
                </c:pt>
                <c:pt idx="1029">
                  <c:v>0.0284539199115</c:v>
                </c:pt>
                <c:pt idx="1030">
                  <c:v>0.0283668911791</c:v>
                </c:pt>
                <c:pt idx="1031">
                  <c:v>0.0282801894067</c:v>
                </c:pt>
                <c:pt idx="1032">
                  <c:v>0.0281938091866</c:v>
                </c:pt>
                <c:pt idx="1033">
                  <c:v>0.0281077452451</c:v>
                </c:pt>
                <c:pt idx="1034">
                  <c:v>0.028021992443</c:v>
                </c:pt>
                <c:pt idx="1035">
                  <c:v>0.0279365457748</c:v>
                </c:pt>
                <c:pt idx="1036">
                  <c:v>0.02785140037</c:v>
                </c:pt>
                <c:pt idx="1037">
                  <c:v>0.0277665514923</c:v>
                </c:pt>
                <c:pt idx="1038">
                  <c:v>0.0276819945406</c:v>
                </c:pt>
                <c:pt idx="1039">
                  <c:v>0.0275977250487</c:v>
                </c:pt>
                <c:pt idx="1040">
                  <c:v>0.0275137386862</c:v>
                </c:pt>
                <c:pt idx="1041">
                  <c:v>0.0274300312584</c:v>
                </c:pt>
                <c:pt idx="1042">
                  <c:v>0.0273465987067</c:v>
                </c:pt>
                <c:pt idx="1043">
                  <c:v>0.0272634371097</c:v>
                </c:pt>
                <c:pt idx="1044">
                  <c:v>0.0271805426829</c:v>
                </c:pt>
                <c:pt idx="1045">
                  <c:v>0.0270979117796</c:v>
                </c:pt>
                <c:pt idx="1046">
                  <c:v>0.0270155408916</c:v>
                </c:pt>
                <c:pt idx="1047">
                  <c:v>0.0269334266495</c:v>
                </c:pt>
                <c:pt idx="1048">
                  <c:v>0.0268515658236</c:v>
                </c:pt>
                <c:pt idx="1049">
                  <c:v>0.0267699553242</c:v>
                </c:pt>
                <c:pt idx="1050">
                  <c:v>0.0266885922028</c:v>
                </c:pt>
                <c:pt idx="1051">
                  <c:v>0.0266074736522</c:v>
                </c:pt>
                <c:pt idx="1052">
                  <c:v>0.0265265970074</c:v>
                </c:pt>
                <c:pt idx="1053">
                  <c:v>0.0264459597464</c:v>
                </c:pt>
                <c:pt idx="1054">
                  <c:v>0.0263655594907</c:v>
                </c:pt>
                <c:pt idx="1055">
                  <c:v>0.026285394006</c:v>
                </c:pt>
                <c:pt idx="1056">
                  <c:v>0.0262054612027</c:v>
                </c:pt>
                <c:pt idx="1057">
                  <c:v>0.0261257591364</c:v>
                </c:pt>
                <c:pt idx="1058">
                  <c:v>0.0260462860089</c:v>
                </c:pt>
                <c:pt idx="1059">
                  <c:v>0.0259670401679</c:v>
                </c:pt>
                <c:pt idx="1060">
                  <c:v>0.025888020108</c:v>
                </c:pt>
                <c:pt idx="1061">
                  <c:v>0.0258092244705</c:v>
                </c:pt>
                <c:pt idx="1062">
                  <c:v>0.0257306520442</c:v>
                </c:pt>
                <c:pt idx="1063">
                  <c:v>0.0256523017648</c:v>
                </c:pt>
                <c:pt idx="1064">
                  <c:v>0.0255741727154</c:v>
                </c:pt>
                <c:pt idx="1065">
                  <c:v>0.025496264126</c:v>
                </c:pt>
                <c:pt idx="1066">
                  <c:v>0.0254185753736</c:v>
                </c:pt>
                <c:pt idx="1067">
                  <c:v>0.0253411059815</c:v>
                </c:pt>
                <c:pt idx="1068">
                  <c:v>0.0252638556184</c:v>
                </c:pt>
                <c:pt idx="1069">
                  <c:v>0.0251868240984</c:v>
                </c:pt>
                <c:pt idx="1070">
                  <c:v>0.0251100113793</c:v>
                </c:pt>
                <c:pt idx="1071">
                  <c:v>0.025033417562</c:v>
                </c:pt>
                <c:pt idx="1072">
                  <c:v>0.0249570428886</c:v>
                </c:pt>
                <c:pt idx="1073">
                  <c:v>0.0248808877413</c:v>
                </c:pt>
                <c:pt idx="1074">
                  <c:v>0.0248049526404</c:v>
                </c:pt>
                <c:pt idx="1075">
                  <c:v>0.0247292382423</c:v>
                </c:pt>
                <c:pt idx="1076">
                  <c:v>0.0246537453372</c:v>
                </c:pt>
                <c:pt idx="1077">
                  <c:v>0.0245784748469</c:v>
                </c:pt>
                <c:pt idx="1078">
                  <c:v>0.0245034278214</c:v>
                </c:pt>
                <c:pt idx="1079">
                  <c:v>0.0244286054367</c:v>
                </c:pt>
                <c:pt idx="1080">
                  <c:v>0.0243540089909</c:v>
                </c:pt>
                <c:pt idx="1081">
                  <c:v>0.0242796399009</c:v>
                </c:pt>
                <c:pt idx="1082">
                  <c:v>0.0242054996989</c:v>
                </c:pt>
                <c:pt idx="1083">
                  <c:v>0.0241315900279</c:v>
                </c:pt>
                <c:pt idx="1084">
                  <c:v>0.0240579126375</c:v>
                </c:pt>
                <c:pt idx="1085">
                  <c:v>0.0239844693797</c:v>
                </c:pt>
                <c:pt idx="1086">
                  <c:v>0.0239112622036</c:v>
                </c:pt>
                <c:pt idx="1087">
                  <c:v>0.0238382931506</c:v>
                </c:pt>
                <c:pt idx="1088">
                  <c:v>0.0237655643491</c:v>
                </c:pt>
                <c:pt idx="1089">
                  <c:v>0.0236930780087</c:v>
                </c:pt>
                <c:pt idx="1090">
                  <c:v>0.0236208364148</c:v>
                </c:pt>
                <c:pt idx="1091">
                  <c:v>0.0235488419222</c:v>
                </c:pt>
                <c:pt idx="1092">
                  <c:v>0.0234770969492</c:v>
                </c:pt>
                <c:pt idx="1093">
                  <c:v>0.0234056039711</c:v>
                </c:pt>
                <c:pt idx="1094">
                  <c:v>0.0233343655134</c:v>
                </c:pt>
                <c:pt idx="1095">
                  <c:v>0.0232633841453</c:v>
                </c:pt>
                <c:pt idx="1096">
                  <c:v>0.0231926624728</c:v>
                </c:pt>
                <c:pt idx="1097">
                  <c:v>0.0231222031314</c:v>
                </c:pt>
                <c:pt idx="1098">
                  <c:v>0.0230520087792</c:v>
                </c:pt>
                <c:pt idx="1099">
                  <c:v>0.0229820820894</c:v>
                </c:pt>
                <c:pt idx="1100">
                  <c:v>0.0229124257432</c:v>
                </c:pt>
                <c:pt idx="1101">
                  <c:v>0.0228430424222</c:v>
                </c:pt>
                <c:pt idx="1102">
                  <c:v>0.0227739348009</c:v>
                </c:pt>
                <c:pt idx="1103">
                  <c:v>0.0227051055395</c:v>
                </c:pt>
                <c:pt idx="1104">
                  <c:v>0.022636557276</c:v>
                </c:pt>
                <c:pt idx="1105">
                  <c:v>0.0225682926194</c:v>
                </c:pt>
                <c:pt idx="1106">
                  <c:v>0.0225003141414</c:v>
                </c:pt>
                <c:pt idx="1107">
                  <c:v>0.02243262437</c:v>
                </c:pt>
                <c:pt idx="1108">
                  <c:v>0.0223652257816</c:v>
                </c:pt>
                <c:pt idx="1109">
                  <c:v>0.022298120794</c:v>
                </c:pt>
                <c:pt idx="1110">
                  <c:v>0.0222313117597</c:v>
                </c:pt>
                <c:pt idx="1111">
                  <c:v>0.0221648009587</c:v>
                </c:pt>
                <c:pt idx="1112">
                  <c:v>0.0220985905919</c:v>
                </c:pt>
                <c:pt idx="1113">
                  <c:v>0.0220326827747</c:v>
                </c:pt>
                <c:pt idx="1114">
                  <c:v>0.0219670795307</c:v>
                </c:pt>
                <c:pt idx="1115">
                  <c:v>0.0219017827856</c:v>
                </c:pt>
                <c:pt idx="1116">
                  <c:v>0.0218367943615</c:v>
                </c:pt>
                <c:pt idx="1117">
                  <c:v>0.0217721159714</c:v>
                </c:pt>
                <c:pt idx="1118">
                  <c:v>0.0217077492138</c:v>
                </c:pt>
                <c:pt idx="1119">
                  <c:v>0.0216436955678</c:v>
                </c:pt>
                <c:pt idx="1120">
                  <c:v>0.0215799563889</c:v>
                </c:pt>
                <c:pt idx="1121">
                  <c:v>0.0215165329039</c:v>
                </c:pt>
                <c:pt idx="1122">
                  <c:v>0.0214534262078</c:v>
                </c:pt>
                <c:pt idx="1123">
                  <c:v>0.0213906372597</c:v>
                </c:pt>
                <c:pt idx="1124">
                  <c:v>0.0213281668794</c:v>
                </c:pt>
                <c:pt idx="1125">
                  <c:v>0.0212660157452</c:v>
                </c:pt>
                <c:pt idx="1126">
                  <c:v>0.0212041843907</c:v>
                </c:pt>
                <c:pt idx="1127">
                  <c:v>0.0211426732031</c:v>
                </c:pt>
                <c:pt idx="1128">
                  <c:v>0.0210814824213</c:v>
                </c:pt>
                <c:pt idx="1129">
                  <c:v>0.0210206121345</c:v>
                </c:pt>
                <c:pt idx="1130">
                  <c:v>0.0209600622816</c:v>
                </c:pt>
                <c:pt idx="1131">
                  <c:v>0.0208998326501</c:v>
                </c:pt>
                <c:pt idx="1132">
                  <c:v>0.0208399228765</c:v>
                </c:pt>
                <c:pt idx="1133">
                  <c:v>0.0207803324462</c:v>
                </c:pt>
                <c:pt idx="1134">
                  <c:v>0.020721060694</c:v>
                </c:pt>
                <c:pt idx="1135">
                  <c:v>0.0206621068056</c:v>
                </c:pt>
                <c:pt idx="1136">
                  <c:v>0.0206034698184</c:v>
                </c:pt>
                <c:pt idx="1137">
                  <c:v>0.0205451486237</c:v>
                </c:pt>
                <c:pt idx="1138">
                  <c:v>0.0204871419686</c:v>
                </c:pt>
                <c:pt idx="1139">
                  <c:v>0.0204294484586</c:v>
                </c:pt>
                <c:pt idx="1140">
                  <c:v>0.0203720665604</c:v>
                </c:pt>
                <c:pt idx="1141">
                  <c:v>0.0203149946051</c:v>
                </c:pt>
                <c:pt idx="1142">
                  <c:v>0.0202582307916</c:v>
                </c:pt>
                <c:pt idx="1143">
                  <c:v>0.0202017731906</c:v>
                </c:pt>
                <c:pt idx="1144">
                  <c:v>0.0201456197487</c:v>
                </c:pt>
                <c:pt idx="1145">
                  <c:v>0.0200897682926</c:v>
                </c:pt>
                <c:pt idx="1146">
                  <c:v>0.020034216534</c:v>
                </c:pt>
                <c:pt idx="1147">
                  <c:v>0.0199789620747</c:v>
                </c:pt>
                <c:pt idx="1148">
                  <c:v>0.0199240024114</c:v>
                </c:pt>
                <c:pt idx="1149">
                  <c:v>0.0198693349414</c:v>
                </c:pt>
                <c:pt idx="1150">
                  <c:v>0.0198149569684</c:v>
                </c:pt>
                <c:pt idx="1151">
                  <c:v>0.0197608657078</c:v>
                </c:pt>
                <c:pt idx="1152">
                  <c:v>0.0197070582933</c:v>
                </c:pt>
                <c:pt idx="1153">
                  <c:v>0.0196535317827</c:v>
                </c:pt>
                <c:pt idx="1154">
                  <c:v>0.0196002831642</c:v>
                </c:pt>
                <c:pt idx="1155">
                  <c:v>0.0195473093631</c:v>
                </c:pt>
                <c:pt idx="1156">
                  <c:v>0.019494607248</c:v>
                </c:pt>
                <c:pt idx="1157">
                  <c:v>0.0194421736375</c:v>
                </c:pt>
                <c:pt idx="1158">
                  <c:v>0.019390005307</c:v>
                </c:pt>
                <c:pt idx="1159">
                  <c:v>0.019338098995</c:v>
                </c:pt>
                <c:pt idx="1160">
                  <c:v>0.0192864514103</c:v>
                </c:pt>
                <c:pt idx="1161">
                  <c:v>0.0192350592382</c:v>
                </c:pt>
                <c:pt idx="1162">
                  <c:v>0.0191839191475</c:v>
                </c:pt>
                <c:pt idx="1163">
                  <c:v>0.019133027797</c:v>
                </c:pt>
                <c:pt idx="1164">
                  <c:v>0.0190823818422</c:v>
                </c:pt>
                <c:pt idx="1165">
                  <c:v>0.0190319779415</c:v>
                </c:pt>
                <c:pt idx="1166">
                  <c:v>0.0189818127627</c:v>
                </c:pt>
                <c:pt idx="1167">
                  <c:v>0.0189318829894</c:v>
                </c:pt>
                <c:pt idx="1168">
                  <c:v>0.0188821853271</c:v>
                </c:pt>
                <c:pt idx="1169">
                  <c:v>0.0188327165089</c:v>
                </c:pt>
                <c:pt idx="1170">
                  <c:v>0.0187834733015</c:v>
                </c:pt>
                <c:pt idx="1171">
                  <c:v>0.0187344525107</c:v>
                </c:pt>
                <c:pt idx="1172">
                  <c:v>0.0186856509872</c:v>
                </c:pt>
                <c:pt idx="1173">
                  <c:v>0.018637065631</c:v>
                </c:pt>
                <c:pt idx="1174">
                  <c:v>0.0185886933973</c:v>
                </c:pt>
                <c:pt idx="1175">
                  <c:v>0.0185405313004</c:v>
                </c:pt>
                <c:pt idx="1176">
                  <c:v>0.0184925764187</c:v>
                </c:pt>
                <c:pt idx="1177">
                  <c:v>0.0184448258989</c:v>
                </c:pt>
                <c:pt idx="1178">
                  <c:v>0.0183972769595</c:v>
                </c:pt>
                <c:pt idx="1179">
                  <c:v>0.0183499268951</c:v>
                </c:pt>
                <c:pt idx="1180">
                  <c:v>0.0183027730792</c:v>
                </c:pt>
                <c:pt idx="1181">
                  <c:v>0.0182558129678</c:v>
                </c:pt>
                <c:pt idx="1182">
                  <c:v>0.018209044102</c:v>
                </c:pt>
                <c:pt idx="1183">
                  <c:v>0.0181624641103</c:v>
                </c:pt>
                <c:pt idx="1184">
                  <c:v>0.0181160707116</c:v>
                </c:pt>
                <c:pt idx="1185">
                  <c:v>0.018069861716</c:v>
                </c:pt>
                <c:pt idx="1186">
                  <c:v>0.0180238350275</c:v>
                </c:pt>
                <c:pt idx="1187">
                  <c:v>0.0179779886448</c:v>
                </c:pt>
                <c:pt idx="1188">
                  <c:v>0.0179323206626</c:v>
                </c:pt>
                <c:pt idx="1189">
                  <c:v>0.0178868292722</c:v>
                </c:pt>
                <c:pt idx="1190">
                  <c:v>0.017841512762</c:v>
                </c:pt>
                <c:pt idx="1191">
                  <c:v>0.0177963695183</c:v>
                </c:pt>
                <c:pt idx="1192">
                  <c:v>0.0177513980243</c:v>
                </c:pt>
                <c:pt idx="1193">
                  <c:v>0.0177065968609</c:v>
                </c:pt>
                <c:pt idx="1194">
                  <c:v>0.0176619647052</c:v>
                </c:pt>
                <c:pt idx="1195">
                  <c:v>0.0176175003305</c:v>
                </c:pt>
                <c:pt idx="1196">
                  <c:v>0.0175732026049</c:v>
                </c:pt>
                <c:pt idx="1197">
                  <c:v>0.0175290704904</c:v>
                </c:pt>
                <c:pt idx="1198">
                  <c:v>0.0174851030411</c:v>
                </c:pt>
                <c:pt idx="1199">
                  <c:v>0.0174412994019</c:v>
                </c:pt>
                <c:pt idx="1200">
                  <c:v>0.0173976588067</c:v>
                </c:pt>
                <c:pt idx="1201">
                  <c:v>0.0173541805766</c:v>
                </c:pt>
                <c:pt idx="1202">
                  <c:v>0.0173108641174</c:v>
                </c:pt>
                <c:pt idx="1203">
                  <c:v>0.0172677089178</c:v>
                </c:pt>
                <c:pt idx="1204">
                  <c:v>0.0172247145466</c:v>
                </c:pt>
                <c:pt idx="1205">
                  <c:v>0.0171818806508</c:v>
                </c:pt>
                <c:pt idx="1206">
                  <c:v>0.0171392069525</c:v>
                </c:pt>
                <c:pt idx="1207">
                  <c:v>0.0170966932466</c:v>
                </c:pt>
                <c:pt idx="1208">
                  <c:v>0.0170543393977</c:v>
                </c:pt>
                <c:pt idx="1209">
                  <c:v>0.0170121453375</c:v>
                </c:pt>
                <c:pt idx="1210">
                  <c:v>0.0169701110622</c:v>
                </c:pt>
                <c:pt idx="1211">
                  <c:v>0.016928236629</c:v>
                </c:pt>
                <c:pt idx="1212">
                  <c:v>0.0168865221535</c:v>
                </c:pt>
                <c:pt idx="1213">
                  <c:v>0.016844967807</c:v>
                </c:pt>
                <c:pt idx="1214">
                  <c:v>0.016803573813</c:v>
                </c:pt>
                <c:pt idx="1215">
                  <c:v>0.0167623404444</c:v>
                </c:pt>
                <c:pt idx="1216">
                  <c:v>0.0167212680209</c:v>
                </c:pt>
                <c:pt idx="1217">
                  <c:v>0.0166803569056</c:v>
                </c:pt>
                <c:pt idx="1218">
                  <c:v>0.0166396075021</c:v>
                </c:pt>
                <c:pt idx="1219">
                  <c:v>0.0165990202521</c:v>
                </c:pt>
                <c:pt idx="1220">
                  <c:v>0.0165585956319</c:v>
                </c:pt>
                <c:pt idx="1221">
                  <c:v>0.0165183341499</c:v>
                </c:pt>
                <c:pt idx="1222">
                  <c:v>0.0164782363439</c:v>
                </c:pt>
                <c:pt idx="1223">
                  <c:v>0.0164383027783</c:v>
                </c:pt>
                <c:pt idx="1224">
                  <c:v>0.0163985340412</c:v>
                </c:pt>
                <c:pt idx="1225">
                  <c:v>0.0163589307422</c:v>
                </c:pt>
                <c:pt idx="1226">
                  <c:v>0.0163194935098</c:v>
                </c:pt>
                <c:pt idx="1227">
                  <c:v>0.0162802229886</c:v>
                </c:pt>
                <c:pt idx="1228">
                  <c:v>0.0162411198371</c:v>
                </c:pt>
                <c:pt idx="1229">
                  <c:v>0.0162021847256</c:v>
                </c:pt>
                <c:pt idx="1230">
                  <c:v>0.0161634183333</c:v>
                </c:pt>
                <c:pt idx="1231">
                  <c:v>0.016124821347</c:v>
                </c:pt>
                <c:pt idx="1232">
                  <c:v>0.0160863944582</c:v>
                </c:pt>
                <c:pt idx="1233">
                  <c:v>0.0160481383612</c:v>
                </c:pt>
                <c:pt idx="1234">
                  <c:v>0.0160100537516</c:v>
                </c:pt>
                <c:pt idx="1235">
                  <c:v>0.0159721413238</c:v>
                </c:pt>
                <c:pt idx="1236">
                  <c:v>0.0159344017694</c:v>
                </c:pt>
                <c:pt idx="1237">
                  <c:v>0.0158968357755</c:v>
                </c:pt>
                <c:pt idx="1238">
                  <c:v>0.0158594440228</c:v>
                </c:pt>
                <c:pt idx="1239">
                  <c:v>0.0158222271843</c:v>
                </c:pt>
                <c:pt idx="1240">
                  <c:v>0.0157851859233</c:v>
                </c:pt>
                <c:pt idx="1241">
                  <c:v>0.015748320892</c:v>
                </c:pt>
                <c:pt idx="1242">
                  <c:v>0.0157116327305</c:v>
                </c:pt>
                <c:pt idx="1243">
                  <c:v>0.0156751220648</c:v>
                </c:pt>
                <c:pt idx="1244">
                  <c:v>0.0156387895057</c:v>
                </c:pt>
                <c:pt idx="1245">
                  <c:v>0.0156026356477</c:v>
                </c:pt>
                <c:pt idx="1246">
                  <c:v>0.0155666610675</c:v>
                </c:pt>
                <c:pt idx="1247">
                  <c:v>0.0155308663232</c:v>
                </c:pt>
                <c:pt idx="1248">
                  <c:v>0.0154952519529</c:v>
                </c:pt>
                <c:pt idx="1249">
                  <c:v>0.0154598184735</c:v>
                </c:pt>
                <c:pt idx="1250">
                  <c:v>0.0154245663801</c:v>
                </c:pt>
                <c:pt idx="1251">
                  <c:v>0.0153894961451</c:v>
                </c:pt>
                <c:pt idx="1252">
                  <c:v>0.0153546082166</c:v>
                </c:pt>
                <c:pt idx="1253">
                  <c:v>0.0153199030182</c:v>
                </c:pt>
                <c:pt idx="1254">
                  <c:v>0.0152853809482</c:v>
                </c:pt>
                <c:pt idx="1255">
                  <c:v>0.0152510423781</c:v>
                </c:pt>
                <c:pt idx="1256">
                  <c:v>0.0152168876529</c:v>
                </c:pt>
                <c:pt idx="1257">
                  <c:v>0.0151829170895</c:v>
                </c:pt>
                <c:pt idx="1258">
                  <c:v>0.0151491309766</c:v>
                </c:pt>
                <c:pt idx="1259">
                  <c:v>0.0151155295739</c:v>
                </c:pt>
                <c:pt idx="1260">
                  <c:v>0.0150821131115</c:v>
                </c:pt>
                <c:pt idx="1261">
                  <c:v>0.0150488817894</c:v>
                </c:pt>
                <c:pt idx="1262">
                  <c:v>0.0150158357772</c:v>
                </c:pt>
                <c:pt idx="1263">
                  <c:v>0.0149829752132</c:v>
                </c:pt>
                <c:pt idx="1264">
                  <c:v>0.0149503002045</c:v>
                </c:pt>
                <c:pt idx="1265">
                  <c:v>0.0149178108262</c:v>
                </c:pt>
                <c:pt idx="1266">
                  <c:v>0.0148855071211</c:v>
                </c:pt>
                <c:pt idx="1267">
                  <c:v>0.0148533890999</c:v>
                </c:pt>
                <c:pt idx="1268">
                  <c:v>0.01482145674</c:v>
                </c:pt>
                <c:pt idx="1269">
                  <c:v>0.0147897099861</c:v>
                </c:pt>
                <c:pt idx="1270">
                  <c:v>0.0147581487496</c:v>
                </c:pt>
                <c:pt idx="1271">
                  <c:v>0.0147267729083</c:v>
                </c:pt>
                <c:pt idx="1272">
                  <c:v>0.0146955823067</c:v>
                </c:pt>
                <c:pt idx="1273">
                  <c:v>0.0146645767552</c:v>
                </c:pt>
                <c:pt idx="1274">
                  <c:v>0.0146337560308</c:v>
                </c:pt>
                <c:pt idx="1275">
                  <c:v>0.0146031198765</c:v>
                </c:pt>
                <c:pt idx="1276">
                  <c:v>0.0145726680013</c:v>
                </c:pt>
                <c:pt idx="1277">
                  <c:v>0.0145424000807</c:v>
                </c:pt>
                <c:pt idx="1278">
                  <c:v>0.0145123157559</c:v>
                </c:pt>
                <c:pt idx="1279">
                  <c:v>0.0144824146349</c:v>
                </c:pt>
                <c:pt idx="1280">
                  <c:v>0.0144526962915</c:v>
                </c:pt>
                <c:pt idx="1281">
                  <c:v>0.0144231602665</c:v>
                </c:pt>
                <c:pt idx="1282">
                  <c:v>0.014393806067</c:v>
                </c:pt>
                <c:pt idx="1283">
                  <c:v>0.014364633167</c:v>
                </c:pt>
                <c:pt idx="1284">
                  <c:v>0.0143356410077</c:v>
                </c:pt>
                <c:pt idx="1285">
                  <c:v>0.0143068289974</c:v>
                </c:pt>
                <c:pt idx="1286">
                  <c:v>0.0142781965122</c:v>
                </c:pt>
                <c:pt idx="1287">
                  <c:v>0.0142497428957</c:v>
                </c:pt>
                <c:pt idx="1288">
                  <c:v>0.0142214674602</c:v>
                </c:pt>
                <c:pt idx="1289">
                  <c:v>0.014193369486</c:v>
                </c:pt>
                <c:pt idx="1290">
                  <c:v>0.0141654482229</c:v>
                </c:pt>
                <c:pt idx="1291">
                  <c:v>0.0141377028895</c:v>
                </c:pt>
                <c:pt idx="1292">
                  <c:v>0.0141101326746</c:v>
                </c:pt>
                <c:pt idx="1293">
                  <c:v>0.014082736737</c:v>
                </c:pt>
                <c:pt idx="1294">
                  <c:v>0.0140555142063</c:v>
                </c:pt>
                <c:pt idx="1295">
                  <c:v>0.0140284641832</c:v>
                </c:pt>
                <c:pt idx="1296">
                  <c:v>0.0140015857402</c:v>
                </c:pt>
                <c:pt idx="1297">
                  <c:v>0.0139748779221</c:v>
                </c:pt>
                <c:pt idx="1298">
                  <c:v>0.0139483397465</c:v>
                </c:pt>
                <c:pt idx="1299">
                  <c:v>0.0139219702043</c:v>
                </c:pt>
                <c:pt idx="1300">
                  <c:v>0.0138957682606</c:v>
                </c:pt>
                <c:pt idx="1301">
                  <c:v>0.013869732855</c:v>
                </c:pt>
                <c:pt idx="1302">
                  <c:v>0.0138438629024</c:v>
                </c:pt>
                <c:pt idx="1303">
                  <c:v>0.0138181572935</c:v>
                </c:pt>
                <c:pt idx="1304">
                  <c:v>0.0137926148957</c:v>
                </c:pt>
                <c:pt idx="1305">
                  <c:v>0.0137672345534</c:v>
                </c:pt>
                <c:pt idx="1306">
                  <c:v>0.0137420150891</c:v>
                </c:pt>
                <c:pt idx="1307">
                  <c:v>0.0137169553037</c:v>
                </c:pt>
                <c:pt idx="1308">
                  <c:v>0.0136920539772</c:v>
                </c:pt>
                <c:pt idx="1309">
                  <c:v>0.0136673098699</c:v>
                </c:pt>
                <c:pt idx="1310">
                  <c:v>0.0136427217224</c:v>
                </c:pt>
                <c:pt idx="1311">
                  <c:v>0.0136182882565</c:v>
                </c:pt>
                <c:pt idx="1312">
                  <c:v>0.0135940081762</c:v>
                </c:pt>
                <c:pt idx="1313">
                  <c:v>0.013569880168</c:v>
                </c:pt>
                <c:pt idx="1314">
                  <c:v>0.0135459029016</c:v>
                </c:pt>
                <c:pt idx="1315">
                  <c:v>0.0135220750308</c:v>
                </c:pt>
                <c:pt idx="1316">
                  <c:v>0.0134983951938</c:v>
                </c:pt>
                <c:pt idx="1317">
                  <c:v>0.0134748620142</c:v>
                </c:pt>
                <c:pt idx="1318">
                  <c:v>0.013451474101</c:v>
                </c:pt>
                <c:pt idx="1319">
                  <c:v>0.01342823005</c:v>
                </c:pt>
                <c:pt idx="1320">
                  <c:v>0.0134051284436</c:v>
                </c:pt>
                <c:pt idx="1321">
                  <c:v>0.0133821678516</c:v>
                </c:pt>
                <c:pt idx="1322">
                  <c:v>0.0133593468321</c:v>
                </c:pt>
                <c:pt idx="1323">
                  <c:v>0.0133366639311</c:v>
                </c:pt>
                <c:pt idx="1324">
                  <c:v>0.0133141176837</c:v>
                </c:pt>
                <c:pt idx="1325">
                  <c:v>0.0132917066141</c:v>
                </c:pt>
                <c:pt idx="1326">
                  <c:v>0.0132694292361</c:v>
                </c:pt>
                <c:pt idx="1327">
                  <c:v>0.0132472840532</c:v>
                </c:pt>
                <c:pt idx="1328">
                  <c:v>0.0132252695592</c:v>
                </c:pt>
                <c:pt idx="1329">
                  <c:v>0.0132033842378</c:v>
                </c:pt>
                <c:pt idx="1330">
                  <c:v>0.0131816265636</c:v>
                </c:pt>
                <c:pt idx="1331">
                  <c:v>0.0131599950014</c:v>
                </c:pt>
                <c:pt idx="1332">
                  <c:v>0.0131384880068</c:v>
                </c:pt>
                <c:pt idx="1333">
                  <c:v>0.0131171040258</c:v>
                </c:pt>
                <c:pt idx="1334">
                  <c:v>0.013095841495</c:v>
                </c:pt>
                <c:pt idx="1335">
                  <c:v>0.0130746988414</c:v>
                </c:pt>
                <c:pt idx="1336">
                  <c:v>0.0130536744821</c:v>
                </c:pt>
                <c:pt idx="1337">
                  <c:v>0.0130327668242</c:v>
                </c:pt>
                <c:pt idx="1338">
                  <c:v>0.0130119742644</c:v>
                </c:pt>
                <c:pt idx="1339">
                  <c:v>0.0129912951885</c:v>
                </c:pt>
                <c:pt idx="1340">
                  <c:v>0.0129707279714</c:v>
                </c:pt>
                <c:pt idx="1341">
                  <c:v>0.0129502709762</c:v>
                </c:pt>
                <c:pt idx="1342">
                  <c:v>0.0129299225536</c:v>
                </c:pt>
                <c:pt idx="1343">
                  <c:v>0.0129096810416</c:v>
                </c:pt>
                <c:pt idx="1344">
                  <c:v>0.0128895447649</c:v>
                </c:pt>
                <c:pt idx="1345">
                  <c:v>0.0128695120337</c:v>
                </c:pt>
                <c:pt idx="1346">
                  <c:v>0.0128495811434</c:v>
                </c:pt>
                <c:pt idx="1347">
                  <c:v>0.0128297503735</c:v>
                </c:pt>
                <c:pt idx="1348">
                  <c:v>0.012810017987</c:v>
                </c:pt>
                <c:pt idx="1349">
                  <c:v>0.0127903822294</c:v>
                </c:pt>
                <c:pt idx="1350">
                  <c:v>0.0127708413279</c:v>
                </c:pt>
                <c:pt idx="1351">
                  <c:v>0.0127513934901</c:v>
                </c:pt>
                <c:pt idx="1352">
                  <c:v>0.0127320369036</c:v>
                </c:pt>
                <c:pt idx="1353">
                  <c:v>0.0127127697348</c:v>
                </c:pt>
                <c:pt idx="1354">
                  <c:v>0.0126935901276</c:v>
                </c:pt>
                <c:pt idx="1355">
                  <c:v>0.0126744962031</c:v>
                </c:pt>
                <c:pt idx="1356">
                  <c:v>0.0126554860581</c:v>
                </c:pt>
                <c:pt idx="1357">
                  <c:v>0.0126365577646</c:v>
                </c:pt>
                <c:pt idx="1358">
                  <c:v>0.0126177093684</c:v>
                </c:pt>
                <c:pt idx="1359">
                  <c:v>0.012598938889</c:v>
                </c:pt>
                <c:pt idx="1360">
                  <c:v>0.012580244318</c:v>
                </c:pt>
                <c:pt idx="1361">
                  <c:v>0.0125616236189</c:v>
                </c:pt>
                <c:pt idx="1362">
                  <c:v>0.0125430747262</c:v>
                </c:pt>
                <c:pt idx="1363">
                  <c:v>0.012524595545</c:v>
                </c:pt>
                <c:pt idx="1364">
                  <c:v>0.0125061839501</c:v>
                </c:pt>
                <c:pt idx="1365">
                  <c:v>0.0124878377863</c:v>
                </c:pt>
                <c:pt idx="1366">
                  <c:v>0.0124695548673</c:v>
                </c:pt>
                <c:pt idx="1367">
                  <c:v>0.0124513329762</c:v>
                </c:pt>
                <c:pt idx="1368">
                  <c:v>0.0124331698652</c:v>
                </c:pt>
                <c:pt idx="1369">
                  <c:v>0.0124150632555</c:v>
                </c:pt>
                <c:pt idx="1370">
                  <c:v>0.012397010838</c:v>
                </c:pt>
                <c:pt idx="1371">
                  <c:v>0.0123790102734</c:v>
                </c:pt>
                <c:pt idx="1372">
                  <c:v>0.0123610591931</c:v>
                </c:pt>
                <c:pt idx="1373">
                  <c:v>0.0123431551993</c:v>
                </c:pt>
                <c:pt idx="1374">
                  <c:v>0.012325295867</c:v>
                </c:pt>
                <c:pt idx="1375">
                  <c:v>0.012307478744</c:v>
                </c:pt>
                <c:pt idx="1376">
                  <c:v>0.0122897013531</c:v>
                </c:pt>
                <c:pt idx="1377">
                  <c:v>0.0122719611933</c:v>
                </c:pt>
                <c:pt idx="1378">
                  <c:v>0.0122542557414</c:v>
                </c:pt>
                <c:pt idx="1379">
                  <c:v>0.0122365824542</c:v>
                </c:pt>
                <c:pt idx="1380">
                  <c:v>0.0122189387705</c:v>
                </c:pt>
                <c:pt idx="1381">
                  <c:v>0.0122013221136</c:v>
                </c:pt>
                <c:pt idx="1382">
                  <c:v>0.0121837298939</c:v>
                </c:pt>
                <c:pt idx="1383">
                  <c:v>0.0121661595114</c:v>
                </c:pt>
                <c:pt idx="1384">
                  <c:v>0.0121486083589</c:v>
                </c:pt>
                <c:pt idx="1385">
                  <c:v>0.0121310738253</c:v>
                </c:pt>
                <c:pt idx="1386">
                  <c:v>0.012113553299</c:v>
                </c:pt>
                <c:pt idx="1387">
                  <c:v>0.012096044171</c:v>
                </c:pt>
                <c:pt idx="1388">
                  <c:v>0.0120785438395</c:v>
                </c:pt>
                <c:pt idx="1389">
                  <c:v>0.0120610497131</c:v>
                </c:pt>
                <c:pt idx="1390">
                  <c:v>0.0120435592152</c:v>
                </c:pt>
                <c:pt idx="1391">
                  <c:v>0.0120260697883</c:v>
                </c:pt>
                <c:pt idx="1392">
                  <c:v>0.0120085788984</c:v>
                </c:pt>
                <c:pt idx="1393">
                  <c:v>0.0119910840394</c:v>
                </c:pt>
                <c:pt idx="1394">
                  <c:v>0.0119735827378</c:v>
                </c:pt>
                <c:pt idx="1395">
                  <c:v>0.0119560725573</c:v>
                </c:pt>
                <c:pt idx="1396">
                  <c:v>0.0119385511038</c:v>
                </c:pt>
                <c:pt idx="1397">
                  <c:v>0.01192101603</c:v>
                </c:pt>
                <c:pt idx="1398">
                  <c:v>0.0119034650406</c:v>
                </c:pt>
                <c:pt idx="1399">
                  <c:v>0.0118858958966</c:v>
                </c:pt>
                <c:pt idx="1400">
                  <c:v>0.0118683064209</c:v>
                </c:pt>
                <c:pt idx="1401">
                  <c:v>0.0118506945025</c:v>
                </c:pt>
                <c:pt idx="1402">
                  <c:v>0.0118330581016</c:v>
                </c:pt>
                <c:pt idx="1403">
                  <c:v>0.0118153952545</c:v>
                </c:pt>
                <c:pt idx="1404">
                  <c:v>0.0117977040778</c:v>
                </c:pt>
                <c:pt idx="1405">
                  <c:v>0.0117799827728</c:v>
                </c:pt>
                <c:pt idx="1406">
                  <c:v>0.0117622296306</c:v>
                </c:pt>
                <c:pt idx="1407">
                  <c:v>0.0117444430354</c:v>
                </c:pt>
                <c:pt idx="1408">
                  <c:v>0.0117266214689</c:v>
                </c:pt>
                <c:pt idx="1409">
                  <c:v>0.0117087635141</c:v>
                </c:pt>
                <c:pt idx="1410">
                  <c:v>0.0116908678588</c:v>
                </c:pt>
                <c:pt idx="1411">
                  <c:v>0.0116729332986</c:v>
                </c:pt>
                <c:pt idx="1412">
                  <c:v>0.0116549587403</c:v>
                </c:pt>
                <c:pt idx="1413">
                  <c:v>0.0116369432046</c:v>
                </c:pt>
                <c:pt idx="1414">
                  <c:v>0.0116188858281</c:v>
                </c:pt>
                <c:pt idx="1415">
                  <c:v>0.0116007858659</c:v>
                </c:pt>
                <c:pt idx="1416">
                  <c:v>0.0115826426933</c:v>
                </c:pt>
                <c:pt idx="1417">
                  <c:v>0.0115644558068</c:v>
                </c:pt>
                <c:pt idx="1418">
                  <c:v>0.011546224826</c:v>
                </c:pt>
                <c:pt idx="1419">
                  <c:v>0.0115279494934</c:v>
                </c:pt>
                <c:pt idx="1420">
                  <c:v>0.0115096296756</c:v>
                </c:pt>
                <c:pt idx="1421">
                  <c:v>0.0114912653629</c:v>
                </c:pt>
                <c:pt idx="1422">
                  <c:v>0.0114728566689</c:v>
                </c:pt>
                <c:pt idx="1423">
                  <c:v>0.0114544038302</c:v>
                </c:pt>
                <c:pt idx="1424">
                  <c:v>0.0114359072048</c:v>
                </c:pt>
                <c:pt idx="1425">
                  <c:v>0.0114173672711</c:v>
                </c:pt>
                <c:pt idx="1426">
                  <c:v>0.0113987846263</c:v>
                </c:pt>
                <c:pt idx="1427">
                  <c:v>0.0113801599837</c:v>
                </c:pt>
                <c:pt idx="1428">
                  <c:v>0.0113614941708</c:v>
                </c:pt>
                <c:pt idx="1429">
                  <c:v>0.0113427881265</c:v>
                </c:pt>
                <c:pt idx="1430">
                  <c:v>0.0113240428979</c:v>
                </c:pt>
                <c:pt idx="1431">
                  <c:v>0.0113052596374</c:v>
                </c:pt>
                <c:pt idx="1432">
                  <c:v>0.0112864395987</c:v>
                </c:pt>
                <c:pt idx="1433">
                  <c:v>0.0112675841335</c:v>
                </c:pt>
                <c:pt idx="1434">
                  <c:v>0.0112486946871</c:v>
                </c:pt>
                <c:pt idx="1435">
                  <c:v>0.0112297727944</c:v>
                </c:pt>
                <c:pt idx="1436">
                  <c:v>0.0112108200755</c:v>
                </c:pt>
                <c:pt idx="1437">
                  <c:v>0.0111918382312</c:v>
                </c:pt>
                <c:pt idx="1438">
                  <c:v>0.0111728290383</c:v>
                </c:pt>
                <c:pt idx="1439">
                  <c:v>0.0111537943449</c:v>
                </c:pt>
                <c:pt idx="1440">
                  <c:v>0.0111347360653</c:v>
                </c:pt>
                <c:pt idx="1441">
                  <c:v>0.0111156561755</c:v>
                </c:pt>
                <c:pt idx="1442">
                  <c:v>0.0110965567076</c:v>
                </c:pt>
                <c:pt idx="1443">
                  <c:v>0.0110774397456</c:v>
                </c:pt>
                <c:pt idx="1444">
                  <c:v>0.0110583074197</c:v>
                </c:pt>
                <c:pt idx="1445">
                  <c:v>0.0110391619018</c:v>
                </c:pt>
                <c:pt idx="1446">
                  <c:v>0.0110200054002</c:v>
                </c:pt>
                <c:pt idx="1447">
                  <c:v>0.0110008401548</c:v>
                </c:pt>
                <c:pt idx="1448">
                  <c:v>0.0109816684328</c:v>
                </c:pt>
                <c:pt idx="1449">
                  <c:v>0.010962492523</c:v>
                </c:pt>
                <c:pt idx="1450">
                  <c:v>0.0109433147322</c:v>
                </c:pt>
                <c:pt idx="1451">
                  <c:v>0.0109241373799</c:v>
                </c:pt>
                <c:pt idx="1452">
                  <c:v>0.0109049627945</c:v>
                </c:pt>
                <c:pt idx="1453">
                  <c:v>0.0108857933087</c:v>
                </c:pt>
                <c:pt idx="1454">
                  <c:v>0.0108666312556</c:v>
                </c:pt>
                <c:pt idx="1455">
                  <c:v>0.0108474789648</c:v>
                </c:pt>
                <c:pt idx="1456">
                  <c:v>0.0108283387587</c:v>
                </c:pt>
                <c:pt idx="1457">
                  <c:v>0.0108092129488</c:v>
                </c:pt>
                <c:pt idx="1458">
                  <c:v>0.0107901038322</c:v>
                </c:pt>
                <c:pt idx="1459">
                  <c:v>0.0107710136889</c:v>
                </c:pt>
                <c:pt idx="1460">
                  <c:v>0.0107519447782</c:v>
                </c:pt>
                <c:pt idx="1461">
                  <c:v>0.0107328993364</c:v>
                </c:pt>
                <c:pt idx="1462">
                  <c:v>0.0107138795736</c:v>
                </c:pt>
                <c:pt idx="1463">
                  <c:v>0.0106948876718</c:v>
                </c:pt>
                <c:pt idx="1464">
                  <c:v>0.0106759257822</c:v>
                </c:pt>
                <c:pt idx="1465">
                  <c:v>0.0106569960236</c:v>
                </c:pt>
                <c:pt idx="1466">
                  <c:v>0.0106381004799</c:v>
                </c:pt>
                <c:pt idx="1467">
                  <c:v>0.0106192411988</c:v>
                </c:pt>
                <c:pt idx="1468">
                  <c:v>0.0106004201904</c:v>
                </c:pt>
                <c:pt idx="1469">
                  <c:v>0.0105816394254</c:v>
                </c:pt>
                <c:pt idx="1470">
                  <c:v>0.0105629008339</c:v>
                </c:pt>
                <c:pt idx="1471">
                  <c:v>0.0105442063048</c:v>
                </c:pt>
                <c:pt idx="1472">
                  <c:v>0.0105255576846</c:v>
                </c:pt>
                <c:pt idx="1473">
                  <c:v>0.0105069567766</c:v>
                </c:pt>
                <c:pt idx="1474">
                  <c:v>0.0104884053403</c:v>
                </c:pt>
                <c:pt idx="1475">
                  <c:v>0.010469905091</c:v>
                </c:pt>
                <c:pt idx="1476">
                  <c:v>0.0104514576995</c:v>
                </c:pt>
                <c:pt idx="1477">
                  <c:v>0.0104330647917</c:v>
                </c:pt>
                <c:pt idx="1478">
                  <c:v>0.0104147279484</c:v>
                </c:pt>
                <c:pt idx="1479">
                  <c:v>0.0103964487055</c:v>
                </c:pt>
                <c:pt idx="1480">
                  <c:v>0.010378228554</c:v>
                </c:pt>
                <c:pt idx="1481">
                  <c:v>0.0103600689401</c:v>
                </c:pt>
                <c:pt idx="1482">
                  <c:v>0.0103419712652</c:v>
                </c:pt>
                <c:pt idx="1483">
                  <c:v>0.0103239368868</c:v>
                </c:pt>
                <c:pt idx="1484">
                  <c:v>0.0103059671184</c:v>
                </c:pt>
                <c:pt idx="1485">
                  <c:v>0.01028806323</c:v>
                </c:pt>
                <c:pt idx="1486">
                  <c:v>0.0102702264487</c:v>
                </c:pt>
                <c:pt idx="1487">
                  <c:v>0.0102524579595</c:v>
                </c:pt>
                <c:pt idx="1488">
                  <c:v>0.0102347589053</c:v>
                </c:pt>
                <c:pt idx="1489">
                  <c:v>0.0102171303881</c:v>
                </c:pt>
                <c:pt idx="1490">
                  <c:v>0.0101995734695</c:v>
                </c:pt>
                <c:pt idx="1491">
                  <c:v>0.0101820891713</c:v>
                </c:pt>
                <c:pt idx="1492">
                  <c:v>0.0101646784763</c:v>
                </c:pt>
                <c:pt idx="1493">
                  <c:v>0.0101473423293</c:v>
                </c:pt>
                <c:pt idx="1494">
                  <c:v>0.0101300816374</c:v>
                </c:pt>
                <c:pt idx="1495">
                  <c:v>0.0101128972715</c:v>
                </c:pt>
                <c:pt idx="1496">
                  <c:v>0.0100957900664</c:v>
                </c:pt>
                <c:pt idx="1497">
                  <c:v>0.010078760822</c:v>
                </c:pt>
                <c:pt idx="1498">
                  <c:v>0.0100618103041</c:v>
                </c:pt>
                <c:pt idx="1499">
                  <c:v>0.0100449392454</c:v>
                </c:pt>
                <c:pt idx="1500">
                  <c:v>0.0100281483459</c:v>
                </c:pt>
                <c:pt idx="1501">
                  <c:v>0.0100114382742</c:v>
                </c:pt>
                <c:pt idx="1502">
                  <c:v>0.00999480966802</c:v>
                </c:pt>
                <c:pt idx="1503">
                  <c:v>0.00997826313532</c:v>
                </c:pt>
                <c:pt idx="1504">
                  <c:v>0.0099617992549</c:v>
                </c:pt>
                <c:pt idx="1505">
                  <c:v>0.00994541857734</c:v>
                </c:pt>
                <c:pt idx="1506">
                  <c:v>0.00992912162577</c:v>
                </c:pt>
                <c:pt idx="1507">
                  <c:v>0.00991290889671</c:v>
                </c:pt>
                <c:pt idx="1508">
                  <c:v>0.00989678086085</c:v>
                </c:pt>
                <c:pt idx="1509">
                  <c:v>0.00988073796384</c:v>
                </c:pt>
                <c:pt idx="1510">
                  <c:v>0.00986478062704</c:v>
                </c:pt>
                <c:pt idx="1511">
                  <c:v>0.00984890924827</c:v>
                </c:pt>
                <c:pt idx="1512">
                  <c:v>0.00983312420257</c:v>
                </c:pt>
                <c:pt idx="1513">
                  <c:v>0.00981742584293</c:v>
                </c:pt>
                <c:pt idx="1514">
                  <c:v>0.00980181450094</c:v>
                </c:pt>
                <c:pt idx="1515">
                  <c:v>0.00978629048752</c:v>
                </c:pt>
                <c:pt idx="1516">
                  <c:v>0.00977085409358</c:v>
                </c:pt>
                <c:pt idx="1517">
                  <c:v>0.00975550559068</c:v>
                </c:pt>
                <c:pt idx="1518">
                  <c:v>0.0097402452316</c:v>
                </c:pt>
                <c:pt idx="1519">
                  <c:v>0.00972507325104</c:v>
                </c:pt>
                <c:pt idx="1520">
                  <c:v>0.00970998986614</c:v>
                </c:pt>
                <c:pt idx="1521">
                  <c:v>0.0096949952771</c:v>
                </c:pt>
                <c:pt idx="1522">
                  <c:v>0.00968008966769</c:v>
                </c:pt>
                <c:pt idx="1523">
                  <c:v>0.0096652732058</c:v>
                </c:pt>
                <c:pt idx="1524">
                  <c:v>0.00965054604398</c:v>
                </c:pt>
                <c:pt idx="1525">
                  <c:v>0.00963590831989</c:v>
                </c:pt>
                <c:pt idx="1526">
                  <c:v>0.00962136015681</c:v>
                </c:pt>
                <c:pt idx="1527">
                  <c:v>0.00960690166405</c:v>
                </c:pt>
                <c:pt idx="1528">
                  <c:v>0.00959253293744</c:v>
                </c:pt>
                <c:pt idx="1529">
                  <c:v>0.00957825405972</c:v>
                </c:pt>
                <c:pt idx="1530">
                  <c:v>0.00956406510094</c:v>
                </c:pt>
                <c:pt idx="1531">
                  <c:v>0.00954996611884</c:v>
                </c:pt>
                <c:pt idx="1532">
                  <c:v>0.0095359571592</c:v>
                </c:pt>
                <c:pt idx="1533">
                  <c:v>0.00952203825622</c:v>
                </c:pt>
                <c:pt idx="1534">
                  <c:v>0.00950820943282</c:v>
                </c:pt>
                <c:pt idx="1535">
                  <c:v>0.00949447070094</c:v>
                </c:pt>
                <c:pt idx="1536">
                  <c:v>0.00948082206184</c:v>
                </c:pt>
                <c:pt idx="1537">
                  <c:v>0.00946726350641</c:v>
                </c:pt>
                <c:pt idx="1538">
                  <c:v>0.00945379501535</c:v>
                </c:pt>
                <c:pt idx="1539">
                  <c:v>0.00944041655948</c:v>
                </c:pt>
                <c:pt idx="1540">
                  <c:v>0.00942712809993</c:v>
                </c:pt>
                <c:pt idx="1541">
                  <c:v>0.00941392958834</c:v>
                </c:pt>
                <c:pt idx="1542">
                  <c:v>0.00940082096707</c:v>
                </c:pt>
                <c:pt idx="1543">
                  <c:v>0.00938780216935</c:v>
                </c:pt>
                <c:pt idx="1544">
                  <c:v>0.00937487311945</c:v>
                </c:pt>
                <c:pt idx="1545">
                  <c:v>0.00936203373282</c:v>
                </c:pt>
                <c:pt idx="1546">
                  <c:v>0.0093492839162</c:v>
                </c:pt>
                <c:pt idx="1547">
                  <c:v>0.0093366235677</c:v>
                </c:pt>
                <c:pt idx="1548">
                  <c:v>0.00932405257697</c:v>
                </c:pt>
                <c:pt idx="1549">
                  <c:v>0.00931157082517</c:v>
                </c:pt>
                <c:pt idx="1550">
                  <c:v>0.0092991781851</c:v>
                </c:pt>
                <c:pt idx="1551">
                  <c:v>0.00928687452119</c:v>
                </c:pt>
                <c:pt idx="1552">
                  <c:v>0.00927465968957</c:v>
                </c:pt>
                <c:pt idx="1553">
                  <c:v>0.00926253353802</c:v>
                </c:pt>
                <c:pt idx="1554">
                  <c:v>0.009250495906</c:v>
                </c:pt>
                <c:pt idx="1555">
                  <c:v>0.00923854662459</c:v>
                </c:pt>
                <c:pt idx="1556">
                  <c:v>0.00922668551647</c:v>
                </c:pt>
                <c:pt idx="1557">
                  <c:v>0.00921491239585</c:v>
                </c:pt>
                <c:pt idx="1558">
                  <c:v>0.00920322706839</c:v>
                </c:pt>
                <c:pt idx="1559">
                  <c:v>0.00919162933109</c:v>
                </c:pt>
                <c:pt idx="1560">
                  <c:v>0.00918011897222</c:v>
                </c:pt>
                <c:pt idx="1561">
                  <c:v>0.00916869577115</c:v>
                </c:pt>
                <c:pt idx="1562">
                  <c:v>0.00915735949821</c:v>
                </c:pt>
                <c:pt idx="1563">
                  <c:v>0.00914610991457</c:v>
                </c:pt>
                <c:pt idx="1564">
                  <c:v>0.00913494677201</c:v>
                </c:pt>
                <c:pt idx="1565">
                  <c:v>0.00912386981276</c:v>
                </c:pt>
                <c:pt idx="1566">
                  <c:v>0.00911287876931</c:v>
                </c:pt>
                <c:pt idx="1567">
                  <c:v>0.00910197336412</c:v>
                </c:pt>
                <c:pt idx="1568">
                  <c:v>0.00909115330947</c:v>
                </c:pt>
                <c:pt idx="1569">
                  <c:v>0.00908041830714</c:v>
                </c:pt>
                <c:pt idx="1570">
                  <c:v>0.00906976804816</c:v>
                </c:pt>
                <c:pt idx="1571">
                  <c:v>0.00905920221257</c:v>
                </c:pt>
                <c:pt idx="1572">
                  <c:v>0.00904872046906</c:v>
                </c:pt>
                <c:pt idx="1573">
                  <c:v>0.00903832247473</c:v>
                </c:pt>
                <c:pt idx="1574">
                  <c:v>0.00902800787474</c:v>
                </c:pt>
                <c:pt idx="1575">
                  <c:v>0.00901777630196</c:v>
                </c:pt>
                <c:pt idx="1576">
                  <c:v>0.0090076273767</c:v>
                </c:pt>
                <c:pt idx="1577">
                  <c:v>0.00899756070631</c:v>
                </c:pt>
                <c:pt idx="1578">
                  <c:v>0.00898757588484</c:v>
                </c:pt>
                <c:pt idx="1579">
                  <c:v>0.00897767249268</c:v>
                </c:pt>
                <c:pt idx="1580">
                  <c:v>0.00896785009622</c:v>
                </c:pt>
                <c:pt idx="1581">
                  <c:v>0.00895810824745</c:v>
                </c:pt>
                <c:pt idx="1582">
                  <c:v>0.00894844648359</c:v>
                </c:pt>
                <c:pt idx="1583">
                  <c:v>0.00893886432677</c:v>
                </c:pt>
                <c:pt idx="1584">
                  <c:v>0.0089293612836</c:v>
                </c:pt>
                <c:pt idx="1585">
                  <c:v>0.00891993684483</c:v>
                </c:pt>
                <c:pt idx="1586">
                  <c:v>0.00891059048501</c:v>
                </c:pt>
                <c:pt idx="1587">
                  <c:v>0.00890132166211</c:v>
                </c:pt>
                <c:pt idx="1588">
                  <c:v>0.00889212981719</c:v>
                </c:pt>
                <c:pt idx="1589">
                  <c:v>0.00888301437405</c:v>
                </c:pt>
                <c:pt idx="1590">
                  <c:v>0.00887397473896</c:v>
                </c:pt>
                <c:pt idx="1591">
                  <c:v>0.00886501030028</c:v>
                </c:pt>
                <c:pt idx="1592">
                  <c:v>0.00885612042827</c:v>
                </c:pt>
                <c:pt idx="1593">
                  <c:v>0.00884730447475</c:v>
                </c:pt>
                <c:pt idx="1594">
                  <c:v>0.00883856177289</c:v>
                </c:pt>
                <c:pt idx="1595">
                  <c:v>0.008829891637</c:v>
                </c:pt>
                <c:pt idx="1596">
                  <c:v>0.00882129336233</c:v>
                </c:pt>
                <c:pt idx="1597">
                  <c:v>0.00881276622494</c:v>
                </c:pt>
                <c:pt idx="1598">
                  <c:v>0.00880430948152</c:v>
                </c:pt>
                <c:pt idx="1599">
                  <c:v>0.00879592236937</c:v>
                </c:pt>
                <c:pt idx="1600">
                  <c:v>0.00878760410628</c:v>
                </c:pt>
                <c:pt idx="1601">
                  <c:v>0.00877935389057</c:v>
                </c:pt>
                <c:pt idx="1602">
                  <c:v>0.00877117090107</c:v>
                </c:pt>
                <c:pt idx="1603">
                  <c:v>0.00876305429723</c:v>
                </c:pt>
                <c:pt idx="1604">
                  <c:v>0.00875500321921</c:v>
                </c:pt>
                <c:pt idx="1605">
                  <c:v>0.00874701678803</c:v>
                </c:pt>
                <c:pt idx="1606">
                  <c:v>0.00873909410582</c:v>
                </c:pt>
                <c:pt idx="1607">
                  <c:v>0.00873123425602</c:v>
                </c:pt>
                <c:pt idx="1608">
                  <c:v>0.00872343630372</c:v>
                </c:pt>
                <c:pt idx="1609">
                  <c:v>0.00871569929603</c:v>
                </c:pt>
                <c:pt idx="1610">
                  <c:v>0.00870802226242</c:v>
                </c:pt>
                <c:pt idx="1611">
                  <c:v>0.00870040421526</c:v>
                </c:pt>
                <c:pt idx="1612">
                  <c:v>0.00869284415029</c:v>
                </c:pt>
                <c:pt idx="1613">
                  <c:v>0.00868534104716</c:v>
                </c:pt>
                <c:pt idx="1614">
                  <c:v>0.00867789387008</c:v>
                </c:pt>
                <c:pt idx="1615">
                  <c:v>0.00867050156847</c:v>
                </c:pt>
                <c:pt idx="1616">
                  <c:v>0.00866316307765</c:v>
                </c:pt>
                <c:pt idx="1617">
                  <c:v>0.0086558773196</c:v>
                </c:pt>
                <c:pt idx="1618">
                  <c:v>0.00864864320379</c:v>
                </c:pt>
                <c:pt idx="1619">
                  <c:v>0.00864145962797</c:v>
                </c:pt>
                <c:pt idx="1620">
                  <c:v>0.00863432547911</c:v>
                </c:pt>
                <c:pt idx="1621">
                  <c:v>0.00862723963428</c:v>
                </c:pt>
                <c:pt idx="1622">
                  <c:v>0.00862020096164</c:v>
                </c:pt>
                <c:pt idx="1623">
                  <c:v>0.00861320832138</c:v>
                </c:pt>
                <c:pt idx="1624">
                  <c:v>0.00860626056679</c:v>
                </c:pt>
                <c:pt idx="1625">
                  <c:v>0.00859935654529</c:v>
                </c:pt>
                <c:pt idx="1626">
                  <c:v>0.00859249509946</c:v>
                </c:pt>
                <c:pt idx="1627">
                  <c:v>0.00858567506815</c:v>
                </c:pt>
                <c:pt idx="1628">
                  <c:v>0.00857889528758</c:v>
                </c:pt>
                <c:pt idx="1629">
                  <c:v>0.00857215459241</c:v>
                </c:pt>
                <c:pt idx="1630">
                  <c:v>0.0085654518169</c:v>
                </c:pt>
                <c:pt idx="1631">
                  <c:v>0.00855878579596</c:v>
                </c:pt>
                <c:pt idx="1632">
                  <c:v>0.0085521553663</c:v>
                </c:pt>
                <c:pt idx="1633">
                  <c:v>0.00854555936748</c:v>
                </c:pt>
                <c:pt idx="1634">
                  <c:v>0.00853899664307</c:v>
                </c:pt>
                <c:pt idx="1635">
                  <c:v>0.00853246604165</c:v>
                </c:pt>
                <c:pt idx="1636">
                  <c:v>0.00852596641788</c:v>
                </c:pt>
                <c:pt idx="1637">
                  <c:v>0.00851949663353</c:v>
                </c:pt>
                <c:pt idx="1638">
                  <c:v>0.0085130555585</c:v>
                </c:pt>
                <c:pt idx="1639">
                  <c:v>0.00850664207175</c:v>
                </c:pt>
                <c:pt idx="1640">
                  <c:v>0.00850025506224</c:v>
                </c:pt>
                <c:pt idx="1641">
                  <c:v>0.00849389342986</c:v>
                </c:pt>
                <c:pt idx="1642">
                  <c:v>0.00848755608624</c:v>
                </c:pt>
                <c:pt idx="1643">
                  <c:v>0.00848124195561</c:v>
                </c:pt>
                <c:pt idx="1644">
                  <c:v>0.00847494997553</c:v>
                </c:pt>
                <c:pt idx="1645">
                  <c:v>0.00846867909763</c:v>
                </c:pt>
                <c:pt idx="1646">
                  <c:v>0.00846242828831</c:v>
                </c:pt>
                <c:pt idx="1647">
                  <c:v>0.00845619652934</c:v>
                </c:pt>
                <c:pt idx="1648">
                  <c:v>0.00844998281841</c:v>
                </c:pt>
                <c:pt idx="1649">
                  <c:v>0.00844378616972</c:v>
                </c:pt>
                <c:pt idx="1650">
                  <c:v>0.00843760561442</c:v>
                </c:pt>
                <c:pt idx="1651">
                  <c:v>0.00843144020102</c:v>
                </c:pt>
                <c:pt idx="1652">
                  <c:v>0.00842528899579</c:v>
                </c:pt>
                <c:pt idx="1653">
                  <c:v>0.00841915108306</c:v>
                </c:pt>
                <c:pt idx="1654">
                  <c:v>0.00841302556551</c:v>
                </c:pt>
                <c:pt idx="1655">
                  <c:v>0.00840691156435</c:v>
                </c:pt>
                <c:pt idx="1656">
                  <c:v>0.00840080821956</c:v>
                </c:pt>
                <c:pt idx="1657">
                  <c:v>0.00839471468996</c:v>
                </c:pt>
                <c:pt idx="1658">
                  <c:v>0.00838863015332</c:v>
                </c:pt>
                <c:pt idx="1659">
                  <c:v>0.00838255380637</c:v>
                </c:pt>
                <c:pt idx="1660">
                  <c:v>0.00837648486484</c:v>
                </c:pt>
                <c:pt idx="1661">
                  <c:v>0.00837042256337</c:v>
                </c:pt>
                <c:pt idx="1662">
                  <c:v>0.00836436615544</c:v>
                </c:pt>
                <c:pt idx="1663">
                  <c:v>0.00835831491329</c:v>
                </c:pt>
                <c:pt idx="1664">
                  <c:v>0.00835226812769</c:v>
                </c:pt>
                <c:pt idx="1665">
                  <c:v>0.00834622510786</c:v>
                </c:pt>
                <c:pt idx="1666">
                  <c:v>0.00834018518115</c:v>
                </c:pt>
                <c:pt idx="1667">
                  <c:v>0.00833414769287</c:v>
                </c:pt>
                <c:pt idx="1668">
                  <c:v>0.008328112006</c:v>
                </c:pt>
                <c:pt idx="1669">
                  <c:v>0.00832207750093</c:v>
                </c:pt>
                <c:pt idx="1670">
                  <c:v>0.00831604357511</c:v>
                </c:pt>
                <c:pt idx="1671">
                  <c:v>0.00831000964273</c:v>
                </c:pt>
                <c:pt idx="1672">
                  <c:v>0.00830397513443</c:v>
                </c:pt>
                <c:pt idx="1673">
                  <c:v>0.00829793949686</c:v>
                </c:pt>
                <c:pt idx="1674">
                  <c:v>0.00829190219239</c:v>
                </c:pt>
                <c:pt idx="1675">
                  <c:v>0.00828586269867</c:v>
                </c:pt>
                <c:pt idx="1676">
                  <c:v>0.00827982050825</c:v>
                </c:pt>
                <c:pt idx="1677">
                  <c:v>0.00827377512821</c:v>
                </c:pt>
                <c:pt idx="1678">
                  <c:v>0.00826772607973</c:v>
                </c:pt>
                <c:pt idx="1679">
                  <c:v>0.00826167289767</c:v>
                </c:pt>
                <c:pt idx="1680">
                  <c:v>0.00825561513018</c:v>
                </c:pt>
                <c:pt idx="1681">
                  <c:v>0.00824955233827</c:v>
                </c:pt>
                <c:pt idx="1682">
                  <c:v>0.00824348409539</c:v>
                </c:pt>
                <c:pt idx="1683">
                  <c:v>0.00823740998702</c:v>
                </c:pt>
                <c:pt idx="1684">
                  <c:v>0.00823132961022</c:v>
                </c:pt>
                <c:pt idx="1685">
                  <c:v>0.00822524257326</c:v>
                </c:pt>
                <c:pt idx="1686">
                  <c:v>0.00821914849517</c:v>
                </c:pt>
                <c:pt idx="1687">
                  <c:v>0.00821304700533</c:v>
                </c:pt>
                <c:pt idx="1688">
                  <c:v>0.00820693774308</c:v>
                </c:pt>
                <c:pt idx="1689">
                  <c:v>0.0082008203573</c:v>
                </c:pt>
                <c:pt idx="1690">
                  <c:v>0.00819469450599</c:v>
                </c:pt>
                <c:pt idx="1691">
                  <c:v>0.00818855985593</c:v>
                </c:pt>
                <c:pt idx="1692">
                  <c:v>0.00818241608224</c:v>
                </c:pt>
                <c:pt idx="1693">
                  <c:v>0.00817626286802</c:v>
                </c:pt>
                <c:pt idx="1694">
                  <c:v>0.00817009990397</c:v>
                </c:pt>
                <c:pt idx="1695">
                  <c:v>0.00816392688805</c:v>
                </c:pt>
                <c:pt idx="1696">
                  <c:v>0.00815774352507</c:v>
                </c:pt>
                <c:pt idx="1697">
                  <c:v>0.00815154952639</c:v>
                </c:pt>
                <c:pt idx="1698">
                  <c:v>0.00814534460959</c:v>
                </c:pt>
                <c:pt idx="1699">
                  <c:v>0.00813912849809</c:v>
                </c:pt>
                <c:pt idx="1700">
                  <c:v>0.00813290092088</c:v>
                </c:pt>
                <c:pt idx="1701">
                  <c:v>0.0081266616122</c:v>
                </c:pt>
                <c:pt idx="1702">
                  <c:v>0.00812041031126</c:v>
                </c:pt>
                <c:pt idx="1703">
                  <c:v>0.00811414676196</c:v>
                </c:pt>
                <c:pt idx="1704">
                  <c:v>0.0081078707126</c:v>
                </c:pt>
                <c:pt idx="1705">
                  <c:v>0.00810158191568</c:v>
                </c:pt>
                <c:pt idx="1706">
                  <c:v>0.00809528012761</c:v>
                </c:pt>
                <c:pt idx="1707">
                  <c:v>0.00808896510856</c:v>
                </c:pt>
                <c:pt idx="1708">
                  <c:v>0.00808263662218</c:v>
                </c:pt>
                <c:pt idx="1709">
                  <c:v>0.00807629443548</c:v>
                </c:pt>
                <c:pt idx="1710">
                  <c:v>0.00806993831862</c:v>
                </c:pt>
                <c:pt idx="1711">
                  <c:v>0.00806356804479</c:v>
                </c:pt>
                <c:pt idx="1712">
                  <c:v>0.00805718339005</c:v>
                </c:pt>
                <c:pt idx="1713">
                  <c:v>0.00805078413323</c:v>
                </c:pt>
                <c:pt idx="1714">
                  <c:v>0.00804437005584</c:v>
                </c:pt>
                <c:pt idx="1715">
                  <c:v>0.00803794094197</c:v>
                </c:pt>
                <c:pt idx="1716">
                  <c:v>0.00803149657826</c:v>
                </c:pt>
                <c:pt idx="1717">
                  <c:v>0.00802503675385</c:v>
                </c:pt>
                <c:pt idx="1718">
                  <c:v>0.00801856126036</c:v>
                </c:pt>
                <c:pt idx="1719">
                  <c:v>0.00801206989189</c:v>
                </c:pt>
                <c:pt idx="1720">
                  <c:v>0.00800556244505</c:v>
                </c:pt>
                <c:pt idx="1721">
                  <c:v>0.00799903871896</c:v>
                </c:pt>
                <c:pt idx="1722">
                  <c:v>0.00799249851536</c:v>
                </c:pt>
                <c:pt idx="1723">
                  <c:v>0.00798594163866</c:v>
                </c:pt>
                <c:pt idx="1724">
                  <c:v>0.00797936789602</c:v>
                </c:pt>
                <c:pt idx="1725">
                  <c:v>0.00797277709747</c:v>
                </c:pt>
                <c:pt idx="1726">
                  <c:v>0.00796616905605</c:v>
                </c:pt>
                <c:pt idx="1727">
                  <c:v>0.00795954358793</c:v>
                </c:pt>
                <c:pt idx="1728">
                  <c:v>0.00795290051258</c:v>
                </c:pt>
                <c:pt idx="1729">
                  <c:v>0.00794623965295</c:v>
                </c:pt>
                <c:pt idx="1730">
                  <c:v>0.00793956083564</c:v>
                </c:pt>
                <c:pt idx="1731">
                  <c:v>0.0079328638911</c:v>
                </c:pt>
                <c:pt idx="1732">
                  <c:v>0.00792614865387</c:v>
                </c:pt>
                <c:pt idx="1733">
                  <c:v>0.00791941496275</c:v>
                </c:pt>
                <c:pt idx="1734">
                  <c:v>0.00791266266108</c:v>
                </c:pt>
                <c:pt idx="1735">
                  <c:v>0.00790589159697</c:v>
                </c:pt>
                <c:pt idx="1736">
                  <c:v>0.00789910162352</c:v>
                </c:pt>
                <c:pt idx="1737">
                  <c:v>0.00789229259914</c:v>
                </c:pt>
                <c:pt idx="1738">
                  <c:v>0.00788546438774</c:v>
                </c:pt>
                <c:pt idx="1739">
                  <c:v>0.00787861685905</c:v>
                </c:pt>
                <c:pt idx="1740">
                  <c:v>0.00787174988887</c:v>
                </c:pt>
                <c:pt idx="1741">
                  <c:v>0.00786486335937</c:v>
                </c:pt>
                <c:pt idx="1742">
                  <c:v>0.00785795715933</c:v>
                </c:pt>
                <c:pt idx="1743">
                  <c:v>0.00785103118446</c:v>
                </c:pt>
                <c:pt idx="1744">
                  <c:v>0.00784408533768</c:v>
                </c:pt>
                <c:pt idx="1745">
                  <c:v>0.00783711952936</c:v>
                </c:pt>
                <c:pt idx="1746">
                  <c:v>0.00783013367765</c:v>
                </c:pt>
                <c:pt idx="1747">
                  <c:v>0.00782312770876</c:v>
                </c:pt>
                <c:pt idx="1748">
                  <c:v>0.00781610155719</c:v>
                </c:pt>
                <c:pt idx="1749">
                  <c:v>0.00780905516607</c:v>
                </c:pt>
                <c:pt idx="1750">
                  <c:v>0.00780198848738</c:v>
                </c:pt>
                <c:pt idx="1751">
                  <c:v>0.00779490148229</c:v>
                </c:pt>
                <c:pt idx="1752">
                  <c:v>0.00778779412133</c:v>
                </c:pt>
                <c:pt idx="1753">
                  <c:v>0.00778066638476</c:v>
                </c:pt>
                <c:pt idx="1754">
                  <c:v>0.00777351826275</c:v>
                </c:pt>
                <c:pt idx="1755">
                  <c:v>0.00776634975568</c:v>
                </c:pt>
                <c:pt idx="1756">
                  <c:v>0.00775916087437</c:v>
                </c:pt>
                <c:pt idx="1757">
                  <c:v>0.00775195164033</c:v>
                </c:pt>
                <c:pt idx="1758">
                  <c:v>0.00774472208601</c:v>
                </c:pt>
                <c:pt idx="1759">
                  <c:v>0.00773747225502</c:v>
                </c:pt>
                <c:pt idx="1760">
                  <c:v>0.00773020220238</c:v>
                </c:pt>
                <c:pt idx="1761">
                  <c:v>0.0077229119947</c:v>
                </c:pt>
                <c:pt idx="1762">
                  <c:v>0.00771560171046</c:v>
                </c:pt>
                <c:pt idx="1763">
                  <c:v>0.00770827144017</c:v>
                </c:pt>
                <c:pt idx="1764">
                  <c:v>0.0077009212866</c:v>
                </c:pt>
                <c:pt idx="1765">
                  <c:v>0.00769355136495</c:v>
                </c:pt>
                <c:pt idx="1766">
                  <c:v>0.00768616180307</c:v>
                </c:pt>
                <c:pt idx="1767">
                  <c:v>0.00767875274164</c:v>
                </c:pt>
                <c:pt idx="1768">
                  <c:v>0.00767132433432</c:v>
                </c:pt>
                <c:pt idx="1769">
                  <c:v>0.00766387674793</c:v>
                </c:pt>
                <c:pt idx="1770">
                  <c:v>0.00765641016259</c:v>
                </c:pt>
                <c:pt idx="1771">
                  <c:v>0.0076489247719</c:v>
                </c:pt>
                <c:pt idx="1772">
                  <c:v>0.00764142078304</c:v>
                </c:pt>
                <c:pt idx="1773">
                  <c:v>0.0076338984169</c:v>
                </c:pt>
                <c:pt idx="1774">
                  <c:v>0.0076263579082</c:v>
                </c:pt>
                <c:pt idx="1775">
                  <c:v>0.00761879950558</c:v>
                </c:pt>
                <c:pt idx="1776">
                  <c:v>0.00761122347169</c:v>
                </c:pt>
                <c:pt idx="1777">
                  <c:v>0.00760363008322</c:v>
                </c:pt>
                <c:pt idx="1778">
                  <c:v>0.007596019631</c:v>
                </c:pt>
                <c:pt idx="1779">
                  <c:v>0.00758839242</c:v>
                </c:pt>
                <c:pt idx="1780">
                  <c:v>0.00758074876936</c:v>
                </c:pt>
                <c:pt idx="1781">
                  <c:v>0.00757308901233</c:v>
                </c:pt>
                <c:pt idx="1782">
                  <c:v>0.00756541349632</c:v>
                </c:pt>
                <c:pt idx="1783">
                  <c:v>0.00755772258278</c:v>
                </c:pt>
                <c:pt idx="1784">
                  <c:v>0.00755001664712</c:v>
                </c:pt>
                <c:pt idx="1785">
                  <c:v>0.00754229607865</c:v>
                </c:pt>
                <c:pt idx="1786">
                  <c:v>0.0075345612804</c:v>
                </c:pt>
                <c:pt idx="1787">
                  <c:v>0.00752681266897</c:v>
                </c:pt>
                <c:pt idx="1788">
                  <c:v>0.00751905067433</c:v>
                </c:pt>
                <c:pt idx="1789">
                  <c:v>0.00751127573959</c:v>
                </c:pt>
                <c:pt idx="1790">
                  <c:v>0.00750348832076</c:v>
                </c:pt>
                <c:pt idx="1791">
                  <c:v>0.00749568888641</c:v>
                </c:pt>
                <c:pt idx="1792">
                  <c:v>0.00748787791741</c:v>
                </c:pt>
                <c:pt idx="1793">
                  <c:v>0.00748005590647</c:v>
                </c:pt>
                <c:pt idx="1794">
                  <c:v>0.00747222335782</c:v>
                </c:pt>
                <c:pt idx="1795">
                  <c:v>0.00746438078672</c:v>
                </c:pt>
                <c:pt idx="1796">
                  <c:v>0.00745652871901</c:v>
                </c:pt>
                <c:pt idx="1797">
                  <c:v>0.00744866769056</c:v>
                </c:pt>
                <c:pt idx="1798">
                  <c:v>0.00744079824675</c:v>
                </c:pt>
                <c:pt idx="1799">
                  <c:v>0.00743292094187</c:v>
                </c:pt>
                <c:pt idx="1800">
                  <c:v>0.00742503633846</c:v>
                </c:pt>
                <c:pt idx="1801">
                  <c:v>0.00741714500669</c:v>
                </c:pt>
                <c:pt idx="1802">
                  <c:v>0.00740924752364</c:v>
                </c:pt>
                <c:pt idx="1803">
                  <c:v>0.00740134447255</c:v>
                </c:pt>
                <c:pt idx="1804">
                  <c:v>0.0073934364421</c:v>
                </c:pt>
                <c:pt idx="1805">
                  <c:v>0.00738552402555</c:v>
                </c:pt>
                <c:pt idx="1806">
                  <c:v>0.00737760781997</c:v>
                </c:pt>
                <c:pt idx="1807">
                  <c:v>0.00736968842534</c:v>
                </c:pt>
                <c:pt idx="1808">
                  <c:v>0.00736176644372</c:v>
                </c:pt>
                <c:pt idx="1809">
                  <c:v>0.00735384247833</c:v>
                </c:pt>
                <c:pt idx="1810">
                  <c:v>0.0073459171326</c:v>
                </c:pt>
                <c:pt idx="1811">
                  <c:v>0.00733799100931</c:v>
                </c:pt>
                <c:pt idx="1812">
                  <c:v>0.00733006470959</c:v>
                </c:pt>
                <c:pt idx="1813">
                  <c:v>0.00732213883198</c:v>
                </c:pt>
                <c:pt idx="1814">
                  <c:v>0.0073142139715</c:v>
                </c:pt>
                <c:pt idx="1815">
                  <c:v>0.00730629071865</c:v>
                </c:pt>
                <c:pt idx="1816">
                  <c:v>0.00729836965848</c:v>
                </c:pt>
                <c:pt idx="1817">
                  <c:v>0.00729045136965</c:v>
                </c:pt>
                <c:pt idx="1818">
                  <c:v>0.00728253642346</c:v>
                </c:pt>
                <c:pt idx="1819">
                  <c:v>0.00727462538296</c:v>
                </c:pt>
                <c:pt idx="1820">
                  <c:v>0.00726671880202</c:v>
                </c:pt>
                <c:pt idx="1821">
                  <c:v>0.00725881722446</c:v>
                </c:pt>
                <c:pt idx="1822">
                  <c:v>0.00725092118318</c:v>
                </c:pt>
                <c:pt idx="1823">
                  <c:v>0.00724303119935</c:v>
                </c:pt>
                <c:pt idx="1824">
                  <c:v>0.00723514778161</c:v>
                </c:pt>
                <c:pt idx="1825">
                  <c:v>0.0072272714253</c:v>
                </c:pt>
                <c:pt idx="1826">
                  <c:v>0.00721940261177</c:v>
                </c:pt>
                <c:pt idx="1827">
                  <c:v>0.00721154180767</c:v>
                </c:pt>
                <c:pt idx="1828">
                  <c:v>0.00720368946435</c:v>
                </c:pt>
                <c:pt idx="1829">
                  <c:v>0.00719584601728</c:v>
                </c:pt>
                <c:pt idx="1830">
                  <c:v>0.0071880118855</c:v>
                </c:pt>
                <c:pt idx="1831">
                  <c:v>0.00718018747115</c:v>
                </c:pt>
                <c:pt idx="1832">
                  <c:v>0.00717237315907</c:v>
                </c:pt>
                <c:pt idx="1833">
                  <c:v>0.0071645693164</c:v>
                </c:pt>
                <c:pt idx="1834">
                  <c:v>0.00715677629229</c:v>
                </c:pt>
                <c:pt idx="1835">
                  <c:v>0.00714899441765</c:v>
                </c:pt>
                <c:pt idx="1836">
                  <c:v>0.00714122400493</c:v>
                </c:pt>
                <c:pt idx="1837">
                  <c:v>0.00713346534802</c:v>
                </c:pt>
                <c:pt idx="1838">
                  <c:v>0.00712571872212</c:v>
                </c:pt>
                <c:pt idx="1839">
                  <c:v>0.00711798438377</c:v>
                </c:pt>
                <c:pt idx="1840">
                  <c:v>0.00711026257084</c:v>
                </c:pt>
                <c:pt idx="1841">
                  <c:v>0.00710255350264</c:v>
                </c:pt>
                <c:pt idx="1842">
                  <c:v>0.00709485738004</c:v>
                </c:pt>
                <c:pt idx="1843">
                  <c:v>0.00708717438569</c:v>
                </c:pt>
                <c:pt idx="1844">
                  <c:v>0.00707950468425</c:v>
                </c:pt>
                <c:pt idx="1845">
                  <c:v>0.00707184842265</c:v>
                </c:pt>
                <c:pt idx="1846">
                  <c:v>0.00706420573045</c:v>
                </c:pt>
                <c:pt idx="1847">
                  <c:v>0.00705657672022</c:v>
                </c:pt>
                <c:pt idx="1848">
                  <c:v>0.00704896148795</c:v>
                </c:pt>
                <c:pt idx="1849">
                  <c:v>0.00704136011347</c:v>
                </c:pt>
                <c:pt idx="1850">
                  <c:v>0.00703377266096</c:v>
                </c:pt>
                <c:pt idx="1851">
                  <c:v>0.00702619917948</c:v>
                </c:pt>
                <c:pt idx="1852">
                  <c:v>0.00701863970347</c:v>
                </c:pt>
                <c:pt idx="1853">
                  <c:v>0.00701109425333</c:v>
                </c:pt>
                <c:pt idx="1854">
                  <c:v>0.00700356283601</c:v>
                </c:pt>
                <c:pt idx="1855">
                  <c:v>0.00699604544563</c:v>
                </c:pt>
                <c:pt idx="1856">
                  <c:v>0.00698854206403</c:v>
                </c:pt>
                <c:pt idx="1857">
                  <c:v>0.00698105266147</c:v>
                </c:pt>
                <c:pt idx="1858">
                  <c:v>0.00697357719721</c:v>
                </c:pt>
                <c:pt idx="1859">
                  <c:v>0.00696611562018</c:v>
                </c:pt>
                <c:pt idx="1860">
                  <c:v>0.00695866786957</c:v>
                </c:pt>
                <c:pt idx="1861">
                  <c:v>0.00695123387555</c:v>
                </c:pt>
                <c:pt idx="1862">
                  <c:v>0.00694381355981</c:v>
                </c:pt>
                <c:pt idx="1863">
                  <c:v>0.00693640683625</c:v>
                </c:pt>
                <c:pt idx="1864">
                  <c:v>0.00692901361157</c:v>
                </c:pt>
                <c:pt idx="1865">
                  <c:v>0.00692163378587</c:v>
                </c:pt>
                <c:pt idx="1866">
                  <c:v>0.00691426725326</c:v>
                </c:pt>
                <c:pt idx="1867">
                  <c:v>0.00690691390245</c:v>
                </c:pt>
                <c:pt idx="1868">
                  <c:v>0.00689957361725</c:v>
                </c:pt>
                <c:pt idx="1869">
                  <c:v>0.00689224627718</c:v>
                </c:pt>
                <c:pt idx="1870">
                  <c:v>0.00688493175797</c:v>
                </c:pt>
                <c:pt idx="1871">
                  <c:v>0.00687762993202</c:v>
                </c:pt>
                <c:pt idx="1872">
                  <c:v>0.00687034066896</c:v>
                </c:pt>
                <c:pt idx="1873">
                  <c:v>0.00686306383604</c:v>
                </c:pt>
                <c:pt idx="1874">
                  <c:v>0.00685579929859</c:v>
                </c:pt>
                <c:pt idx="1875">
                  <c:v>0.00684854692043</c:v>
                </c:pt>
                <c:pt idx="1876">
                  <c:v>0.00684130656427</c:v>
                </c:pt>
                <c:pt idx="1877">
                  <c:v>0.00683407809203</c:v>
                </c:pt>
                <c:pt idx="1878">
                  <c:v>0.00682686136525</c:v>
                </c:pt>
                <c:pt idx="1879">
                  <c:v>0.00681965624533</c:v>
                </c:pt>
                <c:pt idx="1880">
                  <c:v>0.00681246259387</c:v>
                </c:pt>
                <c:pt idx="1881">
                  <c:v>0.00680528027294</c:v>
                </c:pt>
                <c:pt idx="1882">
                  <c:v>0.00679810914528</c:v>
                </c:pt>
                <c:pt idx="1883">
                  <c:v>0.00679094907458</c:v>
                </c:pt>
                <c:pt idx="1884">
                  <c:v>0.00678379992566</c:v>
                </c:pt>
                <c:pt idx="1885">
                  <c:v>0.00677666156462</c:v>
                </c:pt>
                <c:pt idx="1886">
                  <c:v>0.00676953385906</c:v>
                </c:pt>
                <c:pt idx="1887">
                  <c:v>0.00676241667816</c:v>
                </c:pt>
                <c:pt idx="1888">
                  <c:v>0.00675530989285</c:v>
                </c:pt>
                <c:pt idx="1889">
                  <c:v>0.00674821337588</c:v>
                </c:pt>
                <c:pt idx="1890">
                  <c:v>0.00674112700192</c:v>
                </c:pt>
                <c:pt idx="1891">
                  <c:v>0.00673405064761</c:v>
                </c:pt>
                <c:pt idx="1892">
                  <c:v>0.00672698419165</c:v>
                </c:pt>
                <c:pt idx="1893">
                  <c:v>0.0067199275148</c:v>
                </c:pt>
                <c:pt idx="1894">
                  <c:v>0.00671288049992</c:v>
                </c:pt>
                <c:pt idx="1895">
                  <c:v>0.00670584303196</c:v>
                </c:pt>
                <c:pt idx="1896">
                  <c:v>0.00669881499798</c:v>
                </c:pt>
                <c:pt idx="1897">
                  <c:v>0.00669179628712</c:v>
                </c:pt>
                <c:pt idx="1898">
                  <c:v>0.00668478679056</c:v>
                </c:pt>
                <c:pt idx="1899">
                  <c:v>0.00667778640148</c:v>
                </c:pt>
                <c:pt idx="1900">
                  <c:v>0.00667079501504</c:v>
                </c:pt>
                <c:pt idx="1901">
                  <c:v>0.00666381252827</c:v>
                </c:pt>
                <c:pt idx="1902">
                  <c:v>0.00665683884002</c:v>
                </c:pt>
                <c:pt idx="1903">
                  <c:v>0.00664987385088</c:v>
                </c:pt>
                <c:pt idx="1904">
                  <c:v>0.0066429174631</c:v>
                </c:pt>
                <c:pt idx="1905">
                  <c:v>0.00663596958045</c:v>
                </c:pt>
                <c:pt idx="1906">
                  <c:v>0.00662903010817</c:v>
                </c:pt>
                <c:pt idx="1907">
                  <c:v>0.0066220989528</c:v>
                </c:pt>
                <c:pt idx="1908">
                  <c:v>0.00661517602213</c:v>
                </c:pt>
                <c:pt idx="1909">
                  <c:v>0.006608261225</c:v>
                </c:pt>
                <c:pt idx="1910">
                  <c:v>0.00660135447122</c:v>
                </c:pt>
                <c:pt idx="1911">
                  <c:v>0.00659445567141</c:v>
                </c:pt>
                <c:pt idx="1912">
                  <c:v>0.00658756473688</c:v>
                </c:pt>
                <c:pt idx="1913">
                  <c:v>0.00658068157949</c:v>
                </c:pt>
                <c:pt idx="1914">
                  <c:v>0.00657380611146</c:v>
                </c:pt>
                <c:pt idx="1915">
                  <c:v>0.0065669382453</c:v>
                </c:pt>
                <c:pt idx="1916">
                  <c:v>0.0065600778936</c:v>
                </c:pt>
                <c:pt idx="1917">
                  <c:v>0.00655322496889</c:v>
                </c:pt>
                <c:pt idx="1918">
                  <c:v>0.00654637938353</c:v>
                </c:pt>
                <c:pt idx="1919">
                  <c:v>0.00653954104953</c:v>
                </c:pt>
                <c:pt idx="1920">
                  <c:v>0.00653270987844</c:v>
                </c:pt>
                <c:pt idx="1921">
                  <c:v>0.00652588578115</c:v>
                </c:pt>
                <c:pt idx="1922">
                  <c:v>0.00651906866783</c:v>
                </c:pt>
                <c:pt idx="1923">
                  <c:v>0.00651225844776</c:v>
                </c:pt>
                <c:pt idx="1924">
                  <c:v>0.0065054550292</c:v>
                </c:pt>
                <c:pt idx="1925">
                  <c:v>0.00649865831929</c:v>
                </c:pt>
                <c:pt idx="1926">
                  <c:v>0.00649186822395</c:v>
                </c:pt>
                <c:pt idx="1927">
                  <c:v>0.00648508464775</c:v>
                </c:pt>
                <c:pt idx="1928">
                  <c:v>0.00647830749385</c:v>
                </c:pt>
                <c:pt idx="1929">
                  <c:v>0.00647153666393</c:v>
                </c:pt>
                <c:pt idx="1930">
                  <c:v>0.00646477205808</c:v>
                </c:pt>
                <c:pt idx="1931">
                  <c:v>0.00645801357479</c:v>
                </c:pt>
                <c:pt idx="1932">
                  <c:v>0.0064512611109</c:v>
                </c:pt>
                <c:pt idx="1933">
                  <c:v>0.00644451456155</c:v>
                </c:pt>
                <c:pt idx="1934">
                  <c:v>0.00643777382021</c:v>
                </c:pt>
                <c:pt idx="1935">
                  <c:v>0.00643103877866</c:v>
                </c:pt>
                <c:pt idx="1936">
                  <c:v>0.00642430932701</c:v>
                </c:pt>
                <c:pt idx="1937">
                  <c:v>0.00641758535373</c:v>
                </c:pt>
                <c:pt idx="1938">
                  <c:v>0.00641086674576</c:v>
                </c:pt>
                <c:pt idx="1939">
                  <c:v>0.00640415338851</c:v>
                </c:pt>
                <c:pt idx="1940">
                  <c:v>0.00639744516597</c:v>
                </c:pt>
                <c:pt idx="1941">
                  <c:v>0.00639074196085</c:v>
                </c:pt>
                <c:pt idx="1942">
                  <c:v>0.00638404365466</c:v>
                </c:pt>
                <c:pt idx="1943">
                  <c:v>0.00637735012788</c:v>
                </c:pt>
                <c:pt idx="1944">
                  <c:v>0.00637066126011</c:v>
                </c:pt>
                <c:pt idx="1945">
                  <c:v>0.00636397693023</c:v>
                </c:pt>
                <c:pt idx="1946">
                  <c:v>0.00635729701663</c:v>
                </c:pt>
                <c:pt idx="1947">
                  <c:v>0.00635062139736</c:v>
                </c:pt>
                <c:pt idx="1948">
                  <c:v>0.00634394995041</c:v>
                </c:pt>
                <c:pt idx="1949">
                  <c:v>0.00633728255392</c:v>
                </c:pt>
                <c:pt idx="1950">
                  <c:v>0.00633061908642</c:v>
                </c:pt>
                <c:pt idx="1951">
                  <c:v>0.00632395942713</c:v>
                </c:pt>
                <c:pt idx="1952">
                  <c:v>0.00631730345621</c:v>
                </c:pt>
                <c:pt idx="1953">
                  <c:v>0.00631065105507</c:v>
                </c:pt>
                <c:pt idx="1954">
                  <c:v>0.00630400210665</c:v>
                </c:pt>
                <c:pt idx="1955">
                  <c:v>0.00629735649573</c:v>
                </c:pt>
                <c:pt idx="1956">
                  <c:v>0.00629071410927</c:v>
                </c:pt>
                <c:pt idx="1957">
                  <c:v>0.00628407483673</c:v>
                </c:pt>
                <c:pt idx="1958">
                  <c:v>0.00627743857039</c:v>
                </c:pt>
                <c:pt idx="1959">
                  <c:v>0.00627080520568</c:v>
                </c:pt>
                <c:pt idx="1960">
                  <c:v>0.00626417464157</c:v>
                </c:pt>
                <c:pt idx="1961">
                  <c:v>0.00625754678085</c:v>
                </c:pt>
                <c:pt idx="1962">
                  <c:v>0.00625092153052</c:v>
                </c:pt>
                <c:pt idx="1963">
                  <c:v>0.00624429880212</c:v>
                </c:pt>
                <c:pt idx="1964">
                  <c:v>0.00623767851207</c:v>
                </c:pt>
                <c:pt idx="1965">
                  <c:v>0.00623106058205</c:v>
                </c:pt>
                <c:pt idx="1966">
                  <c:v>0.00622444493928</c:v>
                </c:pt>
                <c:pt idx="1967">
                  <c:v>0.0062178315169</c:v>
                </c:pt>
                <c:pt idx="1968">
                  <c:v>0.00621122025431</c:v>
                </c:pt>
                <c:pt idx="1969">
                  <c:v>0.00620461109745</c:v>
                </c:pt>
                <c:pt idx="1970">
                  <c:v>0.00619800399913</c:v>
                </c:pt>
                <c:pt idx="1971">
                  <c:v>0.00619139891938</c:v>
                </c:pt>
                <c:pt idx="1972">
                  <c:v>0.00618479582568</c:v>
                </c:pt>
                <c:pt idx="1973">
                  <c:v>0.0061781946933</c:v>
                </c:pt>
                <c:pt idx="1974">
                  <c:v>0.00617159550554</c:v>
                </c:pt>
                <c:pt idx="1975">
                  <c:v>0.006164998254</c:v>
                </c:pt>
                <c:pt idx="1976">
                  <c:v>0.00615840293884</c:v>
                </c:pt>
                <c:pt idx="1977">
                  <c:v>0.00615180956899</c:v>
                </c:pt>
                <c:pt idx="1978">
                  <c:v>0.00614521816238</c:v>
                </c:pt>
                <c:pt idx="1979">
                  <c:v>0.00613862874614</c:v>
                </c:pt>
                <c:pt idx="1980">
                  <c:v>0.00613204135678</c:v>
                </c:pt>
                <c:pt idx="1981">
                  <c:v>0.00612545604033</c:v>
                </c:pt>
                <c:pt idx="1982">
                  <c:v>0.00611887285253</c:v>
                </c:pt>
                <c:pt idx="1983">
                  <c:v>0.00611229185893</c:v>
                </c:pt>
                <c:pt idx="1984">
                  <c:v>0.00610571313497</c:v>
                </c:pt>
                <c:pt idx="1985">
                  <c:v>0.00609913676613</c:v>
                </c:pt>
                <c:pt idx="1986">
                  <c:v>0.00609256284792</c:v>
                </c:pt>
                <c:pt idx="1987">
                  <c:v>0.00608599148598</c:v>
                </c:pt>
                <c:pt idx="1988">
                  <c:v>0.00607942279606</c:v>
                </c:pt>
                <c:pt idx="1989">
                  <c:v>0.00607285690405</c:v>
                </c:pt>
                <c:pt idx="1990">
                  <c:v>0.00606629394591</c:v>
                </c:pt>
                <c:pt idx="1991">
                  <c:v>0.00605973406767</c:v>
                </c:pt>
                <c:pt idx="1992">
                  <c:v>0.00605317742533</c:v>
                </c:pt>
                <c:pt idx="1993">
                  <c:v>0.00604662418475</c:v>
                </c:pt>
                <c:pt idx="1994">
                  <c:v>0.00604007452156</c:v>
                </c:pt>
                <c:pt idx="1995">
                  <c:v>0.00603352862101</c:v>
                </c:pt>
                <c:pt idx="1996">
                  <c:v>0.00602698667778</c:v>
                </c:pt>
                <c:pt idx="1997">
                  <c:v>0.0060204488958</c:v>
                </c:pt>
                <c:pt idx="1998">
                  <c:v>0.00601391548804</c:v>
                </c:pt>
                <c:pt idx="1999">
                  <c:v>0.00600738667628</c:v>
                </c:pt>
                <c:pt idx="2000">
                  <c:v>0.0060008626908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0.75"/>
          <c:min val="0"/>
        </c:scaling>
        <c:delete val="0"/>
        <c:axPos val="l"/>
        <c:majorGridlines>
          <c:spPr>
            <a:ln xmlns:a="http://schemas.openxmlformats.org/drawingml/2006/main" w="4763">
              <a:solidFill>
                <a:srgbClr val="EEEEEE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2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majorUnit val="1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6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U/t = 9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222222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scatterChart>
        <c:scatterStyle val="lineMarker"/>
        <c:varyColors val="0"/>
        <c:ser>
          <c:idx val="0"/>
          <c:order val="0"/>
          <c:tx>
            <c:v>charge</c:v>
          </c:tx>
          <c:spPr>
            <a:ln xmlns:a="http://schemas.openxmlformats.org/drawingml/2006/main" w="15240">
              <a:solidFill>
                <a:srgbClr val="C43C64"/>
              </a:solidFill>
              <a:prstDash val="solid"/>
            </a:ln>
          </c:spPr>
          <c:marker>
            <c:symbol val="none"/>
            <c:size val="5"/>
            <c:spPr>
              <a:solidFill xmlns:a="http://schemas.openxmlformats.org/drawingml/2006/main">
                <a:srgbClr val="C43C64"/>
              </a:solidFill>
            </c:spPr>
          </c:marker>
          <c:xVal>
            <c:numRef>
              <c:f>'Chart Data'!$A$2:$A$2002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Data'!$B$2:$B$2002</c:f>
              <c:numCache>
                <c:formatCode>0.0</c:formatCode>
                <c:ptCount val="2001"/>
                <c:pt idx="0">
                  <c:v>0.00368460433978</c:v>
                </c:pt>
                <c:pt idx="1">
                  <c:v>0.00369246890981</c:v>
                </c:pt>
                <c:pt idx="2">
                  <c:v>0.00370035953692</c:v>
                </c:pt>
                <c:pt idx="3">
                  <c:v>0.00370827634081</c:v>
                </c:pt>
                <c:pt idx="4">
                  <c:v>0.00371621944193</c:v>
                </c:pt>
                <c:pt idx="5">
                  <c:v>0.00372418896144</c:v>
                </c:pt>
                <c:pt idx="6">
                  <c:v>0.00373218502122</c:v>
                </c:pt>
                <c:pt idx="7">
                  <c:v>0.00374020774391</c:v>
                </c:pt>
                <c:pt idx="8">
                  <c:v>0.00374825725287</c:v>
                </c:pt>
                <c:pt idx="9">
                  <c:v>0.00375633367223</c:v>
                </c:pt>
                <c:pt idx="10">
                  <c:v>0.00376443712685</c:v>
                </c:pt>
                <c:pt idx="11">
                  <c:v>0.00377256774237</c:v>
                </c:pt>
                <c:pt idx="12">
                  <c:v>0.00378072564519</c:v>
                </c:pt>
                <c:pt idx="13">
                  <c:v>0.00378891096247</c:v>
                </c:pt>
                <c:pt idx="14">
                  <c:v>0.00379712382215</c:v>
                </c:pt>
                <c:pt idx="15">
                  <c:v>0.00380536435297</c:v>
                </c:pt>
                <c:pt idx="16">
                  <c:v>0.00381363268445</c:v>
                </c:pt>
                <c:pt idx="17">
                  <c:v>0.00382192894689</c:v>
                </c:pt>
                <c:pt idx="18">
                  <c:v>0.00383025327141</c:v>
                </c:pt>
                <c:pt idx="19">
                  <c:v>0.00383860578993</c:v>
                </c:pt>
                <c:pt idx="20">
                  <c:v>0.00384698663519</c:v>
                </c:pt>
                <c:pt idx="21">
                  <c:v>0.00385539594075</c:v>
                </c:pt>
                <c:pt idx="22">
                  <c:v>0.00386383384099</c:v>
                </c:pt>
                <c:pt idx="23">
                  <c:v>0.00387230047112</c:v>
                </c:pt>
                <c:pt idx="24">
                  <c:v>0.00388079596721</c:v>
                </c:pt>
                <c:pt idx="25">
                  <c:v>0.00388932046616</c:v>
                </c:pt>
                <c:pt idx="26">
                  <c:v>0.00389787410572</c:v>
                </c:pt>
                <c:pt idx="27">
                  <c:v>0.00390645702452</c:v>
                </c:pt>
                <c:pt idx="28">
                  <c:v>0.00391506936204</c:v>
                </c:pt>
                <c:pt idx="29">
                  <c:v>0.00392371125864</c:v>
                </c:pt>
                <c:pt idx="30">
                  <c:v>0.00393238285555</c:v>
                </c:pt>
                <c:pt idx="31">
                  <c:v>0.00394108429492</c:v>
                </c:pt>
                <c:pt idx="32">
                  <c:v>0.00394981571975</c:v>
                </c:pt>
                <c:pt idx="33">
                  <c:v>0.00395857727397</c:v>
                </c:pt>
                <c:pt idx="34">
                  <c:v>0.00396736910242</c:v>
                </c:pt>
                <c:pt idx="35">
                  <c:v>0.00397619135086</c:v>
                </c:pt>
                <c:pt idx="36">
                  <c:v>0.00398504416594</c:v>
                </c:pt>
                <c:pt idx="37">
                  <c:v>0.00399392769529</c:v>
                </c:pt>
                <c:pt idx="38">
                  <c:v>0.00400284208744</c:v>
                </c:pt>
                <c:pt idx="39">
                  <c:v>0.0040117874919</c:v>
                </c:pt>
                <c:pt idx="40">
                  <c:v>0.0040207640591</c:v>
                </c:pt>
                <c:pt idx="41">
                  <c:v>0.00402977194047</c:v>
                </c:pt>
                <c:pt idx="42">
                  <c:v>0.00403881128837</c:v>
                </c:pt>
                <c:pt idx="43">
                  <c:v>0.00404788225616</c:v>
                </c:pt>
                <c:pt idx="44">
                  <c:v>0.0040569849982</c:v>
                </c:pt>
                <c:pt idx="45">
                  <c:v>0.00406611966981</c:v>
                </c:pt>
                <c:pt idx="46">
                  <c:v>0.00407528642734</c:v>
                </c:pt>
                <c:pt idx="47">
                  <c:v>0.00408448542814</c:v>
                </c:pt>
                <c:pt idx="48">
                  <c:v>0.00409371683058</c:v>
                </c:pt>
                <c:pt idx="49">
                  <c:v>0.00410298079406</c:v>
                </c:pt>
                <c:pt idx="50">
                  <c:v>0.00411227747901</c:v>
                </c:pt>
                <c:pt idx="51">
                  <c:v>0.00412160704691</c:v>
                </c:pt>
                <c:pt idx="52">
                  <c:v>0.00413096966029</c:v>
                </c:pt>
                <c:pt idx="53">
                  <c:v>0.00414036548274</c:v>
                </c:pt>
                <c:pt idx="54">
                  <c:v>0.00414979467892</c:v>
                </c:pt>
                <c:pt idx="55">
                  <c:v>0.00415925741459</c:v>
                </c:pt>
                <c:pt idx="56">
                  <c:v>0.00416875385657</c:v>
                </c:pt>
                <c:pt idx="57">
                  <c:v>0.00417828417279</c:v>
                </c:pt>
                <c:pt idx="58">
                  <c:v>0.00418784853229</c:v>
                </c:pt>
                <c:pt idx="59">
                  <c:v>0.00419744710523</c:v>
                </c:pt>
                <c:pt idx="60">
                  <c:v>0.00420708006289</c:v>
                </c:pt>
                <c:pt idx="61">
                  <c:v>0.00421674757768</c:v>
                </c:pt>
                <c:pt idx="62">
                  <c:v>0.00422644982316</c:v>
                </c:pt>
                <c:pt idx="63">
                  <c:v>0.00423618697406</c:v>
                </c:pt>
                <c:pt idx="64">
                  <c:v>0.00424595920624</c:v>
                </c:pt>
                <c:pt idx="65">
                  <c:v>0.00425576669677</c:v>
                </c:pt>
                <c:pt idx="66">
                  <c:v>0.00426560962389</c:v>
                </c:pt>
                <c:pt idx="67">
                  <c:v>0.00427548816704</c:v>
                </c:pt>
                <c:pt idx="68">
                  <c:v>0.00428540250685</c:v>
                </c:pt>
                <c:pt idx="69">
                  <c:v>0.00429535282519</c:v>
                </c:pt>
                <c:pt idx="70">
                  <c:v>0.00430533930513</c:v>
                </c:pt>
                <c:pt idx="71">
                  <c:v>0.00431536213099</c:v>
                </c:pt>
                <c:pt idx="72">
                  <c:v>0.00432542148835</c:v>
                </c:pt>
                <c:pt idx="73">
                  <c:v>0.00433551756403</c:v>
                </c:pt>
                <c:pt idx="74">
                  <c:v>0.00434565054612</c:v>
                </c:pt>
                <c:pt idx="75">
                  <c:v>0.004355820624</c:v>
                </c:pt>
                <c:pt idx="76">
                  <c:v>0.00436602798833</c:v>
                </c:pt>
                <c:pt idx="77">
                  <c:v>0.00437627283109</c:v>
                </c:pt>
                <c:pt idx="78">
                  <c:v>0.00438655534556</c:v>
                </c:pt>
                <c:pt idx="79">
                  <c:v>0.00439687572634</c:v>
                </c:pt>
                <c:pt idx="80">
                  <c:v>0.00440723416939</c:v>
                </c:pt>
                <c:pt idx="81">
                  <c:v>0.004417630872</c:v>
                </c:pt>
                <c:pt idx="82">
                  <c:v>0.00442806603283</c:v>
                </c:pt>
                <c:pt idx="83">
                  <c:v>0.00443853985191</c:v>
                </c:pt>
                <c:pt idx="84">
                  <c:v>0.00444905253065</c:v>
                </c:pt>
                <c:pt idx="85">
                  <c:v>0.00445960427187</c:v>
                </c:pt>
                <c:pt idx="86">
                  <c:v>0.0044701952798</c:v>
                </c:pt>
                <c:pt idx="87">
                  <c:v>0.00448082576008</c:v>
                </c:pt>
                <c:pt idx="88">
                  <c:v>0.00449149591979</c:v>
                </c:pt>
                <c:pt idx="89">
                  <c:v>0.00450220596747</c:v>
                </c:pt>
                <c:pt idx="90">
                  <c:v>0.00451295611311</c:v>
                </c:pt>
                <c:pt idx="91">
                  <c:v>0.00452374656817</c:v>
                </c:pt>
                <c:pt idx="92">
                  <c:v>0.00453457754561</c:v>
                </c:pt>
                <c:pt idx="93">
                  <c:v>0.0045454492599</c:v>
                </c:pt>
                <c:pt idx="94">
                  <c:v>0.00455636192699</c:v>
                </c:pt>
                <c:pt idx="95">
                  <c:v>0.0045673157644</c:v>
                </c:pt>
                <c:pt idx="96">
                  <c:v>0.00457831099116</c:v>
                </c:pt>
                <c:pt idx="97">
                  <c:v>0.00458934782787</c:v>
                </c:pt>
                <c:pt idx="98">
                  <c:v>0.00460042649672</c:v>
                </c:pt>
                <c:pt idx="99">
                  <c:v>0.00461154722145</c:v>
                </c:pt>
                <c:pt idx="100">
                  <c:v>0.00462271022742</c:v>
                </c:pt>
                <c:pt idx="101">
                  <c:v>0.0046339157416</c:v>
                </c:pt>
                <c:pt idx="102">
                  <c:v>0.0046451639926</c:v>
                </c:pt>
                <c:pt idx="103">
                  <c:v>0.00465645521066</c:v>
                </c:pt>
                <c:pt idx="104">
                  <c:v>0.00466778962769</c:v>
                </c:pt>
                <c:pt idx="105">
                  <c:v>0.00467916747727</c:v>
                </c:pt>
                <c:pt idx="106">
                  <c:v>0.00469058899466</c:v>
                </c:pt>
                <c:pt idx="107">
                  <c:v>0.00470205441686</c:v>
                </c:pt>
                <c:pt idx="108">
                  <c:v>0.00471356398255</c:v>
                </c:pt>
                <c:pt idx="109">
                  <c:v>0.00472511793218</c:v>
                </c:pt>
                <c:pt idx="110">
                  <c:v>0.00473671650794</c:v>
                </c:pt>
                <c:pt idx="111">
                  <c:v>0.0047483599538</c:v>
                </c:pt>
                <c:pt idx="112">
                  <c:v>0.00476004851551</c:v>
                </c:pt>
                <c:pt idx="113">
                  <c:v>0.00477178244063</c:v>
                </c:pt>
                <c:pt idx="114">
                  <c:v>0.00478356197854</c:v>
                </c:pt>
                <c:pt idx="115">
                  <c:v>0.00479538738046</c:v>
                </c:pt>
                <c:pt idx="116">
                  <c:v>0.00480725889946</c:v>
                </c:pt>
                <c:pt idx="117">
                  <c:v>0.00481917679049</c:v>
                </c:pt>
                <c:pt idx="118">
                  <c:v>0.00483114131039</c:v>
                </c:pt>
                <c:pt idx="119">
                  <c:v>0.00484315271792</c:v>
                </c:pt>
                <c:pt idx="120">
                  <c:v>0.00485521127375</c:v>
                </c:pt>
                <c:pt idx="121">
                  <c:v>0.00486731724051</c:v>
                </c:pt>
                <c:pt idx="122">
                  <c:v>0.00487947088279</c:v>
                </c:pt>
                <c:pt idx="123">
                  <c:v>0.00489167246716</c:v>
                </c:pt>
                <c:pt idx="124">
                  <c:v>0.0049039222622</c:v>
                </c:pt>
                <c:pt idx="125">
                  <c:v>0.00491622053851</c:v>
                </c:pt>
                <c:pt idx="126">
                  <c:v>0.00492856756874</c:v>
                </c:pt>
                <c:pt idx="127">
                  <c:v>0.00494096362758</c:v>
                </c:pt>
                <c:pt idx="128">
                  <c:v>0.00495340899182</c:v>
                </c:pt>
                <c:pt idx="129">
                  <c:v>0.00496590394035</c:v>
                </c:pt>
                <c:pt idx="130">
                  <c:v>0.00497844875417</c:v>
                </c:pt>
                <c:pt idx="131">
                  <c:v>0.00499104371645</c:v>
                </c:pt>
                <c:pt idx="132">
                  <c:v>0.00500368911248</c:v>
                </c:pt>
                <c:pt idx="133">
                  <c:v>0.00501638522978</c:v>
                </c:pt>
                <c:pt idx="134">
                  <c:v>0.00502913235805</c:v>
                </c:pt>
                <c:pt idx="135">
                  <c:v>0.00504193078923</c:v>
                </c:pt>
                <c:pt idx="136">
                  <c:v>0.00505478081749</c:v>
                </c:pt>
                <c:pt idx="137">
                  <c:v>0.00506768273929</c:v>
                </c:pt>
                <c:pt idx="138">
                  <c:v>0.00508063685338</c:v>
                </c:pt>
                <c:pt idx="139">
                  <c:v>0.00509364346083</c:v>
                </c:pt>
                <c:pt idx="140">
                  <c:v>0.00510670286504</c:v>
                </c:pt>
                <c:pt idx="141">
                  <c:v>0.00511981537178</c:v>
                </c:pt>
                <c:pt idx="142">
                  <c:v>0.00513298128921</c:v>
                </c:pt>
                <c:pt idx="143">
                  <c:v>0.00514620092788</c:v>
                </c:pt>
                <c:pt idx="144">
                  <c:v>0.00515947460079</c:v>
                </c:pt>
                <c:pt idx="145">
                  <c:v>0.00517280262341</c:v>
                </c:pt>
                <c:pt idx="146">
                  <c:v>0.00518618531366</c:v>
                </c:pt>
                <c:pt idx="147">
                  <c:v>0.00519962299199</c:v>
                </c:pt>
                <c:pt idx="148">
                  <c:v>0.00521311598137</c:v>
                </c:pt>
                <c:pt idx="149">
                  <c:v>0.00522666460734</c:v>
                </c:pt>
                <c:pt idx="150">
                  <c:v>0.00524026919801</c:v>
                </c:pt>
                <c:pt idx="151">
                  <c:v>0.00525393008411</c:v>
                </c:pt>
                <c:pt idx="152">
                  <c:v>0.00526764759899</c:v>
                </c:pt>
                <c:pt idx="153">
                  <c:v>0.00528142207867</c:v>
                </c:pt>
                <c:pt idx="154">
                  <c:v>0.00529525386186</c:v>
                </c:pt>
                <c:pt idx="155">
                  <c:v>0.00530914328997</c:v>
                </c:pt>
                <c:pt idx="156">
                  <c:v>0.00532309070718</c:v>
                </c:pt>
                <c:pt idx="157">
                  <c:v>0.00533709646041</c:v>
                </c:pt>
                <c:pt idx="158">
                  <c:v>0.0053511608994</c:v>
                </c:pt>
                <c:pt idx="159">
                  <c:v>0.0053652843767</c:v>
                </c:pt>
                <c:pt idx="160">
                  <c:v>0.00537946724771</c:v>
                </c:pt>
                <c:pt idx="161">
                  <c:v>0.00539370987073</c:v>
                </c:pt>
                <c:pt idx="162">
                  <c:v>0.00540801260696</c:v>
                </c:pt>
                <c:pt idx="163">
                  <c:v>0.00542237582055</c:v>
                </c:pt>
                <c:pt idx="164">
                  <c:v>0.00543679987861</c:v>
                </c:pt>
                <c:pt idx="165">
                  <c:v>0.00545128515126</c:v>
                </c:pt>
                <c:pt idx="166">
                  <c:v>0.00546583201164</c:v>
                </c:pt>
                <c:pt idx="167">
                  <c:v>0.00548044083595</c:v>
                </c:pt>
                <c:pt idx="168">
                  <c:v>0.00549511200351</c:v>
                </c:pt>
                <c:pt idx="169">
                  <c:v>0.00550984589673</c:v>
                </c:pt>
                <c:pt idx="170">
                  <c:v>0.00552464290119</c:v>
                </c:pt>
                <c:pt idx="171">
                  <c:v>0.00553950340565</c:v>
                </c:pt>
                <c:pt idx="172">
                  <c:v>0.0055544278021</c:v>
                </c:pt>
                <c:pt idx="173">
                  <c:v>0.00556941648578</c:v>
                </c:pt>
                <c:pt idx="174">
                  <c:v>0.0055844698552</c:v>
                </c:pt>
                <c:pt idx="175">
                  <c:v>0.0055995883122</c:v>
                </c:pt>
                <c:pt idx="176">
                  <c:v>0.00561477226197</c:v>
                </c:pt>
                <c:pt idx="177">
                  <c:v>0.00563002211307</c:v>
                </c:pt>
                <c:pt idx="178">
                  <c:v>0.0056453382775</c:v>
                </c:pt>
                <c:pt idx="179">
                  <c:v>0.00566072117069</c:v>
                </c:pt>
                <c:pt idx="180">
                  <c:v>0.00567617121157</c:v>
                </c:pt>
                <c:pt idx="181">
                  <c:v>0.00569168882258</c:v>
                </c:pt>
                <c:pt idx="182">
                  <c:v>0.00570727442974</c:v>
                </c:pt>
                <c:pt idx="183">
                  <c:v>0.00572292846264</c:v>
                </c:pt>
                <c:pt idx="184">
                  <c:v>0.00573865135449</c:v>
                </c:pt>
                <c:pt idx="185">
                  <c:v>0.00575444354219</c:v>
                </c:pt>
                <c:pt idx="186">
                  <c:v>0.00577030546633</c:v>
                </c:pt>
                <c:pt idx="187">
                  <c:v>0.00578623757121</c:v>
                </c:pt>
                <c:pt idx="188">
                  <c:v>0.00580224030495</c:v>
                </c:pt>
                <c:pt idx="189">
                  <c:v>0.00581831411943</c:v>
                </c:pt>
                <c:pt idx="190">
                  <c:v>0.00583445947042</c:v>
                </c:pt>
                <c:pt idx="191">
                  <c:v>0.00585067681754</c:v>
                </c:pt>
                <c:pt idx="192">
                  <c:v>0.00586696662435</c:v>
                </c:pt>
                <c:pt idx="193">
                  <c:v>0.00588332935837</c:v>
                </c:pt>
                <c:pt idx="194">
                  <c:v>0.0058997654911</c:v>
                </c:pt>
                <c:pt idx="195">
                  <c:v>0.00591627549811</c:v>
                </c:pt>
                <c:pt idx="196">
                  <c:v>0.00593285985901</c:v>
                </c:pt>
                <c:pt idx="197">
                  <c:v>0.00594951905754</c:v>
                </c:pt>
                <c:pt idx="198">
                  <c:v>0.00596625358159</c:v>
                </c:pt>
                <c:pt idx="199">
                  <c:v>0.00598306392323</c:v>
                </c:pt>
                <c:pt idx="200">
                  <c:v>0.00599995057879</c:v>
                </c:pt>
                <c:pt idx="201">
                  <c:v>0.00601691404883</c:v>
                </c:pt>
                <c:pt idx="202">
                  <c:v>0.00603395483824</c:v>
                </c:pt>
                <c:pt idx="203">
                  <c:v>0.00605107345625</c:v>
                </c:pt>
                <c:pt idx="204">
                  <c:v>0.0060682704165</c:v>
                </c:pt>
                <c:pt idx="205">
                  <c:v>0.00608554623702</c:v>
                </c:pt>
                <c:pt idx="206">
                  <c:v>0.00610290144033</c:v>
                </c:pt>
                <c:pt idx="207">
                  <c:v>0.00612033655345</c:v>
                </c:pt>
                <c:pt idx="208">
                  <c:v>0.00613785210795</c:v>
                </c:pt>
                <c:pt idx="209">
                  <c:v>0.00615544863997</c:v>
                </c:pt>
                <c:pt idx="210">
                  <c:v>0.00617312669029</c:v>
                </c:pt>
                <c:pt idx="211">
                  <c:v>0.00619088680434</c:v>
                </c:pt>
                <c:pt idx="212">
                  <c:v>0.00620872953226</c:v>
                </c:pt>
                <c:pt idx="213">
                  <c:v>0.00622665542894</c:v>
                </c:pt>
                <c:pt idx="214">
                  <c:v>0.00624466505402</c:v>
                </c:pt>
                <c:pt idx="215">
                  <c:v>0.00626275897199</c:v>
                </c:pt>
                <c:pt idx="216">
                  <c:v>0.00628093775217</c:v>
                </c:pt>
                <c:pt idx="217">
                  <c:v>0.00629920196881</c:v>
                </c:pt>
                <c:pt idx="218">
                  <c:v>0.00631755220105</c:v>
                </c:pt>
                <c:pt idx="219">
                  <c:v>0.00633598903302</c:v>
                </c:pt>
                <c:pt idx="220">
                  <c:v>0.00635451305386</c:v>
                </c:pt>
                <c:pt idx="221">
                  <c:v>0.00637312485775</c:v>
                </c:pt>
                <c:pt idx="222">
                  <c:v>0.00639182504393</c:v>
                </c:pt>
                <c:pt idx="223">
                  <c:v>0.00641061421677</c:v>
                </c:pt>
                <c:pt idx="224">
                  <c:v>0.00642949298579</c:v>
                </c:pt>
                <c:pt idx="225">
                  <c:v>0.00644846196568</c:v>
                </c:pt>
                <c:pt idx="226">
                  <c:v>0.00646752177633</c:v>
                </c:pt>
                <c:pt idx="227">
                  <c:v>0.00648667304292</c:v>
                </c:pt>
                <c:pt idx="228">
                  <c:v>0.00650591639586</c:v>
                </c:pt>
                <c:pt idx="229">
                  <c:v>0.00652525247089</c:v>
                </c:pt>
                <c:pt idx="230">
                  <c:v>0.00654468190909</c:v>
                </c:pt>
                <c:pt idx="231">
                  <c:v>0.00656420535688</c:v>
                </c:pt>
                <c:pt idx="232">
                  <c:v>0.0065838234661</c:v>
                </c:pt>
                <c:pt idx="233">
                  <c:v>0.006603536894</c:v>
                </c:pt>
                <c:pt idx="234">
                  <c:v>0.00662334630325</c:v>
                </c:pt>
                <c:pt idx="235">
                  <c:v>0.00664325236202</c:v>
                </c:pt>
                <c:pt idx="236">
                  <c:v>0.00666325574393</c:v>
                </c:pt>
                <c:pt idx="237">
                  <c:v>0.00668335712812</c:v>
                </c:pt>
                <c:pt idx="238">
                  <c:v>0.00670355719926</c:v>
                </c:pt>
                <c:pt idx="239">
                  <c:v>0.00672385664754</c:v>
                </c:pt>
                <c:pt idx="240">
                  <c:v>0.00674425616873</c:v>
                </c:pt>
                <c:pt idx="241">
                  <c:v>0.00676475646415</c:v>
                </c:pt>
                <c:pt idx="242">
                  <c:v>0.00678535824067</c:v>
                </c:pt>
                <c:pt idx="243">
                  <c:v>0.00680606221079</c:v>
                </c:pt>
                <c:pt idx="244">
                  <c:v>0.00682686909256</c:v>
                </c:pt>
                <c:pt idx="245">
                  <c:v>0.00684777960964</c:v>
                </c:pt>
                <c:pt idx="246">
                  <c:v>0.00686879449126</c:v>
                </c:pt>
                <c:pt idx="247">
                  <c:v>0.00688991447226</c:v>
                </c:pt>
                <c:pt idx="248">
                  <c:v>0.00691114029304</c:v>
                </c:pt>
                <c:pt idx="249">
                  <c:v>0.00693247269959</c:v>
                </c:pt>
                <c:pt idx="250">
                  <c:v>0.00695391244343</c:v>
                </c:pt>
                <c:pt idx="251">
                  <c:v>0.00697546028166</c:v>
                </c:pt>
                <c:pt idx="252">
                  <c:v>0.00699711697686</c:v>
                </c:pt>
                <c:pt idx="253">
                  <c:v>0.00701888329714</c:v>
                </c:pt>
                <c:pt idx="254">
                  <c:v>0.00704076001608</c:v>
                </c:pt>
                <c:pt idx="255">
                  <c:v>0.00706274791269</c:v>
                </c:pt>
                <c:pt idx="256">
                  <c:v>0.00708484777138</c:v>
                </c:pt>
                <c:pt idx="257">
                  <c:v>0.00710706038194</c:v>
                </c:pt>
                <c:pt idx="258">
                  <c:v>0.00712938653946</c:v>
                </c:pt>
                <c:pt idx="259">
                  <c:v>0.00715182704431</c:v>
                </c:pt>
                <c:pt idx="260">
                  <c:v>0.00717438270208</c:v>
                </c:pt>
                <c:pt idx="261">
                  <c:v>0.00719705432348</c:v>
                </c:pt>
                <c:pt idx="262">
                  <c:v>0.00721984272434</c:v>
                </c:pt>
                <c:pt idx="263">
                  <c:v>0.00724274872549</c:v>
                </c:pt>
                <c:pt idx="264">
                  <c:v>0.00726577315269</c:v>
                </c:pt>
                <c:pt idx="265">
                  <c:v>0.00728891683657</c:v>
                </c:pt>
                <c:pt idx="266">
                  <c:v>0.00731218061249</c:v>
                </c:pt>
                <c:pt idx="267">
                  <c:v>0.0073355653205</c:v>
                </c:pt>
                <c:pt idx="268">
                  <c:v>0.00735907180519</c:v>
                </c:pt>
                <c:pt idx="269">
                  <c:v>0.00738270091562</c:v>
                </c:pt>
                <c:pt idx="270">
                  <c:v>0.00740645350514</c:v>
                </c:pt>
                <c:pt idx="271">
                  <c:v>0.00743033043134</c:v>
                </c:pt>
                <c:pt idx="272">
                  <c:v>0.00745433255585</c:v>
                </c:pt>
                <c:pt idx="273">
                  <c:v>0.00747846074423</c:v>
                </c:pt>
                <c:pt idx="274">
                  <c:v>0.00750271586581</c:v>
                </c:pt>
                <c:pt idx="275">
                  <c:v>0.00752709879355</c:v>
                </c:pt>
                <c:pt idx="276">
                  <c:v>0.00755161040383</c:v>
                </c:pt>
                <c:pt idx="277">
                  <c:v>0.00757625157631</c:v>
                </c:pt>
                <c:pt idx="278">
                  <c:v>0.00760102319372</c:v>
                </c:pt>
                <c:pt idx="279">
                  <c:v>0.00762592614168</c:v>
                </c:pt>
                <c:pt idx="280">
                  <c:v>0.0076509613085</c:v>
                </c:pt>
                <c:pt idx="281">
                  <c:v>0.00767612958493</c:v>
                </c:pt>
                <c:pt idx="282">
                  <c:v>0.00770143186396</c:v>
                </c:pt>
                <c:pt idx="283">
                  <c:v>0.0077268690406</c:v>
                </c:pt>
                <c:pt idx="284">
                  <c:v>0.00775244201158</c:v>
                </c:pt>
                <c:pt idx="285">
                  <c:v>0.00777815167515</c:v>
                </c:pt>
                <c:pt idx="286">
                  <c:v>0.00780399893078</c:v>
                </c:pt>
                <c:pt idx="287">
                  <c:v>0.0078299846789</c:v>
                </c:pt>
                <c:pt idx="288">
                  <c:v>0.00785610982059</c:v>
                </c:pt>
                <c:pt idx="289">
                  <c:v>0.0078823752573</c:v>
                </c:pt>
                <c:pt idx="290">
                  <c:v>0.00790878189052</c:v>
                </c:pt>
                <c:pt idx="291">
                  <c:v>0.00793533062147</c:v>
                </c:pt>
                <c:pt idx="292">
                  <c:v>0.00796202235078</c:v>
                </c:pt>
                <c:pt idx="293">
                  <c:v>0.00798885797812</c:v>
                </c:pt>
                <c:pt idx="294">
                  <c:v>0.00801583840186</c:v>
                </c:pt>
                <c:pt idx="295">
                  <c:v>0.00804296451871</c:v>
                </c:pt>
                <c:pt idx="296">
                  <c:v>0.00807023722334</c:v>
                </c:pt>
                <c:pt idx="297">
                  <c:v>0.00809765740798</c:v>
                </c:pt>
                <c:pt idx="298">
                  <c:v>0.00812522596206</c:v>
                </c:pt>
                <c:pt idx="299">
                  <c:v>0.00815294377178</c:v>
                </c:pt>
                <c:pt idx="300">
                  <c:v>0.0081808117197</c:v>
                </c:pt>
                <c:pt idx="301">
                  <c:v>0.00820883068432</c:v>
                </c:pt>
                <c:pt idx="302">
                  <c:v>0.00823700153967</c:v>
                </c:pt>
                <c:pt idx="303">
                  <c:v>0.00826532515483</c:v>
                </c:pt>
                <c:pt idx="304">
                  <c:v>0.00829380239354</c:v>
                </c:pt>
                <c:pt idx="305">
                  <c:v>0.00832243411371</c:v>
                </c:pt>
                <c:pt idx="306">
                  <c:v>0.00835122116699</c:v>
                </c:pt>
                <c:pt idx="307">
                  <c:v>0.00838016439828</c:v>
                </c:pt>
                <c:pt idx="308">
                  <c:v>0.00840926464531</c:v>
                </c:pt>
                <c:pt idx="309">
                  <c:v>0.00843852273815</c:v>
                </c:pt>
                <c:pt idx="310">
                  <c:v>0.00846793949876</c:v>
                </c:pt>
                <c:pt idx="311">
                  <c:v>0.0084975157405</c:v>
                </c:pt>
                <c:pt idx="312">
                  <c:v>0.00852725226771</c:v>
                </c:pt>
                <c:pt idx="313">
                  <c:v>0.00855714987521</c:v>
                </c:pt>
                <c:pt idx="314">
                  <c:v>0.00858720934787</c:v>
                </c:pt>
                <c:pt idx="315">
                  <c:v>0.00861743146014</c:v>
                </c:pt>
                <c:pt idx="316">
                  <c:v>0.00864781697565</c:v>
                </c:pt>
                <c:pt idx="317">
                  <c:v>0.00867836664674</c:v>
                </c:pt>
                <c:pt idx="318">
                  <c:v>0.00870908121406</c:v>
                </c:pt>
                <c:pt idx="319">
                  <c:v>0.00873996140619</c:v>
                </c:pt>
                <c:pt idx="320">
                  <c:v>0.00877100793919</c:v>
                </c:pt>
                <c:pt idx="321">
                  <c:v>0.00880222151632</c:v>
                </c:pt>
                <c:pt idx="322">
                  <c:v>0.00883360282762</c:v>
                </c:pt>
                <c:pt idx="323">
                  <c:v>0.00886515254961</c:v>
                </c:pt>
                <c:pt idx="324">
                  <c:v>0.00889687134503</c:v>
                </c:pt>
                <c:pt idx="325">
                  <c:v>0.00892875986252</c:v>
                </c:pt>
                <c:pt idx="326">
                  <c:v>0.00896081873641</c:v>
                </c:pt>
                <c:pt idx="327">
                  <c:v>0.00899304858652</c:v>
                </c:pt>
                <c:pt idx="328">
                  <c:v>0.00902545001801</c:v>
                </c:pt>
                <c:pt idx="329">
                  <c:v>0.00905802362121</c:v>
                </c:pt>
                <c:pt idx="330">
                  <c:v>0.0090907699716</c:v>
                </c:pt>
                <c:pt idx="331">
                  <c:v>0.00912368962974</c:v>
                </c:pt>
                <c:pt idx="332">
                  <c:v>0.00915678314129</c:v>
                </c:pt>
                <c:pt idx="333">
                  <c:v>0.00919005103709</c:v>
                </c:pt>
                <c:pt idx="334">
                  <c:v>0.0092234938333</c:v>
                </c:pt>
                <c:pt idx="335">
                  <c:v>0.00925711203153</c:v>
                </c:pt>
                <c:pt idx="336">
                  <c:v>0.00929090611914</c:v>
                </c:pt>
                <c:pt idx="337">
                  <c:v>0.00932487656953</c:v>
                </c:pt>
                <c:pt idx="338">
                  <c:v>0.00935902384253</c:v>
                </c:pt>
                <c:pt idx="339">
                  <c:v>0.00939334838482</c:v>
                </c:pt>
                <c:pt idx="340">
                  <c:v>0.00942785063046</c:v>
                </c:pt>
                <c:pt idx="341">
                  <c:v>0.00946253100152</c:v>
                </c:pt>
                <c:pt idx="342">
                  <c:v>0.00949738990872</c:v>
                </c:pt>
                <c:pt idx="343">
                  <c:v>0.00953242775219</c:v>
                </c:pt>
                <c:pt idx="344">
                  <c:v>0.00956764492233</c:v>
                </c:pt>
                <c:pt idx="345">
                  <c:v>0.00960304180069</c:v>
                </c:pt>
                <c:pt idx="346">
                  <c:v>0.00963861876103</c:v>
                </c:pt>
                <c:pt idx="347">
                  <c:v>0.00967437617038</c:v>
                </c:pt>
                <c:pt idx="348">
                  <c:v>0.00971031439023</c:v>
                </c:pt>
                <c:pt idx="349">
                  <c:v>0.00974643377779</c:v>
                </c:pt>
                <c:pt idx="350">
                  <c:v>0.0097827346874</c:v>
                </c:pt>
                <c:pt idx="351">
                  <c:v>0.00981921747191</c:v>
                </c:pt>
                <c:pt idx="352">
                  <c:v>0.00985588248427</c:v>
                </c:pt>
                <c:pt idx="353">
                  <c:v>0.00989273007917</c:v>
                </c:pt>
                <c:pt idx="354">
                  <c:v>0.00992976061469</c:v>
                </c:pt>
                <c:pt idx="355">
                  <c:v>0.00996697445417</c:v>
                </c:pt>
                <c:pt idx="356">
                  <c:v>0.0100043719681</c:v>
                </c:pt>
                <c:pt idx="357">
                  <c:v>0.010041953536</c:v>
                </c:pt>
                <c:pt idx="358">
                  <c:v>0.0100797195485</c:v>
                </c:pt>
                <c:pt idx="359">
                  <c:v>0.0101176704097</c:v>
                </c:pt>
                <c:pt idx="360">
                  <c:v>0.0101558065389</c:v>
                </c:pt>
                <c:pt idx="361">
                  <c:v>0.0101941283734</c:v>
                </c:pt>
                <c:pt idx="362">
                  <c:v>0.0102326363703</c:v>
                </c:pt>
                <c:pt idx="363">
                  <c:v>0.0102713310094</c:v>
                </c:pt>
                <c:pt idx="364">
                  <c:v>0.0103102127952</c:v>
                </c:pt>
                <c:pt idx="365">
                  <c:v>0.0103492822598</c:v>
                </c:pt>
                <c:pt idx="366">
                  <c:v>0.0103885399652</c:v>
                </c:pt>
                <c:pt idx="367">
                  <c:v>0.0104279865058</c:v>
                </c:pt>
                <c:pt idx="368">
                  <c:v>0.0104676225114</c:v>
                </c:pt>
                <c:pt idx="369">
                  <c:v>0.0105074486492</c:v>
                </c:pt>
                <c:pt idx="370">
                  <c:v>0.0105474656273</c:v>
                </c:pt>
                <c:pt idx="371">
                  <c:v>0.0105876741964</c:v>
                </c:pt>
                <c:pt idx="372">
                  <c:v>0.0106280751534</c:v>
                </c:pt>
                <c:pt idx="373">
                  <c:v>0.0106686693434</c:v>
                </c:pt>
                <c:pt idx="374">
                  <c:v>0.0107094576625</c:v>
                </c:pt>
                <c:pt idx="375">
                  <c:v>0.0107504410605</c:v>
                </c:pt>
                <c:pt idx="376">
                  <c:v>0.0107916205437</c:v>
                </c:pt>
                <c:pt idx="377">
                  <c:v>0.010832997177</c:v>
                </c:pt>
                <c:pt idx="378">
                  <c:v>0.0108745720867</c:v>
                </c:pt>
                <c:pt idx="379">
                  <c:v>0.010916346463</c:v>
                </c:pt>
                <c:pt idx="380">
                  <c:v>0.0109583215621</c:v>
                </c:pt>
                <c:pt idx="381">
                  <c:v>0.011000498709</c:v>
                </c:pt>
                <c:pt idx="382">
                  <c:v>0.0110428792992</c:v>
                </c:pt>
                <c:pt idx="383">
                  <c:v>0.0110854648015</c:v>
                </c:pt>
                <c:pt idx="384">
                  <c:v>0.0111282567592</c:v>
                </c:pt>
                <c:pt idx="385">
                  <c:v>0.0111712567932</c:v>
                </c:pt>
                <c:pt idx="386">
                  <c:v>0.0112144666029</c:v>
                </c:pt>
                <c:pt idx="387">
                  <c:v>0.0112578879684</c:v>
                </c:pt>
                <c:pt idx="388">
                  <c:v>0.0113015227522</c:v>
                </c:pt>
                <c:pt idx="389">
                  <c:v>0.0113453729005</c:v>
                </c:pt>
                <c:pt idx="390">
                  <c:v>0.0113894404448</c:v>
                </c:pt>
                <c:pt idx="391">
                  <c:v>0.0114337275032</c:v>
                </c:pt>
                <c:pt idx="392">
                  <c:v>0.0114782362812</c:v>
                </c:pt>
                <c:pt idx="393">
                  <c:v>0.0115229690733</c:v>
                </c:pt>
                <c:pt idx="394">
                  <c:v>0.011567928263</c:v>
                </c:pt>
                <c:pt idx="395">
                  <c:v>0.0116131163247</c:v>
                </c:pt>
                <c:pt idx="396">
                  <c:v>0.011658535823</c:v>
                </c:pt>
                <c:pt idx="397">
                  <c:v>0.0117041894143</c:v>
                </c:pt>
                <c:pt idx="398">
                  <c:v>0.0117500798462</c:v>
                </c:pt>
                <c:pt idx="399">
                  <c:v>0.0117962099583</c:v>
                </c:pt>
                <c:pt idx="400">
                  <c:v>0.0118425826817</c:v>
                </c:pt>
                <c:pt idx="401">
                  <c:v>0.0118892010394</c:v>
                </c:pt>
                <c:pt idx="402">
                  <c:v>0.0119360681455</c:v>
                </c:pt>
                <c:pt idx="403">
                  <c:v>0.0119831872054</c:v>
                </c:pt>
                <c:pt idx="404">
                  <c:v>0.0120305615146</c:v>
                </c:pt>
                <c:pt idx="405">
                  <c:v>0.0120781944586</c:v>
                </c:pt>
                <c:pt idx="406">
                  <c:v>0.012126089512</c:v>
                </c:pt>
                <c:pt idx="407">
                  <c:v>0.0121742502373</c:v>
                </c:pt>
                <c:pt idx="408">
                  <c:v>0.0122226802845</c:v>
                </c:pt>
                <c:pt idx="409">
                  <c:v>0.0122713833893</c:v>
                </c:pt>
                <c:pt idx="410">
                  <c:v>0.0123203633724</c:v>
                </c:pt>
                <c:pt idx="411">
                  <c:v>0.012369624138</c:v>
                </c:pt>
                <c:pt idx="412">
                  <c:v>0.0124191696723</c:v>
                </c:pt>
                <c:pt idx="413">
                  <c:v>0.0124690040425</c:v>
                </c:pt>
                <c:pt idx="414">
                  <c:v>0.0125191313946</c:v>
                </c:pt>
                <c:pt idx="415">
                  <c:v>0.0125695559523</c:v>
                </c:pt>
                <c:pt idx="416">
                  <c:v>0.0126202820152</c:v>
                </c:pt>
                <c:pt idx="417">
                  <c:v>0.0126713139571</c:v>
                </c:pt>
                <c:pt idx="418">
                  <c:v>0.0127226562241</c:v>
                </c:pt>
                <c:pt idx="419">
                  <c:v>0.0127743133331</c:v>
                </c:pt>
                <c:pt idx="420">
                  <c:v>0.0128262898697</c:v>
                </c:pt>
                <c:pt idx="421">
                  <c:v>0.0128785904869</c:v>
                </c:pt>
                <c:pt idx="422">
                  <c:v>0.0129312199026</c:v>
                </c:pt>
                <c:pt idx="423">
                  <c:v>0.0129841828983</c:v>
                </c:pt>
                <c:pt idx="424">
                  <c:v>0.013037484317</c:v>
                </c:pt>
                <c:pt idx="425">
                  <c:v>0.0130911290617</c:v>
                </c:pt>
                <c:pt idx="426">
                  <c:v>0.0131451220934</c:v>
                </c:pt>
                <c:pt idx="427">
                  <c:v>0.0131994684293</c:v>
                </c:pt>
                <c:pt idx="428">
                  <c:v>0.0132541731414</c:v>
                </c:pt>
                <c:pt idx="429">
                  <c:v>0.0133092413546</c:v>
                </c:pt>
                <c:pt idx="430">
                  <c:v>0.0133646782452</c:v>
                </c:pt>
                <c:pt idx="431">
                  <c:v>0.0134204890394</c:v>
                </c:pt>
                <c:pt idx="432">
                  <c:v>0.0134766790117</c:v>
                </c:pt>
                <c:pt idx="433">
                  <c:v>0.0135332534836</c:v>
                </c:pt>
                <c:pt idx="434">
                  <c:v>0.0135902178222</c:v>
                </c:pt>
                <c:pt idx="435">
                  <c:v>0.0136475774388</c:v>
                </c:pt>
                <c:pt idx="436">
                  <c:v>0.0137053377881</c:v>
                </c:pt>
                <c:pt idx="437">
                  <c:v>0.0137635043667</c:v>
                </c:pt>
                <c:pt idx="438">
                  <c:v>0.0138220827125</c:v>
                </c:pt>
                <c:pt idx="439">
                  <c:v>0.0138810784032</c:v>
                </c:pt>
                <c:pt idx="440">
                  <c:v>0.0139404970561</c:v>
                </c:pt>
                <c:pt idx="441">
                  <c:v>0.0140003443269</c:v>
                </c:pt>
                <c:pt idx="442">
                  <c:v>0.0140606259094</c:v>
                </c:pt>
                <c:pt idx="443">
                  <c:v>0.0141213475347</c:v>
                </c:pt>
                <c:pt idx="444">
                  <c:v>0.0141825149708</c:v>
                </c:pt>
                <c:pt idx="445">
                  <c:v>0.0142441340225</c:v>
                </c:pt>
                <c:pt idx="446">
                  <c:v>0.0143062105308</c:v>
                </c:pt>
                <c:pt idx="447">
                  <c:v>0.0143687503729</c:v>
                </c:pt>
                <c:pt idx="448">
                  <c:v>0.0144317594623</c:v>
                </c:pt>
                <c:pt idx="449">
                  <c:v>0.0144952437486</c:v>
                </c:pt>
                <c:pt idx="450">
                  <c:v>0.0145592092177</c:v>
                </c:pt>
                <c:pt idx="451">
                  <c:v>0.0146236618921</c:v>
                </c:pt>
                <c:pt idx="452">
                  <c:v>0.0146886078312</c:v>
                </c:pt>
                <c:pt idx="453">
                  <c:v>0.0147540531315</c:v>
                </c:pt>
                <c:pt idx="454">
                  <c:v>0.0148200039274</c:v>
                </c:pt>
                <c:pt idx="455">
                  <c:v>0.0148864663917</c:v>
                </c:pt>
                <c:pt idx="456">
                  <c:v>0.0149534467361</c:v>
                </c:pt>
                <c:pt idx="457">
                  <c:v>0.0150209512119</c:v>
                </c:pt>
                <c:pt idx="458">
                  <c:v>0.0150889861112</c:v>
                </c:pt>
                <c:pt idx="459">
                  <c:v>0.0151575577673</c:v>
                </c:pt>
                <c:pt idx="460">
                  <c:v>0.015226672556</c:v>
                </c:pt>
                <c:pt idx="461">
                  <c:v>0.0152963368966</c:v>
                </c:pt>
                <c:pt idx="462">
                  <c:v>0.0153665572526</c:v>
                </c:pt>
                <c:pt idx="463">
                  <c:v>0.0154373401333</c:v>
                </c:pt>
                <c:pt idx="464">
                  <c:v>0.015508692095</c:v>
                </c:pt>
                <c:pt idx="465">
                  <c:v>0.0155806197417</c:v>
                </c:pt>
                <c:pt idx="466">
                  <c:v>0.0156531297273</c:v>
                </c:pt>
                <c:pt idx="467">
                  <c:v>0.0157262287562</c:v>
                </c:pt>
                <c:pt idx="468">
                  <c:v>0.015799923585</c:v>
                </c:pt>
                <c:pt idx="469">
                  <c:v>0.0158742210241</c:v>
                </c:pt>
                <c:pt idx="470">
                  <c:v>0.0159491279388</c:v>
                </c:pt>
                <c:pt idx="471">
                  <c:v>0.0160246512513</c:v>
                </c:pt>
                <c:pt idx="472">
                  <c:v>0.0161007979421</c:v>
                </c:pt>
                <c:pt idx="473">
                  <c:v>0.0161775750512</c:v>
                </c:pt>
                <c:pt idx="474">
                  <c:v>0.0162549896805</c:v>
                </c:pt>
                <c:pt idx="475">
                  <c:v>0.0163330489947</c:v>
                </c:pt>
                <c:pt idx="476">
                  <c:v>0.0164117602235</c:v>
                </c:pt>
                <c:pt idx="477">
                  <c:v>0.0164911306631</c:v>
                </c:pt>
                <c:pt idx="478">
                  <c:v>0.016571167678</c:v>
                </c:pt>
                <c:pt idx="479">
                  <c:v>0.0166518787025</c:v>
                </c:pt>
                <c:pt idx="480">
                  <c:v>0.0167332712429</c:v>
                </c:pt>
                <c:pt idx="481">
                  <c:v>0.016815352879</c:v>
                </c:pt>
                <c:pt idx="482">
                  <c:v>0.0168981312657</c:v>
                </c:pt>
                <c:pt idx="483">
                  <c:v>0.0169816141353</c:v>
                </c:pt>
                <c:pt idx="484">
                  <c:v>0.0170658092989</c:v>
                </c:pt>
                <c:pt idx="485">
                  <c:v>0.0171507246484</c:v>
                </c:pt>
                <c:pt idx="486">
                  <c:v>0.0172363681581</c:v>
                </c:pt>
                <c:pt idx="487">
                  <c:v>0.017322747887</c:v>
                </c:pt>
                <c:pt idx="488">
                  <c:v>0.01740987198</c:v>
                </c:pt>
                <c:pt idx="489">
                  <c:v>0.0174977486703</c:v>
                </c:pt>
                <c:pt idx="490">
                  <c:v>0.0175863862809</c:v>
                </c:pt>
                <c:pt idx="491">
                  <c:v>0.0176757932264</c:v>
                </c:pt>
                <c:pt idx="492">
                  <c:v>0.0177659780149</c:v>
                </c:pt>
                <c:pt idx="493">
                  <c:v>0.0178569492501</c:v>
                </c:pt>
                <c:pt idx="494">
                  <c:v>0.0179487156327</c:v>
                </c:pt>
                <c:pt idx="495">
                  <c:v>0.0180412859622</c:v>
                </c:pt>
                <c:pt idx="496">
                  <c:v>0.0181346691391</c:v>
                </c:pt>
                <c:pt idx="497">
                  <c:v>0.0182288741664</c:v>
                </c:pt>
                <c:pt idx="498">
                  <c:v>0.0183239101512</c:v>
                </c:pt>
                <c:pt idx="499">
                  <c:v>0.018419786307</c:v>
                </c:pt>
                <c:pt idx="500">
                  <c:v>0.018516511955</c:v>
                </c:pt>
                <c:pt idx="501">
                  <c:v>0.0186140965259</c:v>
                </c:pt>
                <c:pt idx="502">
                  <c:v>0.0187125495617</c:v>
                </c:pt>
                <c:pt idx="503">
                  <c:v>0.0188118807177</c:v>
                </c:pt>
                <c:pt idx="504">
                  <c:v>0.0189120997635</c:v>
                </c:pt>
                <c:pt idx="505">
                  <c:v>0.0190132165852</c:v>
                </c:pt>
                <c:pt idx="506">
                  <c:v>0.0191152411869</c:v>
                </c:pt>
                <c:pt idx="507">
                  <c:v>0.0192181836925</c:v>
                </c:pt>
                <c:pt idx="508">
                  <c:v>0.0193220543468</c:v>
                </c:pt>
                <c:pt idx="509">
                  <c:v>0.0194268635175</c:v>
                </c:pt>
                <c:pt idx="510">
                  <c:v>0.0195326216969</c:v>
                </c:pt>
                <c:pt idx="511">
                  <c:v>0.0196393395028</c:v>
                </c:pt>
                <c:pt idx="512">
                  <c:v>0.0197470276805</c:v>
                </c:pt>
                <c:pt idx="513">
                  <c:v>0.0198556971042</c:v>
                </c:pt>
                <c:pt idx="514">
                  <c:v>0.019965358778</c:v>
                </c:pt>
                <c:pt idx="515">
                  <c:v>0.0200760238378</c:v>
                </c:pt>
                <c:pt idx="516">
                  <c:v>0.0201877035526</c:v>
                </c:pt>
                <c:pt idx="517">
                  <c:v>0.0203004093252</c:v>
                </c:pt>
                <c:pt idx="518">
                  <c:v>0.0204141526942</c:v>
                </c:pt>
                <c:pt idx="519">
                  <c:v>0.0205289453348</c:v>
                </c:pt>
                <c:pt idx="520">
                  <c:v>0.02064479906</c:v>
                </c:pt>
                <c:pt idx="521">
                  <c:v>0.0207617258219</c:v>
                </c:pt>
                <c:pt idx="522">
                  <c:v>0.0208797377122</c:v>
                </c:pt>
                <c:pt idx="523">
                  <c:v>0.0209988469641</c:v>
                </c:pt>
                <c:pt idx="524">
                  <c:v>0.0211190659525</c:v>
                </c:pt>
                <c:pt idx="525">
                  <c:v>0.0212404071949</c:v>
                </c:pt>
                <c:pt idx="526">
                  <c:v>0.0213628833525</c:v>
                </c:pt>
                <c:pt idx="527">
                  <c:v>0.021486507231</c:v>
                </c:pt>
                <c:pt idx="528">
                  <c:v>0.0216112917807</c:v>
                </c:pt>
                <c:pt idx="529">
                  <c:v>0.0217372500976</c:v>
                </c:pt>
                <c:pt idx="530">
                  <c:v>0.0218643954237</c:v>
                </c:pt>
                <c:pt idx="531">
                  <c:v>0.0219927411471</c:v>
                </c:pt>
                <c:pt idx="532">
                  <c:v>0.0221223008027</c:v>
                </c:pt>
                <c:pt idx="533">
                  <c:v>0.0222530880725</c:v>
                </c:pt>
                <c:pt idx="534">
                  <c:v>0.0223851167849</c:v>
                </c:pt>
                <c:pt idx="535">
                  <c:v>0.0225184009156</c:v>
                </c:pt>
                <c:pt idx="536">
                  <c:v>0.0226529545869</c:v>
                </c:pt>
                <c:pt idx="537">
                  <c:v>0.0227887920675</c:v>
                </c:pt>
                <c:pt idx="538">
                  <c:v>0.0229259277723</c:v>
                </c:pt>
                <c:pt idx="539">
                  <c:v>0.0230643762617</c:v>
                </c:pt>
                <c:pt idx="540">
                  <c:v>0.0232041522409</c:v>
                </c:pt>
                <c:pt idx="541">
                  <c:v>0.0233452705592</c:v>
                </c:pt>
                <c:pt idx="542">
                  <c:v>0.0234877462091</c:v>
                </c:pt>
                <c:pt idx="543">
                  <c:v>0.0236315943247</c:v>
                </c:pt>
                <c:pt idx="544">
                  <c:v>0.0237768301808</c:v>
                </c:pt>
                <c:pt idx="545">
                  <c:v>0.0239234691914</c:v>
                </c:pt>
                <c:pt idx="546">
                  <c:v>0.0240715269078</c:v>
                </c:pt>
                <c:pt idx="547">
                  <c:v>0.0242210190167</c:v>
                </c:pt>
                <c:pt idx="548">
                  <c:v>0.0243719613382</c:v>
                </c:pt>
                <c:pt idx="549">
                  <c:v>0.0245243698237</c:v>
                </c:pt>
                <c:pt idx="550">
                  <c:v>0.0246782605527</c:v>
                </c:pt>
                <c:pt idx="551">
                  <c:v>0.0248336497308</c:v>
                </c:pt>
                <c:pt idx="552">
                  <c:v>0.0249905536862</c:v>
                </c:pt>
                <c:pt idx="553">
                  <c:v>0.0251489888663</c:v>
                </c:pt>
                <c:pt idx="554">
                  <c:v>0.0253089718346</c:v>
                </c:pt>
                <c:pt idx="555">
                  <c:v>0.0254705192665</c:v>
                </c:pt>
                <c:pt idx="556">
                  <c:v>0.0256336479453</c:v>
                </c:pt>
                <c:pt idx="557">
                  <c:v>0.0257983747577</c:v>
                </c:pt>
                <c:pt idx="558">
                  <c:v>0.025964716689</c:v>
                </c:pt>
                <c:pt idx="559">
                  <c:v>0.0261326908183</c:v>
                </c:pt>
                <c:pt idx="560">
                  <c:v>0.0263023143125</c:v>
                </c:pt>
                <c:pt idx="561">
                  <c:v>0.0264736044212</c:v>
                </c:pt>
                <c:pt idx="562">
                  <c:v>0.02664657847</c:v>
                </c:pt>
                <c:pt idx="563">
                  <c:v>0.0268212538542</c:v>
                </c:pt>
                <c:pt idx="564">
                  <c:v>0.0269976480318</c:v>
                </c:pt>
                <c:pt idx="565">
                  <c:v>0.0271757785163</c:v>
                </c:pt>
                <c:pt idx="566">
                  <c:v>0.0273556628687</c:v>
                </c:pt>
                <c:pt idx="567">
                  <c:v>0.0275373186893</c:v>
                </c:pt>
                <c:pt idx="568">
                  <c:v>0.0277207636093</c:v>
                </c:pt>
                <c:pt idx="569">
                  <c:v>0.0279060152814</c:v>
                </c:pt>
                <c:pt idx="570">
                  <c:v>0.02809309137</c:v>
                </c:pt>
                <c:pt idx="571">
                  <c:v>0.0282820095418</c:v>
                </c:pt>
                <c:pt idx="572">
                  <c:v>0.0284727874544</c:v>
                </c:pt>
                <c:pt idx="573">
                  <c:v>0.0286654427453</c:v>
                </c:pt>
                <c:pt idx="574">
                  <c:v>0.0288599930206</c:v>
                </c:pt>
                <c:pt idx="575">
                  <c:v>0.0290564558423</c:v>
                </c:pt>
                <c:pt idx="576">
                  <c:v>0.0292548487157</c:v>
                </c:pt>
                <c:pt idx="577">
                  <c:v>0.0294551890757</c:v>
                </c:pt>
                <c:pt idx="578">
                  <c:v>0.029657494273</c:v>
                </c:pt>
                <c:pt idx="579">
                  <c:v>0.0298617815596</c:v>
                </c:pt>
                <c:pt idx="580">
                  <c:v>0.0300680680733</c:v>
                </c:pt>
                <c:pt idx="581">
                  <c:v>0.0302763708216</c:v>
                </c:pt>
                <c:pt idx="582">
                  <c:v>0.0304867066657</c:v>
                </c:pt>
                <c:pt idx="583">
                  <c:v>0.0306990923029</c:v>
                </c:pt>
                <c:pt idx="584">
                  <c:v>0.0309135442487</c:v>
                </c:pt>
                <c:pt idx="585">
                  <c:v>0.0311300788184</c:v>
                </c:pt>
                <c:pt idx="586">
                  <c:v>0.031348712108</c:v>
                </c:pt>
                <c:pt idx="587">
                  <c:v>0.0315694599738</c:v>
                </c:pt>
                <c:pt idx="588">
                  <c:v>0.0317923380121</c:v>
                </c:pt>
                <c:pt idx="589">
                  <c:v>0.0320173615379</c:v>
                </c:pt>
                <c:pt idx="590">
                  <c:v>0.0322445455626</c:v>
                </c:pt>
                <c:pt idx="591">
                  <c:v>0.0324739047715</c:v>
                </c:pt>
                <c:pt idx="592">
                  <c:v>0.0327054535003</c:v>
                </c:pt>
                <c:pt idx="593">
                  <c:v>0.0329392057107</c:v>
                </c:pt>
                <c:pt idx="594">
                  <c:v>0.0331751749659</c:v>
                </c:pt>
                <c:pt idx="595">
                  <c:v>0.0334133744051</c:v>
                </c:pt>
                <c:pt idx="596">
                  <c:v>0.0336538167168</c:v>
                </c:pt>
                <c:pt idx="597">
                  <c:v>0.0338965141124</c:v>
                </c:pt>
                <c:pt idx="598">
                  <c:v>0.0341414782987</c:v>
                </c:pt>
                <c:pt idx="599">
                  <c:v>0.0343887204495</c:v>
                </c:pt>
                <c:pt idx="600">
                  <c:v>0.034638251177</c:v>
                </c:pt>
                <c:pt idx="601">
                  <c:v>0.0348900805024</c:v>
                </c:pt>
                <c:pt idx="602">
                  <c:v>0.0351442178263</c:v>
                </c:pt>
                <c:pt idx="603">
                  <c:v>0.0354006718979</c:v>
                </c:pt>
                <c:pt idx="604">
                  <c:v>0.0356594507845</c:v>
                </c:pt>
                <c:pt idx="605">
                  <c:v>0.03592056184</c:v>
                </c:pt>
                <c:pt idx="606">
                  <c:v>0.0361840116733</c:v>
                </c:pt>
                <c:pt idx="607">
                  <c:v>0.0364498061163</c:v>
                </c:pt>
                <c:pt idx="608">
                  <c:v>0.0367179501913</c:v>
                </c:pt>
                <c:pt idx="609">
                  <c:v>0.0369884480788</c:v>
                </c:pt>
                <c:pt idx="610">
                  <c:v>0.0372613030846</c:v>
                </c:pt>
                <c:pt idx="611">
                  <c:v>0.0375365176068</c:v>
                </c:pt>
                <c:pt idx="612">
                  <c:v>0.0378140931034</c:v>
                </c:pt>
                <c:pt idx="613">
                  <c:v>0.038094030059</c:v>
                </c:pt>
                <c:pt idx="614">
                  <c:v>0.0383763279522</c:v>
                </c:pt>
                <c:pt idx="615">
                  <c:v>0.0386609852234</c:v>
                </c:pt>
                <c:pt idx="616">
                  <c:v>0.0389479992423</c:v>
                </c:pt>
                <c:pt idx="617">
                  <c:v>0.0392373662763</c:v>
                </c:pt>
                <c:pt idx="618">
                  <c:v>0.0395290814594</c:v>
                </c:pt>
                <c:pt idx="619">
                  <c:v>0.0398231387609</c:v>
                </c:pt>
                <c:pt idx="620">
                  <c:v>0.0401195309562</c:v>
                </c:pt>
                <c:pt idx="621">
                  <c:v>0.0404182495972</c:v>
                </c:pt>
                <c:pt idx="622">
                  <c:v>0.0407192849845</c:v>
                </c:pt>
                <c:pt idx="623">
                  <c:v>0.0410226261396</c:v>
                </c:pt>
                <c:pt idx="624">
                  <c:v>0.0413282607797</c:v>
                </c:pt>
                <c:pt idx="625">
                  <c:v>0.0416361752929</c:v>
                </c:pt>
                <c:pt idx="626">
                  <c:v>0.0419463547146</c:v>
                </c:pt>
                <c:pt idx="627">
                  <c:v>0.0422587827063</c:v>
                </c:pt>
                <c:pt idx="628">
                  <c:v>0.0425734415356</c:v>
                </c:pt>
                <c:pt idx="629">
                  <c:v>0.042890312058</c:v>
                </c:pt>
                <c:pt idx="630">
                  <c:v>0.0432093737009</c:v>
                </c:pt>
                <c:pt idx="631">
                  <c:v>0.0435306044493</c:v>
                </c:pt>
                <c:pt idx="632">
                  <c:v>0.0438539808345</c:v>
                </c:pt>
                <c:pt idx="633">
                  <c:v>0.0441794779238</c:v>
                </c:pt>
                <c:pt idx="634">
                  <c:v>0.0445070693142</c:v>
                </c:pt>
                <c:pt idx="635">
                  <c:v>0.0448367271276</c:v>
                </c:pt>
                <c:pt idx="636">
                  <c:v>0.0451684220091</c:v>
                </c:pt>
                <c:pt idx="637">
                  <c:v>0.0455021231281</c:v>
                </c:pt>
                <c:pt idx="638">
                  <c:v>0.045837798182</c:v>
                </c:pt>
                <c:pt idx="639">
                  <c:v>0.0461754134036</c:v>
                </c:pt>
                <c:pt idx="640">
                  <c:v>0.0465149335706</c:v>
                </c:pt>
                <c:pt idx="641">
                  <c:v>0.0468563220193</c:v>
                </c:pt>
                <c:pt idx="642">
                  <c:v>0.0471995406604</c:v>
                </c:pt>
                <c:pt idx="643">
                  <c:v>0.0475445499993</c:v>
                </c:pt>
                <c:pt idx="644">
                  <c:v>0.0478913091587</c:v>
                </c:pt>
                <c:pt idx="645">
                  <c:v>0.0482397759047</c:v>
                </c:pt>
                <c:pt idx="646">
                  <c:v>0.0485899066773</c:v>
                </c:pt>
                <c:pt idx="647">
                  <c:v>0.0489416566226</c:v>
                </c:pt>
                <c:pt idx="648">
                  <c:v>0.0492949796297</c:v>
                </c:pt>
                <c:pt idx="649">
                  <c:v>0.0496498283703</c:v>
                </c:pt>
                <c:pt idx="650">
                  <c:v>0.0500061543418</c:v>
                </c:pt>
                <c:pt idx="651">
                  <c:v>0.0503639079134</c:v>
                </c:pt>
                <c:pt idx="652">
                  <c:v>0.0507230383755</c:v>
                </c:pt>
                <c:pt idx="653">
                  <c:v>0.0510834939926</c:v>
                </c:pt>
                <c:pt idx="654">
                  <c:v>0.0514452220581</c:v>
                </c:pt>
                <c:pt idx="655">
                  <c:v>0.0518081689529</c:v>
                </c:pt>
                <c:pt idx="656">
                  <c:v>0.0521722802064</c:v>
                </c:pt>
                <c:pt idx="657">
                  <c:v>0.0525375005599</c:v>
                </c:pt>
                <c:pt idx="658">
                  <c:v>0.0529037740326</c:v>
                </c:pt>
                <c:pt idx="659">
                  <c:v>0.0532710439897</c:v>
                </c:pt>
                <c:pt idx="660">
                  <c:v>0.0536392532126</c:v>
                </c:pt>
                <c:pt idx="661">
                  <c:v>0.0540083439706</c:v>
                </c:pt>
                <c:pt idx="662">
                  <c:v>0.0543782580949</c:v>
                </c:pt>
                <c:pt idx="663">
                  <c:v>0.0547489370533</c:v>
                </c:pt>
                <c:pt idx="664">
                  <c:v>0.0551203220265</c:v>
                </c:pt>
                <c:pt idx="665">
                  <c:v>0.0554923539848</c:v>
                </c:pt>
                <c:pt idx="666">
                  <c:v>0.0558649737662</c:v>
                </c:pt>
                <c:pt idx="667">
                  <c:v>0.0562381221545</c:v>
                </c:pt>
                <c:pt idx="668">
                  <c:v>0.0566117399574</c:v>
                </c:pt>
                <c:pt idx="669">
                  <c:v>0.056985768085</c:v>
                </c:pt>
                <c:pt idx="670">
                  <c:v>0.0573601476279</c:v>
                </c:pt>
                <c:pt idx="671">
                  <c:v>0.0577348199342</c:v>
                </c:pt>
                <c:pt idx="672">
                  <c:v>0.0581097266864</c:v>
                </c:pt>
                <c:pt idx="673">
                  <c:v>0.0584848099771</c:v>
                </c:pt>
                <c:pt idx="674">
                  <c:v>0.058860012383</c:v>
                </c:pt>
                <c:pt idx="675">
                  <c:v>0.0592352770379</c:v>
                </c:pt>
                <c:pt idx="676">
                  <c:v>0.0596105477038</c:v>
                </c:pt>
                <c:pt idx="677">
                  <c:v>0.0599857688399</c:v>
                </c:pt>
                <c:pt idx="678">
                  <c:v>0.06036088567</c:v>
                </c:pt>
                <c:pt idx="679">
                  <c:v>0.0607358442472</c:v>
                </c:pt>
                <c:pt idx="680">
                  <c:v>0.0611105915162</c:v>
                </c:pt>
                <c:pt idx="681">
                  <c:v>0.061485075373</c:v>
                </c:pt>
                <c:pt idx="682">
                  <c:v>0.061859244722</c:v>
                </c:pt>
                <c:pt idx="683">
                  <c:v>0.0622330495303</c:v>
                </c:pt>
                <c:pt idx="684">
                  <c:v>0.0626064408784</c:v>
                </c:pt>
                <c:pt idx="685">
                  <c:v>0.0629793710088</c:v>
                </c:pt>
                <c:pt idx="686">
                  <c:v>0.0633517933706</c:v>
                </c:pt>
                <c:pt idx="687">
                  <c:v>0.0637236626616</c:v>
                </c:pt>
                <c:pt idx="688">
                  <c:v>0.0640949348662</c:v>
                </c:pt>
                <c:pt idx="689">
                  <c:v>0.0644655672912</c:v>
                </c:pt>
                <c:pt idx="690">
                  <c:v>0.0648355185974</c:v>
                </c:pt>
                <c:pt idx="691">
                  <c:v>0.065204748828</c:v>
                </c:pt>
                <c:pt idx="692">
                  <c:v>0.0655732194344</c:v>
                </c:pt>
                <c:pt idx="693">
                  <c:v>0.0659408932977</c:v>
                </c:pt>
                <c:pt idx="694">
                  <c:v>0.0663077347477</c:v>
                </c:pt>
                <c:pt idx="695">
                  <c:v>0.0666737095786</c:v>
                </c:pt>
                <c:pt idx="696">
                  <c:v>0.0670387850615</c:v>
                </c:pt>
                <c:pt idx="697">
                  <c:v>0.0674029299535</c:v>
                </c:pt>
                <c:pt idx="698">
                  <c:v>0.0677661145045</c:v>
                </c:pt>
                <c:pt idx="699">
                  <c:v>0.0681283104607</c:v>
                </c:pt>
                <c:pt idx="700">
                  <c:v>0.0684894910655</c:v>
                </c:pt>
                <c:pt idx="701">
                  <c:v>0.0688496310573</c:v>
                </c:pt>
                <c:pt idx="702">
                  <c:v>0.0692087066654</c:v>
                </c:pt>
                <c:pt idx="703">
                  <c:v>0.069566695603</c:v>
                </c:pt>
                <c:pt idx="704">
                  <c:v>0.069923577058</c:v>
                </c:pt>
                <c:pt idx="705">
                  <c:v>0.0702793316813</c:v>
                </c:pt>
                <c:pt idx="706">
                  <c:v>0.0706339415736</c:v>
                </c:pt>
                <c:pt idx="707">
                  <c:v>0.0709873902697</c:v>
                </c:pt>
                <c:pt idx="708">
                  <c:v>0.0713396627212</c:v>
                </c:pt>
                <c:pt idx="709">
                  <c:v>0.0716907452775</c:v>
                </c:pt>
                <c:pt idx="710">
                  <c:v>0.072040625665</c:v>
                </c:pt>
                <c:pt idx="711">
                  <c:v>0.0723892929653</c:v>
                </c:pt>
                <c:pt idx="712">
                  <c:v>0.0727367375916</c:v>
                </c:pt>
                <c:pt idx="713">
                  <c:v>0.073082951264</c:v>
                </c:pt>
                <c:pt idx="714">
                  <c:v>0.0734279269841</c:v>
                </c:pt>
                <c:pt idx="715">
                  <c:v>0.0737716590079</c:v>
                </c:pt>
                <c:pt idx="716">
                  <c:v>0.0741141428186</c:v>
                </c:pt>
                <c:pt idx="717">
                  <c:v>0.0744553750984</c:v>
                </c:pt>
                <c:pt idx="718">
                  <c:v>0.0747953536993</c:v>
                </c:pt>
                <c:pt idx="719">
                  <c:v>0.075134077614</c:v>
                </c:pt>
                <c:pt idx="720">
                  <c:v>0.0754715469457</c:v>
                </c:pt>
                <c:pt idx="721">
                  <c:v>0.0758077628782</c:v>
                </c:pt>
                <c:pt idx="722">
                  <c:v>0.0761427276453</c:v>
                </c:pt>
                <c:pt idx="723">
                  <c:v>0.0764764445005</c:v>
                </c:pt>
                <c:pt idx="724">
                  <c:v>0.0768089176858</c:v>
                </c:pt>
                <c:pt idx="725">
                  <c:v>0.0771401524016</c:v>
                </c:pt>
                <c:pt idx="726">
                  <c:v>0.0774701547758</c:v>
                </c:pt>
                <c:pt idx="727">
                  <c:v>0.0777989318332</c:v>
                </c:pt>
                <c:pt idx="728">
                  <c:v>0.0781264914658</c:v>
                </c:pt>
                <c:pt idx="729">
                  <c:v>0.078452842402</c:v>
                </c:pt>
                <c:pt idx="730">
                  <c:v>0.0787779941778</c:v>
                </c:pt>
                <c:pt idx="731">
                  <c:v>0.0791019571069</c:v>
                </c:pt>
                <c:pt idx="732">
                  <c:v>0.0794247422517</c:v>
                </c:pt>
                <c:pt idx="733">
                  <c:v>0.0797463613955</c:v>
                </c:pt>
                <c:pt idx="734">
                  <c:v>0.0800668270137</c:v>
                </c:pt>
                <c:pt idx="735">
                  <c:v>0.0803861522472</c:v>
                </c:pt>
                <c:pt idx="736">
                  <c:v>0.0807043508746</c:v>
                </c:pt>
                <c:pt idx="737">
                  <c:v>0.0810214372866</c:v>
                </c:pt>
                <c:pt idx="738">
                  <c:v>0.0813374264601</c:v>
                </c:pt>
                <c:pt idx="739">
                  <c:v>0.0816523339328</c:v>
                </c:pt>
                <c:pt idx="740">
                  <c:v>0.0819661757791</c:v>
                </c:pt>
                <c:pt idx="741">
                  <c:v>0.082278968586</c:v>
                </c:pt>
                <c:pt idx="742">
                  <c:v>0.0825907294302</c:v>
                </c:pt>
                <c:pt idx="743">
                  <c:v>0.0829014758554</c:v>
                </c:pt>
                <c:pt idx="744">
                  <c:v>0.0832112258509</c:v>
                </c:pt>
                <c:pt idx="745">
                  <c:v>0.0835199978297</c:v>
                </c:pt>
                <c:pt idx="746">
                  <c:v>0.0838278106089</c:v>
                </c:pt>
                <c:pt idx="747">
                  <c:v>0.0841346833896</c:v>
                </c:pt>
                <c:pt idx="748">
                  <c:v>0.0844406357377</c:v>
                </c:pt>
                <c:pt idx="749">
                  <c:v>0.0847456875657</c:v>
                </c:pt>
                <c:pt idx="750">
                  <c:v>0.0850498591149</c:v>
                </c:pt>
                <c:pt idx="751">
                  <c:v>0.0853531709387</c:v>
                </c:pt>
                <c:pt idx="752">
                  <c:v>0.0856556438855</c:v>
                </c:pt>
                <c:pt idx="753">
                  <c:v>0.0859572990837</c:v>
                </c:pt>
                <c:pt idx="754">
                  <c:v>0.0862581579265</c:v>
                </c:pt>
                <c:pt idx="755">
                  <c:v>0.0865582420569</c:v>
                </c:pt>
                <c:pt idx="756">
                  <c:v>0.0868575733548</c:v>
                </c:pt>
                <c:pt idx="757">
                  <c:v>0.087156173923</c:v>
                </c:pt>
                <c:pt idx="758">
                  <c:v>0.0874540660751</c:v>
                </c:pt>
                <c:pt idx="759">
                  <c:v>0.0877512723233</c:v>
                </c:pt>
                <c:pt idx="760">
                  <c:v>0.088047815367</c:v>
                </c:pt>
                <c:pt idx="761">
                  <c:v>0.0883437180821</c:v>
                </c:pt>
                <c:pt idx="762">
                  <c:v>0.0886390035103</c:v>
                </c:pt>
                <c:pt idx="763">
                  <c:v>0.0889336948498</c:v>
                </c:pt>
                <c:pt idx="764">
                  <c:v>0.0892278154457</c:v>
                </c:pt>
                <c:pt idx="765">
                  <c:v>0.0895213887813</c:v>
                </c:pt>
                <c:pt idx="766">
                  <c:v>0.0898144384701</c:v>
                </c:pt>
                <c:pt idx="767">
                  <c:v>0.0901069882476</c:v>
                </c:pt>
                <c:pt idx="768">
                  <c:v>0.0903990619643</c:v>
                </c:pt>
                <c:pt idx="769">
                  <c:v>0.0906906835785</c:v>
                </c:pt>
                <c:pt idx="770">
                  <c:v>0.0909818771503</c:v>
                </c:pt>
                <c:pt idx="771">
                  <c:v>0.0912726668351</c:v>
                </c:pt>
                <c:pt idx="772">
                  <c:v>0.0915630768781</c:v>
                </c:pt>
                <c:pt idx="773">
                  <c:v>0.0918531316093</c:v>
                </c:pt>
                <c:pt idx="774">
                  <c:v>0.0921428554383</c:v>
                </c:pt>
                <c:pt idx="775">
                  <c:v>0.0924322728499</c:v>
                </c:pt>
                <c:pt idx="776">
                  <c:v>0.0927214083999</c:v>
                </c:pt>
                <c:pt idx="777">
                  <c:v>0.0930102867114</c:v>
                </c:pt>
                <c:pt idx="778">
                  <c:v>0.0932989324708</c:v>
                </c:pt>
                <c:pt idx="779">
                  <c:v>0.0935873704251</c:v>
                </c:pt>
                <c:pt idx="780">
                  <c:v>0.0938756253788</c:v>
                </c:pt>
                <c:pt idx="781">
                  <c:v>0.0941637221909</c:v>
                </c:pt>
                <c:pt idx="782">
                  <c:v>0.0944516857728</c:v>
                </c:pt>
                <c:pt idx="783">
                  <c:v>0.094739541086</c:v>
                </c:pt>
                <c:pt idx="784">
                  <c:v>0.0950273131404</c:v>
                </c:pt>
                <c:pt idx="785">
                  <c:v>0.0953150269921</c:v>
                </c:pt>
                <c:pt idx="786">
                  <c:v>0.0956027077424</c:v>
                </c:pt>
                <c:pt idx="787">
                  <c:v>0.095890380536</c:v>
                </c:pt>
                <c:pt idx="788">
                  <c:v>0.0961780705603</c:v>
                </c:pt>
                <c:pt idx="789">
                  <c:v>0.0964658030444</c:v>
                </c:pt>
                <c:pt idx="790">
                  <c:v>0.0967536032577</c:v>
                </c:pt>
                <c:pt idx="791">
                  <c:v>0.0970414965102</c:v>
                </c:pt>
                <c:pt idx="792">
                  <c:v>0.0973295081513</c:v>
                </c:pt>
                <c:pt idx="793">
                  <c:v>0.0976176635695</c:v>
                </c:pt>
                <c:pt idx="794">
                  <c:v>0.0979059881924</c:v>
                </c:pt>
                <c:pt idx="795">
                  <c:v>0.0981945074864</c:v>
                </c:pt>
                <c:pt idx="796">
                  <c:v>0.0984832469565</c:v>
                </c:pt>
                <c:pt idx="797">
                  <c:v>0.0987722321463</c:v>
                </c:pt>
                <c:pt idx="798">
                  <c:v>0.0990614886385</c:v>
                </c:pt>
                <c:pt idx="799">
                  <c:v>0.0993510420544</c:v>
                </c:pt>
                <c:pt idx="800">
                  <c:v>0.0996409180546</c:v>
                </c:pt>
                <c:pt idx="801">
                  <c:v>0.0999311423388</c:v>
                </c:pt>
                <c:pt idx="802">
                  <c:v>0.100221740646</c:v>
                </c:pt>
                <c:pt idx="803">
                  <c:v>0.100512738757</c:v>
                </c:pt>
                <c:pt idx="804">
                  <c:v>0.100804162489</c:v>
                </c:pt>
                <c:pt idx="805">
                  <c:v>0.101096037703</c:v>
                </c:pt>
                <c:pt idx="806">
                  <c:v>0.101388390298</c:v>
                </c:pt>
                <c:pt idx="807">
                  <c:v>0.101681246216</c:v>
                </c:pt>
                <c:pt idx="808">
                  <c:v>0.101974631439</c:v>
                </c:pt>
                <c:pt idx="809">
                  <c:v>0.102268571991</c:v>
                </c:pt>
                <c:pt idx="810">
                  <c:v>0.102563093934</c:v>
                </c:pt>
                <c:pt idx="811">
                  <c:v>0.102858223375</c:v>
                </c:pt>
                <c:pt idx="812">
                  <c:v>0.103153986461</c:v>
                </c:pt>
                <c:pt idx="813">
                  <c:v>0.103450409379</c:v>
                </c:pt>
                <c:pt idx="814">
                  <c:v>0.103747518358</c:v>
                </c:pt>
                <c:pt idx="815">
                  <c:v>0.104045339665</c:v>
                </c:pt>
                <c:pt idx="816">
                  <c:v>0.104343899608</c:v>
                </c:pt>
                <c:pt idx="817">
                  <c:v>0.104643224536</c:v>
                </c:pt>
                <c:pt idx="818">
                  <c:v>0.104943340833</c:v>
                </c:pt>
                <c:pt idx="819">
                  <c:v>0.105244274922</c:v>
                </c:pt>
                <c:pt idx="820">
                  <c:v>0.10554605326</c:v>
                </c:pt>
                <c:pt idx="821">
                  <c:v>0.105848702341</c:v>
                </c:pt>
                <c:pt idx="822">
                  <c:v>0.106152248692</c:v>
                </c:pt>
                <c:pt idx="823">
                  <c:v>0.106456718867</c:v>
                </c:pt>
                <c:pt idx="824">
                  <c:v>0.106762139455</c:v>
                </c:pt>
                <c:pt idx="825">
                  <c:v>0.107068537068</c:v>
                </c:pt>
                <c:pt idx="826">
                  <c:v>0.107375938342</c:v>
                </c:pt>
                <c:pt idx="827">
                  <c:v>0.107684369937</c:v>
                </c:pt>
                <c:pt idx="828">
                  <c:v>0.107993858529</c:v>
                </c:pt>
                <c:pt idx="829">
                  <c:v>0.108304430808</c:v>
                </c:pt>
                <c:pt idx="830">
                  <c:v>0.108616113478</c:v>
                </c:pt>
                <c:pt idx="831">
                  <c:v>0.108928933247</c:v>
                </c:pt>
                <c:pt idx="832">
                  <c:v>0.109242916826</c:v>
                </c:pt>
                <c:pt idx="833">
                  <c:v>0.109558090923</c:v>
                </c:pt>
                <c:pt idx="834">
                  <c:v>0.109874482239</c:v>
                </c:pt>
                <c:pt idx="835">
                  <c:v>0.110192117459</c:v>
                </c:pt>
                <c:pt idx="836">
                  <c:v>0.110511023251</c:v>
                </c:pt>
                <c:pt idx="837">
                  <c:v>0.110831226255</c:v>
                </c:pt>
                <c:pt idx="838">
                  <c:v>0.111152753076</c:v>
                </c:pt>
                <c:pt idx="839">
                  <c:v>0.111475630281</c:v>
                </c:pt>
                <c:pt idx="840">
                  <c:v>0.111799884384</c:v>
                </c:pt>
                <c:pt idx="841">
                  <c:v>0.112125541843</c:v>
                </c:pt>
                <c:pt idx="842">
                  <c:v>0.11245262905</c:v>
                </c:pt>
                <c:pt idx="843">
                  <c:v>0.112781172316</c:v>
                </c:pt>
                <c:pt idx="844">
                  <c:v>0.11311119787</c:v>
                </c:pt>
                <c:pt idx="845">
                  <c:v>0.113442731837</c:v>
                </c:pt>
                <c:pt idx="846">
                  <c:v>0.113775800235</c:v>
                </c:pt>
                <c:pt idx="847">
                  <c:v>0.114110428961</c:v>
                </c:pt>
                <c:pt idx="848">
                  <c:v>0.114446643773</c:v>
                </c:pt>
                <c:pt idx="849">
                  <c:v>0.114784470282</c:v>
                </c:pt>
                <c:pt idx="850">
                  <c:v>0.115123933935</c:v>
                </c:pt>
                <c:pt idx="851">
                  <c:v>0.11546506</c:v>
                </c:pt>
                <c:pt idx="852">
                  <c:v>0.115807873551</c:v>
                </c:pt>
                <c:pt idx="853">
                  <c:v>0.11615239945</c:v>
                </c:pt>
                <c:pt idx="854">
                  <c:v>0.116498662329</c:v>
                </c:pt>
                <c:pt idx="855">
                  <c:v>0.116846686572</c:v>
                </c:pt>
                <c:pt idx="856">
                  <c:v>0.117196496299</c:v>
                </c:pt>
                <c:pt idx="857">
                  <c:v>0.117548115339</c:v>
                </c:pt>
                <c:pt idx="858">
                  <c:v>0.117901567215</c:v>
                </c:pt>
                <c:pt idx="859">
                  <c:v>0.11825687512</c:v>
                </c:pt>
                <c:pt idx="860">
                  <c:v>0.11861406189</c:v>
                </c:pt>
                <c:pt idx="861">
                  <c:v>0.118973149989</c:v>
                </c:pt>
                <c:pt idx="862">
                  <c:v>0.119334161475</c:v>
                </c:pt>
                <c:pt idx="863">
                  <c:v>0.119697117978</c:v>
                </c:pt>
                <c:pt idx="864">
                  <c:v>0.120062040675</c:v>
                </c:pt>
                <c:pt idx="865">
                  <c:v>0.120428950257</c:v>
                </c:pt>
                <c:pt idx="866">
                  <c:v>0.120797866906</c:v>
                </c:pt>
                <c:pt idx="867">
                  <c:v>0.121168810259</c:v>
                </c:pt>
                <c:pt idx="868">
                  <c:v>0.121541799381</c:v>
                </c:pt>
                <c:pt idx="869">
                  <c:v>0.121916852731</c:v>
                </c:pt>
                <c:pt idx="870">
                  <c:v>0.122293988131</c:v>
                </c:pt>
                <c:pt idx="871">
                  <c:v>0.122673222726</c:v>
                </c:pt>
                <c:pt idx="872">
                  <c:v>0.123054572957</c:v>
                </c:pt>
                <c:pt idx="873">
                  <c:v>0.123438054517</c:v>
                </c:pt>
                <c:pt idx="874">
                  <c:v>0.123823682318</c:v>
                </c:pt>
                <c:pt idx="875">
                  <c:v>0.124211470451</c:v>
                </c:pt>
                <c:pt idx="876">
                  <c:v>0.124601432147</c:v>
                </c:pt>
                <c:pt idx="877">
                  <c:v>0.124993579734</c:v>
                </c:pt>
                <c:pt idx="878">
                  <c:v>0.1253879246</c:v>
                </c:pt>
                <c:pt idx="879">
                  <c:v>0.125784477146</c:v>
                </c:pt>
                <c:pt idx="880">
                  <c:v>0.126183246745</c:v>
                </c:pt>
                <c:pt idx="881">
                  <c:v>0.126584241697</c:v>
                </c:pt>
                <c:pt idx="882">
                  <c:v>0.126987469186</c:v>
                </c:pt>
                <c:pt idx="883">
                  <c:v>0.127392935228</c:v>
                </c:pt>
                <c:pt idx="884">
                  <c:v>0.127800644632</c:v>
                </c:pt>
                <c:pt idx="885">
                  <c:v>0.128210600947</c:v>
                </c:pt>
                <c:pt idx="886">
                  <c:v>0.128622806415</c:v>
                </c:pt>
                <c:pt idx="887">
                  <c:v>0.129037261925</c:v>
                </c:pt>
                <c:pt idx="888">
                  <c:v>0.12945396696</c:v>
                </c:pt>
                <c:pt idx="889">
                  <c:v>0.129872919552</c:v>
                </c:pt>
                <c:pt idx="890">
                  <c:v>0.130294116228</c:v>
                </c:pt>
                <c:pt idx="891">
                  <c:v>0.13071755196</c:v>
                </c:pt>
                <c:pt idx="892">
                  <c:v>0.13114322012</c:v>
                </c:pt>
                <c:pt idx="893">
                  <c:v>0.131571112423</c:v>
                </c:pt>
                <c:pt idx="894">
                  <c:v>0.132001218882</c:v>
                </c:pt>
                <c:pt idx="895">
                  <c:v>0.132433527755</c:v>
                </c:pt>
                <c:pt idx="896">
                  <c:v>0.132868025498</c:v>
                </c:pt>
                <c:pt idx="897">
                  <c:v>0.133304696713</c:v>
                </c:pt>
                <c:pt idx="898">
                  <c:v>0.133743524103</c:v>
                </c:pt>
                <c:pt idx="899">
                  <c:v>0.134184488421</c:v>
                </c:pt>
                <c:pt idx="900">
                  <c:v>0.134627568427</c:v>
                </c:pt>
                <c:pt idx="901">
                  <c:v>0.135072740838</c:v>
                </c:pt>
                <c:pt idx="902">
                  <c:v>0.135519980286</c:v>
                </c:pt>
                <c:pt idx="903">
                  <c:v>0.135969259278</c:v>
                </c:pt>
                <c:pt idx="904">
                  <c:v>0.136420548148</c:v>
                </c:pt>
                <c:pt idx="905">
                  <c:v>0.136873815022</c:v>
                </c:pt>
                <c:pt idx="906">
                  <c:v>0.137329025781</c:v>
                </c:pt>
                <c:pt idx="907">
                  <c:v>0.137786144022</c:v>
                </c:pt>
                <c:pt idx="908">
                  <c:v>0.138245131026</c:v>
                </c:pt>
                <c:pt idx="909">
                  <c:v>0.138705945729</c:v>
                </c:pt>
                <c:pt idx="910">
                  <c:v>0.139168544693</c:v>
                </c:pt>
                <c:pt idx="911">
                  <c:v>0.13963288208</c:v>
                </c:pt>
                <c:pt idx="912">
                  <c:v>0.140098909629</c:v>
                </c:pt>
                <c:pt idx="913">
                  <c:v>0.14056657664</c:v>
                </c:pt>
                <c:pt idx="914">
                  <c:v>0.141035829955</c:v>
                </c:pt>
                <c:pt idx="915">
                  <c:v>0.141506613948</c:v>
                </c:pt>
                <c:pt idx="916">
                  <c:v>0.141978870519</c:v>
                </c:pt>
                <c:pt idx="917">
                  <c:v>0.142452539082</c:v>
                </c:pt>
                <c:pt idx="918">
                  <c:v>0.142927556573</c:v>
                </c:pt>
                <c:pt idx="919">
                  <c:v>0.143403857449</c:v>
                </c:pt>
                <c:pt idx="920">
                  <c:v>0.143881373695</c:v>
                </c:pt>
                <c:pt idx="921">
                  <c:v>0.144360034841</c:v>
                </c:pt>
                <c:pt idx="922">
                  <c:v>0.144839767974</c:v>
                </c:pt>
                <c:pt idx="923">
                  <c:v>0.145320497763</c:v>
                </c:pt>
                <c:pt idx="924">
                  <c:v>0.145802146481</c:v>
                </c:pt>
                <c:pt idx="925">
                  <c:v>0.146284634041</c:v>
                </c:pt>
                <c:pt idx="926">
                  <c:v>0.146767878025</c:v>
                </c:pt>
                <c:pt idx="927">
                  <c:v>0.147251793731</c:v>
                </c:pt>
                <c:pt idx="928">
                  <c:v>0.147736294211</c:v>
                </c:pt>
                <c:pt idx="929">
                  <c:v>0.148221290327</c:v>
                </c:pt>
                <c:pt idx="930">
                  <c:v>0.148706690799</c:v>
                </c:pt>
                <c:pt idx="931">
                  <c:v>0.14919240227</c:v>
                </c:pt>
                <c:pt idx="932">
                  <c:v>0.149678329363</c:v>
                </c:pt>
                <c:pt idx="933">
                  <c:v>0.150164374755</c:v>
                </c:pt>
                <c:pt idx="934">
                  <c:v>0.150650439243</c:v>
                </c:pt>
                <c:pt idx="935">
                  <c:v>0.151136421827</c:v>
                </c:pt>
                <c:pt idx="936">
                  <c:v>0.151622219782</c:v>
                </c:pt>
                <c:pt idx="937">
                  <c:v>0.152107728749</c:v>
                </c:pt>
                <c:pt idx="938">
                  <c:v>0.15259284282</c:v>
                </c:pt>
                <c:pt idx="939">
                  <c:v>0.153077454628</c:v>
                </c:pt>
                <c:pt idx="940">
                  <c:v>0.153561455441</c:v>
                </c:pt>
                <c:pt idx="941">
                  <c:v>0.154044735263</c:v>
                </c:pt>
                <c:pt idx="942">
                  <c:v>0.154527182926</c:v>
                </c:pt>
                <c:pt idx="943">
                  <c:v>0.155008686199</c:v>
                </c:pt>
                <c:pt idx="944">
                  <c:v>0.155489131891</c:v>
                </c:pt>
                <c:pt idx="945">
                  <c:v>0.155968405951</c:v>
                </c:pt>
                <c:pt idx="946">
                  <c:v>0.156446393583</c:v>
                </c:pt>
                <c:pt idx="947">
                  <c:v>0.156922979348</c:v>
                </c:pt>
                <c:pt idx="948">
                  <c:v>0.157398047277</c:v>
                </c:pt>
                <c:pt idx="949">
                  <c:v>0.15787148098</c:v>
                </c:pt>
                <c:pt idx="950">
                  <c:v>0.158343163752</c:v>
                </c:pt>
                <c:pt idx="951">
                  <c:v>0.15881297869</c:v>
                </c:pt>
                <c:pt idx="952">
                  <c:v>0.159280808794</c:v>
                </c:pt>
                <c:pt idx="953">
                  <c:v>0.159746537084</c:v>
                </c:pt>
                <c:pt idx="954">
                  <c:v>0.160210046697</c:v>
                </c:pt>
                <c:pt idx="955">
                  <c:v>0.160671221003</c:v>
                </c:pt>
                <c:pt idx="956">
                  <c:v>0.161129943705</c:v>
                </c:pt>
                <c:pt idx="957">
                  <c:v>0.161586098938</c:v>
                </c:pt>
                <c:pt idx="958">
                  <c:v>0.162039571377</c:v>
                </c:pt>
                <c:pt idx="959">
                  <c:v>0.162490246329</c:v>
                </c:pt>
                <c:pt idx="960">
                  <c:v>0.162938009829</c:v>
                </c:pt>
                <c:pt idx="961">
                  <c:v>0.163382748735</c:v>
                </c:pt>
                <c:pt idx="962">
                  <c:v>0.163824350814</c:v>
                </c:pt>
                <c:pt idx="963">
                  <c:v>0.164262704834</c:v>
                </c:pt>
                <c:pt idx="964">
                  <c:v>0.164697700639</c:v>
                </c:pt>
                <c:pt idx="965">
                  <c:v>0.165129229234</c:v>
                </c:pt>
                <c:pt idx="966">
                  <c:v>0.165557182861</c:v>
                </c:pt>
                <c:pt idx="967">
                  <c:v>0.165981455067</c:v>
                </c:pt>
                <c:pt idx="968">
                  <c:v>0.166401940779</c:v>
                </c:pt>
                <c:pt idx="969">
                  <c:v>0.166818536364</c:v>
                </c:pt>
                <c:pt idx="970">
                  <c:v>0.167231139689</c:v>
                </c:pt>
                <c:pt idx="971">
                  <c:v>0.167639650187</c:v>
                </c:pt>
                <c:pt idx="972">
                  <c:v>0.168043968898</c:v>
                </c:pt>
                <c:pt idx="973">
                  <c:v>0.168443998532</c:v>
                </c:pt>
                <c:pt idx="974">
                  <c:v>0.168839643504</c:v>
                </c:pt>
                <c:pt idx="975">
                  <c:v>0.169230809986</c:v>
                </c:pt>
                <c:pt idx="976">
                  <c:v>0.169617405938</c:v>
                </c:pt>
                <c:pt idx="977">
                  <c:v>0.169999341154</c:v>
                </c:pt>
                <c:pt idx="978">
                  <c:v>0.170376527283</c:v>
                </c:pt>
                <c:pt idx="979">
                  <c:v>0.170748877869</c:v>
                </c:pt>
                <c:pt idx="980">
                  <c:v>0.171116308371</c:v>
                </c:pt>
                <c:pt idx="981">
                  <c:v>0.17147873619</c:v>
                </c:pt>
                <c:pt idx="982">
                  <c:v>0.17183608069</c:v>
                </c:pt>
                <c:pt idx="983">
                  <c:v>0.172188263215</c:v>
                </c:pt>
                <c:pt idx="984">
                  <c:v>0.172535207107</c:v>
                </c:pt>
                <c:pt idx="985">
                  <c:v>0.17287683772</c:v>
                </c:pt>
                <c:pt idx="986">
                  <c:v>0.173213082431</c:v>
                </c:pt>
                <c:pt idx="987">
                  <c:v>0.173543870654</c:v>
                </c:pt>
                <c:pt idx="988">
                  <c:v>0.173869133844</c:v>
                </c:pt>
                <c:pt idx="989">
                  <c:v>0.174188805511</c:v>
                </c:pt>
                <c:pt idx="990">
                  <c:v>0.174502821221</c:v>
                </c:pt>
                <c:pt idx="991">
                  <c:v>0.174811118604</c:v>
                </c:pt>
                <c:pt idx="992">
                  <c:v>0.175113637358</c:v>
                </c:pt>
                <c:pt idx="993">
                  <c:v>0.175410319255</c:v>
                </c:pt>
                <c:pt idx="994">
                  <c:v>0.175701108142</c:v>
                </c:pt>
                <c:pt idx="995">
                  <c:v>0.175985949946</c:v>
                </c:pt>
                <c:pt idx="996">
                  <c:v>0.176264792678</c:v>
                </c:pt>
                <c:pt idx="997">
                  <c:v>0.176537586434</c:v>
                </c:pt>
                <c:pt idx="998">
                  <c:v>0.1768042834</c:v>
                </c:pt>
                <c:pt idx="999">
                  <c:v>0.177064837858</c:v>
                </c:pt>
                <c:pt idx="1000">
                  <c:v>0.177319206187</c:v>
                </c:pt>
                <c:pt idx="1001">
                  <c:v>0.177567346867</c:v>
                </c:pt>
                <c:pt idx="1002">
                  <c:v>0.17780922049</c:v>
                </c:pt>
                <c:pt idx="1003">
                  <c:v>0.178044789763</c:v>
                </c:pt>
                <c:pt idx="1004">
                  <c:v>0.178274019514</c:v>
                </c:pt>
                <c:pt idx="1005">
                  <c:v>0.178496876702</c:v>
                </c:pt>
                <c:pt idx="1006">
                  <c:v>0.178713330429</c:v>
                </c:pt>
                <c:pt idx="1007">
                  <c:v>0.178923351944</c:v>
                </c:pt>
                <c:pt idx="1008">
                  <c:v>0.17912691466</c:v>
                </c:pt>
                <c:pt idx="1009">
                  <c:v>0.179323994164</c:v>
                </c:pt>
                <c:pt idx="1010">
                  <c:v>0.179514568232</c:v>
                </c:pt>
                <c:pt idx="1011">
                  <c:v>0.179698616843</c:v>
                </c:pt>
                <c:pt idx="1012">
                  <c:v>0.179876122194</c:v>
                </c:pt>
                <c:pt idx="1013">
                  <c:v>0.180047068719</c:v>
                </c:pt>
                <c:pt idx="1014">
                  <c:v>0.180211443107</c:v>
                </c:pt>
                <c:pt idx="1015">
                  <c:v>0.180369234318</c:v>
                </c:pt>
                <c:pt idx="1016">
                  <c:v>0.180520433607</c:v>
                </c:pt>
                <c:pt idx="1017">
                  <c:v>0.180665034542</c:v>
                </c:pt>
                <c:pt idx="1018">
                  <c:v>0.180803033027</c:v>
                </c:pt>
                <c:pt idx="1019">
                  <c:v>0.180934427321</c:v>
                </c:pt>
                <c:pt idx="1020">
                  <c:v>0.181059218066</c:v>
                </c:pt>
                <c:pt idx="1021">
                  <c:v>0.181177408304</c:v>
                </c:pt>
                <c:pt idx="1022">
                  <c:v>0.181289003504</c:v>
                </c:pt>
                <c:pt idx="1023">
                  <c:v>0.181394011584</c:v>
                </c:pt>
                <c:pt idx="1024">
                  <c:v>0.181492442931</c:v>
                </c:pt>
                <c:pt idx="1025">
                  <c:v>0.181584310428</c:v>
                </c:pt>
                <c:pt idx="1026">
                  <c:v>0.181669629474</c:v>
                </c:pt>
                <c:pt idx="1027">
                  <c:v>0.181748418004</c:v>
                </c:pt>
                <c:pt idx="1028">
                  <c:v>0.181820696512</c:v>
                </c:pt>
                <c:pt idx="1029">
                  <c:v>0.181886488066</c:v>
                </c:pt>
                <c:pt idx="1030">
                  <c:v>0.181945818329</c:v>
                </c:pt>
                <c:pt idx="1031">
                  <c:v>0.181998715576</c:v>
                </c:pt>
                <c:pt idx="1032">
                  <c:v>0.182045210702</c:v>
                </c:pt>
                <c:pt idx="1033">
                  <c:v>0.182085337242</c:v>
                </c:pt>
                <c:pt idx="1034">
                  <c:v>0.182119131374</c:v>
                </c:pt>
                <c:pt idx="1035">
                  <c:v>0.18214663193</c:v>
                </c:pt>
                <c:pt idx="1036">
                  <c:v>0.182167880396</c:v>
                </c:pt>
                <c:pt idx="1037">
                  <c:v>0.18218292092</c:v>
                </c:pt>
                <c:pt idx="1038">
                  <c:v>0.1821918003</c:v>
                </c:pt>
                <c:pt idx="1039">
                  <c:v>0.182194567986</c:v>
                </c:pt>
                <c:pt idx="1040">
                  <c:v>0.182191276067</c:v>
                </c:pt>
                <c:pt idx="1041">
                  <c:v>0.182181979256</c:v>
                </c:pt>
                <c:pt idx="1042">
                  <c:v>0.182166734872</c:v>
                </c:pt>
                <c:pt idx="1043">
                  <c:v>0.182145602821</c:v>
                </c:pt>
                <c:pt idx="1044">
                  <c:v>0.182118645564</c:v>
                </c:pt>
                <c:pt idx="1045">
                  <c:v>0.182085928085</c:v>
                </c:pt>
                <c:pt idx="1046">
                  <c:v>0.182047517857</c:v>
                </c:pt>
                <c:pt idx="1047">
                  <c:v>0.182003484798</c:v>
                </c:pt>
                <c:pt idx="1048">
                  <c:v>0.181953901222</c:v>
                </c:pt>
                <c:pt idx="1049">
                  <c:v>0.181898841786</c:v>
                </c:pt>
                <c:pt idx="1050">
                  <c:v>0.181838383433</c:v>
                </c:pt>
                <c:pt idx="1051">
                  <c:v>0.181772605328</c:v>
                </c:pt>
                <c:pt idx="1052">
                  <c:v>0.181701588784</c:v>
                </c:pt>
                <c:pt idx="1053">
                  <c:v>0.181625417191</c:v>
                </c:pt>
                <c:pt idx="1054">
                  <c:v>0.181544175935</c:v>
                </c:pt>
                <c:pt idx="1055">
                  <c:v>0.181457952308</c:v>
                </c:pt>
                <c:pt idx="1056">
                  <c:v>0.181366835419</c:v>
                </c:pt>
                <c:pt idx="1057">
                  <c:v>0.181270916094</c:v>
                </c:pt>
                <c:pt idx="1058">
                  <c:v>0.181170286774</c:v>
                </c:pt>
                <c:pt idx="1059">
                  <c:v>0.181065041411</c:v>
                </c:pt>
                <c:pt idx="1060">
                  <c:v>0.180955275347</c:v>
                </c:pt>
                <c:pt idx="1061">
                  <c:v>0.180841085203</c:v>
                </c:pt>
                <c:pt idx="1062">
                  <c:v>0.180722568754</c:v>
                </c:pt>
                <c:pt idx="1063">
                  <c:v>0.180599824802</c:v>
                </c:pt>
                <c:pt idx="1064">
                  <c:v>0.180472953048</c:v>
                </c:pt>
                <c:pt idx="1065">
                  <c:v>0.180342053952</c:v>
                </c:pt>
                <c:pt idx="1066">
                  <c:v>0.180207228603</c:v>
                </c:pt>
                <c:pt idx="1067">
                  <c:v>0.180068578569</c:v>
                </c:pt>
                <c:pt idx="1068">
                  <c:v>0.179926205761</c:v>
                </c:pt>
                <c:pt idx="1069">
                  <c:v>0.179780212283</c:v>
                </c:pt>
                <c:pt idx="1070">
                  <c:v>0.179630700285</c:v>
                </c:pt>
                <c:pt idx="1071">
                  <c:v>0.179477771811</c:v>
                </c:pt>
                <c:pt idx="1072">
                  <c:v>0.179321528653</c:v>
                </c:pt>
                <c:pt idx="1073">
                  <c:v>0.179162072193</c:v>
                </c:pt>
                <c:pt idx="1074">
                  <c:v>0.178999503258</c:v>
                </c:pt>
                <c:pt idx="1075">
                  <c:v>0.178833921961</c:v>
                </c:pt>
                <c:pt idx="1076">
                  <c:v>0.178665427556</c:v>
                </c:pt>
                <c:pt idx="1077">
                  <c:v>0.178494118282</c:v>
                </c:pt>
                <c:pt idx="1078">
                  <c:v>0.178320091217</c:v>
                </c:pt>
                <c:pt idx="1079">
                  <c:v>0.17814344213</c:v>
                </c:pt>
                <c:pt idx="1080">
                  <c:v>0.177964265334</c:v>
                </c:pt>
                <c:pt idx="1081">
                  <c:v>0.177782653545</c:v>
                </c:pt>
                <c:pt idx="1082">
                  <c:v>0.177598697741</c:v>
                </c:pt>
                <c:pt idx="1083">
                  <c:v>0.177412487027</c:v>
                </c:pt>
                <c:pt idx="1084">
                  <c:v>0.177224108497</c:v>
                </c:pt>
                <c:pt idx="1085">
                  <c:v>0.177033647111</c:v>
                </c:pt>
                <c:pt idx="1086">
                  <c:v>0.176841185566</c:v>
                </c:pt>
                <c:pt idx="1087">
                  <c:v>0.176646804175</c:v>
                </c:pt>
                <c:pt idx="1088">
                  <c:v>0.176450580753</c:v>
                </c:pt>
                <c:pt idx="1089">
                  <c:v>0.176252590508</c:v>
                </c:pt>
                <c:pt idx="1090">
                  <c:v>0.176052905928</c:v>
                </c:pt>
                <c:pt idx="1091">
                  <c:v>0.175851596688</c:v>
                </c:pt>
                <c:pt idx="1092">
                  <c:v>0.175648729552</c:v>
                </c:pt>
                <c:pt idx="1093">
                  <c:v>0.175444368284</c:v>
                </c:pt>
                <c:pt idx="1094">
                  <c:v>0.175238573566</c:v>
                </c:pt>
                <c:pt idx="1095">
                  <c:v>0.175031402915</c:v>
                </c:pt>
                <c:pt idx="1096">
                  <c:v>0.17482291062</c:v>
                </c:pt>
                <c:pt idx="1097">
                  <c:v>0.174613147669</c:v>
                </c:pt>
                <c:pt idx="1098">
                  <c:v>0.174402161691</c:v>
                </c:pt>
                <c:pt idx="1099">
                  <c:v>0.174189996904</c:v>
                </c:pt>
                <c:pt idx="1100">
                  <c:v>0.173976694066</c:v>
                </c:pt>
                <c:pt idx="1101">
                  <c:v>0.17376229043</c:v>
                </c:pt>
                <c:pt idx="1102">
                  <c:v>0.173546819714</c:v>
                </c:pt>
                <c:pt idx="1103">
                  <c:v>0.173330312064</c:v>
                </c:pt>
                <c:pt idx="1104">
                  <c:v>0.173112794032</c:v>
                </c:pt>
                <c:pt idx="1105">
                  <c:v>0.172894288556</c:v>
                </c:pt>
                <c:pt idx="1106">
                  <c:v>0.172674814945</c:v>
                </c:pt>
                <c:pt idx="1107">
                  <c:v>0.172454388873</c:v>
                </c:pt>
                <c:pt idx="1108">
                  <c:v>0.172233022371</c:v>
                </c:pt>
                <c:pt idx="1109">
                  <c:v>0.172010723831</c:v>
                </c:pt>
                <c:pt idx="1110">
                  <c:v>0.17178749801</c:v>
                </c:pt>
                <c:pt idx="1111">
                  <c:v>0.171563346042</c:v>
                </c:pt>
                <c:pt idx="1112">
                  <c:v>0.171338265451</c:v>
                </c:pt>
                <c:pt idx="1113">
                  <c:v>0.171112250172</c:v>
                </c:pt>
                <c:pt idx="1114">
                  <c:v>0.17088529057</c:v>
                </c:pt>
                <c:pt idx="1115">
                  <c:v>0.170657373474</c:v>
                </c:pt>
                <c:pt idx="1116">
                  <c:v>0.170428482199</c:v>
                </c:pt>
                <c:pt idx="1117">
                  <c:v>0.170198596587</c:v>
                </c:pt>
                <c:pt idx="1118">
                  <c:v>0.169967693041</c:v>
                </c:pt>
                <c:pt idx="1119">
                  <c:v>0.169735744565</c:v>
                </c:pt>
                <c:pt idx="1120">
                  <c:v>0.16950272081</c:v>
                </c:pt>
                <c:pt idx="1121">
                  <c:v>0.169268588119</c:v>
                </c:pt>
                <c:pt idx="1122">
                  <c:v>0.169033309575</c:v>
                </c:pt>
                <c:pt idx="1123">
                  <c:v>0.168796845054</c:v>
                </c:pt>
                <c:pt idx="1124">
                  <c:v>0.168559151278</c:v>
                </c:pt>
                <c:pt idx="1125">
                  <c:v>0.168320181872</c:v>
                </c:pt>
                <c:pt idx="1126">
                  <c:v>0.168079887423</c:v>
                </c:pt>
                <c:pt idx="1127">
                  <c:v>0.167838215536</c:v>
                </c:pt>
                <c:pt idx="1128">
                  <c:v>0.167595110904</c:v>
                </c:pt>
                <c:pt idx="1129">
                  <c:v>0.167350515363</c:v>
                </c:pt>
                <c:pt idx="1130">
                  <c:v>0.167104367965</c:v>
                </c:pt>
                <c:pt idx="1131">
                  <c:v>0.166856605042</c:v>
                </c:pt>
                <c:pt idx="1132">
                  <c:v>0.166607160276</c:v>
                </c:pt>
                <c:pt idx="1133">
                  <c:v>0.166355964769</c:v>
                </c:pt>
                <c:pt idx="1134">
                  <c:v>0.166102947116</c:v>
                </c:pt>
                <c:pt idx="1135">
                  <c:v>0.165848033478</c:v>
                </c:pt>
                <c:pt idx="1136">
                  <c:v>0.165591147655</c:v>
                </c:pt>
                <c:pt idx="1137">
                  <c:v>0.165332211167</c:v>
                </c:pt>
                <c:pt idx="1138">
                  <c:v>0.165071143328</c:v>
                </c:pt>
                <c:pt idx="1139">
                  <c:v>0.164807861324</c:v>
                </c:pt>
                <c:pt idx="1140">
                  <c:v>0.1645422803</c:v>
                </c:pt>
                <c:pt idx="1141">
                  <c:v>0.164274313434</c:v>
                </c:pt>
                <c:pt idx="1142">
                  <c:v>0.164003872026</c:v>
                </c:pt>
                <c:pt idx="1143">
                  <c:v>0.163730865579</c:v>
                </c:pt>
                <c:pt idx="1144">
                  <c:v>0.16345520189</c:v>
                </c:pt>
                <c:pt idx="1145">
                  <c:v>0.163176787133</c:v>
                </c:pt>
                <c:pt idx="1146">
                  <c:v>0.162895525952</c:v>
                </c:pt>
                <c:pt idx="1147">
                  <c:v>0.16261132155</c:v>
                </c:pt>
                <c:pt idx="1148">
                  <c:v>0.162324075784</c:v>
                </c:pt>
                <c:pt idx="1149">
                  <c:v>0.162033689256</c:v>
                </c:pt>
                <c:pt idx="1150">
                  <c:v>0.161740061414</c:v>
                </c:pt>
                <c:pt idx="1151">
                  <c:v>0.161443090646</c:v>
                </c:pt>
                <c:pt idx="1152">
                  <c:v>0.161142674385</c:v>
                </c:pt>
                <c:pt idx="1153">
                  <c:v>0.160838709206</c:v>
                </c:pt>
                <c:pt idx="1154">
                  <c:v>0.160531090935</c:v>
                </c:pt>
                <c:pt idx="1155">
                  <c:v>0.16021971475</c:v>
                </c:pt>
                <c:pt idx="1156">
                  <c:v>0.159904475297</c:v>
                </c:pt>
                <c:pt idx="1157">
                  <c:v>0.159585266794</c:v>
                </c:pt>
                <c:pt idx="1158">
                  <c:v>0.159261983151</c:v>
                </c:pt>
                <c:pt idx="1159">
                  <c:v>0.158934518077</c:v>
                </c:pt>
                <c:pt idx="1160">
                  <c:v>0.158602765209</c:v>
                </c:pt>
                <c:pt idx="1161">
                  <c:v>0.158266618223</c:v>
                </c:pt>
                <c:pt idx="1162">
                  <c:v>0.157925970963</c:v>
                </c:pt>
                <c:pt idx="1163">
                  <c:v>0.157580717566</c:v>
                </c:pt>
                <c:pt idx="1164">
                  <c:v>0.157230752586</c:v>
                </c:pt>
                <c:pt idx="1165">
                  <c:v>0.156875971134</c:v>
                </c:pt>
                <c:pt idx="1166">
                  <c:v>0.156516269001</c:v>
                </c:pt>
                <c:pt idx="1167">
                  <c:v>0.156151542804</c:v>
                </c:pt>
                <c:pt idx="1168">
                  <c:v>0.155781690117</c:v>
                </c:pt>
                <c:pt idx="1169">
                  <c:v>0.155406609619</c:v>
                </c:pt>
                <c:pt idx="1170">
                  <c:v>0.155026201232</c:v>
                </c:pt>
                <c:pt idx="1171">
                  <c:v>0.154640366274</c:v>
                </c:pt>
                <c:pt idx="1172">
                  <c:v>0.154249007603</c:v>
                </c:pt>
                <c:pt idx="1173">
                  <c:v>0.153852029769</c:v>
                </c:pt>
                <c:pt idx="1174">
                  <c:v>0.153449339171</c:v>
                </c:pt>
                <c:pt idx="1175">
                  <c:v>0.153040844208</c:v>
                </c:pt>
                <c:pt idx="1176">
                  <c:v>0.152626455441</c:v>
                </c:pt>
                <c:pt idx="1177">
                  <c:v>0.152206085747</c:v>
                </c:pt>
                <c:pt idx="1178">
                  <c:v>0.151779650487</c:v>
                </c:pt>
                <c:pt idx="1179">
                  <c:v>0.151347067663</c:v>
                </c:pt>
                <c:pt idx="1180">
                  <c:v>0.150908258086</c:v>
                </c:pt>
                <c:pt idx="1181">
                  <c:v>0.150463145535</c:v>
                </c:pt>
                <c:pt idx="1182">
                  <c:v>0.150011656931</c:v>
                </c:pt>
                <c:pt idx="1183">
                  <c:v>0.149553722493</c:v>
                </c:pt>
                <c:pt idx="1184">
                  <c:v>0.149089275913</c:v>
                </c:pt>
                <c:pt idx="1185">
                  <c:v>0.148618254517</c:v>
                </c:pt>
                <c:pt idx="1186">
                  <c:v>0.148140599431</c:v>
                </c:pt>
                <c:pt idx="1187">
                  <c:v>0.147656255746</c:v>
                </c:pt>
                <c:pt idx="1188">
                  <c:v>0.147165172683</c:v>
                </c:pt>
                <c:pt idx="1189">
                  <c:v>0.14666730375</c:v>
                </c:pt>
                <c:pt idx="1190">
                  <c:v>0.146162606907</c:v>
                </c:pt>
                <c:pt idx="1191">
                  <c:v>0.145651044716</c:v>
                </c:pt>
                <c:pt idx="1192">
                  <c:v>0.145132584503</c:v>
                </c:pt>
                <c:pt idx="1193">
                  <c:v>0.1446071985</c:v>
                </c:pt>
                <c:pt idx="1194">
                  <c:v>0.144074863996</c:v>
                </c:pt>
                <c:pt idx="1195">
                  <c:v>0.143535563477</c:v>
                </c:pt>
                <c:pt idx="1196">
                  <c:v>0.142989284765</c:v>
                </c:pt>
                <c:pt idx="1197">
                  <c:v>0.142436021144</c:v>
                </c:pt>
                <c:pt idx="1198">
                  <c:v>0.141875771488</c:v>
                </c:pt>
                <c:pt idx="1199">
                  <c:v>0.14130854038</c:v>
                </c:pt>
                <c:pt idx="1200">
                  <c:v>0.14073433822</c:v>
                </c:pt>
                <c:pt idx="1201">
                  <c:v>0.140153181331</c:v>
                </c:pt>
                <c:pt idx="1202">
                  <c:v>0.13956509205</c:v>
                </c:pt>
                <c:pt idx="1203">
                  <c:v>0.138970098818</c:v>
                </c:pt>
                <c:pt idx="1204">
                  <c:v>0.138368236254</c:v>
                </c:pt>
                <c:pt idx="1205">
                  <c:v>0.137759545222</c:v>
                </c:pt>
                <c:pt idx="1206">
                  <c:v>0.137144072889</c:v>
                </c:pt>
                <c:pt idx="1207">
                  <c:v>0.136521872767</c:v>
                </c:pt>
                <c:pt idx="1208">
                  <c:v>0.13589300475</c:v>
                </c:pt>
                <c:pt idx="1209">
                  <c:v>0.135257535135</c:v>
                </c:pt>
                <c:pt idx="1210">
                  <c:v>0.134615536634</c:v>
                </c:pt>
                <c:pt idx="1211">
                  <c:v>0.133967088369</c:v>
                </c:pt>
                <c:pt idx="1212">
                  <c:v>0.133312275859</c:v>
                </c:pt>
                <c:pt idx="1213">
                  <c:v>0.132651190992</c:v>
                </c:pt>
                <c:pt idx="1214">
                  <c:v>0.131983931982</c:v>
                </c:pt>
                <c:pt idx="1215">
                  <c:v>0.131310603317</c:v>
                </c:pt>
                <c:pt idx="1216">
                  <c:v>0.130631315686</c:v>
                </c:pt>
                <c:pt idx="1217">
                  <c:v>0.129946185904</c:v>
                </c:pt>
                <c:pt idx="1218">
                  <c:v>0.129255336807</c:v>
                </c:pt>
                <c:pt idx="1219">
                  <c:v>0.128558897149</c:v>
                </c:pt>
                <c:pt idx="1220">
                  <c:v>0.127857001478</c:v>
                </c:pt>
                <c:pt idx="1221">
                  <c:v>0.127149789996</c:v>
                </c:pt>
                <c:pt idx="1222">
                  <c:v>0.126437408412</c:v>
                </c:pt>
                <c:pt idx="1223">
                  <c:v>0.125720007777</c:v>
                </c:pt>
                <c:pt idx="1224">
                  <c:v>0.124997744309</c:v>
                </c:pt>
                <c:pt idx="1225">
                  <c:v>0.124270779206</c:v>
                </c:pt>
                <c:pt idx="1226">
                  <c:v>0.123539278443</c:v>
                </c:pt>
                <c:pt idx="1227">
                  <c:v>0.122803412564</c:v>
                </c:pt>
                <c:pt idx="1228">
                  <c:v>0.122063356455</c:v>
                </c:pt>
                <c:pt idx="1229">
                  <c:v>0.121319289118</c:v>
                </c:pt>
                <c:pt idx="1230">
                  <c:v>0.120571393422</c:v>
                </c:pt>
                <c:pt idx="1231">
                  <c:v>0.119819855858</c:v>
                </c:pt>
                <c:pt idx="1232">
                  <c:v>0.119064866273</c:v>
                </c:pt>
                <c:pt idx="1233">
                  <c:v>0.118306617609</c:v>
                </c:pt>
                <c:pt idx="1234">
                  <c:v>0.117545305629</c:v>
                </c:pt>
                <c:pt idx="1235">
                  <c:v>0.116781128634</c:v>
                </c:pt>
                <c:pt idx="1236">
                  <c:v>0.116014287185</c:v>
                </c:pt>
                <c:pt idx="1237">
                  <c:v>0.115244983809</c:v>
                </c:pt>
                <c:pt idx="1238">
                  <c:v>0.114473422714</c:v>
                </c:pt>
                <c:pt idx="1239">
                  <c:v>0.113699809491</c:v>
                </c:pt>
                <c:pt idx="1240">
                  <c:v>0.112924350824</c:v>
                </c:pt>
                <c:pt idx="1241">
                  <c:v>0.112147254192</c:v>
                </c:pt>
                <c:pt idx="1242">
                  <c:v>0.111368727579</c:v>
                </c:pt>
                <c:pt idx="1243">
                  <c:v>0.110588979176</c:v>
                </c:pt>
                <c:pt idx="1244">
                  <c:v>0.109808217098</c:v>
                </c:pt>
                <c:pt idx="1245">
                  <c:v>0.10902664909</c:v>
                </c:pt>
                <c:pt idx="1246">
                  <c:v>0.108244482253</c:v>
                </c:pt>
                <c:pt idx="1247">
                  <c:v>0.107461922758</c:v>
                </c:pt>
                <c:pt idx="1248">
                  <c:v>0.106679175581</c:v>
                </c:pt>
                <c:pt idx="1249">
                  <c:v>0.105896444234</c:v>
                </c:pt>
                <c:pt idx="1250">
                  <c:v>0.105113930507</c:v>
                </c:pt>
                <c:pt idx="1251">
                  <c:v>0.104331834222</c:v>
                </c:pt>
                <c:pt idx="1252">
                  <c:v>0.103550352985</c:v>
                </c:pt>
                <c:pt idx="1253">
                  <c:v>0.102769681959</c:v>
                </c:pt>
                <c:pt idx="1254">
                  <c:v>0.101990013639</c:v>
                </c:pt>
                <c:pt idx="1255">
                  <c:v>0.101211537637</c:v>
                </c:pt>
                <c:pt idx="1256">
                  <c:v>0.100434440484</c:v>
                </c:pt>
                <c:pt idx="1257">
                  <c:v>0.0996589054338</c:v>
                </c:pt>
                <c:pt idx="1258">
                  <c:v>0.0988851122853</c:v>
                </c:pt>
                <c:pt idx="1259">
                  <c:v>0.0981132372121</c:v>
                </c:pt>
                <c:pt idx="1260">
                  <c:v>0.0973434526049</c:v>
                </c:pt>
                <c:pt idx="1261">
                  <c:v>0.0965759269258</c:v>
                </c:pt>
                <c:pt idx="1262">
                  <c:v>0.0958108245739</c:v>
                </c:pt>
                <c:pt idx="1263">
                  <c:v>0.0950483057627</c:v>
                </c:pt>
                <c:pt idx="1264">
                  <c:v>0.0942885264095</c:v>
                </c:pt>
                <c:pt idx="1265">
                  <c:v>0.0935316380367</c:v>
                </c:pt>
                <c:pt idx="1266">
                  <c:v>0.0927777876842</c:v>
                </c:pt>
                <c:pt idx="1267">
                  <c:v>0.0920271178336</c:v>
                </c:pt>
                <c:pt idx="1268">
                  <c:v>0.0912797663439</c:v>
                </c:pt>
                <c:pt idx="1269">
                  <c:v>0.0905358663976</c:v>
                </c:pt>
                <c:pt idx="1270">
                  <c:v>0.0897955464586</c:v>
                </c:pt>
                <c:pt idx="1271">
                  <c:v>0.0890589302396</c:v>
                </c:pt>
                <c:pt idx="1272">
                  <c:v>0.0883261366805</c:v>
                </c:pt>
                <c:pt idx="1273">
                  <c:v>0.087597279936</c:v>
                </c:pt>
                <c:pt idx="1274">
                  <c:v>0.0868724693734</c:v>
                </c:pt>
                <c:pt idx="1275">
                  <c:v>0.0861518095792</c:v>
                </c:pt>
                <c:pt idx="1276">
                  <c:v>0.0854354003741</c:v>
                </c:pt>
                <c:pt idx="1277">
                  <c:v>0.0847233368369</c:v>
                </c:pt>
                <c:pt idx="1278">
                  <c:v>0.0840157093359</c:v>
                </c:pt>
                <c:pt idx="1279">
                  <c:v>0.0833126035679</c:v>
                </c:pt>
                <c:pt idx="1280">
                  <c:v>0.0826141006044</c:v>
                </c:pt>
                <c:pt idx="1281">
                  <c:v>0.081920276944</c:v>
                </c:pt>
                <c:pt idx="1282">
                  <c:v>0.0812312045712</c:v>
                </c:pt>
                <c:pt idx="1283">
                  <c:v>0.0805469510211</c:v>
                </c:pt>
                <c:pt idx="1284">
                  <c:v>0.0798675794487</c:v>
                </c:pt>
                <c:pt idx="1285">
                  <c:v>0.0791931487041</c:v>
                </c:pt>
                <c:pt idx="1286">
                  <c:v>0.078523713411</c:v>
                </c:pt>
                <c:pt idx="1287">
                  <c:v>0.0778593240501</c:v>
                </c:pt>
                <c:pt idx="1288">
                  <c:v>0.0772000270455</c:v>
                </c:pt>
                <c:pt idx="1289">
                  <c:v>0.0765458648547</c:v>
                </c:pt>
                <c:pt idx="1290">
                  <c:v>0.0758968760612</c:v>
                </c:pt>
                <c:pt idx="1291">
                  <c:v>0.0752530954698</c:v>
                </c:pt>
                <c:pt idx="1292">
                  <c:v>0.0746145542037</c:v>
                </c:pt>
                <c:pt idx="1293">
                  <c:v>0.0739812798035</c:v>
                </c:pt>
                <c:pt idx="1294">
                  <c:v>0.0733532963276</c:v>
                </c:pt>
                <c:pt idx="1295">
                  <c:v>0.0727306244541</c:v>
                </c:pt>
                <c:pt idx="1296">
                  <c:v>0.0721132815826</c:v>
                </c:pt>
                <c:pt idx="1297">
                  <c:v>0.0715012819375</c:v>
                </c:pt>
                <c:pt idx="1298">
                  <c:v>0.0708946366715</c:v>
                </c:pt>
                <c:pt idx="1299">
                  <c:v>0.0702933539679</c:v>
                </c:pt>
                <c:pt idx="1300">
                  <c:v>0.0696974391446</c:v>
                </c:pt>
                <c:pt idx="1301">
                  <c:v>0.0691068947561</c:v>
                </c:pt>
                <c:pt idx="1302">
                  <c:v>0.0685217206958</c:v>
                </c:pt>
                <c:pt idx="1303">
                  <c:v>0.0679419142967</c:v>
                </c:pt>
                <c:pt idx="1304">
                  <c:v>0.0673674704323</c:v>
                </c:pt>
                <c:pt idx="1305">
                  <c:v>0.0667983816148</c:v>
                </c:pt>
                <c:pt idx="1306">
                  <c:v>0.0662346380932</c:v>
                </c:pt>
                <c:pt idx="1307">
                  <c:v>0.0656762279498</c:v>
                </c:pt>
                <c:pt idx="1308">
                  <c:v>0.0651231371945</c:v>
                </c:pt>
                <c:pt idx="1309">
                  <c:v>0.064575349858</c:v>
                </c:pt>
                <c:pt idx="1310">
                  <c:v>0.0640328480832</c:v>
                </c:pt>
                <c:pt idx="1311">
                  <c:v>0.0634956122147</c:v>
                </c:pt>
                <c:pt idx="1312">
                  <c:v>0.0629636208863</c:v>
                </c:pt>
                <c:pt idx="1313">
                  <c:v>0.0624368511067</c:v>
                </c:pt>
                <c:pt idx="1314">
                  <c:v>0.0619152783426</c:v>
                </c:pt>
                <c:pt idx="1315">
                  <c:v>0.061398876601</c:v>
                </c:pt>
                <c:pt idx="1316">
                  <c:v>0.0608876185078</c:v>
                </c:pt>
                <c:pt idx="1317">
                  <c:v>0.0603814753857</c:v>
                </c:pt>
                <c:pt idx="1318">
                  <c:v>0.0598804173286</c:v>
                </c:pt>
                <c:pt idx="1319">
                  <c:v>0.0593844132752</c:v>
                </c:pt>
                <c:pt idx="1320">
                  <c:v>0.0588934310792</c:v>
                </c:pt>
                <c:pt idx="1321">
                  <c:v>0.0584074375781</c:v>
                </c:pt>
                <c:pt idx="1322">
                  <c:v>0.0579263986596</c:v>
                </c:pt>
                <c:pt idx="1323">
                  <c:v>0.0574502793256</c:v>
                </c:pt>
                <c:pt idx="1324">
                  <c:v>0.0569790437546</c:v>
                </c:pt>
                <c:pt idx="1325">
                  <c:v>0.0565126553612</c:v>
                </c:pt>
                <c:pt idx="1326">
                  <c:v>0.0560510768544</c:v>
                </c:pt>
                <c:pt idx="1327">
                  <c:v>0.0555942702928</c:v>
                </c:pt>
                <c:pt idx="1328">
                  <c:v>0.0551421971388</c:v>
                </c:pt>
                <c:pt idx="1329">
                  <c:v>0.0546948183097</c:v>
                </c:pt>
                <c:pt idx="1330">
                  <c:v>0.0542520942279</c:v>
                </c:pt>
                <c:pt idx="1331">
                  <c:v>0.0538139848682</c:v>
                </c:pt>
                <c:pt idx="1332">
                  <c:v>0.0533804498039</c:v>
                </c:pt>
                <c:pt idx="1333">
                  <c:v>0.0529514482504</c:v>
                </c:pt>
                <c:pt idx="1334">
                  <c:v>0.0525269391075</c:v>
                </c:pt>
                <c:pt idx="1335">
                  <c:v>0.0521068809999</c:v>
                </c:pt>
                <c:pt idx="1336">
                  <c:v>0.0516912323151</c:v>
                </c:pt>
                <c:pt idx="1337">
                  <c:v>0.0512799512409</c:v>
                </c:pt>
                <c:pt idx="1338">
                  <c:v>0.0508729958004</c:v>
                </c:pt>
                <c:pt idx="1339">
                  <c:v>0.0504703238854</c:v>
                </c:pt>
                <c:pt idx="1340">
                  <c:v>0.0500718932887</c:v>
                </c:pt>
                <c:pt idx="1341">
                  <c:v>0.0496776617342</c:v>
                </c:pt>
                <c:pt idx="1342">
                  <c:v>0.0492875869064</c:v>
                </c:pt>
                <c:pt idx="1343">
                  <c:v>0.0489016264779</c:v>
                </c:pt>
                <c:pt idx="1344">
                  <c:v>0.0485197381351</c:v>
                </c:pt>
                <c:pt idx="1345">
                  <c:v>0.0481418796038</c:v>
                </c:pt>
                <c:pt idx="1346">
                  <c:v>0.0477680086724</c:v>
                </c:pt>
                <c:pt idx="1347">
                  <c:v>0.0473980832141</c:v>
                </c:pt>
                <c:pt idx="1348">
                  <c:v>0.0470320612085</c:v>
                </c:pt>
                <c:pt idx="1349">
                  <c:v>0.0466699007611</c:v>
                </c:pt>
                <c:pt idx="1350">
                  <c:v>0.0463115601223</c:v>
                </c:pt>
                <c:pt idx="1351">
                  <c:v>0.0459569977053</c:v>
                </c:pt>
                <c:pt idx="1352">
                  <c:v>0.0456061721027</c:v>
                </c:pt>
                <c:pt idx="1353">
                  <c:v>0.0452590421021</c:v>
                </c:pt>
                <c:pt idx="1354">
                  <c:v>0.0449155667013</c:v>
                </c:pt>
                <c:pt idx="1355">
                  <c:v>0.0445757051214</c:v>
                </c:pt>
                <c:pt idx="1356">
                  <c:v>0.0442394168206</c:v>
                </c:pt>
                <c:pt idx="1357">
                  <c:v>0.0439066615057</c:v>
                </c:pt>
                <c:pt idx="1358">
                  <c:v>0.0435773991434</c:v>
                </c:pt>
                <c:pt idx="1359">
                  <c:v>0.0432515899712</c:v>
                </c:pt>
                <c:pt idx="1360">
                  <c:v>0.0429291945069</c:v>
                </c:pt>
                <c:pt idx="1361">
                  <c:v>0.0426101735576</c:v>
                </c:pt>
                <c:pt idx="1362">
                  <c:v>0.0422944882279</c:v>
                </c:pt>
                <c:pt idx="1363">
                  <c:v>0.0419820999281</c:v>
                </c:pt>
                <c:pt idx="1364">
                  <c:v>0.0416729703807</c:v>
                </c:pt>
                <c:pt idx="1365">
                  <c:v>0.0413670616273</c:v>
                </c:pt>
                <c:pt idx="1366">
                  <c:v>0.0410643360341</c:v>
                </c:pt>
                <c:pt idx="1367">
                  <c:v>0.0407647562976</c:v>
                </c:pt>
                <c:pt idx="1368">
                  <c:v>0.0404682854491</c:v>
                </c:pt>
                <c:pt idx="1369">
                  <c:v>0.0401748868595</c:v>
                </c:pt>
                <c:pt idx="1370">
                  <c:v>0.0398845242426</c:v>
                </c:pt>
                <c:pt idx="1371">
                  <c:v>0.0395971616588</c:v>
                </c:pt>
                <c:pt idx="1372">
                  <c:v>0.0393127635182</c:v>
                </c:pt>
                <c:pt idx="1373">
                  <c:v>0.0390312945831</c:v>
                </c:pt>
                <c:pt idx="1374">
                  <c:v>0.0387527199699</c:v>
                </c:pt>
                <c:pt idx="1375">
                  <c:v>0.0384770051514</c:v>
                </c:pt>
                <c:pt idx="1376">
                  <c:v>0.038204115958</c:v>
                </c:pt>
                <c:pt idx="1377">
                  <c:v>0.0379340185789</c:v>
                </c:pt>
                <c:pt idx="1378">
                  <c:v>0.0376666795631</c:v>
                </c:pt>
                <c:pt idx="1379">
                  <c:v>0.0374020658197</c:v>
                </c:pt>
                <c:pt idx="1380">
                  <c:v>0.0371401446185</c:v>
                </c:pt>
                <c:pt idx="1381">
                  <c:v>0.0368808835896</c:v>
                </c:pt>
                <c:pt idx="1382">
                  <c:v>0.0366242507237</c:v>
                </c:pt>
                <c:pt idx="1383">
                  <c:v>0.036370214371</c:v>
                </c:pt>
                <c:pt idx="1384">
                  <c:v>0.0361187432413</c:v>
                </c:pt>
                <c:pt idx="1385">
                  <c:v>0.0358698064023</c:v>
                </c:pt>
                <c:pt idx="1386">
                  <c:v>0.0356233732792</c:v>
                </c:pt>
                <c:pt idx="1387">
                  <c:v>0.0353794136528</c:v>
                </c:pt>
                <c:pt idx="1388">
                  <c:v>0.0351378976588</c:v>
                </c:pt>
                <c:pt idx="1389">
                  <c:v>0.0348987957855</c:v>
                </c:pt>
                <c:pt idx="1390">
                  <c:v>0.0346620788726</c:v>
                </c:pt>
                <c:pt idx="1391">
                  <c:v>0.0344277181089</c:v>
                </c:pt>
                <c:pt idx="1392">
                  <c:v>0.0341956850306</c:v>
                </c:pt>
                <c:pt idx="1393">
                  <c:v>0.033965951519</c:v>
                </c:pt>
                <c:pt idx="1394">
                  <c:v>0.0337384897984</c:v>
                </c:pt>
                <c:pt idx="1395">
                  <c:v>0.0335132724334</c:v>
                </c:pt>
                <c:pt idx="1396">
                  <c:v>0.0332902723269</c:v>
                </c:pt>
                <c:pt idx="1397">
                  <c:v>0.0330694627175</c:v>
                </c:pt>
                <c:pt idx="1398">
                  <c:v>0.0328508171763</c:v>
                </c:pt>
                <c:pt idx="1399">
                  <c:v>0.0326343096052</c:v>
                </c:pt>
                <c:pt idx="1400">
                  <c:v>0.0324199142331</c:v>
                </c:pt>
                <c:pt idx="1401">
                  <c:v>0.032207605614</c:v>
                </c:pt>
                <c:pt idx="1402">
                  <c:v>0.0319973586233</c:v>
                </c:pt>
                <c:pt idx="1403">
                  <c:v>0.0317891484555</c:v>
                </c:pt>
                <c:pt idx="1404">
                  <c:v>0.0315829506208</c:v>
                </c:pt>
                <c:pt idx="1405">
                  <c:v>0.0313787409425</c:v>
                </c:pt>
                <c:pt idx="1406">
                  <c:v>0.0311764955534</c:v>
                </c:pt>
                <c:pt idx="1407">
                  <c:v>0.0309761908931</c:v>
                </c:pt>
                <c:pt idx="1408">
                  <c:v>0.0307778037048</c:v>
                </c:pt>
                <c:pt idx="1409">
                  <c:v>0.030581311032</c:v>
                </c:pt>
                <c:pt idx="1410">
                  <c:v>0.0303866902156</c:v>
                </c:pt>
                <c:pt idx="1411">
                  <c:v>0.0301939188905</c:v>
                </c:pt>
                <c:pt idx="1412">
                  <c:v>0.0300029749823</c:v>
                </c:pt>
                <c:pt idx="1413">
                  <c:v>0.0298138367046</c:v>
                </c:pt>
                <c:pt idx="1414">
                  <c:v>0.029626482555</c:v>
                </c:pt>
                <c:pt idx="1415">
                  <c:v>0.0294408913127</c:v>
                </c:pt>
                <c:pt idx="1416">
                  <c:v>0.0292570420347</c:v>
                </c:pt>
                <c:pt idx="1417">
                  <c:v>0.0290749140527</c:v>
                </c:pt>
                <c:pt idx="1418">
                  <c:v>0.02889448697</c:v>
                </c:pt>
                <c:pt idx="1419">
                  <c:v>0.0287157406582</c:v>
                </c:pt>
                <c:pt idx="1420">
                  <c:v>0.0285386552539</c:v>
                </c:pt>
                <c:pt idx="1421">
                  <c:v>0.0283632111558</c:v>
                </c:pt>
                <c:pt idx="1422">
                  <c:v>0.0281893890211</c:v>
                </c:pt>
                <c:pt idx="1423">
                  <c:v>0.0280171697626</c:v>
                </c:pt>
                <c:pt idx="1424">
                  <c:v>0.0278465345453</c:v>
                </c:pt>
                <c:pt idx="1425">
                  <c:v>0.0276774647836</c:v>
                </c:pt>
                <c:pt idx="1426">
                  <c:v>0.0275099421378</c:v>
                </c:pt>
                <c:pt idx="1427">
                  <c:v>0.0273439485111</c:v>
                </c:pt>
                <c:pt idx="1428">
                  <c:v>0.0271794660467</c:v>
                </c:pt>
                <c:pt idx="1429">
                  <c:v>0.0270164771244</c:v>
                </c:pt>
                <c:pt idx="1430">
                  <c:v>0.0268549643577</c:v>
                </c:pt>
                <c:pt idx="1431">
                  <c:v>0.0266949105907</c:v>
                </c:pt>
                <c:pt idx="1432">
                  <c:v>0.0265362988955</c:v>
                </c:pt>
                <c:pt idx="1433">
                  <c:v>0.0263791125683</c:v>
                </c:pt>
                <c:pt idx="1434">
                  <c:v>0.0262233351275</c:v>
                </c:pt>
                <c:pt idx="1435">
                  <c:v>0.0260689503099</c:v>
                </c:pt>
                <c:pt idx="1436">
                  <c:v>0.0259159420683</c:v>
                </c:pt>
                <c:pt idx="1437">
                  <c:v>0.0257642945686</c:v>
                </c:pt>
                <c:pt idx="1438">
                  <c:v>0.0256139921865</c:v>
                </c:pt>
                <c:pt idx="1439">
                  <c:v>0.0254650195051</c:v>
                </c:pt>
                <c:pt idx="1440">
                  <c:v>0.0253173613123</c:v>
                </c:pt>
                <c:pt idx="1441">
                  <c:v>0.0251710025972</c:v>
                </c:pt>
                <c:pt idx="1442">
                  <c:v>0.0250259285481</c:v>
                </c:pt>
                <c:pt idx="1443">
                  <c:v>0.0248821245498</c:v>
                </c:pt>
                <c:pt idx="1444">
                  <c:v>0.0247395761802</c:v>
                </c:pt>
                <c:pt idx="1445">
                  <c:v>0.0245982692086</c:v>
                </c:pt>
                <c:pt idx="1446">
                  <c:v>0.0244581895922</c:v>
                </c:pt>
                <c:pt idx="1447">
                  <c:v>0.0243193234743</c:v>
                </c:pt>
                <c:pt idx="1448">
                  <c:v>0.024181657181</c:v>
                </c:pt>
                <c:pt idx="1449">
                  <c:v>0.0240451772192</c:v>
                </c:pt>
                <c:pt idx="1450">
                  <c:v>0.023909870274</c:v>
                </c:pt>
                <c:pt idx="1451">
                  <c:v>0.023775723206</c:v>
                </c:pt>
                <c:pt idx="1452">
                  <c:v>0.023642723049</c:v>
                </c:pt>
                <c:pt idx="1453">
                  <c:v>0.0235108570078</c:v>
                </c:pt>
                <c:pt idx="1454">
                  <c:v>0.0233801124554</c:v>
                </c:pt>
                <c:pt idx="1455">
                  <c:v>0.0232504769309</c:v>
                </c:pt>
                <c:pt idx="1456">
                  <c:v>0.0231219381373</c:v>
                </c:pt>
                <c:pt idx="1457">
                  <c:v>0.0229944839389</c:v>
                </c:pt>
                <c:pt idx="1458">
                  <c:v>0.0228681023592</c:v>
                </c:pt>
                <c:pt idx="1459">
                  <c:v>0.0227427815787</c:v>
                </c:pt>
                <c:pt idx="1460">
                  <c:v>0.0226185099327</c:v>
                </c:pt>
                <c:pt idx="1461">
                  <c:v>0.0224952759089</c:v>
                </c:pt>
                <c:pt idx="1462">
                  <c:v>0.0223730681456</c:v>
                </c:pt>
                <c:pt idx="1463">
                  <c:v>0.0222518754294</c:v>
                </c:pt>
                <c:pt idx="1464">
                  <c:v>0.022131686693</c:v>
                </c:pt>
                <c:pt idx="1465">
                  <c:v>0.0220124910132</c:v>
                </c:pt>
                <c:pt idx="1466">
                  <c:v>0.0218942776091</c:v>
                </c:pt>
                <c:pt idx="1467">
                  <c:v>0.0217770358398</c:v>
                </c:pt>
                <c:pt idx="1468">
                  <c:v>0.0216607552024</c:v>
                </c:pt>
                <c:pt idx="1469">
                  <c:v>0.0215454253303</c:v>
                </c:pt>
                <c:pt idx="1470">
                  <c:v>0.0214310359911</c:v>
                </c:pt>
                <c:pt idx="1471">
                  <c:v>0.0213175770846</c:v>
                </c:pt>
                <c:pt idx="1472">
                  <c:v>0.0212050386411</c:v>
                </c:pt>
                <c:pt idx="1473">
                  <c:v>0.0210934108195</c:v>
                </c:pt>
                <c:pt idx="1474">
                  <c:v>0.0209826839053</c:v>
                </c:pt>
                <c:pt idx="1475">
                  <c:v>0.020872848309</c:v>
                </c:pt>
                <c:pt idx="1476">
                  <c:v>0.0207638945644</c:v>
                </c:pt>
                <c:pt idx="1477">
                  <c:v>0.0206558133265</c:v>
                </c:pt>
                <c:pt idx="1478">
                  <c:v>0.0205485953698</c:v>
                </c:pt>
                <c:pt idx="1479">
                  <c:v>0.0204422315871</c:v>
                </c:pt>
                <c:pt idx="1480">
                  <c:v>0.0203367129872</c:v>
                </c:pt>
                <c:pt idx="1481">
                  <c:v>0.0202320306935</c:v>
                </c:pt>
                <c:pt idx="1482">
                  <c:v>0.0201281759425</c:v>
                </c:pt>
                <c:pt idx="1483">
                  <c:v>0.0200251400816</c:v>
                </c:pt>
                <c:pt idx="1484">
                  <c:v>0.0199229145684</c:v>
                </c:pt>
                <c:pt idx="1485">
                  <c:v>0.0198214909684</c:v>
                </c:pt>
                <c:pt idx="1486">
                  <c:v>0.0197208609536</c:v>
                </c:pt>
                <c:pt idx="1487">
                  <c:v>0.0196210163011</c:v>
                </c:pt>
                <c:pt idx="1488">
                  <c:v>0.0195219488916</c:v>
                </c:pt>
                <c:pt idx="1489">
                  <c:v>0.0194236507078</c:v>
                </c:pt>
                <c:pt idx="1490">
                  <c:v>0.019326113833</c:v>
                </c:pt>
                <c:pt idx="1491">
                  <c:v>0.0192293304494</c:v>
                </c:pt>
                <c:pt idx="1492">
                  <c:v>0.0191332928371</c:v>
                </c:pt>
                <c:pt idx="1493">
                  <c:v>0.0190379933724</c:v>
                </c:pt>
                <c:pt idx="1494">
                  <c:v>0.0189434245264</c:v>
                </c:pt>
                <c:pt idx="1495">
                  <c:v>0.0188495788639</c:v>
                </c:pt>
                <c:pt idx="1496">
                  <c:v>0.0187564490417</c:v>
                </c:pt>
                <c:pt idx="1497">
                  <c:v>0.0186640278074</c:v>
                </c:pt>
                <c:pt idx="1498">
                  <c:v>0.018572307998</c:v>
                </c:pt>
                <c:pt idx="1499">
                  <c:v>0.0184812825391</c:v>
                </c:pt>
                <c:pt idx="1500">
                  <c:v>0.0183909444428</c:v>
                </c:pt>
                <c:pt idx="1501">
                  <c:v>0.0183012868071</c:v>
                </c:pt>
                <c:pt idx="1502">
                  <c:v>0.0182123028144</c:v>
                </c:pt>
                <c:pt idx="1503">
                  <c:v>0.0181239857302</c:v>
                </c:pt>
                <c:pt idx="1504">
                  <c:v>0.0180363289022</c:v>
                </c:pt>
                <c:pt idx="1505">
                  <c:v>0.0179493257587</c:v>
                </c:pt>
                <c:pt idx="1506">
                  <c:v>0.0178629698077</c:v>
                </c:pt>
                <c:pt idx="1507">
                  <c:v>0.0177772546359</c:v>
                </c:pt>
                <c:pt idx="1508">
                  <c:v>0.017692173907</c:v>
                </c:pt>
                <c:pt idx="1509">
                  <c:v>0.0176077213613</c:v>
                </c:pt>
                <c:pt idx="1510">
                  <c:v>0.0175238908139</c:v>
                </c:pt>
                <c:pt idx="1511">
                  <c:v>0.0174406761541</c:v>
                </c:pt>
                <c:pt idx="1512">
                  <c:v>0.0173580713444</c:v>
                </c:pt>
                <c:pt idx="1513">
                  <c:v>0.0172760704188</c:v>
                </c:pt>
                <c:pt idx="1514">
                  <c:v>0.0171946674826</c:v>
                </c:pt>
                <c:pt idx="1515">
                  <c:v>0.0171138567106</c:v>
                </c:pt>
                <c:pt idx="1516">
                  <c:v>0.0170336323468</c:v>
                </c:pt>
                <c:pt idx="1517">
                  <c:v>0.0169539887029</c:v>
                </c:pt>
                <c:pt idx="1518">
                  <c:v>0.0168749201576</c:v>
                </c:pt>
                <c:pt idx="1519">
                  <c:v>0.0167964211556</c:v>
                </c:pt>
                <c:pt idx="1520">
                  <c:v>0.0167184862063</c:v>
                </c:pt>
                <c:pt idx="1521">
                  <c:v>0.0166411098836</c:v>
                </c:pt>
                <c:pt idx="1522">
                  <c:v>0.0165642868244</c:v>
                </c:pt>
                <c:pt idx="1523">
                  <c:v>0.0164880117279</c:v>
                </c:pt>
                <c:pt idx="1524">
                  <c:v>0.0164122793547</c:v>
                </c:pt>
                <c:pt idx="1525">
                  <c:v>0.016337084526</c:v>
                </c:pt>
                <c:pt idx="1526">
                  <c:v>0.0162624221227</c:v>
                </c:pt>
                <c:pt idx="1527">
                  <c:v>0.0161882870845</c:v>
                </c:pt>
                <c:pt idx="1528">
                  <c:v>0.0161146744093</c:v>
                </c:pt>
                <c:pt idx="1529">
                  <c:v>0.016041579152</c:v>
                </c:pt>
                <c:pt idx="1530">
                  <c:v>0.0159689964243</c:v>
                </c:pt>
                <c:pt idx="1531">
                  <c:v>0.0158969213933</c:v>
                </c:pt>
                <c:pt idx="1532">
                  <c:v>0.0158253492812</c:v>
                </c:pt>
                <c:pt idx="1533">
                  <c:v>0.0157542753643</c:v>
                </c:pt>
                <c:pt idx="1534">
                  <c:v>0.0156836949724</c:v>
                </c:pt>
                <c:pt idx="1535">
                  <c:v>0.015613603488</c:v>
                </c:pt>
                <c:pt idx="1536">
                  <c:v>0.0155439963458</c:v>
                </c:pt>
                <c:pt idx="1537">
                  <c:v>0.0154748690316</c:v>
                </c:pt>
                <c:pt idx="1538">
                  <c:v>0.015406217082</c:v>
                </c:pt>
                <c:pt idx="1539">
                  <c:v>0.0153380360836</c:v>
                </c:pt>
                <c:pt idx="1540">
                  <c:v>0.0152703216723</c:v>
                </c:pt>
                <c:pt idx="1541">
                  <c:v>0.0152030695329</c:v>
                </c:pt>
                <c:pt idx="1542">
                  <c:v>0.015136275398</c:v>
                </c:pt>
                <c:pt idx="1543">
                  <c:v>0.0150699350479</c:v>
                </c:pt>
                <c:pt idx="1544">
                  <c:v>0.0150040443097</c:v>
                </c:pt>
                <c:pt idx="1545">
                  <c:v>0.0149385990567</c:v>
                </c:pt>
                <c:pt idx="1546">
                  <c:v>0.014873595208</c:v>
                </c:pt>
                <c:pt idx="1547">
                  <c:v>0.0148090287279</c:v>
                </c:pt>
                <c:pt idx="1548">
                  <c:v>0.0147448956251</c:v>
                </c:pt>
                <c:pt idx="1549">
                  <c:v>0.0146811919523</c:v>
                </c:pt>
                <c:pt idx="1550">
                  <c:v>0.0146179138059</c:v>
                </c:pt>
                <c:pt idx="1551">
                  <c:v>0.0145550573251</c:v>
                </c:pt>
                <c:pt idx="1552">
                  <c:v>0.0144926186914</c:v>
                </c:pt>
                <c:pt idx="1553">
                  <c:v>0.0144305941285</c:v>
                </c:pt>
                <c:pt idx="1554">
                  <c:v>0.0143689799012</c:v>
                </c:pt>
                <c:pt idx="1555">
                  <c:v>0.0143077723155</c:v>
                </c:pt>
                <c:pt idx="1556">
                  <c:v>0.0142469677175</c:v>
                </c:pt>
                <c:pt idx="1557">
                  <c:v>0.0141865624936</c:v>
                </c:pt>
                <c:pt idx="1558">
                  <c:v>0.0141265530694</c:v>
                </c:pt>
                <c:pt idx="1559">
                  <c:v>0.0140669359095</c:v>
                </c:pt>
                <c:pt idx="1560">
                  <c:v>0.0140077075172</c:v>
                </c:pt>
                <c:pt idx="1561">
                  <c:v>0.0139488644337</c:v>
                </c:pt>
                <c:pt idx="1562">
                  <c:v>0.013890403238</c:v>
                </c:pt>
                <c:pt idx="1563">
                  <c:v>0.0138323205463</c:v>
                </c:pt>
                <c:pt idx="1564">
                  <c:v>0.0137746130112</c:v>
                </c:pt>
                <c:pt idx="1565">
                  <c:v>0.0137172773222</c:v>
                </c:pt>
                <c:pt idx="1566">
                  <c:v>0.0136603102042</c:v>
                </c:pt>
                <c:pt idx="1567">
                  <c:v>0.0136037084178</c:v>
                </c:pt>
                <c:pt idx="1568">
                  <c:v>0.0135474687587</c:v>
                </c:pt>
                <c:pt idx="1569">
                  <c:v>0.0134915880572</c:v>
                </c:pt>
                <c:pt idx="1570">
                  <c:v>0.0134360631779</c:v>
                </c:pt>
                <c:pt idx="1571">
                  <c:v>0.0133808910191</c:v>
                </c:pt>
                <c:pt idx="1572">
                  <c:v>0.0133260685127</c:v>
                </c:pt>
                <c:pt idx="1573">
                  <c:v>0.0132715926237</c:v>
                </c:pt>
                <c:pt idx="1574">
                  <c:v>0.0132174603497</c:v>
                </c:pt>
                <c:pt idx="1575">
                  <c:v>0.0131636687206</c:v>
                </c:pt>
                <c:pt idx="1576">
                  <c:v>0.0131102147983</c:v>
                </c:pt>
                <c:pt idx="1577">
                  <c:v>0.0130570956761</c:v>
                </c:pt>
                <c:pt idx="1578">
                  <c:v>0.0130043084787</c:v>
                </c:pt>
                <c:pt idx="1579">
                  <c:v>0.0129518503613</c:v>
                </c:pt>
                <c:pt idx="1580">
                  <c:v>0.0128997185099</c:v>
                </c:pt>
                <c:pt idx="1581">
                  <c:v>0.0128479101404</c:v>
                </c:pt>
                <c:pt idx="1582">
                  <c:v>0.0127964224985</c:v>
                </c:pt>
                <c:pt idx="1583">
                  <c:v>0.0127452528591</c:v>
                </c:pt>
                <c:pt idx="1584">
                  <c:v>0.0126943985265</c:v>
                </c:pt>
                <c:pt idx="1585">
                  <c:v>0.0126438568334</c:v>
                </c:pt>
                <c:pt idx="1586">
                  <c:v>0.012593625141</c:v>
                </c:pt>
                <c:pt idx="1587">
                  <c:v>0.0125437008384</c:v>
                </c:pt>
                <c:pt idx="1588">
                  <c:v>0.0124940813426</c:v>
                </c:pt>
                <c:pt idx="1589">
                  <c:v>0.0124447640977</c:v>
                </c:pt>
                <c:pt idx="1590">
                  <c:v>0.0123957465751</c:v>
                </c:pt>
                <c:pt idx="1591">
                  <c:v>0.0123470262726</c:v>
                </c:pt>
                <c:pt idx="1592">
                  <c:v>0.0122986007147</c:v>
                </c:pt>
                <c:pt idx="1593">
                  <c:v>0.0122504674518</c:v>
                </c:pt>
                <c:pt idx="1594">
                  <c:v>0.0122026240601</c:v>
                </c:pt>
                <c:pt idx="1595">
                  <c:v>0.0121550681411</c:v>
                </c:pt>
                <c:pt idx="1596">
                  <c:v>0.0121077973217</c:v>
                </c:pt>
                <c:pt idx="1597">
                  <c:v>0.0120608092535</c:v>
                </c:pt>
                <c:pt idx="1598">
                  <c:v>0.0120141016125</c:v>
                </c:pt>
                <c:pt idx="1599">
                  <c:v>0.0119676720992</c:v>
                </c:pt>
                <c:pt idx="1600">
                  <c:v>0.0119215184377</c:v>
                </c:pt>
                <c:pt idx="1601">
                  <c:v>0.011875638376</c:v>
                </c:pt>
                <c:pt idx="1602">
                  <c:v>0.0118300296854</c:v>
                </c:pt>
                <c:pt idx="1603">
                  <c:v>0.0117846901602</c:v>
                </c:pt>
                <c:pt idx="1604">
                  <c:v>0.0117396176175</c:v>
                </c:pt>
                <c:pt idx="1605">
                  <c:v>0.0116948098968</c:v>
                </c:pt>
                <c:pt idx="1606">
                  <c:v>0.0116502648599</c:v>
                </c:pt>
                <c:pt idx="1607">
                  <c:v>0.0116059803905</c:v>
                </c:pt>
                <c:pt idx="1608">
                  <c:v>0.011561954394</c:v>
                </c:pt>
                <c:pt idx="1609">
                  <c:v>0.0115181847971</c:v>
                </c:pt>
                <c:pt idx="1610">
                  <c:v>0.0114746695477</c:v>
                </c:pt>
                <c:pt idx="1611">
                  <c:v>0.0114314066145</c:v>
                </c:pt>
                <c:pt idx="1612">
                  <c:v>0.0113883939868</c:v>
                </c:pt>
                <c:pt idx="1613">
                  <c:v>0.0113456296743</c:v>
                </c:pt>
                <c:pt idx="1614">
                  <c:v>0.0113031117066</c:v>
                </c:pt>
                <c:pt idx="1615">
                  <c:v>0.0112608381333</c:v>
                </c:pt>
                <c:pt idx="1616">
                  <c:v>0.0112188070235</c:v>
                </c:pt>
                <c:pt idx="1617">
                  <c:v>0.0111770164655</c:v>
                </c:pt>
                <c:pt idx="1618">
                  <c:v>0.0111354645669</c:v>
                </c:pt>
                <c:pt idx="1619">
                  <c:v>0.0110941494541</c:v>
                </c:pt>
                <c:pt idx="1620">
                  <c:v>0.0110530692719</c:v>
                </c:pt>
                <c:pt idx="1621">
                  <c:v>0.0110122221837</c:v>
                </c:pt>
                <c:pt idx="1622">
                  <c:v>0.010971606371</c:v>
                </c:pt>
                <c:pt idx="1623">
                  <c:v>0.010931220033</c:v>
                </c:pt>
                <c:pt idx="1624">
                  <c:v>0.0108910613869</c:v>
                </c:pt>
                <c:pt idx="1625">
                  <c:v>0.0108511286672</c:v>
                </c:pt>
                <c:pt idx="1626">
                  <c:v>0.0108114201257</c:v>
                </c:pt>
                <c:pt idx="1627">
                  <c:v>0.0107719340311</c:v>
                </c:pt>
                <c:pt idx="1628">
                  <c:v>0.0107326686692</c:v>
                </c:pt>
                <c:pt idx="1629">
                  <c:v>0.0106936223422</c:v>
                </c:pt>
                <c:pt idx="1630">
                  <c:v>0.0106547933688</c:v>
                </c:pt>
                <c:pt idx="1631">
                  <c:v>0.0106161800839</c:v>
                </c:pt>
                <c:pt idx="1632">
                  <c:v>0.0105777808385</c:v>
                </c:pt>
                <c:pt idx="1633">
                  <c:v>0.0105395939993</c:v>
                </c:pt>
                <c:pt idx="1634">
                  <c:v>0.0105016179487</c:v>
                </c:pt>
                <c:pt idx="1635">
                  <c:v>0.0104638510846</c:v>
                </c:pt>
                <c:pt idx="1636">
                  <c:v>0.0104262918201</c:v>
                </c:pt>
                <c:pt idx="1637">
                  <c:v>0.0103889385834</c:v>
                </c:pt>
                <c:pt idx="1638">
                  <c:v>0.0103517898177</c:v>
                </c:pt>
                <c:pt idx="1639">
                  <c:v>0.0103148439807</c:v>
                </c:pt>
                <c:pt idx="1640">
                  <c:v>0.0102780995449</c:v>
                </c:pt>
                <c:pt idx="1641">
                  <c:v>0.0102415549972</c:v>
                </c:pt>
                <c:pt idx="1642">
                  <c:v>0.0102052088384</c:v>
                </c:pt>
                <c:pt idx="1643">
                  <c:v>0.0101690595839</c:v>
                </c:pt>
                <c:pt idx="1644">
                  <c:v>0.0101331057624</c:v>
                </c:pt>
                <c:pt idx="1645">
                  <c:v>0.0100973459168</c:v>
                </c:pt>
                <c:pt idx="1646">
                  <c:v>0.0100617786035</c:v>
                </c:pt>
                <c:pt idx="1647">
                  <c:v>0.0100264023921</c:v>
                </c:pt>
                <c:pt idx="1648">
                  <c:v>0.00999121586572</c:v>
                </c:pt>
                <c:pt idx="1649">
                  <c:v>0.00995621762056</c:v>
                </c:pt>
                <c:pt idx="1650">
                  <c:v>0.0099214062658</c:v>
                </c:pt>
                <c:pt idx="1651">
                  <c:v>0.00988678042347</c:v>
                </c:pt>
                <c:pt idx="1652">
                  <c:v>0.0098523387283</c:v>
                </c:pt>
                <c:pt idx="1653">
                  <c:v>0.00981807982761</c:v>
                </c:pt>
                <c:pt idx="1654">
                  <c:v>0.00978400238116</c:v>
                </c:pt>
                <c:pt idx="1655">
                  <c:v>0.00975010506098</c:v>
                </c:pt>
                <c:pt idx="1656">
                  <c:v>0.00971638655132</c:v>
                </c:pt>
                <c:pt idx="1657">
                  <c:v>0.00968284554842</c:v>
                </c:pt>
                <c:pt idx="1658">
                  <c:v>0.00964948076048</c:v>
                </c:pt>
                <c:pt idx="1659">
                  <c:v>0.00961629090747</c:v>
                </c:pt>
                <c:pt idx="1660">
                  <c:v>0.00958327472103</c:v>
                </c:pt>
                <c:pt idx="1661">
                  <c:v>0.00955043094435</c:v>
                </c:pt>
                <c:pt idx="1662">
                  <c:v>0.00951775833204</c:v>
                </c:pt>
                <c:pt idx="1663">
                  <c:v>0.00948525565004</c:v>
                </c:pt>
                <c:pt idx="1664">
                  <c:v>0.00945292167548</c:v>
                </c:pt>
                <c:pt idx="1665">
                  <c:v>0.00942075519657</c:v>
                </c:pt>
                <c:pt idx="1666">
                  <c:v>0.0093887550125</c:v>
                </c:pt>
                <c:pt idx="1667">
                  <c:v>0.00935691993333</c:v>
                </c:pt>
                <c:pt idx="1668">
                  <c:v>0.00932524877987</c:v>
                </c:pt>
                <c:pt idx="1669">
                  <c:v>0.00929374038358</c:v>
                </c:pt>
                <c:pt idx="1670">
                  <c:v>0.00926239358648</c:v>
                </c:pt>
                <c:pt idx="1671">
                  <c:v>0.00923120724102</c:v>
                </c:pt>
                <c:pt idx="1672">
                  <c:v>0.00920018021001</c:v>
                </c:pt>
                <c:pt idx="1673">
                  <c:v>0.00916931136651</c:v>
                </c:pt>
                <c:pt idx="1674">
                  <c:v>0.00913859959372</c:v>
                </c:pt>
                <c:pt idx="1675">
                  <c:v>0.00910804378489</c:v>
                </c:pt>
                <c:pt idx="1676">
                  <c:v>0.00907764284325</c:v>
                </c:pt>
                <c:pt idx="1677">
                  <c:v>0.00904739568188</c:v>
                </c:pt>
                <c:pt idx="1678">
                  <c:v>0.00901730122365</c:v>
                </c:pt>
                <c:pt idx="1679">
                  <c:v>0.00898735840112</c:v>
                </c:pt>
                <c:pt idx="1680">
                  <c:v>0.00895756615644</c:v>
                </c:pt>
                <c:pt idx="1681">
                  <c:v>0.0089279234413</c:v>
                </c:pt>
                <c:pt idx="1682">
                  <c:v>0.00889842921678</c:v>
                </c:pt>
                <c:pt idx="1683">
                  <c:v>0.00886908245334</c:v>
                </c:pt>
                <c:pt idx="1684">
                  <c:v>0.00883988213071</c:v>
                </c:pt>
                <c:pt idx="1685">
                  <c:v>0.00881082723778</c:v>
                </c:pt>
                <c:pt idx="1686">
                  <c:v>0.00878191677258</c:v>
                </c:pt>
                <c:pt idx="1687">
                  <c:v>0.00875314974214</c:v>
                </c:pt>
                <c:pt idx="1688">
                  <c:v>0.00872452516248</c:v>
                </c:pt>
                <c:pt idx="1689">
                  <c:v>0.00869604205846</c:v>
                </c:pt>
                <c:pt idx="1690">
                  <c:v>0.00866769946379</c:v>
                </c:pt>
                <c:pt idx="1691">
                  <c:v>0.00863949642089</c:v>
                </c:pt>
                <c:pt idx="1692">
                  <c:v>0.00861143198086</c:v>
                </c:pt>
                <c:pt idx="1693">
                  <c:v>0.00858350520338</c:v>
                </c:pt>
                <c:pt idx="1694">
                  <c:v>0.00855571515669</c:v>
                </c:pt>
                <c:pt idx="1695">
                  <c:v>0.00852806091745</c:v>
                </c:pt>
                <c:pt idx="1696">
                  <c:v>0.00850054157077</c:v>
                </c:pt>
                <c:pt idx="1697">
                  <c:v>0.00847315621005</c:v>
                </c:pt>
                <c:pt idx="1698">
                  <c:v>0.00844590393696</c:v>
                </c:pt>
                <c:pt idx="1699">
                  <c:v>0.00841878386141</c:v>
                </c:pt>
                <c:pt idx="1700">
                  <c:v>0.00839179510142</c:v>
                </c:pt>
                <c:pt idx="1701">
                  <c:v>0.0083649367831</c:v>
                </c:pt>
                <c:pt idx="1702">
                  <c:v>0.00833820804058</c:v>
                </c:pt>
                <c:pt idx="1703">
                  <c:v>0.00831160801596</c:v>
                </c:pt>
                <c:pt idx="1704">
                  <c:v>0.0082851358592</c:v>
                </c:pt>
                <c:pt idx="1705">
                  <c:v>0.00825879072815</c:v>
                </c:pt>
                <c:pt idx="1706">
                  <c:v>0.00823257178841</c:v>
                </c:pt>
                <c:pt idx="1707">
                  <c:v>0.00820647821328</c:v>
                </c:pt>
                <c:pt idx="1708">
                  <c:v>0.00818050918374</c:v>
                </c:pt>
                <c:pt idx="1709">
                  <c:v>0.00815466388837</c:v>
                </c:pt>
                <c:pt idx="1710">
                  <c:v>0.00812894152325</c:v>
                </c:pt>
                <c:pt idx="1711">
                  <c:v>0.00810334129197</c:v>
                </c:pt>
                <c:pt idx="1712">
                  <c:v>0.00807786240551</c:v>
                </c:pt>
                <c:pt idx="1713">
                  <c:v>0.00805250408218</c:v>
                </c:pt>
                <c:pt idx="1714">
                  <c:v>0.00802726554761</c:v>
                </c:pt>
                <c:pt idx="1715">
                  <c:v>0.00800214603462</c:v>
                </c:pt>
                <c:pt idx="1716">
                  <c:v>0.00797714478317</c:v>
                </c:pt>
                <c:pt idx="1717">
                  <c:v>0.00795226104035</c:v>
                </c:pt>
                <c:pt idx="1718">
                  <c:v>0.00792749406021</c:v>
                </c:pt>
                <c:pt idx="1719">
                  <c:v>0.00790284310378</c:v>
                </c:pt>
                <c:pt idx="1720">
                  <c:v>0.00787830743897</c:v>
                </c:pt>
                <c:pt idx="1721">
                  <c:v>0.00785388634048</c:v>
                </c:pt>
                <c:pt idx="1722">
                  <c:v>0.00782957908974</c:v>
                </c:pt>
                <c:pt idx="1723">
                  <c:v>0.00780538497485</c:v>
                </c:pt>
                <c:pt idx="1724">
                  <c:v>0.00778130329049</c:v>
                </c:pt>
                <c:pt idx="1725">
                  <c:v>0.00775733333784</c:v>
                </c:pt>
                <c:pt idx="1726">
                  <c:v>0.00773347442452</c:v>
                </c:pt>
                <c:pt idx="1727">
                  <c:v>0.00770972586451</c:v>
                </c:pt>
                <c:pt idx="1728">
                  <c:v>0.00768608697804</c:v>
                </c:pt>
                <c:pt idx="1729">
                  <c:v>0.00766255709154</c:v>
                </c:pt>
                <c:pt idx="1730">
                  <c:v>0.00763913553756</c:v>
                </c:pt>
                <c:pt idx="1731">
                  <c:v>0.00761582165467</c:v>
                </c:pt>
                <c:pt idx="1732">
                  <c:v>0.0075926147874</c:v>
                </c:pt>
                <c:pt idx="1733">
                  <c:v>0.00756951428613</c:v>
                </c:pt>
                <c:pt idx="1734">
                  <c:v>0.00754651950702</c:v>
                </c:pt>
                <c:pt idx="1735">
                  <c:v>0.00752362981195</c:v>
                </c:pt>
                <c:pt idx="1736">
                  <c:v>0.00750084456839</c:v>
                </c:pt>
                <c:pt idx="1737">
                  <c:v>0.00747816314935</c:v>
                </c:pt>
                <c:pt idx="1738">
                  <c:v>0.00745558493328</c:v>
                </c:pt>
                <c:pt idx="1739">
                  <c:v>0.007433109304</c:v>
                </c:pt>
                <c:pt idx="1740">
                  <c:v>0.00741073565062</c:v>
                </c:pt>
                <c:pt idx="1741">
                  <c:v>0.00738846336743</c:v>
                </c:pt>
                <c:pt idx="1742">
                  <c:v>0.00736629185383</c:v>
                </c:pt>
                <c:pt idx="1743">
                  <c:v>0.00734422051427</c:v>
                </c:pt>
                <c:pt idx="1744">
                  <c:v>0.00732224875816</c:v>
                </c:pt>
                <c:pt idx="1745">
                  <c:v>0.00730037599976</c:v>
                </c:pt>
                <c:pt idx="1746">
                  <c:v>0.00727860165815</c:v>
                </c:pt>
                <c:pt idx="1747">
                  <c:v>0.00725692515711</c:v>
                </c:pt>
                <c:pt idx="1748">
                  <c:v>0.00723534592507</c:v>
                </c:pt>
                <c:pt idx="1749">
                  <c:v>0.00721386339504</c:v>
                </c:pt>
                <c:pt idx="1750">
                  <c:v>0.00719247700449</c:v>
                </c:pt>
                <c:pt idx="1751">
                  <c:v>0.00717118619536</c:v>
                </c:pt>
                <c:pt idx="1752">
                  <c:v>0.0071499904139</c:v>
                </c:pt>
                <c:pt idx="1753">
                  <c:v>0.00712888911068</c:v>
                </c:pt>
                <c:pt idx="1754">
                  <c:v>0.00710788174045</c:v>
                </c:pt>
                <c:pt idx="1755">
                  <c:v>0.00708696776216</c:v>
                </c:pt>
                <c:pt idx="1756">
                  <c:v>0.0070661466388</c:v>
                </c:pt>
                <c:pt idx="1757">
                  <c:v>0.00704541783742</c:v>
                </c:pt>
                <c:pt idx="1758">
                  <c:v>0.00702478082902</c:v>
                </c:pt>
                <c:pt idx="1759">
                  <c:v>0.00700423508853</c:v>
                </c:pt>
                <c:pt idx="1760">
                  <c:v>0.00698378009471</c:v>
                </c:pt>
                <c:pt idx="1761">
                  <c:v>0.00696341533013</c:v>
                </c:pt>
                <c:pt idx="1762">
                  <c:v>0.00694314028113</c:v>
                </c:pt>
                <c:pt idx="1763">
                  <c:v>0.0069229544377</c:v>
                </c:pt>
                <c:pt idx="1764">
                  <c:v>0.00690285729351</c:v>
                </c:pt>
                <c:pt idx="1765">
                  <c:v>0.00688284834584</c:v>
                </c:pt>
                <c:pt idx="1766">
                  <c:v>0.0068629270955</c:v>
                </c:pt>
                <c:pt idx="1767">
                  <c:v>0.00684309304682</c:v>
                </c:pt>
                <c:pt idx="1768">
                  <c:v>0.00682334570762</c:v>
                </c:pt>
                <c:pt idx="1769">
                  <c:v>0.00680368458913</c:v>
                </c:pt>
                <c:pt idx="1770">
                  <c:v>0.00678410920599</c:v>
                </c:pt>
                <c:pt idx="1771">
                  <c:v>0.00676461907619</c:v>
                </c:pt>
                <c:pt idx="1772">
                  <c:v>0.00674521372104</c:v>
                </c:pt>
                <c:pt idx="1773">
                  <c:v>0.00672589266514</c:v>
                </c:pt>
                <c:pt idx="1774">
                  <c:v>0.00670665543636</c:v>
                </c:pt>
                <c:pt idx="1775">
                  <c:v>0.00668750156578</c:v>
                </c:pt>
                <c:pt idx="1776">
                  <c:v>0.00666843058769</c:v>
                </c:pt>
                <c:pt idx="1777">
                  <c:v>0.00664944203956</c:v>
                </c:pt>
                <c:pt idx="1778">
                  <c:v>0.00663053546197</c:v>
                </c:pt>
                <c:pt idx="1779">
                  <c:v>0.00661171039865</c:v>
                </c:pt>
                <c:pt idx="1780">
                  <c:v>0.00659296639642</c:v>
                </c:pt>
                <c:pt idx="1781">
                  <c:v>0.00657430300517</c:v>
                </c:pt>
                <c:pt idx="1782">
                  <c:v>0.00655571977783</c:v>
                </c:pt>
                <c:pt idx="1783">
                  <c:v>0.00653721627036</c:v>
                </c:pt>
                <c:pt idx="1784">
                  <c:v>0.00651879204175</c:v>
                </c:pt>
                <c:pt idx="1785">
                  <c:v>0.00650044665396</c:v>
                </c:pt>
                <c:pt idx="1786">
                  <c:v>0.00648217967191</c:v>
                </c:pt>
                <c:pt idx="1787">
                  <c:v>0.00646399066349</c:v>
                </c:pt>
                <c:pt idx="1788">
                  <c:v>0.00644587919952</c:v>
                </c:pt>
                <c:pt idx="1789">
                  <c:v>0.00642784485371</c:v>
                </c:pt>
                <c:pt idx="1790">
                  <c:v>0.00640988720271</c:v>
                </c:pt>
                <c:pt idx="1791">
                  <c:v>0.00639200582602</c:v>
                </c:pt>
                <c:pt idx="1792">
                  <c:v>0.006374200306</c:v>
                </c:pt>
                <c:pt idx="1793">
                  <c:v>0.00635647022788</c:v>
                </c:pt>
                <c:pt idx="1794">
                  <c:v>0.00633881517969</c:v>
                </c:pt>
                <c:pt idx="1795">
                  <c:v>0.00632123475231</c:v>
                </c:pt>
                <c:pt idx="1796">
                  <c:v>0.00630372853938</c:v>
                </c:pt>
                <c:pt idx="1797">
                  <c:v>0.00628629613733</c:v>
                </c:pt>
                <c:pt idx="1798">
                  <c:v>0.00626893714535</c:v>
                </c:pt>
                <c:pt idx="1799">
                  <c:v>0.00625165116537</c:v>
                </c:pt>
                <c:pt idx="1800">
                  <c:v>0.00623443780205</c:v>
                </c:pt>
                <c:pt idx="1801">
                  <c:v>0.00621729666274</c:v>
                </c:pt>
                <c:pt idx="1802">
                  <c:v>0.00620022735749</c:v>
                </c:pt>
                <c:pt idx="1803">
                  <c:v>0.00618322949901</c:v>
                </c:pt>
                <c:pt idx="1804">
                  <c:v>0.00616630270265</c:v>
                </c:pt>
                <c:pt idx="1805">
                  <c:v>0.00614944658638</c:v>
                </c:pt>
                <c:pt idx="1806">
                  <c:v>0.00613266077077</c:v>
                </c:pt>
                <c:pt idx="1807">
                  <c:v>0.006115944879</c:v>
                </c:pt>
                <c:pt idx="1808">
                  <c:v>0.00609929853676</c:v>
                </c:pt>
                <c:pt idx="1809">
                  <c:v>0.00608272137231</c:v>
                </c:pt>
                <c:pt idx="1810">
                  <c:v>0.0060662130164</c:v>
                </c:pt>
                <c:pt idx="1811">
                  <c:v>0.00604977310228</c:v>
                </c:pt>
                <c:pt idx="1812">
                  <c:v>0.00603340126564</c:v>
                </c:pt>
                <c:pt idx="1813">
                  <c:v>0.00601709714461</c:v>
                </c:pt>
                <c:pt idx="1814">
                  <c:v>0.00600086037975</c:v>
                </c:pt>
                <c:pt idx="1815">
                  <c:v>0.00598469061397</c:v>
                </c:pt>
                <c:pt idx="1816">
                  <c:v>0.00596858749256</c:v>
                </c:pt>
                <c:pt idx="1817">
                  <c:v>0.00595255066312</c:v>
                </c:pt>
                <c:pt idx="1818">
                  <c:v>0.00593657977555</c:v>
                </c:pt>
                <c:pt idx="1819">
                  <c:v>0.00592067448204</c:v>
                </c:pt>
                <c:pt idx="1820">
                  <c:v>0.005904834437</c:v>
                </c:pt>
                <c:pt idx="1821">
                  <c:v>0.00588905929707</c:v>
                </c:pt>
                <c:pt idx="1822">
                  <c:v>0.00587334872107</c:v>
                </c:pt>
                <c:pt idx="1823">
                  <c:v>0.00585770236998</c:v>
                </c:pt>
                <c:pt idx="1824">
                  <c:v>0.00584211990692</c:v>
                </c:pt>
                <c:pt idx="1825">
                  <c:v>0.00582660099708</c:v>
                </c:pt>
                <c:pt idx="1826">
                  <c:v>0.00581114530776</c:v>
                </c:pt>
                <c:pt idx="1827">
                  <c:v>0.00579575250828</c:v>
                </c:pt>
                <c:pt idx="1828">
                  <c:v>0.00578042226999</c:v>
                </c:pt>
                <c:pt idx="1829">
                  <c:v>0.00576515426621</c:v>
                </c:pt>
                <c:pt idx="1830">
                  <c:v>0.00574994817224</c:v>
                </c:pt>
                <c:pt idx="1831">
                  <c:v>0.00573480366531</c:v>
                </c:pt>
                <c:pt idx="1832">
                  <c:v>0.00571972042455</c:v>
                </c:pt>
                <c:pt idx="1833">
                  <c:v>0.00570469813097</c:v>
                </c:pt>
                <c:pt idx="1834">
                  <c:v>0.00568973646746</c:v>
                </c:pt>
                <c:pt idx="1835">
                  <c:v>0.00567483511872</c:v>
                </c:pt>
                <c:pt idx="1836">
                  <c:v>0.00565999377126</c:v>
                </c:pt>
                <c:pt idx="1837">
                  <c:v>0.00564521211339</c:v>
                </c:pt>
                <c:pt idx="1838">
                  <c:v>0.00563048983515</c:v>
                </c:pt>
                <c:pt idx="1839">
                  <c:v>0.00561582662835</c:v>
                </c:pt>
                <c:pt idx="1840">
                  <c:v>0.0056012221865</c:v>
                </c:pt>
                <c:pt idx="1841">
                  <c:v>0.00558667620483</c:v>
                </c:pt>
                <c:pt idx="1842">
                  <c:v>0.00557218838023</c:v>
                </c:pt>
                <c:pt idx="1843">
                  <c:v>0.00555775841125</c:v>
                </c:pt>
                <c:pt idx="1844">
                  <c:v>0.0055433859981</c:v>
                </c:pt>
                <c:pt idx="1845">
                  <c:v>0.00552907084258</c:v>
                </c:pt>
                <c:pt idx="1846">
                  <c:v>0.00551481264815</c:v>
                </c:pt>
                <c:pt idx="1847">
                  <c:v>0.00550061111981</c:v>
                </c:pt>
                <c:pt idx="1848">
                  <c:v>0.00548646596419</c:v>
                </c:pt>
                <c:pt idx="1849">
                  <c:v>0.00547237688945</c:v>
                </c:pt>
                <c:pt idx="1850">
                  <c:v>0.00545834360531</c:v>
                </c:pt>
                <c:pt idx="1851">
                  <c:v>0.00544436582305</c:v>
                </c:pt>
                <c:pt idx="1852">
                  <c:v>0.00543044325547</c:v>
                </c:pt>
                <c:pt idx="1853">
                  <c:v>0.00541657561686</c:v>
                </c:pt>
                <c:pt idx="1854">
                  <c:v>0.00540276262308</c:v>
                </c:pt>
                <c:pt idx="1855">
                  <c:v>0.00538900399143</c:v>
                </c:pt>
                <c:pt idx="1856">
                  <c:v>0.00537529944075</c:v>
                </c:pt>
                <c:pt idx="1857">
                  <c:v>0.00536164869133</c:v>
                </c:pt>
                <c:pt idx="1858">
                  <c:v>0.00534805146495</c:v>
                </c:pt>
                <c:pt idx="1859">
                  <c:v>0.00533450748487</c:v>
                </c:pt>
                <c:pt idx="1860">
                  <c:v>0.00532101647579</c:v>
                </c:pt>
                <c:pt idx="1861">
                  <c:v>0.00530757816388</c:v>
                </c:pt>
                <c:pt idx="1862">
                  <c:v>0.00529419227676</c:v>
                </c:pt>
                <c:pt idx="1863">
                  <c:v>0.00528085854349</c:v>
                </c:pt>
                <c:pt idx="1864">
                  <c:v>0.00526757669458</c:v>
                </c:pt>
                <c:pt idx="1865">
                  <c:v>0.00525434646196</c:v>
                </c:pt>
                <c:pt idx="1866">
                  <c:v>0.00524116757901</c:v>
                </c:pt>
                <c:pt idx="1867">
                  <c:v>0.0052280397805</c:v>
                </c:pt>
                <c:pt idx="1868">
                  <c:v>0.00521496280266</c:v>
                </c:pt>
                <c:pt idx="1869">
                  <c:v>0.0052019363831</c:v>
                </c:pt>
                <c:pt idx="1870">
                  <c:v>0.00518896026085</c:v>
                </c:pt>
                <c:pt idx="1871">
                  <c:v>0.00517603417636</c:v>
                </c:pt>
                <c:pt idx="1872">
                  <c:v>0.00516315787145</c:v>
                </c:pt>
                <c:pt idx="1873">
                  <c:v>0.00515033108936</c:v>
                </c:pt>
                <c:pt idx="1874">
                  <c:v>0.0051375535747</c:v>
                </c:pt>
                <c:pt idx="1875">
                  <c:v>0.00512482507347</c:v>
                </c:pt>
                <c:pt idx="1876">
                  <c:v>0.00511214533304</c:v>
                </c:pt>
                <c:pt idx="1877">
                  <c:v>0.00509951410216</c:v>
                </c:pt>
                <c:pt idx="1878">
                  <c:v>0.00508693113092</c:v>
                </c:pt>
                <c:pt idx="1879">
                  <c:v>0.00507439617081</c:v>
                </c:pt>
                <c:pt idx="1880">
                  <c:v>0.00506190897463</c:v>
                </c:pt>
                <c:pt idx="1881">
                  <c:v>0.00504946929655</c:v>
                </c:pt>
                <c:pt idx="1882">
                  <c:v>0.00503707689206</c:v>
                </c:pt>
                <c:pt idx="1883">
                  <c:v>0.00502473151799</c:v>
                </c:pt>
                <c:pt idx="1884">
                  <c:v>0.0050124329325</c:v>
                </c:pt>
                <c:pt idx="1885">
                  <c:v>0.00500018089504</c:v>
                </c:pt>
                <c:pt idx="1886">
                  <c:v>0.0049879751664</c:v>
                </c:pt>
                <c:pt idx="1887">
                  <c:v>0.00497581550866</c:v>
                </c:pt>
                <c:pt idx="1888">
                  <c:v>0.00496370168518</c:v>
                </c:pt>
                <c:pt idx="1889">
                  <c:v>0.00495163346062</c:v>
                </c:pt>
                <c:pt idx="1890">
                  <c:v>0.00493961060092</c:v>
                </c:pt>
                <c:pt idx="1891">
                  <c:v>0.0049276328733</c:v>
                </c:pt>
                <c:pt idx="1892">
                  <c:v>0.00491570004623</c:v>
                </c:pt>
                <c:pt idx="1893">
                  <c:v>0.00490381188945</c:v>
                </c:pt>
                <c:pt idx="1894">
                  <c:v>0.00489196817395</c:v>
                </c:pt>
                <c:pt idx="1895">
                  <c:v>0.00488016867195</c:v>
                </c:pt>
                <c:pt idx="1896">
                  <c:v>0.00486841315695</c:v>
                </c:pt>
                <c:pt idx="1897">
                  <c:v>0.00485670140365</c:v>
                </c:pt>
                <c:pt idx="1898">
                  <c:v>0.00484503318799</c:v>
                </c:pt>
                <c:pt idx="1899">
                  <c:v>0.00483340828714</c:v>
                </c:pt>
                <c:pt idx="1900">
                  <c:v>0.00482182647949</c:v>
                </c:pt>
                <c:pt idx="1901">
                  <c:v>0.00481028754464</c:v>
                </c:pt>
                <c:pt idx="1902">
                  <c:v>0.00479879126341</c:v>
                </c:pt>
                <c:pt idx="1903">
                  <c:v>0.00478733741783</c:v>
                </c:pt>
                <c:pt idx="1904">
                  <c:v>0.00477592579114</c:v>
                </c:pt>
                <c:pt idx="1905">
                  <c:v>0.00476455616776</c:v>
                </c:pt>
                <c:pt idx="1906">
                  <c:v>0.00475322833336</c:v>
                </c:pt>
                <c:pt idx="1907">
                  <c:v>0.00474194207476</c:v>
                </c:pt>
                <c:pt idx="1908">
                  <c:v>0.00473069718003</c:v>
                </c:pt>
                <c:pt idx="1909">
                  <c:v>0.00471949343839</c:v>
                </c:pt>
                <c:pt idx="1910">
                  <c:v>0.0047083306403</c:v>
                </c:pt>
                <c:pt idx="1911">
                  <c:v>0.00469720857741</c:v>
                </c:pt>
                <c:pt idx="1912">
                  <c:v>0.00468612704255</c:v>
                </c:pt>
                <c:pt idx="1913">
                  <c:v>0.00467508582977</c:v>
                </c:pt>
                <c:pt idx="1914">
                  <c:v>0.00466408473433</c:v>
                </c:pt>
                <c:pt idx="1915">
                  <c:v>0.00465312355266</c:v>
                </c:pt>
                <c:pt idx="1916">
                  <c:v>0.00464220208243</c:v>
                </c:pt>
                <c:pt idx="1917">
                  <c:v>0.00463132012249</c:v>
                </c:pt>
                <c:pt idx="1918">
                  <c:v>0.0046204774729</c:v>
                </c:pt>
                <c:pt idx="1919">
                  <c:v>0.00460967393494</c:v>
                </c:pt>
                <c:pt idx="1920">
                  <c:v>0.00459890931108</c:v>
                </c:pt>
                <c:pt idx="1921">
                  <c:v>0.00458818340502</c:v>
                </c:pt>
                <c:pt idx="1922">
                  <c:v>0.00457749602166</c:v>
                </c:pt>
                <c:pt idx="1923">
                  <c:v>0.00456684696709</c:v>
                </c:pt>
                <c:pt idx="1924">
                  <c:v>0.00455623604866</c:v>
                </c:pt>
                <c:pt idx="1925">
                  <c:v>0.00454566307488</c:v>
                </c:pt>
                <c:pt idx="1926">
                  <c:v>0.0045351278555</c:v>
                </c:pt>
                <c:pt idx="1927">
                  <c:v>0.00452463020149</c:v>
                </c:pt>
                <c:pt idx="1928">
                  <c:v>0.00451416992499</c:v>
                </c:pt>
                <c:pt idx="1929">
                  <c:v>0.0045037468394</c:v>
                </c:pt>
                <c:pt idx="1930">
                  <c:v>0.00449336075927</c:v>
                </c:pt>
                <c:pt idx="1931">
                  <c:v>0.00448301150041</c:v>
                </c:pt>
                <c:pt idx="1932">
                  <c:v>0.00447269887979</c:v>
                </c:pt>
                <c:pt idx="1933">
                  <c:v>0.00446242271559</c:v>
                </c:pt>
                <c:pt idx="1934">
                  <c:v>0.00445218282719</c:v>
                </c:pt>
                <c:pt idx="1935">
                  <c:v>0.00444197903515</c:v>
                </c:pt>
                <c:pt idx="1936">
                  <c:v>0.00443181116122</c:v>
                </c:pt>
                <c:pt idx="1937">
                  <c:v>0.00442167902833</c:v>
                </c:pt>
                <c:pt idx="1938">
                  <c:v>0.00441158246056</c:v>
                </c:pt>
                <c:pt idx="1939">
                  <c:v>0.0044015212832</c:v>
                </c:pt>
                <c:pt idx="1940">
                  <c:v>0.00439149532265</c:v>
                </c:pt>
                <c:pt idx="1941">
                  <c:v>0.00438150440649</c:v>
                </c:pt>
                <c:pt idx="1942">
                  <c:v>0.00437154836345</c:v>
                </c:pt>
                <c:pt idx="1943">
                  <c:v>0.00436162702337</c:v>
                </c:pt>
                <c:pt idx="1944">
                  <c:v>0.00435174021723</c:v>
                </c:pt>
                <c:pt idx="1945">
                  <c:v>0.00434188777714</c:v>
                </c:pt>
                <c:pt idx="1946">
                  <c:v>0.00433206953629</c:v>
                </c:pt>
                <c:pt idx="1947">
                  <c:v>0.004322285329</c:v>
                </c:pt>
                <c:pt idx="1948">
                  <c:v>0.00431253499067</c:v>
                </c:pt>
                <c:pt idx="1949">
                  <c:v>0.00430281835777</c:v>
                </c:pt>
                <c:pt idx="1950">
                  <c:v>0.00429313526786</c:v>
                </c:pt>
                <c:pt idx="1951">
                  <c:v>0.00428348555955</c:v>
                </c:pt>
                <c:pt idx="1952">
                  <c:v>0.00427386907249</c:v>
                </c:pt>
                <c:pt idx="1953">
                  <c:v>0.00426428564741</c:v>
                </c:pt>
                <c:pt idx="1954">
                  <c:v>0.00425473512604</c:v>
                </c:pt>
                <c:pt idx="1955">
                  <c:v>0.00424521735115</c:v>
                </c:pt>
                <c:pt idx="1956">
                  <c:v>0.00423573216651</c:v>
                </c:pt>
                <c:pt idx="1957">
                  <c:v>0.00422627941691</c:v>
                </c:pt>
                <c:pt idx="1958">
                  <c:v>0.00421685894814</c:v>
                </c:pt>
                <c:pt idx="1959">
                  <c:v>0.00420747060696</c:v>
                </c:pt>
                <c:pt idx="1960">
                  <c:v>0.00419811424112</c:v>
                </c:pt>
                <c:pt idx="1961">
                  <c:v>0.00418878969936</c:v>
                </c:pt>
                <c:pt idx="1962">
                  <c:v>0.00417949683134</c:v>
                </c:pt>
                <c:pt idx="1963">
                  <c:v>0.00417023548772</c:v>
                </c:pt>
                <c:pt idx="1964">
                  <c:v>0.00416100552009</c:v>
                </c:pt>
                <c:pt idx="1965">
                  <c:v>0.00415180678098</c:v>
                </c:pt>
                <c:pt idx="1966">
                  <c:v>0.00414263912385</c:v>
                </c:pt>
                <c:pt idx="1967">
                  <c:v>0.0041335024031</c:v>
                </c:pt>
                <c:pt idx="1968">
                  <c:v>0.00412439647405</c:v>
                </c:pt>
                <c:pt idx="1969">
                  <c:v>0.00411532119292</c:v>
                </c:pt>
                <c:pt idx="1970">
                  <c:v>0.00410627641685</c:v>
                </c:pt>
                <c:pt idx="1971">
                  <c:v>0.00409726200389</c:v>
                </c:pt>
                <c:pt idx="1972">
                  <c:v>0.00408827781296</c:v>
                </c:pt>
                <c:pt idx="1973">
                  <c:v>0.00407932370389</c:v>
                </c:pt>
                <c:pt idx="1974">
                  <c:v>0.00407039953739</c:v>
                </c:pt>
                <c:pt idx="1975">
                  <c:v>0.00406150517504</c:v>
                </c:pt>
                <c:pt idx="1976">
                  <c:v>0.00405264047931</c:v>
                </c:pt>
                <c:pt idx="1977">
                  <c:v>0.00404380531351</c:v>
                </c:pt>
                <c:pt idx="1978">
                  <c:v>0.00403499954182</c:v>
                </c:pt>
                <c:pt idx="1979">
                  <c:v>0.00402622302927</c:v>
                </c:pt>
                <c:pt idx="1980">
                  <c:v>0.00401747564176</c:v>
                </c:pt>
                <c:pt idx="1981">
                  <c:v>0.00400875724598</c:v>
                </c:pt>
                <c:pt idx="1982">
                  <c:v>0.00400006770949</c:v>
                </c:pt>
                <c:pt idx="1983">
                  <c:v>0.00399140690067</c:v>
                </c:pt>
                <c:pt idx="1984">
                  <c:v>0.00398277468871</c:v>
                </c:pt>
                <c:pt idx="1985">
                  <c:v>0.00397417094362</c:v>
                </c:pt>
                <c:pt idx="1986">
                  <c:v>0.00396559553619</c:v>
                </c:pt>
                <c:pt idx="1987">
                  <c:v>0.00395704833803</c:v>
                </c:pt>
                <c:pt idx="1988">
                  <c:v>0.00394852922154</c:v>
                </c:pt>
                <c:pt idx="1989">
                  <c:v>0.00394003805987</c:v>
                </c:pt>
                <c:pt idx="1990">
                  <c:v>0.00393157472698</c:v>
                </c:pt>
                <c:pt idx="1991">
                  <c:v>0.00392313909755</c:v>
                </c:pt>
                <c:pt idx="1992">
                  <c:v>0.00391473104706</c:v>
                </c:pt>
                <c:pt idx="1993">
                  <c:v>0.00390635045169</c:v>
                </c:pt>
                <c:pt idx="1994">
                  <c:v>0.0038979971884</c:v>
                </c:pt>
                <c:pt idx="1995">
                  <c:v>0.00388967113486</c:v>
                </c:pt>
                <c:pt idx="1996">
                  <c:v>0.00388137216944</c:v>
                </c:pt>
                <c:pt idx="1997">
                  <c:v>0.00387310017126</c:v>
                </c:pt>
                <c:pt idx="1998">
                  <c:v>0.00386485502011</c:v>
                </c:pt>
                <c:pt idx="1999">
                  <c:v>0.00385663659651</c:v>
                </c:pt>
                <c:pt idx="2000">
                  <c:v>0.00384844478163</c:v>
                </c:pt>
              </c:numCache>
            </c:numRef>
          </c:yVal>
        </c:ser>
        <c:ser>
          <c:idx val="1"/>
          <c:order val="1"/>
          <c:tx>
            <c:v>spin</c:v>
          </c:tx>
          <c:spPr>
            <a:ln xmlns:a="http://schemas.openxmlformats.org/drawingml/2006/main" w="15240">
              <a:solidFill>
                <a:srgbClr val="234F91"/>
              </a:solidFill>
              <a:prstDash val="dash"/>
            </a:ln>
          </c:spPr>
          <c:marker>
            <c:symbol val="none"/>
            <c:size val="5"/>
            <c:spPr>
              <a:solidFill xmlns:a="http://schemas.openxmlformats.org/drawingml/2006/main">
                <a:srgbClr val="234F91"/>
              </a:solidFill>
            </c:spPr>
          </c:marker>
          <c:xVal>
            <c:numRef>
              <c:f>'Chart Data'!$C$2:$C$2002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Data'!$D$2:$D$2002</c:f>
              <c:numCache>
                <c:formatCode>0.0</c:formatCode>
                <c:ptCount val="2001"/>
                <c:pt idx="0">
                  <c:v>0.0342112377955</c:v>
                </c:pt>
                <c:pt idx="1">
                  <c:v>0.0343607691847</c:v>
                </c:pt>
                <c:pt idx="2">
                  <c:v>0.034511278676</c:v>
                </c:pt>
                <c:pt idx="3">
                  <c:v>0.034662774741</c:v>
                </c:pt>
                <c:pt idx="4">
                  <c:v>0.034815265942</c:v>
                </c:pt>
                <c:pt idx="5">
                  <c:v>0.0349687609332</c:v>
                </c:pt>
                <c:pt idx="6">
                  <c:v>0.0351232684617</c:v>
                </c:pt>
                <c:pt idx="7">
                  <c:v>0.0352787973687</c:v>
                </c:pt>
                <c:pt idx="8">
                  <c:v>0.0354353565907</c:v>
                </c:pt>
                <c:pt idx="9">
                  <c:v>0.0355929551609</c:v>
                </c:pt>
                <c:pt idx="10">
                  <c:v>0.0357516022101</c:v>
                </c:pt>
                <c:pt idx="11">
                  <c:v>0.0359113069682</c:v>
                </c:pt>
                <c:pt idx="12">
                  <c:v>0.0360720787653</c:v>
                </c:pt>
                <c:pt idx="13">
                  <c:v>0.0362339270333</c:v>
                </c:pt>
                <c:pt idx="14">
                  <c:v>0.0363968613068</c:v>
                </c:pt>
                <c:pt idx="15">
                  <c:v>0.0365608912244</c:v>
                </c:pt>
                <c:pt idx="16">
                  <c:v>0.0367260265306</c:v>
                </c:pt>
                <c:pt idx="17">
                  <c:v>0.0368922770766</c:v>
                </c:pt>
                <c:pt idx="18">
                  <c:v>0.0370596528218</c:v>
                </c:pt>
                <c:pt idx="19">
                  <c:v>0.0372281638353</c:v>
                </c:pt>
                <c:pt idx="20">
                  <c:v>0.0373978202974</c:v>
                </c:pt>
                <c:pt idx="21">
                  <c:v>0.0375686325008</c:v>
                </c:pt>
                <c:pt idx="22">
                  <c:v>0.0377406108523</c:v>
                </c:pt>
                <c:pt idx="23">
                  <c:v>0.0379137658739</c:v>
                </c:pt>
                <c:pt idx="24">
                  <c:v>0.0380881082049</c:v>
                </c:pt>
                <c:pt idx="25">
                  <c:v>0.038263648603</c:v>
                </c:pt>
                <c:pt idx="26">
                  <c:v>0.0384403979458</c:v>
                </c:pt>
                <c:pt idx="27">
                  <c:v>0.0386183672326</c:v>
                </c:pt>
                <c:pt idx="28">
                  <c:v>0.038797567586</c:v>
                </c:pt>
                <c:pt idx="29">
                  <c:v>0.0389780102534</c:v>
                </c:pt>
                <c:pt idx="30">
                  <c:v>0.0391597066086</c:v>
                </c:pt>
                <c:pt idx="31">
                  <c:v>0.0393426681535</c:v>
                </c:pt>
                <c:pt idx="32">
                  <c:v>0.03952690652</c:v>
                </c:pt>
                <c:pt idx="33">
                  <c:v>0.0397124334715</c:v>
                </c:pt>
                <c:pt idx="34">
                  <c:v>0.0398992609046</c:v>
                </c:pt>
                <c:pt idx="35">
                  <c:v>0.040087400851</c:v>
                </c:pt>
                <c:pt idx="36">
                  <c:v>0.0402768654794</c:v>
                </c:pt>
                <c:pt idx="37">
                  <c:v>0.0404676670969</c:v>
                </c:pt>
                <c:pt idx="38">
                  <c:v>0.0406598181515</c:v>
                </c:pt>
                <c:pt idx="39">
                  <c:v>0.0408533312332</c:v>
                </c:pt>
                <c:pt idx="40">
                  <c:v>0.0410482190765</c:v>
                </c:pt>
                <c:pt idx="41">
                  <c:v>0.0412444945623</c:v>
                </c:pt>
                <c:pt idx="42">
                  <c:v>0.0414421707195</c:v>
                </c:pt>
                <c:pt idx="43">
                  <c:v>0.0416412607272</c:v>
                </c:pt>
                <c:pt idx="44">
                  <c:v>0.0418417779168</c:v>
                </c:pt>
                <c:pt idx="45">
                  <c:v>0.042043735774</c:v>
                </c:pt>
                <c:pt idx="46">
                  <c:v>0.0422471479407</c:v>
                </c:pt>
                <c:pt idx="47">
                  <c:v>0.0424520282174</c:v>
                </c:pt>
                <c:pt idx="48">
                  <c:v>0.0426583905653</c:v>
                </c:pt>
                <c:pt idx="49">
                  <c:v>0.0428662491081</c:v>
                </c:pt>
                <c:pt idx="50">
                  <c:v>0.0430756181348</c:v>
                </c:pt>
                <c:pt idx="51">
                  <c:v>0.0432865121016</c:v>
                </c:pt>
                <c:pt idx="52">
                  <c:v>0.0434989456341</c:v>
                </c:pt>
                <c:pt idx="53">
                  <c:v>0.0437129335299</c:v>
                </c:pt>
                <c:pt idx="54">
                  <c:v>0.0439284907607</c:v>
                </c:pt>
                <c:pt idx="55">
                  <c:v>0.0441456324748</c:v>
                </c:pt>
                <c:pt idx="56">
                  <c:v>0.0443643739995</c:v>
                </c:pt>
                <c:pt idx="57">
                  <c:v>0.0445847308437</c:v>
                </c:pt>
                <c:pt idx="58">
                  <c:v>0.0448067187002</c:v>
                </c:pt>
                <c:pt idx="59">
                  <c:v>0.0450303534481</c:v>
                </c:pt>
                <c:pt idx="60">
                  <c:v>0.0452556511558</c:v>
                </c:pt>
                <c:pt idx="61">
                  <c:v>0.0454826280834</c:v>
                </c:pt>
                <c:pt idx="62">
                  <c:v>0.0457113006851</c:v>
                </c:pt>
                <c:pt idx="63">
                  <c:v>0.0459416856124</c:v>
                </c:pt>
                <c:pt idx="64">
                  <c:v>0.0461737997164</c:v>
                </c:pt>
                <c:pt idx="65">
                  <c:v>0.0464076600508</c:v>
                </c:pt>
                <c:pt idx="66">
                  <c:v>0.0466432838746</c:v>
                </c:pt>
                <c:pt idx="67">
                  <c:v>0.0468806886551</c:v>
                </c:pt>
                <c:pt idx="68">
                  <c:v>0.0471198920708</c:v>
                </c:pt>
                <c:pt idx="69">
                  <c:v>0.047360912014</c:v>
                </c:pt>
                <c:pt idx="70">
                  <c:v>0.0476037665943</c:v>
                </c:pt>
                <c:pt idx="71">
                  <c:v>0.0478484741415</c:v>
                </c:pt>
                <c:pt idx="72">
                  <c:v>0.0480950532084</c:v>
                </c:pt>
                <c:pt idx="73">
                  <c:v>0.0483435225742</c:v>
                </c:pt>
                <c:pt idx="74">
                  <c:v>0.0485939012477</c:v>
                </c:pt>
                <c:pt idx="75">
                  <c:v>0.0488462084704</c:v>
                </c:pt>
                <c:pt idx="76">
                  <c:v>0.0491004637199</c:v>
                </c:pt>
                <c:pt idx="77">
                  <c:v>0.0493566867133</c:v>
                </c:pt>
                <c:pt idx="78">
                  <c:v>0.0496148974101</c:v>
                </c:pt>
                <c:pt idx="79">
                  <c:v>0.0498751160164</c:v>
                </c:pt>
                <c:pt idx="80">
                  <c:v>0.0501373629878</c:v>
                </c:pt>
                <c:pt idx="81">
                  <c:v>0.0504016590333</c:v>
                </c:pt>
                <c:pt idx="82">
                  <c:v>0.0506680251186</c:v>
                </c:pt>
                <c:pt idx="83">
                  <c:v>0.0509364824699</c:v>
                </c:pt>
                <c:pt idx="84">
                  <c:v>0.0512070525778</c:v>
                </c:pt>
                <c:pt idx="85">
                  <c:v>0.0514797572008</c:v>
                </c:pt>
                <c:pt idx="86">
                  <c:v>0.0517546183691</c:v>
                </c:pt>
                <c:pt idx="87">
                  <c:v>0.0520316583888</c:v>
                </c:pt>
                <c:pt idx="88">
                  <c:v>0.0523108998455</c:v>
                </c:pt>
                <c:pt idx="89">
                  <c:v>0.0525923656086</c:v>
                </c:pt>
                <c:pt idx="90">
                  <c:v>0.0528760788351</c:v>
                </c:pt>
                <c:pt idx="91">
                  <c:v>0.053162062974</c:v>
                </c:pt>
                <c:pt idx="92">
                  <c:v>0.0534503417703</c:v>
                </c:pt>
                <c:pt idx="93">
                  <c:v>0.0537409392694</c:v>
                </c:pt>
                <c:pt idx="94">
                  <c:v>0.0540338798212</c:v>
                </c:pt>
                <c:pt idx="95">
                  <c:v>0.0543291880848</c:v>
                </c:pt>
                <c:pt idx="96">
                  <c:v>0.0546268890328</c:v>
                </c:pt>
                <c:pt idx="97">
                  <c:v>0.0549270079557</c:v>
                </c:pt>
                <c:pt idx="98">
                  <c:v>0.055229570467</c:v>
                </c:pt>
                <c:pt idx="99">
                  <c:v>0.0555346025071</c:v>
                </c:pt>
                <c:pt idx="100">
                  <c:v>0.0558421303487</c:v>
                </c:pt>
                <c:pt idx="101">
                  <c:v>0.0561521806013</c:v>
                </c:pt>
                <c:pt idx="102">
                  <c:v>0.0564647802163</c:v>
                </c:pt>
                <c:pt idx="103">
                  <c:v>0.0567799564918</c:v>
                </c:pt>
                <c:pt idx="104">
                  <c:v>0.0570977370774</c:v>
                </c:pt>
                <c:pt idx="105">
                  <c:v>0.0574181499801</c:v>
                </c:pt>
                <c:pt idx="106">
                  <c:v>0.0577412235685</c:v>
                </c:pt>
                <c:pt idx="107">
                  <c:v>0.0580669865788</c:v>
                </c:pt>
                <c:pt idx="108">
                  <c:v>0.0583954681201</c:v>
                </c:pt>
                <c:pt idx="109">
                  <c:v>0.0587266976794</c:v>
                </c:pt>
                <c:pt idx="110">
                  <c:v>0.0590607051274</c:v>
                </c:pt>
                <c:pt idx="111">
                  <c:v>0.0593975207242</c:v>
                </c:pt>
                <c:pt idx="112">
                  <c:v>0.0597371751249</c:v>
                </c:pt>
                <c:pt idx="113">
                  <c:v>0.0600796993853</c:v>
                </c:pt>
                <c:pt idx="114">
                  <c:v>0.0604251249677</c:v>
                </c:pt>
                <c:pt idx="115">
                  <c:v>0.0607734837472</c:v>
                </c:pt>
                <c:pt idx="116">
                  <c:v>0.0611248080174</c:v>
                </c:pt>
                <c:pt idx="117">
                  <c:v>0.0614791304965</c:v>
                </c:pt>
                <c:pt idx="118">
                  <c:v>0.0618364843339</c:v>
                </c:pt>
                <c:pt idx="119">
                  <c:v>0.0621969031162</c:v>
                </c:pt>
                <c:pt idx="120">
                  <c:v>0.0625604208735</c:v>
                </c:pt>
                <c:pt idx="121">
                  <c:v>0.0629270720864</c:v>
                </c:pt>
                <c:pt idx="122">
                  <c:v>0.063296891692</c:v>
                </c:pt>
                <c:pt idx="123">
                  <c:v>0.063669915091</c:v>
                </c:pt>
                <c:pt idx="124">
                  <c:v>0.0640461781545</c:v>
                </c:pt>
                <c:pt idx="125">
                  <c:v>0.0644257172306</c:v>
                </c:pt>
                <c:pt idx="126">
                  <c:v>0.0648085691515</c:v>
                </c:pt>
                <c:pt idx="127">
                  <c:v>0.065194771241</c:v>
                </c:pt>
                <c:pt idx="128">
                  <c:v>0.065584361321</c:v>
                </c:pt>
                <c:pt idx="129">
                  <c:v>0.0659773777194</c:v>
                </c:pt>
                <c:pt idx="130">
                  <c:v>0.0663738592772</c:v>
                </c:pt>
                <c:pt idx="131">
                  <c:v>0.066773845356</c:v>
                </c:pt>
                <c:pt idx="132">
                  <c:v>0.0671773758458</c:v>
                </c:pt>
                <c:pt idx="133">
                  <c:v>0.0675844911727</c:v>
                </c:pt>
                <c:pt idx="134">
                  <c:v>0.0679952323066</c:v>
                </c:pt>
                <c:pt idx="135">
                  <c:v>0.0684096407691</c:v>
                </c:pt>
                <c:pt idx="136">
                  <c:v>0.068827758642</c:v>
                </c:pt>
                <c:pt idx="137">
                  <c:v>0.0692496285748</c:v>
                </c:pt>
                <c:pt idx="138">
                  <c:v>0.0696752937934</c:v>
                </c:pt>
                <c:pt idx="139">
                  <c:v>0.0701047981087</c:v>
                </c:pt>
                <c:pt idx="140">
                  <c:v>0.0705381859244</c:v>
                </c:pt>
                <c:pt idx="141">
                  <c:v>0.0709755022463</c:v>
                </c:pt>
                <c:pt idx="142">
                  <c:v>0.0714167926908</c:v>
                </c:pt>
                <c:pt idx="143">
                  <c:v>0.0718621034936</c:v>
                </c:pt>
                <c:pt idx="144">
                  <c:v>0.0723114815188</c:v>
                </c:pt>
                <c:pt idx="145">
                  <c:v>0.0727649742682</c:v>
                </c:pt>
                <c:pt idx="146">
                  <c:v>0.07322262989</c:v>
                </c:pt>
                <c:pt idx="147">
                  <c:v>0.0736844971885</c:v>
                </c:pt>
                <c:pt idx="148">
                  <c:v>0.0741506256335</c:v>
                </c:pt>
                <c:pt idx="149">
                  <c:v>0.0746210653697</c:v>
                </c:pt>
                <c:pt idx="150">
                  <c:v>0.0750958672266</c:v>
                </c:pt>
                <c:pt idx="151">
                  <c:v>0.0755750827279</c:v>
                </c:pt>
                <c:pt idx="152">
                  <c:v>0.0760587641019</c:v>
                </c:pt>
                <c:pt idx="153">
                  <c:v>0.0765469642912</c:v>
                </c:pt>
                <c:pt idx="154">
                  <c:v>0.0770397369628</c:v>
                </c:pt>
                <c:pt idx="155">
                  <c:v>0.0775371365186</c:v>
                </c:pt>
                <c:pt idx="156">
                  <c:v>0.0780392181056</c:v>
                </c:pt>
                <c:pt idx="157">
                  <c:v>0.0785460376265</c:v>
                </c:pt>
                <c:pt idx="158">
                  <c:v>0.0790576517501</c:v>
                </c:pt>
                <c:pt idx="159">
                  <c:v>0.0795741179223</c:v>
                </c:pt>
                <c:pt idx="160">
                  <c:v>0.0800954943766</c:v>
                </c:pt>
                <c:pt idx="161">
                  <c:v>0.0806218401455</c:v>
                </c:pt>
                <c:pt idx="162">
                  <c:v>0.081153215071</c:v>
                </c:pt>
                <c:pt idx="163">
                  <c:v>0.0816896798161</c:v>
                </c:pt>
                <c:pt idx="164">
                  <c:v>0.0822312958762</c:v>
                </c:pt>
                <c:pt idx="165">
                  <c:v>0.0827781255899</c:v>
                </c:pt>
                <c:pt idx="166">
                  <c:v>0.083330232151</c:v>
                </c:pt>
                <c:pt idx="167">
                  <c:v>0.0838876796201</c:v>
                </c:pt>
                <c:pt idx="168">
                  <c:v>0.0844505329358</c:v>
                </c:pt>
                <c:pt idx="169">
                  <c:v>0.0850188579267</c:v>
                </c:pt>
                <c:pt idx="170">
                  <c:v>0.0855927213234</c:v>
                </c:pt>
                <c:pt idx="171">
                  <c:v>0.0861721907704</c:v>
                </c:pt>
                <c:pt idx="172">
                  <c:v>0.0867573348377</c:v>
                </c:pt>
                <c:pt idx="173">
                  <c:v>0.0873482230334</c:v>
                </c:pt>
                <c:pt idx="174">
                  <c:v>0.0879449258158</c:v>
                </c:pt>
                <c:pt idx="175">
                  <c:v>0.0885475146053</c:v>
                </c:pt>
                <c:pt idx="176">
                  <c:v>0.0891560617972</c:v>
                </c:pt>
                <c:pt idx="177">
                  <c:v>0.0897706407734</c:v>
                </c:pt>
                <c:pt idx="178">
                  <c:v>0.0903913259156</c:v>
                </c:pt>
                <c:pt idx="179">
                  <c:v>0.0910181926171</c:v>
                </c:pt>
                <c:pt idx="180">
                  <c:v>0.0916513172956</c:v>
                </c:pt>
                <c:pt idx="181">
                  <c:v>0.0922907774059</c:v>
                </c:pt>
                <c:pt idx="182">
                  <c:v>0.0929366514519</c:v>
                </c:pt>
                <c:pt idx="183">
                  <c:v>0.0935890189997</c:v>
                </c:pt>
                <c:pt idx="184">
                  <c:v>0.0942479606901</c:v>
                </c:pt>
                <c:pt idx="185">
                  <c:v>0.0949135582507</c:v>
                </c:pt>
                <c:pt idx="186">
                  <c:v>0.0955858945092</c:v>
                </c:pt>
                <c:pt idx="187">
                  <c:v>0.0962650534053</c:v>
                </c:pt>
                <c:pt idx="188">
                  <c:v>0.0969511200035</c:v>
                </c:pt>
                <c:pt idx="189">
                  <c:v>0.0976441805055</c:v>
                </c:pt>
                <c:pt idx="190">
                  <c:v>0.0983443222626</c:v>
                </c:pt>
                <c:pt idx="191">
                  <c:v>0.099051633788</c:v>
                </c:pt>
                <c:pt idx="192">
                  <c:v>0.0997662047691</c:v>
                </c:pt>
                <c:pt idx="193">
                  <c:v>0.10048812608</c:v>
                </c:pt>
                <c:pt idx="194">
                  <c:v>0.101217489791</c:v>
                </c:pt>
                <c:pt idx="195">
                  <c:v>0.101954389186</c:v>
                </c:pt>
                <c:pt idx="196">
                  <c:v>0.102698918767</c:v>
                </c:pt>
                <c:pt idx="197">
                  <c:v>0.103451174274</c:v>
                </c:pt>
                <c:pt idx="198">
                  <c:v>0.104211252686</c:v>
                </c:pt>
                <c:pt idx="199">
                  <c:v>0.104979252243</c:v>
                </c:pt>
                <c:pt idx="200">
                  <c:v>0.105755272449</c:v>
                </c:pt>
                <c:pt idx="201">
                  <c:v>0.106539414087</c:v>
                </c:pt>
                <c:pt idx="202">
                  <c:v>0.107331779227</c:v>
                </c:pt>
                <c:pt idx="203">
                  <c:v>0.108132471236</c:v>
                </c:pt>
                <c:pt idx="204">
                  <c:v>0.108941594791</c:v>
                </c:pt>
                <c:pt idx="205">
                  <c:v>0.109759255884</c:v>
                </c:pt>
                <c:pt idx="206">
                  <c:v>0.110585561834</c:v>
                </c:pt>
                <c:pt idx="207">
                  <c:v>0.111420621295</c:v>
                </c:pt>
                <c:pt idx="208">
                  <c:v>0.112264544261</c:v>
                </c:pt>
                <c:pt idx="209">
                  <c:v>0.11311744208</c:v>
                </c:pt>
                <c:pt idx="210">
                  <c:v>0.113979427454</c:v>
                </c:pt>
                <c:pt idx="211">
                  <c:v>0.114850614452</c:v>
                </c:pt>
                <c:pt idx="212">
                  <c:v>0.115731118511</c:v>
                </c:pt>
                <c:pt idx="213">
                  <c:v>0.116621056442</c:v>
                </c:pt>
                <c:pt idx="214">
                  <c:v>0.117520546438</c:v>
                </c:pt>
                <c:pt idx="215">
                  <c:v>0.118429708075</c:v>
                </c:pt>
                <c:pt idx="216">
                  <c:v>0.119348662314</c:v>
                </c:pt>
                <c:pt idx="217">
                  <c:v>0.120277531506</c:v>
                </c:pt>
                <c:pt idx="218">
                  <c:v>0.121216439394</c:v>
                </c:pt>
                <c:pt idx="219">
                  <c:v>0.122165511109</c:v>
                </c:pt>
                <c:pt idx="220">
                  <c:v>0.123124873175</c:v>
                </c:pt>
                <c:pt idx="221">
                  <c:v>0.124094653501</c:v>
                </c:pt>
                <c:pt idx="222">
                  <c:v>0.125074981385</c:v>
                </c:pt>
                <c:pt idx="223">
                  <c:v>0.126065987507</c:v>
                </c:pt>
                <c:pt idx="224">
                  <c:v>0.127067803924</c:v>
                </c:pt>
                <c:pt idx="225">
                  <c:v>0.128080564062</c:v>
                </c:pt>
                <c:pt idx="226">
                  <c:v>0.129104402712</c:v>
                </c:pt>
                <c:pt idx="227">
                  <c:v>0.130139456019</c:v>
                </c:pt>
                <c:pt idx="228">
                  <c:v>0.131185861469</c:v>
                </c:pt>
                <c:pt idx="229">
                  <c:v>0.132243757882</c:v>
                </c:pt>
                <c:pt idx="230">
                  <c:v>0.133313285392</c:v>
                </c:pt>
                <c:pt idx="231">
                  <c:v>0.134394585435</c:v>
                </c:pt>
                <c:pt idx="232">
                  <c:v>0.135487800731</c:v>
                </c:pt>
                <c:pt idx="233">
                  <c:v>0.136593075265</c:v>
                </c:pt>
                <c:pt idx="234">
                  <c:v>0.137710554261</c:v>
                </c:pt>
                <c:pt idx="235">
                  <c:v>0.138840384166</c:v>
                </c:pt>
                <c:pt idx="236">
                  <c:v>0.139982712616</c:v>
                </c:pt>
                <c:pt idx="237">
                  <c:v>0.141137688413</c:v>
                </c:pt>
                <c:pt idx="238">
                  <c:v>0.142305461492</c:v>
                </c:pt>
                <c:pt idx="239">
                  <c:v>0.143486182888</c:v>
                </c:pt>
                <c:pt idx="240">
                  <c:v>0.1446800047</c:v>
                </c:pt>
                <c:pt idx="241">
                  <c:v>0.145887080053</c:v>
                </c:pt>
                <c:pt idx="242">
                  <c:v>0.147107563053</c:v>
                </c:pt>
                <c:pt idx="243">
                  <c:v>0.148341608747</c:v>
                </c:pt>
                <c:pt idx="244">
                  <c:v>0.149589373071</c:v>
                </c:pt>
                <c:pt idx="245">
                  <c:v>0.150851012801</c:v>
                </c:pt>
                <c:pt idx="246">
                  <c:v>0.152126685496</c:v>
                </c:pt>
                <c:pt idx="247">
                  <c:v>0.153416549442</c:v>
                </c:pt>
                <c:pt idx="248">
                  <c:v>0.154720763587</c:v>
                </c:pt>
                <c:pt idx="249">
                  <c:v>0.156039487477</c:v>
                </c:pt>
                <c:pt idx="250">
                  <c:v>0.157372881187</c:v>
                </c:pt>
                <c:pt idx="251">
                  <c:v>0.158721105244</c:v>
                </c:pt>
                <c:pt idx="252">
                  <c:v>0.160084320548</c:v>
                </c:pt>
                <c:pt idx="253">
                  <c:v>0.161462688293</c:v>
                </c:pt>
                <c:pt idx="254">
                  <c:v>0.162856369876</c:v>
                </c:pt>
                <c:pt idx="255">
                  <c:v>0.164265526803</c:v>
                </c:pt>
                <c:pt idx="256">
                  <c:v>0.165690320596</c:v>
                </c:pt>
                <c:pt idx="257">
                  <c:v>0.167130912685</c:v>
                </c:pt>
                <c:pt idx="258">
                  <c:v>0.168587464306</c:v>
                </c:pt>
                <c:pt idx="259">
                  <c:v>0.170060136379</c:v>
                </c:pt>
                <c:pt idx="260">
                  <c:v>0.171549089399</c:v>
                </c:pt>
                <c:pt idx="261">
                  <c:v>0.173054483302</c:v>
                </c:pt>
                <c:pt idx="262">
                  <c:v>0.174576477338</c:v>
                </c:pt>
                <c:pt idx="263">
                  <c:v>0.176115229935</c:v>
                </c:pt>
                <c:pt idx="264">
                  <c:v>0.177670898552</c:v>
                </c:pt>
                <c:pt idx="265">
                  <c:v>0.179243639533</c:v>
                </c:pt>
                <c:pt idx="266">
                  <c:v>0.180833607945</c:v>
                </c:pt>
                <c:pt idx="267">
                  <c:v>0.182440957419</c:v>
                </c:pt>
                <c:pt idx="268">
                  <c:v>0.184065839979</c:v>
                </c:pt>
                <c:pt idx="269">
                  <c:v>0.185708405863</c:v>
                </c:pt>
                <c:pt idx="270">
                  <c:v>0.187368803336</c:v>
                </c:pt>
                <c:pt idx="271">
                  <c:v>0.189047178505</c:v>
                </c:pt>
                <c:pt idx="272">
                  <c:v>0.19074367511</c:v>
                </c:pt>
                <c:pt idx="273">
                  <c:v>0.192458434324</c:v>
                </c:pt>
                <c:pt idx="274">
                  <c:v>0.194191594536</c:v>
                </c:pt>
                <c:pt idx="275">
                  <c:v>0.195943291123</c:v>
                </c:pt>
                <c:pt idx="276">
                  <c:v>0.197713656227</c:v>
                </c:pt>
                <c:pt idx="277">
                  <c:v>0.199502818511</c:v>
                </c:pt>
                <c:pt idx="278">
                  <c:v>0.201310902912</c:v>
                </c:pt>
                <c:pt idx="279">
                  <c:v>0.20313803039</c:v>
                </c:pt>
                <c:pt idx="280">
                  <c:v>0.204984317658</c:v>
                </c:pt>
                <c:pt idx="281">
                  <c:v>0.206849876919</c:v>
                </c:pt>
                <c:pt idx="282">
                  <c:v>0.208734815579</c:v>
                </c:pt>
                <c:pt idx="283">
                  <c:v>0.210639235964</c:v>
                </c:pt>
                <c:pt idx="284">
                  <c:v>0.212563235021</c:v>
                </c:pt>
                <c:pt idx="285">
                  <c:v>0.214506904021</c:v>
                </c:pt>
                <c:pt idx="286">
                  <c:v>0.216470328239</c:v>
                </c:pt>
                <c:pt idx="287">
                  <c:v>0.218453586641</c:v>
                </c:pt>
                <c:pt idx="288">
                  <c:v>0.220456751557</c:v>
                </c:pt>
                <c:pt idx="289">
                  <c:v>0.222479888344</c:v>
                </c:pt>
                <c:pt idx="290">
                  <c:v>0.224523055049</c:v>
                </c:pt>
                <c:pt idx="291">
                  <c:v>0.226586302059</c:v>
                </c:pt>
                <c:pt idx="292">
                  <c:v>0.228669671749</c:v>
                </c:pt>
                <c:pt idx="293">
                  <c:v>0.230773198121</c:v>
                </c:pt>
                <c:pt idx="294">
                  <c:v>0.232896906435</c:v>
                </c:pt>
                <c:pt idx="295">
                  <c:v>0.235040812844</c:v>
                </c:pt>
                <c:pt idx="296">
                  <c:v>0.237204924014</c:v>
                </c:pt>
                <c:pt idx="297">
                  <c:v>0.239389236745</c:v>
                </c:pt>
                <c:pt idx="298">
                  <c:v>0.241593737585</c:v>
                </c:pt>
                <c:pt idx="299">
                  <c:v>0.243818402448</c:v>
                </c:pt>
                <c:pt idx="300">
                  <c:v>0.246063196219</c:v>
                </c:pt>
                <c:pt idx="301">
                  <c:v>0.248328072367</c:v>
                </c:pt>
                <c:pt idx="302">
                  <c:v>0.25061297255</c:v>
                </c:pt>
                <c:pt idx="303">
                  <c:v>0.252917826224</c:v>
                </c:pt>
                <c:pt idx="304">
                  <c:v>0.255242550252</c:v>
                </c:pt>
                <c:pt idx="305">
                  <c:v>0.257587048514</c:v>
                </c:pt>
                <c:pt idx="306">
                  <c:v>0.259951211517</c:v>
                </c:pt>
                <c:pt idx="307">
                  <c:v>0.262334916015</c:v>
                </c:pt>
                <c:pt idx="308">
                  <c:v>0.264738024629</c:v>
                </c:pt>
                <c:pt idx="309">
                  <c:v>0.26716038547</c:v>
                </c:pt>
                <c:pt idx="310">
                  <c:v>0.269601831778</c:v>
                </c:pt>
                <c:pt idx="311">
                  <c:v>0.27206218156</c:v>
                </c:pt>
                <c:pt idx="312">
                  <c:v>0.274541237241</c:v>
                </c:pt>
                <c:pt idx="313">
                  <c:v>0.277038785326</c:v>
                </c:pt>
                <c:pt idx="314">
                  <c:v>0.279554596074</c:v>
                </c:pt>
                <c:pt idx="315">
                  <c:v>0.282088423183</c:v>
                </c:pt>
                <c:pt idx="316">
                  <c:v>0.284640003493</c:v>
                </c:pt>
                <c:pt idx="317">
                  <c:v>0.2872090567</c:v>
                </c:pt>
                <c:pt idx="318">
                  <c:v>0.289795285094</c:v>
                </c:pt>
                <c:pt idx="319">
                  <c:v>0.292398373308</c:v>
                </c:pt>
                <c:pt idx="320">
                  <c:v>0.295017988094</c:v>
                </c:pt>
                <c:pt idx="321">
                  <c:v>0.297653778117</c:v>
                </c:pt>
                <c:pt idx="322">
                  <c:v>0.300305373774</c:v>
                </c:pt>
                <c:pt idx="323">
                  <c:v>0.302972387031</c:v>
                </c:pt>
                <c:pt idx="324">
                  <c:v>0.3056544113</c:v>
                </c:pt>
                <c:pt idx="325">
                  <c:v>0.308351021326</c:v>
                </c:pt>
                <c:pt idx="326">
                  <c:v>0.311061773114</c:v>
                </c:pt>
                <c:pt idx="327">
                  <c:v>0.313786203886</c:v>
                </c:pt>
                <c:pt idx="328">
                  <c:v>0.316523832058</c:v>
                </c:pt>
                <c:pt idx="329">
                  <c:v>0.319274157263</c:v>
                </c:pt>
                <c:pt idx="330">
                  <c:v>0.3220366604</c:v>
                </c:pt>
                <c:pt idx="331">
                  <c:v>0.32481080372</c:v>
                </c:pt>
                <c:pt idx="332">
                  <c:v>0.327596030943</c:v>
                </c:pt>
                <c:pt idx="333">
                  <c:v>0.330391767419</c:v>
                </c:pt>
                <c:pt idx="334">
                  <c:v>0.333197420318</c:v>
                </c:pt>
                <c:pt idx="335">
                  <c:v>0.336012378868</c:v>
                </c:pt>
                <c:pt idx="336">
                  <c:v>0.338836014621</c:v>
                </c:pt>
                <c:pt idx="337">
                  <c:v>0.341667681763</c:v>
                </c:pt>
                <c:pt idx="338">
                  <c:v>0.344506717469</c:v>
                </c:pt>
                <c:pt idx="339">
                  <c:v>0.347352442287</c:v>
                </c:pt>
                <c:pt idx="340">
                  <c:v>0.350204160568</c:v>
                </c:pt>
                <c:pt idx="341">
                  <c:v>0.35306116094</c:v>
                </c:pt>
                <c:pt idx="342">
                  <c:v>0.355922716812</c:v>
                </c:pt>
                <c:pt idx="343">
                  <c:v>0.358788086927</c:v>
                </c:pt>
                <c:pt idx="344">
                  <c:v>0.361656515947</c:v>
                </c:pt>
                <c:pt idx="345">
                  <c:v>0.364527235086</c:v>
                </c:pt>
                <c:pt idx="346">
                  <c:v>0.367399462767</c:v>
                </c:pt>
                <c:pt idx="347">
                  <c:v>0.370272405332</c:v>
                </c:pt>
                <c:pt idx="348">
                  <c:v>0.373145257777</c:v>
                </c:pt>
                <c:pt idx="349">
                  <c:v>0.376017204524</c:v>
                </c:pt>
                <c:pt idx="350">
                  <c:v>0.378887420234</c:v>
                </c:pt>
                <c:pt idx="351">
                  <c:v>0.381755070643</c:v>
                </c:pt>
                <c:pt idx="352">
                  <c:v>0.384619313434</c:v>
                </c:pt>
                <c:pt idx="353">
                  <c:v>0.387479299137</c:v>
                </c:pt>
                <c:pt idx="354">
                  <c:v>0.390334172058</c:v>
                </c:pt>
                <c:pt idx="355">
                  <c:v>0.393183071231</c:v>
                </c:pt>
                <c:pt idx="356">
                  <c:v>0.396025131394</c:v>
                </c:pt>
                <c:pt idx="357">
                  <c:v>0.398859483986</c:v>
                </c:pt>
                <c:pt idx="358">
                  <c:v>0.401685258167</c:v>
                </c:pt>
                <c:pt idx="359">
                  <c:v>0.404501581847</c:v>
                </c:pt>
                <c:pt idx="360">
                  <c:v>0.407307582736</c:v>
                </c:pt>
                <c:pt idx="361">
                  <c:v>0.410102389399</c:v>
                </c:pt>
                <c:pt idx="362">
                  <c:v>0.412885132328</c:v>
                </c:pt>
                <c:pt idx="363">
                  <c:v>0.415654945013</c:v>
                </c:pt>
                <c:pt idx="364">
                  <c:v>0.418410965018</c:v>
                </c:pt>
                <c:pt idx="365">
                  <c:v>0.42115233506</c:v>
                </c:pt>
                <c:pt idx="366">
                  <c:v>0.423878204086</c:v>
                </c:pt>
                <c:pt idx="367">
                  <c:v>0.426587728336</c:v>
                </c:pt>
                <c:pt idx="368">
                  <c:v>0.429280072414</c:v>
                </c:pt>
                <c:pt idx="369">
                  <c:v>0.431954410334</c:v>
                </c:pt>
                <c:pt idx="370">
                  <c:v>0.434609926556</c:v>
                </c:pt>
                <c:pt idx="371">
                  <c:v>0.437245817011</c:v>
                </c:pt>
                <c:pt idx="372">
                  <c:v>0.439861290099</c:v>
                </c:pt>
                <c:pt idx="373">
                  <c:v>0.442455567668</c:v>
                </c:pt>
                <c:pt idx="374">
                  <c:v>0.445027885969</c:v>
                </c:pt>
                <c:pt idx="375">
                  <c:v>0.447577496581</c:v>
                </c:pt>
                <c:pt idx="376">
                  <c:v>0.450103667307</c:v>
                </c:pt>
                <c:pt idx="377">
                  <c:v>0.452605683038</c:v>
                </c:pt>
                <c:pt idx="378">
                  <c:v>0.455082846578</c:v>
                </c:pt>
                <c:pt idx="379">
                  <c:v>0.457534479436</c:v>
                </c:pt>
                <c:pt idx="380">
                  <c:v>0.459959922575</c:v>
                </c:pt>
                <c:pt idx="381">
                  <c:v>0.462358537118</c:v>
                </c:pt>
                <c:pt idx="382">
                  <c:v>0.464729705017</c:v>
                </c:pt>
                <c:pt idx="383">
                  <c:v>0.467072829665</c:v>
                </c:pt>
                <c:pt idx="384">
                  <c:v>0.469387336469</c:v>
                </c:pt>
                <c:pt idx="385">
                  <c:v>0.471672673371</c:v>
                </c:pt>
                <c:pt idx="386">
                  <c:v>0.473928311317</c:v>
                </c:pt>
                <c:pt idx="387">
                  <c:v>0.476153744677</c:v>
                </c:pt>
                <c:pt idx="388">
                  <c:v>0.478348491609</c:v>
                </c:pt>
                <c:pt idx="389">
                  <c:v>0.48051209437</c:v>
                </c:pt>
                <c:pt idx="390">
                  <c:v>0.482644119574</c:v>
                </c:pt>
                <c:pt idx="391">
                  <c:v>0.484744158391</c:v>
                </c:pt>
                <c:pt idx="392">
                  <c:v>0.486811826693</c:v>
                </c:pt>
                <c:pt idx="393">
                  <c:v>0.488846765143</c:v>
                </c:pt>
                <c:pt idx="394">
                  <c:v>0.490848639228</c:v>
                </c:pt>
                <c:pt idx="395">
                  <c:v>0.492817139238</c:v>
                </c:pt>
                <c:pt idx="396">
                  <c:v>0.494751980182</c:v>
                </c:pt>
                <c:pt idx="397">
                  <c:v>0.496652901661</c:v>
                </c:pt>
                <c:pt idx="398">
                  <c:v>0.498519667671</c:v>
                </c:pt>
                <c:pt idx="399">
                  <c:v>0.50035206637</c:v>
                </c:pt>
                <c:pt idx="400">
                  <c:v>0.502149909773</c:v>
                </c:pt>
                <c:pt idx="401">
                  <c:v>0.503913033415</c:v>
                </c:pt>
                <c:pt idx="402">
                  <c:v>0.505641295945</c:v>
                </c:pt>
                <c:pt idx="403">
                  <c:v>0.507334578687</c:v>
                </c:pt>
                <c:pt idx="404">
                  <c:v>0.508992785143</c:v>
                </c:pt>
                <c:pt idx="405">
                  <c:v>0.510615840455</c:v>
                </c:pt>
                <c:pt idx="406">
                  <c:v>0.512203690826</c:v>
                </c:pt>
                <c:pt idx="407">
                  <c:v>0.513756302894</c:v>
                </c:pt>
                <c:pt idx="408">
                  <c:v>0.515273663073</c:v>
                </c:pt>
                <c:pt idx="409">
                  <c:v>0.516755776848</c:v>
                </c:pt>
                <c:pt idx="410">
                  <c:v>0.51820266805</c:v>
                </c:pt>
                <c:pt idx="411">
                  <c:v>0.519614378082</c:v>
                </c:pt>
                <c:pt idx="412">
                  <c:v>0.520990965132</c:v>
                </c:pt>
                <c:pt idx="413">
                  <c:v>0.522332503346</c:v>
                </c:pt>
                <c:pt idx="414">
                  <c:v>0.523639081983</c:v>
                </c:pt>
                <c:pt idx="415">
                  <c:v>0.524910804553</c:v>
                </c:pt>
                <c:pt idx="416">
                  <c:v>0.526147787926</c:v>
                </c:pt>
                <c:pt idx="417">
                  <c:v>0.527350161436</c:v>
                </c:pt>
                <c:pt idx="418">
                  <c:v>0.528518065964</c:v>
                </c:pt>
                <c:pt idx="419">
                  <c:v>0.529651653018</c:v>
                </c:pt>
                <c:pt idx="420">
                  <c:v>0.530751083799</c:v>
                </c:pt>
                <c:pt idx="421">
                  <c:v>0.531816528272</c:v>
                </c:pt>
                <c:pt idx="422">
                  <c:v>0.532848164223</c:v>
                </c:pt>
                <c:pt idx="423">
                  <c:v>0.533846176331</c:v>
                </c:pt>
                <c:pt idx="424">
                  <c:v>0.534810755233</c:v>
                </c:pt>
                <c:pt idx="425">
                  <c:v>0.535742096602</c:v>
                </c:pt>
                <c:pt idx="426">
                  <c:v>0.536640400229</c:v>
                </c:pt>
                <c:pt idx="427">
                  <c:v>0.537505869126</c:v>
                </c:pt>
                <c:pt idx="428">
                  <c:v>0.538338708629</c:v>
                </c:pt>
                <c:pt idx="429">
                  <c:v>0.539139125533</c:v>
                </c:pt>
                <c:pt idx="430">
                  <c:v>0.539907327229</c:v>
                </c:pt>
                <c:pt idx="431">
                  <c:v>0.540643520877</c:v>
                </c:pt>
                <c:pt idx="432">
                  <c:v>0.541347912591</c:v>
                </c:pt>
                <c:pt idx="433">
                  <c:v>0.542020706654</c:v>
                </c:pt>
                <c:pt idx="434">
                  <c:v>0.542662104753</c:v>
                </c:pt>
                <c:pt idx="435">
                  <c:v>0.543272305248</c:v>
                </c:pt>
                <c:pt idx="436">
                  <c:v>0.54385150247</c:v>
                </c:pt>
                <c:pt idx="437">
                  <c:v>0.54439988604</c:v>
                </c:pt>
                <c:pt idx="438">
                  <c:v>0.544917640234</c:v>
                </c:pt>
                <c:pt idx="439">
                  <c:v>0.545404943365</c:v>
                </c:pt>
                <c:pt idx="440">
                  <c:v>0.545861967213</c:v>
                </c:pt>
                <c:pt idx="441">
                  <c:v>0.54628887648</c:v>
                </c:pt>
                <c:pt idx="442">
                  <c:v>0.546685828283</c:v>
                </c:pt>
                <c:pt idx="443">
                  <c:v>0.547052971684</c:v>
                </c:pt>
                <c:pt idx="444">
                  <c:v>0.54739044725</c:v>
                </c:pt>
                <c:pt idx="445">
                  <c:v>0.54769838666</c:v>
                </c:pt>
                <c:pt idx="446">
                  <c:v>0.547976912341</c:v>
                </c:pt>
                <c:pt idx="447">
                  <c:v>0.548226137138</c:v>
                </c:pt>
                <c:pt idx="448">
                  <c:v>0.548446164033</c:v>
                </c:pt>
                <c:pt idx="449">
                  <c:v>0.548637085887</c:v>
                </c:pt>
                <c:pt idx="450">
                  <c:v>0.548798985227</c:v>
                </c:pt>
                <c:pt idx="451">
                  <c:v>0.54893193407</c:v>
                </c:pt>
                <c:pt idx="452">
                  <c:v>0.549035993778</c:v>
                </c:pt>
                <c:pt idx="453">
                  <c:v>0.54911121495</c:v>
                </c:pt>
                <c:pt idx="454">
                  <c:v>0.549157637357</c:v>
                </c:pt>
                <c:pt idx="455">
                  <c:v>0.549175289901</c:v>
                </c:pt>
                <c:pt idx="456">
                  <c:v>0.549164190616</c:v>
                </c:pt>
                <c:pt idx="457">
                  <c:v>0.5491243467</c:v>
                </c:pt>
                <c:pt idx="458">
                  <c:v>0.549055754584</c:v>
                </c:pt>
                <c:pt idx="459">
                  <c:v>0.548958400029</c:v>
                </c:pt>
                <c:pt idx="460">
                  <c:v>0.548832258258</c:v>
                </c:pt>
                <c:pt idx="461">
                  <c:v>0.548677294118</c:v>
                </c:pt>
                <c:pt idx="462">
                  <c:v>0.548493462279</c:v>
                </c:pt>
                <c:pt idx="463">
                  <c:v>0.548280707453</c:v>
                </c:pt>
                <c:pt idx="464">
                  <c:v>0.54803896465</c:v>
                </c:pt>
                <c:pt idx="465">
                  <c:v>0.547768159461</c:v>
                </c:pt>
                <c:pt idx="466">
                  <c:v>0.54746820837</c:v>
                </c:pt>
                <c:pt idx="467">
                  <c:v>0.547139019091</c:v>
                </c:pt>
                <c:pt idx="468">
                  <c:v>0.546780490933</c:v>
                </c:pt>
                <c:pt idx="469">
                  <c:v>0.546392515192</c:v>
                </c:pt>
                <c:pt idx="470">
                  <c:v>0.545974975566</c:v>
                </c:pt>
                <c:pt idx="471">
                  <c:v>0.545527748598</c:v>
                </c:pt>
                <c:pt idx="472">
                  <c:v>0.545050704138</c:v>
                </c:pt>
                <c:pt idx="473">
                  <c:v>0.544543705832</c:v>
                </c:pt>
                <c:pt idx="474">
                  <c:v>0.54400661163</c:v>
                </c:pt>
                <c:pt idx="475">
                  <c:v>0.54343927432</c:v>
                </c:pt>
                <c:pt idx="476">
                  <c:v>0.542841542076</c:v>
                </c:pt>
                <c:pt idx="477">
                  <c:v>0.542213259034</c:v>
                </c:pt>
                <c:pt idx="478">
                  <c:v>0.541554265877</c:v>
                </c:pt>
                <c:pt idx="479">
                  <c:v>0.540864400451</c:v>
                </c:pt>
                <c:pt idx="480">
                  <c:v>0.540143498386</c:v>
                </c:pt>
                <c:pt idx="481">
                  <c:v>0.539391393739</c:v>
                </c:pt>
                <c:pt idx="482">
                  <c:v>0.538607919657</c:v>
                </c:pt>
                <c:pt idx="483">
                  <c:v>0.537792909046</c:v>
                </c:pt>
                <c:pt idx="484">
                  <c:v>0.536946195259</c:v>
                </c:pt>
                <c:pt idx="485">
                  <c:v>0.536067612797</c:v>
                </c:pt>
                <c:pt idx="486">
                  <c:v>0.535156998019</c:v>
                </c:pt>
                <c:pt idx="487">
                  <c:v>0.534214189864</c:v>
                </c:pt>
                <c:pt idx="488">
                  <c:v>0.533239030586</c:v>
                </c:pt>
                <c:pt idx="489">
                  <c:v>0.532231366488</c:v>
                </c:pt>
                <c:pt idx="490">
                  <c:v>0.531191048673</c:v>
                </c:pt>
                <c:pt idx="491">
                  <c:v>0.530117933798</c:v>
                </c:pt>
                <c:pt idx="492">
                  <c:v>0.529011884826</c:v>
                </c:pt>
                <c:pt idx="493">
                  <c:v>0.527872771793</c:v>
                </c:pt>
                <c:pt idx="494">
                  <c:v>0.526700472564</c:v>
                </c:pt>
                <c:pt idx="495">
                  <c:v>0.525494873599</c:v>
                </c:pt>
                <c:pt idx="496">
                  <c:v>0.524255870713</c:v>
                </c:pt>
                <c:pt idx="497">
                  <c:v>0.522983369831</c:v>
                </c:pt>
                <c:pt idx="498">
                  <c:v>0.521677287743</c:v>
                </c:pt>
                <c:pt idx="499">
                  <c:v>0.520337552851</c:v>
                </c:pt>
                <c:pt idx="500">
                  <c:v>0.518964105902</c:v>
                </c:pt>
                <c:pt idx="501">
                  <c:v>0.517556900723</c:v>
                </c:pt>
                <c:pt idx="502">
                  <c:v>0.516115904928</c:v>
                </c:pt>
                <c:pt idx="503">
                  <c:v>0.514641100624</c:v>
                </c:pt>
                <c:pt idx="504">
                  <c:v>0.513132485095</c:v>
                </c:pt>
                <c:pt idx="505">
                  <c:v>0.51159007147</c:v>
                </c:pt>
                <c:pt idx="506">
                  <c:v>0.510013889368</c:v>
                </c:pt>
                <c:pt idx="507">
                  <c:v>0.508403985521</c:v>
                </c:pt>
                <c:pt idx="508">
                  <c:v>0.506760424377</c:v>
                </c:pt>
                <c:pt idx="509">
                  <c:v>0.505083288672</c:v>
                </c:pt>
                <c:pt idx="510">
                  <c:v>0.503372679975</c:v>
                </c:pt>
                <c:pt idx="511">
                  <c:v>0.501628719202</c:v>
                </c:pt>
                <c:pt idx="512">
                  <c:v>0.499851547096</c:v>
                </c:pt>
                <c:pt idx="513">
                  <c:v>0.498041324678</c:v>
                </c:pt>
                <c:pt idx="514">
                  <c:v>0.496198233651</c:v>
                </c:pt>
                <c:pt idx="515">
                  <c:v>0.494322476777</c:v>
                </c:pt>
                <c:pt idx="516">
                  <c:v>0.492414278204</c:v>
                </c:pt>
                <c:pt idx="517">
                  <c:v>0.490473883756</c:v>
                </c:pt>
                <c:pt idx="518">
                  <c:v>0.488501561181</c:v>
                </c:pt>
                <c:pt idx="519">
                  <c:v>0.486497600344</c:v>
                </c:pt>
                <c:pt idx="520">
                  <c:v>0.484462313385</c:v>
                </c:pt>
                <c:pt idx="521">
                  <c:v>0.482396034823</c:v>
                </c:pt>
                <c:pt idx="522">
                  <c:v>0.480299121609</c:v>
                </c:pt>
                <c:pt idx="523">
                  <c:v>0.478171953135</c:v>
                </c:pt>
                <c:pt idx="524">
                  <c:v>0.476014931185</c:v>
                </c:pt>
                <c:pt idx="525">
                  <c:v>0.473828479838</c:v>
                </c:pt>
                <c:pt idx="526">
                  <c:v>0.471613045323</c:v>
                </c:pt>
                <c:pt idx="527">
                  <c:v>0.469369095809</c:v>
                </c:pt>
                <c:pt idx="528">
                  <c:v>0.46709712116</c:v>
                </c:pt>
                <c:pt idx="529">
                  <c:v>0.464797632623</c:v>
                </c:pt>
                <c:pt idx="530">
                  <c:v>0.462471162471</c:v>
                </c:pt>
                <c:pt idx="531">
                  <c:v>0.460118263594</c:v>
                </c:pt>
                <c:pt idx="532">
                  <c:v>0.45773950904</c:v>
                </c:pt>
                <c:pt idx="533">
                  <c:v>0.455335491504</c:v>
                </c:pt>
                <c:pt idx="534">
                  <c:v>0.452906822771</c:v>
                </c:pt>
                <c:pt idx="535">
                  <c:v>0.450454133115</c:v>
                </c:pt>
                <c:pt idx="536">
                  <c:v>0.447978070642</c:v>
                </c:pt>
                <c:pt idx="537">
                  <c:v>0.445479300607</c:v>
                </c:pt>
                <c:pt idx="538">
                  <c:v>0.44295850467</c:v>
                </c:pt>
                <c:pt idx="539">
                  <c:v>0.440416380133</c:v>
                </c:pt>
                <c:pt idx="540">
                  <c:v>0.437853639122</c:v>
                </c:pt>
                <c:pt idx="541">
                  <c:v>0.435271007748</c:v>
                </c:pt>
                <c:pt idx="542">
                  <c:v>0.43266922523</c:v>
                </c:pt>
                <c:pt idx="543">
                  <c:v>0.43004904299</c:v>
                </c:pt>
                <c:pt idx="544">
                  <c:v>0.427411223729</c:v>
                </c:pt>
                <c:pt idx="545">
                  <c:v>0.424756540467</c:v>
                </c:pt>
                <c:pt idx="546">
                  <c:v>0.422085775577</c:v>
                </c:pt>
                <c:pt idx="547">
                  <c:v>0.419399719793</c:v>
                </c:pt>
                <c:pt idx="548">
                  <c:v>0.416699171212</c:v>
                </c:pt>
                <c:pt idx="549">
                  <c:v>0.41398493428</c:v>
                </c:pt>
                <c:pt idx="550">
                  <c:v>0.411257818775</c:v>
                </c:pt>
                <c:pt idx="551">
                  <c:v>0.408518638786</c:v>
                </c:pt>
                <c:pt idx="552">
                  <c:v>0.405768211687</c:v>
                </c:pt>
                <c:pt idx="553">
                  <c:v>0.403007357124</c:v>
                </c:pt>
                <c:pt idx="554">
                  <c:v>0.400236895996</c:v>
                </c:pt>
                <c:pt idx="555">
                  <c:v>0.397457649455</c:v>
                </c:pt>
                <c:pt idx="556">
                  <c:v>0.394670437907</c:v>
                </c:pt>
                <c:pt idx="557">
                  <c:v>0.391876080041</c:v>
                </c:pt>
                <c:pt idx="558">
                  <c:v>0.389075391863</c:v>
                </c:pt>
                <c:pt idx="559">
                  <c:v>0.386269185757</c:v>
                </c:pt>
                <c:pt idx="560">
                  <c:v>0.383458269562</c:v>
                </c:pt>
                <c:pt idx="561">
                  <c:v>0.380643445681</c:v>
                </c:pt>
                <c:pt idx="562">
                  <c:v>0.377825510212</c:v>
                </c:pt>
                <c:pt idx="563">
                  <c:v>0.375005252104</c:v>
                </c:pt>
                <c:pt idx="564">
                  <c:v>0.372183452348</c:v>
                </c:pt>
                <c:pt idx="565">
                  <c:v>0.369360883202</c:v>
                </c:pt>
                <c:pt idx="566">
                  <c:v>0.366538307436</c:v>
                </c:pt>
                <c:pt idx="567">
                  <c:v>0.363716477629</c:v>
                </c:pt>
                <c:pt idx="568">
                  <c:v>0.360896135485</c:v>
                </c:pt>
                <c:pt idx="569">
                  <c:v>0.358078011195</c:v>
                </c:pt>
                <c:pt idx="570">
                  <c:v>0.355262822828</c:v>
                </c:pt>
                <c:pt idx="571">
                  <c:v>0.35245127577</c:v>
                </c:pt>
                <c:pt idx="572">
                  <c:v>0.349644062184</c:v>
                </c:pt>
                <c:pt idx="573">
                  <c:v>0.346841860526</c:v>
                </c:pt>
                <c:pt idx="574">
                  <c:v>0.344045335082</c:v>
                </c:pt>
                <c:pt idx="575">
                  <c:v>0.34125513555</c:v>
                </c:pt>
                <c:pt idx="576">
                  <c:v>0.338471896663</c:v>
                </c:pt>
                <c:pt idx="577">
                  <c:v>0.33569623784</c:v>
                </c:pt>
                <c:pt idx="578">
                  <c:v>0.332928762878</c:v>
                </c:pt>
                <c:pt idx="579">
                  <c:v>0.33017005968</c:v>
                </c:pt>
                <c:pt idx="580">
                  <c:v>0.327420700014</c:v>
                </c:pt>
                <c:pt idx="581">
                  <c:v>0.324681239313</c:v>
                </c:pt>
                <c:pt idx="582">
                  <c:v>0.321952216501</c:v>
                </c:pt>
                <c:pt idx="583">
                  <c:v>0.319234153851</c:v>
                </c:pt>
                <c:pt idx="584">
                  <c:v>0.316527556886</c:v>
                </c:pt>
                <c:pt idx="585">
                  <c:v>0.313832914293</c:v>
                </c:pt>
                <c:pt idx="586">
                  <c:v>0.311150697882</c:v>
                </c:pt>
                <c:pt idx="587">
                  <c:v>0.308481362558</c:v>
                </c:pt>
                <c:pt idx="588">
                  <c:v>0.305825346335</c:v>
                </c:pt>
                <c:pt idx="589">
                  <c:v>0.303183070364</c:v>
                </c:pt>
                <c:pt idx="590">
                  <c:v>0.300554938992</c:v>
                </c:pt>
                <c:pt idx="591">
                  <c:v>0.297941339839</c:v>
                </c:pt>
                <c:pt idx="592">
                  <c:v>0.295342643904</c:v>
                </c:pt>
                <c:pt idx="593">
                  <c:v>0.292759205686</c:v>
                </c:pt>
                <c:pt idx="594">
                  <c:v>0.290191363326</c:v>
                </c:pt>
                <c:pt idx="595">
                  <c:v>0.28763943877</c:v>
                </c:pt>
                <c:pt idx="596">
                  <c:v>0.285103737945</c:v>
                </c:pt>
                <c:pt idx="597">
                  <c:v>0.282584550959</c:v>
                </c:pt>
                <c:pt idx="598">
                  <c:v>0.280082152305</c:v>
                </c:pt>
                <c:pt idx="599">
                  <c:v>0.277596801087</c:v>
                </c:pt>
                <c:pt idx="600">
                  <c:v>0.27512874126</c:v>
                </c:pt>
                <c:pt idx="601">
                  <c:v>0.272678201874</c:v>
                </c:pt>
                <c:pt idx="602">
                  <c:v>0.270245397337</c:v>
                </c:pt>
                <c:pt idx="603">
                  <c:v>0.267830527683</c:v>
                </c:pt>
                <c:pt idx="604">
                  <c:v>0.26543377885</c:v>
                </c:pt>
                <c:pt idx="605">
                  <c:v>0.263055322969</c:v>
                </c:pt>
                <c:pt idx="606">
                  <c:v>0.260695318655</c:v>
                </c:pt>
                <c:pt idx="607">
                  <c:v>0.258353911309</c:v>
                </c:pt>
                <c:pt idx="608">
                  <c:v>0.256031233422</c:v>
                </c:pt>
                <c:pt idx="609">
                  <c:v>0.253727404886</c:v>
                </c:pt>
                <c:pt idx="610">
                  <c:v>0.251442533307</c:v>
                </c:pt>
                <c:pt idx="611">
                  <c:v>0.249176714322</c:v>
                </c:pt>
                <c:pt idx="612">
                  <c:v>0.246930031923</c:v>
                </c:pt>
                <c:pt idx="613">
                  <c:v>0.244702558774</c:v>
                </c:pt>
                <c:pt idx="614">
                  <c:v>0.242494356532</c:v>
                </c:pt>
                <c:pt idx="615">
                  <c:v>0.240305476179</c:v>
                </c:pt>
                <c:pt idx="616">
                  <c:v>0.238135958336</c:v>
                </c:pt>
                <c:pt idx="617">
                  <c:v>0.235985833594</c:v>
                </c:pt>
                <c:pt idx="618">
                  <c:v>0.233855122829</c:v>
                </c:pt>
                <c:pt idx="619">
                  <c:v>0.23174383753</c:v>
                </c:pt>
                <c:pt idx="620">
                  <c:v>0.22965198011</c:v>
                </c:pt>
                <c:pt idx="621">
                  <c:v>0.227579544229</c:v>
                </c:pt>
                <c:pt idx="622">
                  <c:v>0.225526515105</c:v>
                </c:pt>
                <c:pt idx="623">
                  <c:v>0.223492869825</c:v>
                </c:pt>
                <c:pt idx="624">
                  <c:v>0.22147857765</c:v>
                </c:pt>
                <c:pt idx="625">
                  <c:v>0.219483600323</c:v>
                </c:pt>
                <c:pt idx="626">
                  <c:v>0.217507892364</c:v>
                </c:pt>
                <c:pt idx="627">
                  <c:v>0.215551401368</c:v>
                </c:pt>
                <c:pt idx="628">
                  <c:v>0.213614068293</c:v>
                </c:pt>
                <c:pt idx="629">
                  <c:v>0.211695827749</c:v>
                </c:pt>
                <c:pt idx="630">
                  <c:v>0.209796608273</c:v>
                </c:pt>
                <c:pt idx="631">
                  <c:v>0.207916332611</c:v>
                </c:pt>
                <c:pt idx="632">
                  <c:v>0.206054917983</c:v>
                </c:pt>
                <c:pt idx="633">
                  <c:v>0.204212276351</c:v>
                </c:pt>
                <c:pt idx="634">
                  <c:v>0.202388314675</c:v>
                </c:pt>
                <c:pt idx="635">
                  <c:v>0.200582935166</c:v>
                </c:pt>
                <c:pt idx="636">
                  <c:v>0.198796035535</c:v>
                </c:pt>
                <c:pt idx="637">
                  <c:v>0.197027509235</c:v>
                </c:pt>
                <c:pt idx="638">
                  <c:v>0.195277245692</c:v>
                </c:pt>
                <c:pt idx="639">
                  <c:v>0.193545130538</c:v>
                </c:pt>
                <c:pt idx="640">
                  <c:v>0.191831045832</c:v>
                </c:pt>
                <c:pt idx="641">
                  <c:v>0.190134870278</c:v>
                </c:pt>
                <c:pt idx="642">
                  <c:v>0.188456479435</c:v>
                </c:pt>
                <c:pt idx="643">
                  <c:v>0.186795745921</c:v>
                </c:pt>
                <c:pt idx="644">
                  <c:v>0.185152539611</c:v>
                </c:pt>
                <c:pt idx="645">
                  <c:v>0.183526727833</c:v>
                </c:pt>
                <c:pt idx="646">
                  <c:v>0.181918175549</c:v>
                </c:pt>
                <c:pt idx="647">
                  <c:v>0.18032674554</c:v>
                </c:pt>
                <c:pt idx="648">
                  <c:v>0.178752298577</c:v>
                </c:pt>
                <c:pt idx="649">
                  <c:v>0.177194693589</c:v>
                </c:pt>
                <c:pt idx="650">
                  <c:v>0.175653787828</c:v>
                </c:pt>
                <c:pt idx="651">
                  <c:v>0.174129437026</c:v>
                </c:pt>
                <c:pt idx="652">
                  <c:v>0.172621495543</c:v>
                </c:pt>
                <c:pt idx="653">
                  <c:v>0.171129816512</c:v>
                </c:pt>
                <c:pt idx="654">
                  <c:v>0.169654251986</c:v>
                </c:pt>
                <c:pt idx="655">
                  <c:v>0.168194653062</c:v>
                </c:pt>
                <c:pt idx="656">
                  <c:v>0.166750870019</c:v>
                </c:pt>
                <c:pt idx="657">
                  <c:v>0.165322752437</c:v>
                </c:pt>
                <c:pt idx="658">
                  <c:v>0.163910149319</c:v>
                </c:pt>
                <c:pt idx="659">
                  <c:v>0.162512909201</c:v>
                </c:pt>
                <c:pt idx="660">
                  <c:v>0.161130880266</c:v>
                </c:pt>
                <c:pt idx="661">
                  <c:v>0.159763910443</c:v>
                </c:pt>
                <c:pt idx="662">
                  <c:v>0.158411847511</c:v>
                </c:pt>
                <c:pt idx="663">
                  <c:v>0.157074539192</c:v>
                </c:pt>
                <c:pt idx="664">
                  <c:v>0.155751833241</c:v>
                </c:pt>
                <c:pt idx="665">
                  <c:v>0.154443577534</c:v>
                </c:pt>
                <c:pt idx="666">
                  <c:v>0.153149620151</c:v>
                </c:pt>
                <c:pt idx="667">
                  <c:v>0.151869809452</c:v>
                </c:pt>
                <c:pt idx="668">
                  <c:v>0.15060399415</c:v>
                </c:pt>
                <c:pt idx="669">
                  <c:v>0.149352023386</c:v>
                </c:pt>
                <c:pt idx="670">
                  <c:v>0.148113746792</c:v>
                </c:pt>
                <c:pt idx="671">
                  <c:v>0.146889014558</c:v>
                </c:pt>
                <c:pt idx="672">
                  <c:v>0.145677677486</c:v>
                </c:pt>
                <c:pt idx="673">
                  <c:v>0.144479587052</c:v>
                </c:pt>
                <c:pt idx="674">
                  <c:v>0.143294595454</c:v>
                </c:pt>
                <c:pt idx="675">
                  <c:v>0.142122555669</c:v>
                </c:pt>
                <c:pt idx="676">
                  <c:v>0.140963321492</c:v>
                </c:pt>
                <c:pt idx="677">
                  <c:v>0.139816747587</c:v>
                </c:pt>
                <c:pt idx="678">
                  <c:v>0.138682689523</c:v>
                </c:pt>
                <c:pt idx="679">
                  <c:v>0.137561003817</c:v>
                </c:pt>
                <c:pt idx="680">
                  <c:v>0.136451547968</c:v>
                </c:pt>
                <c:pt idx="681">
                  <c:v>0.135354180489</c:v>
                </c:pt>
                <c:pt idx="682">
                  <c:v>0.134268760942</c:v>
                </c:pt>
                <c:pt idx="683">
                  <c:v>0.133195149965</c:v>
                </c:pt>
                <c:pt idx="684">
                  <c:v>0.132133209296</c:v>
                </c:pt>
                <c:pt idx="685">
                  <c:v>0.131082801803</c:v>
                </c:pt>
                <c:pt idx="686">
                  <c:v>0.130043791504</c:v>
                </c:pt>
                <c:pt idx="687">
                  <c:v>0.129016043584</c:v>
                </c:pt>
                <c:pt idx="688">
                  <c:v>0.127999424421</c:v>
                </c:pt>
                <c:pt idx="689">
                  <c:v>0.126993801598</c:v>
                </c:pt>
                <c:pt idx="690">
                  <c:v>0.125999043919</c:v>
                </c:pt>
                <c:pt idx="691">
                  <c:v>0.125015021423</c:v>
                </c:pt>
                <c:pt idx="692">
                  <c:v>0.124041605398</c:v>
                </c:pt>
                <c:pt idx="693">
                  <c:v>0.123078668389</c:v>
                </c:pt>
                <c:pt idx="694">
                  <c:v>0.122126084209</c:v>
                </c:pt>
                <c:pt idx="695">
                  <c:v>0.121183727946</c:v>
                </c:pt>
                <c:pt idx="696">
                  <c:v>0.12025147597</c:v>
                </c:pt>
                <c:pt idx="697">
                  <c:v>0.119329205939</c:v>
                </c:pt>
                <c:pt idx="698">
                  <c:v>0.118416796802</c:v>
                </c:pt>
                <c:pt idx="699">
                  <c:v>0.117514128805</c:v>
                </c:pt>
                <c:pt idx="700">
                  <c:v>0.116621083488</c:v>
                </c:pt>
                <c:pt idx="701">
                  <c:v>0.115737543692</c:v>
                </c:pt>
                <c:pt idx="702">
                  <c:v>0.114863393556</c:v>
                </c:pt>
                <c:pt idx="703">
                  <c:v>0.113998518518</c:v>
                </c:pt>
                <c:pt idx="704">
                  <c:v>0.113142805311</c:v>
                </c:pt>
                <c:pt idx="705">
                  <c:v>0.112296141964</c:v>
                </c:pt>
                <c:pt idx="706">
                  <c:v>0.111458417797</c:v>
                </c:pt>
                <c:pt idx="707">
                  <c:v>0.110629523417</c:v>
                </c:pt>
                <c:pt idx="708">
                  <c:v>0.109809350717</c:v>
                </c:pt>
                <c:pt idx="709">
                  <c:v>0.108997792865</c:v>
                </c:pt>
                <c:pt idx="710">
                  <c:v>0.108194744307</c:v>
                </c:pt>
                <c:pt idx="711">
                  <c:v>0.10740010075</c:v>
                </c:pt>
                <c:pt idx="712">
                  <c:v>0.106613759167</c:v>
                </c:pt>
                <c:pt idx="713">
                  <c:v>0.105835617782</c:v>
                </c:pt>
                <c:pt idx="714">
                  <c:v>0.105065576064</c:v>
                </c:pt>
                <c:pt idx="715">
                  <c:v>0.104303534721</c:v>
                </c:pt>
                <c:pt idx="716">
                  <c:v>0.103549395693</c:v>
                </c:pt>
                <c:pt idx="717">
                  <c:v>0.102803062137</c:v>
                </c:pt>
                <c:pt idx="718">
                  <c:v>0.102064438425</c:v>
                </c:pt>
                <c:pt idx="719">
                  <c:v>0.101333430132</c:v>
                </c:pt>
                <c:pt idx="720">
                  <c:v>0.100609944023</c:v>
                </c:pt>
                <c:pt idx="721">
                  <c:v>0.0998938880504</c:v>
                </c:pt>
                <c:pt idx="722">
                  <c:v>0.0991851713376</c:v>
                </c:pt>
                <c:pt idx="723">
                  <c:v>0.0984837041719</c:v>
                </c:pt>
                <c:pt idx="724">
                  <c:v>0.097789397993</c:v>
                </c:pt>
                <c:pt idx="725">
                  <c:v>0.0971021653825</c:v>
                </c:pt>
                <c:pt idx="726">
                  <c:v>0.096421920053</c:v>
                </c:pt>
                <c:pt idx="727">
                  <c:v>0.0957485768375</c:v>
                </c:pt>
                <c:pt idx="728">
                  <c:v>0.0950820516778</c:v>
                </c:pt>
                <c:pt idx="729">
                  <c:v>0.0944222616135</c:v>
                </c:pt>
                <c:pt idx="730">
                  <c:v>0.0937691247709</c:v>
                </c:pt>
                <c:pt idx="731">
                  <c:v>0.0931225603513</c:v>
                </c:pt>
                <c:pt idx="732">
                  <c:v>0.0924824886198</c:v>
                </c:pt>
                <c:pt idx="733">
                  <c:v>0.0918488308934</c:v>
                </c:pt>
                <c:pt idx="734">
                  <c:v>0.09122150953</c:v>
                </c:pt>
                <c:pt idx="735">
                  <c:v>0.0906004479163</c:v>
                </c:pt>
                <c:pt idx="736">
                  <c:v>0.0899855704565</c:v>
                </c:pt>
                <c:pt idx="737">
                  <c:v>0.0893768025603</c:v>
                </c:pt>
                <c:pt idx="738">
                  <c:v>0.0887740706319</c:v>
                </c:pt>
                <c:pt idx="739">
                  <c:v>0.0881773020577</c:v>
                </c:pt>
                <c:pt idx="740">
                  <c:v>0.087586425195</c:v>
                </c:pt>
                <c:pt idx="741">
                  <c:v>0.0870013693605</c:v>
                </c:pt>
                <c:pt idx="742">
                  <c:v>0.0864220648183</c:v>
                </c:pt>
                <c:pt idx="743">
                  <c:v>0.0858484427689</c:v>
                </c:pt>
                <c:pt idx="744">
                  <c:v>0.0852804353373</c:v>
                </c:pt>
                <c:pt idx="745">
                  <c:v>0.084717975562</c:v>
                </c:pt>
                <c:pt idx="746">
                  <c:v>0.0841609973829</c:v>
                </c:pt>
                <c:pt idx="747">
                  <c:v>0.0836094356308</c:v>
                </c:pt>
                <c:pt idx="748">
                  <c:v>0.0830632260154</c:v>
                </c:pt>
                <c:pt idx="749">
                  <c:v>0.0825223051147</c:v>
                </c:pt>
                <c:pt idx="750">
                  <c:v>0.0819866103635</c:v>
                </c:pt>
                <c:pt idx="751">
                  <c:v>0.0814560800424</c:v>
                </c:pt>
                <c:pt idx="752">
                  <c:v>0.0809306532671</c:v>
                </c:pt>
                <c:pt idx="753">
                  <c:v>0.0804102699772</c:v>
                </c:pt>
                <c:pt idx="754">
                  <c:v>0.0798948709257</c:v>
                </c:pt>
                <c:pt idx="755">
                  <c:v>0.0793843976681</c:v>
                </c:pt>
                <c:pt idx="756">
                  <c:v>0.0788787925519</c:v>
                </c:pt>
                <c:pt idx="757">
                  <c:v>0.078377998706</c:v>
                </c:pt>
                <c:pt idx="758">
                  <c:v>0.0778819600305</c:v>
                </c:pt>
                <c:pt idx="759">
                  <c:v>0.0773906211865</c:v>
                </c:pt>
                <c:pt idx="760">
                  <c:v>0.0769039275853</c:v>
                </c:pt>
                <c:pt idx="761">
                  <c:v>0.0764218253791</c:v>
                </c:pt>
                <c:pt idx="762">
                  <c:v>0.0759442614506</c:v>
                </c:pt>
                <c:pt idx="763">
                  <c:v>0.075471183403</c:v>
                </c:pt>
                <c:pt idx="764">
                  <c:v>0.0750025395507</c:v>
                </c:pt>
                <c:pt idx="765">
                  <c:v>0.0745382789095</c:v>
                </c:pt>
                <c:pt idx="766">
                  <c:v>0.0740783511867</c:v>
                </c:pt>
                <c:pt idx="767">
                  <c:v>0.0736227067724</c:v>
                </c:pt>
                <c:pt idx="768">
                  <c:v>0.0731712967294</c:v>
                </c:pt>
                <c:pt idx="769">
                  <c:v>0.0727240727848</c:v>
                </c:pt>
                <c:pt idx="770">
                  <c:v>0.0722809873203</c:v>
                </c:pt>
                <c:pt idx="771">
                  <c:v>0.0718419933637</c:v>
                </c:pt>
                <c:pt idx="772">
                  <c:v>0.0714070445797</c:v>
                </c:pt>
                <c:pt idx="773">
                  <c:v>0.0709760952616</c:v>
                </c:pt>
                <c:pt idx="774">
                  <c:v>0.0705491003224</c:v>
                </c:pt>
                <c:pt idx="775">
                  <c:v>0.0701260152861</c:v>
                </c:pt>
                <c:pt idx="776">
                  <c:v>0.06970679628</c:v>
                </c:pt>
                <c:pt idx="777">
                  <c:v>0.0692914000259</c:v>
                </c:pt>
                <c:pt idx="778">
                  <c:v>0.0688797838321</c:v>
                </c:pt>
                <c:pt idx="779">
                  <c:v>0.0684719055852</c:v>
                </c:pt>
                <c:pt idx="780">
                  <c:v>0.0680677237426</c:v>
                </c:pt>
                <c:pt idx="781">
                  <c:v>0.0676671973242</c:v>
                </c:pt>
                <c:pt idx="782">
                  <c:v>0.0672702859051</c:v>
                </c:pt>
                <c:pt idx="783">
                  <c:v>0.0668769496078</c:v>
                </c:pt>
                <c:pt idx="784">
                  <c:v>0.0664871490945</c:v>
                </c:pt>
                <c:pt idx="785">
                  <c:v>0.0661008455601</c:v>
                </c:pt>
                <c:pt idx="786">
                  <c:v>0.0657180007248</c:v>
                </c:pt>
                <c:pt idx="787">
                  <c:v>0.0653385768267</c:v>
                </c:pt>
                <c:pt idx="788">
                  <c:v>0.064962536615</c:v>
                </c:pt>
                <c:pt idx="789">
                  <c:v>0.0645898433428</c:v>
                </c:pt>
                <c:pt idx="790">
                  <c:v>0.0642204607604</c:v>
                </c:pt>
                <c:pt idx="791">
                  <c:v>0.0638543531082</c:v>
                </c:pt>
                <c:pt idx="792">
                  <c:v>0.0634914851104</c:v>
                </c:pt>
                <c:pt idx="793">
                  <c:v>0.063131821968</c:v>
                </c:pt>
                <c:pt idx="794">
                  <c:v>0.0627753293526</c:v>
                </c:pt>
                <c:pt idx="795">
                  <c:v>0.0624219733997</c:v>
                </c:pt>
                <c:pt idx="796">
                  <c:v>0.0620717207026</c:v>
                </c:pt>
                <c:pt idx="797">
                  <c:v>0.0617245383059</c:v>
                </c:pt>
                <c:pt idx="798">
                  <c:v>0.0613803936994</c:v>
                </c:pt>
                <c:pt idx="799">
                  <c:v>0.0610392548121</c:v>
                </c:pt>
                <c:pt idx="800">
                  <c:v>0.060701090006</c:v>
                </c:pt>
                <c:pt idx="801">
                  <c:v>0.0603658680703</c:v>
                </c:pt>
                <c:pt idx="802">
                  <c:v>0.0600335582155</c:v>
                </c:pt>
                <c:pt idx="803">
                  <c:v>0.0597041300674</c:v>
                </c:pt>
                <c:pt idx="804">
                  <c:v>0.0593775536617</c:v>
                </c:pt>
                <c:pt idx="805">
                  <c:v>0.0590537994382</c:v>
                </c:pt>
                <c:pt idx="806">
                  <c:v>0.0587328382351</c:v>
                </c:pt>
                <c:pt idx="807">
                  <c:v>0.0584146412837</c:v>
                </c:pt>
                <c:pt idx="808">
                  <c:v>0.0580991802028</c:v>
                </c:pt>
                <c:pt idx="809">
                  <c:v>0.0577864269933</c:v>
                </c:pt>
                <c:pt idx="810">
                  <c:v>0.0574763540332</c:v>
                </c:pt>
                <c:pt idx="811">
                  <c:v>0.0571689340718</c:v>
                </c:pt>
                <c:pt idx="812">
                  <c:v>0.056864140225</c:v>
                </c:pt>
                <c:pt idx="813">
                  <c:v>0.0565619459699</c:v>
                </c:pt>
                <c:pt idx="814">
                  <c:v>0.05626232514</c:v>
                </c:pt>
                <c:pt idx="815">
                  <c:v>0.0559652519197</c:v>
                </c:pt>
                <c:pt idx="816">
                  <c:v>0.0556707008399</c:v>
                </c:pt>
                <c:pt idx="817">
                  <c:v>0.0553786467731</c:v>
                </c:pt>
                <c:pt idx="818">
                  <c:v>0.0550890649279</c:v>
                </c:pt>
                <c:pt idx="819">
                  <c:v>0.0548019308452</c:v>
                </c:pt>
                <c:pt idx="820">
                  <c:v>0.0545172203928</c:v>
                </c:pt>
                <c:pt idx="821">
                  <c:v>0.0542349097608</c:v>
                </c:pt>
                <c:pt idx="822">
                  <c:v>0.0539549754575</c:v>
                </c:pt>
                <c:pt idx="823">
                  <c:v>0.0536773943044</c:v>
                </c:pt>
                <c:pt idx="824">
                  <c:v>0.0534021434316</c:v>
                </c:pt>
                <c:pt idx="825">
                  <c:v>0.053129200274</c:v>
                </c:pt>
                <c:pt idx="826">
                  <c:v>0.0528585425664</c:v>
                </c:pt>
                <c:pt idx="827">
                  <c:v>0.0525901483393</c:v>
                </c:pt>
                <c:pt idx="828">
                  <c:v>0.0523239959146</c:v>
                </c:pt>
                <c:pt idx="829">
                  <c:v>0.0520600639014</c:v>
                </c:pt>
                <c:pt idx="830">
                  <c:v>0.0517983311922</c:v>
                </c:pt>
                <c:pt idx="831">
                  <c:v>0.0515387769579</c:v>
                </c:pt>
                <c:pt idx="832">
                  <c:v>0.0512813806448</c:v>
                </c:pt>
                <c:pt idx="833">
                  <c:v>0.0510261219696</c:v>
                </c:pt>
                <c:pt idx="834">
                  <c:v>0.050772980916</c:v>
                </c:pt>
                <c:pt idx="835">
                  <c:v>0.0505219377308</c:v>
                </c:pt>
                <c:pt idx="836">
                  <c:v>0.0502729729196</c:v>
                </c:pt>
                <c:pt idx="837">
                  <c:v>0.0500260672432</c:v>
                </c:pt>
                <c:pt idx="838">
                  <c:v>0.0497812017137</c:v>
                </c:pt>
                <c:pt idx="839">
                  <c:v>0.049538357591</c:v>
                </c:pt>
                <c:pt idx="840">
                  <c:v>0.0492975163784</c:v>
                </c:pt>
                <c:pt idx="841">
                  <c:v>0.0490586598198</c:v>
                </c:pt>
                <c:pt idx="842">
                  <c:v>0.0488217698952</c:v>
                </c:pt>
                <c:pt idx="843">
                  <c:v>0.0485868288175</c:v>
                </c:pt>
                <c:pt idx="844">
                  <c:v>0.0483538190287</c:v>
                </c:pt>
                <c:pt idx="845">
                  <c:v>0.0481227231964</c:v>
                </c:pt>
                <c:pt idx="846">
                  <c:v>0.0478935242104</c:v>
                </c:pt>
                <c:pt idx="847">
                  <c:v>0.0476662051788</c:v>
                </c:pt>
                <c:pt idx="848">
                  <c:v>0.0474407494246</c:v>
                </c:pt>
                <c:pt idx="849">
                  <c:v>0.0472171404824</c:v>
                </c:pt>
                <c:pt idx="850">
                  <c:v>0.0469953620946</c:v>
                </c:pt>
                <c:pt idx="851">
                  <c:v>0.0467753982082</c:v>
                </c:pt>
                <c:pt idx="852">
                  <c:v>0.0465572329712</c:v>
                </c:pt>
                <c:pt idx="853">
                  <c:v>0.0463408507292</c:v>
                </c:pt>
                <c:pt idx="854">
                  <c:v>0.0461262360219</c:v>
                </c:pt>
                <c:pt idx="855">
                  <c:v>0.0459133735797</c:v>
                </c:pt>
                <c:pt idx="856">
                  <c:v>0.0457022483205</c:v>
                </c:pt>
                <c:pt idx="857">
                  <c:v>0.0454928453456</c:v>
                </c:pt>
                <c:pt idx="858">
                  <c:v>0.0452851499374</c:v>
                </c:pt>
                <c:pt idx="859">
                  <c:v>0.0450791475547</c:v>
                </c:pt>
                <c:pt idx="860">
                  <c:v>0.0448748238304</c:v>
                </c:pt>
                <c:pt idx="861">
                  <c:v>0.0446721645673</c:v>
                </c:pt>
                <c:pt idx="862">
                  <c:v>0.0444711557353</c:v>
                </c:pt>
                <c:pt idx="863">
                  <c:v>0.0442717834673</c:v>
                </c:pt>
                <c:pt idx="864">
                  <c:v>0.0440740340564</c:v>
                </c:pt>
                <c:pt idx="865">
                  <c:v>0.0438778939521</c:v>
                </c:pt>
                <c:pt idx="866">
                  <c:v>0.0436833497571</c:v>
                </c:pt>
                <c:pt idx="867">
                  <c:v>0.0434903882236</c:v>
                </c:pt>
                <c:pt idx="868">
                  <c:v>0.04329899625</c:v>
                </c:pt>
                <c:pt idx="869">
                  <c:v>0.0431091608774</c:v>
                </c:pt>
                <c:pt idx="870">
                  <c:v>0.0429208692862</c:v>
                </c:pt>
                <c:pt idx="871">
                  <c:v>0.0427341087926</c:v>
                </c:pt>
                <c:pt idx="872">
                  <c:v>0.0425488668451</c:v>
                </c:pt>
                <c:pt idx="873">
                  <c:v>0.0423651310208</c:v>
                </c:pt>
                <c:pt idx="874">
                  <c:v>0.0421828890224</c:v>
                </c:pt>
                <c:pt idx="875">
                  <c:v>0.0420021286742</c:v>
                </c:pt>
                <c:pt idx="876">
                  <c:v>0.0418228379187</c:v>
                </c:pt>
                <c:pt idx="877">
                  <c:v>0.0416450048134</c:v>
                </c:pt>
                <c:pt idx="878">
                  <c:v>0.0414686175268</c:v>
                </c:pt>
                <c:pt idx="879">
                  <c:v>0.0412936643351</c:v>
                </c:pt>
                <c:pt idx="880">
                  <c:v>0.0411201336189</c:v>
                </c:pt>
                <c:pt idx="881">
                  <c:v>0.0409480138589</c:v>
                </c:pt>
                <c:pt idx="882">
                  <c:v>0.0407772936334</c:v>
                </c:pt>
                <c:pt idx="883">
                  <c:v>0.0406079616137</c:v>
                </c:pt>
                <c:pt idx="884">
                  <c:v>0.0404400065614</c:v>
                </c:pt>
                <c:pt idx="885">
                  <c:v>0.0402734173243</c:v>
                </c:pt>
                <c:pt idx="886">
                  <c:v>0.0401081828331</c:v>
                </c:pt>
                <c:pt idx="887">
                  <c:v>0.0399442920978</c:v>
                </c:pt>
                <c:pt idx="888">
                  <c:v>0.0397817342041</c:v>
                </c:pt>
                <c:pt idx="889">
                  <c:v>0.03962049831</c:v>
                </c:pt>
                <c:pt idx="890">
                  <c:v>0.0394605736424</c:v>
                </c:pt>
                <c:pt idx="891">
                  <c:v>0.039301949493</c:v>
                </c:pt>
                <c:pt idx="892">
                  <c:v>0.0391446152156</c:v>
                </c:pt>
                <c:pt idx="893">
                  <c:v>0.0389885602223</c:v>
                </c:pt>
                <c:pt idx="894">
                  <c:v>0.0388337739798</c:v>
                </c:pt>
                <c:pt idx="895">
                  <c:v>0.0386802460065</c:v>
                </c:pt>
                <c:pt idx="896">
                  <c:v>0.0385279658687</c:v>
                </c:pt>
                <c:pt idx="897">
                  <c:v>0.0383769231775</c:v>
                </c:pt>
                <c:pt idx="898">
                  <c:v>0.0382271075855</c:v>
                </c:pt>
                <c:pt idx="899">
                  <c:v>0.0380785087835</c:v>
                </c:pt>
                <c:pt idx="900">
                  <c:v>0.0379311164972</c:v>
                </c:pt>
                <c:pt idx="901">
                  <c:v>0.0377849204842</c:v>
                </c:pt>
                <c:pt idx="902">
                  <c:v>0.037639910531</c:v>
                </c:pt>
                <c:pt idx="903">
                  <c:v>0.0374960764497</c:v>
                </c:pt>
                <c:pt idx="904">
                  <c:v>0.0373534080753</c:v>
                </c:pt>
                <c:pt idx="905">
                  <c:v>0.0372118952629</c:v>
                </c:pt>
                <c:pt idx="906">
                  <c:v>0.0370715278847</c:v>
                </c:pt>
                <c:pt idx="907">
                  <c:v>0.0369322958273</c:v>
                </c:pt>
                <c:pt idx="908">
                  <c:v>0.0367941889896</c:v>
                </c:pt>
                <c:pt idx="909">
                  <c:v>0.0366571972796</c:v>
                </c:pt>
                <c:pt idx="910">
                  <c:v>0.0365213106128</c:v>
                </c:pt>
                <c:pt idx="911">
                  <c:v>0.0363865189093</c:v>
                </c:pt>
                <c:pt idx="912">
                  <c:v>0.0362528120922</c:v>
                </c:pt>
                <c:pt idx="913">
                  <c:v>0.0361201800852</c:v>
                </c:pt>
                <c:pt idx="914">
                  <c:v>0.0359886128112</c:v>
                </c:pt>
                <c:pt idx="915">
                  <c:v>0.0358581001901</c:v>
                </c:pt>
                <c:pt idx="916">
                  <c:v>0.0357286321379</c:v>
                </c:pt>
                <c:pt idx="917">
                  <c:v>0.0356001985646</c:v>
                </c:pt>
                <c:pt idx="918">
                  <c:v>0.0354727893735</c:v>
                </c:pt>
                <c:pt idx="919">
                  <c:v>0.0353463944601</c:v>
                </c:pt>
                <c:pt idx="920">
                  <c:v>0.035221003711</c:v>
                </c:pt>
                <c:pt idx="921">
                  <c:v>0.0350966070034</c:v>
                </c:pt>
                <c:pt idx="922">
                  <c:v>0.0349731942045</c:v>
                </c:pt>
                <c:pt idx="923">
                  <c:v>0.0348507551711</c:v>
                </c:pt>
                <c:pt idx="924">
                  <c:v>0.0347292797499</c:v>
                </c:pt>
                <c:pt idx="925">
                  <c:v>0.0346087577769</c:v>
                </c:pt>
                <c:pt idx="926">
                  <c:v>0.0344891790781</c:v>
                </c:pt>
                <c:pt idx="927">
                  <c:v>0.0343705334699</c:v>
                </c:pt>
                <c:pt idx="928">
                  <c:v>0.0342528107597</c:v>
                </c:pt>
                <c:pt idx="929">
                  <c:v>0.0341360007464</c:v>
                </c:pt>
                <c:pt idx="930">
                  <c:v>0.0340200932221</c:v>
                </c:pt>
                <c:pt idx="931">
                  <c:v>0.0339050779727</c:v>
                </c:pt>
                <c:pt idx="932">
                  <c:v>0.0337909447795</c:v>
                </c:pt>
                <c:pt idx="933">
                  <c:v>0.0336776834209</c:v>
                </c:pt>
                <c:pt idx="934">
                  <c:v>0.0335652836739</c:v>
                </c:pt>
                <c:pt idx="935">
                  <c:v>0.0334537353162</c:v>
                </c:pt>
                <c:pt idx="936">
                  <c:v>0.0333430281283</c:v>
                </c:pt>
                <c:pt idx="937">
                  <c:v>0.0332331518954</c:v>
                </c:pt>
                <c:pt idx="938">
                  <c:v>0.0331240964103</c:v>
                </c:pt>
                <c:pt idx="939">
                  <c:v>0.0330158514753</c:v>
                </c:pt>
                <c:pt idx="940">
                  <c:v>0.0329084069053</c:v>
                </c:pt>
                <c:pt idx="941">
                  <c:v>0.0328017525305</c:v>
                </c:pt>
                <c:pt idx="942">
                  <c:v>0.032695878199</c:v>
                </c:pt>
                <c:pt idx="943">
                  <c:v>0.0325907737799</c:v>
                </c:pt>
                <c:pt idx="944">
                  <c:v>0.0324864291663</c:v>
                </c:pt>
                <c:pt idx="945">
                  <c:v>0.0323828342784</c:v>
                </c:pt>
                <c:pt idx="946">
                  <c:v>0.0322799790666</c:v>
                </c:pt>
                <c:pt idx="947">
                  <c:v>0.0321778535148</c:v>
                </c:pt>
                <c:pt idx="948">
                  <c:v>0.0320764476434</c:v>
                </c:pt>
                <c:pt idx="949">
                  <c:v>0.0319757515126</c:v>
                </c:pt>
                <c:pt idx="950">
                  <c:v>0.0318757552258</c:v>
                </c:pt>
                <c:pt idx="951">
                  <c:v>0.0317764489326</c:v>
                </c:pt>
                <c:pt idx="952">
                  <c:v>0.031677822832</c:v>
                </c:pt>
                <c:pt idx="953">
                  <c:v>0.0315798671755</c:v>
                </c:pt>
                <c:pt idx="954">
                  <c:v>0.0314825722704</c:v>
                </c:pt>
                <c:pt idx="955">
                  <c:v>0.0313859284825</c:v>
                </c:pt>
                <c:pt idx="956">
                  <c:v>0.0312899262393</c:v>
                </c:pt>
                <c:pt idx="957">
                  <c:v>0.0311945560329</c:v>
                </c:pt>
                <c:pt idx="958">
                  <c:v>0.0310998084223</c:v>
                </c:pt>
                <c:pt idx="959">
                  <c:v>0.0310056740367</c:v>
                </c:pt>
                <c:pt idx="960">
                  <c:v>0.0309121435775</c:v>
                </c:pt>
                <c:pt idx="961">
                  <c:v>0.0308192078208</c:v>
                </c:pt>
                <c:pt idx="962">
                  <c:v>0.03072685762</c:v>
                </c:pt>
                <c:pt idx="963">
                  <c:v>0.0306350839075</c:v>
                </c:pt>
                <c:pt idx="964">
                  <c:v>0.030543877697</c:v>
                </c:pt>
                <c:pt idx="965">
                  <c:v>0.030453230085</c:v>
                </c:pt>
                <c:pt idx="966">
                  <c:v>0.0303631322528</c:v>
                </c:pt>
                <c:pt idx="967">
                  <c:v>0.0302735754678</c:v>
                </c:pt>
                <c:pt idx="968">
                  <c:v>0.030184551085</c:v>
                </c:pt>
                <c:pt idx="969">
                  <c:v>0.0300960505481</c:v>
                </c:pt>
                <c:pt idx="970">
                  <c:v>0.0300080653903</c:v>
                </c:pt>
                <c:pt idx="971">
                  <c:v>0.0299205872358</c:v>
                </c:pt>
                <c:pt idx="972">
                  <c:v>0.0298336077996</c:v>
                </c:pt>
                <c:pt idx="973">
                  <c:v>0.029747118889</c:v>
                </c:pt>
                <c:pt idx="974">
                  <c:v>0.0296611124031</c:v>
                </c:pt>
                <c:pt idx="975">
                  <c:v>0.0295755803337</c:v>
                </c:pt>
                <c:pt idx="976">
                  <c:v>0.029490514765</c:v>
                </c:pt>
                <c:pt idx="977">
                  <c:v>0.0294059078735</c:v>
                </c:pt>
                <c:pt idx="978">
                  <c:v>0.0293217519283</c:v>
                </c:pt>
                <c:pt idx="979">
                  <c:v>0.0292380392899</c:v>
                </c:pt>
                <c:pt idx="980">
                  <c:v>0.0291547624107</c:v>
                </c:pt>
                <c:pt idx="981">
                  <c:v>0.0290719138335</c:v>
                </c:pt>
                <c:pt idx="982">
                  <c:v>0.0289894861915</c:v>
                </c:pt>
                <c:pt idx="983">
                  <c:v>0.0289074722072</c:v>
                </c:pt>
                <c:pt idx="984">
                  <c:v>0.0288258646915</c:v>
                </c:pt>
                <c:pt idx="985">
                  <c:v>0.0287446565427</c:v>
                </c:pt>
                <c:pt idx="986">
                  <c:v>0.0286638407456</c:v>
                </c:pt>
                <c:pt idx="987">
                  <c:v>0.0285834103701</c:v>
                </c:pt>
                <c:pt idx="988">
                  <c:v>0.0285033585703</c:v>
                </c:pt>
                <c:pt idx="989">
                  <c:v>0.0284236785832</c:v>
                </c:pt>
                <c:pt idx="990">
                  <c:v>0.0283443637271</c:v>
                </c:pt>
                <c:pt idx="991">
                  <c:v>0.0282654074007</c:v>
                </c:pt>
                <c:pt idx="992">
                  <c:v>0.0281868030817</c:v>
                </c:pt>
                <c:pt idx="993">
                  <c:v>0.0281085443253</c:v>
                </c:pt>
                <c:pt idx="994">
                  <c:v>0.0280306247628</c:v>
                </c:pt>
                <c:pt idx="995">
                  <c:v>0.0279530381007</c:v>
                </c:pt>
                <c:pt idx="996">
                  <c:v>0.027875778119</c:v>
                </c:pt>
                <c:pt idx="997">
                  <c:v>0.0277988386699</c:v>
                </c:pt>
                <c:pt idx="998">
                  <c:v>0.0277222136769</c:v>
                </c:pt>
                <c:pt idx="999">
                  <c:v>0.0276458971333</c:v>
                </c:pt>
                <c:pt idx="1000">
                  <c:v>0.0275698831012</c:v>
                </c:pt>
                <c:pt idx="1001">
                  <c:v>0.0274941657104</c:v>
                </c:pt>
                <c:pt idx="1002">
                  <c:v>0.0274187391576</c:v>
                </c:pt>
                <c:pt idx="1003">
                  <c:v>0.0273435977051</c:v>
                </c:pt>
                <c:pt idx="1004">
                  <c:v>0.0272687356805</c:v>
                </c:pt>
                <c:pt idx="1005">
                  <c:v>0.0271941474755</c:v>
                </c:pt>
                <c:pt idx="1006">
                  <c:v>0.0271198275456</c:v>
                </c:pt>
                <c:pt idx="1007">
                  <c:v>0.0270457704098</c:v>
                </c:pt>
                <c:pt idx="1008">
                  <c:v>0.0269719706498</c:v>
                </c:pt>
                <c:pt idx="1009">
                  <c:v>0.02689842291</c:v>
                </c:pt>
                <c:pt idx="1010">
                  <c:v>0.0268251218977</c:v>
                </c:pt>
                <c:pt idx="1011">
                  <c:v>0.0267520623827</c:v>
                </c:pt>
                <c:pt idx="1012">
                  <c:v>0.0266792391978</c:v>
                </c:pt>
                <c:pt idx="1013">
                  <c:v>0.0266066472392</c:v>
                </c:pt>
                <c:pt idx="1014">
                  <c:v>0.0265342814668</c:v>
                </c:pt>
                <c:pt idx="1015">
                  <c:v>0.0264621369053</c:v>
                </c:pt>
                <c:pt idx="1016">
                  <c:v>0.0263902086447</c:v>
                </c:pt>
                <c:pt idx="1017">
                  <c:v>0.0263184918415</c:v>
                </c:pt>
                <c:pt idx="1018">
                  <c:v>0.0262469817197</c:v>
                </c:pt>
                <c:pt idx="1019">
                  <c:v>0.0261756735728</c:v>
                </c:pt>
                <c:pt idx="1020">
                  <c:v>0.0261045627646</c:v>
                </c:pt>
                <c:pt idx="1021">
                  <c:v>0.0260336447312</c:v>
                </c:pt>
                <c:pt idx="1022">
                  <c:v>0.0259629149832</c:v>
                </c:pt>
                <c:pt idx="1023">
                  <c:v>0.0258923691074</c:v>
                </c:pt>
                <c:pt idx="1024">
                  <c:v>0.0258220027689</c:v>
                </c:pt>
                <c:pt idx="1025">
                  <c:v>0.025751811714</c:v>
                </c:pt>
                <c:pt idx="1026">
                  <c:v>0.0256817917724</c:v>
                </c:pt>
                <c:pt idx="1027">
                  <c:v>0.0256119388598</c:v>
                </c:pt>
                <c:pt idx="1028">
                  <c:v>0.0255422489809</c:v>
                </c:pt>
                <c:pt idx="1029">
                  <c:v>0.0254727182323</c:v>
                </c:pt>
                <c:pt idx="1030">
                  <c:v>0.0254033428056</c:v>
                </c:pt>
                <c:pt idx="1031">
                  <c:v>0.0253341189906</c:v>
                </c:pt>
                <c:pt idx="1032">
                  <c:v>0.0252650431783</c:v>
                </c:pt>
                <c:pt idx="1033">
                  <c:v>0.0251961118648</c:v>
                </c:pt>
                <c:pt idx="1034">
                  <c:v>0.0251273216543</c:v>
                </c:pt>
                <c:pt idx="1035">
                  <c:v>0.0250586692627</c:v>
                </c:pt>
                <c:pt idx="1036">
                  <c:v>0.0249901515213</c:v>
                </c:pt>
                <c:pt idx="1037">
                  <c:v>0.0249217653802</c:v>
                </c:pt>
                <c:pt idx="1038">
                  <c:v>0.0248535079118</c:v>
                </c:pt>
                <c:pt idx="1039">
                  <c:v>0.0247853763148</c:v>
                </c:pt>
                <c:pt idx="1040">
                  <c:v>0.0247173679171</c:v>
                </c:pt>
                <c:pt idx="1041">
                  <c:v>0.0246494801801</c:v>
                </c:pt>
                <c:pt idx="1042">
                  <c:v>0.0245817107012</c:v>
                </c:pt>
                <c:pt idx="1043">
                  <c:v>0.024514057218</c:v>
                </c:pt>
                <c:pt idx="1044">
                  <c:v>0.0244465176111</c:v>
                </c:pt>
                <c:pt idx="1045">
                  <c:v>0.0243790899074</c:v>
                </c:pt>
                <c:pt idx="1046">
                  <c:v>0.0243117722829</c:v>
                </c:pt>
                <c:pt idx="1047">
                  <c:v>0.024244563066</c:v>
                </c:pt>
                <c:pt idx="1048">
                  <c:v>0.0241774607395</c:v>
                </c:pt>
                <c:pt idx="1049">
                  <c:v>0.0241104639436</c:v>
                </c:pt>
                <c:pt idx="1050">
                  <c:v>0.0240435714779</c:v>
                </c:pt>
                <c:pt idx="1051">
                  <c:v>0.0239767823034</c:v>
                </c:pt>
                <c:pt idx="1052">
                  <c:v>0.0239100955443</c:v>
                </c:pt>
                <c:pt idx="1053">
                  <c:v>0.0238435104896</c:v>
                </c:pt>
                <c:pt idx="1054">
                  <c:v>0.0237770265942</c:v>
                </c:pt>
                <c:pt idx="1055">
                  <c:v>0.0237106434798</c:v>
                </c:pt>
                <c:pt idx="1056">
                  <c:v>0.0236443609354</c:v>
                </c:pt>
                <c:pt idx="1057">
                  <c:v>0.023578178918</c:v>
                </c:pt>
                <c:pt idx="1058">
                  <c:v>0.0235120975519</c:v>
                </c:pt>
                <c:pt idx="1059">
                  <c:v>0.023446117129</c:v>
                </c:pt>
                <c:pt idx="1060">
                  <c:v>0.0233802381077</c:v>
                </c:pt>
                <c:pt idx="1061">
                  <c:v>0.0233144611116</c:v>
                </c:pt>
                <c:pt idx="1062">
                  <c:v>0.0232487869288</c:v>
                </c:pt>
                <c:pt idx="1063">
                  <c:v>0.0231832165091</c:v>
                </c:pt>
                <c:pt idx="1064">
                  <c:v>0.0231177509629</c:v>
                </c:pt>
                <c:pt idx="1065">
                  <c:v>0.0230523915579</c:v>
                </c:pt>
                <c:pt idx="1066">
                  <c:v>0.0229871397165</c:v>
                </c:pt>
                <c:pt idx="1067">
                  <c:v>0.0229219970126</c:v>
                </c:pt>
                <c:pt idx="1068">
                  <c:v>0.0228569651683</c:v>
                </c:pt>
                <c:pt idx="1069">
                  <c:v>0.0227920460494</c:v>
                </c:pt>
                <c:pt idx="1070">
                  <c:v>0.0227272416617</c:v>
                </c:pt>
                <c:pt idx="1071">
                  <c:v>0.0226625541463</c:v>
                </c:pt>
                <c:pt idx="1072">
                  <c:v>0.0225979857749</c:v>
                </c:pt>
                <c:pt idx="1073">
                  <c:v>0.0225335389443</c:v>
                </c:pt>
                <c:pt idx="1074">
                  <c:v>0.0224692161715</c:v>
                </c:pt>
                <c:pt idx="1075">
                  <c:v>0.0224050200878</c:v>
                </c:pt>
                <c:pt idx="1076">
                  <c:v>0.0223409534328</c:v>
                </c:pt>
                <c:pt idx="1077">
                  <c:v>0.0222770190485</c:v>
                </c:pt>
                <c:pt idx="1078">
                  <c:v>0.022213219873</c:v>
                </c:pt>
                <c:pt idx="1079">
                  <c:v>0.0221495589339</c:v>
                </c:pt>
                <c:pt idx="1080">
                  <c:v>0.0220860393417</c:v>
                </c:pt>
                <c:pt idx="1081">
                  <c:v>0.0220226642833</c:v>
                </c:pt>
                <c:pt idx="1082">
                  <c:v>0.0219594370144</c:v>
                </c:pt>
                <c:pt idx="1083">
                  <c:v>0.0218963608533</c:v>
                </c:pt>
                <c:pt idx="1084">
                  <c:v>0.0218334391735</c:v>
                </c:pt>
                <c:pt idx="1085">
                  <c:v>0.0217706753964</c:v>
                </c:pt>
                <c:pt idx="1086">
                  <c:v>0.0217080729847</c:v>
                </c:pt>
                <c:pt idx="1087">
                  <c:v>0.0216456354348</c:v>
                </c:pt>
                <c:pt idx="1088">
                  <c:v>0.0215833662698</c:v>
                </c:pt>
                <c:pt idx="1089">
                  <c:v>0.0215212690325</c:v>
                </c:pt>
                <c:pt idx="1090">
                  <c:v>0.0214593472785</c:v>
                </c:pt>
                <c:pt idx="1091">
                  <c:v>0.021397604569</c:v>
                </c:pt>
                <c:pt idx="1092">
                  <c:v>0.0213360444642</c:v>
                </c:pt>
                <c:pt idx="1093">
                  <c:v>0.0212746705163</c:v>
                </c:pt>
                <c:pt idx="1094">
                  <c:v>0.0212134862633</c:v>
                </c:pt>
                <c:pt idx="1095">
                  <c:v>0.0211524952223</c:v>
                </c:pt>
                <c:pt idx="1096">
                  <c:v>0.0210917008832</c:v>
                </c:pt>
                <c:pt idx="1097">
                  <c:v>0.0210311067029</c:v>
                </c:pt>
                <c:pt idx="1098">
                  <c:v>0.0209707160991</c:v>
                </c:pt>
                <c:pt idx="1099">
                  <c:v>0.0209105324449</c:v>
                </c:pt>
                <c:pt idx="1100">
                  <c:v>0.0208505590631</c:v>
                </c:pt>
                <c:pt idx="1101">
                  <c:v>0.0207907992212</c:v>
                </c:pt>
                <c:pt idx="1102">
                  <c:v>0.0207312561261</c:v>
                </c:pt>
                <c:pt idx="1103">
                  <c:v>0.0206719329197</c:v>
                </c:pt>
                <c:pt idx="1104">
                  <c:v>0.0206128326742</c:v>
                </c:pt>
                <c:pt idx="1105">
                  <c:v>0.020553958388</c:v>
                </c:pt>
                <c:pt idx="1106">
                  <c:v>0.0204953129815</c:v>
                </c:pt>
                <c:pt idx="1107">
                  <c:v>0.0204368992938</c:v>
                </c:pt>
                <c:pt idx="1108">
                  <c:v>0.0203787200787</c:v>
                </c:pt>
                <c:pt idx="1109">
                  <c:v>0.020320778002</c:v>
                </c:pt>
                <c:pt idx="1110">
                  <c:v>0.0202630756386</c:v>
                </c:pt>
                <c:pt idx="1111">
                  <c:v>0.0202056154694</c:v>
                </c:pt>
                <c:pt idx="1112">
                  <c:v>0.0201483998794</c:v>
                </c:pt>
                <c:pt idx="1113">
                  <c:v>0.0200914311554</c:v>
                </c:pt>
                <c:pt idx="1114">
                  <c:v>0.0200347114843</c:v>
                </c:pt>
                <c:pt idx="1115">
                  <c:v>0.0199782429512</c:v>
                </c:pt>
                <c:pt idx="1116">
                  <c:v>0.0199220275385</c:v>
                </c:pt>
                <c:pt idx="1117">
                  <c:v>0.0198660671243</c:v>
                </c:pt>
                <c:pt idx="1118">
                  <c:v>0.019810363482</c:v>
                </c:pt>
                <c:pt idx="1119">
                  <c:v>0.0197549182794</c:v>
                </c:pt>
                <c:pt idx="1120">
                  <c:v>0.0196997330784</c:v>
                </c:pt>
                <c:pt idx="1121">
                  <c:v>0.0196448093348</c:v>
                </c:pt>
                <c:pt idx="1122">
                  <c:v>0.0195901483984</c:v>
                </c:pt>
                <c:pt idx="1123">
                  <c:v>0.0195357515129</c:v>
                </c:pt>
                <c:pt idx="1124">
                  <c:v>0.0194816198168</c:v>
                </c:pt>
                <c:pt idx="1125">
                  <c:v>0.0194277543435</c:v>
                </c:pt>
                <c:pt idx="1126">
                  <c:v>0.0193741560225</c:v>
                </c:pt>
                <c:pt idx="1127">
                  <c:v>0.01932082568</c:v>
                </c:pt>
                <c:pt idx="1128">
                  <c:v>0.0192677640401</c:v>
                </c:pt>
                <c:pt idx="1129">
                  <c:v>0.0192149717262</c:v>
                </c:pt>
                <c:pt idx="1130">
                  <c:v>0.0191624492619</c:v>
                </c:pt>
                <c:pt idx="1131">
                  <c:v>0.019110197073</c:v>
                </c:pt>
                <c:pt idx="1132">
                  <c:v>0.0190582154888</c:v>
                </c:pt>
                <c:pt idx="1133">
                  <c:v>0.0190065047438</c:v>
                </c:pt>
                <c:pt idx="1134">
                  <c:v>0.0189550649797</c:v>
                </c:pt>
                <c:pt idx="1135">
                  <c:v>0.018903896247</c:v>
                </c:pt>
                <c:pt idx="1136">
                  <c:v>0.0188529985073</c:v>
                </c:pt>
                <c:pt idx="1137">
                  <c:v>0.018802371635</c:v>
                </c:pt>
                <c:pt idx="1138">
                  <c:v>0.0187520154197</c:v>
                </c:pt>
                <c:pt idx="1139">
                  <c:v>0.0187019295682</c:v>
                </c:pt>
                <c:pt idx="1140">
                  <c:v>0.0186521137067</c:v>
                </c:pt>
                <c:pt idx="1141">
                  <c:v>0.0186025673831</c:v>
                </c:pt>
                <c:pt idx="1142">
                  <c:v>0.0185532900692</c:v>
                </c:pt>
                <c:pt idx="1143">
                  <c:v>0.0185042811632</c:v>
                </c:pt>
                <c:pt idx="1144">
                  <c:v>0.0184555399915</c:v>
                </c:pt>
                <c:pt idx="1145">
                  <c:v>0.0184070658119</c:v>
                </c:pt>
                <c:pt idx="1146">
                  <c:v>0.0183588578151</c:v>
                </c:pt>
                <c:pt idx="1147">
                  <c:v>0.0183109151275</c:v>
                </c:pt>
                <c:pt idx="1148">
                  <c:v>0.0182632368133</c:v>
                </c:pt>
                <c:pt idx="1149">
                  <c:v>0.0182158218771</c:v>
                </c:pt>
                <c:pt idx="1150">
                  <c:v>0.0181686692659</c:v>
                </c:pt>
                <c:pt idx="1151">
                  <c:v>0.0181217778717</c:v>
                </c:pt>
                <c:pt idx="1152">
                  <c:v>0.0180751465335</c:v>
                </c:pt>
                <c:pt idx="1153">
                  <c:v>0.0180287740399</c:v>
                </c:pt>
                <c:pt idx="1154">
                  <c:v>0.0179826591308</c:v>
                </c:pt>
                <c:pt idx="1155">
                  <c:v>0.0179368005001</c:v>
                </c:pt>
                <c:pt idx="1156">
                  <c:v>0.0178911967976</c:v>
                </c:pt>
                <c:pt idx="1157">
                  <c:v>0.0178458466313</c:v>
                </c:pt>
                <c:pt idx="1158">
                  <c:v>0.0178007485692</c:v>
                </c:pt>
                <c:pt idx="1159">
                  <c:v>0.0177559011417</c:v>
                </c:pt>
                <c:pt idx="1160">
                  <c:v>0.0177113028433</c:v>
                </c:pt>
                <c:pt idx="1161">
                  <c:v>0.0176669521347</c:v>
                </c:pt>
                <c:pt idx="1162">
                  <c:v>0.0176228474449</c:v>
                </c:pt>
                <c:pt idx="1163">
                  <c:v>0.0175789871728</c:v>
                </c:pt>
                <c:pt idx="1164">
                  <c:v>0.017535369689</c:v>
                </c:pt>
                <c:pt idx="1165">
                  <c:v>0.0174919933379</c:v>
                </c:pt>
                <c:pt idx="1166">
                  <c:v>0.0174488564392</c:v>
                </c:pt>
                <c:pt idx="1167">
                  <c:v>0.0174059572897</c:v>
                </c:pt>
                <c:pt idx="1168">
                  <c:v>0.0173632941648</c:v>
                </c:pt>
                <c:pt idx="1169">
                  <c:v>0.0173208653204</c:v>
                </c:pt>
                <c:pt idx="1170">
                  <c:v>0.0172786689942</c:v>
                </c:pt>
                <c:pt idx="1171">
                  <c:v>0.017236703407</c:v>
                </c:pt>
                <c:pt idx="1172">
                  <c:v>0.0171949667648</c:v>
                </c:pt>
                <c:pt idx="1173">
                  <c:v>0.0171534572595</c:v>
                </c:pt>
                <c:pt idx="1174">
                  <c:v>0.017112173071</c:v>
                </c:pt>
                <c:pt idx="1175">
                  <c:v>0.0170711123676</c:v>
                </c:pt>
                <c:pt idx="1176">
                  <c:v>0.0170302733083</c:v>
                </c:pt>
                <c:pt idx="1177">
                  <c:v>0.016989654043</c:v>
                </c:pt>
                <c:pt idx="1178">
                  <c:v>0.0169492527147</c:v>
                </c:pt>
                <c:pt idx="1179">
                  <c:v>0.0169090674596</c:v>
                </c:pt>
                <c:pt idx="1180">
                  <c:v>0.016869096409</c:v>
                </c:pt>
                <c:pt idx="1181">
                  <c:v>0.0168293376899</c:v>
                </c:pt>
                <c:pt idx="1182">
                  <c:v>0.0167897894263</c:v>
                </c:pt>
                <c:pt idx="1183">
                  <c:v>0.0167504497398</c:v>
                </c:pt>
                <c:pt idx="1184">
                  <c:v>0.0167113167506</c:v>
                </c:pt>
                <c:pt idx="1185">
                  <c:v>0.0166723885785</c:v>
                </c:pt>
                <c:pt idx="1186">
                  <c:v>0.0166336633438</c:v>
                </c:pt>
                <c:pt idx="1187">
                  <c:v>0.0165951391677</c:v>
                </c:pt>
                <c:pt idx="1188">
                  <c:v>0.0165568141733</c:v>
                </c:pt>
                <c:pt idx="1189">
                  <c:v>0.0165186864862</c:v>
                </c:pt>
                <c:pt idx="1190">
                  <c:v>0.0164807542352</c:v>
                </c:pt>
                <c:pt idx="1191">
                  <c:v>0.0164430155527</c:v>
                </c:pt>
                <c:pt idx="1192">
                  <c:v>0.0164054685756</c:v>
                </c:pt>
                <c:pt idx="1193">
                  <c:v>0.0163681114455</c:v>
                </c:pt>
                <c:pt idx="1194">
                  <c:v>0.0163309423093</c:v>
                </c:pt>
                <c:pt idx="1195">
                  <c:v>0.0162939593195</c:v>
                </c:pt>
                <c:pt idx="1196">
                  <c:v>0.0162571606351</c:v>
                </c:pt>
                <c:pt idx="1197">
                  <c:v>0.016220544421</c:v>
                </c:pt>
                <c:pt idx="1198">
                  <c:v>0.0161841088494</c:v>
                </c:pt>
                <c:pt idx="1199">
                  <c:v>0.0161478520991</c:v>
                </c:pt>
                <c:pt idx="1200">
                  <c:v>0.0161117723566</c:v>
                </c:pt>
                <c:pt idx="1201">
                  <c:v>0.0160758678155</c:v>
                </c:pt>
                <c:pt idx="1202">
                  <c:v>0.0160401366773</c:v>
                </c:pt>
                <c:pt idx="1203">
                  <c:v>0.0160045771512</c:v>
                </c:pt>
                <c:pt idx="1204">
                  <c:v>0.0159691874544</c:v>
                </c:pt>
                <c:pt idx="1205">
                  <c:v>0.0159339658119</c:v>
                </c:pt>
                <c:pt idx="1206">
                  <c:v>0.0158989104567</c:v>
                </c:pt>
                <c:pt idx="1207">
                  <c:v>0.0158640196298</c:v>
                </c:pt>
                <c:pt idx="1208">
                  <c:v>0.0158292915802</c:v>
                </c:pt>
                <c:pt idx="1209">
                  <c:v>0.0157947245647</c:v>
                </c:pt>
                <c:pt idx="1210">
                  <c:v>0.0157603168481</c:v>
                </c:pt>
                <c:pt idx="1211">
                  <c:v>0.0157260667026</c:v>
                </c:pt>
                <c:pt idx="1212">
                  <c:v>0.0156919724083</c:v>
                </c:pt>
                <c:pt idx="1213">
                  <c:v>0.0156580322525</c:v>
                </c:pt>
                <c:pt idx="1214">
                  <c:v>0.0156242445297</c:v>
                </c:pt>
                <c:pt idx="1215">
                  <c:v>0.0155906075416</c:v>
                </c:pt>
                <c:pt idx="1216">
                  <c:v>0.0155571195966</c:v>
                </c:pt>
                <c:pt idx="1217">
                  <c:v>0.0155237790097</c:v>
                </c:pt>
                <c:pt idx="1218">
                  <c:v>0.0154905841021</c:v>
                </c:pt>
                <c:pt idx="1219">
                  <c:v>0.0154575332014</c:v>
                </c:pt>
                <c:pt idx="1220">
                  <c:v>0.0154246246405</c:v>
                </c:pt>
                <c:pt idx="1221">
                  <c:v>0.0153918567583</c:v>
                </c:pt>
                <c:pt idx="1222">
                  <c:v>0.0153592278985</c:v>
                </c:pt>
                <c:pt idx="1223">
                  <c:v>0.01532673641</c:v>
                </c:pt>
                <c:pt idx="1224">
                  <c:v>0.015294380646</c:v>
                </c:pt>
                <c:pt idx="1225">
                  <c:v>0.0152621589644</c:v>
                </c:pt>
                <c:pt idx="1226">
                  <c:v>0.015230069727</c:v>
                </c:pt>
                <c:pt idx="1227">
                  <c:v>0.0151981112991</c:v>
                </c:pt>
                <c:pt idx="1228">
                  <c:v>0.0151662820499</c:v>
                </c:pt>
                <c:pt idx="1229">
                  <c:v>0.0151345803515</c:v>
                </c:pt>
                <c:pt idx="1230">
                  <c:v>0.0151030045792</c:v>
                </c:pt>
                <c:pt idx="1231">
                  <c:v>0.0150715531109</c:v>
                </c:pt>
                <c:pt idx="1232">
                  <c:v>0.0150402243273</c:v>
                </c:pt>
                <c:pt idx="1233">
                  <c:v>0.0150090166113</c:v>
                </c:pt>
                <c:pt idx="1234">
                  <c:v>0.0149779283482</c:v>
                </c:pt>
                <c:pt idx="1235">
                  <c:v>0.0149469579256</c:v>
                </c:pt>
                <c:pt idx="1236">
                  <c:v>0.0149161037332</c:v>
                </c:pt>
                <c:pt idx="1237">
                  <c:v>0.0148853641627</c:v>
                </c:pt>
                <c:pt idx="1238">
                  <c:v>0.0148547376084</c:v>
                </c:pt>
                <c:pt idx="1239">
                  <c:v>0.0148242224667</c:v>
                </c:pt>
                <c:pt idx="1240">
                  <c:v>0.0147938171366</c:v>
                </c:pt>
                <c:pt idx="1241">
                  <c:v>0.0147635200197</c:v>
                </c:pt>
                <c:pt idx="1242">
                  <c:v>0.0147333295209</c:v>
                </c:pt>
                <c:pt idx="1243">
                  <c:v>0.0147032440484</c:v>
                </c:pt>
                <c:pt idx="1244">
                  <c:v>0.0146732620145</c:v>
                </c:pt>
                <c:pt idx="1245">
                  <c:v>0.0146433818356</c:v>
                </c:pt>
                <c:pt idx="1246">
                  <c:v>0.0146136019335</c:v>
                </c:pt>
                <c:pt idx="1247">
                  <c:v>0.0145839207358</c:v>
                </c:pt>
                <c:pt idx="1248">
                  <c:v>0.0145543366763</c:v>
                </c:pt>
                <c:pt idx="1249">
                  <c:v>0.0145248481968</c:v>
                </c:pt>
                <c:pt idx="1250">
                  <c:v>0.0144954537472</c:v>
                </c:pt>
                <c:pt idx="1251">
                  <c:v>0.0144661517872</c:v>
                </c:pt>
                <c:pt idx="1252">
                  <c:v>0.014436940787</c:v>
                </c:pt>
                <c:pt idx="1253">
                  <c:v>0.014407819229</c:v>
                </c:pt>
                <c:pt idx="1254">
                  <c:v>0.0143787856088</c:v>
                </c:pt>
                <c:pt idx="1255">
                  <c:v>0.0143498384372</c:v>
                </c:pt>
                <c:pt idx="1256">
                  <c:v>0.0143209762409</c:v>
                </c:pt>
                <c:pt idx="1257">
                  <c:v>0.0142921975649</c:v>
                </c:pt>
                <c:pt idx="1258">
                  <c:v>0.0142635009739</c:v>
                </c:pt>
                <c:pt idx="1259">
                  <c:v>0.0142348850541</c:v>
                </c:pt>
                <c:pt idx="1260">
                  <c:v>0.0142063484152</c:v>
                </c:pt>
                <c:pt idx="1261">
                  <c:v>0.0141778896922</c:v>
                </c:pt>
                <c:pt idx="1262">
                  <c:v>0.0141495075473</c:v>
                </c:pt>
                <c:pt idx="1263">
                  <c:v>0.0141212006725</c:v>
                </c:pt>
                <c:pt idx="1264">
                  <c:v>0.0140929677908</c:v>
                </c:pt>
                <c:pt idx="1265">
                  <c:v>0.0140648076592</c:v>
                </c:pt>
                <c:pt idx="1266">
                  <c:v>0.0140367190704</c:v>
                </c:pt>
                <c:pt idx="1267">
                  <c:v>0.0140087008549</c:v>
                </c:pt>
                <c:pt idx="1268">
                  <c:v>0.0139807518834</c:v>
                </c:pt>
                <c:pt idx="1269">
                  <c:v>0.013952871069</c:v>
                </c:pt>
                <c:pt idx="1270">
                  <c:v>0.013925057369</c:v>
                </c:pt>
                <c:pt idx="1271">
                  <c:v>0.0138973097874</c:v>
                </c:pt>
                <c:pt idx="1272">
                  <c:v>0.0138696273765</c:v>
                </c:pt>
                <c:pt idx="1273">
                  <c:v>0.0138420092394</c:v>
                </c:pt>
                <c:pt idx="1274">
                  <c:v>0.0138144545316</c:v>
                </c:pt>
                <c:pt idx="1275">
                  <c:v>0.0137869624628</c:v>
                </c:pt>
                <c:pt idx="1276">
                  <c:v>0.0137595322988</c:v>
                </c:pt>
                <c:pt idx="1277">
                  <c:v>0.0137321633629</c:v>
                </c:pt>
                <c:pt idx="1278">
                  <c:v>0.0137048550377</c:v>
                </c:pt>
                <c:pt idx="1279">
                  <c:v>0.0136776067661</c:v>
                </c:pt>
                <c:pt idx="1280">
                  <c:v>0.0136504180525</c:v>
                </c:pt>
                <c:pt idx="1281">
                  <c:v>0.0136232884642</c:v>
                </c:pt>
                <c:pt idx="1282">
                  <c:v>0.0135962176319</c:v>
                </c:pt>
                <c:pt idx="1283">
                  <c:v>0.0135692052505</c:v>
                </c:pt>
                <c:pt idx="1284">
                  <c:v>0.0135422510793</c:v>
                </c:pt>
                <c:pt idx="1285">
                  <c:v>0.0135153549427</c:v>
                </c:pt>
                <c:pt idx="1286">
                  <c:v>0.0134885167301</c:v>
                </c:pt>
                <c:pt idx="1287">
                  <c:v>0.0134617363957</c:v>
                </c:pt>
                <c:pt idx="1288">
                  <c:v>0.0134350139579</c:v>
                </c:pt>
                <c:pt idx="1289">
                  <c:v>0.0134083494993</c:v>
                </c:pt>
                <c:pt idx="1290">
                  <c:v>0.0133817431654</c:v>
                </c:pt>
                <c:pt idx="1291">
                  <c:v>0.0133551951638</c:v>
                </c:pt>
                <c:pt idx="1292">
                  <c:v>0.0133287057627</c:v>
                </c:pt>
                <c:pt idx="1293">
                  <c:v>0.0133022752898</c:v>
                </c:pt>
                <c:pt idx="1294">
                  <c:v>0.0132759041306</c:v>
                </c:pt>
                <c:pt idx="1295">
                  <c:v>0.0132495927262</c:v>
                </c:pt>
                <c:pt idx="1296">
                  <c:v>0.0132233415715</c:v>
                </c:pt>
                <c:pt idx="1297">
                  <c:v>0.013197151213</c:v>
                </c:pt>
                <c:pt idx="1298">
                  <c:v>0.0131710222461</c:v>
                </c:pt>
                <c:pt idx="1299">
                  <c:v>0.0131449553128</c:v>
                </c:pt>
                <c:pt idx="1300">
                  <c:v>0.0131189510988</c:v>
                </c:pt>
                <c:pt idx="1301">
                  <c:v>0.0130930103306</c:v>
                </c:pt>
                <c:pt idx="1302">
                  <c:v>0.0130671337728</c:v>
                </c:pt>
                <c:pt idx="1303">
                  <c:v>0.0130413222245</c:v>
                </c:pt>
                <c:pt idx="1304">
                  <c:v>0.0130155765163</c:v>
                </c:pt>
                <c:pt idx="1305">
                  <c:v>0.0129898975074</c:v>
                </c:pt>
                <c:pt idx="1306">
                  <c:v>0.0129642860817</c:v>
                </c:pt>
                <c:pt idx="1307">
                  <c:v>0.0129387431448</c:v>
                </c:pt>
                <c:pt idx="1308">
                  <c:v>0.0129132696203</c:v>
                </c:pt>
                <c:pt idx="1309">
                  <c:v>0.0128878664469</c:v>
                </c:pt>
                <c:pt idx="1310">
                  <c:v>0.0128625345745</c:v>
                </c:pt>
                <c:pt idx="1311">
                  <c:v>0.0128372749612</c:v>
                </c:pt>
                <c:pt idx="1312">
                  <c:v>0.0128120885699</c:v>
                </c:pt>
                <c:pt idx="1313">
                  <c:v>0.012786976365</c:v>
                </c:pt>
                <c:pt idx="1314">
                  <c:v>0.0127619393093</c:v>
                </c:pt>
                <c:pt idx="1315">
                  <c:v>0.0127369783611</c:v>
                </c:pt>
                <c:pt idx="1316">
                  <c:v>0.0127120944708</c:v>
                </c:pt>
                <c:pt idx="1317">
                  <c:v>0.0126872885786</c:v>
                </c:pt>
                <c:pt idx="1318">
                  <c:v>0.0126625616117</c:v>
                </c:pt>
                <c:pt idx="1319">
                  <c:v>0.0126379144813</c:v>
                </c:pt>
                <c:pt idx="1320">
                  <c:v>0.0126133480809</c:v>
                </c:pt>
                <c:pt idx="1321">
                  <c:v>0.0125888632833</c:v>
                </c:pt>
                <c:pt idx="1322">
                  <c:v>0.0125644609393</c:v>
                </c:pt>
                <c:pt idx="1323">
                  <c:v>0.0125401418751</c:v>
                </c:pt>
                <c:pt idx="1324">
                  <c:v>0.0125159068911</c:v>
                </c:pt>
                <c:pt idx="1325">
                  <c:v>0.0124917567601</c:v>
                </c:pt>
                <c:pt idx="1326">
                  <c:v>0.0124676922259</c:v>
                </c:pt>
                <c:pt idx="1327">
                  <c:v>0.0124437140022</c:v>
                </c:pt>
                <c:pt idx="1328">
                  <c:v>0.0124198227717</c:v>
                </c:pt>
                <c:pt idx="1329">
                  <c:v>0.0123960191848</c:v>
                </c:pt>
                <c:pt idx="1330">
                  <c:v>0.0123723038596</c:v>
                </c:pt>
                <c:pt idx="1331">
                  <c:v>0.0123486773808</c:v>
                </c:pt>
                <c:pt idx="1332">
                  <c:v>0.0123251402998</c:v>
                </c:pt>
                <c:pt idx="1333">
                  <c:v>0.0123016931341</c:v>
                </c:pt>
                <c:pt idx="1334">
                  <c:v>0.0122783363677</c:v>
                </c:pt>
                <c:pt idx="1335">
                  <c:v>0.0122550704508</c:v>
                </c:pt>
                <c:pt idx="1336">
                  <c:v>0.0122318958002</c:v>
                </c:pt>
                <c:pt idx="1337">
                  <c:v>0.0122088128</c:v>
                </c:pt>
                <c:pt idx="1338">
                  <c:v>0.0121858218013</c:v>
                </c:pt>
                <c:pt idx="1339">
                  <c:v>0.0121629231235</c:v>
                </c:pt>
                <c:pt idx="1340">
                  <c:v>0.0121401170546</c:v>
                </c:pt>
                <c:pt idx="1341">
                  <c:v>0.0121174038522</c:v>
                </c:pt>
                <c:pt idx="1342">
                  <c:v>0.012094783744</c:v>
                </c:pt>
                <c:pt idx="1343">
                  <c:v>0.0120722569292</c:v>
                </c:pt>
                <c:pt idx="1344">
                  <c:v>0.0120498235788</c:v>
                </c:pt>
                <c:pt idx="1345">
                  <c:v>0.0120274838375</c:v>
                </c:pt>
                <c:pt idx="1346">
                  <c:v>0.0120052378239</c:v>
                </c:pt>
                <c:pt idx="1347">
                  <c:v>0.011983085632</c:v>
                </c:pt>
                <c:pt idx="1348">
                  <c:v>0.0119610273326</c:v>
                </c:pt>
                <c:pt idx="1349">
                  <c:v>0.0119390629737</c:v>
                </c:pt>
                <c:pt idx="1350">
                  <c:v>0.0119171925826</c:v>
                </c:pt>
                <c:pt idx="1351">
                  <c:v>0.0118954161661</c:v>
                </c:pt>
                <c:pt idx="1352">
                  <c:v>0.0118737337125</c:v>
                </c:pt>
                <c:pt idx="1353">
                  <c:v>0.011852145192</c:v>
                </c:pt>
                <c:pt idx="1354">
                  <c:v>0.0118306505585</c:v>
                </c:pt>
                <c:pt idx="1355">
                  <c:v>0.0118092497502</c:v>
                </c:pt>
                <c:pt idx="1356">
                  <c:v>0.0117879426912</c:v>
                </c:pt>
                <c:pt idx="1357">
                  <c:v>0.011766729292</c:v>
                </c:pt>
                <c:pt idx="1358">
                  <c:v>0.0117456094511</c:v>
                </c:pt>
                <c:pt idx="1359">
                  <c:v>0.0117245830556</c:v>
                </c:pt>
                <c:pt idx="1360">
                  <c:v>0.0117036499822</c:v>
                </c:pt>
                <c:pt idx="1361">
                  <c:v>0.0116828100987</c:v>
                </c:pt>
                <c:pt idx="1362">
                  <c:v>0.011662063264</c:v>
                </c:pt>
                <c:pt idx="1363">
                  <c:v>0.0116414093298</c:v>
                </c:pt>
                <c:pt idx="1364">
                  <c:v>0.0116208481408</c:v>
                </c:pt>
                <c:pt idx="1365">
                  <c:v>0.0116003795357</c:v>
                </c:pt>
                <c:pt idx="1366">
                  <c:v>0.0115800033482</c:v>
                </c:pt>
                <c:pt idx="1367">
                  <c:v>0.0115597194073</c:v>
                </c:pt>
                <c:pt idx="1368">
                  <c:v>0.0115395275379</c:v>
                </c:pt>
                <c:pt idx="1369">
                  <c:v>0.0115194275619</c:v>
                </c:pt>
                <c:pt idx="1370">
                  <c:v>0.0114994192981</c:v>
                </c:pt>
                <c:pt idx="1371">
                  <c:v>0.0114795025633</c:v>
                </c:pt>
                <c:pt idx="1372">
                  <c:v>0.0114596771724</c:v>
                </c:pt>
                <c:pt idx="1373">
                  <c:v>0.0114399429389</c:v>
                </c:pt>
                <c:pt idx="1374">
                  <c:v>0.0114202996753</c:v>
                </c:pt>
                <c:pt idx="1375">
                  <c:v>0.0114007471936</c:v>
                </c:pt>
                <c:pt idx="1376">
                  <c:v>0.0113812853053</c:v>
                </c:pt>
                <c:pt idx="1377">
                  <c:v>0.011361913822</c:v>
                </c:pt>
                <c:pt idx="1378">
                  <c:v>0.0113426325554</c:v>
                </c:pt>
                <c:pt idx="1379">
                  <c:v>0.0113234413176</c:v>
                </c:pt>
                <c:pt idx="1380">
                  <c:v>0.0113043399213</c:v>
                </c:pt>
                <c:pt idx="1381">
                  <c:v>0.0112853281799</c:v>
                </c:pt>
                <c:pt idx="1382">
                  <c:v>0.0112664059075</c:v>
                </c:pt>
                <c:pt idx="1383">
                  <c:v>0.0112475729194</c:v>
                </c:pt>
                <c:pt idx="1384">
                  <c:v>0.0112288290317</c:v>
                </c:pt>
                <c:pt idx="1385">
                  <c:v>0.0112101740616</c:v>
                </c:pt>
                <c:pt idx="1386">
                  <c:v>0.0111916078273</c:v>
                </c:pt>
                <c:pt idx="1387">
                  <c:v>0.0111731301482</c:v>
                </c:pt>
                <c:pt idx="1388">
                  <c:v>0.0111547408447</c:v>
                </c:pt>
                <c:pt idx="1389">
                  <c:v>0.0111364397383</c:v>
                </c:pt>
                <c:pt idx="1390">
                  <c:v>0.0111182266515</c:v>
                </c:pt>
                <c:pt idx="1391">
                  <c:v>0.0111001014079</c:v>
                </c:pt>
                <c:pt idx="1392">
                  <c:v>0.0110820638318</c:v>
                </c:pt>
                <c:pt idx="1393">
                  <c:v>0.0110641137487</c:v>
                </c:pt>
                <c:pt idx="1394">
                  <c:v>0.0110462509848</c:v>
                </c:pt>
                <c:pt idx="1395">
                  <c:v>0.011028475367</c:v>
                </c:pt>
                <c:pt idx="1396">
                  <c:v>0.0110107867231</c:v>
                </c:pt>
                <c:pt idx="1397">
                  <c:v>0.0109931848815</c:v>
                </c:pt>
                <c:pt idx="1398">
                  <c:v>0.0109756696711</c:v>
                </c:pt>
                <c:pt idx="1399">
                  <c:v>0.0109582409214</c:v>
                </c:pt>
                <c:pt idx="1400">
                  <c:v>0.0109408984625</c:v>
                </c:pt>
                <c:pt idx="1401">
                  <c:v>0.0109236421249</c:v>
                </c:pt>
                <c:pt idx="1402">
                  <c:v>0.0109064717394</c:v>
                </c:pt>
                <c:pt idx="1403">
                  <c:v>0.0108893871374</c:v>
                </c:pt>
                <c:pt idx="1404">
                  <c:v>0.0108723881504</c:v>
                </c:pt>
                <c:pt idx="1405">
                  <c:v>0.0108554746104</c:v>
                </c:pt>
                <c:pt idx="1406">
                  <c:v>0.0108386463498</c:v>
                </c:pt>
                <c:pt idx="1407">
                  <c:v>0.0108219032012</c:v>
                </c:pt>
                <c:pt idx="1408">
                  <c:v>0.0108052449976</c:v>
                </c:pt>
                <c:pt idx="1409">
                  <c:v>0.0107886715724</c:v>
                </c:pt>
                <c:pt idx="1410">
                  <c:v>0.0107721827593</c:v>
                </c:pt>
                <c:pt idx="1411">
                  <c:v>0.0107557783926</c:v>
                </c:pt>
                <c:pt idx="1412">
                  <c:v>0.0107394583069</c:v>
                </c:pt>
                <c:pt idx="1413">
                  <c:v>0.0107232223377</c:v>
                </c:pt>
                <c:pt idx="1414">
                  <c:v>0.0107070703208</c:v>
                </c:pt>
                <c:pt idx="1415">
                  <c:v>0.0106910020927</c:v>
                </c:pt>
                <c:pt idx="1416">
                  <c:v>0.0106750174909</c:v>
                </c:pt>
                <c:pt idx="1417">
                  <c:v>0.0106591163537</c:v>
                </c:pt>
                <c:pt idx="1418">
                  <c:v>0.0106432985202</c:v>
                </c:pt>
                <c:pt idx="1419">
                  <c:v>0.0106275638307</c:v>
                </c:pt>
                <c:pt idx="1420">
                  <c:v>0.0106119121266</c:v>
                </c:pt>
                <c:pt idx="1421">
                  <c:v>0.0105963432507</c:v>
                </c:pt>
                <c:pt idx="1422">
                  <c:v>0.0105808570471</c:v>
                </c:pt>
                <c:pt idx="1423">
                  <c:v>0.0105654533614</c:v>
                </c:pt>
                <c:pt idx="1424">
                  <c:v>0.0105501320407</c:v>
                </c:pt>
                <c:pt idx="1425">
                  <c:v>0.0105348929338</c:v>
                </c:pt>
                <c:pt idx="1426">
                  <c:v>0.0105197358914</c:v>
                </c:pt>
                <c:pt idx="1427">
                  <c:v>0.0105046607662</c:v>
                </c:pt>
                <c:pt idx="1428">
                  <c:v>0.0104896674126</c:v>
                </c:pt>
                <c:pt idx="1429">
                  <c:v>0.0104747556873</c:v>
                </c:pt>
                <c:pt idx="1430">
                  <c:v>0.0104599254492</c:v>
                </c:pt>
                <c:pt idx="1431">
                  <c:v>0.0104451765592</c:v>
                </c:pt>
                <c:pt idx="1432">
                  <c:v>0.0104305088808</c:v>
                </c:pt>
                <c:pt idx="1433">
                  <c:v>0.0104159222798</c:v>
                </c:pt>
                <c:pt idx="1434">
                  <c:v>0.0104014166244</c:v>
                </c:pt>
                <c:pt idx="1435">
                  <c:v>0.0103869917854</c:v>
                </c:pt>
                <c:pt idx="1436">
                  <c:v>0.010372647636</c:v>
                </c:pt>
                <c:pt idx="1437">
                  <c:v>0.0103583840522</c:v>
                </c:pt>
                <c:pt idx="1438">
                  <c:v>0.0103442009124</c:v>
                </c:pt>
                <c:pt idx="1439">
                  <c:v>0.0103300980978</c:v>
                </c:pt>
                <c:pt idx="1440">
                  <c:v>0.010316075492</c:v>
                </c:pt>
                <c:pt idx="1441">
                  <c:v>0.0103021329816</c:v>
                </c:pt>
                <c:pt idx="1442">
                  <c:v>0.0102882704556</c:v>
                </c:pt>
                <c:pt idx="1443">
                  <c:v>0.0102744878057</c:v>
                </c:pt>
                <c:pt idx="1444">
                  <c:v>0.0102607849262</c:v>
                </c:pt>
                <c:pt idx="1445">
                  <c:v>0.010247161714</c:v>
                </c:pt>
                <c:pt idx="1446">
                  <c:v>0.0102336180687</c:v>
                </c:pt>
                <c:pt idx="1447">
                  <c:v>0.0102201538922</c:v>
                </c:pt>
                <c:pt idx="1448">
                  <c:v>0.0102067690892</c:v>
                </c:pt>
                <c:pt idx="1449">
                  <c:v>0.0101934635667</c:v>
                </c:pt>
                <c:pt idx="1450">
                  <c:v>0.0101802372341</c:v>
                </c:pt>
                <c:pt idx="1451">
                  <c:v>0.0101670900031</c:v>
                </c:pt>
                <c:pt idx="1452">
                  <c:v>0.010154021788</c:v>
                </c:pt>
                <c:pt idx="1453">
                  <c:v>0.010141032505</c:v>
                </c:pt>
                <c:pt idx="1454">
                  <c:v>0.0101281220727</c:v>
                </c:pt>
                <c:pt idx="1455">
                  <c:v>0.0101152904117</c:v>
                </c:pt>
                <c:pt idx="1456">
                  <c:v>0.0101025374448</c:v>
                </c:pt>
                <c:pt idx="1457">
                  <c:v>0.0100898630965</c:v>
                </c:pt>
                <c:pt idx="1458">
                  <c:v>0.0100772672934</c:v>
                </c:pt>
                <c:pt idx="1459">
                  <c:v>0.0100647499639</c:v>
                </c:pt>
                <c:pt idx="1460">
                  <c:v>0.010052311038</c:v>
                </c:pt>
                <c:pt idx="1461">
                  <c:v>0.0100399504473</c:v>
                </c:pt>
                <c:pt idx="1462">
                  <c:v>0.0100276681249</c:v>
                </c:pt>
                <c:pt idx="1463">
                  <c:v>0.0100154640055</c:v>
                </c:pt>
                <c:pt idx="1464">
                  <c:v>0.0100033380248</c:v>
                </c:pt>
                <c:pt idx="1465">
                  <c:v>0.0099912901198</c:v>
                </c:pt>
                <c:pt idx="1466">
                  <c:v>0.00997932022844</c:v>
                </c:pt>
                <c:pt idx="1467">
                  <c:v>0.00996742828955</c:v>
                </c:pt>
                <c:pt idx="1468">
                  <c:v>0.00995561424268</c:v>
                </c:pt>
                <c:pt idx="1469">
                  <c:v>0.00994387802792</c:v>
                </c:pt>
                <c:pt idx="1470">
                  <c:v>0.00993221958571</c:v>
                </c:pt>
                <c:pt idx="1471">
                  <c:v>0.00992063885669</c:v>
                </c:pt>
                <c:pt idx="1472">
                  <c:v>0.00990913578143</c:v>
                </c:pt>
                <c:pt idx="1473">
                  <c:v>0.00989771030029</c:v>
                </c:pt>
                <c:pt idx="1474">
                  <c:v>0.00988636235311</c:v>
                </c:pt>
                <c:pt idx="1475">
                  <c:v>0.009875091879</c:v>
                </c:pt>
                <c:pt idx="1476">
                  <c:v>0.00986389881607</c:v>
                </c:pt>
                <c:pt idx="1477">
                  <c:v>0.00985278310114</c:v>
                </c:pt>
                <c:pt idx="1478">
                  <c:v>0.00984174466943</c:v>
                </c:pt>
                <c:pt idx="1479">
                  <c:v>0.00983078345424</c:v>
                </c:pt>
                <c:pt idx="1480">
                  <c:v>0.00981989938663</c:v>
                </c:pt>
                <c:pt idx="1481">
                  <c:v>0.00980909239504</c:v>
                </c:pt>
                <c:pt idx="1482">
                  <c:v>0.00979836240491</c:v>
                </c:pt>
                <c:pt idx="1483">
                  <c:v>0.00978770933832</c:v>
                </c:pt>
                <c:pt idx="1484">
                  <c:v>0.0097771331135</c:v>
                </c:pt>
                <c:pt idx="1485">
                  <c:v>0.00976663364449</c:v>
                </c:pt>
                <c:pt idx="1486">
                  <c:v>0.0097562108406</c:v>
                </c:pt>
                <c:pt idx="1487">
                  <c:v>0.009745864606</c:v>
                </c:pt>
                <c:pt idx="1488">
                  <c:v>0.0097355948392</c:v>
                </c:pt>
                <c:pt idx="1489">
                  <c:v>0.00972540143254</c:v>
                </c:pt>
                <c:pt idx="1490">
                  <c:v>0.00971528427167</c:v>
                </c:pt>
                <c:pt idx="1491">
                  <c:v>0.00970524323504</c:v>
                </c:pt>
                <c:pt idx="1492">
                  <c:v>0.00969527819329</c:v>
                </c:pt>
                <c:pt idx="1493">
                  <c:v>0.00968538900874</c:v>
                </c:pt>
                <c:pt idx="1494">
                  <c:v>0.00967557553476</c:v>
                </c:pt>
                <c:pt idx="1495">
                  <c:v>0.00966583761524</c:v>
                </c:pt>
                <c:pt idx="1496">
                  <c:v>0.00965617508392</c:v>
                </c:pt>
                <c:pt idx="1497">
                  <c:v>0.00964658776382</c:v>
                </c:pt>
                <c:pt idx="1498">
                  <c:v>0.00963707546665</c:v>
                </c:pt>
                <c:pt idx="1499">
                  <c:v>0.00962763799212</c:v>
                </c:pt>
                <c:pt idx="1500">
                  <c:v>0.0096182751274</c:v>
                </c:pt>
                <c:pt idx="1501">
                  <c:v>0.00960898664642</c:v>
                </c:pt>
                <c:pt idx="1502">
                  <c:v>0.00959977230929</c:v>
                </c:pt>
                <c:pt idx="1503">
                  <c:v>0.0095906318617</c:v>
                </c:pt>
                <c:pt idx="1504">
                  <c:v>0.00958156503422</c:v>
                </c:pt>
                <c:pt idx="1505">
                  <c:v>0.00957257154178</c:v>
                </c:pt>
                <c:pt idx="1506">
                  <c:v>0.00956365108302</c:v>
                </c:pt>
                <c:pt idx="1507">
                  <c:v>0.0095548033397</c:v>
                </c:pt>
                <c:pt idx="1508">
                  <c:v>0.00954602797615</c:v>
                </c:pt>
                <c:pt idx="1509">
                  <c:v>0.00953732463865</c:v>
                </c:pt>
                <c:pt idx="1510">
                  <c:v>0.00952869295495</c:v>
                </c:pt>
                <c:pt idx="1511">
                  <c:v>0.00952013253369</c:v>
                </c:pt>
                <c:pt idx="1512">
                  <c:v>0.0095116429639</c:v>
                </c:pt>
                <c:pt idx="1513">
                  <c:v>0.00950322381455</c:v>
                </c:pt>
                <c:pt idx="1514">
                  <c:v>0.00949487463406</c:v>
                </c:pt>
                <c:pt idx="1515">
                  <c:v>0.00948659494986</c:v>
                </c:pt>
                <c:pt idx="1516">
                  <c:v>0.00947838426802</c:v>
                </c:pt>
                <c:pt idx="1517">
                  <c:v>0.00947024207286</c:v>
                </c:pt>
                <c:pt idx="1518">
                  <c:v>0.00946216782663</c:v>
                </c:pt>
                <c:pt idx="1519">
                  <c:v>0.0094541609692</c:v>
                </c:pt>
                <c:pt idx="1520">
                  <c:v>0.00944622091779</c:v>
                </c:pt>
                <c:pt idx="1521">
                  <c:v>0.00943834706678</c:v>
                </c:pt>
                <c:pt idx="1522">
                  <c:v>0.00943053878751</c:v>
                </c:pt>
                <c:pt idx="1523">
                  <c:v>0.00942279542812</c:v>
                </c:pt>
                <c:pt idx="1524">
                  <c:v>0.00941511631354</c:v>
                </c:pt>
                <c:pt idx="1525">
                  <c:v>0.00940750074536</c:v>
                </c:pt>
                <c:pt idx="1526">
                  <c:v>0.00939994800189</c:v>
                </c:pt>
                <c:pt idx="1527">
                  <c:v>0.00939245733818</c:v>
                </c:pt>
                <c:pt idx="1528">
                  <c:v>0.00938502798616</c:v>
                </c:pt>
                <c:pt idx="1529">
                  <c:v>0.00937765915479</c:v>
                </c:pt>
                <c:pt idx="1530">
                  <c:v>0.00937035003026</c:v>
                </c:pt>
                <c:pt idx="1531">
                  <c:v>0.00936309977623</c:v>
                </c:pt>
                <c:pt idx="1532">
                  <c:v>0.00935590753421</c:v>
                </c:pt>
                <c:pt idx="1533">
                  <c:v>0.00934877242389</c:v>
                </c:pt>
                <c:pt idx="1534">
                  <c:v>0.00934169354354</c:v>
                </c:pt>
                <c:pt idx="1535">
                  <c:v>0.00933466997054</c:v>
                </c:pt>
                <c:pt idx="1536">
                  <c:v>0.0093277007619</c:v>
                </c:pt>
                <c:pt idx="1537">
                  <c:v>0.0093207849548</c:v>
                </c:pt>
                <c:pt idx="1538">
                  <c:v>0.00931392156727</c:v>
                </c:pt>
                <c:pt idx="1539">
                  <c:v>0.00930710959886</c:v>
                </c:pt>
                <c:pt idx="1540">
                  <c:v>0.00930034803136</c:v>
                </c:pt>
                <c:pt idx="1541">
                  <c:v>0.0092936358296</c:v>
                </c:pt>
                <c:pt idx="1542">
                  <c:v>0.00928697194226</c:v>
                </c:pt>
                <c:pt idx="1543">
                  <c:v>0.00928035530274</c:v>
                </c:pt>
                <c:pt idx="1544">
                  <c:v>0.00927378483008</c:v>
                </c:pt>
                <c:pt idx="1545">
                  <c:v>0.00926725942988</c:v>
                </c:pt>
                <c:pt idx="1546">
                  <c:v>0.00926077799531</c:v>
                </c:pt>
                <c:pt idx="1547">
                  <c:v>0.00925433940811</c:v>
                </c:pt>
                <c:pt idx="1548">
                  <c:v>0.00924794253963</c:v>
                </c:pt>
                <c:pt idx="1549">
                  <c:v>0.00924158625192</c:v>
                </c:pt>
                <c:pt idx="1550">
                  <c:v>0.00923526939878</c:v>
                </c:pt>
                <c:pt idx="1551">
                  <c:v>0.00922899082694</c:v>
                </c:pt>
                <c:pt idx="1552">
                  <c:v>0.00922274937712</c:v>
                </c:pt>
                <c:pt idx="1553">
                  <c:v>0.00921654388521</c:v>
                </c:pt>
                <c:pt idx="1554">
                  <c:v>0.00921037318341</c:v>
                </c:pt>
                <c:pt idx="1555">
                  <c:v>0.00920423610136</c:v>
                </c:pt>
                <c:pt idx="1556">
                  <c:v>0.00919813146736</c:v>
                </c:pt>
                <c:pt idx="1557">
                  <c:v>0.00919205810943</c:v>
                </c:pt>
                <c:pt idx="1558">
                  <c:v>0.00918601485655</c:v>
                </c:pt>
                <c:pt idx="1559">
                  <c:v>0.00918000053972</c:v>
                </c:pt>
                <c:pt idx="1560">
                  <c:v>0.00917401399314</c:v>
                </c:pt>
                <c:pt idx="1561">
                  <c:v>0.00916805405527</c:v>
                </c:pt>
                <c:pt idx="1562">
                  <c:v>0.00916211956994</c:v>
                </c:pt>
                <c:pt idx="1563">
                  <c:v>0.00915620938743</c:v>
                </c:pt>
                <c:pt idx="1564">
                  <c:v>0.00915032236547</c:v>
                </c:pt>
                <c:pt idx="1565">
                  <c:v>0.00914445737027</c:v>
                </c:pt>
                <c:pt idx="1566">
                  <c:v>0.00913861327749</c:v>
                </c:pt>
                <c:pt idx="1567">
                  <c:v>0.00913278897318</c:v>
                </c:pt>
                <c:pt idx="1568">
                  <c:v>0.0091269833547</c:v>
                </c:pt>
                <c:pt idx="1569">
                  <c:v>0.00912119533155</c:v>
                </c:pt>
                <c:pt idx="1570">
                  <c:v>0.00911542382624</c:v>
                </c:pt>
                <c:pt idx="1571">
                  <c:v>0.00910966777503</c:v>
                </c:pt>
                <c:pt idx="1572">
                  <c:v>0.00910392612872</c:v>
                </c:pt>
                <c:pt idx="1573">
                  <c:v>0.00909819785329</c:v>
                </c:pt>
                <c:pt idx="1574">
                  <c:v>0.00909248193059</c:v>
                </c:pt>
                <c:pt idx="1575">
                  <c:v>0.0090867773589</c:v>
                </c:pt>
                <c:pt idx="1576">
                  <c:v>0.00908108315354</c:v>
                </c:pt>
                <c:pt idx="1577">
                  <c:v>0.00907539834732</c:v>
                </c:pt>
                <c:pt idx="1578">
                  <c:v>0.00906972199103</c:v>
                </c:pt>
                <c:pt idx="1579">
                  <c:v>0.00906405315384</c:v>
                </c:pt>
                <c:pt idx="1580">
                  <c:v>0.00905839092365</c:v>
                </c:pt>
                <c:pt idx="1581">
                  <c:v>0.00905273440743</c:v>
                </c:pt>
                <c:pt idx="1582">
                  <c:v>0.00904708273144</c:v>
                </c:pt>
                <c:pt idx="1583">
                  <c:v>0.00904143504149</c:v>
                </c:pt>
                <c:pt idx="1584">
                  <c:v>0.00903579050307</c:v>
                </c:pt>
                <c:pt idx="1585">
                  <c:v>0.00903014830151</c:v>
                </c:pt>
                <c:pt idx="1586">
                  <c:v>0.00902450764205</c:v>
                </c:pt>
                <c:pt idx="1587">
                  <c:v>0.00901886774984</c:v>
                </c:pt>
                <c:pt idx="1588">
                  <c:v>0.00901322786997</c:v>
                </c:pt>
                <c:pt idx="1589">
                  <c:v>0.00900758726741</c:v>
                </c:pt>
                <c:pt idx="1590">
                  <c:v>0.00900194522692</c:v>
                </c:pt>
                <c:pt idx="1591">
                  <c:v>0.00899630105288</c:v>
                </c:pt>
                <c:pt idx="1592">
                  <c:v>0.0089906540692</c:v>
                </c:pt>
                <c:pt idx="1593">
                  <c:v>0.00898500361903</c:v>
                </c:pt>
                <c:pt idx="1594">
                  <c:v>0.00897934906458</c:v>
                </c:pt>
                <c:pt idx="1595">
                  <c:v>0.00897368978684</c:v>
                </c:pt>
                <c:pt idx="1596">
                  <c:v>0.00896802518523</c:v>
                </c:pt>
                <c:pt idx="1597">
                  <c:v>0.00896235467732</c:v>
                </c:pt>
                <c:pt idx="1598">
                  <c:v>0.00895667769845</c:v>
                </c:pt>
                <c:pt idx="1599">
                  <c:v>0.00895099370135</c:v>
                </c:pt>
                <c:pt idx="1600">
                  <c:v>0.00894530215571</c:v>
                </c:pt>
                <c:pt idx="1601">
                  <c:v>0.00893960254777</c:v>
                </c:pt>
                <c:pt idx="1602">
                  <c:v>0.00893389437986</c:v>
                </c:pt>
                <c:pt idx="1603">
                  <c:v>0.00892817716996</c:v>
                </c:pt>
                <c:pt idx="1604">
                  <c:v>0.00892245045116</c:v>
                </c:pt>
                <c:pt idx="1605">
                  <c:v>0.00891671377122</c:v>
                </c:pt>
                <c:pt idx="1606">
                  <c:v>0.00891096669205</c:v>
                </c:pt>
                <c:pt idx="1607">
                  <c:v>0.00890520878918</c:v>
                </c:pt>
                <c:pt idx="1608">
                  <c:v>0.00889943965126</c:v>
                </c:pt>
                <c:pt idx="1609">
                  <c:v>0.00889365887953</c:v>
                </c:pt>
                <c:pt idx="1610">
                  <c:v>0.00888786608729</c:v>
                </c:pt>
                <c:pt idx="1611">
                  <c:v>0.0088820608994</c:v>
                </c:pt>
                <c:pt idx="1612">
                  <c:v>0.00887624295173</c:v>
                </c:pt>
                <c:pt idx="1613">
                  <c:v>0.00887041189066</c:v>
                </c:pt>
                <c:pt idx="1614">
                  <c:v>0.00886456737256</c:v>
                </c:pt>
                <c:pt idx="1615">
                  <c:v>0.00885870906332</c:v>
                </c:pt>
                <c:pt idx="1616">
                  <c:v>0.00885283663783</c:v>
                </c:pt>
                <c:pt idx="1617">
                  <c:v>0.00884694977953</c:v>
                </c:pt>
                <c:pt idx="1618">
                  <c:v>0.00884104817992</c:v>
                </c:pt>
                <c:pt idx="1619">
                  <c:v>0.00883513153814</c:v>
                </c:pt>
                <c:pt idx="1620">
                  <c:v>0.00882919956053</c:v>
                </c:pt>
                <c:pt idx="1621">
                  <c:v>0.00882325196025</c:v>
                </c:pt>
                <c:pt idx="1622">
                  <c:v>0.00881728845684</c:v>
                </c:pt>
                <c:pt idx="1623">
                  <c:v>0.00881130877589</c:v>
                </c:pt>
                <c:pt idx="1624">
                  <c:v>0.00880531264869</c:v>
                </c:pt>
                <c:pt idx="1625">
                  <c:v>0.0087992998119</c:v>
                </c:pt>
                <c:pt idx="1626">
                  <c:v>0.00879327000726</c:v>
                </c:pt>
                <c:pt idx="1627">
                  <c:v>0.00878722298129</c:v>
                </c:pt>
                <c:pt idx="1628">
                  <c:v>0.00878115848506</c:v>
                </c:pt>
                <c:pt idx="1629">
                  <c:v>0.00877507627397</c:v>
                </c:pt>
                <c:pt idx="1630">
                  <c:v>0.0087689761075</c:v>
                </c:pt>
                <c:pt idx="1631">
                  <c:v>0.00876285774908</c:v>
                </c:pt>
                <c:pt idx="1632">
                  <c:v>0.00875672096588</c:v>
                </c:pt>
                <c:pt idx="1633">
                  <c:v>0.00875056552872</c:v>
                </c:pt>
                <c:pt idx="1634">
                  <c:v>0.00874439121192</c:v>
                </c:pt>
                <c:pt idx="1635">
                  <c:v>0.00873819779321</c:v>
                </c:pt>
                <c:pt idx="1636">
                  <c:v>0.00873198505365</c:v>
                </c:pt>
                <c:pt idx="1637">
                  <c:v>0.00872575277759</c:v>
                </c:pt>
                <c:pt idx="1638">
                  <c:v>0.00871950075263</c:v>
                </c:pt>
                <c:pt idx="1639">
                  <c:v>0.00871322876954</c:v>
                </c:pt>
                <c:pt idx="1640">
                  <c:v>0.00870693662233</c:v>
                </c:pt>
                <c:pt idx="1641">
                  <c:v>0.00870062410819</c:v>
                </c:pt>
                <c:pt idx="1642">
                  <c:v>0.00869429102754</c:v>
                </c:pt>
                <c:pt idx="1643">
                  <c:v>0.00868793718405</c:v>
                </c:pt>
                <c:pt idx="1644">
                  <c:v>0.00868156238465</c:v>
                </c:pt>
                <c:pt idx="1645">
                  <c:v>0.00867516643961</c:v>
                </c:pt>
                <c:pt idx="1646">
                  <c:v>0.00866874916256</c:v>
                </c:pt>
                <c:pt idx="1647">
                  <c:v>0.00866231037056</c:v>
                </c:pt>
                <c:pt idx="1648">
                  <c:v>0.00865584988418</c:v>
                </c:pt>
                <c:pt idx="1649">
                  <c:v>0.00864936752752</c:v>
                </c:pt>
                <c:pt idx="1650">
                  <c:v>0.0086428631283</c:v>
                </c:pt>
                <c:pt idx="1651">
                  <c:v>0.00863633651793</c:v>
                </c:pt>
                <c:pt idx="1652">
                  <c:v>0.00862978753158</c:v>
                </c:pt>
                <c:pt idx="1653">
                  <c:v>0.00862321600825</c:v>
                </c:pt>
                <c:pt idx="1654">
                  <c:v>0.0086166217908</c:v>
                </c:pt>
                <c:pt idx="1655">
                  <c:v>0.0086100047261</c:v>
                </c:pt>
                <c:pt idx="1656">
                  <c:v>0.008603364665</c:v>
                </c:pt>
                <c:pt idx="1657">
                  <c:v>0.00859670146248</c:v>
                </c:pt>
                <c:pt idx="1658">
                  <c:v>0.00859001497766</c:v>
                </c:pt>
                <c:pt idx="1659">
                  <c:v>0.00858330507387</c:v>
                </c:pt>
                <c:pt idx="1660">
                  <c:v>0.00857657161876</c:v>
                </c:pt>
                <c:pt idx="1661">
                  <c:v>0.00856981448429</c:v>
                </c:pt>
                <c:pt idx="1662">
                  <c:v>0.00856303354684</c:v>
                </c:pt>
                <c:pt idx="1663">
                  <c:v>0.00855622868726</c:v>
                </c:pt>
                <c:pt idx="1664">
                  <c:v>0.00854939979091</c:v>
                </c:pt>
                <c:pt idx="1665">
                  <c:v>0.00854254674776</c:v>
                </c:pt>
                <c:pt idx="1666">
                  <c:v>0.00853566945244</c:v>
                </c:pt>
                <c:pt idx="1667">
                  <c:v>0.00852876780429</c:v>
                </c:pt>
                <c:pt idx="1668">
                  <c:v>0.00852184170742</c:v>
                </c:pt>
                <c:pt idx="1669">
                  <c:v>0.00851489107085</c:v>
                </c:pt>
                <c:pt idx="1670">
                  <c:v>0.00850791580851</c:v>
                </c:pt>
                <c:pt idx="1671">
                  <c:v>0.00850091583936</c:v>
                </c:pt>
                <c:pt idx="1672">
                  <c:v>0.00849389108747</c:v>
                </c:pt>
                <c:pt idx="1673">
                  <c:v>0.00848684148214</c:v>
                </c:pt>
                <c:pt idx="1674">
                  <c:v>0.00847976695794</c:v>
                </c:pt>
                <c:pt idx="1675">
                  <c:v>0.00847266745488</c:v>
                </c:pt>
                <c:pt idx="1676">
                  <c:v>0.00846554291851</c:v>
                </c:pt>
                <c:pt idx="1677">
                  <c:v>0.00845839330002</c:v>
                </c:pt>
                <c:pt idx="1678">
                  <c:v>0.0084512185564</c:v>
                </c:pt>
                <c:pt idx="1679">
                  <c:v>0.00844401865059</c:v>
                </c:pt>
                <c:pt idx="1680">
                  <c:v>0.00843679355159</c:v>
                </c:pt>
                <c:pt idx="1681">
                  <c:v>0.00842954323467</c:v>
                </c:pt>
                <c:pt idx="1682">
                  <c:v>0.00842226768148</c:v>
                </c:pt>
                <c:pt idx="1683">
                  <c:v>0.00841496688031</c:v>
                </c:pt>
                <c:pt idx="1684">
                  <c:v>0.00840764082619</c:v>
                </c:pt>
                <c:pt idx="1685">
                  <c:v>0.00840028952113</c:v>
                </c:pt>
                <c:pt idx="1686">
                  <c:v>0.00839291297433</c:v>
                </c:pt>
                <c:pt idx="1687">
                  <c:v>0.00838551120235</c:v>
                </c:pt>
                <c:pt idx="1688">
                  <c:v>0.00837808422936</c:v>
                </c:pt>
                <c:pt idx="1689">
                  <c:v>0.00837063208735</c:v>
                </c:pt>
                <c:pt idx="1690">
                  <c:v>0.00836315481633</c:v>
                </c:pt>
                <c:pt idx="1691">
                  <c:v>0.0083556524646</c:v>
                </c:pt>
                <c:pt idx="1692">
                  <c:v>0.00834812508895</c:v>
                </c:pt>
                <c:pt idx="1693">
                  <c:v>0.00834057275489</c:v>
                </c:pt>
                <c:pt idx="1694">
                  <c:v>0.00833299553691</c:v>
                </c:pt>
                <c:pt idx="1695">
                  <c:v>0.00832539351869</c:v>
                </c:pt>
                <c:pt idx="1696">
                  <c:v>0.00831776679333</c:v>
                </c:pt>
                <c:pt idx="1697">
                  <c:v>0.00831011546356</c:v>
                </c:pt>
                <c:pt idx="1698">
                  <c:v>0.00830243964201</c:v>
                </c:pt>
                <c:pt idx="1699">
                  <c:v>0.00829473945136</c:v>
                </c:pt>
                <c:pt idx="1700">
                  <c:v>0.0082870150246</c:v>
                </c:pt>
                <c:pt idx="1701">
                  <c:v>0.00827926650518</c:v>
                </c:pt>
                <c:pt idx="1702">
                  <c:v>0.00827149404725</c:v>
                </c:pt>
                <c:pt idx="1703">
                  <c:v>0.00826369781577</c:v>
                </c:pt>
                <c:pt idx="1704">
                  <c:v>0.00825587798673</c:v>
                </c:pt>
                <c:pt idx="1705">
                  <c:v>0.00824803474726</c:v>
                </c:pt>
                <c:pt idx="1706">
                  <c:v>0.00824016829576</c:v>
                </c:pt>
                <c:pt idx="1707">
                  <c:v>0.00823227884204</c:v>
                </c:pt>
                <c:pt idx="1708">
                  <c:v>0.0082243666074</c:v>
                </c:pt>
                <c:pt idx="1709">
                  <c:v>0.00821643182468</c:v>
                </c:pt>
                <c:pt idx="1710">
                  <c:v>0.00820847473837</c:v>
                </c:pt>
                <c:pt idx="1711">
                  <c:v>0.00820049560458</c:v>
                </c:pt>
                <c:pt idx="1712">
                  <c:v>0.0081924946911</c:v>
                </c:pt>
                <c:pt idx="1713">
                  <c:v>0.00818447227737</c:v>
                </c:pt>
                <c:pt idx="1714">
                  <c:v>0.00817642865442</c:v>
                </c:pt>
                <c:pt idx="1715">
                  <c:v>0.00816836412485</c:v>
                </c:pt>
                <c:pt idx="1716">
                  <c:v>0.00816027900271</c:v>
                </c:pt>
                <c:pt idx="1717">
                  <c:v>0.0081521736134</c:v>
                </c:pt>
                <c:pt idx="1718">
                  <c:v>0.00814404829353</c:v>
                </c:pt>
                <c:pt idx="1719">
                  <c:v>0.00813590339077</c:v>
                </c:pt>
                <c:pt idx="1720">
                  <c:v>0.00812773926361</c:v>
                </c:pt>
                <c:pt idx="1721">
                  <c:v>0.0081195562812</c:v>
                </c:pt>
                <c:pt idx="1722">
                  <c:v>0.00811135482308</c:v>
                </c:pt>
                <c:pt idx="1723">
                  <c:v>0.00810313527889</c:v>
                </c:pt>
                <c:pt idx="1724">
                  <c:v>0.00809489804812</c:v>
                </c:pt>
                <c:pt idx="1725">
                  <c:v>0.00808664353974</c:v>
                </c:pt>
                <c:pt idx="1726">
                  <c:v>0.00807837217188</c:v>
                </c:pt>
                <c:pt idx="1727">
                  <c:v>0.00807008437148</c:v>
                </c:pt>
                <c:pt idx="1728">
                  <c:v>0.00806178057384</c:v>
                </c:pt>
                <c:pt idx="1729">
                  <c:v>0.00805346122226</c:v>
                </c:pt>
                <c:pt idx="1730">
                  <c:v>0.00804512676759</c:v>
                </c:pt>
                <c:pt idx="1731">
                  <c:v>0.00803677766773</c:v>
                </c:pt>
                <c:pt idx="1732">
                  <c:v>0.00802841438724</c:v>
                </c:pt>
                <c:pt idx="1733">
                  <c:v>0.00802003739676</c:v>
                </c:pt>
                <c:pt idx="1734">
                  <c:v>0.00801164717256</c:v>
                </c:pt>
                <c:pt idx="1735">
                  <c:v>0.00800324419599</c:v>
                </c:pt>
                <c:pt idx="1736">
                  <c:v>0.00799482895295</c:v>
                </c:pt>
                <c:pt idx="1737">
                  <c:v>0.00798640193334</c:v>
                </c:pt>
                <c:pt idx="1738">
                  <c:v>0.0079779636305</c:v>
                </c:pt>
                <c:pt idx="1739">
                  <c:v>0.00796951454066</c:v>
                </c:pt>
                <c:pt idx="1740">
                  <c:v>0.00796105516233</c:v>
                </c:pt>
                <c:pt idx="1741">
                  <c:v>0.00795258599577</c:v>
                </c:pt>
                <c:pt idx="1742">
                  <c:v>0.00794410754236</c:v>
                </c:pt>
                <c:pt idx="1743">
                  <c:v>0.00793562030406</c:v>
                </c:pt>
                <c:pt idx="1744">
                  <c:v>0.00792712478281</c:v>
                </c:pt>
                <c:pt idx="1745">
                  <c:v>0.00791862147991</c:v>
                </c:pt>
                <c:pt idx="1746">
                  <c:v>0.00791011089555</c:v>
                </c:pt>
                <c:pt idx="1747">
                  <c:v>0.0079015935281</c:v>
                </c:pt>
                <c:pt idx="1748">
                  <c:v>0.00789306987368</c:v>
                </c:pt>
                <c:pt idx="1749">
                  <c:v>0.0078845404255</c:v>
                </c:pt>
                <c:pt idx="1750">
                  <c:v>0.00787600567339</c:v>
                </c:pt>
                <c:pt idx="1751">
                  <c:v>0.00786746610322</c:v>
                </c:pt>
                <c:pt idx="1752">
                  <c:v>0.00785892219641</c:v>
                </c:pt>
                <c:pt idx="1753">
                  <c:v>0.00785037442942</c:v>
                </c:pt>
                <c:pt idx="1754">
                  <c:v>0.00784182327325</c:v>
                </c:pt>
                <c:pt idx="1755">
                  <c:v>0.00783326919297</c:v>
                </c:pt>
                <c:pt idx="1756">
                  <c:v>0.00782471264731</c:v>
                </c:pt>
                <c:pt idx="1757">
                  <c:v>0.00781615408817</c:v>
                </c:pt>
                <c:pt idx="1758">
                  <c:v>0.00780759396023</c:v>
                </c:pt>
                <c:pt idx="1759">
                  <c:v>0.0077990327006</c:v>
                </c:pt>
                <c:pt idx="1760">
                  <c:v>0.00779047073837</c:v>
                </c:pt>
                <c:pt idx="1761">
                  <c:v>0.00778190849435</c:v>
                </c:pt>
                <c:pt idx="1762">
                  <c:v>0.0077733463807</c:v>
                </c:pt>
                <c:pt idx="1763">
                  <c:v>0.00776478480065</c:v>
                </c:pt>
                <c:pt idx="1764">
                  <c:v>0.00775622414821</c:v>
                </c:pt>
                <c:pt idx="1765">
                  <c:v>0.00774766480796</c:v>
                </c:pt>
                <c:pt idx="1766">
                  <c:v>0.00773910715479</c:v>
                </c:pt>
                <c:pt idx="1767">
                  <c:v>0.00773055155372</c:v>
                </c:pt>
                <c:pt idx="1768">
                  <c:v>0.00772199835974</c:v>
                </c:pt>
                <c:pt idx="1769">
                  <c:v>0.00771344791765</c:v>
                </c:pt>
                <c:pt idx="1770">
                  <c:v>0.00770490056192</c:v>
                </c:pt>
                <c:pt idx="1771">
                  <c:v>0.00769635661666</c:v>
                </c:pt>
                <c:pt idx="1772">
                  <c:v>0.00768781639548</c:v>
                </c:pt>
                <c:pt idx="1773">
                  <c:v>0.00767928020149</c:v>
                </c:pt>
                <c:pt idx="1774">
                  <c:v>0.00767074832723</c:v>
                </c:pt>
                <c:pt idx="1775">
                  <c:v>0.00766222105475</c:v>
                </c:pt>
                <c:pt idx="1776">
                  <c:v>0.00765369865556</c:v>
                </c:pt>
                <c:pt idx="1777">
                  <c:v>0.00764518139073</c:v>
                </c:pt>
                <c:pt idx="1778">
                  <c:v>0.00763666951093</c:v>
                </c:pt>
                <c:pt idx="1779">
                  <c:v>0.00762816325653</c:v>
                </c:pt>
                <c:pt idx="1780">
                  <c:v>0.00761966285772</c:v>
                </c:pt>
                <c:pt idx="1781">
                  <c:v>0.00761116853463</c:v>
                </c:pt>
                <c:pt idx="1782">
                  <c:v>0.0076026804975</c:v>
                </c:pt>
                <c:pt idx="1783">
                  <c:v>0.0075941989468</c:v>
                </c:pt>
                <c:pt idx="1784">
                  <c:v>0.00758572407348</c:v>
                </c:pt>
                <c:pt idx="1785">
                  <c:v>0.00757725605912</c:v>
                </c:pt>
                <c:pt idx="1786">
                  <c:v>0.00756879507616</c:v>
                </c:pt>
                <c:pt idx="1787">
                  <c:v>0.00756034128811</c:v>
                </c:pt>
                <c:pt idx="1788">
                  <c:v>0.00755189484981</c:v>
                </c:pt>
                <c:pt idx="1789">
                  <c:v>0.00754345590766</c:v>
                </c:pt>
                <c:pt idx="1790">
                  <c:v>0.00753502459991</c:v>
                </c:pt>
                <c:pt idx="1791">
                  <c:v>0.00752660105686</c:v>
                </c:pt>
                <c:pt idx="1792">
                  <c:v>0.00751818540118</c:v>
                </c:pt>
                <c:pt idx="1793">
                  <c:v>0.00750977774818</c:v>
                </c:pt>
                <c:pt idx="1794">
                  <c:v>0.00750137820607</c:v>
                </c:pt>
                <c:pt idx="1795">
                  <c:v>0.00749298687625</c:v>
                </c:pt>
                <c:pt idx="1796">
                  <c:v>0.00748460385357</c:v>
                </c:pt>
                <c:pt idx="1797">
                  <c:v>0.00747622922667</c:v>
                </c:pt>
                <c:pt idx="1798">
                  <c:v>0.00746786307815</c:v>
                </c:pt>
                <c:pt idx="1799">
                  <c:v>0.00745950548496</c:v>
                </c:pt>
                <c:pt idx="1800">
                  <c:v>0.00745115651858</c:v>
                </c:pt>
                <c:pt idx="1801">
                  <c:v>0.00744281624531</c:v>
                </c:pt>
                <c:pt idx="1802">
                  <c:v>0.00743448472653</c:v>
                </c:pt>
                <c:pt idx="1803">
                  <c:v>0.00742616201893</c:v>
                </c:pt>
                <c:pt idx="1804">
                  <c:v>0.00741784817475</c:v>
                </c:pt>
                <c:pt idx="1805">
                  <c:v>0.00740954324199</c:v>
                </c:pt>
                <c:pt idx="1806">
                  <c:v>0.00740124726464</c:v>
                </c:pt>
                <c:pt idx="1807">
                  <c:v>0.00739296028284</c:v>
                </c:pt>
                <c:pt idx="1808">
                  <c:v>0.00738468233312</c:v>
                </c:pt>
                <c:pt idx="1809">
                  <c:v>0.00737641344849</c:v>
                </c:pt>
                <c:pt idx="1810">
                  <c:v>0.00736815365867</c:v>
                </c:pt>
                <c:pt idx="1811">
                  <c:v>0.00735990299018</c:v>
                </c:pt>
                <c:pt idx="1812">
                  <c:v>0.00735166146646</c:v>
                </c:pt>
                <c:pt idx="1813">
                  <c:v>0.007343429108</c:v>
                </c:pt>
                <c:pt idx="1814">
                  <c:v>0.00733520593243</c:v>
                </c:pt>
                <c:pt idx="1815">
                  <c:v>0.00732699195457</c:v>
                </c:pt>
                <c:pt idx="1816">
                  <c:v>0.00731878718651</c:v>
                </c:pt>
                <c:pt idx="1817">
                  <c:v>0.00731059163763</c:v>
                </c:pt>
                <c:pt idx="1818">
                  <c:v>0.00730240531467</c:v>
                </c:pt>
                <c:pt idx="1819">
                  <c:v>0.00729422822173</c:v>
                </c:pt>
                <c:pt idx="1820">
                  <c:v>0.00728606036025</c:v>
                </c:pt>
                <c:pt idx="1821">
                  <c:v>0.00727790172903</c:v>
                </c:pt>
                <c:pt idx="1822">
                  <c:v>0.00726975232421</c:v>
                </c:pt>
                <c:pt idx="1823">
                  <c:v>0.00726161213924</c:v>
                </c:pt>
                <c:pt idx="1824">
                  <c:v>0.00725348116484</c:v>
                </c:pt>
                <c:pt idx="1825">
                  <c:v>0.00724535938895</c:v>
                </c:pt>
                <c:pt idx="1826">
                  <c:v>0.00723724679673</c:v>
                </c:pt>
                <c:pt idx="1827">
                  <c:v>0.00722914337043</c:v>
                </c:pt>
                <c:pt idx="1828">
                  <c:v>0.00722104908941</c:v>
                </c:pt>
                <c:pt idx="1829">
                  <c:v>0.00721296393004</c:v>
                </c:pt>
                <c:pt idx="1830">
                  <c:v>0.00720488786567</c:v>
                </c:pt>
                <c:pt idx="1831">
                  <c:v>0.00719682086656</c:v>
                </c:pt>
                <c:pt idx="1832">
                  <c:v>0.00718876289985</c:v>
                </c:pt>
                <c:pt idx="1833">
                  <c:v>0.00718071392952</c:v>
                </c:pt>
                <c:pt idx="1834">
                  <c:v>0.00717267391633</c:v>
                </c:pt>
                <c:pt idx="1835">
                  <c:v>0.0071646428178</c:v>
                </c:pt>
                <c:pt idx="1836">
                  <c:v>0.00715662058822</c:v>
                </c:pt>
                <c:pt idx="1837">
                  <c:v>0.00714860717861</c:v>
                </c:pt>
                <c:pt idx="1838">
                  <c:v>0.00714060253672</c:v>
                </c:pt>
                <c:pt idx="1839">
                  <c:v>0.00713260660707</c:v>
                </c:pt>
                <c:pt idx="1840">
                  <c:v>0.00712461933098</c:v>
                </c:pt>
                <c:pt idx="1841">
                  <c:v>0.00711664064659</c:v>
                </c:pt>
                <c:pt idx="1842">
                  <c:v>0.00710867048895</c:v>
                </c:pt>
                <c:pt idx="1843">
                  <c:v>0.00710070879007</c:v>
                </c:pt>
                <c:pt idx="1844">
                  <c:v>0.00709275547902</c:v>
                </c:pt>
                <c:pt idx="1845">
                  <c:v>0.00708481048204</c:v>
                </c:pt>
                <c:pt idx="1846">
                  <c:v>0.00707687372268</c:v>
                </c:pt>
                <c:pt idx="1847">
                  <c:v>0.00706894512192</c:v>
                </c:pt>
                <c:pt idx="1848">
                  <c:v>0.00706102459832</c:v>
                </c:pt>
                <c:pt idx="1849">
                  <c:v>0.00705311206823</c:v>
                </c:pt>
                <c:pt idx="1850">
                  <c:v>0.00704520744596</c:v>
                </c:pt>
                <c:pt idx="1851">
                  <c:v>0.00703731064398</c:v>
                </c:pt>
                <c:pt idx="1852">
                  <c:v>0.00702942157315</c:v>
                </c:pt>
                <c:pt idx="1853">
                  <c:v>0.00702154014297</c:v>
                </c:pt>
                <c:pt idx="1854">
                  <c:v>0.00701366626182</c:v>
                </c:pt>
                <c:pt idx="1855">
                  <c:v>0.0070057998372</c:v>
                </c:pt>
                <c:pt idx="1856">
                  <c:v>0.00699794077605</c:v>
                </c:pt>
                <c:pt idx="1857">
                  <c:v>0.00699008898503</c:v>
                </c:pt>
                <c:pt idx="1858">
                  <c:v>0.00698224437079</c:v>
                </c:pt>
                <c:pt idx="1859">
                  <c:v>0.00697440684031</c:v>
                </c:pt>
                <c:pt idx="1860">
                  <c:v>0.0069665763012</c:v>
                </c:pt>
                <c:pt idx="1861">
                  <c:v>0.00695875266204</c:v>
                </c:pt>
                <c:pt idx="1862">
                  <c:v>0.00695093583272</c:v>
                </c:pt>
                <c:pt idx="1863">
                  <c:v>0.00694312572473</c:v>
                </c:pt>
                <c:pt idx="1864">
                  <c:v>0.00693532225158</c:v>
                </c:pt>
                <c:pt idx="1865">
                  <c:v>0.00692752532909</c:v>
                </c:pt>
                <c:pt idx="1866">
                  <c:v>0.00691973487575</c:v>
                </c:pt>
                <c:pt idx="1867">
                  <c:v>0.00691195081309</c:v>
                </c:pt>
                <c:pt idx="1868">
                  <c:v>0.00690417306604</c:v>
                </c:pt>
                <c:pt idx="1869">
                  <c:v>0.00689640156324</c:v>
                </c:pt>
                <c:pt idx="1870">
                  <c:v>0.00688863623744</c:v>
                </c:pt>
                <c:pt idx="1871">
                  <c:v>0.00688087702582</c:v>
                </c:pt>
                <c:pt idx="1872">
                  <c:v>0.00687312387034</c:v>
                </c:pt>
                <c:pt idx="1873">
                  <c:v>0.0068653767181</c:v>
                </c:pt>
                <c:pt idx="1874">
                  <c:v>0.00685763552167</c:v>
                </c:pt>
                <c:pt idx="1875">
                  <c:v>0.00684990023942</c:v>
                </c:pt>
                <c:pt idx="1876">
                  <c:v>0.00684217083583</c:v>
                </c:pt>
                <c:pt idx="1877">
                  <c:v>0.00683444728186</c:v>
                </c:pt>
                <c:pt idx="1878">
                  <c:v>0.00682672955518</c:v>
                </c:pt>
                <c:pt idx="1879">
                  <c:v>0.00681901764056</c:v>
                </c:pt>
                <c:pt idx="1880">
                  <c:v>0.00681131153009</c:v>
                </c:pt>
                <c:pt idx="1881">
                  <c:v>0.00680361122352</c:v>
                </c:pt>
                <c:pt idx="1882">
                  <c:v>0.00679591672848</c:v>
                </c:pt>
                <c:pt idx="1883">
                  <c:v>0.00678822806075</c:v>
                </c:pt>
                <c:pt idx="1884">
                  <c:v>0.00678054524452</c:v>
                </c:pt>
                <c:pt idx="1885">
                  <c:v>0.0067728683126</c:v>
                </c:pt>
                <c:pt idx="1886">
                  <c:v>0.00676519730666</c:v>
                </c:pt>
                <c:pt idx="1887">
                  <c:v>0.00675753227737</c:v>
                </c:pt>
                <c:pt idx="1888">
                  <c:v>0.00674987328465</c:v>
                </c:pt>
                <c:pt idx="1889">
                  <c:v>0.00674222039778</c:v>
                </c:pt>
                <c:pt idx="1890">
                  <c:v>0.00673457369557</c:v>
                </c:pt>
                <c:pt idx="1891">
                  <c:v>0.00672693326647</c:v>
                </c:pt>
                <c:pt idx="1892">
                  <c:v>0.00671929920867</c:v>
                </c:pt>
                <c:pt idx="1893">
                  <c:v>0.00671167163019</c:v>
                </c:pt>
                <c:pt idx="1894">
                  <c:v>0.00670405064893</c:v>
                </c:pt>
                <c:pt idx="1895">
                  <c:v>0.0066964363927</c:v>
                </c:pt>
                <c:pt idx="1896">
                  <c:v>0.00668882899924</c:v>
                </c:pt>
                <c:pt idx="1897">
                  <c:v>0.00668122861621</c:v>
                </c:pt>
                <c:pt idx="1898">
                  <c:v>0.00667363540109</c:v>
                </c:pt>
                <c:pt idx="1899">
                  <c:v>0.00666604952121</c:v>
                </c:pt>
                <c:pt idx="1900">
                  <c:v>0.00665847115357</c:v>
                </c:pt>
                <c:pt idx="1901">
                  <c:v>0.00665090048473</c:v>
                </c:pt>
                <c:pt idx="1902">
                  <c:v>0.00664333771071</c:v>
                </c:pt>
                <c:pt idx="1903">
                  <c:v>0.00663578303674</c:v>
                </c:pt>
                <c:pt idx="1904">
                  <c:v>0.00662823667708</c:v>
                </c:pt>
                <c:pt idx="1905">
                  <c:v>0.0066206988548</c:v>
                </c:pt>
                <c:pt idx="1906">
                  <c:v>0.00661316980145</c:v>
                </c:pt>
                <c:pt idx="1907">
                  <c:v>0.00660564975684</c:v>
                </c:pt>
                <c:pt idx="1908">
                  <c:v>0.00659813896863</c:v>
                </c:pt>
                <c:pt idx="1909">
                  <c:v>0.00659063769206</c:v>
                </c:pt>
                <c:pt idx="1910">
                  <c:v>0.00658314618946</c:v>
                </c:pt>
                <c:pt idx="1911">
                  <c:v>0.00657566472994</c:v>
                </c:pt>
                <c:pt idx="1912">
                  <c:v>0.00656819358888</c:v>
                </c:pt>
                <c:pt idx="1913">
                  <c:v>0.00656073304747</c:v>
                </c:pt>
                <c:pt idx="1914">
                  <c:v>0.00655328339226</c:v>
                </c:pt>
                <c:pt idx="1915">
                  <c:v>0.00654584491457</c:v>
                </c:pt>
                <c:pt idx="1916">
                  <c:v>0.00653841791003</c:v>
                </c:pt>
                <c:pt idx="1917">
                  <c:v>0.00653100267794</c:v>
                </c:pt>
                <c:pt idx="1918">
                  <c:v>0.00652359952074</c:v>
                </c:pt>
                <c:pt idx="1919">
                  <c:v>0.00651620874338</c:v>
                </c:pt>
                <c:pt idx="1920">
                  <c:v>0.0065088306527</c:v>
                </c:pt>
                <c:pt idx="1921">
                  <c:v>0.00650146555682</c:v>
                </c:pt>
                <c:pt idx="1922">
                  <c:v>0.00649411376445</c:v>
                </c:pt>
                <c:pt idx="1923">
                  <c:v>0.00648677558426</c:v>
                </c:pt>
                <c:pt idx="1924">
                  <c:v>0.00647945132418</c:v>
                </c:pt>
                <c:pt idx="1925">
                  <c:v>0.00647214129078</c:v>
                </c:pt>
                <c:pt idx="1926">
                  <c:v>0.0064648457885</c:v>
                </c:pt>
                <c:pt idx="1927">
                  <c:v>0.00645756511904</c:v>
                </c:pt>
                <c:pt idx="1928">
                  <c:v>0.00645029958064</c:v>
                </c:pt>
                <c:pt idx="1929">
                  <c:v>0.00644304946737</c:v>
                </c:pt>
                <c:pt idx="1930">
                  <c:v>0.00643581506851</c:v>
                </c:pt>
                <c:pt idx="1931">
                  <c:v>0.00642859666781</c:v>
                </c:pt>
                <c:pt idx="1932">
                  <c:v>0.00642139454285</c:v>
                </c:pt>
                <c:pt idx="1933">
                  <c:v>0.00641420896438</c:v>
                </c:pt>
                <c:pt idx="1934">
                  <c:v>0.00640704019567</c:v>
                </c:pt>
                <c:pt idx="1935">
                  <c:v>0.00639988849189</c:v>
                </c:pt>
                <c:pt idx="1936">
                  <c:v>0.00639275409947</c:v>
                </c:pt>
                <c:pt idx="1937">
                  <c:v>0.0063856372555</c:v>
                </c:pt>
                <c:pt idx="1938">
                  <c:v>0.00637853818719</c:v>
                </c:pt>
                <c:pt idx="1939">
                  <c:v>0.00637145711128</c:v>
                </c:pt>
                <c:pt idx="1940">
                  <c:v>0.00636439423351</c:v>
                </c:pt>
                <c:pt idx="1941">
                  <c:v>0.00635734974812</c:v>
                </c:pt>
                <c:pt idx="1942">
                  <c:v>0.00635032383737</c:v>
                </c:pt>
                <c:pt idx="1943">
                  <c:v>0.00634331667105</c:v>
                </c:pt>
                <c:pt idx="1944">
                  <c:v>0.00633632840611</c:v>
                </c:pt>
                <c:pt idx="1945">
                  <c:v>0.00632935918621</c:v>
                </c:pt>
                <c:pt idx="1946">
                  <c:v>0.00632240914137</c:v>
                </c:pt>
                <c:pt idx="1947">
                  <c:v>0.00631547838763</c:v>
                </c:pt>
                <c:pt idx="1948">
                  <c:v>0.00630856702674</c:v>
                </c:pt>
                <c:pt idx="1949">
                  <c:v>0.00630167514587</c:v>
                </c:pt>
                <c:pt idx="1950">
                  <c:v>0.00629480281738</c:v>
                </c:pt>
                <c:pt idx="1951">
                  <c:v>0.00628795009859</c:v>
                </c:pt>
                <c:pt idx="1952">
                  <c:v>0.0062811170316</c:v>
                </c:pt>
                <c:pt idx="1953">
                  <c:v>0.00627430364313</c:v>
                </c:pt>
                <c:pt idx="1954">
                  <c:v>0.00626750994438</c:v>
                </c:pt>
                <c:pt idx="1955">
                  <c:v>0.00626073593097</c:v>
                </c:pt>
                <c:pt idx="1956">
                  <c:v>0.00625398158281</c:v>
                </c:pt>
                <c:pt idx="1957">
                  <c:v>0.00624724686412</c:v>
                </c:pt>
                <c:pt idx="1958">
                  <c:v>0.00624053172336</c:v>
                </c:pt>
                <c:pt idx="1959">
                  <c:v>0.00623383609327</c:v>
                </c:pt>
                <c:pt idx="1960">
                  <c:v>0.00622715989089</c:v>
                </c:pt>
                <c:pt idx="1961">
                  <c:v>0.00622050301761</c:v>
                </c:pt>
                <c:pt idx="1962">
                  <c:v>0.00621386535928</c:v>
                </c:pt>
                <c:pt idx="1963">
                  <c:v>0.00620724678622</c:v>
                </c:pt>
                <c:pt idx="1964">
                  <c:v>0.00620064715346</c:v>
                </c:pt>
                <c:pt idx="1965">
                  <c:v>0.00619406630074</c:v>
                </c:pt>
                <c:pt idx="1966">
                  <c:v>0.00618750405275</c:v>
                </c:pt>
                <c:pt idx="1967">
                  <c:v>0.00618096021925</c:v>
                </c:pt>
                <c:pt idx="1968">
                  <c:v>0.00617443459525</c:v>
                </c:pt>
                <c:pt idx="1969">
                  <c:v>0.00616792696119</c:v>
                </c:pt>
                <c:pt idx="1970">
                  <c:v>0.00616143708312</c:v>
                </c:pt>
                <c:pt idx="1971">
                  <c:v>0.00615496471294</c:v>
                </c:pt>
                <c:pt idx="1972">
                  <c:v>0.00614850958858</c:v>
                </c:pt>
                <c:pt idx="1973">
                  <c:v>0.00614207143419</c:v>
                </c:pt>
                <c:pt idx="1974">
                  <c:v>0.0061356499604</c:v>
                </c:pt>
                <c:pt idx="1975">
                  <c:v>0.00612924486455</c:v>
                </c:pt>
                <c:pt idx="1976">
                  <c:v>0.00612285583083</c:v>
                </c:pt>
                <c:pt idx="1977">
                  <c:v>0.00611648253062</c:v>
                </c:pt>
                <c:pt idx="1978">
                  <c:v>0.00611012462261</c:v>
                </c:pt>
                <c:pt idx="1979">
                  <c:v>0.00610378175308</c:v>
                </c:pt>
                <c:pt idx="1980">
                  <c:v>0.00609745355611</c:v>
                </c:pt>
                <c:pt idx="1981">
                  <c:v>0.0060911396538</c:v>
                </c:pt>
                <c:pt idx="1982">
                  <c:v>0.0060848396565</c:v>
                </c:pt>
                <c:pt idx="1983">
                  <c:v>0.00607855316297</c:v>
                </c:pt>
                <c:pt idx="1984">
                  <c:v>0.00607227976066</c:v>
                </c:pt>
                <c:pt idx="1985">
                  <c:v>0.00606601902589</c:v>
                </c:pt>
                <c:pt idx="1986">
                  <c:v>0.00605977052404</c:v>
                </c:pt>
                <c:pt idx="1987">
                  <c:v>0.00605353380976</c:v>
                </c:pt>
                <c:pt idx="1988">
                  <c:v>0.00604730842716</c:v>
                </c:pt>
                <c:pt idx="1989">
                  <c:v>0.00604109391002</c:v>
                </c:pt>
                <c:pt idx="1990">
                  <c:v>0.00603488978194</c:v>
                </c:pt>
                <c:pt idx="1991">
                  <c:v>0.00602869555658</c:v>
                </c:pt>
                <c:pt idx="1992">
                  <c:v>0.00602251073777</c:v>
                </c:pt>
                <c:pt idx="1993">
                  <c:v>0.00601633481973</c:v>
                </c:pt>
                <c:pt idx="1994">
                  <c:v>0.00601016728723</c:v>
                </c:pt>
                <c:pt idx="1995">
                  <c:v>0.00600400761574</c:v>
                </c:pt>
                <c:pt idx="1996">
                  <c:v>0.00599785527164</c:v>
                </c:pt>
                <c:pt idx="1997">
                  <c:v>0.00599170971232</c:v>
                </c:pt>
                <c:pt idx="1998">
                  <c:v>0.00598557038638</c:v>
                </c:pt>
                <c:pt idx="1999">
                  <c:v>0.00597943673375</c:v>
                </c:pt>
                <c:pt idx="2000">
                  <c:v>0.0059733081859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0.75"/>
          <c:min val="0"/>
        </c:scaling>
        <c:delete val="0"/>
        <c:axPos val="l"/>
        <c:majorGridlines>
          <c:spPr>
            <a:ln xmlns:a="http://schemas.openxmlformats.org/drawingml/2006/main" w="4763">
              <a:solidFill>
                <a:srgbClr val="EEEEEE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2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majorUnit val="1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7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U/t = 10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222222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scatterChart>
        <c:scatterStyle val="lineMarker"/>
        <c:varyColors val="0"/>
        <c:ser>
          <c:idx val="0"/>
          <c:order val="0"/>
          <c:tx>
            <c:v>charge</c:v>
          </c:tx>
          <c:spPr>
            <a:ln xmlns:a="http://schemas.openxmlformats.org/drawingml/2006/main" w="15240">
              <a:solidFill>
                <a:srgbClr val="C43C64"/>
              </a:solidFill>
              <a:prstDash val="solid"/>
            </a:ln>
          </c:spPr>
          <c:marker>
            <c:symbol val="none"/>
            <c:size val="5"/>
            <c:spPr>
              <a:solidFill xmlns:a="http://schemas.openxmlformats.org/drawingml/2006/main">
                <a:srgbClr val="C43C64"/>
              </a:solidFill>
            </c:spPr>
          </c:marker>
          <c:xVal>
            <c:numRef>
              <c:f>'Chart Data'!$A$2:$A$2002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Data'!$B$2:$B$2002</c:f>
              <c:numCache>
                <c:formatCode>0.0</c:formatCode>
                <c:ptCount val="2001"/>
                <c:pt idx="0">
                  <c:v>0.0038580631205</c:v>
                </c:pt>
                <c:pt idx="1">
                  <c:v>0.00386655965236</c:v>
                </c:pt>
                <c:pt idx="2">
                  <c:v>0.0038750852684</c:v>
                </c:pt>
                <c:pt idx="3">
                  <c:v>0.00388364010692</c:v>
                </c:pt>
                <c:pt idx="4">
                  <c:v>0.00389222430705</c:v>
                </c:pt>
                <c:pt idx="5">
                  <c:v>0.00390083800883</c:v>
                </c:pt>
                <c:pt idx="6">
                  <c:v>0.00390948135314</c:v>
                </c:pt>
                <c:pt idx="7">
                  <c:v>0.00391815448177</c:v>
                </c:pt>
                <c:pt idx="8">
                  <c:v>0.00392685753739</c:v>
                </c:pt>
                <c:pt idx="9">
                  <c:v>0.00393559066357</c:v>
                </c:pt>
                <c:pt idx="10">
                  <c:v>0.00394435400477</c:v>
                </c:pt>
                <c:pt idx="11">
                  <c:v>0.00395314770639</c:v>
                </c:pt>
                <c:pt idx="12">
                  <c:v>0.00396197191472</c:v>
                </c:pt>
                <c:pt idx="13">
                  <c:v>0.003970826777</c:v>
                </c:pt>
                <c:pt idx="14">
                  <c:v>0.00397971244138</c:v>
                </c:pt>
                <c:pt idx="15">
                  <c:v>0.00398862905698</c:v>
                </c:pt>
                <c:pt idx="16">
                  <c:v>0.00399757677385</c:v>
                </c:pt>
                <c:pt idx="17">
                  <c:v>0.004006555743</c:v>
                </c:pt>
                <c:pt idx="18">
                  <c:v>0.00401556611641</c:v>
                </c:pt>
                <c:pt idx="19">
                  <c:v>0.00402460804703</c:v>
                </c:pt>
                <c:pt idx="20">
                  <c:v>0.00403368168877</c:v>
                </c:pt>
                <c:pt idx="21">
                  <c:v>0.00404278719657</c:v>
                </c:pt>
                <c:pt idx="22">
                  <c:v>0.00405192472634</c:v>
                </c:pt>
                <c:pt idx="23">
                  <c:v>0.00406109443499</c:v>
                </c:pt>
                <c:pt idx="24">
                  <c:v>0.00407029648045</c:v>
                </c:pt>
                <c:pt idx="25">
                  <c:v>0.00407953102168</c:v>
                </c:pt>
                <c:pt idx="26">
                  <c:v>0.00408879821867</c:v>
                </c:pt>
                <c:pt idx="27">
                  <c:v>0.00409809823242</c:v>
                </c:pt>
                <c:pt idx="28">
                  <c:v>0.00410743122501</c:v>
                </c:pt>
                <c:pt idx="29">
                  <c:v>0.00411679735957</c:v>
                </c:pt>
                <c:pt idx="30">
                  <c:v>0.00412619680027</c:v>
                </c:pt>
                <c:pt idx="31">
                  <c:v>0.00413562971237</c:v>
                </c:pt>
                <c:pt idx="32">
                  <c:v>0.00414509626223</c:v>
                </c:pt>
                <c:pt idx="33">
                  <c:v>0.00415459661727</c:v>
                </c:pt>
                <c:pt idx="34">
                  <c:v>0.00416413094602</c:v>
                </c:pt>
                <c:pt idx="35">
                  <c:v>0.00417369941813</c:v>
                </c:pt>
                <c:pt idx="36">
                  <c:v>0.00418330220436</c:v>
                </c:pt>
                <c:pt idx="37">
                  <c:v>0.00419293947659</c:v>
                </c:pt>
                <c:pt idx="38">
                  <c:v>0.00420261140786</c:v>
                </c:pt>
                <c:pt idx="39">
                  <c:v>0.00421231817234</c:v>
                </c:pt>
                <c:pt idx="40">
                  <c:v>0.00422205994536</c:v>
                </c:pt>
                <c:pt idx="41">
                  <c:v>0.00423183690342</c:v>
                </c:pt>
                <c:pt idx="42">
                  <c:v>0.00424164922419</c:v>
                </c:pt>
                <c:pt idx="43">
                  <c:v>0.00425149708653</c:v>
                </c:pt>
                <c:pt idx="44">
                  <c:v>0.00426138067051</c:v>
                </c:pt>
                <c:pt idx="45">
                  <c:v>0.00427130015738</c:v>
                </c:pt>
                <c:pt idx="46">
                  <c:v>0.00428125572964</c:v>
                </c:pt>
                <c:pt idx="47">
                  <c:v>0.00429124757099</c:v>
                </c:pt>
                <c:pt idx="48">
                  <c:v>0.00430127586638</c:v>
                </c:pt>
                <c:pt idx="49">
                  <c:v>0.00431134080201</c:v>
                </c:pt>
                <c:pt idx="50">
                  <c:v>0.00432144256534</c:v>
                </c:pt>
                <c:pt idx="51">
                  <c:v>0.00433158134511</c:v>
                </c:pt>
                <c:pt idx="52">
                  <c:v>0.00434175733131</c:v>
                </c:pt>
                <c:pt idx="53">
                  <c:v>0.00435197071526</c:v>
                </c:pt>
                <c:pt idx="54">
                  <c:v>0.00436222168957</c:v>
                </c:pt>
                <c:pt idx="55">
                  <c:v>0.00437251044816</c:v>
                </c:pt>
                <c:pt idx="56">
                  <c:v>0.00438283718628</c:v>
                </c:pt>
                <c:pt idx="57">
                  <c:v>0.00439320210053</c:v>
                </c:pt>
                <c:pt idx="58">
                  <c:v>0.00440360538885</c:v>
                </c:pt>
                <c:pt idx="59">
                  <c:v>0.00441404725053</c:v>
                </c:pt>
                <c:pt idx="60">
                  <c:v>0.00442452788627</c:v>
                </c:pt>
                <c:pt idx="61">
                  <c:v>0.00443504749812</c:v>
                </c:pt>
                <c:pt idx="62">
                  <c:v>0.00444560628955</c:v>
                </c:pt>
                <c:pt idx="63">
                  <c:v>0.00445620446544</c:v>
                </c:pt>
                <c:pt idx="64">
                  <c:v>0.00446684223209</c:v>
                </c:pt>
                <c:pt idx="65">
                  <c:v>0.00447751979723</c:v>
                </c:pt>
                <c:pt idx="66">
                  <c:v>0.00448823737005</c:v>
                </c:pt>
                <c:pt idx="67">
                  <c:v>0.0044989951612</c:v>
                </c:pt>
                <c:pt idx="68">
                  <c:v>0.0045097933828</c:v>
                </c:pt>
                <c:pt idx="69">
                  <c:v>0.00452063224847</c:v>
                </c:pt>
                <c:pt idx="70">
                  <c:v>0.00453151197332</c:v>
                </c:pt>
                <c:pt idx="71">
                  <c:v>0.00454243277398</c:v>
                </c:pt>
                <c:pt idx="72">
                  <c:v>0.00455339486861</c:v>
                </c:pt>
                <c:pt idx="73">
                  <c:v>0.00456439847691</c:v>
                </c:pt>
                <c:pt idx="74">
                  <c:v>0.00457544382015</c:v>
                </c:pt>
                <c:pt idx="75">
                  <c:v>0.00458653112116</c:v>
                </c:pt>
                <c:pt idx="76">
                  <c:v>0.00459766060435</c:v>
                </c:pt>
                <c:pt idx="77">
                  <c:v>0.00460883249574</c:v>
                </c:pt>
                <c:pt idx="78">
                  <c:v>0.00462004702297</c:v>
                </c:pt>
                <c:pt idx="79">
                  <c:v>0.00463130441529</c:v>
                </c:pt>
                <c:pt idx="80">
                  <c:v>0.00464260490361</c:v>
                </c:pt>
                <c:pt idx="81">
                  <c:v>0.00465394872051</c:v>
                </c:pt>
                <c:pt idx="82">
                  <c:v>0.00466533610021</c:v>
                </c:pt>
                <c:pt idx="83">
                  <c:v>0.00467676727864</c:v>
                </c:pt>
                <c:pt idx="84">
                  <c:v>0.00468824249346</c:v>
                </c:pt>
                <c:pt idx="85">
                  <c:v>0.00469976198401</c:v>
                </c:pt>
                <c:pt idx="86">
                  <c:v>0.00471132599139</c:v>
                </c:pt>
                <c:pt idx="87">
                  <c:v>0.00472293475845</c:v>
                </c:pt>
                <c:pt idx="88">
                  <c:v>0.00473458852981</c:v>
                </c:pt>
                <c:pt idx="89">
                  <c:v>0.00474628755188</c:v>
                </c:pt>
                <c:pt idx="90">
                  <c:v>0.00475803207287</c:v>
                </c:pt>
                <c:pt idx="91">
                  <c:v>0.0047698223428</c:v>
                </c:pt>
                <c:pt idx="92">
                  <c:v>0.00478165861355</c:v>
                </c:pt>
                <c:pt idx="93">
                  <c:v>0.00479354113884</c:v>
                </c:pt>
                <c:pt idx="94">
                  <c:v>0.00480547017426</c:v>
                </c:pt>
                <c:pt idx="95">
                  <c:v>0.0048174459773</c:v>
                </c:pt>
                <c:pt idx="96">
                  <c:v>0.00482946880734</c:v>
                </c:pt>
                <c:pt idx="97">
                  <c:v>0.00484153892571</c:v>
                </c:pt>
                <c:pt idx="98">
                  <c:v>0.00485365659566</c:v>
                </c:pt>
                <c:pt idx="99">
                  <c:v>0.00486582208242</c:v>
                </c:pt>
                <c:pt idx="100">
                  <c:v>0.00487803565319</c:v>
                </c:pt>
                <c:pt idx="101">
                  <c:v>0.00489029757718</c:v>
                </c:pt>
                <c:pt idx="102">
                  <c:v>0.00490260812561</c:v>
                </c:pt>
                <c:pt idx="103">
                  <c:v>0.00491496757173</c:v>
                </c:pt>
                <c:pt idx="104">
                  <c:v>0.00492737619088</c:v>
                </c:pt>
                <c:pt idx="105">
                  <c:v>0.00493983426043</c:v>
                </c:pt>
                <c:pt idx="106">
                  <c:v>0.00495234205989</c:v>
                </c:pt>
                <c:pt idx="107">
                  <c:v>0.00496489987087</c:v>
                </c:pt>
                <c:pt idx="108">
                  <c:v>0.00497750797711</c:v>
                </c:pt>
                <c:pt idx="109">
                  <c:v>0.00499016666452</c:v>
                </c:pt>
                <c:pt idx="110">
                  <c:v>0.00500287622119</c:v>
                </c:pt>
                <c:pt idx="111">
                  <c:v>0.0050156369374</c:v>
                </c:pt>
                <c:pt idx="112">
                  <c:v>0.00502844910566</c:v>
                </c:pt>
                <c:pt idx="113">
                  <c:v>0.00504131302072</c:v>
                </c:pt>
                <c:pt idx="114">
                  <c:v>0.00505422897961</c:v>
                </c:pt>
                <c:pt idx="115">
                  <c:v>0.00506719728161</c:v>
                </c:pt>
                <c:pt idx="116">
                  <c:v>0.00508021822834</c:v>
                </c:pt>
                <c:pt idx="117">
                  <c:v>0.00509329212375</c:v>
                </c:pt>
                <c:pt idx="118">
                  <c:v>0.00510641927413</c:v>
                </c:pt>
                <c:pt idx="119">
                  <c:v>0.00511959998817</c:v>
                </c:pt>
                <c:pt idx="120">
                  <c:v>0.00513283457693</c:v>
                </c:pt>
                <c:pt idx="121">
                  <c:v>0.00514612335392</c:v>
                </c:pt>
                <c:pt idx="122">
                  <c:v>0.00515946663508</c:v>
                </c:pt>
                <c:pt idx="123">
                  <c:v>0.00517286473884</c:v>
                </c:pt>
                <c:pt idx="124">
                  <c:v>0.00518631798611</c:v>
                </c:pt>
                <c:pt idx="125">
                  <c:v>0.00519982670033</c:v>
                </c:pt>
                <c:pt idx="126">
                  <c:v>0.00521339120748</c:v>
                </c:pt>
                <c:pt idx="127">
                  <c:v>0.00522701183611</c:v>
                </c:pt>
                <c:pt idx="128">
                  <c:v>0.00524068891737</c:v>
                </c:pt>
                <c:pt idx="129">
                  <c:v>0.00525442278503</c:v>
                </c:pt>
                <c:pt idx="130">
                  <c:v>0.0052682137755</c:v>
                </c:pt>
                <c:pt idx="131">
                  <c:v>0.00528206222789</c:v>
                </c:pt>
                <c:pt idx="132">
                  <c:v>0.00529596848396</c:v>
                </c:pt>
                <c:pt idx="133">
                  <c:v>0.00530993288825</c:v>
                </c:pt>
                <c:pt idx="134">
                  <c:v>0.00532395578801</c:v>
                </c:pt>
                <c:pt idx="135">
                  <c:v>0.0053380375333</c:v>
                </c:pt>
                <c:pt idx="136">
                  <c:v>0.00535217847696</c:v>
                </c:pt>
                <c:pt idx="137">
                  <c:v>0.00536637897469</c:v>
                </c:pt>
                <c:pt idx="138">
                  <c:v>0.00538063938505</c:v>
                </c:pt>
                <c:pt idx="139">
                  <c:v>0.00539496006947</c:v>
                </c:pt>
                <c:pt idx="140">
                  <c:v>0.00540934139232</c:v>
                </c:pt>
                <c:pt idx="141">
                  <c:v>0.00542378372092</c:v>
                </c:pt>
                <c:pt idx="142">
                  <c:v>0.00543828742555</c:v>
                </c:pt>
                <c:pt idx="143">
                  <c:v>0.00545285287952</c:v>
                </c:pt>
                <c:pt idx="144">
                  <c:v>0.00546748045914</c:v>
                </c:pt>
                <c:pt idx="145">
                  <c:v>0.00548217054384</c:v>
                </c:pt>
                <c:pt idx="146">
                  <c:v>0.00549692351609</c:v>
                </c:pt>
                <c:pt idx="147">
                  <c:v>0.00551173976153</c:v>
                </c:pt>
                <c:pt idx="148">
                  <c:v>0.00552661966894</c:v>
                </c:pt>
                <c:pt idx="149">
                  <c:v>0.00554156363028</c:v>
                </c:pt>
                <c:pt idx="150">
                  <c:v>0.00555657204074</c:v>
                </c:pt>
                <c:pt idx="151">
                  <c:v>0.00557164529876</c:v>
                </c:pt>
                <c:pt idx="152">
                  <c:v>0.00558678380607</c:v>
                </c:pt>
                <c:pt idx="153">
                  <c:v>0.00560198796769</c:v>
                </c:pt>
                <c:pt idx="154">
                  <c:v>0.00561725819201</c:v>
                </c:pt>
                <c:pt idx="155">
                  <c:v>0.00563259489079</c:v>
                </c:pt>
                <c:pt idx="156">
                  <c:v>0.00564799847921</c:v>
                </c:pt>
                <c:pt idx="157">
                  <c:v>0.00566346937587</c:v>
                </c:pt>
                <c:pt idx="158">
                  <c:v>0.00567900800287</c:v>
                </c:pt>
                <c:pt idx="159">
                  <c:v>0.00569461478582</c:v>
                </c:pt>
                <c:pt idx="160">
                  <c:v>0.00571029015387</c:v>
                </c:pt>
                <c:pt idx="161">
                  <c:v>0.00572603453973</c:v>
                </c:pt>
                <c:pt idx="162">
                  <c:v>0.00574184837976</c:v>
                </c:pt>
                <c:pt idx="163">
                  <c:v>0.00575773211392</c:v>
                </c:pt>
                <c:pt idx="164">
                  <c:v>0.00577368618589</c:v>
                </c:pt>
                <c:pt idx="165">
                  <c:v>0.00578971104304</c:v>
                </c:pt>
                <c:pt idx="166">
                  <c:v>0.00580580713649</c:v>
                </c:pt>
                <c:pt idx="167">
                  <c:v>0.00582197492116</c:v>
                </c:pt>
                <c:pt idx="168">
                  <c:v>0.00583821485578</c:v>
                </c:pt>
                <c:pt idx="169">
                  <c:v>0.00585452740292</c:v>
                </c:pt>
                <c:pt idx="170">
                  <c:v>0.00587091302906</c:v>
                </c:pt>
                <c:pt idx="171">
                  <c:v>0.00588737220459</c:v>
                </c:pt>
                <c:pt idx="172">
                  <c:v>0.00590390540386</c:v>
                </c:pt>
                <c:pt idx="173">
                  <c:v>0.00592051310522</c:v>
                </c:pt>
                <c:pt idx="174">
                  <c:v>0.00593719579105</c:v>
                </c:pt>
                <c:pt idx="175">
                  <c:v>0.00595395394778</c:v>
                </c:pt>
                <c:pt idx="176">
                  <c:v>0.00597078806596</c:v>
                </c:pt>
                <c:pt idx="177">
                  <c:v>0.00598769864026</c:v>
                </c:pt>
                <c:pt idx="178">
                  <c:v>0.00600468616954</c:v>
                </c:pt>
                <c:pt idx="179">
                  <c:v>0.00602175115684</c:v>
                </c:pt>
                <c:pt idx="180">
                  <c:v>0.00603889410947</c:v>
                </c:pt>
                <c:pt idx="181">
                  <c:v>0.00605611553899</c:v>
                </c:pt>
                <c:pt idx="182">
                  <c:v>0.00607341596129</c:v>
                </c:pt>
                <c:pt idx="183">
                  <c:v>0.0060907958966</c:v>
                </c:pt>
                <c:pt idx="184">
                  <c:v>0.00610825586953</c:v>
                </c:pt>
                <c:pt idx="185">
                  <c:v>0.0061257964091</c:v>
                </c:pt>
                <c:pt idx="186">
                  <c:v>0.00614341804881</c:v>
                </c:pt>
                <c:pt idx="187">
                  <c:v>0.00616112132659</c:v>
                </c:pt>
                <c:pt idx="188">
                  <c:v>0.00617890678493</c:v>
                </c:pt>
                <c:pt idx="189">
                  <c:v>0.00619677497086</c:v>
                </c:pt>
                <c:pt idx="190">
                  <c:v>0.00621472643598</c:v>
                </c:pt>
                <c:pt idx="191">
                  <c:v>0.00623276173652</c:v>
                </c:pt>
                <c:pt idx="192">
                  <c:v>0.00625088143334</c:v>
                </c:pt>
                <c:pt idx="193">
                  <c:v>0.006269086092</c:v>
                </c:pt>
                <c:pt idx="194">
                  <c:v>0.00628737628275</c:v>
                </c:pt>
                <c:pt idx="195">
                  <c:v>0.00630575258059</c:v>
                </c:pt>
                <c:pt idx="196">
                  <c:v>0.00632421556527</c:v>
                </c:pt>
                <c:pt idx="197">
                  <c:v>0.00634276582136</c:v>
                </c:pt>
                <c:pt idx="198">
                  <c:v>0.00636140393825</c:v>
                </c:pt>
                <c:pt idx="199">
                  <c:v>0.00638013051016</c:v>
                </c:pt>
                <c:pt idx="200">
                  <c:v>0.00639894613621</c:v>
                </c:pt>
                <c:pt idx="201">
                  <c:v>0.00641785142041</c:v>
                </c:pt>
                <c:pt idx="202">
                  <c:v>0.0064368469717</c:v>
                </c:pt>
                <c:pt idx="203">
                  <c:v>0.00645593340396</c:v>
                </c:pt>
                <c:pt idx="204">
                  <c:v>0.00647511133606</c:v>
                </c:pt>
                <c:pt idx="205">
                  <c:v>0.00649438139184</c:v>
                </c:pt>
                <c:pt idx="206">
                  <c:v>0.00651374420016</c:v>
                </c:pt>
                <c:pt idx="207">
                  <c:v>0.0065332003949</c:v>
                </c:pt>
                <c:pt idx="208">
                  <c:v>0.00655275061498</c:v>
                </c:pt>
                <c:pt idx="209">
                  <c:v>0.00657239550439</c:v>
                </c:pt>
                <c:pt idx="210">
                  <c:v>0.00659213571218</c:v>
                </c:pt>
                <c:pt idx="211">
                  <c:v>0.00661197189247</c:v>
                </c:pt>
                <c:pt idx="212">
                  <c:v>0.00663190470449</c:v>
                </c:pt>
                <c:pt idx="213">
                  <c:v>0.00665193481253</c:v>
                </c:pt>
                <c:pt idx="214">
                  <c:v>0.00667206288603</c:v>
                </c:pt>
                <c:pt idx="215">
                  <c:v>0.00669228959947</c:v>
                </c:pt>
                <c:pt idx="216">
                  <c:v>0.00671261563248</c:v>
                </c:pt>
                <c:pt idx="217">
                  <c:v>0.00673304166976</c:v>
                </c:pt>
                <c:pt idx="218">
                  <c:v>0.00675356840113</c:v>
                </c:pt>
                <c:pt idx="219">
                  <c:v>0.00677419652145</c:v>
                </c:pt>
                <c:pt idx="220">
                  <c:v>0.00679492673069</c:v>
                </c:pt>
                <c:pt idx="221">
                  <c:v>0.00681575973388</c:v>
                </c:pt>
                <c:pt idx="222">
                  <c:v>0.00683669624106</c:v>
                </c:pt>
                <c:pt idx="223">
                  <c:v>0.00685773696732</c:v>
                </c:pt>
                <c:pt idx="224">
                  <c:v>0.00687888263273</c:v>
                </c:pt>
                <c:pt idx="225">
                  <c:v>0.00690013396235</c:v>
                </c:pt>
                <c:pt idx="226">
                  <c:v>0.00692149168615</c:v>
                </c:pt>
                <c:pt idx="227">
                  <c:v>0.00694295653901</c:v>
                </c:pt>
                <c:pt idx="228">
                  <c:v>0.00696452926068</c:v>
                </c:pt>
                <c:pt idx="229">
                  <c:v>0.00698621059573</c:v>
                </c:pt>
                <c:pt idx="230">
                  <c:v>0.00700800129348</c:v>
                </c:pt>
                <c:pt idx="231">
                  <c:v>0.00702990210799</c:v>
                </c:pt>
                <c:pt idx="232">
                  <c:v>0.00705191379795</c:v>
                </c:pt>
                <c:pt idx="233">
                  <c:v>0.00707403712668</c:v>
                </c:pt>
                <c:pt idx="234">
                  <c:v>0.00709627286199</c:v>
                </c:pt>
                <c:pt idx="235">
                  <c:v>0.00711862177617</c:v>
                </c:pt>
                <c:pt idx="236">
                  <c:v>0.00714108464587</c:v>
                </c:pt>
                <c:pt idx="237">
                  <c:v>0.00716366225204</c:v>
                </c:pt>
                <c:pt idx="238">
                  <c:v>0.00718635537981</c:v>
                </c:pt>
                <c:pt idx="239">
                  <c:v>0.00720916481843</c:v>
                </c:pt>
                <c:pt idx="240">
                  <c:v>0.00723209136113</c:v>
                </c:pt>
                <c:pt idx="241">
                  <c:v>0.00725513580506</c:v>
                </c:pt>
                <c:pt idx="242">
                  <c:v>0.0072782989511</c:v>
                </c:pt>
                <c:pt idx="243">
                  <c:v>0.00730158160381</c:v>
                </c:pt>
                <c:pt idx="244">
                  <c:v>0.00732498457125</c:v>
                </c:pt>
                <c:pt idx="245">
                  <c:v>0.00734850866486</c:v>
                </c:pt>
                <c:pt idx="246">
                  <c:v>0.00737215469933</c:v>
                </c:pt>
                <c:pt idx="247">
                  <c:v>0.00739592349243</c:v>
                </c:pt>
                <c:pt idx="248">
                  <c:v>0.00741981586482</c:v>
                </c:pt>
                <c:pt idx="249">
                  <c:v>0.00744383263997</c:v>
                </c:pt>
                <c:pt idx="250">
                  <c:v>0.00746797464387</c:v>
                </c:pt>
                <c:pt idx="251">
                  <c:v>0.00749224270494</c:v>
                </c:pt>
                <c:pt idx="252">
                  <c:v>0.00751663765379</c:v>
                </c:pt>
                <c:pt idx="253">
                  <c:v>0.00754116032303</c:v>
                </c:pt>
                <c:pt idx="254">
                  <c:v>0.00756581154705</c:v>
                </c:pt>
                <c:pt idx="255">
                  <c:v>0.00759059216183</c:v>
                </c:pt>
                <c:pt idx="256">
                  <c:v>0.00761550300468</c:v>
                </c:pt>
                <c:pt idx="257">
                  <c:v>0.00764054491403</c:v>
                </c:pt>
                <c:pt idx="258">
                  <c:v>0.00766571872917</c:v>
                </c:pt>
                <c:pt idx="259">
                  <c:v>0.00769102529</c:v>
                </c:pt>
                <c:pt idx="260">
                  <c:v>0.00771646543678</c:v>
                </c:pt>
                <c:pt idx="261">
                  <c:v>0.00774204000986</c:v>
                </c:pt>
                <c:pt idx="262">
                  <c:v>0.00776774984938</c:v>
                </c:pt>
                <c:pt idx="263">
                  <c:v>0.00779359579501</c:v>
                </c:pt>
                <c:pt idx="264">
                  <c:v>0.00781957868565</c:v>
                </c:pt>
                <c:pt idx="265">
                  <c:v>0.00784569935911</c:v>
                </c:pt>
                <c:pt idx="266">
                  <c:v>0.00787195865182</c:v>
                </c:pt>
                <c:pt idx="267">
                  <c:v>0.00789835739853</c:v>
                </c:pt>
                <c:pt idx="268">
                  <c:v>0.00792489643193</c:v>
                </c:pt>
                <c:pt idx="269">
                  <c:v>0.00795157658238</c:v>
                </c:pt>
                <c:pt idx="270">
                  <c:v>0.00797839867754</c:v>
                </c:pt>
                <c:pt idx="271">
                  <c:v>0.00800536354205</c:v>
                </c:pt>
                <c:pt idx="272">
                  <c:v>0.00803247199714</c:v>
                </c:pt>
                <c:pt idx="273">
                  <c:v>0.00805972486036</c:v>
                </c:pt>
                <c:pt idx="274">
                  <c:v>0.00808712294513</c:v>
                </c:pt>
                <c:pt idx="275">
                  <c:v>0.00811466706046</c:v>
                </c:pt>
                <c:pt idx="276">
                  <c:v>0.00814235801055</c:v>
                </c:pt>
                <c:pt idx="277">
                  <c:v>0.00817019659445</c:v>
                </c:pt>
                <c:pt idx="278">
                  <c:v>0.00819818360567</c:v>
                </c:pt>
                <c:pt idx="279">
                  <c:v>0.00822631983188</c:v>
                </c:pt>
                <c:pt idx="280">
                  <c:v>0.00825460605448</c:v>
                </c:pt>
                <c:pt idx="281">
                  <c:v>0.0082830430483</c:v>
                </c:pt>
                <c:pt idx="282">
                  <c:v>0.00831163158123</c:v>
                </c:pt>
                <c:pt idx="283">
                  <c:v>0.00834037241388</c:v>
                </c:pt>
                <c:pt idx="284">
                  <c:v>0.00836926629926</c:v>
                </c:pt>
                <c:pt idx="285">
                  <c:v>0.00839831398242</c:v>
                </c:pt>
                <c:pt idx="286">
                  <c:v>0.00842751620016</c:v>
                </c:pt>
                <c:pt idx="287">
                  <c:v>0.00845687368074</c:v>
                </c:pt>
                <c:pt idx="288">
                  <c:v>0.00848638714356</c:v>
                </c:pt>
                <c:pt idx="289">
                  <c:v>0.0085160572989</c:v>
                </c:pt>
                <c:pt idx="290">
                  <c:v>0.00854588484769</c:v>
                </c:pt>
                <c:pt idx="291">
                  <c:v>0.00857587048122</c:v>
                </c:pt>
                <c:pt idx="292">
                  <c:v>0.00860601488099</c:v>
                </c:pt>
                <c:pt idx="293">
                  <c:v>0.00863631871851</c:v>
                </c:pt>
                <c:pt idx="294">
                  <c:v>0.00866678265509</c:v>
                </c:pt>
                <c:pt idx="295">
                  <c:v>0.00869740734179</c:v>
                </c:pt>
                <c:pt idx="296">
                  <c:v>0.00872819341924</c:v>
                </c:pt>
                <c:pt idx="297">
                  <c:v>0.00875914151765</c:v>
                </c:pt>
                <c:pt idx="298">
                  <c:v>0.00879025225671</c:v>
                </c:pt>
                <c:pt idx="299">
                  <c:v>0.00882152624566</c:v>
                </c:pt>
                <c:pt idx="300">
                  <c:v>0.0088529640833</c:v>
                </c:pt>
                <c:pt idx="301">
                  <c:v>0.00888456635812</c:v>
                </c:pt>
                <c:pt idx="302">
                  <c:v>0.0089163336484</c:v>
                </c:pt>
                <c:pt idx="303">
                  <c:v>0.00894826652242</c:v>
                </c:pt>
                <c:pt idx="304">
                  <c:v>0.00898036553873</c:v>
                </c:pt>
                <c:pt idx="305">
                  <c:v>0.00901263124639</c:v>
                </c:pt>
                <c:pt idx="306">
                  <c:v>0.00904506418534</c:v>
                </c:pt>
                <c:pt idx="307">
                  <c:v>0.00907766488686</c:v>
                </c:pt>
                <c:pt idx="308">
                  <c:v>0.00911043387393</c:v>
                </c:pt>
                <c:pt idx="309">
                  <c:v>0.00914337166186</c:v>
                </c:pt>
                <c:pt idx="310">
                  <c:v>0.00917647875885</c:v>
                </c:pt>
                <c:pt idx="311">
                  <c:v>0.00920975566662</c:v>
                </c:pt>
                <c:pt idx="312">
                  <c:v>0.00924320288119</c:v>
                </c:pt>
                <c:pt idx="313">
                  <c:v>0.00927682089362</c:v>
                </c:pt>
                <c:pt idx="314">
                  <c:v>0.00931061019093</c:v>
                </c:pt>
                <c:pt idx="315">
                  <c:v>0.00934457125699</c:v>
                </c:pt>
                <c:pt idx="316">
                  <c:v>0.00937870457357</c:v>
                </c:pt>
                <c:pt idx="317">
                  <c:v>0.00941301062137</c:v>
                </c:pt>
                <c:pt idx="318">
                  <c:v>0.00944748988122</c:v>
                </c:pt>
                <c:pt idx="319">
                  <c:v>0.00948214283528</c:v>
                </c:pt>
                <c:pt idx="320">
                  <c:v>0.00951696996835</c:v>
                </c:pt>
                <c:pt idx="321">
                  <c:v>0.0095519717692</c:v>
                </c:pt>
                <c:pt idx="322">
                  <c:v>0.00958714873207</c:v>
                </c:pt>
                <c:pt idx="323">
                  <c:v>0.00962250135813</c:v>
                </c:pt>
                <c:pt idx="324">
                  <c:v>0.00965803015707</c:v>
                </c:pt>
                <c:pt idx="325">
                  <c:v>0.00969373564872</c:v>
                </c:pt>
                <c:pt idx="326">
                  <c:v>0.0097296183648</c:v>
                </c:pt>
                <c:pt idx="327">
                  <c:v>0.00976567885065</c:v>
                </c:pt>
                <c:pt idx="328">
                  <c:v>0.00980191766703</c:v>
                </c:pt>
                <c:pt idx="329">
                  <c:v>0.00983833539204</c:v>
                </c:pt>
                <c:pt idx="330">
                  <c:v>0.00987493262304</c:v>
                </c:pt>
                <c:pt idx="331">
                  <c:v>0.00991170997858</c:v>
                </c:pt>
                <c:pt idx="332">
                  <c:v>0.00994866810046</c:v>
                </c:pt>
                <c:pt idx="333">
                  <c:v>0.00998580765576</c:v>
                </c:pt>
                <c:pt idx="334">
                  <c:v>0.0100231293389</c:v>
                </c:pt>
                <c:pt idx="335">
                  <c:v>0.0100606338739</c:v>
                </c:pt>
                <c:pt idx="336">
                  <c:v>0.0100983220163</c:v>
                </c:pt>
                <c:pt idx="337">
                  <c:v>0.0101361945553</c:v>
                </c:pt>
                <c:pt idx="338">
                  <c:v>0.0101742523163</c:v>
                </c:pt>
                <c:pt idx="339">
                  <c:v>0.0102124961626</c:v>
                </c:pt>
                <c:pt idx="340">
                  <c:v>0.0102509269979</c:v>
                </c:pt>
                <c:pt idx="341">
                  <c:v>0.010289545768</c:v>
                </c:pt>
                <c:pt idx="342">
                  <c:v>0.0103283534637</c:v>
                </c:pt>
                <c:pt idx="343">
                  <c:v>0.0103673511223</c:v>
                </c:pt>
                <c:pt idx="344">
                  <c:v>0.0104065398297</c:v>
                </c:pt>
                <c:pt idx="345">
                  <c:v>0.0104459207229</c:v>
                </c:pt>
                <c:pt idx="346">
                  <c:v>0.0104854949917</c:v>
                </c:pt>
                <c:pt idx="347">
                  <c:v>0.0105252638805</c:v>
                </c:pt>
                <c:pt idx="348">
                  <c:v>0.0105652286908</c:v>
                </c:pt>
                <c:pt idx="349">
                  <c:v>0.0106053907825</c:v>
                </c:pt>
                <c:pt idx="350">
                  <c:v>0.0106457515759</c:v>
                </c:pt>
                <c:pt idx="351">
                  <c:v>0.0106863125535</c:v>
                </c:pt>
                <c:pt idx="352">
                  <c:v>0.0107270752616</c:v>
                </c:pt>
                <c:pt idx="353">
                  <c:v>0.0107680413118</c:v>
                </c:pt>
                <c:pt idx="354">
                  <c:v>0.0108092123824</c:v>
                </c:pt>
                <c:pt idx="355">
                  <c:v>0.0108505902202</c:v>
                </c:pt>
                <c:pt idx="356">
                  <c:v>0.0108921766412</c:v>
                </c:pt>
                <c:pt idx="357">
                  <c:v>0.0109339735323</c:v>
                </c:pt>
                <c:pt idx="358">
                  <c:v>0.010975982852</c:v>
                </c:pt>
                <c:pt idx="359">
                  <c:v>0.0110182066317</c:v>
                </c:pt>
                <c:pt idx="360">
                  <c:v>0.0110606469765</c:v>
                </c:pt>
                <c:pt idx="361">
                  <c:v>0.0111033060657</c:v>
                </c:pt>
                <c:pt idx="362">
                  <c:v>0.0111461861537</c:v>
                </c:pt>
                <c:pt idx="363">
                  <c:v>0.0111892895706</c:v>
                </c:pt>
                <c:pt idx="364">
                  <c:v>0.0112326187224</c:v>
                </c:pt>
                <c:pt idx="365">
                  <c:v>0.0112761760914</c:v>
                </c:pt>
                <c:pt idx="366">
                  <c:v>0.0113199642365</c:v>
                </c:pt>
                <c:pt idx="367">
                  <c:v>0.0113639857931</c:v>
                </c:pt>
                <c:pt idx="368">
                  <c:v>0.0114082434731</c:v>
                </c:pt>
                <c:pt idx="369">
                  <c:v>0.0114527400649</c:v>
                </c:pt>
                <c:pt idx="370">
                  <c:v>0.011497478433</c:v>
                </c:pt>
                <c:pt idx="371">
                  <c:v>0.0115424615177</c:v>
                </c:pt>
                <c:pt idx="372">
                  <c:v>0.0115876923346</c:v>
                </c:pt>
                <c:pt idx="373">
                  <c:v>0.011633173974</c:v>
                </c:pt>
                <c:pt idx="374">
                  <c:v>0.0116789096004</c:v>
                </c:pt>
                <c:pt idx="375">
                  <c:v>0.0117249024516</c:v>
                </c:pt>
                <c:pt idx="376">
                  <c:v>0.0117711558379</c:v>
                </c:pt>
                <c:pt idx="377">
                  <c:v>0.0118176731414</c:v>
                </c:pt>
                <c:pt idx="378">
                  <c:v>0.0118644578144</c:v>
                </c:pt>
                <c:pt idx="379">
                  <c:v>0.0119115133791</c:v>
                </c:pt>
                <c:pt idx="380">
                  <c:v>0.011958843426</c:v>
                </c:pt>
                <c:pt idx="381">
                  <c:v>0.0120064516128</c:v>
                </c:pt>
                <c:pt idx="382">
                  <c:v>0.0120543416633</c:v>
                </c:pt>
                <c:pt idx="383">
                  <c:v>0.012102517366</c:v>
                </c:pt>
                <c:pt idx="384">
                  <c:v>0.0121509825727</c:v>
                </c:pt>
                <c:pt idx="385">
                  <c:v>0.0121997411974</c:v>
                </c:pt>
                <c:pt idx="386">
                  <c:v>0.0122487972147</c:v>
                </c:pt>
                <c:pt idx="387">
                  <c:v>0.0122981546583</c:v>
                </c:pt>
                <c:pt idx="388">
                  <c:v>0.0123478176202</c:v>
                </c:pt>
                <c:pt idx="389">
                  <c:v>0.0123977902483</c:v>
                </c:pt>
                <c:pt idx="390">
                  <c:v>0.0124480767461</c:v>
                </c:pt>
                <c:pt idx="391">
                  <c:v>0.0124986813704</c:v>
                </c:pt>
                <c:pt idx="392">
                  <c:v>0.0125496084302</c:v>
                </c:pt>
                <c:pt idx="393">
                  <c:v>0.0126008622856</c:v>
                </c:pt>
                <c:pt idx="394">
                  <c:v>0.012652447346</c:v>
                </c:pt>
                <c:pt idx="395">
                  <c:v>0.0127043680692</c:v>
                </c:pt>
                <c:pt idx="396">
                  <c:v>0.0127566289598</c:v>
                </c:pt>
                <c:pt idx="397">
                  <c:v>0.0128092345682</c:v>
                </c:pt>
                <c:pt idx="398">
                  <c:v>0.0128621894891</c:v>
                </c:pt>
                <c:pt idx="399">
                  <c:v>0.0129154983608</c:v>
                </c:pt>
                <c:pt idx="400">
                  <c:v>0.0129691658637</c:v>
                </c:pt>
                <c:pt idx="401">
                  <c:v>0.0130231967195</c:v>
                </c:pt>
                <c:pt idx="402">
                  <c:v>0.0130775956902</c:v>
                </c:pt>
                <c:pt idx="403">
                  <c:v>0.0131323675772</c:v>
                </c:pt>
                <c:pt idx="404">
                  <c:v>0.0131875172204</c:v>
                </c:pt>
                <c:pt idx="405">
                  <c:v>0.0132430494976</c:v>
                </c:pt>
                <c:pt idx="406">
                  <c:v>0.0132989693235</c:v>
                </c:pt>
                <c:pt idx="407">
                  <c:v>0.0133552816497</c:v>
                </c:pt>
                <c:pt idx="408">
                  <c:v>0.0134119914634</c:v>
                </c:pt>
                <c:pt idx="409">
                  <c:v>0.0134691037874</c:v>
                </c:pt>
                <c:pt idx="410">
                  <c:v>0.0135266236799</c:v>
                </c:pt>
                <c:pt idx="411">
                  <c:v>0.0135845562336</c:v>
                </c:pt>
                <c:pt idx="412">
                  <c:v>0.013642906576</c:v>
                </c:pt>
                <c:pt idx="413">
                  <c:v>0.0137016798693</c:v>
                </c:pt>
                <c:pt idx="414">
                  <c:v>0.0137608813097</c:v>
                </c:pt>
                <c:pt idx="415">
                  <c:v>0.0138205161283</c:v>
                </c:pt>
                <c:pt idx="416">
                  <c:v>0.0138805895905</c:v>
                </c:pt>
                <c:pt idx="417">
                  <c:v>0.0139411069966</c:v>
                </c:pt>
                <c:pt idx="418">
                  <c:v>0.0140020736818</c:v>
                </c:pt>
                <c:pt idx="419">
                  <c:v>0.0140634950167</c:v>
                </c:pt>
                <c:pt idx="420">
                  <c:v>0.0141253764076</c:v>
                </c:pt>
                <c:pt idx="421">
                  <c:v>0.0141877232969</c:v>
                </c:pt>
                <c:pt idx="422">
                  <c:v>0.014250541164</c:v>
                </c:pt>
                <c:pt idx="423">
                  <c:v>0.0143138355254</c:v>
                </c:pt>
                <c:pt idx="424">
                  <c:v>0.0143776119358</c:v>
                </c:pt>
                <c:pt idx="425">
                  <c:v>0.0144418759886</c:v>
                </c:pt>
                <c:pt idx="426">
                  <c:v>0.0145066333167</c:v>
                </c:pt>
                <c:pt idx="427">
                  <c:v>0.0145718895936</c:v>
                </c:pt>
                <c:pt idx="428">
                  <c:v>0.014637650534</c:v>
                </c:pt>
                <c:pt idx="429">
                  <c:v>0.0147039218949</c:v>
                </c:pt>
                <c:pt idx="430">
                  <c:v>0.0147707094768</c:v>
                </c:pt>
                <c:pt idx="431">
                  <c:v>0.0148380191243</c:v>
                </c:pt>
                <c:pt idx="432">
                  <c:v>0.0149058567279</c:v>
                </c:pt>
                <c:pt idx="433">
                  <c:v>0.0149742282245</c:v>
                </c:pt>
                <c:pt idx="434">
                  <c:v>0.0150431395989</c:v>
                </c:pt>
                <c:pt idx="435">
                  <c:v>0.0151125968852</c:v>
                </c:pt>
                <c:pt idx="436">
                  <c:v>0.0151826061676</c:v>
                </c:pt>
                <c:pt idx="437">
                  <c:v>0.0152531735824</c:v>
                </c:pt>
                <c:pt idx="438">
                  <c:v>0.0153243053187</c:v>
                </c:pt>
                <c:pt idx="439">
                  <c:v>0.0153960076202</c:v>
                </c:pt>
                <c:pt idx="440">
                  <c:v>0.0154682867863</c:v>
                </c:pt>
                <c:pt idx="441">
                  <c:v>0.0155411491738</c:v>
                </c:pt>
                <c:pt idx="442">
                  <c:v>0.0156146011985</c:v>
                </c:pt>
                <c:pt idx="443">
                  <c:v>0.0156886493359</c:v>
                </c:pt>
                <c:pt idx="444">
                  <c:v>0.0157633001239</c:v>
                </c:pt>
                <c:pt idx="445">
                  <c:v>0.0158385601632</c:v>
                </c:pt>
                <c:pt idx="446">
                  <c:v>0.0159144361196</c:v>
                </c:pt>
                <c:pt idx="447">
                  <c:v>0.0159909347252</c:v>
                </c:pt>
                <c:pt idx="448">
                  <c:v>0.0160680627802</c:v>
                </c:pt>
                <c:pt idx="449">
                  <c:v>0.0161458271542</c:v>
                </c:pt>
                <c:pt idx="450">
                  <c:v>0.0162242347881</c:v>
                </c:pt>
                <c:pt idx="451">
                  <c:v>0.0163032926956</c:v>
                </c:pt>
                <c:pt idx="452">
                  <c:v>0.0163830079648</c:v>
                </c:pt>
                <c:pt idx="453">
                  <c:v>0.01646338776</c:v>
                </c:pt>
                <c:pt idx="454">
                  <c:v>0.016544439323</c:v>
                </c:pt>
                <c:pt idx="455">
                  <c:v>0.0166261699751</c:v>
                </c:pt>
                <c:pt idx="456">
                  <c:v>0.0167085871186</c:v>
                </c:pt>
                <c:pt idx="457">
                  <c:v>0.0167916982384</c:v>
                </c:pt>
                <c:pt idx="458">
                  <c:v>0.0168755109041</c:v>
                </c:pt>
                <c:pt idx="459">
                  <c:v>0.0169600327709</c:v>
                </c:pt>
                <c:pt idx="460">
                  <c:v>0.017045271582</c:v>
                </c:pt>
                <c:pt idx="461">
                  <c:v>0.0171312351697</c:v>
                </c:pt>
                <c:pt idx="462">
                  <c:v>0.0172179314577</c:v>
                </c:pt>
                <c:pt idx="463">
                  <c:v>0.0173053684622</c:v>
                </c:pt>
                <c:pt idx="464">
                  <c:v>0.0173935542938</c:v>
                </c:pt>
                <c:pt idx="465">
                  <c:v>0.0174824971593</c:v>
                </c:pt>
                <c:pt idx="466">
                  <c:v>0.0175722053632</c:v>
                </c:pt>
                <c:pt idx="467">
                  <c:v>0.0176626873094</c:v>
                </c:pt>
                <c:pt idx="468">
                  <c:v>0.0177539515028</c:v>
                </c:pt>
                <c:pt idx="469">
                  <c:v>0.0178460065512</c:v>
                </c:pt>
                <c:pt idx="470">
                  <c:v>0.0179388611668</c:v>
                </c:pt>
                <c:pt idx="471">
                  <c:v>0.0180325241676</c:v>
                </c:pt>
                <c:pt idx="472">
                  <c:v>0.0181270044796</c:v>
                </c:pt>
                <c:pt idx="473">
                  <c:v>0.0182223111379</c:v>
                </c:pt>
                <c:pt idx="474">
                  <c:v>0.0183184532887</c:v>
                </c:pt>
                <c:pt idx="475">
                  <c:v>0.0184154401906</c:v>
                </c:pt>
                <c:pt idx="476">
                  <c:v>0.0185132812166</c:v>
                </c:pt>
                <c:pt idx="477">
                  <c:v>0.0186119858551</c:v>
                </c:pt>
                <c:pt idx="478">
                  <c:v>0.0187115637122</c:v>
                </c:pt>
                <c:pt idx="479">
                  <c:v>0.0188120245128</c:v>
                </c:pt>
                <c:pt idx="480">
                  <c:v>0.0189133781022</c:v>
                </c:pt>
                <c:pt idx="481">
                  <c:v>0.0190156344478</c:v>
                </c:pt>
                <c:pt idx="482">
                  <c:v>0.0191188036405</c:v>
                </c:pt>
                <c:pt idx="483">
                  <c:v>0.0192228958961</c:v>
                </c:pt>
                <c:pt idx="484">
                  <c:v>0.0193279215572</c:v>
                </c:pt>
                <c:pt idx="485">
                  <c:v>0.0194338910941</c:v>
                </c:pt>
                <c:pt idx="486">
                  <c:v>0.0195408151066</c:v>
                </c:pt>
                <c:pt idx="487">
                  <c:v>0.0196487043254</c:v>
                </c:pt>
                <c:pt idx="488">
                  <c:v>0.0197575696134</c:v>
                </c:pt>
                <c:pt idx="489">
                  <c:v>0.0198674219669</c:v>
                </c:pt>
                <c:pt idx="490">
                  <c:v>0.0199782725175</c:v>
                </c:pt>
                <c:pt idx="491">
                  <c:v>0.0200901325326</c:v>
                </c:pt>
                <c:pt idx="492">
                  <c:v>0.0202030134173</c:v>
                </c:pt>
                <c:pt idx="493">
                  <c:v>0.0203169267152</c:v>
                </c:pt>
                <c:pt idx="494">
                  <c:v>0.0204318841101</c:v>
                </c:pt>
                <c:pt idx="495">
                  <c:v>0.0205478974265</c:v>
                </c:pt>
                <c:pt idx="496">
                  <c:v>0.0206649786311</c:v>
                </c:pt>
                <c:pt idx="497">
                  <c:v>0.0207831398339</c:v>
                </c:pt>
                <c:pt idx="498">
                  <c:v>0.0209023932891</c:v>
                </c:pt>
                <c:pt idx="499">
                  <c:v>0.0210227513957</c:v>
                </c:pt>
                <c:pt idx="500">
                  <c:v>0.0211442266991</c:v>
                </c:pt>
                <c:pt idx="501">
                  <c:v>0.0212668318914</c:v>
                </c:pt>
                <c:pt idx="502">
                  <c:v>0.0213905798122</c:v>
                </c:pt>
                <c:pt idx="503">
                  <c:v>0.0215154834495</c:v>
                </c:pt>
                <c:pt idx="504">
                  <c:v>0.0216415559403</c:v>
                </c:pt>
                <c:pt idx="505">
                  <c:v>0.0217688105709</c:v>
                </c:pt>
                <c:pt idx="506">
                  <c:v>0.0218972607778</c:v>
                </c:pt>
                <c:pt idx="507">
                  <c:v>0.0220269201475</c:v>
                </c:pt>
                <c:pt idx="508">
                  <c:v>0.0221578024173</c:v>
                </c:pt>
                <c:pt idx="509">
                  <c:v>0.0222899214753</c:v>
                </c:pt>
                <c:pt idx="510">
                  <c:v>0.0224232913605</c:v>
                </c:pt>
                <c:pt idx="511">
                  <c:v>0.0225579262627</c:v>
                </c:pt>
                <c:pt idx="512">
                  <c:v>0.0226938405224</c:v>
                </c:pt>
                <c:pt idx="513">
                  <c:v>0.0228310486308</c:v>
                </c:pt>
                <c:pt idx="514">
                  <c:v>0.0229695652291</c:v>
                </c:pt>
                <c:pt idx="515">
                  <c:v>0.023109405108</c:v>
                </c:pt>
                <c:pt idx="516">
                  <c:v>0.0232505832075</c:v>
                </c:pt>
                <c:pt idx="517">
                  <c:v>0.0233931146154</c:v>
                </c:pt>
                <c:pt idx="518">
                  <c:v>0.023537014567</c:v>
                </c:pt>
                <c:pt idx="519">
                  <c:v>0.0236822984437</c:v>
                </c:pt>
                <c:pt idx="520">
                  <c:v>0.0238289817716</c:v>
                </c:pt>
                <c:pt idx="521">
                  <c:v>0.0239770802205</c:v>
                </c:pt>
                <c:pt idx="522">
                  <c:v>0.0241266096016</c:v>
                </c:pt>
                <c:pt idx="523">
                  <c:v>0.0242775858664</c:v>
                </c:pt>
                <c:pt idx="524">
                  <c:v>0.024430025104</c:v>
                </c:pt>
                <c:pt idx="525">
                  <c:v>0.0245839435393</c:v>
                </c:pt>
                <c:pt idx="526">
                  <c:v>0.0247393575304</c:v>
                </c:pt>
                <c:pt idx="527">
                  <c:v>0.0248962835658</c:v>
                </c:pt>
                <c:pt idx="528">
                  <c:v>0.0250547382614</c:v>
                </c:pt>
                <c:pt idx="529">
                  <c:v>0.0252147383575</c:v>
                </c:pt>
                <c:pt idx="530">
                  <c:v>0.0253763007153</c:v>
                </c:pt>
                <c:pt idx="531">
                  <c:v>0.0255394423129</c:v>
                </c:pt>
                <c:pt idx="532">
                  <c:v>0.0257041802414</c:v>
                </c:pt>
                <c:pt idx="533">
                  <c:v>0.0258705317006</c:v>
                </c:pt>
                <c:pt idx="534">
                  <c:v>0.0260385139945</c:v>
                </c:pt>
                <c:pt idx="535">
                  <c:v>0.0262081445258</c:v>
                </c:pt>
                <c:pt idx="536">
                  <c:v>0.026379440791</c:v>
                </c:pt>
                <c:pt idx="537">
                  <c:v>0.0265524203747</c:v>
                </c:pt>
                <c:pt idx="538">
                  <c:v>0.0267271009432</c:v>
                </c:pt>
                <c:pt idx="539">
                  <c:v>0.0269035002385</c:v>
                </c:pt>
                <c:pt idx="540">
                  <c:v>0.0270816360712</c:v>
                </c:pt>
                <c:pt idx="541">
                  <c:v>0.0272615263133</c:v>
                </c:pt>
                <c:pt idx="542">
                  <c:v>0.0274431888906</c:v>
                </c:pt>
                <c:pt idx="543">
                  <c:v>0.0276266417747</c:v>
                </c:pt>
                <c:pt idx="544">
                  <c:v>0.027811902974</c:v>
                </c:pt>
                <c:pt idx="545">
                  <c:v>0.0279989905252</c:v>
                </c:pt>
                <c:pt idx="546">
                  <c:v>0.0281879224836</c:v>
                </c:pt>
                <c:pt idx="547">
                  <c:v>0.0283787169129</c:v>
                </c:pt>
                <c:pt idx="548">
                  <c:v>0.0285713918749</c:v>
                </c:pt>
                <c:pt idx="549">
                  <c:v>0.0287659654184</c:v>
                </c:pt>
                <c:pt idx="550">
                  <c:v>0.0289624555675</c:v>
                </c:pt>
                <c:pt idx="551">
                  <c:v>0.0291608803097</c:v>
                </c:pt>
                <c:pt idx="552">
                  <c:v>0.0293612575826</c:v>
                </c:pt>
                <c:pt idx="553">
                  <c:v>0.0295636052613</c:v>
                </c:pt>
                <c:pt idx="554">
                  <c:v>0.0297679411441</c:v>
                </c:pt>
                <c:pt idx="555">
                  <c:v>0.0299742829377</c:v>
                </c:pt>
                <c:pt idx="556">
                  <c:v>0.0301826482425</c:v>
                </c:pt>
                <c:pt idx="557">
                  <c:v>0.0303930545366</c:v>
                </c:pt>
                <c:pt idx="558">
                  <c:v>0.0306055191593</c:v>
                </c:pt>
                <c:pt idx="559">
                  <c:v>0.0308200592937</c:v>
                </c:pt>
                <c:pt idx="560">
                  <c:v>0.0310366919495</c:v>
                </c:pt>
                <c:pt idx="561">
                  <c:v>0.0312554339438</c:v>
                </c:pt>
                <c:pt idx="562">
                  <c:v>0.0314763018824</c:v>
                </c:pt>
                <c:pt idx="563">
                  <c:v>0.0316993121397</c:v>
                </c:pt>
                <c:pt idx="564">
                  <c:v>0.0319244808379</c:v>
                </c:pt>
                <c:pt idx="565">
                  <c:v>0.032151823826</c:v>
                </c:pt>
                <c:pt idx="566">
                  <c:v>0.0323813566574</c:v>
                </c:pt>
                <c:pt idx="567">
                  <c:v>0.0326130945675</c:v>
                </c:pt>
                <c:pt idx="568">
                  <c:v>0.0328470524499</c:v>
                </c:pt>
                <c:pt idx="569">
                  <c:v>0.0330832448323</c:v>
                </c:pt>
                <c:pt idx="570">
                  <c:v>0.0333216858513</c:v>
                </c:pt>
                <c:pt idx="571">
                  <c:v>0.0335623892275</c:v>
                </c:pt>
                <c:pt idx="572">
                  <c:v>0.0338053682381</c:v>
                </c:pt>
                <c:pt idx="573">
                  <c:v>0.0340506356908</c:v>
                </c:pt>
                <c:pt idx="574">
                  <c:v>0.0342982038956</c:v>
                </c:pt>
                <c:pt idx="575">
                  <c:v>0.0345480846366</c:v>
                </c:pt>
                <c:pt idx="576">
                  <c:v>0.034800289143</c:v>
                </c:pt>
                <c:pt idx="577">
                  <c:v>0.0350548280593</c:v>
                </c:pt>
                <c:pt idx="578">
                  <c:v>0.0353117114155</c:v>
                </c:pt>
                <c:pt idx="579">
                  <c:v>0.035570948596</c:v>
                </c:pt>
                <c:pt idx="580">
                  <c:v>0.0358325483087</c:v>
                </c:pt>
                <c:pt idx="581">
                  <c:v>0.0360965185527</c:v>
                </c:pt>
                <c:pt idx="582">
                  <c:v>0.0363628665866</c:v>
                </c:pt>
                <c:pt idx="583">
                  <c:v>0.0366315988959</c:v>
                </c:pt>
                <c:pt idx="584">
                  <c:v>0.0369027211599</c:v>
                </c:pt>
                <c:pt idx="585">
                  <c:v>0.0371762382185</c:v>
                </c:pt>
                <c:pt idx="586">
                  <c:v>0.037452154039</c:v>
                </c:pt>
                <c:pt idx="587">
                  <c:v>0.0377304716822</c:v>
                </c:pt>
                <c:pt idx="588">
                  <c:v>0.0380111932692</c:v>
                </c:pt>
                <c:pt idx="589">
                  <c:v>0.0382943199472</c:v>
                </c:pt>
                <c:pt idx="590">
                  <c:v>0.0385798518564</c:v>
                </c:pt>
                <c:pt idx="591">
                  <c:v>0.038867788096</c:v>
                </c:pt>
                <c:pt idx="592">
                  <c:v>0.0391581266916</c:v>
                </c:pt>
                <c:pt idx="593">
                  <c:v>0.0394508645617</c:v>
                </c:pt>
                <c:pt idx="594">
                  <c:v>0.0397459974859</c:v>
                </c:pt>
                <c:pt idx="595">
                  <c:v>0.0400435200723</c:v>
                </c:pt>
                <c:pt idx="596">
                  <c:v>0.0403434257269</c:v>
                </c:pt>
                <c:pt idx="597">
                  <c:v>0.0406457066227</c:v>
                </c:pt>
                <c:pt idx="598">
                  <c:v>0.04095035367</c:v>
                </c:pt>
                <c:pt idx="599">
                  <c:v>0.0412573564882</c:v>
                </c:pt>
                <c:pt idx="600">
                  <c:v>0.041566703378</c:v>
                </c:pt>
                <c:pt idx="601">
                  <c:v>0.0418783812949</c:v>
                </c:pt>
                <c:pt idx="602">
                  <c:v>0.0421923758249</c:v>
                </c:pt>
                <c:pt idx="603">
                  <c:v>0.0425086711604</c:v>
                </c:pt>
                <c:pt idx="604">
                  <c:v>0.0428272500792</c:v>
                </c:pt>
                <c:pt idx="605">
                  <c:v>0.0431480939237</c:v>
                </c:pt>
                <c:pt idx="606">
                  <c:v>0.0434711825835</c:v>
                </c:pt>
                <c:pt idx="607">
                  <c:v>0.0437964944789</c:v>
                </c:pt>
                <c:pt idx="608">
                  <c:v>0.044124006547</c:v>
                </c:pt>
                <c:pt idx="609">
                  <c:v>0.0444536942306</c:v>
                </c:pt>
                <c:pt idx="610">
                  <c:v>0.0447855314682</c:v>
                </c:pt>
                <c:pt idx="611">
                  <c:v>0.0451194906882</c:v>
                </c:pt>
                <c:pt idx="612">
                  <c:v>0.0454555428043</c:v>
                </c:pt>
                <c:pt idx="613">
                  <c:v>0.0457936572147</c:v>
                </c:pt>
                <c:pt idx="614">
                  <c:v>0.0461338018035</c:v>
                </c:pt>
                <c:pt idx="615">
                  <c:v>0.0464759429457</c:v>
                </c:pt>
                <c:pt idx="616">
                  <c:v>0.0468200455148</c:v>
                </c:pt>
                <c:pt idx="617">
                  <c:v>0.0471660728935</c:v>
                </c:pt>
                <c:pt idx="618">
                  <c:v>0.0475139869884</c:v>
                </c:pt>
                <c:pt idx="619">
                  <c:v>0.0478637482471</c:v>
                </c:pt>
                <c:pt idx="620">
                  <c:v>0.048215315679</c:v>
                </c:pt>
                <c:pt idx="621">
                  <c:v>0.04856864688</c:v>
                </c:pt>
                <c:pt idx="622">
                  <c:v>0.0489236980595</c:v>
                </c:pt>
                <c:pt idx="623">
                  <c:v>0.0492804240721</c:v>
                </c:pt>
                <c:pt idx="624">
                  <c:v>0.0496387784518</c:v>
                </c:pt>
                <c:pt idx="625">
                  <c:v>0.0499987134501</c:v>
                </c:pt>
                <c:pt idx="626">
                  <c:v>0.0503601800773</c:v>
                </c:pt>
                <c:pt idx="627">
                  <c:v>0.0507231281472</c:v>
                </c:pt>
                <c:pt idx="628">
                  <c:v>0.0510875063255</c:v>
                </c:pt>
                <c:pt idx="629">
                  <c:v>0.0514532621802</c:v>
                </c:pt>
                <c:pt idx="630">
                  <c:v>0.0518203422366</c:v>
                </c:pt>
                <c:pt idx="631">
                  <c:v>0.0521886920346</c:v>
                </c:pt>
                <c:pt idx="632">
                  <c:v>0.0525582561883</c:v>
                </c:pt>
                <c:pt idx="633">
                  <c:v>0.0529289784499</c:v>
                </c:pt>
                <c:pt idx="634">
                  <c:v>0.0533008017744</c:v>
                </c:pt>
                <c:pt idx="635">
                  <c:v>0.0536736683877</c:v>
                </c:pt>
                <c:pt idx="636">
                  <c:v>0.0540475198574</c:v>
                </c:pt>
                <c:pt idx="637">
                  <c:v>0.0544222971642</c:v>
                </c:pt>
                <c:pt idx="638">
                  <c:v>0.0547979407764</c:v>
                </c:pt>
                <c:pt idx="639">
                  <c:v>0.0551743907254</c:v>
                </c:pt>
                <c:pt idx="640">
                  <c:v>0.0555515866827</c:v>
                </c:pt>
                <c:pt idx="641">
                  <c:v>0.0559294680384</c:v>
                </c:pt>
                <c:pt idx="642">
                  <c:v>0.0563079739798</c:v>
                </c:pt>
                <c:pt idx="643">
                  <c:v>0.0566870435715</c:v>
                </c:pt>
                <c:pt idx="644">
                  <c:v>0.0570666158353</c:v>
                </c:pt>
                <c:pt idx="645">
                  <c:v>0.0574466298308</c:v>
                </c:pt>
                <c:pt idx="646">
                  <c:v>0.0578270247354</c:v>
                </c:pt>
                <c:pt idx="647">
                  <c:v>0.0582077399241</c:v>
                </c:pt>
                <c:pt idx="648">
                  <c:v>0.0585887150489</c:v>
                </c:pt>
                <c:pt idx="649">
                  <c:v>0.0589698901173</c:v>
                </c:pt>
                <c:pt idx="650">
                  <c:v>0.0593512055694</c:v>
                </c:pt>
                <c:pt idx="651">
                  <c:v>0.0597326023539</c:v>
                </c:pt>
                <c:pt idx="652">
                  <c:v>0.0601140220026</c:v>
                </c:pt>
                <c:pt idx="653">
                  <c:v>0.0604954067031</c:v>
                </c:pt>
                <c:pt idx="654">
                  <c:v>0.0608766993695</c:v>
                </c:pt>
                <c:pt idx="655">
                  <c:v>0.0612578437108</c:v>
                </c:pt>
                <c:pt idx="656">
                  <c:v>0.0616387842971</c:v>
                </c:pt>
                <c:pt idx="657">
                  <c:v>0.0620194666232</c:v>
                </c:pt>
                <c:pt idx="658">
                  <c:v>0.0623998371698</c:v>
                </c:pt>
                <c:pt idx="659">
                  <c:v>0.0627798434612</c:v>
                </c:pt>
                <c:pt idx="660">
                  <c:v>0.0631594341209</c:v>
                </c:pt>
                <c:pt idx="661">
                  <c:v>0.0635385589235</c:v>
                </c:pt>
                <c:pt idx="662">
                  <c:v>0.0639171688436</c:v>
                </c:pt>
                <c:pt idx="663">
                  <c:v>0.0642952161018</c:v>
                </c:pt>
                <c:pt idx="664">
                  <c:v>0.0646726542072</c:v>
                </c:pt>
                <c:pt idx="665">
                  <c:v>0.0650494379961</c:v>
                </c:pt>
                <c:pt idx="666">
                  <c:v>0.0654255236683</c:v>
                </c:pt>
                <c:pt idx="667">
                  <c:v>0.0658008688191</c:v>
                </c:pt>
                <c:pt idx="668">
                  <c:v>0.0661754324685</c:v>
                </c:pt>
                <c:pt idx="669">
                  <c:v>0.0665491750865</c:v>
                </c:pt>
                <c:pt idx="670">
                  <c:v>0.0669220586162</c:v>
                </c:pt>
                <c:pt idx="671">
                  <c:v>0.0672940464916</c:v>
                </c:pt>
                <c:pt idx="672">
                  <c:v>0.0676651036544</c:v>
                </c:pt>
                <c:pt idx="673">
                  <c:v>0.0680351965659</c:v>
                </c:pt>
                <c:pt idx="674">
                  <c:v>0.0684042932166</c:v>
                </c:pt>
                <c:pt idx="675">
                  <c:v>0.0687723631326</c:v>
                </c:pt>
                <c:pt idx="676">
                  <c:v>0.0691393773792</c:v>
                </c:pt>
                <c:pt idx="677">
                  <c:v>0.0695053085612</c:v>
                </c:pt>
                <c:pt idx="678">
                  <c:v>0.0698701308208</c:v>
                </c:pt>
                <c:pt idx="679">
                  <c:v>0.0702338198331</c:v>
                </c:pt>
                <c:pt idx="680">
                  <c:v>0.0705963527987</c:v>
                </c:pt>
                <c:pt idx="681">
                  <c:v>0.0709577084339</c:v>
                </c:pt>
                <c:pt idx="682">
                  <c:v>0.0713178669589</c:v>
                </c:pt>
                <c:pt idx="683">
                  <c:v>0.0716768100837</c:v>
                </c:pt>
                <c:pt idx="684">
                  <c:v>0.0720345209923</c:v>
                </c:pt>
                <c:pt idx="685">
                  <c:v>0.0723909843243</c:v>
                </c:pt>
                <c:pt idx="686">
                  <c:v>0.0727461861555</c:v>
                </c:pt>
                <c:pt idx="687">
                  <c:v>0.0731001139766</c:v>
                </c:pt>
                <c:pt idx="688">
                  <c:v>0.0734527566706</c:v>
                </c:pt>
                <c:pt idx="689">
                  <c:v>0.0738041044881</c:v>
                </c:pt>
                <c:pt idx="690">
                  <c:v>0.0741541490226</c:v>
                </c:pt>
                <c:pt idx="691">
                  <c:v>0.0745028831837</c:v>
                </c:pt>
                <c:pt idx="692">
                  <c:v>0.0748503011695</c:v>
                </c:pt>
                <c:pt idx="693">
                  <c:v>0.0751963984388</c:v>
                </c:pt>
                <c:pt idx="694">
                  <c:v>0.0755411716813</c:v>
                </c:pt>
                <c:pt idx="695">
                  <c:v>0.0758846187887</c:v>
                </c:pt>
                <c:pt idx="696">
                  <c:v>0.0762267388237</c:v>
                </c:pt>
                <c:pt idx="697">
                  <c:v>0.0765675319897</c:v>
                </c:pt>
                <c:pt idx="698">
                  <c:v>0.0769069996</c:v>
                </c:pt>
                <c:pt idx="699">
                  <c:v>0.0772451440457</c:v>
                </c:pt>
                <c:pt idx="700">
                  <c:v>0.0775819687653</c:v>
                </c:pt>
                <c:pt idx="701">
                  <c:v>0.0779174782124</c:v>
                </c:pt>
                <c:pt idx="702">
                  <c:v>0.0782516778245</c:v>
                </c:pt>
                <c:pt idx="703">
                  <c:v>0.0785845739915</c:v>
                </c:pt>
                <c:pt idx="704">
                  <c:v>0.0789161740247</c:v>
                </c:pt>
                <c:pt idx="705">
                  <c:v>0.079246486125</c:v>
                </c:pt>
                <c:pt idx="706">
                  <c:v>0.0795755193531</c:v>
                </c:pt>
                <c:pt idx="707">
                  <c:v>0.079903283598</c:v>
                </c:pt>
                <c:pt idx="708">
                  <c:v>0.0802297895477</c:v>
                </c:pt>
                <c:pt idx="709">
                  <c:v>0.080555048659</c:v>
                </c:pt>
                <c:pt idx="710">
                  <c:v>0.0808790731284</c:v>
                </c:pt>
                <c:pt idx="711">
                  <c:v>0.0812018758635</c:v>
                </c:pt>
                <c:pt idx="712">
                  <c:v>0.0815234704548</c:v>
                </c:pt>
                <c:pt idx="713">
                  <c:v>0.081843871148</c:v>
                </c:pt>
                <c:pt idx="714">
                  <c:v>0.0821630928167</c:v>
                </c:pt>
                <c:pt idx="715">
                  <c:v>0.0824811509365</c:v>
                </c:pt>
                <c:pt idx="716">
                  <c:v>0.082798061559</c:v>
                </c:pt>
                <c:pt idx="717">
                  <c:v>0.0831138412866</c:v>
                </c:pt>
                <c:pt idx="718">
                  <c:v>0.083428507248</c:v>
                </c:pt>
                <c:pt idx="719">
                  <c:v>0.0837420770747</c:v>
                </c:pt>
                <c:pt idx="720">
                  <c:v>0.0840545688775</c:v>
                </c:pt>
                <c:pt idx="721">
                  <c:v>0.0843660012247</c:v>
                </c:pt>
                <c:pt idx="722">
                  <c:v>0.0846763931198</c:v>
                </c:pt>
                <c:pt idx="723">
                  <c:v>0.0849857639808</c:v>
                </c:pt>
                <c:pt idx="724">
                  <c:v>0.0852941336199</c:v>
                </c:pt>
                <c:pt idx="725">
                  <c:v>0.0856015222241</c:v>
                </c:pt>
                <c:pt idx="726">
                  <c:v>0.0859079503357</c:v>
                </c:pt>
                <c:pt idx="727">
                  <c:v>0.0862134388351</c:v>
                </c:pt>
                <c:pt idx="728">
                  <c:v>0.0865180089222</c:v>
                </c:pt>
                <c:pt idx="729">
                  <c:v>0.0868216821003</c:v>
                </c:pt>
                <c:pt idx="730">
                  <c:v>0.08712448016</c:v>
                </c:pt>
                <c:pt idx="731">
                  <c:v>0.087426425163</c:v>
                </c:pt>
                <c:pt idx="732">
                  <c:v>0.0877275394282</c:v>
                </c:pt>
                <c:pt idx="733">
                  <c:v>0.0880278455166</c:v>
                </c:pt>
                <c:pt idx="734">
                  <c:v>0.0883273662184</c:v>
                </c:pt>
                <c:pt idx="735">
                  <c:v>0.0886261245399</c:v>
                </c:pt>
                <c:pt idx="736">
                  <c:v>0.0889241436909</c:v>
                </c:pt>
                <c:pt idx="737">
                  <c:v>0.089221447073</c:v>
                </c:pt>
                <c:pt idx="738">
                  <c:v>0.0895180582687</c:v>
                </c:pt>
                <c:pt idx="739">
                  <c:v>0.0898140010306</c:v>
                </c:pt>
                <c:pt idx="740">
                  <c:v>0.0901092992711</c:v>
                </c:pt>
                <c:pt idx="741">
                  <c:v>0.0904039770532</c:v>
                </c:pt>
                <c:pt idx="742">
                  <c:v>0.0906980585814</c:v>
                </c:pt>
                <c:pt idx="743">
                  <c:v>0.0909915681928</c:v>
                </c:pt>
                <c:pt idx="744">
                  <c:v>0.0912845303496</c:v>
                </c:pt>
                <c:pt idx="745">
                  <c:v>0.091576969631</c:v>
                </c:pt>
                <c:pt idx="746">
                  <c:v>0.0918689107265</c:v>
                </c:pt>
                <c:pt idx="747">
                  <c:v>0.0921603784288</c:v>
                </c:pt>
                <c:pt idx="748">
                  <c:v>0.092451397628</c:v>
                </c:pt>
                <c:pt idx="749">
                  <c:v>0.0927419933051</c:v>
                </c:pt>
                <c:pt idx="750">
                  <c:v>0.0930321905273</c:v>
                </c:pt>
                <c:pt idx="751">
                  <c:v>0.0933220144421</c:v>
                </c:pt>
                <c:pt idx="752">
                  <c:v>0.0936114902732</c:v>
                </c:pt>
                <c:pt idx="753">
                  <c:v>0.0939006433158</c:v>
                </c:pt>
                <c:pt idx="754">
                  <c:v>0.0941894989324</c:v>
                </c:pt>
                <c:pt idx="755">
                  <c:v>0.0944780825496</c:v>
                </c:pt>
                <c:pt idx="756">
                  <c:v>0.0947664196538</c:v>
                </c:pt>
                <c:pt idx="757">
                  <c:v>0.0950545357891</c:v>
                </c:pt>
                <c:pt idx="758">
                  <c:v>0.0953424565534</c:v>
                </c:pt>
                <c:pt idx="759">
                  <c:v>0.0956302075963</c:v>
                </c:pt>
                <c:pt idx="760">
                  <c:v>0.0959178146168</c:v>
                </c:pt>
                <c:pt idx="761">
                  <c:v>0.0962053033608</c:v>
                </c:pt>
                <c:pt idx="762">
                  <c:v>0.0964926996196</c:v>
                </c:pt>
                <c:pt idx="763">
                  <c:v>0.0967800292276</c:v>
                </c:pt>
                <c:pt idx="764">
                  <c:v>0.0970673180614</c:v>
                </c:pt>
                <c:pt idx="765">
                  <c:v>0.0973545920379</c:v>
                </c:pt>
                <c:pt idx="766">
                  <c:v>0.0976418771135</c:v>
                </c:pt>
                <c:pt idx="767">
                  <c:v>0.0979291992827</c:v>
                </c:pt>
                <c:pt idx="768">
                  <c:v>0.0982165845778</c:v>
                </c:pt>
                <c:pt idx="769">
                  <c:v>0.0985040590674</c:v>
                </c:pt>
                <c:pt idx="770">
                  <c:v>0.0987916488562</c:v>
                </c:pt>
                <c:pt idx="771">
                  <c:v>0.0990793800844</c:v>
                </c:pt>
                <c:pt idx="772">
                  <c:v>0.0993672789272</c:v>
                </c:pt>
                <c:pt idx="773">
                  <c:v>0.0996553715942</c:v>
                </c:pt>
                <c:pt idx="774">
                  <c:v>0.0999436843296</c:v>
                </c:pt>
                <c:pt idx="775">
                  <c:v>0.100232243411</c:v>
                </c:pt>
                <c:pt idx="776">
                  <c:v>0.100521075152</c:v>
                </c:pt>
                <c:pt idx="777">
                  <c:v>0.100810205896</c:v>
                </c:pt>
                <c:pt idx="778">
                  <c:v>0.101099662024</c:v>
                </c:pt>
                <c:pt idx="779">
                  <c:v>0.101389469947</c:v>
                </c:pt>
                <c:pt idx="780">
                  <c:v>0.101679656111</c:v>
                </c:pt>
                <c:pt idx="781">
                  <c:v>0.101970246996</c:v>
                </c:pt>
                <c:pt idx="782">
                  <c:v>0.102261269112</c:v>
                </c:pt>
                <c:pt idx="783">
                  <c:v>0.102552749003</c:v>
                </c:pt>
                <c:pt idx="784">
                  <c:v>0.102844713247</c:v>
                </c:pt>
                <c:pt idx="785">
                  <c:v>0.10313718845</c:v>
                </c:pt>
                <c:pt idx="786">
                  <c:v>0.103430201254</c:v>
                </c:pt>
                <c:pt idx="787">
                  <c:v>0.103723778329</c:v>
                </c:pt>
                <c:pt idx="788">
                  <c:v>0.104017946375</c:v>
                </c:pt>
                <c:pt idx="789">
                  <c:v>0.104312732123</c:v>
                </c:pt>
                <c:pt idx="790">
                  <c:v>0.104608162334</c:v>
                </c:pt>
                <c:pt idx="791">
                  <c:v>0.104904263793</c:v>
                </c:pt>
                <c:pt idx="792">
                  <c:v>0.105201063315</c:v>
                </c:pt>
                <c:pt idx="793">
                  <c:v>0.105498587737</c:v>
                </c:pt>
                <c:pt idx="794">
                  <c:v>0.105796863923</c:v>
                </c:pt>
                <c:pt idx="795">
                  <c:v>0.106095918757</c:v>
                </c:pt>
                <c:pt idx="796">
                  <c:v>0.106395779143</c:v>
                </c:pt>
                <c:pt idx="797">
                  <c:v>0.106696472003</c:v>
                </c:pt>
                <c:pt idx="798">
                  <c:v>0.106998024275</c:v>
                </c:pt>
                <c:pt idx="799">
                  <c:v>0.107300462908</c:v>
                </c:pt>
                <c:pt idx="800">
                  <c:v>0.107603814863</c:v>
                </c:pt>
                <c:pt idx="801">
                  <c:v>0.107908107107</c:v>
                </c:pt>
                <c:pt idx="802">
                  <c:v>0.108213366609</c:v>
                </c:pt>
                <c:pt idx="803">
                  <c:v>0.108519620337</c:v>
                </c:pt>
                <c:pt idx="804">
                  <c:v>0.108826895256</c:v>
                </c:pt>
                <c:pt idx="805">
                  <c:v>0.10913521832</c:v>
                </c:pt>
                <c:pt idx="806">
                  <c:v>0.109444616469</c:v>
                </c:pt>
                <c:pt idx="807">
                  <c:v>0.109755116622</c:v>
                </c:pt>
                <c:pt idx="808">
                  <c:v>0.110066745673</c:v>
                </c:pt>
                <c:pt idx="809">
                  <c:v>0.110379530486</c:v>
                </c:pt>
                <c:pt idx="810">
                  <c:v>0.110693497884</c:v>
                </c:pt>
                <c:pt idx="811">
                  <c:v>0.111008674646</c:v>
                </c:pt>
                <c:pt idx="812">
                  <c:v>0.111325087497</c:v>
                </c:pt>
                <c:pt idx="813">
                  <c:v>0.111642763103</c:v>
                </c:pt>
                <c:pt idx="814">
                  <c:v>0.111961728058</c:v>
                </c:pt>
                <c:pt idx="815">
                  <c:v>0.112282008877</c:v>
                </c:pt>
                <c:pt idx="816">
                  <c:v>0.112603631989</c:v>
                </c:pt>
                <c:pt idx="817">
                  <c:v>0.11292662372</c:v>
                </c:pt>
                <c:pt idx="818">
                  <c:v>0.11325101029</c:v>
                </c:pt>
                <c:pt idx="819">
                  <c:v>0.113576817795</c:v>
                </c:pt>
                <c:pt idx="820">
                  <c:v>0.113904072196</c:v>
                </c:pt>
                <c:pt idx="821">
                  <c:v>0.114232799312</c:v>
                </c:pt>
                <c:pt idx="822">
                  <c:v>0.114563024796</c:v>
                </c:pt>
                <c:pt idx="823">
                  <c:v>0.114894774129</c:v>
                </c:pt>
                <c:pt idx="824">
                  <c:v>0.115228072603</c:v>
                </c:pt>
                <c:pt idx="825">
                  <c:v>0.115562945302</c:v>
                </c:pt>
                <c:pt idx="826">
                  <c:v>0.115899417088</c:v>
                </c:pt>
                <c:pt idx="827">
                  <c:v>0.116237512584</c:v>
                </c:pt>
                <c:pt idx="828">
                  <c:v>0.116577256153</c:v>
                </c:pt>
                <c:pt idx="829">
                  <c:v>0.116918671881</c:v>
                </c:pt>
                <c:pt idx="830">
                  <c:v>0.117261783558</c:v>
                </c:pt>
                <c:pt idx="831">
                  <c:v>0.117606614652</c:v>
                </c:pt>
                <c:pt idx="832">
                  <c:v>0.117953188294</c:v>
                </c:pt>
                <c:pt idx="833">
                  <c:v>0.118301527248</c:v>
                </c:pt>
                <c:pt idx="834">
                  <c:v>0.118651653894</c:v>
                </c:pt>
                <c:pt idx="835">
                  <c:v>0.119003590198</c:v>
                </c:pt>
                <c:pt idx="836">
                  <c:v>0.119357357687</c:v>
                </c:pt>
                <c:pt idx="837">
                  <c:v>0.119712977428</c:v>
                </c:pt>
                <c:pt idx="838">
                  <c:v>0.12007046999</c:v>
                </c:pt>
                <c:pt idx="839">
                  <c:v>0.120429855425</c:v>
                </c:pt>
                <c:pt idx="840">
                  <c:v>0.120791153232</c:v>
                </c:pt>
                <c:pt idx="841">
                  <c:v>0.121154382329</c:v>
                </c:pt>
                <c:pt idx="842">
                  <c:v>0.121519561019</c:v>
                </c:pt>
                <c:pt idx="843">
                  <c:v>0.121886706959</c:v>
                </c:pt>
                <c:pt idx="844">
                  <c:v>0.122255837125</c:v>
                </c:pt>
                <c:pt idx="845">
                  <c:v>0.122626967777</c:v>
                </c:pt>
                <c:pt idx="846">
                  <c:v>0.123000114423</c:v>
                </c:pt>
                <c:pt idx="847">
                  <c:v>0.123375291781</c:v>
                </c:pt>
                <c:pt idx="848">
                  <c:v>0.123752513742</c:v>
                </c:pt>
                <c:pt idx="849">
                  <c:v>0.124131793331</c:v>
                </c:pt>
                <c:pt idx="850">
                  <c:v>0.124513142663</c:v>
                </c:pt>
                <c:pt idx="851">
                  <c:v>0.124896572909</c:v>
                </c:pt>
                <c:pt idx="852">
                  <c:v>0.125282094246</c:v>
                </c:pt>
                <c:pt idx="853">
                  <c:v>0.125669715821</c:v>
                </c:pt>
                <c:pt idx="854">
                  <c:v>0.126059445702</c:v>
                </c:pt>
                <c:pt idx="855">
                  <c:v>0.126451290835</c:v>
                </c:pt>
                <c:pt idx="856">
                  <c:v>0.126845257</c:v>
                </c:pt>
                <c:pt idx="857">
                  <c:v>0.127241348761</c:v>
                </c:pt>
                <c:pt idx="858">
                  <c:v>0.127639569424</c:v>
                </c:pt>
                <c:pt idx="859">
                  <c:v>0.128039920986</c:v>
                </c:pt>
                <c:pt idx="860">
                  <c:v>0.128442404088</c:v>
                </c:pt>
                <c:pt idx="861">
                  <c:v>0.128847017966</c:v>
                </c:pt>
                <c:pt idx="862">
                  <c:v>0.129253760404</c:v>
                </c:pt>
                <c:pt idx="863">
                  <c:v>0.129662627681</c:v>
                </c:pt>
                <c:pt idx="864">
                  <c:v>0.130073614527</c:v>
                </c:pt>
                <c:pt idx="865">
                  <c:v>0.130486714069</c:v>
                </c:pt>
                <c:pt idx="866">
                  <c:v>0.130901917783</c:v>
                </c:pt>
                <c:pt idx="867">
                  <c:v>0.131319215447</c:v>
                </c:pt>
                <c:pt idx="868">
                  <c:v>0.131738595086</c:v>
                </c:pt>
                <c:pt idx="869">
                  <c:v>0.132160042932</c:v>
                </c:pt>
                <c:pt idx="870">
                  <c:v>0.132583543367</c:v>
                </c:pt>
                <c:pt idx="871">
                  <c:v>0.133009078883</c:v>
                </c:pt>
                <c:pt idx="872">
                  <c:v>0.133436630029</c:v>
                </c:pt>
                <c:pt idx="873">
                  <c:v>0.133866175371</c:v>
                </c:pt>
                <c:pt idx="874">
                  <c:v>0.134297691443</c:v>
                </c:pt>
                <c:pt idx="875">
                  <c:v>0.134731152706</c:v>
                </c:pt>
                <c:pt idx="876">
                  <c:v>0.135166531506</c:v>
                </c:pt>
                <c:pt idx="877">
                  <c:v>0.135603798033</c:v>
                </c:pt>
                <c:pt idx="878">
                  <c:v>0.136042920281</c:v>
                </c:pt>
                <c:pt idx="879">
                  <c:v>0.136483864017</c:v>
                </c:pt>
                <c:pt idx="880">
                  <c:v>0.13692659274</c:v>
                </c:pt>
                <c:pt idx="881">
                  <c:v>0.137371067653</c:v>
                </c:pt>
                <c:pt idx="882">
                  <c:v>0.137817247634</c:v>
                </c:pt>
                <c:pt idx="883">
                  <c:v>0.138265089206</c:v>
                </c:pt>
                <c:pt idx="884">
                  <c:v>0.138714546514</c:v>
                </c:pt>
                <c:pt idx="885">
                  <c:v>0.139165571308</c:v>
                </c:pt>
                <c:pt idx="886">
                  <c:v>0.13961811292</c:v>
                </c:pt>
                <c:pt idx="887">
                  <c:v>0.140072118253</c:v>
                </c:pt>
                <c:pt idx="888">
                  <c:v>0.14052753177</c:v>
                </c:pt>
                <c:pt idx="889">
                  <c:v>0.140984295484</c:v>
                </c:pt>
                <c:pt idx="890">
                  <c:v>0.141442348959</c:v>
                </c:pt>
                <c:pt idx="891">
                  <c:v>0.141901629311</c:v>
                </c:pt>
                <c:pt idx="892">
                  <c:v>0.142362071208</c:v>
                </c:pt>
                <c:pt idx="893">
                  <c:v>0.142823606884</c:v>
                </c:pt>
                <c:pt idx="894">
                  <c:v>0.143286166152</c:v>
                </c:pt>
                <c:pt idx="895">
                  <c:v>0.143749676419</c:v>
                </c:pt>
                <c:pt idx="896">
                  <c:v>0.144214062715</c:v>
                </c:pt>
                <c:pt idx="897">
                  <c:v>0.144679247712</c:v>
                </c:pt>
                <c:pt idx="898">
                  <c:v>0.145145151763</c:v>
                </c:pt>
                <c:pt idx="899">
                  <c:v>0.145611692935</c:v>
                </c:pt>
                <c:pt idx="900">
                  <c:v>0.146078787051</c:v>
                </c:pt>
                <c:pt idx="901">
                  <c:v>0.146546347735</c:v>
                </c:pt>
                <c:pt idx="902">
                  <c:v>0.147014286467</c:v>
                </c:pt>
                <c:pt idx="903">
                  <c:v>0.147482512631</c:v>
                </c:pt>
                <c:pt idx="904">
                  <c:v>0.147950933581</c:v>
                </c:pt>
                <c:pt idx="905">
                  <c:v>0.148419454703</c:v>
                </c:pt>
                <c:pt idx="906">
                  <c:v>0.148887979483</c:v>
                </c:pt>
                <c:pt idx="907">
                  <c:v>0.149356409581</c:v>
                </c:pt>
                <c:pt idx="908">
                  <c:v>0.149824644907</c:v>
                </c:pt>
                <c:pt idx="909">
                  <c:v>0.150292583701</c:v>
                </c:pt>
                <c:pt idx="910">
                  <c:v>0.15076012262</c:v>
                </c:pt>
                <c:pt idx="911">
                  <c:v>0.151227156825</c:v>
                </c:pt>
                <c:pt idx="912">
                  <c:v>0.15169358007</c:v>
                </c:pt>
                <c:pt idx="913">
                  <c:v>0.152159284801</c:v>
                </c:pt>
                <c:pt idx="914">
                  <c:v>0.152624162248</c:v>
                </c:pt>
                <c:pt idx="915">
                  <c:v>0.153088102529</c:v>
                </c:pt>
                <c:pt idx="916">
                  <c:v>0.153550994749</c:v>
                </c:pt>
                <c:pt idx="917">
                  <c:v>0.154012727105</c:v>
                </c:pt>
                <c:pt idx="918">
                  <c:v>0.154473186992</c:v>
                </c:pt>
                <c:pt idx="919">
                  <c:v>0.154932261109</c:v>
                </c:pt>
                <c:pt idx="920">
                  <c:v>0.155389835568</c:v>
                </c:pt>
                <c:pt idx="921">
                  <c:v>0.155845796002</c:v>
                </c:pt>
                <c:pt idx="922">
                  <c:v>0.156300027672</c:v>
                </c:pt>
                <c:pt idx="923">
                  <c:v>0.156752415582</c:v>
                </c:pt>
                <c:pt idx="924">
                  <c:v>0.15720284458</c:v>
                </c:pt>
                <c:pt idx="925">
                  <c:v>0.157651199473</c:v>
                </c:pt>
                <c:pt idx="926">
                  <c:v>0.158097365131</c:v>
                </c:pt>
                <c:pt idx="927">
                  <c:v>0.158541226595</c:v>
                </c:pt>
                <c:pt idx="928">
                  <c:v>0.15898266918</c:v>
                </c:pt>
                <c:pt idx="929">
                  <c:v>0.159421578579</c:v>
                </c:pt>
                <c:pt idx="930">
                  <c:v>0.159857840966</c:v>
                </c:pt>
                <c:pt idx="931">
                  <c:v>0.160291343092</c:v>
                </c:pt>
                <c:pt idx="932">
                  <c:v>0.160721972385</c:v>
                </c:pt>
                <c:pt idx="933">
                  <c:v>0.161149617038</c:v>
                </c:pt>
                <c:pt idx="934">
                  <c:v>0.161574166107</c:v>
                </c:pt>
                <c:pt idx="935">
                  <c:v>0.161995509595</c:v>
                </c:pt>
                <c:pt idx="936">
                  <c:v>0.162413538536</c:v>
                </c:pt>
                <c:pt idx="937">
                  <c:v>0.162828145078</c:v>
                </c:pt>
                <c:pt idx="938">
                  <c:v>0.163239222559</c:v>
                </c:pt>
                <c:pt idx="939">
                  <c:v>0.163646665585</c:v>
                </c:pt>
                <c:pt idx="940">
                  <c:v>0.164050370095</c:v>
                </c:pt>
                <c:pt idx="941">
                  <c:v>0.164450233432</c:v>
                </c:pt>
                <c:pt idx="942">
                  <c:v>0.164846154405</c:v>
                </c:pt>
                <c:pt idx="943">
                  <c:v>0.165238033348</c:v>
                </c:pt>
                <c:pt idx="944">
                  <c:v>0.165625772175</c:v>
                </c:pt>
                <c:pt idx="945">
                  <c:v>0.166009274431</c:v>
                </c:pt>
                <c:pt idx="946">
                  <c:v>0.166388445343</c:v>
                </c:pt>
                <c:pt idx="947">
                  <c:v>0.166763191863</c:v>
                </c:pt>
                <c:pt idx="948">
                  <c:v>0.167133422706</c:v>
                </c:pt>
                <c:pt idx="949">
                  <c:v>0.167499048391</c:v>
                </c:pt>
                <c:pt idx="950">
                  <c:v>0.167859981275</c:v>
                </c:pt>
                <c:pt idx="951">
                  <c:v>0.168216135581</c:v>
                </c:pt>
                <c:pt idx="952">
                  <c:v>0.168567427426</c:v>
                </c:pt>
                <c:pt idx="953">
                  <c:v>0.168913774848</c:v>
                </c:pt>
                <c:pt idx="954">
                  <c:v>0.169255097827</c:v>
                </c:pt>
                <c:pt idx="955">
                  <c:v>0.169591318301</c:v>
                </c:pt>
                <c:pt idx="956">
                  <c:v>0.169922360186</c:v>
                </c:pt>
                <c:pt idx="957">
                  <c:v>0.170248149391</c:v>
                </c:pt>
                <c:pt idx="958">
                  <c:v>0.170568613828</c:v>
                </c:pt>
                <c:pt idx="959">
                  <c:v>0.17088368342</c:v>
                </c:pt>
                <c:pt idx="960">
                  <c:v>0.171193290117</c:v>
                </c:pt>
                <c:pt idx="961">
                  <c:v>0.171497367895</c:v>
                </c:pt>
                <c:pt idx="962">
                  <c:v>0.171795852765</c:v>
                </c:pt>
                <c:pt idx="963">
                  <c:v>0.172088682779</c:v>
                </c:pt>
                <c:pt idx="964">
                  <c:v>0.172375798031</c:v>
                </c:pt>
                <c:pt idx="965">
                  <c:v>0.172657140661</c:v>
                </c:pt>
                <c:pt idx="966">
                  <c:v>0.172932654853</c:v>
                </c:pt>
                <c:pt idx="967">
                  <c:v>0.173202286845</c:v>
                </c:pt>
                <c:pt idx="968">
                  <c:v>0.173465984921</c:v>
                </c:pt>
                <c:pt idx="969">
                  <c:v>0.173723699419</c:v>
                </c:pt>
                <c:pt idx="970">
                  <c:v>0.173975382726</c:v>
                </c:pt>
                <c:pt idx="971">
                  <c:v>0.174220989286</c:v>
                </c:pt>
                <c:pt idx="972">
                  <c:v>0.174460475598</c:v>
                </c:pt>
                <c:pt idx="973">
                  <c:v>0.174693800217</c:v>
                </c:pt>
                <c:pt idx="974">
                  <c:v>0.17492092376</c:v>
                </c:pt>
                <c:pt idx="975">
                  <c:v>0.175141808908</c:v>
                </c:pt>
                <c:pt idx="976">
                  <c:v>0.17535642041</c:v>
                </c:pt>
                <c:pt idx="977">
                  <c:v>0.175564725087</c:v>
                </c:pt>
                <c:pt idx="978">
                  <c:v>0.175766691841</c:v>
                </c:pt>
                <c:pt idx="979">
                  <c:v>0.175962291661</c:v>
                </c:pt>
                <c:pt idx="980">
                  <c:v>0.17615149763</c:v>
                </c:pt>
                <c:pt idx="981">
                  <c:v>0.176334284935</c:v>
                </c:pt>
                <c:pt idx="982">
                  <c:v>0.17651063088</c:v>
                </c:pt>
                <c:pt idx="983">
                  <c:v>0.176680514894</c:v>
                </c:pt>
                <c:pt idx="984">
                  <c:v>0.176843918545</c:v>
                </c:pt>
                <c:pt idx="985">
                  <c:v>0.177000825555</c:v>
                </c:pt>
                <c:pt idx="986">
                  <c:v>0.177151221816</c:v>
                </c:pt>
                <c:pt idx="987">
                  <c:v>0.177295095403</c:v>
                </c:pt>
                <c:pt idx="988">
                  <c:v>0.177432436595</c:v>
                </c:pt>
                <c:pt idx="989">
                  <c:v>0.177563237892</c:v>
                </c:pt>
                <c:pt idx="990">
                  <c:v>0.177687494032</c:v>
                </c:pt>
                <c:pt idx="991">
                  <c:v>0.177805202015</c:v>
                </c:pt>
                <c:pt idx="992">
                  <c:v>0.177916361121</c:v>
                </c:pt>
                <c:pt idx="993">
                  <c:v>0.178020972933</c:v>
                </c:pt>
                <c:pt idx="994">
                  <c:v>0.178119041357</c:v>
                </c:pt>
                <c:pt idx="995">
                  <c:v>0.178210572646</c:v>
                </c:pt>
                <c:pt idx="996">
                  <c:v>0.178295575421</c:v>
                </c:pt>
                <c:pt idx="997">
                  <c:v>0.178374060696</c:v>
                </c:pt>
                <c:pt idx="998">
                  <c:v>0.178446041897</c:v>
                </c:pt>
                <c:pt idx="999">
                  <c:v>0.178511534884</c:v>
                </c:pt>
                <c:pt idx="1000">
                  <c:v>0.178570557975</c:v>
                </c:pt>
                <c:pt idx="1001">
                  <c:v>0.178623131965</c:v>
                </c:pt>
                <c:pt idx="1002">
                  <c:v>0.178669280147</c:v>
                </c:pt>
                <c:pt idx="1003">
                  <c:v>0.178709028326</c:v>
                </c:pt>
                <c:pt idx="1004">
                  <c:v>0.178742404842</c:v>
                </c:pt>
                <c:pt idx="1005">
                  <c:v>0.178769440582</c:v>
                </c:pt>
                <c:pt idx="1006">
                  <c:v>0.178790168996</c:v>
                </c:pt>
                <c:pt idx="1007">
                  <c:v>0.178804626104</c:v>
                </c:pt>
                <c:pt idx="1008">
                  <c:v>0.178812850509</c:v>
                </c:pt>
                <c:pt idx="1009">
                  <c:v>0.178814883406</c:v>
                </c:pt>
                <c:pt idx="1010">
                  <c:v>0.178810768577</c:v>
                </c:pt>
                <c:pt idx="1011">
                  <c:v>0.178800552402</c:v>
                </c:pt>
                <c:pt idx="1012">
                  <c:v>0.178784283848</c:v>
                </c:pt>
                <c:pt idx="1013">
                  <c:v>0.17876201447</c:v>
                </c:pt>
                <c:pt idx="1014">
                  <c:v>0.178733798393</c:v>
                </c:pt>
                <c:pt idx="1015">
                  <c:v>0.178699692308</c:v>
                </c:pt>
                <c:pt idx="1016">
                  <c:v>0.178659755445</c:v>
                </c:pt>
                <c:pt idx="1017">
                  <c:v>0.178614049555</c:v>
                </c:pt>
                <c:pt idx="1018">
                  <c:v>0.178562638886</c:v>
                </c:pt>
                <c:pt idx="1019">
                  <c:v>0.178505590142</c:v>
                </c:pt>
                <c:pt idx="1020">
                  <c:v>0.178442972459</c:v>
                </c:pt>
                <c:pt idx="1021">
                  <c:v>0.178374857352</c:v>
                </c:pt>
                <c:pt idx="1022">
                  <c:v>0.178301318675</c:v>
                </c:pt>
                <c:pt idx="1023">
                  <c:v>0.178222432568</c:v>
                </c:pt>
                <c:pt idx="1024">
                  <c:v>0.178138277398</c:v>
                </c:pt>
                <c:pt idx="1025">
                  <c:v>0.1780489337</c:v>
                </c:pt>
                <c:pt idx="1026">
                  <c:v>0.177954484104</c:v>
                </c:pt>
                <c:pt idx="1027">
                  <c:v>0.177855013267</c:v>
                </c:pt>
                <c:pt idx="1028">
                  <c:v>0.177750607789</c:v>
                </c:pt>
                <c:pt idx="1029">
                  <c:v>0.177641356134</c:v>
                </c:pt>
                <c:pt idx="1030">
                  <c:v>0.177527348537</c:v>
                </c:pt>
                <c:pt idx="1031">
                  <c:v>0.177408676912</c:v>
                </c:pt>
                <c:pt idx="1032">
                  <c:v>0.177285434748</c:v>
                </c:pt>
                <c:pt idx="1033">
                  <c:v>0.177157717011</c:v>
                </c:pt>
                <c:pt idx="1034">
                  <c:v>0.17702562003</c:v>
                </c:pt>
                <c:pt idx="1035">
                  <c:v>0.176889241382</c:v>
                </c:pt>
                <c:pt idx="1036">
                  <c:v>0.17674867978</c:v>
                </c:pt>
                <c:pt idx="1037">
                  <c:v>0.176604034944</c:v>
                </c:pt>
                <c:pt idx="1038">
                  <c:v>0.176455407478</c:v>
                </c:pt>
                <c:pt idx="1039">
                  <c:v>0.176302898741</c:v>
                </c:pt>
                <c:pt idx="1040">
                  <c:v>0.176146610713</c:v>
                </c:pt>
                <c:pt idx="1041">
                  <c:v>0.175986645858</c:v>
                </c:pt>
                <c:pt idx="1042">
                  <c:v>0.17582310699</c:v>
                </c:pt>
                <c:pt idx="1043">
                  <c:v>0.175656097125</c:v>
                </c:pt>
                <c:pt idx="1044">
                  <c:v>0.175485719349</c:v>
                </c:pt>
                <c:pt idx="1045">
                  <c:v>0.175312076665</c:v>
                </c:pt>
                <c:pt idx="1046">
                  <c:v>0.175135271853</c:v>
                </c:pt>
                <c:pt idx="1047">
                  <c:v>0.174955407324</c:v>
                </c:pt>
                <c:pt idx="1048">
                  <c:v>0.174772584975</c:v>
                </c:pt>
                <c:pt idx="1049">
                  <c:v>0.17458690604</c:v>
                </c:pt>
                <c:pt idx="1050">
                  <c:v>0.174398470952</c:v>
                </c:pt>
                <c:pt idx="1051">
                  <c:v>0.174207379193</c:v>
                </c:pt>
                <c:pt idx="1052">
                  <c:v>0.174013729154</c:v>
                </c:pt>
                <c:pt idx="1053">
                  <c:v>0.173817617996</c:v>
                </c:pt>
                <c:pt idx="1054">
                  <c:v>0.17361914151</c:v>
                </c:pt>
                <c:pt idx="1055">
                  <c:v>0.17341839398</c:v>
                </c:pt>
                <c:pt idx="1056">
                  <c:v>0.173215468053</c:v>
                </c:pt>
                <c:pt idx="1057">
                  <c:v>0.173010454608</c:v>
                </c:pt>
                <c:pt idx="1058">
                  <c:v>0.172803442628</c:v>
                </c:pt>
                <c:pt idx="1059">
                  <c:v>0.172594519082</c:v>
                </c:pt>
                <c:pt idx="1060">
                  <c:v>0.172383768803</c:v>
                </c:pt>
                <c:pt idx="1061">
                  <c:v>0.172171274376</c:v>
                </c:pt>
                <c:pt idx="1062">
                  <c:v>0.171957116028</c:v>
                </c:pt>
                <c:pt idx="1063">
                  <c:v>0.171741371527</c:v>
                </c:pt>
                <c:pt idx="1064">
                  <c:v>0.171524116079</c:v>
                </c:pt>
                <c:pt idx="1065">
                  <c:v>0.171305422235</c:v>
                </c:pt>
                <c:pt idx="1066">
                  <c:v>0.171085359804</c:v>
                </c:pt>
                <c:pt idx="1067">
                  <c:v>0.17086399577</c:v>
                </c:pt>
                <c:pt idx="1068">
                  <c:v>0.170641394212</c:v>
                </c:pt>
                <c:pt idx="1069">
                  <c:v>0.170417616235</c:v>
                </c:pt>
                <c:pt idx="1070">
                  <c:v>0.170192719904</c:v>
                </c:pt>
                <c:pt idx="1071">
                  <c:v>0.169966760179</c:v>
                </c:pt>
                <c:pt idx="1072">
                  <c:v>0.169739788869</c:v>
                </c:pt>
                <c:pt idx="1073">
                  <c:v>0.169511854573</c:v>
                </c:pt>
                <c:pt idx="1074">
                  <c:v>0.169283002644</c:v>
                </c:pt>
                <c:pt idx="1075">
                  <c:v>0.169053275151</c:v>
                </c:pt>
                <c:pt idx="1076">
                  <c:v>0.168822710841</c:v>
                </c:pt>
                <c:pt idx="1077">
                  <c:v>0.168591345118</c:v>
                </c:pt>
                <c:pt idx="1078">
                  <c:v>0.168359210022</c:v>
                </c:pt>
                <c:pt idx="1079">
                  <c:v>0.168126334206</c:v>
                </c:pt>
                <c:pt idx="1080">
                  <c:v>0.167892742934</c:v>
                </c:pt>
                <c:pt idx="1081">
                  <c:v>0.167658458068</c:v>
                </c:pt>
                <c:pt idx="1082">
                  <c:v>0.167423498067</c:v>
                </c:pt>
                <c:pt idx="1083">
                  <c:v>0.167187877997</c:v>
                </c:pt>
                <c:pt idx="1084">
                  <c:v>0.166951609528</c:v>
                </c:pt>
                <c:pt idx="1085">
                  <c:v>0.166714700955</c:v>
                </c:pt>
                <c:pt idx="1086">
                  <c:v>0.166477157207</c:v>
                </c:pt>
                <c:pt idx="1087">
                  <c:v>0.166238979872</c:v>
                </c:pt>
                <c:pt idx="1088">
                  <c:v>0.166000167218</c:v>
                </c:pt>
                <c:pt idx="1089">
                  <c:v>0.165760714217</c:v>
                </c:pt>
                <c:pt idx="1090">
                  <c:v>0.165520612582</c:v>
                </c:pt>
                <c:pt idx="1091">
                  <c:v>0.165279850793</c:v>
                </c:pt>
                <c:pt idx="1092">
                  <c:v>0.165038414138</c:v>
                </c:pt>
                <c:pt idx="1093">
                  <c:v>0.164796284749</c:v>
                </c:pt>
                <c:pt idx="1094">
                  <c:v>0.164553441648</c:v>
                </c:pt>
                <c:pt idx="1095">
                  <c:v>0.164309860785</c:v>
                </c:pt>
                <c:pt idx="1096">
                  <c:v>0.164065515087</c:v>
                </c:pt>
                <c:pt idx="1097">
                  <c:v>0.163820374508</c:v>
                </c:pt>
                <c:pt idx="1098">
                  <c:v>0.163574406077</c:v>
                </c:pt>
                <c:pt idx="1099">
                  <c:v>0.16332757395</c:v>
                </c:pt>
                <c:pt idx="1100">
                  <c:v>0.163079839465</c:v>
                </c:pt>
                <c:pt idx="1101">
                  <c:v>0.162831161196</c:v>
                </c:pt>
                <c:pt idx="1102">
                  <c:v>0.162581495011</c:v>
                </c:pt>
                <c:pt idx="1103">
                  <c:v>0.16233079413</c:v>
                </c:pt>
                <c:pt idx="1104">
                  <c:v>0.16207900918</c:v>
                </c:pt>
                <c:pt idx="1105">
                  <c:v>0.161826088262</c:v>
                </c:pt>
                <c:pt idx="1106">
                  <c:v>0.161571977008</c:v>
                </c:pt>
                <c:pt idx="1107">
                  <c:v>0.161316618646</c:v>
                </c:pt>
                <c:pt idx="1108">
                  <c:v>0.16105995406</c:v>
                </c:pt>
                <c:pt idx="1109">
                  <c:v>0.160801921857</c:v>
                </c:pt>
                <c:pt idx="1110">
                  <c:v>0.16054245843</c:v>
                </c:pt>
                <c:pt idx="1111">
                  <c:v>0.160281498027</c:v>
                </c:pt>
                <c:pt idx="1112">
                  <c:v>0.160018972813</c:v>
                </c:pt>
                <c:pt idx="1113">
                  <c:v>0.159754812943</c:v>
                </c:pt>
                <c:pt idx="1114">
                  <c:v>0.159488946623</c:v>
                </c:pt>
                <c:pt idx="1115">
                  <c:v>0.159221300186</c:v>
                </c:pt>
                <c:pt idx="1116">
                  <c:v>0.158951798156</c:v>
                </c:pt>
                <c:pt idx="1117">
                  <c:v>0.158680363321</c:v>
                </c:pt>
                <c:pt idx="1118">
                  <c:v>0.158406916805</c:v>
                </c:pt>
                <c:pt idx="1119">
                  <c:v>0.158131378137</c:v>
                </c:pt>
                <c:pt idx="1120">
                  <c:v>0.157853665326</c:v>
                </c:pt>
                <c:pt idx="1121">
                  <c:v>0.157573694933</c:v>
                </c:pt>
                <c:pt idx="1122">
                  <c:v>0.157291382148</c:v>
                </c:pt>
                <c:pt idx="1123">
                  <c:v>0.157006640863</c:v>
                </c:pt>
                <c:pt idx="1124">
                  <c:v>0.15671938375</c:v>
                </c:pt>
                <c:pt idx="1125">
                  <c:v>0.156429522338</c:v>
                </c:pt>
                <c:pt idx="1126">
                  <c:v>0.156136967093</c:v>
                </c:pt>
                <c:pt idx="1127">
                  <c:v>0.155841627494</c:v>
                </c:pt>
                <c:pt idx="1128">
                  <c:v>0.155543412122</c:v>
                </c:pt>
                <c:pt idx="1129">
                  <c:v>0.155242228735</c:v>
                </c:pt>
                <c:pt idx="1130">
                  <c:v>0.154937984356</c:v>
                </c:pt>
                <c:pt idx="1131">
                  <c:v>0.154630585356</c:v>
                </c:pt>
                <c:pt idx="1132">
                  <c:v>0.154319937546</c:v>
                </c:pt>
                <c:pt idx="1133">
                  <c:v>0.15400594626</c:v>
                </c:pt>
                <c:pt idx="1134">
                  <c:v>0.153688516448</c:v>
                </c:pt>
                <c:pt idx="1135">
                  <c:v>0.153367552768</c:v>
                </c:pt>
                <c:pt idx="1136">
                  <c:v>0.153042959683</c:v>
                </c:pt>
                <c:pt idx="1137">
                  <c:v>0.152714641549</c:v>
                </c:pt>
                <c:pt idx="1138">
                  <c:v>0.152382502722</c:v>
                </c:pt>
                <c:pt idx="1139">
                  <c:v>0.152046447653</c:v>
                </c:pt>
                <c:pt idx="1140">
                  <c:v>0.151706380989</c:v>
                </c:pt>
                <c:pt idx="1141">
                  <c:v>0.15136220768</c:v>
                </c:pt>
                <c:pt idx="1142">
                  <c:v>0.151013833085</c:v>
                </c:pt>
                <c:pt idx="1143">
                  <c:v>0.150661163078</c:v>
                </c:pt>
                <c:pt idx="1144">
                  <c:v>0.15030410416</c:v>
                </c:pt>
                <c:pt idx="1145">
                  <c:v>0.149942563572</c:v>
                </c:pt>
                <c:pt idx="1146">
                  <c:v>0.14957644941</c:v>
                </c:pt>
                <c:pt idx="1147">
                  <c:v>0.149205670743</c:v>
                </c:pt>
                <c:pt idx="1148">
                  <c:v>0.148830137729</c:v>
                </c:pt>
                <c:pt idx="1149">
                  <c:v>0.148449761742</c:v>
                </c:pt>
                <c:pt idx="1150">
                  <c:v>0.148064455492</c:v>
                </c:pt>
                <c:pt idx="1151">
                  <c:v>0.147674133152</c:v>
                </c:pt>
                <c:pt idx="1152">
                  <c:v>0.147278710485</c:v>
                </c:pt>
                <c:pt idx="1153">
                  <c:v>0.146878104976</c:v>
                </c:pt>
                <c:pt idx="1154">
                  <c:v>0.146472235963</c:v>
                </c:pt>
                <c:pt idx="1155">
                  <c:v>0.14606102477</c:v>
                </c:pt>
                <c:pt idx="1156">
                  <c:v>0.145644394842</c:v>
                </c:pt>
                <c:pt idx="1157">
                  <c:v>0.145222271884</c:v>
                </c:pt>
                <c:pt idx="1158">
                  <c:v>0.144794583995</c:v>
                </c:pt>
                <c:pt idx="1159">
                  <c:v>0.144361261811</c:v>
                </c:pt>
                <c:pt idx="1160">
                  <c:v>0.143922238645</c:v>
                </c:pt>
                <c:pt idx="1161">
                  <c:v>0.143477450626</c:v>
                </c:pt>
                <c:pt idx="1162">
                  <c:v>0.143026836841</c:v>
                </c:pt>
                <c:pt idx="1163">
                  <c:v>0.14257033948</c:v>
                </c:pt>
                <c:pt idx="1164">
                  <c:v>0.142107903974</c:v>
                </c:pt>
                <c:pt idx="1165">
                  <c:v>0.141639479138</c:v>
                </c:pt>
                <c:pt idx="1166">
                  <c:v>0.141165017314</c:v>
                </c:pt>
                <c:pt idx="1167">
                  <c:v>0.140684474508</c:v>
                </c:pt>
                <c:pt idx="1168">
                  <c:v>0.140197810532</c:v>
                </c:pt>
                <c:pt idx="1169">
                  <c:v>0.13970498914</c:v>
                </c:pt>
                <c:pt idx="1170">
                  <c:v>0.139205978165</c:v>
                </c:pt>
                <c:pt idx="1171">
                  <c:v>0.138700749649</c:v>
                </c:pt>
                <c:pt idx="1172">
                  <c:v>0.138189279979</c:v>
                </c:pt>
                <c:pt idx="1173">
                  <c:v>0.137671550008</c:v>
                </c:pt>
                <c:pt idx="1174">
                  <c:v>0.137147545183</c:v>
                </c:pt>
                <c:pt idx="1175">
                  <c:v>0.136617255663</c:v>
                </c:pt>
                <c:pt idx="1176">
                  <c:v>0.136080676437</c:v>
                </c:pt>
                <c:pt idx="1177">
                  <c:v>0.135537807428</c:v>
                </c:pt>
                <c:pt idx="1178">
                  <c:v>0.134988653605</c:v>
                </c:pt>
                <c:pt idx="1179">
                  <c:v>0.134433225079</c:v>
                </c:pt>
                <c:pt idx="1180">
                  <c:v>0.133871537192</c:v>
                </c:pt>
                <c:pt idx="1181">
                  <c:v>0.13330361061</c:v>
                </c:pt>
                <c:pt idx="1182">
                  <c:v>0.132729471395</c:v>
                </c:pt>
                <c:pt idx="1183">
                  <c:v>0.13214915108</c:v>
                </c:pt>
                <c:pt idx="1184">
                  <c:v>0.131562686728</c:v>
                </c:pt>
                <c:pt idx="1185">
                  <c:v>0.13097012099</c:v>
                </c:pt>
                <c:pt idx="1186">
                  <c:v>0.130371502144</c:v>
                </c:pt>
                <c:pt idx="1187">
                  <c:v>0.129766884136</c:v>
                </c:pt>
                <c:pt idx="1188">
                  <c:v>0.129156326601</c:v>
                </c:pt>
                <c:pt idx="1189">
                  <c:v>0.128539894881</c:v>
                </c:pt>
                <c:pt idx="1190">
                  <c:v>0.127917660026</c:v>
                </c:pt>
                <c:pt idx="1191">
                  <c:v>0.127289698792</c:v>
                </c:pt>
                <c:pt idx="1192">
                  <c:v>0.126656093618</c:v>
                </c:pt>
                <c:pt idx="1193">
                  <c:v>0.126016932601</c:v>
                </c:pt>
                <c:pt idx="1194">
                  <c:v>0.125372309454</c:v>
                </c:pt>
                <c:pt idx="1195">
                  <c:v>0.124722323452</c:v>
                </c:pt>
                <c:pt idx="1196">
                  <c:v>0.124067079369</c:v>
                </c:pt>
                <c:pt idx="1197">
                  <c:v>0.1234066874</c:v>
                </c:pt>
                <c:pt idx="1198">
                  <c:v>0.122741263073</c:v>
                </c:pt>
                <c:pt idx="1199">
                  <c:v>0.122070927148</c:v>
                </c:pt>
                <c:pt idx="1200">
                  <c:v>0.121395805505</c:v>
                </c:pt>
                <c:pt idx="1201">
                  <c:v>0.120716029019</c:v>
                </c:pt>
                <c:pt idx="1202">
                  <c:v>0.120031733423</c:v>
                </c:pt>
                <c:pt idx="1203">
                  <c:v>0.119343059162</c:v>
                </c:pt>
                <c:pt idx="1204">
                  <c:v>0.11865015123</c:v>
                </c:pt>
                <c:pt idx="1205">
                  <c:v>0.117953159007</c:v>
                </c:pt>
                <c:pt idx="1206">
                  <c:v>0.117252236072</c:v>
                </c:pt>
                <c:pt idx="1207">
                  <c:v>0.116547540017</c:v>
                </c:pt>
                <c:pt idx="1208">
                  <c:v>0.115839232247</c:v>
                </c:pt>
                <c:pt idx="1209">
                  <c:v>0.115127477766</c:v>
                </c:pt>
                <c:pt idx="1210">
                  <c:v>0.114412444968</c:v>
                </c:pt>
                <c:pt idx="1211">
                  <c:v>0.113694305405</c:v>
                </c:pt>
                <c:pt idx="1212">
                  <c:v>0.112973233555</c:v>
                </c:pt>
                <c:pt idx="1213">
                  <c:v>0.112249406587</c:v>
                </c:pt>
                <c:pt idx="1214">
                  <c:v>0.111523004114</c:v>
                </c:pt>
                <c:pt idx="1215">
                  <c:v>0.11079420794</c:v>
                </c:pt>
                <c:pt idx="1216">
                  <c:v>0.110063201812</c:v>
                </c:pt>
                <c:pt idx="1217">
                  <c:v>0.109330171157</c:v>
                </c:pt>
                <c:pt idx="1218">
                  <c:v>0.108595302821</c:v>
                </c:pt>
                <c:pt idx="1219">
                  <c:v>0.107858784813</c:v>
                </c:pt>
                <c:pt idx="1220">
                  <c:v>0.107120806034</c:v>
                </c:pt>
                <c:pt idx="1221">
                  <c:v>0.106381556018</c:v>
                </c:pt>
                <c:pt idx="1222">
                  <c:v>0.105641224665</c:v>
                </c:pt>
                <c:pt idx="1223">
                  <c:v>0.104900001982</c:v>
                </c:pt>
                <c:pt idx="1224">
                  <c:v>0.104158077824</c:v>
                </c:pt>
                <c:pt idx="1225">
                  <c:v>0.103415641633</c:v>
                </c:pt>
                <c:pt idx="1226">
                  <c:v>0.102672882187</c:v>
                </c:pt>
                <c:pt idx="1227">
                  <c:v>0.101929987353</c:v>
                </c:pt>
                <c:pt idx="1228">
                  <c:v>0.101187143841</c:v>
                </c:pt>
                <c:pt idx="1229">
                  <c:v>0.100444536965</c:v>
                </c:pt>
                <c:pt idx="1230">
                  <c:v>0.0997023504155</c:v>
                </c:pt>
                <c:pt idx="1231">
                  <c:v>0.0989607660307</c:v>
                </c:pt>
                <c:pt idx="1232">
                  <c:v>0.0982199635823</c:v>
                </c:pt>
                <c:pt idx="1233">
                  <c:v>0.0974801205655</c:v>
                </c:pt>
                <c:pt idx="1234">
                  <c:v>0.0967414119992</c:v>
                </c:pt>
                <c:pt idx="1235">
                  <c:v>0.0960040102342</c:v>
                </c:pt>
                <c:pt idx="1236">
                  <c:v>0.0952680847716</c:v>
                </c:pt>
                <c:pt idx="1237">
                  <c:v>0.09453380209</c:v>
                </c:pt>
                <c:pt idx="1238">
                  <c:v>0.0938013254835</c:v>
                </c:pt>
                <c:pt idx="1239">
                  <c:v>0.0930708149096</c:v>
                </c:pt>
                <c:pt idx="1240">
                  <c:v>0.0923424268468</c:v>
                </c:pt>
                <c:pt idx="1241">
                  <c:v>0.0916163141636</c:v>
                </c:pt>
                <c:pt idx="1242">
                  <c:v>0.0908926259976</c:v>
                </c:pt>
                <c:pt idx="1243">
                  <c:v>0.0901715076454</c:v>
                </c:pt>
                <c:pt idx="1244">
                  <c:v>0.0894531004628</c:v>
                </c:pt>
                <c:pt idx="1245">
                  <c:v>0.088737541776</c:v>
                </c:pt>
                <c:pt idx="1246">
                  <c:v>0.0880249648028</c:v>
                </c:pt>
                <c:pt idx="1247">
                  <c:v>0.0873154985847</c:v>
                </c:pt>
                <c:pt idx="1248">
                  <c:v>0.0866092679286</c:v>
                </c:pt>
                <c:pt idx="1249">
                  <c:v>0.0859063933589</c:v>
                </c:pt>
                <c:pt idx="1250">
                  <c:v>0.0852069910794</c:v>
                </c:pt>
                <c:pt idx="1251">
                  <c:v>0.0845111729442</c:v>
                </c:pt>
                <c:pt idx="1252">
                  <c:v>0.0838190464389</c:v>
                </c:pt>
                <c:pt idx="1253">
                  <c:v>0.0831307146691</c:v>
                </c:pt>
                <c:pt idx="1254">
                  <c:v>0.0824462763593</c:v>
                </c:pt>
                <c:pt idx="1255">
                  <c:v>0.0817658258589</c:v>
                </c:pt>
                <c:pt idx="1256">
                  <c:v>0.0810894531565</c:v>
                </c:pt>
                <c:pt idx="1257">
                  <c:v>0.0804172439016</c:v>
                </c:pt>
                <c:pt idx="1258">
                  <c:v>0.0797492794341</c:v>
                </c:pt>
                <c:pt idx="1259">
                  <c:v>0.0790856368192</c:v>
                </c:pt>
                <c:pt idx="1260">
                  <c:v>0.0784263888904</c:v>
                </c:pt>
                <c:pt idx="1261">
                  <c:v>0.0777716042974</c:v>
                </c:pt>
                <c:pt idx="1262">
                  <c:v>0.0771213475597</c:v>
                </c:pt>
                <c:pt idx="1263">
                  <c:v>0.0764756791258</c:v>
                </c:pt>
                <c:pt idx="1264">
                  <c:v>0.075834655437</c:v>
                </c:pt>
                <c:pt idx="1265">
                  <c:v>0.0751983289956</c:v>
                </c:pt>
                <c:pt idx="1266">
                  <c:v>0.0745667484371</c:v>
                </c:pt>
                <c:pt idx="1267">
                  <c:v>0.0739399586064</c:v>
                </c:pt>
                <c:pt idx="1268">
                  <c:v>0.0733180006366</c:v>
                </c:pt>
                <c:pt idx="1269">
                  <c:v>0.0727009120319</c:v>
                </c:pt>
                <c:pt idx="1270">
                  <c:v>0.0720887267515</c:v>
                </c:pt>
                <c:pt idx="1271">
                  <c:v>0.0714814752974</c:v>
                </c:pt>
                <c:pt idx="1272">
                  <c:v>0.0708791848032</c:v>
                </c:pt>
                <c:pt idx="1273">
                  <c:v>0.0702818791243</c:v>
                </c:pt>
                <c:pt idx="1274">
                  <c:v>0.0696895789304</c:v>
                </c:pt>
                <c:pt idx="1275">
                  <c:v>0.0691023017982</c:v>
                </c:pt>
                <c:pt idx="1276">
                  <c:v>0.0685200623049</c:v>
                </c:pt>
                <c:pt idx="1277">
                  <c:v>0.067942872123</c:v>
                </c:pt>
                <c:pt idx="1278">
                  <c:v>0.0673707401143</c:v>
                </c:pt>
                <c:pt idx="1279">
                  <c:v>0.0668036724248</c:v>
                </c:pt>
                <c:pt idx="1280">
                  <c:v>0.0662416725789</c:v>
                </c:pt>
                <c:pt idx="1281">
                  <c:v>0.0656847415734</c:v>
                </c:pt>
                <c:pt idx="1282">
                  <c:v>0.0651328779712</c:v>
                </c:pt>
                <c:pt idx="1283">
                  <c:v>0.0645860779935</c:v>
                </c:pt>
                <c:pt idx="1284">
                  <c:v>0.0640443356122</c:v>
                </c:pt>
                <c:pt idx="1285">
                  <c:v>0.0635076426403</c:v>
                </c:pt>
                <c:pt idx="1286">
                  <c:v>0.0629759888217</c:v>
                </c:pt>
                <c:pt idx="1287">
                  <c:v>0.0624493619191</c:v>
                </c:pt>
                <c:pt idx="1288">
                  <c:v>0.0619277478014</c:v>
                </c:pt>
                <c:pt idx="1289">
                  <c:v>0.061411130529</c:v>
                </c:pt>
                <c:pt idx="1290">
                  <c:v>0.0608994924371</c:v>
                </c:pt>
                <c:pt idx="1291">
                  <c:v>0.0603928142183</c:v>
                </c:pt>
                <c:pt idx="1292">
                  <c:v>0.0598910750028</c:v>
                </c:pt>
                <c:pt idx="1293">
                  <c:v>0.059394252437</c:v>
                </c:pt>
                <c:pt idx="1294">
                  <c:v>0.05890232276</c:v>
                </c:pt>
                <c:pt idx="1295">
                  <c:v>0.0584152608787</c:v>
                </c:pt>
                <c:pt idx="1296">
                  <c:v>0.0579330404405</c:v>
                </c:pt>
                <c:pt idx="1297">
                  <c:v>0.0574556339043</c:v>
                </c:pt>
                <c:pt idx="1298">
                  <c:v>0.0569830126093</c:v>
                </c:pt>
                <c:pt idx="1299">
                  <c:v>0.0565151468422</c:v>
                </c:pt>
                <c:pt idx="1300">
                  <c:v>0.056052005902</c:v>
                </c:pt>
                <c:pt idx="1301">
                  <c:v>0.055593558163</c:v>
                </c:pt>
                <c:pt idx="1302">
                  <c:v>0.0551397711357</c:v>
                </c:pt>
                <c:pt idx="1303">
                  <c:v>0.054690611526</c:v>
                </c:pt>
                <c:pt idx="1304">
                  <c:v>0.0542460452921</c:v>
                </c:pt>
                <c:pt idx="1305">
                  <c:v>0.0538060376993</c:v>
                </c:pt>
                <c:pt idx="1306">
                  <c:v>0.0533705533737</c:v>
                </c:pt>
                <c:pt idx="1307">
                  <c:v>0.0529395563527</c:v>
                </c:pt>
                <c:pt idx="1308">
                  <c:v>0.0525130101351</c:v>
                </c:pt>
                <c:pt idx="1309">
                  <c:v>0.0520908777279</c:v>
                </c:pt>
                <c:pt idx="1310">
                  <c:v>0.0516731216922</c:v>
                </c:pt>
                <c:pt idx="1311">
                  <c:v>0.0512597041873</c:v>
                </c:pt>
                <c:pt idx="1312">
                  <c:v>0.0508505870122</c:v>
                </c:pt>
                <c:pt idx="1313">
                  <c:v>0.0504457316467</c:v>
                </c:pt>
                <c:pt idx="1314">
                  <c:v>0.0500450992893</c:v>
                </c:pt>
                <c:pt idx="1315">
                  <c:v>0.0496486508951</c:v>
                </c:pt>
                <c:pt idx="1316">
                  <c:v>0.0492563472103</c:v>
                </c:pt>
                <c:pt idx="1317">
                  <c:v>0.048868148807</c:v>
                </c:pt>
                <c:pt idx="1318">
                  <c:v>0.0484840161148</c:v>
                </c:pt>
                <c:pt idx="1319">
                  <c:v>0.0481039094522</c:v>
                </c:pt>
                <c:pt idx="1320">
                  <c:v>0.0477277890556</c:v>
                </c:pt>
                <c:pt idx="1321">
                  <c:v>0.0473556151078</c:v>
                </c:pt>
                <c:pt idx="1322">
                  <c:v>0.0469873477642</c:v>
                </c:pt>
                <c:pt idx="1323">
                  <c:v>0.0466229471785</c:v>
                </c:pt>
                <c:pt idx="1324">
                  <c:v>0.0462623735268</c:v>
                </c:pt>
                <c:pt idx="1325">
                  <c:v>0.0459055870302</c:v>
                </c:pt>
                <c:pt idx="1326">
                  <c:v>0.0455525479766</c:v>
                </c:pt>
                <c:pt idx="1327">
                  <c:v>0.0452032167414</c:v>
                </c:pt>
                <c:pt idx="1328">
                  <c:v>0.0448575538067</c:v>
                </c:pt>
                <c:pt idx="1329">
                  <c:v>0.0445155197796</c:v>
                </c:pt>
                <c:pt idx="1330">
                  <c:v>0.0441770754098</c:v>
                </c:pt>
                <c:pt idx="1331">
                  <c:v>0.0438421816055</c:v>
                </c:pt>
                <c:pt idx="1332">
                  <c:v>0.0435107994493</c:v>
                </c:pt>
                <c:pt idx="1333">
                  <c:v>0.043182890212</c:v>
                </c:pt>
                <c:pt idx="1334">
                  <c:v>0.0428584153665</c:v>
                </c:pt>
                <c:pt idx="1335">
                  <c:v>0.0425373366007</c:v>
                </c:pt>
                <c:pt idx="1336">
                  <c:v>0.0422196158288</c:v>
                </c:pt>
                <c:pt idx="1337">
                  <c:v>0.0419052152031</c:v>
                </c:pt>
                <c:pt idx="1338">
                  <c:v>0.0415940971235</c:v>
                </c:pt>
                <c:pt idx="1339">
                  <c:v>0.0412862242481</c:v>
                </c:pt>
                <c:pt idx="1340">
                  <c:v>0.0409815595012</c:v>
                </c:pt>
                <c:pt idx="1341">
                  <c:v>0.0406800660822</c:v>
                </c:pt>
                <c:pt idx="1342">
                  <c:v>0.0403817074729</c:v>
                </c:pt>
                <c:pt idx="1343">
                  <c:v>0.0400864474448</c:v>
                </c:pt>
                <c:pt idx="1344">
                  <c:v>0.0397942500651</c:v>
                </c:pt>
                <c:pt idx="1345">
                  <c:v>0.0395050797032</c:v>
                </c:pt>
                <c:pt idx="1346">
                  <c:v>0.0392189010355</c:v>
                </c:pt>
                <c:pt idx="1347">
                  <c:v>0.0389356790506</c:v>
                </c:pt>
                <c:pt idx="1348">
                  <c:v>0.0386553790536</c:v>
                </c:pt>
                <c:pt idx="1349">
                  <c:v>0.03837796667</c:v>
                </c:pt>
                <c:pt idx="1350">
                  <c:v>0.0381034078494</c:v>
                </c:pt>
                <c:pt idx="1351">
                  <c:v>0.037831668868</c:v>
                </c:pt>
                <c:pt idx="1352">
                  <c:v>0.0375627163321</c:v>
                </c:pt>
                <c:pt idx="1353">
                  <c:v>0.0372965171797</c:v>
                </c:pt>
                <c:pt idx="1354">
                  <c:v>0.0370330386829</c:v>
                </c:pt>
                <c:pt idx="1355">
                  <c:v>0.0367722484493</c:v>
                </c:pt>
                <c:pt idx="1356">
                  <c:v>0.0365141144234</c:v>
                </c:pt>
                <c:pt idx="1357">
                  <c:v>0.0362586048876</c:v>
                </c:pt>
                <c:pt idx="1358">
                  <c:v>0.0360056884628</c:v>
                </c:pt>
                <c:pt idx="1359">
                  <c:v>0.035755334109</c:v>
                </c:pt>
                <c:pt idx="1360">
                  <c:v>0.0355075111253</c:v>
                </c:pt>
                <c:pt idx="1361">
                  <c:v>0.03526218915</c:v>
                </c:pt>
                <c:pt idx="1362">
                  <c:v>0.0350193381603</c:v>
                </c:pt>
                <c:pt idx="1363">
                  <c:v>0.0347789284718</c:v>
                </c:pt>
                <c:pt idx="1364">
                  <c:v>0.0345409307375</c:v>
                </c:pt>
                <c:pt idx="1365">
                  <c:v>0.0343053159476</c:v>
                </c:pt>
                <c:pt idx="1366">
                  <c:v>0.0340720554276</c:v>
                </c:pt>
                <c:pt idx="1367">
                  <c:v>0.0338411208377</c:v>
                </c:pt>
                <c:pt idx="1368">
                  <c:v>0.033612484171</c:v>
                </c:pt>
                <c:pt idx="1369">
                  <c:v>0.0333861177522</c:v>
                </c:pt>
                <c:pt idx="1370">
                  <c:v>0.033161994236</c:v>
                </c:pt>
                <c:pt idx="1371">
                  <c:v>0.0329400866048</c:v>
                </c:pt>
                <c:pt idx="1372">
                  <c:v>0.0327203681674</c:v>
                </c:pt>
                <c:pt idx="1373">
                  <c:v>0.0325028125565</c:v>
                </c:pt>
                <c:pt idx="1374">
                  <c:v>0.0322873937269</c:v>
                </c:pt>
                <c:pt idx="1375">
                  <c:v>0.0320740859528</c:v>
                </c:pt>
                <c:pt idx="1376">
                  <c:v>0.0318628638261</c:v>
                </c:pt>
                <c:pt idx="1377">
                  <c:v>0.0316537022535</c:v>
                </c:pt>
                <c:pt idx="1378">
                  <c:v>0.0314465764541</c:v>
                </c:pt>
                <c:pt idx="1379">
                  <c:v>0.031241461957</c:v>
                </c:pt>
                <c:pt idx="1380">
                  <c:v>0.0310383345988</c:v>
                </c:pt>
                <c:pt idx="1381">
                  <c:v>0.0308371705204</c:v>
                </c:pt>
                <c:pt idx="1382">
                  <c:v>0.0306379461649</c:v>
                </c:pt>
                <c:pt idx="1383">
                  <c:v>0.0304406382745</c:v>
                </c:pt>
                <c:pt idx="1384">
                  <c:v>0.0302452238876</c:v>
                </c:pt>
                <c:pt idx="1385">
                  <c:v>0.0300516803363</c:v>
                </c:pt>
                <c:pt idx="1386">
                  <c:v>0.0298599852431</c:v>
                </c:pt>
                <c:pt idx="1387">
                  <c:v>0.0296701165183</c:v>
                </c:pt>
                <c:pt idx="1388">
                  <c:v>0.0294820523572</c:v>
                </c:pt>
                <c:pt idx="1389">
                  <c:v>0.0292957712365</c:v>
                </c:pt>
                <c:pt idx="1390">
                  <c:v>0.0291112519119</c:v>
                </c:pt>
                <c:pt idx="1391">
                  <c:v>0.0289284734151</c:v>
                </c:pt>
                <c:pt idx="1392">
                  <c:v>0.0287474150503</c:v>
                </c:pt>
                <c:pt idx="1393">
                  <c:v>0.0285680563918</c:v>
                </c:pt>
                <c:pt idx="1394">
                  <c:v>0.0283903772807</c:v>
                </c:pt>
                <c:pt idx="1395">
                  <c:v>0.0282143578215</c:v>
                </c:pt>
                <c:pt idx="1396">
                  <c:v>0.0280399783799</c:v>
                </c:pt>
                <c:pt idx="1397">
                  <c:v>0.0278672195789</c:v>
                </c:pt>
                <c:pt idx="1398">
                  <c:v>0.0276960622966</c:v>
                </c:pt>
                <c:pt idx="1399">
                  <c:v>0.0275264876624</c:v>
                </c:pt>
                <c:pt idx="1400">
                  <c:v>0.0273584770546</c:v>
                </c:pt>
                <c:pt idx="1401">
                  <c:v>0.0271920120969</c:v>
                </c:pt>
                <c:pt idx="1402">
                  <c:v>0.0270270746558</c:v>
                </c:pt>
                <c:pt idx="1403">
                  <c:v>0.0268636468373</c:v>
                </c:pt>
                <c:pt idx="1404">
                  <c:v>0.0267017109844</c:v>
                </c:pt>
                <c:pt idx="1405">
                  <c:v>0.0265412496733</c:v>
                </c:pt>
                <c:pt idx="1406">
                  <c:v>0.0263822457114</c:v>
                </c:pt>
                <c:pt idx="1407">
                  <c:v>0.0262246821337</c:v>
                </c:pt>
                <c:pt idx="1408">
                  <c:v>0.0260685422002</c:v>
                </c:pt>
                <c:pt idx="1409">
                  <c:v>0.0259138093927</c:v>
                </c:pt>
                <c:pt idx="1410">
                  <c:v>0.0257604674125</c:v>
                </c:pt>
                <c:pt idx="1411">
                  <c:v>0.0256085001767</c:v>
                </c:pt>
                <c:pt idx="1412">
                  <c:v>0.0254578918164</c:v>
                </c:pt>
                <c:pt idx="1413">
                  <c:v>0.0253086266727</c:v>
                </c:pt>
                <c:pt idx="1414">
                  <c:v>0.025160689295</c:v>
                </c:pt>
                <c:pt idx="1415">
                  <c:v>0.0250140644374</c:v>
                </c:pt>
                <c:pt idx="1416">
                  <c:v>0.0248687370566</c:v>
                </c:pt>
                <c:pt idx="1417">
                  <c:v>0.0247246923086</c:v>
                </c:pt>
                <c:pt idx="1418">
                  <c:v>0.0245819155463</c:v>
                </c:pt>
                <c:pt idx="1419">
                  <c:v>0.0244403923169</c:v>
                </c:pt>
                <c:pt idx="1420">
                  <c:v>0.0243001083592</c:v>
                </c:pt>
                <c:pt idx="1421">
                  <c:v>0.0241610496006</c:v>
                </c:pt>
                <c:pt idx="1422">
                  <c:v>0.024023202155</c:v>
                </c:pt>
                <c:pt idx="1423">
                  <c:v>0.02388655232</c:v>
                </c:pt>
                <c:pt idx="1424">
                  <c:v>0.0237510865745</c:v>
                </c:pt>
                <c:pt idx="1425">
                  <c:v>0.0236167915759</c:v>
                </c:pt>
                <c:pt idx="1426">
                  <c:v>0.0234836541578</c:v>
                </c:pt>
                <c:pt idx="1427">
                  <c:v>0.0233516613275</c:v>
                </c:pt>
                <c:pt idx="1428">
                  <c:v>0.0232208002635</c:v>
                </c:pt>
                <c:pt idx="1429">
                  <c:v>0.0230910583134</c:v>
                </c:pt>
                <c:pt idx="1430">
                  <c:v>0.0229624229911</c:v>
                </c:pt>
                <c:pt idx="1431">
                  <c:v>0.0228348819744</c:v>
                </c:pt>
                <c:pt idx="1432">
                  <c:v>0.0227084231033</c:v>
                </c:pt>
                <c:pt idx="1433">
                  <c:v>0.0225830343771</c:v>
                </c:pt>
                <c:pt idx="1434">
                  <c:v>0.0224587039522</c:v>
                </c:pt>
                <c:pt idx="1435">
                  <c:v>0.0223354201402</c:v>
                </c:pt>
                <c:pt idx="1436">
                  <c:v>0.0222131714052</c:v>
                </c:pt>
                <c:pt idx="1437">
                  <c:v>0.0220919463622</c:v>
                </c:pt>
                <c:pt idx="1438">
                  <c:v>0.0219717337744</c:v>
                </c:pt>
                <c:pt idx="1439">
                  <c:v>0.0218525225512</c:v>
                </c:pt>
                <c:pt idx="1440">
                  <c:v>0.0217343017465</c:v>
                </c:pt>
                <c:pt idx="1441">
                  <c:v>0.0216170605561</c:v>
                </c:pt>
                <c:pt idx="1442">
                  <c:v>0.0215007883159</c:v>
                </c:pt>
                <c:pt idx="1443">
                  <c:v>0.0213854744999</c:v>
                </c:pt>
                <c:pt idx="1444">
                  <c:v>0.021271108718</c:v>
                </c:pt>
                <c:pt idx="1445">
                  <c:v>0.0211576807143</c:v>
                </c:pt>
                <c:pt idx="1446">
                  <c:v>0.0210451803652</c:v>
                </c:pt>
                <c:pt idx="1447">
                  <c:v>0.0209335976772</c:v>
                </c:pt>
                <c:pt idx="1448">
                  <c:v>0.0208229227851</c:v>
                </c:pt>
                <c:pt idx="1449">
                  <c:v>0.0207131459502</c:v>
                </c:pt>
                <c:pt idx="1450">
                  <c:v>0.0206042575588</c:v>
                </c:pt>
                <c:pt idx="1451">
                  <c:v>0.0204962481197</c:v>
                </c:pt>
                <c:pt idx="1452">
                  <c:v>0.020389108263</c:v>
                </c:pt>
                <c:pt idx="1453">
                  <c:v>0.020282828738</c:v>
                </c:pt>
                <c:pt idx="1454">
                  <c:v>0.0201774004118</c:v>
                </c:pt>
                <c:pt idx="1455">
                  <c:v>0.0200728142673</c:v>
                </c:pt>
                <c:pt idx="1456">
                  <c:v>0.0199690614017</c:v>
                </c:pt>
                <c:pt idx="1457">
                  <c:v>0.0198661330247</c:v>
                </c:pt>
                <c:pt idx="1458">
                  <c:v>0.0197640204572</c:v>
                </c:pt>
                <c:pt idx="1459">
                  <c:v>0.0196627151292</c:v>
                </c:pt>
                <c:pt idx="1460">
                  <c:v>0.0195622085788</c:v>
                </c:pt>
                <c:pt idx="1461">
                  <c:v>0.0194624924499</c:v>
                </c:pt>
                <c:pt idx="1462">
                  <c:v>0.0193635584917</c:v>
                </c:pt>
                <c:pt idx="1463">
                  <c:v>0.0192653985561</c:v>
                </c:pt>
                <c:pt idx="1464">
                  <c:v>0.0191680045971</c:v>
                </c:pt>
                <c:pt idx="1465">
                  <c:v>0.0190713686687</c:v>
                </c:pt>
                <c:pt idx="1466">
                  <c:v>0.0189754829239</c:v>
                </c:pt>
                <c:pt idx="1467">
                  <c:v>0.0188803396132</c:v>
                </c:pt>
                <c:pt idx="1468">
                  <c:v>0.0187859310831</c:v>
                </c:pt>
                <c:pt idx="1469">
                  <c:v>0.0186922497747</c:v>
                </c:pt>
                <c:pt idx="1470">
                  <c:v>0.0185992882224</c:v>
                </c:pt>
                <c:pt idx="1471">
                  <c:v>0.0185070390529</c:v>
                </c:pt>
                <c:pt idx="1472">
                  <c:v>0.0184154949834</c:v>
                </c:pt>
                <c:pt idx="1473">
                  <c:v>0.0183246488205</c:v>
                </c:pt>
                <c:pt idx="1474">
                  <c:v>0.0182344934592</c:v>
                </c:pt>
                <c:pt idx="1475">
                  <c:v>0.0181450218812</c:v>
                </c:pt>
                <c:pt idx="1476">
                  <c:v>0.0180562271543</c:v>
                </c:pt>
                <c:pt idx="1477">
                  <c:v>0.0179681024304</c:v>
                </c:pt>
                <c:pt idx="1478">
                  <c:v>0.017880640945</c:v>
                </c:pt>
                <c:pt idx="1479">
                  <c:v>0.017793836016</c:v>
                </c:pt>
                <c:pt idx="1480">
                  <c:v>0.0177076810419</c:v>
                </c:pt>
                <c:pt idx="1481">
                  <c:v>0.0176221695017</c:v>
                </c:pt>
                <c:pt idx="1482">
                  <c:v>0.0175372949527</c:v>
                </c:pt>
                <c:pt idx="1483">
                  <c:v>0.0174530510306</c:v>
                </c:pt>
                <c:pt idx="1484">
                  <c:v>0.0173694314472</c:v>
                </c:pt>
                <c:pt idx="1485">
                  <c:v>0.0172864299904</c:v>
                </c:pt>
                <c:pt idx="1486">
                  <c:v>0.0172040405227</c:v>
                </c:pt>
                <c:pt idx="1487">
                  <c:v>0.01712225698</c:v>
                </c:pt>
                <c:pt idx="1488">
                  <c:v>0.0170410733711</c:v>
                </c:pt>
                <c:pt idx="1489">
                  <c:v>0.0169604837762</c:v>
                </c:pt>
                <c:pt idx="1490">
                  <c:v>0.0168804823466</c:v>
                </c:pt>
                <c:pt idx="1491">
                  <c:v>0.016801063303</c:v>
                </c:pt>
                <c:pt idx="1492">
                  <c:v>0.0167222209351</c:v>
                </c:pt>
                <c:pt idx="1493">
                  <c:v>0.0166439496005</c:v>
                </c:pt>
                <c:pt idx="1494">
                  <c:v>0.0165662437237</c:v>
                </c:pt>
                <c:pt idx="1495">
                  <c:v>0.0164890977956</c:v>
                </c:pt>
                <c:pt idx="1496">
                  <c:v>0.016412506372</c:v>
                </c:pt>
                <c:pt idx="1497">
                  <c:v>0.0163364640734</c:v>
                </c:pt>
                <c:pt idx="1498">
                  <c:v>0.0162609655836</c:v>
                </c:pt>
                <c:pt idx="1499">
                  <c:v>0.0161860056494</c:v>
                </c:pt>
                <c:pt idx="1500">
                  <c:v>0.0161115790793</c:v>
                </c:pt>
                <c:pt idx="1501">
                  <c:v>0.016037680743</c:v>
                </c:pt>
                <c:pt idx="1502">
                  <c:v>0.0159643055703</c:v>
                </c:pt>
                <c:pt idx="1503">
                  <c:v>0.0158914485508</c:v>
                </c:pt>
                <c:pt idx="1504">
                  <c:v>0.0158191047325</c:v>
                </c:pt>
                <c:pt idx="1505">
                  <c:v>0.0157472692218</c:v>
                </c:pt>
                <c:pt idx="1506">
                  <c:v>0.015675937182</c:v>
                </c:pt>
                <c:pt idx="1507">
                  <c:v>0.015605103833</c:v>
                </c:pt>
                <c:pt idx="1508">
                  <c:v>0.0155347644504</c:v>
                </c:pt>
                <c:pt idx="1509">
                  <c:v>0.0154649143648</c:v>
                </c:pt>
                <c:pt idx="1510">
                  <c:v>0.0153955489614</c:v>
                </c:pt>
                <c:pt idx="1511">
                  <c:v>0.0153266636787</c:v>
                </c:pt>
                <c:pt idx="1512">
                  <c:v>0.0152582540083</c:v>
                </c:pt>
                <c:pt idx="1513">
                  <c:v>0.015190315494</c:v>
                </c:pt>
                <c:pt idx="1514">
                  <c:v>0.0151228437312</c:v>
                </c:pt>
                <c:pt idx="1515">
                  <c:v>0.0150558343662</c:v>
                </c:pt>
                <c:pt idx="1516">
                  <c:v>0.0149892830955</c:v>
                </c:pt>
                <c:pt idx="1517">
                  <c:v>0.0149231856653</c:v>
                </c:pt>
                <c:pt idx="1518">
                  <c:v>0.0148575378707</c:v>
                </c:pt>
                <c:pt idx="1519">
                  <c:v>0.0147923355552</c:v>
                </c:pt>
                <c:pt idx="1520">
                  <c:v>0.0147275746099</c:v>
                </c:pt>
                <c:pt idx="1521">
                  <c:v>0.0146632509732</c:v>
                </c:pt>
                <c:pt idx="1522">
                  <c:v>0.0145993606296</c:v>
                </c:pt>
                <c:pt idx="1523">
                  <c:v>0.01453589961</c:v>
                </c:pt>
                <c:pt idx="1524">
                  <c:v>0.01447286399</c:v>
                </c:pt>
                <c:pt idx="1525">
                  <c:v>0.0144102498904</c:v>
                </c:pt>
                <c:pt idx="1526">
                  <c:v>0.0143480534758</c:v>
                </c:pt>
                <c:pt idx="1527">
                  <c:v>0.0142862709545</c:v>
                </c:pt>
                <c:pt idx="1528">
                  <c:v>0.0142248985777</c:v>
                </c:pt>
                <c:pt idx="1529">
                  <c:v>0.0141639326389</c:v>
                </c:pt>
                <c:pt idx="1530">
                  <c:v>0.0141033694737</c:v>
                </c:pt>
                <c:pt idx="1531">
                  <c:v>0.0140432054588</c:v>
                </c:pt>
                <c:pt idx="1532">
                  <c:v>0.0139834370117</c:v>
                </c:pt>
                <c:pt idx="1533">
                  <c:v>0.0139240605902</c:v>
                </c:pt>
                <c:pt idx="1534">
                  <c:v>0.0138650726918</c:v>
                </c:pt>
                <c:pt idx="1535">
                  <c:v>0.0138064698531</c:v>
                </c:pt>
                <c:pt idx="1536">
                  <c:v>0.0137482486494</c:v>
                </c:pt>
                <c:pt idx="1537">
                  <c:v>0.0136904056942</c:v>
                </c:pt>
                <c:pt idx="1538">
                  <c:v>0.0136329376385</c:v>
                </c:pt>
                <c:pt idx="1539">
                  <c:v>0.0135758411706</c:v>
                </c:pt>
                <c:pt idx="1540">
                  <c:v>0.0135191130155</c:v>
                </c:pt>
                <c:pt idx="1541">
                  <c:v>0.0134627499343</c:v>
                </c:pt>
                <c:pt idx="1542">
                  <c:v>0.0134067487237</c:v>
                </c:pt>
                <c:pt idx="1543">
                  <c:v>0.0133511062158</c:v>
                </c:pt>
                <c:pt idx="1544">
                  <c:v>0.0132958192774</c:v>
                </c:pt>
                <c:pt idx="1545">
                  <c:v>0.0132408848097</c:v>
                </c:pt>
                <c:pt idx="1546">
                  <c:v>0.0131862997476</c:v>
                </c:pt>
                <c:pt idx="1547">
                  <c:v>0.0131320610596</c:v>
                </c:pt>
                <c:pt idx="1548">
                  <c:v>0.013078165747</c:v>
                </c:pt>
                <c:pt idx="1549">
                  <c:v>0.0130246108438</c:v>
                </c:pt>
                <c:pt idx="1550">
                  <c:v>0.012971393416</c:v>
                </c:pt>
                <c:pt idx="1551">
                  <c:v>0.0129185105613</c:v>
                </c:pt>
                <c:pt idx="1552">
                  <c:v>0.0128659594088</c:v>
                </c:pt>
                <c:pt idx="1553">
                  <c:v>0.0128137371184</c:v>
                </c:pt>
                <c:pt idx="1554">
                  <c:v>0.0127618408804</c:v>
                </c:pt>
                <c:pt idx="1555">
                  <c:v>0.0127102679154</c:v>
                </c:pt>
                <c:pt idx="1556">
                  <c:v>0.0126590154735</c:v>
                </c:pt>
                <c:pt idx="1557">
                  <c:v>0.0126080808342</c:v>
                </c:pt>
                <c:pt idx="1558">
                  <c:v>0.0125574613058</c:v>
                </c:pt>
                <c:pt idx="1559">
                  <c:v>0.0125071542254</c:v>
                </c:pt>
                <c:pt idx="1560">
                  <c:v>0.0124571569581</c:v>
                </c:pt>
                <c:pt idx="1561">
                  <c:v>0.0124074668969</c:v>
                </c:pt>
                <c:pt idx="1562">
                  <c:v>0.0123580814622</c:v>
                </c:pt>
                <c:pt idx="1563">
                  <c:v>0.0123089981016</c:v>
                </c:pt>
                <c:pt idx="1564">
                  <c:v>0.0122602142896</c:v>
                </c:pt>
                <c:pt idx="1565">
                  <c:v>0.0122117275269</c:v>
                </c:pt>
                <c:pt idx="1566">
                  <c:v>0.0121635353404</c:v>
                </c:pt>
                <c:pt idx="1567">
                  <c:v>0.0121156352829</c:v>
                </c:pt>
                <c:pt idx="1568">
                  <c:v>0.0120680249326</c:v>
                </c:pt>
                <c:pt idx="1569">
                  <c:v>0.0120207018927</c:v>
                </c:pt>
                <c:pt idx="1570">
                  <c:v>0.0119736637913</c:v>
                </c:pt>
                <c:pt idx="1571">
                  <c:v>0.0119269082811</c:v>
                </c:pt>
                <c:pt idx="1572">
                  <c:v>0.0118804330388</c:v>
                </c:pt>
                <c:pt idx="1573">
                  <c:v>0.0118342357654</c:v>
                </c:pt>
                <c:pt idx="1574">
                  <c:v>0.0117883141849</c:v>
                </c:pt>
                <c:pt idx="1575">
                  <c:v>0.0117426660452</c:v>
                </c:pt>
                <c:pt idx="1576">
                  <c:v>0.0116972891169</c:v>
                </c:pt>
                <c:pt idx="1577">
                  <c:v>0.0116521811934</c:v>
                </c:pt>
                <c:pt idx="1578">
                  <c:v>0.0116073400905</c:v>
                </c:pt>
                <c:pt idx="1579">
                  <c:v>0.0115627636464</c:v>
                </c:pt>
                <c:pt idx="1580">
                  <c:v>0.0115184497209</c:v>
                </c:pt>
                <c:pt idx="1581">
                  <c:v>0.0114743961956</c:v>
                </c:pt>
                <c:pt idx="1582">
                  <c:v>0.0114306009736</c:v>
                </c:pt>
                <c:pt idx="1583">
                  <c:v>0.0113870619789</c:v>
                </c:pt>
                <c:pt idx="1584">
                  <c:v>0.0113437771565</c:v>
                </c:pt>
                <c:pt idx="1585">
                  <c:v>0.0113007444718</c:v>
                </c:pt>
                <c:pt idx="1586">
                  <c:v>0.0112579619109</c:v>
                </c:pt>
                <c:pt idx="1587">
                  <c:v>0.0112154274797</c:v>
                </c:pt>
                <c:pt idx="1588">
                  <c:v>0.0111731392042</c:v>
                </c:pt>
                <c:pt idx="1589">
                  <c:v>0.0111310951298</c:v>
                </c:pt>
                <c:pt idx="1590">
                  <c:v>0.0110892933214</c:v>
                </c:pt>
                <c:pt idx="1591">
                  <c:v>0.0110477318633</c:v>
                </c:pt>
                <c:pt idx="1592">
                  <c:v>0.0110064088583</c:v>
                </c:pt>
                <c:pt idx="1593">
                  <c:v>0.0109653224283</c:v>
                </c:pt>
                <c:pt idx="1594">
                  <c:v>0.0109244707135</c:v>
                </c:pt>
                <c:pt idx="1595">
                  <c:v>0.0108838518726</c:v>
                </c:pt>
                <c:pt idx="1596">
                  <c:v>0.010843464082</c:v>
                </c:pt>
                <c:pt idx="1597">
                  <c:v>0.0108033055363</c:v>
                </c:pt>
                <c:pt idx="1598">
                  <c:v>0.0107633744476</c:v>
                </c:pt>
                <c:pt idx="1599">
                  <c:v>0.0107236690456</c:v>
                </c:pt>
                <c:pt idx="1600">
                  <c:v>0.0106841875772</c:v>
                </c:pt>
                <c:pt idx="1601">
                  <c:v>0.0106449283063</c:v>
                </c:pt>
                <c:pt idx="1602">
                  <c:v>0.0106058895137</c:v>
                </c:pt>
                <c:pt idx="1603">
                  <c:v>0.0105670694971</c:v>
                </c:pt>
                <c:pt idx="1604">
                  <c:v>0.0105284665704</c:v>
                </c:pt>
                <c:pt idx="1605">
                  <c:v>0.010490079064</c:v>
                </c:pt>
                <c:pt idx="1606">
                  <c:v>0.0104519053245</c:v>
                </c:pt>
                <c:pt idx="1607">
                  <c:v>0.0104139437143</c:v>
                </c:pt>
                <c:pt idx="1608">
                  <c:v>0.0103761926118</c:v>
                </c:pt>
                <c:pt idx="1609">
                  <c:v>0.010338650411</c:v>
                </c:pt>
                <c:pt idx="1610">
                  <c:v>0.0103013155212</c:v>
                </c:pt>
                <c:pt idx="1611">
                  <c:v>0.0102641863673</c:v>
                </c:pt>
                <c:pt idx="1612">
                  <c:v>0.010227261389</c:v>
                </c:pt>
                <c:pt idx="1613">
                  <c:v>0.0101905390414</c:v>
                </c:pt>
                <c:pt idx="1614">
                  <c:v>0.0101540177941</c:v>
                </c:pt>
                <c:pt idx="1615">
                  <c:v>0.0101176961315</c:v>
                </c:pt>
                <c:pt idx="1616">
                  <c:v>0.0100815725527</c:v>
                </c:pt>
                <c:pt idx="1617">
                  <c:v>0.0100456455708</c:v>
                </c:pt>
                <c:pt idx="1618">
                  <c:v>0.0100099137137</c:v>
                </c:pt>
                <c:pt idx="1619">
                  <c:v>0.00997437552278</c:v>
                </c:pt>
                <c:pt idx="1620">
                  <c:v>0.0099390295539</c:v>
                </c:pt>
                <c:pt idx="1621">
                  <c:v>0.00990387437647</c:v>
                </c:pt>
                <c:pt idx="1622">
                  <c:v>0.00986890857368</c:v>
                </c:pt>
                <c:pt idx="1623">
                  <c:v>0.00983413074224</c:v>
                </c:pt>
                <c:pt idx="1624">
                  <c:v>0.00979953949229</c:v>
                </c:pt>
                <c:pt idx="1625">
                  <c:v>0.00976513344728</c:v>
                </c:pt>
                <c:pt idx="1626">
                  <c:v>0.0097309112438</c:v>
                </c:pt>
                <c:pt idx="1627">
                  <c:v>0.00969687153147</c:v>
                </c:pt>
                <c:pt idx="1628">
                  <c:v>0.00966301297285</c:v>
                </c:pt>
                <c:pt idx="1629">
                  <c:v>0.00962933424325</c:v>
                </c:pt>
                <c:pt idx="1630">
                  <c:v>0.00959583403066</c:v>
                </c:pt>
                <c:pt idx="1631">
                  <c:v>0.00956251103563</c:v>
                </c:pt>
                <c:pt idx="1632">
                  <c:v>0.00952936397109</c:v>
                </c:pt>
                <c:pt idx="1633">
                  <c:v>0.00949639156231</c:v>
                </c:pt>
                <c:pt idx="1634">
                  <c:v>0.00946359254673</c:v>
                </c:pt>
                <c:pt idx="1635">
                  <c:v>0.00943096567387</c:v>
                </c:pt>
                <c:pt idx="1636">
                  <c:v>0.00939850970521</c:v>
                </c:pt>
                <c:pt idx="1637">
                  <c:v>0.00936622341405</c:v>
                </c:pt>
                <c:pt idx="1638">
                  <c:v>0.00933410558544</c:v>
                </c:pt>
                <c:pt idx="1639">
                  <c:v>0.00930215501605</c:v>
                </c:pt>
                <c:pt idx="1640">
                  <c:v>0.00927037051405</c:v>
                </c:pt>
                <c:pt idx="1641">
                  <c:v>0.009238750899</c:v>
                </c:pt>
                <c:pt idx="1642">
                  <c:v>0.00920729500176</c:v>
                </c:pt>
                <c:pt idx="1643">
                  <c:v>0.00917600166436</c:v>
                </c:pt>
                <c:pt idx="1644">
                  <c:v>0.0091448697399</c:v>
                </c:pt>
                <c:pt idx="1645">
                  <c:v>0.00911389809245</c:v>
                </c:pt>
                <c:pt idx="1646">
                  <c:v>0.00908308559692</c:v>
                </c:pt>
                <c:pt idx="1647">
                  <c:v>0.00905243113899</c:v>
                </c:pt>
                <c:pt idx="1648">
                  <c:v>0.00902193361494</c:v>
                </c:pt>
                <c:pt idx="1649">
                  <c:v>0.00899159193164</c:v>
                </c:pt>
                <c:pt idx="1650">
                  <c:v>0.00896140500634</c:v>
                </c:pt>
                <c:pt idx="1651">
                  <c:v>0.00893137176663</c:v>
                </c:pt>
                <c:pt idx="1652">
                  <c:v>0.00890149115032</c:v>
                </c:pt>
                <c:pt idx="1653">
                  <c:v>0.00887176210533</c:v>
                </c:pt>
                <c:pt idx="1654">
                  <c:v>0.00884218358959</c:v>
                </c:pt>
                <c:pt idx="1655">
                  <c:v>0.0088127545709</c:v>
                </c:pt>
                <c:pt idx="1656">
                  <c:v>0.00878347402689</c:v>
                </c:pt>
                <c:pt idx="1657">
                  <c:v>0.00875434094485</c:v>
                </c:pt>
                <c:pt idx="1658">
                  <c:v>0.00872535432168</c:v>
                </c:pt>
                <c:pt idx="1659">
                  <c:v>0.00869651316374</c:v>
                </c:pt>
                <c:pt idx="1660">
                  <c:v>0.00866781648676</c:v>
                </c:pt>
                <c:pt idx="1661">
                  <c:v>0.00863926331573</c:v>
                </c:pt>
                <c:pt idx="1662">
                  <c:v>0.00861085268482</c:v>
                </c:pt>
                <c:pt idx="1663">
                  <c:v>0.00858258363724</c:v>
                </c:pt>
                <c:pt idx="1664">
                  <c:v>0.00855445522516</c:v>
                </c:pt>
                <c:pt idx="1665">
                  <c:v>0.00852646650956</c:v>
                </c:pt>
                <c:pt idx="1666">
                  <c:v>0.00849861656021</c:v>
                </c:pt>
                <c:pt idx="1667">
                  <c:v>0.00847090445546</c:v>
                </c:pt>
                <c:pt idx="1668">
                  <c:v>0.00844332928221</c:v>
                </c:pt>
                <c:pt idx="1669">
                  <c:v>0.00841589013578</c:v>
                </c:pt>
                <c:pt idx="1670">
                  <c:v>0.00838858611979</c:v>
                </c:pt>
                <c:pt idx="1671">
                  <c:v>0.0083614163461</c:v>
                </c:pt>
                <c:pt idx="1672">
                  <c:v>0.00833437993462</c:v>
                </c:pt>
                <c:pt idx="1673">
                  <c:v>0.00830747601332</c:v>
                </c:pt>
                <c:pt idx="1674">
                  <c:v>0.00828070371801</c:v>
                </c:pt>
                <c:pt idx="1675">
                  <c:v>0.00825406219234</c:v>
                </c:pt>
                <c:pt idx="1676">
                  <c:v>0.00822755058759</c:v>
                </c:pt>
                <c:pt idx="1677">
                  <c:v>0.00820116806267</c:v>
                </c:pt>
                <c:pt idx="1678">
                  <c:v>0.00817491378396</c:v>
                </c:pt>
                <c:pt idx="1679">
                  <c:v>0.00814878692519</c:v>
                </c:pt>
                <c:pt idx="1680">
                  <c:v>0.00812278666741</c:v>
                </c:pt>
                <c:pt idx="1681">
                  <c:v>0.00809691219881</c:v>
                </c:pt>
                <c:pt idx="1682">
                  <c:v>0.00807116271468</c:v>
                </c:pt>
                <c:pt idx="1683">
                  <c:v>0.00804553741727</c:v>
                </c:pt>
                <c:pt idx="1684">
                  <c:v>0.00802003551572</c:v>
                </c:pt>
                <c:pt idx="1685">
                  <c:v>0.00799465622596</c:v>
                </c:pt>
                <c:pt idx="1686">
                  <c:v>0.0079693987706</c:v>
                </c:pt>
                <c:pt idx="1687">
                  <c:v>0.00794426237883</c:v>
                </c:pt>
                <c:pt idx="1688">
                  <c:v>0.00791924628638</c:v>
                </c:pt>
                <c:pt idx="1689">
                  <c:v>0.00789434973534</c:v>
                </c:pt>
                <c:pt idx="1690">
                  <c:v>0.00786957197417</c:v>
                </c:pt>
                <c:pt idx="1691">
                  <c:v>0.00784491225753</c:v>
                </c:pt>
                <c:pt idx="1692">
                  <c:v>0.00782036984623</c:v>
                </c:pt>
                <c:pt idx="1693">
                  <c:v>0.00779594400715</c:v>
                </c:pt>
                <c:pt idx="1694">
                  <c:v>0.00777163401314</c:v>
                </c:pt>
                <c:pt idx="1695">
                  <c:v>0.00774743914295</c:v>
                </c:pt>
                <c:pt idx="1696">
                  <c:v>0.00772335868116</c:v>
                </c:pt>
                <c:pt idx="1697">
                  <c:v>0.00769939191808</c:v>
                </c:pt>
                <c:pt idx="1698">
                  <c:v>0.00767553814967</c:v>
                </c:pt>
                <c:pt idx="1699">
                  <c:v>0.00765179667751</c:v>
                </c:pt>
                <c:pt idx="1700">
                  <c:v>0.00762816680869</c:v>
                </c:pt>
                <c:pt idx="1701">
                  <c:v>0.00760464785575</c:v>
                </c:pt>
                <c:pt idx="1702">
                  <c:v>0.00758123913663</c:v>
                </c:pt>
                <c:pt idx="1703">
                  <c:v>0.00755793997458</c:v>
                </c:pt>
                <c:pt idx="1704">
                  <c:v>0.00753474969811</c:v>
                </c:pt>
                <c:pt idx="1705">
                  <c:v>0.00751166764092</c:v>
                </c:pt>
                <c:pt idx="1706">
                  <c:v>0.00748869314188</c:v>
                </c:pt>
                <c:pt idx="1707">
                  <c:v>0.00746582554491</c:v>
                </c:pt>
                <c:pt idx="1708">
                  <c:v>0.00744306419898</c:v>
                </c:pt>
                <c:pt idx="1709">
                  <c:v>0.00742040845804</c:v>
                </c:pt>
                <c:pt idx="1710">
                  <c:v>0.00739785768093</c:v>
                </c:pt>
                <c:pt idx="1711">
                  <c:v>0.00737541123142</c:v>
                </c:pt>
                <c:pt idx="1712">
                  <c:v>0.00735306847807</c:v>
                </c:pt>
                <c:pt idx="1713">
                  <c:v>0.00733082879424</c:v>
                </c:pt>
                <c:pt idx="1714">
                  <c:v>0.00730869155802</c:v>
                </c:pt>
                <c:pt idx="1715">
                  <c:v>0.0072866561522</c:v>
                </c:pt>
                <c:pt idx="1716">
                  <c:v>0.00726472196422</c:v>
                </c:pt>
                <c:pt idx="1717">
                  <c:v>0.00724288838614</c:v>
                </c:pt>
                <c:pt idx="1718">
                  <c:v>0.00722115481459</c:v>
                </c:pt>
                <c:pt idx="1719">
                  <c:v>0.00719952065072</c:v>
                </c:pt>
                <c:pt idx="1720">
                  <c:v>0.00717798530019</c:v>
                </c:pt>
                <c:pt idx="1721">
                  <c:v>0.00715654817312</c:v>
                </c:pt>
                <c:pt idx="1722">
                  <c:v>0.00713520868404</c:v>
                </c:pt>
                <c:pt idx="1723">
                  <c:v>0.00711396625187</c:v>
                </c:pt>
                <c:pt idx="1724">
                  <c:v>0.00709282029987</c:v>
                </c:pt>
                <c:pt idx="1725">
                  <c:v>0.00707177025563</c:v>
                </c:pt>
                <c:pt idx="1726">
                  <c:v>0.00705081555098</c:v>
                </c:pt>
                <c:pt idx="1727">
                  <c:v>0.00702995562202</c:v>
                </c:pt>
                <c:pt idx="1728">
                  <c:v>0.00700918990905</c:v>
                </c:pt>
                <c:pt idx="1729">
                  <c:v>0.00698851785652</c:v>
                </c:pt>
                <c:pt idx="1730">
                  <c:v>0.00696793891303</c:v>
                </c:pt>
                <c:pt idx="1731">
                  <c:v>0.00694745253124</c:v>
                </c:pt>
                <c:pt idx="1732">
                  <c:v>0.00692705816791</c:v>
                </c:pt>
                <c:pt idx="1733">
                  <c:v>0.00690675528379</c:v>
                </c:pt>
                <c:pt idx="1734">
                  <c:v>0.00688654334361</c:v>
                </c:pt>
                <c:pt idx="1735">
                  <c:v>0.00686642181606</c:v>
                </c:pt>
                <c:pt idx="1736">
                  <c:v>0.00684639017372</c:v>
                </c:pt>
                <c:pt idx="1737">
                  <c:v>0.00682644789303</c:v>
                </c:pt>
                <c:pt idx="1738">
                  <c:v>0.00680659445428</c:v>
                </c:pt>
                <c:pt idx="1739">
                  <c:v>0.00678682934152</c:v>
                </c:pt>
                <c:pt idx="1740">
                  <c:v>0.00676715204256</c:v>
                </c:pt>
                <c:pt idx="1741">
                  <c:v>0.00674756204892</c:v>
                </c:pt>
                <c:pt idx="1742">
                  <c:v>0.00672805885577</c:v>
                </c:pt>
                <c:pt idx="1743">
                  <c:v>0.00670864196191</c:v>
                </c:pt>
                <c:pt idx="1744">
                  <c:v>0.00668931086973</c:v>
                </c:pt>
                <c:pt idx="1745">
                  <c:v>0.00667006508517</c:v>
                </c:pt>
                <c:pt idx="1746">
                  <c:v>0.00665090411766</c:v>
                </c:pt>
                <c:pt idx="1747">
                  <c:v>0.00663182748009</c:v>
                </c:pt>
                <c:pt idx="1748">
                  <c:v>0.00661283468879</c:v>
                </c:pt>
                <c:pt idx="1749">
                  <c:v>0.00659392526344</c:v>
                </c:pt>
                <c:pt idx="1750">
                  <c:v>0.00657509872708</c:v>
                </c:pt>
                <c:pt idx="1751">
                  <c:v>0.00655635460607</c:v>
                </c:pt>
                <c:pt idx="1752">
                  <c:v>0.00653769243</c:v>
                </c:pt>
                <c:pt idx="1753">
                  <c:v>0.00651911173169</c:v>
                </c:pt>
                <c:pt idx="1754">
                  <c:v>0.00650061204716</c:v>
                </c:pt>
                <c:pt idx="1755">
                  <c:v>0.00648219291556</c:v>
                </c:pt>
                <c:pt idx="1756">
                  <c:v>0.00646385387917</c:v>
                </c:pt>
                <c:pt idx="1757">
                  <c:v>0.00644559448333</c:v>
                </c:pt>
                <c:pt idx="1758">
                  <c:v>0.00642741427642</c:v>
                </c:pt>
                <c:pt idx="1759">
                  <c:v>0.00640931280983</c:v>
                </c:pt>
                <c:pt idx="1760">
                  <c:v>0.00639128963792</c:v>
                </c:pt>
                <c:pt idx="1761">
                  <c:v>0.00637334431798</c:v>
                </c:pt>
                <c:pt idx="1762">
                  <c:v>0.00635547641021</c:v>
                </c:pt>
                <c:pt idx="1763">
                  <c:v>0.00633768547768</c:v>
                </c:pt>
                <c:pt idx="1764">
                  <c:v>0.00631997108632</c:v>
                </c:pt>
                <c:pt idx="1765">
                  <c:v>0.00630233280487</c:v>
                </c:pt>
                <c:pt idx="1766">
                  <c:v>0.00628477020482</c:v>
                </c:pt>
                <c:pt idx="1767">
                  <c:v>0.00626728286048</c:v>
                </c:pt>
                <c:pt idx="1768">
                  <c:v>0.00624987034883</c:v>
                </c:pt>
                <c:pt idx="1769">
                  <c:v>0.0062325322496</c:v>
                </c:pt>
                <c:pt idx="1770">
                  <c:v>0.00621526814519</c:v>
                </c:pt>
                <c:pt idx="1771">
                  <c:v>0.00619807762063</c:v>
                </c:pt>
                <c:pt idx="1772">
                  <c:v>0.00618096026362</c:v>
                </c:pt>
                <c:pt idx="1773">
                  <c:v>0.00616391566444</c:v>
                </c:pt>
                <c:pt idx="1774">
                  <c:v>0.00614694341597</c:v>
                </c:pt>
                <c:pt idx="1775">
                  <c:v>0.00613004311365</c:v>
                </c:pt>
                <c:pt idx="1776">
                  <c:v>0.00611321435548</c:v>
                </c:pt>
                <c:pt idx="1777">
                  <c:v>0.00609645674197</c:v>
                </c:pt>
                <c:pt idx="1778">
                  <c:v>0.00607976987612</c:v>
                </c:pt>
                <c:pt idx="1779">
                  <c:v>0.00606315336345</c:v>
                </c:pt>
                <c:pt idx="1780">
                  <c:v>0.00604660681191</c:v>
                </c:pt>
                <c:pt idx="1781">
                  <c:v>0.00603012983192</c:v>
                </c:pt>
                <c:pt idx="1782">
                  <c:v>0.00601372203632</c:v>
                </c:pt>
                <c:pt idx="1783">
                  <c:v>0.00599738304037</c:v>
                </c:pt>
                <c:pt idx="1784">
                  <c:v>0.0059811124617</c:v>
                </c:pt>
                <c:pt idx="1785">
                  <c:v>0.00596490992034</c:v>
                </c:pt>
                <c:pt idx="1786">
                  <c:v>0.00594877503867</c:v>
                </c:pt>
                <c:pt idx="1787">
                  <c:v>0.00593270744141</c:v>
                </c:pt>
                <c:pt idx="1788">
                  <c:v>0.0059167067556</c:v>
                </c:pt>
                <c:pt idx="1789">
                  <c:v>0.0059007726106</c:v>
                </c:pt>
                <c:pt idx="1790">
                  <c:v>0.00588490463806</c:v>
                </c:pt>
                <c:pt idx="1791">
                  <c:v>0.00586910247189</c:v>
                </c:pt>
                <c:pt idx="1792">
                  <c:v>0.00585336574828</c:v>
                </c:pt>
                <c:pt idx="1793">
                  <c:v>0.00583769410565</c:v>
                </c:pt>
                <c:pt idx="1794">
                  <c:v>0.00582208718466</c:v>
                </c:pt>
                <c:pt idx="1795">
                  <c:v>0.00580654462816</c:v>
                </c:pt>
                <c:pt idx="1796">
                  <c:v>0.00579106608121</c:v>
                </c:pt>
                <c:pt idx="1797">
                  <c:v>0.00577565119107</c:v>
                </c:pt>
                <c:pt idx="1798">
                  <c:v>0.00576029960712</c:v>
                </c:pt>
                <c:pt idx="1799">
                  <c:v>0.00574501098093</c:v>
                </c:pt>
                <c:pt idx="1800">
                  <c:v>0.00572978496619</c:v>
                </c:pt>
                <c:pt idx="1801">
                  <c:v>0.00571462121871</c:v>
                </c:pt>
                <c:pt idx="1802">
                  <c:v>0.0056995193964</c:v>
                </c:pt>
                <c:pt idx="1803">
                  <c:v>0.00568447915927</c:v>
                </c:pt>
                <c:pt idx="1804">
                  <c:v>0.0056695001694</c:v>
                </c:pt>
                <c:pt idx="1805">
                  <c:v>0.00565458209095</c:v>
                </c:pt>
                <c:pt idx="1806">
                  <c:v>0.0056397245901</c:v>
                </c:pt>
                <c:pt idx="1807">
                  <c:v>0.00562492733509</c:v>
                </c:pt>
                <c:pt idx="1808">
                  <c:v>0.00561018999616</c:v>
                </c:pt>
                <c:pt idx="1809">
                  <c:v>0.00559551224558</c:v>
                </c:pt>
                <c:pt idx="1810">
                  <c:v>0.00558089375761</c:v>
                </c:pt>
                <c:pt idx="1811">
                  <c:v>0.00556633420848</c:v>
                </c:pt>
                <c:pt idx="1812">
                  <c:v>0.0055518332764</c:v>
                </c:pt>
                <c:pt idx="1813">
                  <c:v>0.00553739064155</c:v>
                </c:pt>
                <c:pt idx="1814">
                  <c:v>0.00552300598604</c:v>
                </c:pt>
                <c:pt idx="1815">
                  <c:v>0.00550867899393</c:v>
                </c:pt>
                <c:pt idx="1816">
                  <c:v>0.00549440935119</c:v>
                </c:pt>
                <c:pt idx="1817">
                  <c:v>0.00548019674573</c:v>
                </c:pt>
                <c:pt idx="1818">
                  <c:v>0.00546604086733</c:v>
                </c:pt>
                <c:pt idx="1819">
                  <c:v>0.00545194140769</c:v>
                </c:pt>
                <c:pt idx="1820">
                  <c:v>0.00543789806038</c:v>
                </c:pt>
                <c:pt idx="1821">
                  <c:v>0.00542391052086</c:v>
                </c:pt>
                <c:pt idx="1822">
                  <c:v>0.00540997848643</c:v>
                </c:pt>
                <c:pt idx="1823">
                  <c:v>0.00539610165626</c:v>
                </c:pt>
                <c:pt idx="1824">
                  <c:v>0.00538227973138</c:v>
                </c:pt>
                <c:pt idx="1825">
                  <c:v>0.00536851241463</c:v>
                </c:pt>
                <c:pt idx="1826">
                  <c:v>0.00535479941069</c:v>
                </c:pt>
                <c:pt idx="1827">
                  <c:v>0.00534114042607</c:v>
                </c:pt>
                <c:pt idx="1828">
                  <c:v>0.00532753516908</c:v>
                </c:pt>
                <c:pt idx="1829">
                  <c:v>0.00531398334985</c:v>
                </c:pt>
                <c:pt idx="1830">
                  <c:v>0.00530048468028</c:v>
                </c:pt>
                <c:pt idx="1831">
                  <c:v>0.00528703887408</c:v>
                </c:pt>
                <c:pt idx="1832">
                  <c:v>0.00527364564674</c:v>
                </c:pt>
                <c:pt idx="1833">
                  <c:v>0.00526030471552</c:v>
                </c:pt>
                <c:pt idx="1834">
                  <c:v>0.00524701579944</c:v>
                </c:pt>
                <c:pt idx="1835">
                  <c:v>0.00523377861929</c:v>
                </c:pt>
                <c:pt idx="1836">
                  <c:v>0.00522059289761</c:v>
                </c:pt>
                <c:pt idx="1837">
                  <c:v>0.00520745835867</c:v>
                </c:pt>
                <c:pt idx="1838">
                  <c:v>0.0051943747285</c:v>
                </c:pt>
                <c:pt idx="1839">
                  <c:v>0.00518134173484</c:v>
                </c:pt>
                <c:pt idx="1840">
                  <c:v>0.00516835910717</c:v>
                </c:pt>
                <c:pt idx="1841">
                  <c:v>0.00515542657668</c:v>
                </c:pt>
                <c:pt idx="1842">
                  <c:v>0.00514254387627</c:v>
                </c:pt>
                <c:pt idx="1843">
                  <c:v>0.00512971074053</c:v>
                </c:pt>
                <c:pt idx="1844">
                  <c:v>0.00511692690577</c:v>
                </c:pt>
                <c:pt idx="1845">
                  <c:v>0.00510419210998</c:v>
                </c:pt>
                <c:pt idx="1846">
                  <c:v>0.00509150609282</c:v>
                </c:pt>
                <c:pt idx="1847">
                  <c:v>0.00507886859564</c:v>
                </c:pt>
                <c:pt idx="1848">
                  <c:v>0.00506627936146</c:v>
                </c:pt>
                <c:pt idx="1849">
                  <c:v>0.00505373813496</c:v>
                </c:pt>
                <c:pt idx="1850">
                  <c:v>0.00504124466245</c:v>
                </c:pt>
                <c:pt idx="1851">
                  <c:v>0.00502879869194</c:v>
                </c:pt>
                <c:pt idx="1852">
                  <c:v>0.00501639997305</c:v>
                </c:pt>
                <c:pt idx="1853">
                  <c:v>0.00500404825702</c:v>
                </c:pt>
                <c:pt idx="1854">
                  <c:v>0.00499174329676</c:v>
                </c:pt>
                <c:pt idx="1855">
                  <c:v>0.00497948484678</c:v>
                </c:pt>
                <c:pt idx="1856">
                  <c:v>0.00496727266319</c:v>
                </c:pt>
                <c:pt idx="1857">
                  <c:v>0.00495510650374</c:v>
                </c:pt>
                <c:pt idx="1858">
                  <c:v>0.00494298612777</c:v>
                </c:pt>
                <c:pt idx="1859">
                  <c:v>0.00493091129619</c:v>
                </c:pt>
                <c:pt idx="1860">
                  <c:v>0.00491888177154</c:v>
                </c:pt>
                <c:pt idx="1861">
                  <c:v>0.00490689731791</c:v>
                </c:pt>
                <c:pt idx="1862">
                  <c:v>0.00489495770098</c:v>
                </c:pt>
                <c:pt idx="1863">
                  <c:v>0.00488306268798</c:v>
                </c:pt>
                <c:pt idx="1864">
                  <c:v>0.0048712120477</c:v>
                </c:pt>
                <c:pt idx="1865">
                  <c:v>0.0048594055505</c:v>
                </c:pt>
                <c:pt idx="1866">
                  <c:v>0.00484764296827</c:v>
                </c:pt>
                <c:pt idx="1867">
                  <c:v>0.00483592407443</c:v>
                </c:pt>
                <c:pt idx="1868">
                  <c:v>0.00482424864393</c:v>
                </c:pt>
                <c:pt idx="1869">
                  <c:v>0.00481261645325</c:v>
                </c:pt>
                <c:pt idx="1870">
                  <c:v>0.00480102728037</c:v>
                </c:pt>
                <c:pt idx="1871">
                  <c:v>0.00478948090476</c:v>
                </c:pt>
                <c:pt idx="1872">
                  <c:v>0.00477797710742</c:v>
                </c:pt>
                <c:pt idx="1873">
                  <c:v>0.00476651567078</c:v>
                </c:pt>
                <c:pt idx="1874">
                  <c:v>0.0047550963788</c:v>
                </c:pt>
                <c:pt idx="1875">
                  <c:v>0.00474371901686</c:v>
                </c:pt>
                <c:pt idx="1876">
                  <c:v>0.00473238337182</c:v>
                </c:pt>
                <c:pt idx="1877">
                  <c:v>0.00472108923198</c:v>
                </c:pt>
                <c:pt idx="1878">
                  <c:v>0.00470983638707</c:v>
                </c:pt>
                <c:pt idx="1879">
                  <c:v>0.00469862462825</c:v>
                </c:pt>
                <c:pt idx="1880">
                  <c:v>0.0046874537481</c:v>
                </c:pt>
                <c:pt idx="1881">
                  <c:v>0.00467632354058</c:v>
                </c:pt>
                <c:pt idx="1882">
                  <c:v>0.00466523380107</c:v>
                </c:pt>
                <c:pt idx="1883">
                  <c:v>0.00465418432632</c:v>
                </c:pt>
                <c:pt idx="1884">
                  <c:v>0.00464317491444</c:v>
                </c:pt>
                <c:pt idx="1885">
                  <c:v>0.0046322053649</c:v>
                </c:pt>
                <c:pt idx="1886">
                  <c:v>0.00462127547855</c:v>
                </c:pt>
                <c:pt idx="1887">
                  <c:v>0.00461038505752</c:v>
                </c:pt>
                <c:pt idx="1888">
                  <c:v>0.00459953390532</c:v>
                </c:pt>
                <c:pt idx="1889">
                  <c:v>0.00458872182672</c:v>
                </c:pt>
                <c:pt idx="1890">
                  <c:v>0.00457794862783</c:v>
                </c:pt>
                <c:pt idx="1891">
                  <c:v>0.00456721411603</c:v>
                </c:pt>
                <c:pt idx="1892">
                  <c:v>0.00455651809997</c:v>
                </c:pt>
                <c:pt idx="1893">
                  <c:v>0.00454586038958</c:v>
                </c:pt>
                <c:pt idx="1894">
                  <c:v>0.00453524079603</c:v>
                </c:pt>
                <c:pt idx="1895">
                  <c:v>0.00452465913174</c:v>
                </c:pt>
                <c:pt idx="1896">
                  <c:v>0.00451411521036</c:v>
                </c:pt>
                <c:pt idx="1897">
                  <c:v>0.00450360884673</c:v>
                </c:pt>
                <c:pt idx="1898">
                  <c:v>0.00449313985693</c:v>
                </c:pt>
                <c:pt idx="1899">
                  <c:v>0.00448270805822</c:v>
                </c:pt>
                <c:pt idx="1900">
                  <c:v>0.00447231326904</c:v>
                </c:pt>
                <c:pt idx="1901">
                  <c:v>0.004461955309</c:v>
                </c:pt>
                <c:pt idx="1902">
                  <c:v>0.00445163399889</c:v>
                </c:pt>
                <c:pt idx="1903">
                  <c:v>0.00444134916061</c:v>
                </c:pt>
                <c:pt idx="1904">
                  <c:v>0.00443110061725</c:v>
                </c:pt>
                <c:pt idx="1905">
                  <c:v>0.00442088819298</c:v>
                </c:pt>
                <c:pt idx="1906">
                  <c:v>0.00441071171311</c:v>
                </c:pt>
                <c:pt idx="1907">
                  <c:v>0.00440057100407</c:v>
                </c:pt>
                <c:pt idx="1908">
                  <c:v>0.00439046589336</c:v>
                </c:pt>
                <c:pt idx="1909">
                  <c:v>0.0043803962096</c:v>
                </c:pt>
                <c:pt idx="1910">
                  <c:v>0.00437036178246</c:v>
                </c:pt>
                <c:pt idx="1911">
                  <c:v>0.00436036244268</c:v>
                </c:pt>
                <c:pt idx="1912">
                  <c:v>0.00435039802209</c:v>
                </c:pt>
                <c:pt idx="1913">
                  <c:v>0.00434046835355</c:v>
                </c:pt>
                <c:pt idx="1914">
                  <c:v>0.00433057327094</c:v>
                </c:pt>
                <c:pt idx="1915">
                  <c:v>0.00432071260922</c:v>
                </c:pt>
                <c:pt idx="1916">
                  <c:v>0.00431088620433</c:v>
                </c:pt>
                <c:pt idx="1917">
                  <c:v>0.00430109389326</c:v>
                </c:pt>
                <c:pt idx="1918">
                  <c:v>0.00429133551398</c:v>
                </c:pt>
                <c:pt idx="1919">
                  <c:v>0.00428161090548</c:v>
                </c:pt>
                <c:pt idx="1920">
                  <c:v>0.00427191990773</c:v>
                </c:pt>
                <c:pt idx="1921">
                  <c:v>0.00426226236168</c:v>
                </c:pt>
                <c:pt idx="1922">
                  <c:v>0.00425263810927</c:v>
                </c:pt>
                <c:pt idx="1923">
                  <c:v>0.00424304699339</c:v>
                </c:pt>
                <c:pt idx="1924">
                  <c:v>0.00423348885789</c:v>
                </c:pt>
                <c:pt idx="1925">
                  <c:v>0.00422396354759</c:v>
                </c:pt>
                <c:pt idx="1926">
                  <c:v>0.00421447090824</c:v>
                </c:pt>
                <c:pt idx="1927">
                  <c:v>0.00420501078651</c:v>
                </c:pt>
                <c:pt idx="1928">
                  <c:v>0.00419558303003</c:v>
                </c:pt>
                <c:pt idx="1929">
                  <c:v>0.00418618748733</c:v>
                </c:pt>
                <c:pt idx="1930">
                  <c:v>0.00417682400786</c:v>
                </c:pt>
                <c:pt idx="1931">
                  <c:v>0.00416749244197</c:v>
                </c:pt>
                <c:pt idx="1932">
                  <c:v>0.00415819264092</c:v>
                </c:pt>
                <c:pt idx="1933">
                  <c:v>0.00414892445683</c:v>
                </c:pt>
                <c:pt idx="1934">
                  <c:v>0.00413968774275</c:v>
                </c:pt>
                <c:pt idx="1935">
                  <c:v>0.00413048235256</c:v>
                </c:pt>
                <c:pt idx="1936">
                  <c:v>0.00412130814104</c:v>
                </c:pt>
                <c:pt idx="1937">
                  <c:v>0.00411216496381</c:v>
                </c:pt>
                <c:pt idx="1938">
                  <c:v>0.00410305267736</c:v>
                </c:pt>
                <c:pt idx="1939">
                  <c:v>0.00409397113901</c:v>
                </c:pt>
                <c:pt idx="1940">
                  <c:v>0.00408492020693</c:v>
                </c:pt>
                <c:pt idx="1941">
                  <c:v>0.00407589974011</c:v>
                </c:pt>
                <c:pt idx="1942">
                  <c:v>0.00406690959838</c:v>
                </c:pt>
                <c:pt idx="1943">
                  <c:v>0.00405794964237</c:v>
                </c:pt>
                <c:pt idx="1944">
                  <c:v>0.00404901973354</c:v>
                </c:pt>
                <c:pt idx="1945">
                  <c:v>0.00404011973412</c:v>
                </c:pt>
                <c:pt idx="1946">
                  <c:v>0.00403124950718</c:v>
                </c:pt>
                <c:pt idx="1947">
                  <c:v>0.00402240891655</c:v>
                </c:pt>
                <c:pt idx="1948">
                  <c:v>0.00401359782684</c:v>
                </c:pt>
                <c:pt idx="1949">
                  <c:v>0.00400481610345</c:v>
                </c:pt>
                <c:pt idx="1950">
                  <c:v>0.00399606361255</c:v>
                </c:pt>
                <c:pt idx="1951">
                  <c:v>0.00398734022106</c:v>
                </c:pt>
                <c:pt idx="1952">
                  <c:v>0.00397864579666</c:v>
                </c:pt>
                <c:pt idx="1953">
                  <c:v>0.00396998020779</c:v>
                </c:pt>
                <c:pt idx="1954">
                  <c:v>0.00396134332363</c:v>
                </c:pt>
                <c:pt idx="1955">
                  <c:v>0.00395273501409</c:v>
                </c:pt>
                <c:pt idx="1956">
                  <c:v>0.00394415514982</c:v>
                </c:pt>
                <c:pt idx="1957">
                  <c:v>0.00393560360219</c:v>
                </c:pt>
                <c:pt idx="1958">
                  <c:v>0.0039270802433</c:v>
                </c:pt>
                <c:pt idx="1959">
                  <c:v>0.00391858494596</c:v>
                </c:pt>
                <c:pt idx="1960">
                  <c:v>0.00391011758369</c:v>
                </c:pt>
                <c:pt idx="1961">
                  <c:v>0.00390167803071</c:v>
                </c:pt>
                <c:pt idx="1962">
                  <c:v>0.00389326616195</c:v>
                </c:pt>
                <c:pt idx="1963">
                  <c:v>0.00388488185302</c:v>
                </c:pt>
                <c:pt idx="1964">
                  <c:v>0.00387652498023</c:v>
                </c:pt>
                <c:pt idx="1965">
                  <c:v>0.00386819542058</c:v>
                </c:pt>
                <c:pt idx="1966">
                  <c:v>0.00385989305172</c:v>
                </c:pt>
                <c:pt idx="1967">
                  <c:v>0.00385161775201</c:v>
                </c:pt>
                <c:pt idx="1968">
                  <c:v>0.00384336940046</c:v>
                </c:pt>
                <c:pt idx="1969">
                  <c:v>0.00383514787675</c:v>
                </c:pt>
                <c:pt idx="1970">
                  <c:v>0.00382695306122</c:v>
                </c:pt>
                <c:pt idx="1971">
                  <c:v>0.00381878483487</c:v>
                </c:pt>
                <c:pt idx="1972">
                  <c:v>0.00381064307934</c:v>
                </c:pt>
                <c:pt idx="1973">
                  <c:v>0.00380252767694</c:v>
                </c:pt>
                <c:pt idx="1974">
                  <c:v>0.0037944385106</c:v>
                </c:pt>
                <c:pt idx="1975">
                  <c:v>0.0037863754639</c:v>
                </c:pt>
                <c:pt idx="1976">
                  <c:v>0.00377833842106</c:v>
                </c:pt>
                <c:pt idx="1977">
                  <c:v>0.00377032726691</c:v>
                </c:pt>
                <c:pt idx="1978">
                  <c:v>0.00376234188695</c:v>
                </c:pt>
                <c:pt idx="1979">
                  <c:v>0.00375438216724</c:v>
                </c:pt>
                <c:pt idx="1980">
                  <c:v>0.00374644799452</c:v>
                </c:pt>
                <c:pt idx="1981">
                  <c:v>0.0037385392561</c:v>
                </c:pt>
                <c:pt idx="1982">
                  <c:v>0.00373065583992</c:v>
                </c:pt>
                <c:pt idx="1983">
                  <c:v>0.00372279763453</c:v>
                </c:pt>
                <c:pt idx="1984">
                  <c:v>0.00371496452907</c:v>
                </c:pt>
                <c:pt idx="1985">
                  <c:v>0.00370715641328</c:v>
                </c:pt>
                <c:pt idx="1986">
                  <c:v>0.00369937317749</c:v>
                </c:pt>
                <c:pt idx="1987">
                  <c:v>0.00369161471264</c:v>
                </c:pt>
                <c:pt idx="1988">
                  <c:v>0.00368388091023</c:v>
                </c:pt>
                <c:pt idx="1989">
                  <c:v>0.00367617166235</c:v>
                </c:pt>
                <c:pt idx="1990">
                  <c:v>0.00366848686168</c:v>
                </c:pt>
                <c:pt idx="1991">
                  <c:v>0.00366082640145</c:v>
                </c:pt>
                <c:pt idx="1992">
                  <c:v>0.00365319017548</c:v>
                </c:pt>
                <c:pt idx="1993">
                  <c:v>0.00364557807814</c:v>
                </c:pt>
                <c:pt idx="1994">
                  <c:v>0.00363799000437</c:v>
                </c:pt>
                <c:pt idx="1995">
                  <c:v>0.00363042584965</c:v>
                </c:pt>
                <c:pt idx="1996">
                  <c:v>0.00362288551003</c:v>
                </c:pt>
                <c:pt idx="1997">
                  <c:v>0.00361536888211</c:v>
                </c:pt>
                <c:pt idx="1998">
                  <c:v>0.00360787586301</c:v>
                </c:pt>
                <c:pt idx="1999">
                  <c:v>0.00360040635041</c:v>
                </c:pt>
                <c:pt idx="2000">
                  <c:v>0.00359296024253</c:v>
                </c:pt>
              </c:numCache>
            </c:numRef>
          </c:yVal>
        </c:ser>
        <c:ser>
          <c:idx val="1"/>
          <c:order val="1"/>
          <c:tx>
            <c:v>spin</c:v>
          </c:tx>
          <c:spPr>
            <a:ln xmlns:a="http://schemas.openxmlformats.org/drawingml/2006/main" w="15240">
              <a:solidFill>
                <a:srgbClr val="234F91"/>
              </a:solidFill>
              <a:prstDash val="dash"/>
            </a:ln>
          </c:spPr>
          <c:marker>
            <c:symbol val="none"/>
            <c:size val="5"/>
            <c:spPr>
              <a:solidFill xmlns:a="http://schemas.openxmlformats.org/drawingml/2006/main">
                <a:srgbClr val="234F91"/>
              </a:solidFill>
            </c:spPr>
          </c:marker>
          <c:xVal>
            <c:numRef>
              <c:f>'Chart Data'!$C$2:$C$2002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Data'!$D$2:$D$2002</c:f>
              <c:numCache>
                <c:formatCode>0.0</c:formatCode>
                <c:ptCount val="2001"/>
                <c:pt idx="0">
                  <c:v>0.0403899856698</c:v>
                </c:pt>
                <c:pt idx="1">
                  <c:v>0.0405812372658</c:v>
                </c:pt>
                <c:pt idx="2">
                  <c:v>0.0407738401837</c:v>
                </c:pt>
                <c:pt idx="3">
                  <c:v>0.0409678070145</c:v>
                </c:pt>
                <c:pt idx="4">
                  <c:v>0.0411631504929</c:v>
                </c:pt>
                <c:pt idx="5">
                  <c:v>0.0413598835</c:v>
                </c:pt>
                <c:pt idx="6">
                  <c:v>0.0415580190647</c:v>
                </c:pt>
                <c:pt idx="7">
                  <c:v>0.0417575703658</c:v>
                </c:pt>
                <c:pt idx="8">
                  <c:v>0.0419585507344</c:v>
                </c:pt>
                <c:pt idx="9">
                  <c:v>0.0421609736552</c:v>
                </c:pt>
                <c:pt idx="10">
                  <c:v>0.0423648527694</c:v>
                </c:pt>
                <c:pt idx="11">
                  <c:v>0.042570201876</c:v>
                </c:pt>
                <c:pt idx="12">
                  <c:v>0.0427770349349</c:v>
                </c:pt>
                <c:pt idx="13">
                  <c:v>0.0429853660679</c:v>
                </c:pt>
                <c:pt idx="14">
                  <c:v>0.0431952095621</c:v>
                </c:pt>
                <c:pt idx="15">
                  <c:v>0.0434065798713</c:v>
                </c:pt>
                <c:pt idx="16">
                  <c:v>0.0436194916184</c:v>
                </c:pt>
                <c:pt idx="17">
                  <c:v>0.0438339595982</c:v>
                </c:pt>
                <c:pt idx="18">
                  <c:v>0.0440499987791</c:v>
                </c:pt>
                <c:pt idx="19">
                  <c:v>0.044267624306</c:v>
                </c:pt>
                <c:pt idx="20">
                  <c:v>0.0444868515023</c:v>
                </c:pt>
                <c:pt idx="21">
                  <c:v>0.0447076958727</c:v>
                </c:pt>
                <c:pt idx="22">
                  <c:v>0.0449301731055</c:v>
                </c:pt>
                <c:pt idx="23">
                  <c:v>0.045154299075</c:v>
                </c:pt>
                <c:pt idx="24">
                  <c:v>0.0453800898443</c:v>
                </c:pt>
                <c:pt idx="25">
                  <c:v>0.045607561668</c:v>
                </c:pt>
                <c:pt idx="26">
                  <c:v>0.0458367309945</c:v>
                </c:pt>
                <c:pt idx="27">
                  <c:v>0.0460676144687</c:v>
                </c:pt>
                <c:pt idx="28">
                  <c:v>0.0463002289353</c:v>
                </c:pt>
                <c:pt idx="29">
                  <c:v>0.0465345914408</c:v>
                </c:pt>
                <c:pt idx="30">
                  <c:v>0.0467707192367</c:v>
                </c:pt>
                <c:pt idx="31">
                  <c:v>0.0470086297825</c:v>
                </c:pt>
                <c:pt idx="32">
                  <c:v>0.0472483407482</c:v>
                </c:pt>
                <c:pt idx="33">
                  <c:v>0.0474898700176</c:v>
                </c:pt>
                <c:pt idx="34">
                  <c:v>0.047733235691</c:v>
                </c:pt>
                <c:pt idx="35">
                  <c:v>0.0479784560884</c:v>
                </c:pt>
                <c:pt idx="36">
                  <c:v>0.0482255497527</c:v>
                </c:pt>
                <c:pt idx="37">
                  <c:v>0.0484745354525</c:v>
                </c:pt>
                <c:pt idx="38">
                  <c:v>0.0487254321855</c:v>
                </c:pt>
                <c:pt idx="39">
                  <c:v>0.0489782591818</c:v>
                </c:pt>
                <c:pt idx="40">
                  <c:v>0.0492330359067</c:v>
                </c:pt>
                <c:pt idx="41">
                  <c:v>0.0494897820649</c:v>
                </c:pt>
                <c:pt idx="42">
                  <c:v>0.0497485176028</c:v>
                </c:pt>
                <c:pt idx="43">
                  <c:v>0.0500092627129</c:v>
                </c:pt>
                <c:pt idx="44">
                  <c:v>0.0502720378366</c:v>
                </c:pt>
                <c:pt idx="45">
                  <c:v>0.0505368636682</c:v>
                </c:pt>
                <c:pt idx="46">
                  <c:v>0.050803761158</c:v>
                </c:pt>
                <c:pt idx="47">
                  <c:v>0.0510727515165</c:v>
                </c:pt>
                <c:pt idx="48">
                  <c:v>0.0513438562178</c:v>
                </c:pt>
                <c:pt idx="49">
                  <c:v>0.0516170970031</c:v>
                </c:pt>
                <c:pt idx="50">
                  <c:v>0.0518924958852</c:v>
                </c:pt>
                <c:pt idx="51">
                  <c:v>0.0521700751516</c:v>
                </c:pt>
                <c:pt idx="52">
                  <c:v>0.0524498573692</c:v>
                </c:pt>
                <c:pt idx="53">
                  <c:v>0.0527318653876</c:v>
                </c:pt>
                <c:pt idx="54">
                  <c:v>0.0530161223435</c:v>
                </c:pt>
                <c:pt idx="55">
                  <c:v>0.053302651665</c:v>
                </c:pt>
                <c:pt idx="56">
                  <c:v>0.0535914770754</c:v>
                </c:pt>
                <c:pt idx="57">
                  <c:v>0.0538826225976</c:v>
                </c:pt>
                <c:pt idx="58">
                  <c:v>0.0541761125585</c:v>
                </c:pt>
                <c:pt idx="59">
                  <c:v>0.0544719715934</c:v>
                </c:pt>
                <c:pt idx="60">
                  <c:v>0.0547702246501</c:v>
                </c:pt>
                <c:pt idx="61">
                  <c:v>0.055070896994</c:v>
                </c:pt>
                <c:pt idx="62">
                  <c:v>0.0553740142122</c:v>
                </c:pt>
                <c:pt idx="63">
                  <c:v>0.0556796022183</c:v>
                </c:pt>
                <c:pt idx="64">
                  <c:v>0.0559876872573</c:v>
                </c:pt>
                <c:pt idx="65">
                  <c:v>0.0562982959101</c:v>
                </c:pt>
                <c:pt idx="66">
                  <c:v>0.0566114550985</c:v>
                </c:pt>
                <c:pt idx="67">
                  <c:v>0.0569271920905</c:v>
                </c:pt>
                <c:pt idx="68">
                  <c:v>0.0572455345047</c:v>
                </c:pt>
                <c:pt idx="69">
                  <c:v>0.0575665103158</c:v>
                </c:pt>
                <c:pt idx="70">
                  <c:v>0.0578901478597</c:v>
                </c:pt>
                <c:pt idx="71">
                  <c:v>0.0582164758388</c:v>
                </c:pt>
                <c:pt idx="72">
                  <c:v>0.0585455233274</c:v>
                </c:pt>
                <c:pt idx="73">
                  <c:v>0.0588773197766</c:v>
                </c:pt>
                <c:pt idx="74">
                  <c:v>0.0592118950209</c:v>
                </c:pt>
                <c:pt idx="75">
                  <c:v>0.0595492792824</c:v>
                </c:pt>
                <c:pt idx="76">
                  <c:v>0.0598895031778</c:v>
                </c:pt>
                <c:pt idx="77">
                  <c:v>0.0602325977231</c:v>
                </c:pt>
                <c:pt idx="78">
                  <c:v>0.0605785943403</c:v>
                </c:pt>
                <c:pt idx="79">
                  <c:v>0.0609275248625</c:v>
                </c:pt>
                <c:pt idx="80">
                  <c:v>0.0612794215408</c:v>
                </c:pt>
                <c:pt idx="81">
                  <c:v>0.0616343170496</c:v>
                </c:pt>
                <c:pt idx="82">
                  <c:v>0.0619922444934</c:v>
                </c:pt>
                <c:pt idx="83">
                  <c:v>0.0623532374129</c:v>
                </c:pt>
                <c:pt idx="84">
                  <c:v>0.0627173297912</c:v>
                </c:pt>
                <c:pt idx="85">
                  <c:v>0.0630845560607</c:v>
                </c:pt>
                <c:pt idx="86">
                  <c:v>0.0634549511091</c:v>
                </c:pt>
                <c:pt idx="87">
                  <c:v>0.0638285502869</c:v>
                </c:pt>
                <c:pt idx="88">
                  <c:v>0.0642053894134</c:v>
                </c:pt>
                <c:pt idx="89">
                  <c:v>0.0645855047839</c:v>
                </c:pt>
                <c:pt idx="90">
                  <c:v>0.0649689331768</c:v>
                </c:pt>
                <c:pt idx="91">
                  <c:v>0.0653557118606</c:v>
                </c:pt>
                <c:pt idx="92">
                  <c:v>0.0657458786008</c:v>
                </c:pt>
                <c:pt idx="93">
                  <c:v>0.0661394716678</c:v>
                </c:pt>
                <c:pt idx="94">
                  <c:v>0.0665365298436</c:v>
                </c:pt>
                <c:pt idx="95">
                  <c:v>0.0669370924299</c:v>
                </c:pt>
                <c:pt idx="96">
                  <c:v>0.0673411992552</c:v>
                </c:pt>
                <c:pt idx="97">
                  <c:v>0.0677488906831</c:v>
                </c:pt>
                <c:pt idx="98">
                  <c:v>0.0681602076196</c:v>
                </c:pt>
                <c:pt idx="99">
                  <c:v>0.0685751915211</c:v>
                </c:pt>
                <c:pt idx="100">
                  <c:v>0.0689938844028</c:v>
                </c:pt>
                <c:pt idx="101">
                  <c:v>0.0694163288467</c:v>
                </c:pt>
                <c:pt idx="102">
                  <c:v>0.0698425680097</c:v>
                </c:pt>
                <c:pt idx="103">
                  <c:v>0.070272645632</c:v>
                </c:pt>
                <c:pt idx="104">
                  <c:v>0.0707066060459</c:v>
                </c:pt>
                <c:pt idx="105">
                  <c:v>0.0711444941842</c:v>
                </c:pt>
                <c:pt idx="106">
                  <c:v>0.0715863555889</c:v>
                </c:pt>
                <c:pt idx="107">
                  <c:v>0.0720322364203</c:v>
                </c:pt>
                <c:pt idx="108">
                  <c:v>0.0724821834655</c:v>
                </c:pt>
                <c:pt idx="109">
                  <c:v>0.0729362441479</c:v>
                </c:pt>
                <c:pt idx="110">
                  <c:v>0.0733944665365</c:v>
                </c:pt>
                <c:pt idx="111">
                  <c:v>0.0738568993547</c:v>
                </c:pt>
                <c:pt idx="112">
                  <c:v>0.0743235919902</c:v>
                </c:pt>
                <c:pt idx="113">
                  <c:v>0.0747945945044</c:v>
                </c:pt>
                <c:pt idx="114">
                  <c:v>0.0752699576421</c:v>
                </c:pt>
                <c:pt idx="115">
                  <c:v>0.0757497328412</c:v>
                </c:pt>
                <c:pt idx="116">
                  <c:v>0.0762339722429</c:v>
                </c:pt>
                <c:pt idx="117">
                  <c:v>0.0767227287014</c:v>
                </c:pt>
                <c:pt idx="118">
                  <c:v>0.0772160557943</c:v>
                </c:pt>
                <c:pt idx="119">
                  <c:v>0.0777140078329</c:v>
                </c:pt>
                <c:pt idx="120">
                  <c:v>0.0782166398724</c:v>
                </c:pt>
                <c:pt idx="121">
                  <c:v>0.0787240077225</c:v>
                </c:pt>
                <c:pt idx="122">
                  <c:v>0.0792361679581</c:v>
                </c:pt>
                <c:pt idx="123">
                  <c:v>0.0797531779302</c:v>
                </c:pt>
                <c:pt idx="124">
                  <c:v>0.0802750957762</c:v>
                </c:pt>
                <c:pt idx="125">
                  <c:v>0.0808019804318</c:v>
                </c:pt>
                <c:pt idx="126">
                  <c:v>0.0813338916411</c:v>
                </c:pt>
                <c:pt idx="127">
                  <c:v>0.0818708899685</c:v>
                </c:pt>
                <c:pt idx="128">
                  <c:v>0.0824130368098</c:v>
                </c:pt>
                <c:pt idx="129">
                  <c:v>0.0829603944036</c:v>
                </c:pt>
                <c:pt idx="130">
                  <c:v>0.083513025843</c:v>
                </c:pt>
                <c:pt idx="131">
                  <c:v>0.0840709950869</c:v>
                </c:pt>
                <c:pt idx="132">
                  <c:v>0.0846343669721</c:v>
                </c:pt>
                <c:pt idx="133">
                  <c:v>0.0852032072251</c:v>
                </c:pt>
                <c:pt idx="134">
                  <c:v>0.0857775824737</c:v>
                </c:pt>
                <c:pt idx="135">
                  <c:v>0.0863575602595</c:v>
                </c:pt>
                <c:pt idx="136">
                  <c:v>0.0869432090496</c:v>
                </c:pt>
                <c:pt idx="137">
                  <c:v>0.0875345982492</c:v>
                </c:pt>
                <c:pt idx="138">
                  <c:v>0.0881317982137</c:v>
                </c:pt>
                <c:pt idx="139">
                  <c:v>0.0887348802608</c:v>
                </c:pt>
                <c:pt idx="140">
                  <c:v>0.0893439166835</c:v>
                </c:pt>
                <c:pt idx="141">
                  <c:v>0.0899589807621</c:v>
                </c:pt>
                <c:pt idx="142">
                  <c:v>0.0905801467772</c:v>
                </c:pt>
                <c:pt idx="143">
                  <c:v>0.0912074900219</c:v>
                </c:pt>
                <c:pt idx="144">
                  <c:v>0.0918410868147</c:v>
                </c:pt>
                <c:pt idx="145">
                  <c:v>0.0924810145123</c:v>
                </c:pt>
                <c:pt idx="146">
                  <c:v>0.0931273515222</c:v>
                </c:pt>
                <c:pt idx="147">
                  <c:v>0.0937801773153</c:v>
                </c:pt>
                <c:pt idx="148">
                  <c:v>0.0944395724394</c:v>
                </c:pt>
                <c:pt idx="149">
                  <c:v>0.0951056185309</c:v>
                </c:pt>
                <c:pt idx="150">
                  <c:v>0.0957783983288</c:v>
                </c:pt>
                <c:pt idx="151">
                  <c:v>0.0964579956865</c:v>
                </c:pt>
                <c:pt idx="152">
                  <c:v>0.0971444955853</c:v>
                </c:pt>
                <c:pt idx="153">
                  <c:v>0.0978379841466</c:v>
                </c:pt>
                <c:pt idx="154">
                  <c:v>0.0985385486449</c:v>
                </c:pt>
                <c:pt idx="155">
                  <c:v>0.0992462775206</c:v>
                </c:pt>
                <c:pt idx="156">
                  <c:v>0.0999612603922</c:v>
                </c:pt>
                <c:pt idx="157">
                  <c:v>0.100683588069</c:v>
                </c:pt>
                <c:pt idx="158">
                  <c:v>0.101413352563</c:v>
                </c:pt>
                <c:pt idx="159">
                  <c:v>0.102150647103</c:v>
                </c:pt>
                <c:pt idx="160">
                  <c:v>0.102895566144</c:v>
                </c:pt>
                <c:pt idx="161">
                  <c:v>0.103648205381</c:v>
                </c:pt>
                <c:pt idx="162">
                  <c:v>0.10440866176</c:v>
                </c:pt>
                <c:pt idx="163">
                  <c:v>0.105177033492</c:v>
                </c:pt>
                <c:pt idx="164">
                  <c:v>0.105953420059</c:v>
                </c:pt>
                <c:pt idx="165">
                  <c:v>0.106737922233</c:v>
                </c:pt>
                <c:pt idx="166">
                  <c:v>0.107530642079</c:v>
                </c:pt>
                <c:pt idx="167">
                  <c:v>0.108331682972</c:v>
                </c:pt>
                <c:pt idx="168">
                  <c:v>0.109141149603</c:v>
                </c:pt>
                <c:pt idx="169">
                  <c:v>0.10995914799</c:v>
                </c:pt>
                <c:pt idx="170">
                  <c:v>0.110785785492</c:v>
                </c:pt>
                <c:pt idx="171">
                  <c:v>0.111621170812</c:v>
                </c:pt>
                <c:pt idx="172">
                  <c:v>0.112465414008</c:v>
                </c:pt>
                <c:pt idx="173">
                  <c:v>0.113318626504</c:v>
                </c:pt>
                <c:pt idx="174">
                  <c:v>0.114180921097</c:v>
                </c:pt>
                <c:pt idx="175">
                  <c:v>0.115052411959</c:v>
                </c:pt>
                <c:pt idx="176">
                  <c:v>0.115933214653</c:v>
                </c:pt>
                <c:pt idx="177">
                  <c:v>0.116823446133</c:v>
                </c:pt>
                <c:pt idx="178">
                  <c:v>0.117723224751</c:v>
                </c:pt>
                <c:pt idx="179">
                  <c:v>0.118632670262</c:v>
                </c:pt>
                <c:pt idx="180">
                  <c:v>0.11955190383</c:v>
                </c:pt>
                <c:pt idx="181">
                  <c:v>0.120481048027</c:v>
                </c:pt>
                <c:pt idx="182">
                  <c:v>0.121420226842</c:v>
                </c:pt>
                <c:pt idx="183">
                  <c:v>0.122369565678</c:v>
                </c:pt>
                <c:pt idx="184">
                  <c:v>0.123329191354</c:v>
                </c:pt>
                <c:pt idx="185">
                  <c:v>0.124299232105</c:v>
                </c:pt>
                <c:pt idx="186">
                  <c:v>0.125279817582</c:v>
                </c:pt>
                <c:pt idx="187">
                  <c:v>0.126271078848</c:v>
                </c:pt>
                <c:pt idx="188">
                  <c:v>0.127273148375</c:v>
                </c:pt>
                <c:pt idx="189">
                  <c:v>0.128286160041</c:v>
                </c:pt>
                <c:pt idx="190">
                  <c:v>0.129310249121</c:v>
                </c:pt>
                <c:pt idx="191">
                  <c:v>0.130345552282</c:v>
                </c:pt>
                <c:pt idx="192">
                  <c:v>0.131392207575</c:v>
                </c:pt>
                <c:pt idx="193">
                  <c:v>0.132450354421</c:v>
                </c:pt>
                <c:pt idx="194">
                  <c:v>0.133520133604</c:v>
                </c:pt>
                <c:pt idx="195">
                  <c:v>0.134601687254</c:v>
                </c:pt>
                <c:pt idx="196">
                  <c:v>0.135695158833</c:v>
                </c:pt>
                <c:pt idx="197">
                  <c:v>0.136800693116</c:v>
                </c:pt>
                <c:pt idx="198">
                  <c:v>0.137918436176</c:v>
                </c:pt>
                <c:pt idx="199">
                  <c:v>0.139048535359</c:v>
                </c:pt>
                <c:pt idx="200">
                  <c:v>0.140191139261</c:v>
                </c:pt>
                <c:pt idx="201">
                  <c:v>0.141346397707</c:v>
                </c:pt>
                <c:pt idx="202">
                  <c:v>0.142514461716</c:v>
                </c:pt>
                <c:pt idx="203">
                  <c:v>0.143695483476</c:v>
                </c:pt>
                <c:pt idx="204">
                  <c:v>0.144889616311</c:v>
                </c:pt>
                <c:pt idx="205">
                  <c:v>0.14609701464</c:v>
                </c:pt>
                <c:pt idx="206">
                  <c:v>0.147317833946</c:v>
                </c:pt>
                <c:pt idx="207">
                  <c:v>0.14855223073</c:v>
                </c:pt>
                <c:pt idx="208">
                  <c:v>0.149800362468</c:v>
                </c:pt>
                <c:pt idx="209">
                  <c:v>0.151062387563</c:v>
                </c:pt>
                <c:pt idx="210">
                  <c:v>0.152338465295</c:v>
                </c:pt>
                <c:pt idx="211">
                  <c:v>0.153628755767</c:v>
                </c:pt>
                <c:pt idx="212">
                  <c:v>0.154933419843</c:v>
                </c:pt>
                <c:pt idx="213">
                  <c:v>0.156252619092</c:v>
                </c:pt>
                <c:pt idx="214">
                  <c:v>0.157586515721</c:v>
                </c:pt>
                <c:pt idx="215">
                  <c:v>0.158935272503</c:v>
                </c:pt>
                <c:pt idx="216">
                  <c:v>0.160299052704</c:v>
                </c:pt>
                <c:pt idx="217">
                  <c:v>0.161678020007</c:v>
                </c:pt>
                <c:pt idx="218">
                  <c:v>0.163072338427</c:v>
                </c:pt>
                <c:pt idx="219">
                  <c:v>0.164482172225</c:v>
                </c:pt>
                <c:pt idx="220">
                  <c:v>0.165907685817</c:v>
                </c:pt>
                <c:pt idx="221">
                  <c:v>0.167349043672</c:v>
                </c:pt>
                <c:pt idx="222">
                  <c:v>0.168806410217</c:v>
                </c:pt>
                <c:pt idx="223">
                  <c:v>0.170279949723</c:v>
                </c:pt>
                <c:pt idx="224">
                  <c:v>0.171769826197</c:v>
                </c:pt>
                <c:pt idx="225">
                  <c:v>0.173276203257</c:v>
                </c:pt>
                <c:pt idx="226">
                  <c:v>0.174799244015</c:v>
                </c:pt>
                <c:pt idx="227">
                  <c:v>0.176339110941</c:v>
                </c:pt>
                <c:pt idx="228">
                  <c:v>0.177895965727</c:v>
                </c:pt>
                <c:pt idx="229">
                  <c:v>0.179469969147</c:v>
                </c:pt>
                <c:pt idx="230">
                  <c:v>0.181061280903</c:v>
                </c:pt>
                <c:pt idx="231">
                  <c:v>0.182670059472</c:v>
                </c:pt>
                <c:pt idx="232">
                  <c:v>0.184296461941</c:v>
                </c:pt>
                <c:pt idx="233">
                  <c:v>0.185940643837</c:v>
                </c:pt>
                <c:pt idx="234">
                  <c:v>0.187602758953</c:v>
                </c:pt>
                <c:pt idx="235">
                  <c:v>0.189282959158</c:v>
                </c:pt>
                <c:pt idx="236">
                  <c:v>0.19098139421</c:v>
                </c:pt>
                <c:pt idx="237">
                  <c:v>0.192698211552</c:v>
                </c:pt>
                <c:pt idx="238">
                  <c:v>0.194433556109</c:v>
                </c:pt>
                <c:pt idx="239">
                  <c:v>0.196187570072</c:v>
                </c:pt>
                <c:pt idx="240">
                  <c:v>0.197960392673</c:v>
                </c:pt>
                <c:pt idx="241">
                  <c:v>0.199752159956</c:v>
                </c:pt>
                <c:pt idx="242">
                  <c:v>0.201563004539</c:v>
                </c:pt>
                <c:pt idx="243">
                  <c:v>0.203393055364</c:v>
                </c:pt>
                <c:pt idx="244">
                  <c:v>0.205242437446</c:v>
                </c:pt>
                <c:pt idx="245">
                  <c:v>0.207111271605</c:v>
                </c:pt>
                <c:pt idx="246">
                  <c:v>0.208999674199</c:v>
                </c:pt>
                <c:pt idx="247">
                  <c:v>0.210907756842</c:v>
                </c:pt>
                <c:pt idx="248">
                  <c:v>0.212835626114</c:v>
                </c:pt>
                <c:pt idx="249">
                  <c:v>0.214783383272</c:v>
                </c:pt>
                <c:pt idx="250">
                  <c:v>0.216751123937</c:v>
                </c:pt>
                <c:pt idx="251">
                  <c:v>0.21873893779</c:v>
                </c:pt>
                <c:pt idx="252">
                  <c:v>0.220746908247</c:v>
                </c:pt>
                <c:pt idx="253">
                  <c:v>0.222775112135</c:v>
                </c:pt>
                <c:pt idx="254">
                  <c:v>0.224823619354</c:v>
                </c:pt>
                <c:pt idx="255">
                  <c:v>0.22689249254</c:v>
                </c:pt>
                <c:pt idx="256">
                  <c:v>0.228981786711</c:v>
                </c:pt>
                <c:pt idx="257">
                  <c:v>0.231091548917</c:v>
                </c:pt>
                <c:pt idx="258">
                  <c:v>0.233221817871</c:v>
                </c:pt>
                <c:pt idx="259">
                  <c:v>0.235372623591</c:v>
                </c:pt>
                <c:pt idx="260">
                  <c:v>0.237543987017</c:v>
                </c:pt>
                <c:pt idx="261">
                  <c:v>0.23973591964</c:v>
                </c:pt>
                <c:pt idx="262">
                  <c:v>0.241948423118</c:v>
                </c:pt>
                <c:pt idx="263">
                  <c:v>0.244181488887</c:v>
                </c:pt>
                <c:pt idx="264">
                  <c:v>0.246435097773</c:v>
                </c:pt>
                <c:pt idx="265">
                  <c:v>0.248709219599</c:v>
                </c:pt>
                <c:pt idx="266">
                  <c:v>0.251003812791</c:v>
                </c:pt>
                <c:pt idx="267">
                  <c:v>0.253318823982</c:v>
                </c:pt>
                <c:pt idx="268">
                  <c:v>0.255654187614</c:v>
                </c:pt>
                <c:pt idx="269">
                  <c:v>0.258009825545</c:v>
                </c:pt>
                <c:pt idx="270">
                  <c:v>0.260385646649</c:v>
                </c:pt>
                <c:pt idx="271">
                  <c:v>0.26278154643</c:v>
                </c:pt>
                <c:pt idx="272">
                  <c:v>0.265197406627</c:v>
                </c:pt>
                <c:pt idx="273">
                  <c:v>0.267633094832</c:v>
                </c:pt>
                <c:pt idx="274">
                  <c:v>0.270088464107</c:v>
                </c:pt>
                <c:pt idx="275">
                  <c:v>0.272563352615</c:v>
                </c:pt>
                <c:pt idx="276">
                  <c:v>0.275057583246</c:v>
                </c:pt>
                <c:pt idx="277">
                  <c:v>0.277570963269</c:v>
                </c:pt>
                <c:pt idx="278">
                  <c:v>0.280103283975</c:v>
                </c:pt>
                <c:pt idx="279">
                  <c:v>0.282654320348</c:v>
                </c:pt>
                <c:pt idx="280">
                  <c:v>0.285223830739</c:v>
                </c:pt>
                <c:pt idx="281">
                  <c:v>0.287811556551</c:v>
                </c:pt>
                <c:pt idx="282">
                  <c:v>0.290417221954</c:v>
                </c:pt>
                <c:pt idx="283">
                  <c:v>0.293040533596</c:v>
                </c:pt>
                <c:pt idx="284">
                  <c:v>0.295681180352</c:v>
                </c:pt>
                <c:pt idx="285">
                  <c:v>0.298338833077</c:v>
                </c:pt>
                <c:pt idx="286">
                  <c:v>0.301013144388</c:v>
                </c:pt>
                <c:pt idx="287">
                  <c:v>0.303703748465</c:v>
                </c:pt>
                <c:pt idx="288">
                  <c:v>0.306410260878</c:v>
                </c:pt>
                <c:pt idx="289">
                  <c:v>0.309132278435</c:v>
                </c:pt>
                <c:pt idx="290">
                  <c:v>0.31186937906</c:v>
                </c:pt>
                <c:pt idx="291">
                  <c:v>0.314621121697</c:v>
                </c:pt>
                <c:pt idx="292">
                  <c:v>0.317387046242</c:v>
                </c:pt>
                <c:pt idx="293">
                  <c:v>0.320166673506</c:v>
                </c:pt>
                <c:pt idx="294">
                  <c:v>0.32295950521</c:v>
                </c:pt>
                <c:pt idx="295">
                  <c:v>0.32576502401</c:v>
                </c:pt>
                <c:pt idx="296">
                  <c:v>0.328582693558</c:v>
                </c:pt>
                <c:pt idx="297">
                  <c:v>0.331411958597</c:v>
                </c:pt>
                <c:pt idx="298">
                  <c:v>0.334252245089</c:v>
                </c:pt>
                <c:pt idx="299">
                  <c:v>0.337102960383</c:v>
                </c:pt>
                <c:pt idx="300">
                  <c:v>0.339963493418</c:v>
                </c:pt>
                <c:pt idx="301">
                  <c:v>0.342833214961</c:v>
                </c:pt>
                <c:pt idx="302">
                  <c:v>0.34571147789</c:v>
                </c:pt>
                <c:pt idx="303">
                  <c:v>0.348597617509</c:v>
                </c:pt>
                <c:pt idx="304">
                  <c:v>0.351490951907</c:v>
                </c:pt>
                <c:pt idx="305">
                  <c:v>0.354390782348</c:v>
                </c:pt>
                <c:pt idx="306">
                  <c:v>0.357296393715</c:v>
                </c:pt>
                <c:pt idx="307">
                  <c:v>0.360207054979</c:v>
                </c:pt>
                <c:pt idx="308">
                  <c:v>0.363122019711</c:v>
                </c:pt>
                <c:pt idx="309">
                  <c:v>0.366040526639</c:v>
                </c:pt>
                <c:pt idx="310">
                  <c:v>0.368961800238</c:v>
                </c:pt>
                <c:pt idx="311">
                  <c:v>0.371885051354</c:v>
                </c:pt>
                <c:pt idx="312">
                  <c:v>0.374809477876</c:v>
                </c:pt>
                <c:pt idx="313">
                  <c:v>0.377734265435</c:v>
                </c:pt>
                <c:pt idx="314">
                  <c:v>0.380658588142</c:v>
                </c:pt>
                <c:pt idx="315">
                  <c:v>0.383581609357</c:v>
                </c:pt>
                <c:pt idx="316">
                  <c:v>0.3865024825</c:v>
                </c:pt>
                <c:pt idx="317">
                  <c:v>0.389420351882</c:v>
                </c:pt>
                <c:pt idx="318">
                  <c:v>0.392334353572</c:v>
                </c:pt>
                <c:pt idx="319">
                  <c:v>0.395243616294</c:v>
                </c:pt>
                <c:pt idx="320">
                  <c:v>0.398147262348</c:v>
                </c:pt>
                <c:pt idx="321">
                  <c:v>0.401044408556</c:v>
                </c:pt>
                <c:pt idx="322">
                  <c:v>0.403934167231</c:v>
                </c:pt>
                <c:pt idx="323">
                  <c:v>0.406815647168</c:v>
                </c:pt>
                <c:pt idx="324">
                  <c:v>0.409687954655</c:v>
                </c:pt>
                <c:pt idx="325">
                  <c:v>0.412550194496</c:v>
                </c:pt>
                <c:pt idx="326">
                  <c:v>0.415401471049</c:v>
                </c:pt>
                <c:pt idx="327">
                  <c:v>0.418240889282</c:v>
                </c:pt>
                <c:pt idx="328">
                  <c:v>0.42106755583</c:v>
                </c:pt>
                <c:pt idx="329">
                  <c:v>0.423880580062</c:v>
                </c:pt>
                <c:pt idx="330">
                  <c:v>0.426679075152</c:v>
                </c:pt>
                <c:pt idx="331">
                  <c:v>0.429462159151</c:v>
                </c:pt>
                <c:pt idx="332">
                  <c:v>0.43222895606</c:v>
                </c:pt>
                <c:pt idx="333">
                  <c:v>0.434978596892</c:v>
                </c:pt>
                <c:pt idx="334">
                  <c:v>0.437710220736</c:v>
                </c:pt>
                <c:pt idx="335">
                  <c:v>0.440422975804</c:v>
                </c:pt>
                <c:pt idx="336">
                  <c:v>0.443116020471</c:v>
                </c:pt>
                <c:pt idx="337">
                  <c:v>0.445788524294</c:v>
                </c:pt>
                <c:pt idx="338">
                  <c:v>0.448439669021</c:v>
                </c:pt>
                <c:pt idx="339">
                  <c:v>0.451068649572</c:v>
                </c:pt>
                <c:pt idx="340">
                  <c:v>0.453674675001</c:v>
                </c:pt>
                <c:pt idx="341">
                  <c:v>0.45625696943</c:v>
                </c:pt>
                <c:pt idx="342">
                  <c:v>0.458814772956</c:v>
                </c:pt>
                <c:pt idx="343">
                  <c:v>0.461347342528</c:v>
                </c:pt>
                <c:pt idx="344">
                  <c:v>0.463853952787</c:v>
                </c:pt>
                <c:pt idx="345">
                  <c:v>0.466333896875</c:v>
                </c:pt>
                <c:pt idx="346">
                  <c:v>0.468786487201</c:v>
                </c:pt>
                <c:pt idx="347">
                  <c:v>0.471211056174</c:v>
                </c:pt>
                <c:pt idx="348">
                  <c:v>0.473606956883</c:v>
                </c:pt>
                <c:pt idx="349">
                  <c:v>0.475973563748</c:v>
                </c:pt>
                <c:pt idx="350">
                  <c:v>0.47831027311</c:v>
                </c:pt>
                <c:pt idx="351">
                  <c:v>0.480616503783</c:v>
                </c:pt>
                <c:pt idx="352">
                  <c:v>0.482891697555</c:v>
                </c:pt>
                <c:pt idx="353">
                  <c:v>0.485135319638</c:v>
                </c:pt>
                <c:pt idx="354">
                  <c:v>0.487346859063</c:v>
                </c:pt>
                <c:pt idx="355">
                  <c:v>0.489525829032</c:v>
                </c:pt>
                <c:pt idx="356">
                  <c:v>0.491671767203</c:v>
                </c:pt>
                <c:pt idx="357">
                  <c:v>0.493784235933</c:v>
                </c:pt>
                <c:pt idx="358">
                  <c:v>0.49586282246</c:v>
                </c:pt>
                <c:pt idx="359">
                  <c:v>0.497907139027</c:v>
                </c:pt>
                <c:pt idx="360">
                  <c:v>0.499916822957</c:v>
                </c:pt>
                <c:pt idx="361">
                  <c:v>0.501891536668</c:v>
                </c:pt>
                <c:pt idx="362">
                  <c:v>0.503830967635</c:v>
                </c:pt>
                <c:pt idx="363">
                  <c:v>0.505734828293</c:v>
                </c:pt>
                <c:pt idx="364">
                  <c:v>0.507602855888</c:v>
                </c:pt>
                <c:pt idx="365">
                  <c:v>0.509434812275</c:v>
                </c:pt>
                <c:pt idx="366">
                  <c:v>0.511230483659</c:v>
                </c:pt>
                <c:pt idx="367">
                  <c:v>0.512989680289</c:v>
                </c:pt>
                <c:pt idx="368">
                  <c:v>0.514712236092</c:v>
                </c:pt>
                <c:pt idx="369">
                  <c:v>0.516398008269</c:v>
                </c:pt>
                <c:pt idx="370">
                  <c:v>0.518046876832</c:v>
                </c:pt>
                <c:pt idx="371">
                  <c:v>0.5196587441</c:v>
                </c:pt>
                <c:pt idx="372">
                  <c:v>0.52123353415</c:v>
                </c:pt>
                <c:pt idx="373">
                  <c:v>0.522771192221</c:v>
                </c:pt>
                <c:pt idx="374">
                  <c:v>0.524271684085</c:v>
                </c:pt>
                <c:pt idx="375">
                  <c:v>0.525734995368</c:v>
                </c:pt>
                <c:pt idx="376">
                  <c:v>0.527161130847</c:v>
                </c:pt>
                <c:pt idx="377">
                  <c:v>0.528550113701</c:v>
                </c:pt>
                <c:pt idx="378">
                  <c:v>0.529901984743</c:v>
                </c:pt>
                <c:pt idx="379">
                  <c:v>0.531216801611</c:v>
                </c:pt>
                <c:pt idx="380">
                  <c:v>0.532494637942</c:v>
                </c:pt>
                <c:pt idx="381">
                  <c:v>0.533735582517</c:v>
                </c:pt>
                <c:pt idx="382">
                  <c:v>0.53493973839</c:v>
                </c:pt>
                <c:pt idx="383">
                  <c:v>0.536107221995</c:v>
                </c:pt>
                <c:pt idx="384">
                  <c:v>0.537238162241</c:v>
                </c:pt>
                <c:pt idx="385">
                  <c:v>0.538332699592</c:v>
                </c:pt>
                <c:pt idx="386">
                  <c:v>0.539390985142</c:v>
                </c:pt>
                <c:pt idx="387">
                  <c:v>0.540413179677</c:v>
                </c:pt>
                <c:pt idx="388">
                  <c:v>0.541399452746</c:v>
                </c:pt>
                <c:pt idx="389">
                  <c:v>0.542349981715</c:v>
                </c:pt>
                <c:pt idx="390">
                  <c:v>0.543264950836</c:v>
                </c:pt>
                <c:pt idx="391">
                  <c:v>0.544144550316</c:v>
                </c:pt>
                <c:pt idx="392">
                  <c:v>0.544988975391</c:v>
                </c:pt>
                <c:pt idx="393">
                  <c:v>0.545798425418</c:v>
                </c:pt>
                <c:pt idx="394">
                  <c:v>0.546573102972</c:v>
                </c:pt>
                <c:pt idx="395">
                  <c:v>0.547313212959</c:v>
                </c:pt>
                <c:pt idx="396">
                  <c:v>0.548018961751</c:v>
                </c:pt>
                <c:pt idx="397">
                  <c:v>0.548690556338</c:v>
                </c:pt>
                <c:pt idx="398">
                  <c:v>0.549328203498</c:v>
                </c:pt>
                <c:pt idx="399">
                  <c:v>0.549932108998</c:v>
                </c:pt>
                <c:pt idx="400">
                  <c:v>0.550502476814</c:v>
                </c:pt>
                <c:pt idx="401">
                  <c:v>0.551039508381</c:v>
                </c:pt>
                <c:pt idx="402">
                  <c:v>0.551543401872</c:v>
                </c:pt>
                <c:pt idx="403">
                  <c:v>0.552014351509</c:v>
                </c:pt>
                <c:pt idx="404">
                  <c:v>0.552452546898</c:v>
                </c:pt>
                <c:pt idx="405">
                  <c:v>0.552858172409</c:v>
                </c:pt>
                <c:pt idx="406">
                  <c:v>0.553231406577</c:v>
                </c:pt>
                <c:pt idx="407">
                  <c:v>0.553572421551</c:v>
                </c:pt>
                <c:pt idx="408">
                  <c:v>0.553881382564</c:v>
                </c:pt>
                <c:pt idx="409">
                  <c:v>0.554158447455</c:v>
                </c:pt>
                <c:pt idx="410">
                  <c:v>0.554403766213</c:v>
                </c:pt>
                <c:pt idx="411">
                  <c:v>0.554617480572</c:v>
                </c:pt>
                <c:pt idx="412">
                  <c:v>0.554799723635</c:v>
                </c:pt>
                <c:pt idx="413">
                  <c:v>0.554950619536</c:v>
                </c:pt>
                <c:pt idx="414">
                  <c:v>0.555070283148</c:v>
                </c:pt>
                <c:pt idx="415">
                  <c:v>0.555158819818</c:v>
                </c:pt>
                <c:pt idx="416">
                  <c:v>0.555216325152</c:v>
                </c:pt>
                <c:pt idx="417">
                  <c:v>0.555242884828</c:v>
                </c:pt>
                <c:pt idx="418">
                  <c:v>0.555238574453</c:v>
                </c:pt>
                <c:pt idx="419">
                  <c:v>0.555203459453</c:v>
                </c:pt>
                <c:pt idx="420">
                  <c:v>0.555137595009</c:v>
                </c:pt>
                <c:pt idx="421">
                  <c:v>0.555041026015</c:v>
                </c:pt>
                <c:pt idx="422">
                  <c:v>0.554913787088</c:v>
                </c:pt>
                <c:pt idx="423">
                  <c:v>0.554755902603</c:v>
                </c:pt>
                <c:pt idx="424">
                  <c:v>0.554567386767</c:v>
                </c:pt>
                <c:pt idx="425">
                  <c:v>0.554348243732</c:v>
                </c:pt>
                <c:pt idx="426">
                  <c:v>0.55409846773</c:v>
                </c:pt>
                <c:pt idx="427">
                  <c:v>0.553818043255</c:v>
                </c:pt>
                <c:pt idx="428">
                  <c:v>0.55350694527</c:v>
                </c:pt>
                <c:pt idx="429">
                  <c:v>0.553165139446</c:v>
                </c:pt>
                <c:pt idx="430">
                  <c:v>0.552792582435</c:v>
                </c:pt>
                <c:pt idx="431">
                  <c:v>0.552389222172</c:v>
                </c:pt>
                <c:pt idx="432">
                  <c:v>0.551954998204</c:v>
                </c:pt>
                <c:pt idx="433">
                  <c:v>0.551489842055</c:v>
                </c:pt>
                <c:pt idx="434">
                  <c:v>0.550993677612</c:v>
                </c:pt>
                <c:pt idx="435">
                  <c:v>0.55046642154</c:v>
                </c:pt>
                <c:pt idx="436">
                  <c:v>0.549907983725</c:v>
                </c:pt>
                <c:pt idx="437">
                  <c:v>0.54931826774</c:v>
                </c:pt>
                <c:pt idx="438">
                  <c:v>0.548697171342</c:v>
                </c:pt>
                <c:pt idx="439">
                  <c:v>0.548044586983</c:v>
                </c:pt>
                <c:pt idx="440">
                  <c:v>0.54736040235</c:v>
                </c:pt>
                <c:pt idx="441">
                  <c:v>0.54664450093</c:v>
                </c:pt>
                <c:pt idx="442">
                  <c:v>0.545896762586</c:v>
                </c:pt>
                <c:pt idx="443">
                  <c:v>0.545117064166</c:v>
                </c:pt>
                <c:pt idx="444">
                  <c:v>0.544305280121</c:v>
                </c:pt>
                <c:pt idx="445">
                  <c:v>0.543461283146</c:v>
                </c:pt>
                <c:pt idx="446">
                  <c:v>0.542584944837</c:v>
                </c:pt>
                <c:pt idx="447">
                  <c:v>0.541676136364</c:v>
                </c:pt>
                <c:pt idx="448">
                  <c:v>0.540734729163</c:v>
                </c:pt>
                <c:pt idx="449">
                  <c:v>0.539760595635</c:v>
                </c:pt>
                <c:pt idx="450">
                  <c:v>0.538753609865</c:v>
                </c:pt>
                <c:pt idx="451">
                  <c:v>0.537713648348</c:v>
                </c:pt>
                <c:pt idx="452">
                  <c:v>0.536640590726</c:v>
                </c:pt>
                <c:pt idx="453">
                  <c:v>0.535534320538</c:v>
                </c:pt>
                <c:pt idx="454">
                  <c:v>0.534394725974</c:v>
                </c:pt>
                <c:pt idx="455">
                  <c:v>0.533221700638</c:v>
                </c:pt>
                <c:pt idx="456">
                  <c:v>0.532015144311</c:v>
                </c:pt>
                <c:pt idx="457">
                  <c:v>0.530774963728</c:v>
                </c:pt>
                <c:pt idx="458">
                  <c:v>0.529501073344</c:v>
                </c:pt>
                <c:pt idx="459">
                  <c:v>0.528193396112</c:v>
                </c:pt>
                <c:pt idx="460">
                  <c:v>0.526851864252</c:v>
                </c:pt>
                <c:pt idx="461">
                  <c:v>0.525476420022</c:v>
                </c:pt>
                <c:pt idx="462">
                  <c:v>0.524067016478</c:v>
                </c:pt>
                <c:pt idx="463">
                  <c:v>0.522623618238</c:v>
                </c:pt>
                <c:pt idx="464">
                  <c:v>0.521146202224</c:v>
                </c:pt>
                <c:pt idx="465">
                  <c:v>0.519634758406</c:v>
                </c:pt>
                <c:pt idx="466">
                  <c:v>0.518089290524</c:v>
                </c:pt>
                <c:pt idx="467">
                  <c:v>0.516509816802</c:v>
                </c:pt>
                <c:pt idx="468">
                  <c:v>0.514896370643</c:v>
                </c:pt>
                <c:pt idx="469">
                  <c:v>0.513249001303</c:v>
                </c:pt>
                <c:pt idx="470">
                  <c:v>0.51156777455</c:v>
                </c:pt>
                <c:pt idx="471">
                  <c:v>0.509852773292</c:v>
                </c:pt>
                <c:pt idx="472">
                  <c:v>0.508104098188</c:v>
                </c:pt>
                <c:pt idx="473">
                  <c:v>0.506321868226</c:v>
                </c:pt>
                <c:pt idx="474">
                  <c:v>0.504506221273</c:v>
                </c:pt>
                <c:pt idx="475">
                  <c:v>0.502657314597</c:v>
                </c:pt>
                <c:pt idx="476">
                  <c:v>0.500775325344</c:v>
                </c:pt>
                <c:pt idx="477">
                  <c:v>0.498860450998</c:v>
                </c:pt>
                <c:pt idx="478">
                  <c:v>0.49691290978</c:v>
                </c:pt>
                <c:pt idx="479">
                  <c:v>0.494932941031</c:v>
                </c:pt>
                <c:pt idx="480">
                  <c:v>0.492920805531</c:v>
                </c:pt>
                <c:pt idx="481">
                  <c:v>0.490876785792</c:v>
                </c:pt>
                <c:pt idx="482">
                  <c:v>0.488801186294</c:v>
                </c:pt>
                <c:pt idx="483">
                  <c:v>0.486694333682</c:v>
                </c:pt>
                <c:pt idx="484">
                  <c:v>0.484556576909</c:v>
                </c:pt>
                <c:pt idx="485">
                  <c:v>0.482388287334</c:v>
                </c:pt>
                <c:pt idx="486">
                  <c:v>0.480189858765</c:v>
                </c:pt>
                <c:pt idx="487">
                  <c:v>0.477961707451</c:v>
                </c:pt>
                <c:pt idx="488">
                  <c:v>0.475704272028</c:v>
                </c:pt>
                <c:pt idx="489">
                  <c:v>0.473418013401</c:v>
                </c:pt>
                <c:pt idx="490">
                  <c:v>0.471103414581</c:v>
                </c:pt>
                <c:pt idx="491">
                  <c:v>0.468760980462</c:v>
                </c:pt>
                <c:pt idx="492">
                  <c:v>0.466391237551</c:v>
                </c:pt>
                <c:pt idx="493">
                  <c:v>0.463994733636</c:v>
                </c:pt>
                <c:pt idx="494">
                  <c:v>0.461572037406</c:v>
                </c:pt>
                <c:pt idx="495">
                  <c:v>0.459123738021</c:v>
                </c:pt>
                <c:pt idx="496">
                  <c:v>0.456650444618</c:v>
                </c:pt>
                <c:pt idx="497">
                  <c:v>0.454152785784</c:v>
                </c:pt>
                <c:pt idx="498">
                  <c:v>0.451631408961</c:v>
                </c:pt>
                <c:pt idx="499">
                  <c:v>0.449086979816</c:v>
                </c:pt>
                <c:pt idx="500">
                  <c:v>0.446520181562</c:v>
                </c:pt>
                <c:pt idx="501">
                  <c:v>0.443931714229</c:v>
                </c:pt>
                <c:pt idx="502">
                  <c:v>0.441322293897</c:v>
                </c:pt>
                <c:pt idx="503">
                  <c:v>0.438692651891</c:v>
                </c:pt>
                <c:pt idx="504">
                  <c:v>0.436043533933</c:v>
                </c:pt>
                <c:pt idx="505">
                  <c:v>0.433375699265</c:v>
                </c:pt>
                <c:pt idx="506">
                  <c:v>0.430689919732</c:v>
                </c:pt>
                <c:pt idx="507">
                  <c:v>0.427986978845</c:v>
                </c:pt>
                <c:pt idx="508">
                  <c:v>0.42526767081</c:v>
                </c:pt>
                <c:pt idx="509">
                  <c:v>0.422532799538</c:v>
                </c:pt>
                <c:pt idx="510">
                  <c:v>0.419783177635</c:v>
                </c:pt>
                <c:pt idx="511">
                  <c:v>0.41701962537</c:v>
                </c:pt>
                <c:pt idx="512">
                  <c:v>0.41424296964</c:v>
                </c:pt>
                <c:pt idx="513">
                  <c:v>0.411454042912</c:v>
                </c:pt>
                <c:pt idx="514">
                  <c:v>0.40865368217</c:v>
                </c:pt>
                <c:pt idx="515">
                  <c:v>0.405842727851</c:v>
                </c:pt>
                <c:pt idx="516">
                  <c:v>0.403022022786</c:v>
                </c:pt>
                <c:pt idx="517">
                  <c:v>0.400192411135</c:v>
                </c:pt>
                <c:pt idx="518">
                  <c:v>0.397354737344</c:v>
                </c:pt>
                <c:pt idx="519">
                  <c:v>0.394509845096</c:v>
                </c:pt>
                <c:pt idx="520">
                  <c:v>0.391658576279</c:v>
                </c:pt>
                <c:pt idx="521">
                  <c:v>0.38880176998</c:v>
                </c:pt>
                <c:pt idx="522">
                  <c:v>0.385940261477</c:v>
                </c:pt>
                <c:pt idx="523">
                  <c:v>0.383074881271</c:v>
                </c:pt>
                <c:pt idx="524">
                  <c:v>0.380206454129</c:v>
                </c:pt>
                <c:pt idx="525">
                  <c:v>0.37733579816</c:v>
                </c:pt>
                <c:pt idx="526">
                  <c:v>0.37446372391</c:v>
                </c:pt>
                <c:pt idx="527">
                  <c:v>0.371591033499</c:v>
                </c:pt>
                <c:pt idx="528">
                  <c:v>0.368718519779</c:v>
                </c:pt>
                <c:pt idx="529">
                  <c:v>0.365846965528</c:v>
                </c:pt>
                <c:pt idx="530">
                  <c:v>0.362977142684</c:v>
                </c:pt>
                <c:pt idx="531">
                  <c:v>0.36010981161</c:v>
                </c:pt>
                <c:pt idx="532">
                  <c:v>0.357245720395</c:v>
                </c:pt>
                <c:pt idx="533">
                  <c:v>0.354385604198</c:v>
                </c:pt>
                <c:pt idx="534">
                  <c:v>0.351530184628</c:v>
                </c:pt>
                <c:pt idx="535">
                  <c:v>0.348680169162</c:v>
                </c:pt>
                <c:pt idx="536">
                  <c:v>0.345836250609</c:v>
                </c:pt>
                <c:pt idx="537">
                  <c:v>0.342999106606</c:v>
                </c:pt>
                <c:pt idx="538">
                  <c:v>0.340169399163</c:v>
                </c:pt>
                <c:pt idx="539">
                  <c:v>0.337347774237</c:v>
                </c:pt>
                <c:pt idx="540">
                  <c:v>0.334534861361</c:v>
                </c:pt>
                <c:pt idx="541">
                  <c:v>0.331731273299</c:v>
                </c:pt>
                <c:pt idx="542">
                  <c:v>0.328937605745</c:v>
                </c:pt>
                <c:pt idx="543">
                  <c:v>0.326154437069</c:v>
                </c:pt>
                <c:pt idx="544">
                  <c:v>0.323382328083</c:v>
                </c:pt>
                <c:pt idx="545">
                  <c:v>0.320621821865</c:v>
                </c:pt>
                <c:pt idx="546">
                  <c:v>0.3178734436</c:v>
                </c:pt>
                <c:pt idx="547">
                  <c:v>0.315137700474</c:v>
                </c:pt>
                <c:pt idx="548">
                  <c:v>0.312415081586</c:v>
                </c:pt>
                <c:pt idx="549">
                  <c:v>0.309706057909</c:v>
                </c:pt>
                <c:pt idx="550">
                  <c:v>0.307011082267</c:v>
                </c:pt>
                <c:pt idx="551">
                  <c:v>0.304330589356</c:v>
                </c:pt>
                <c:pt idx="552">
                  <c:v>0.301664995791</c:v>
                </c:pt>
                <c:pt idx="553">
                  <c:v>0.299014700173</c:v>
                </c:pt>
                <c:pt idx="554">
                  <c:v>0.296380083196</c:v>
                </c:pt>
                <c:pt idx="555">
                  <c:v>0.293761507772</c:v>
                </c:pt>
                <c:pt idx="556">
                  <c:v>0.291159319178</c:v>
                </c:pt>
                <c:pt idx="557">
                  <c:v>0.288573845235</c:v>
                </c:pt>
                <c:pt idx="558">
                  <c:v>0.286005396497</c:v>
                </c:pt>
                <c:pt idx="559">
                  <c:v>0.28345426647</c:v>
                </c:pt>
                <c:pt idx="560">
                  <c:v>0.280920731846</c:v>
                </c:pt>
                <c:pt idx="561">
                  <c:v>0.27840505275</c:v>
                </c:pt>
                <c:pt idx="562">
                  <c:v>0.275907473012</c:v>
                </c:pt>
                <c:pt idx="563">
                  <c:v>0.273428220447</c:v>
                </c:pt>
                <c:pt idx="564">
                  <c:v>0.270967507148</c:v>
                </c:pt>
                <c:pt idx="565">
                  <c:v>0.268525529799</c:v>
                </c:pt>
                <c:pt idx="566">
                  <c:v>0.266102469991</c:v>
                </c:pt>
                <c:pt idx="567">
                  <c:v>0.263698494548</c:v>
                </c:pt>
                <c:pt idx="568">
                  <c:v>0.26131375587</c:v>
                </c:pt>
                <c:pt idx="569">
                  <c:v>0.258948392274</c:v>
                </c:pt>
                <c:pt idx="570">
                  <c:v>0.256602528345</c:v>
                </c:pt>
                <c:pt idx="571">
                  <c:v>0.254276275296</c:v>
                </c:pt>
                <c:pt idx="572">
                  <c:v>0.251969731325</c:v>
                </c:pt>
                <c:pt idx="573">
                  <c:v>0.249682981984</c:v>
                </c:pt>
                <c:pt idx="574">
                  <c:v>0.247416100543</c:v>
                </c:pt>
                <c:pt idx="575">
                  <c:v>0.245169148362</c:v>
                </c:pt>
                <c:pt idx="576">
                  <c:v>0.242942175259</c:v>
                </c:pt>
                <c:pt idx="577">
                  <c:v>0.24073521988</c:v>
                </c:pt>
                <c:pt idx="578">
                  <c:v>0.238548310071</c:v>
                </c:pt>
                <c:pt idx="579">
                  <c:v>0.236381463243</c:v>
                </c:pt>
                <c:pt idx="580">
                  <c:v>0.234234686741</c:v>
                </c:pt>
                <c:pt idx="581">
                  <c:v>0.232107978207</c:v>
                </c:pt>
                <c:pt idx="582">
                  <c:v>0.230001325939</c:v>
                </c:pt>
                <c:pt idx="583">
                  <c:v>0.227914709252</c:v>
                </c:pt>
                <c:pt idx="584">
                  <c:v>0.225848098827</c:v>
                </c:pt>
                <c:pt idx="585">
                  <c:v>0.223801457061</c:v>
                </c:pt>
                <c:pt idx="586">
                  <c:v>0.221774738412</c:v>
                </c:pt>
                <c:pt idx="587">
                  <c:v>0.219767889734</c:v>
                </c:pt>
                <c:pt idx="588">
                  <c:v>0.21778085061</c:v>
                </c:pt>
                <c:pt idx="589">
                  <c:v>0.215813553684</c:v>
                </c:pt>
                <c:pt idx="590">
                  <c:v>0.213865924971</c:v>
                </c:pt>
                <c:pt idx="591">
                  <c:v>0.211937884181</c:v>
                </c:pt>
                <c:pt idx="592">
                  <c:v>0.210029345018</c:v>
                </c:pt>
                <c:pt idx="593">
                  <c:v>0.208140215487</c:v>
                </c:pt>
                <c:pt idx="594">
                  <c:v>0.20627039818</c:v>
                </c:pt>
                <c:pt idx="595">
                  <c:v>0.204419790569</c:v>
                </c:pt>
                <c:pt idx="596">
                  <c:v>0.202588285278</c:v>
                </c:pt>
                <c:pt idx="597">
                  <c:v>0.200775770359</c:v>
                </c:pt>
                <c:pt idx="598">
                  <c:v>0.198982129556</c:v>
                </c:pt>
                <c:pt idx="599">
                  <c:v>0.197207242558</c:v>
                </c:pt>
                <c:pt idx="600">
                  <c:v>0.195450985249</c:v>
                </c:pt>
                <c:pt idx="601">
                  <c:v>0.193713229954</c:v>
                </c:pt>
                <c:pt idx="602">
                  <c:v>0.191993845665</c:v>
                </c:pt>
                <c:pt idx="603">
                  <c:v>0.190292698276</c:v>
                </c:pt>
                <c:pt idx="604">
                  <c:v>0.188609650796</c:v>
                </c:pt>
                <c:pt idx="605">
                  <c:v>0.186944563564</c:v>
                </c:pt>
                <c:pt idx="606">
                  <c:v>0.185297294454</c:v>
                </c:pt>
                <c:pt idx="607">
                  <c:v>0.183667699069</c:v>
                </c:pt>
                <c:pt idx="608">
                  <c:v>0.182055630937</c:v>
                </c:pt>
                <c:pt idx="609">
                  <c:v>0.18046094169</c:v>
                </c:pt>
                <c:pt idx="610">
                  <c:v>0.178883481242</c:v>
                </c:pt>
                <c:pt idx="611">
                  <c:v>0.17732309796</c:v>
                </c:pt>
                <c:pt idx="612">
                  <c:v>0.175779638825</c:v>
                </c:pt>
                <c:pt idx="613">
                  <c:v>0.174252949589</c:v>
                </c:pt>
                <c:pt idx="614">
                  <c:v>0.17274287493</c:v>
                </c:pt>
                <c:pt idx="615">
                  <c:v>0.171249258589</c:v>
                </c:pt>
                <c:pt idx="616">
                  <c:v>0.169771943513</c:v>
                </c:pt>
                <c:pt idx="617">
                  <c:v>0.168310771985</c:v>
                </c:pt>
                <c:pt idx="618">
                  <c:v>0.166865585752</c:v>
                </c:pt>
                <c:pt idx="619">
                  <c:v>0.165436226143</c:v>
                </c:pt>
                <c:pt idx="620">
                  <c:v>0.164022534187</c:v>
                </c:pt>
                <c:pt idx="621">
                  <c:v>0.162624350722</c:v>
                </c:pt>
                <c:pt idx="622">
                  <c:v>0.161241516498</c:v>
                </c:pt>
                <c:pt idx="623">
                  <c:v>0.159873872278</c:v>
                </c:pt>
                <c:pt idx="624">
                  <c:v>0.158521258934</c:v>
                </c:pt>
                <c:pt idx="625">
                  <c:v>0.157183517535</c:v>
                </c:pt>
                <c:pt idx="626">
                  <c:v>0.155860489432</c:v>
                </c:pt>
                <c:pt idx="627">
                  <c:v>0.15455201634</c:v>
                </c:pt>
                <c:pt idx="628">
                  <c:v>0.153257940416</c:v>
                </c:pt>
                <c:pt idx="629">
                  <c:v>0.151978104329</c:v>
                </c:pt>
                <c:pt idx="630">
                  <c:v>0.150712351328</c:v>
                </c:pt>
                <c:pt idx="631">
                  <c:v>0.149460525312</c:v>
                </c:pt>
                <c:pt idx="632">
                  <c:v>0.148222470883</c:v>
                </c:pt>
                <c:pt idx="633">
                  <c:v>0.146998033409</c:v>
                </c:pt>
                <c:pt idx="634">
                  <c:v>0.145787059075</c:v>
                </c:pt>
                <c:pt idx="635">
                  <c:v>0.144589394938</c:v>
                </c:pt>
                <c:pt idx="636">
                  <c:v>0.143404888966</c:v>
                </c:pt>
                <c:pt idx="637">
                  <c:v>0.14223339009</c:v>
                </c:pt>
                <c:pt idx="638">
                  <c:v>0.141074748241</c:v>
                </c:pt>
                <c:pt idx="639">
                  <c:v>0.139928814392</c:v>
                </c:pt>
                <c:pt idx="640">
                  <c:v>0.138795440589</c:v>
                </c:pt>
                <c:pt idx="641">
                  <c:v>0.137674479986</c:v>
                </c:pt>
                <c:pt idx="642">
                  <c:v>0.136565786879</c:v>
                </c:pt>
                <c:pt idx="643">
                  <c:v>0.135469216729</c:v>
                </c:pt>
                <c:pt idx="644">
                  <c:v>0.13438462619</c:v>
                </c:pt>
                <c:pt idx="645">
                  <c:v>0.133311873135</c:v>
                </c:pt>
                <c:pt idx="646">
                  <c:v>0.132250816673</c:v>
                </c:pt>
                <c:pt idx="647">
                  <c:v>0.131201317172</c:v>
                </c:pt>
                <c:pt idx="648">
                  <c:v>0.130163236277</c:v>
                </c:pt>
                <c:pt idx="649">
                  <c:v>0.129136436922</c:v>
                </c:pt>
                <c:pt idx="650">
                  <c:v>0.128120783349</c:v>
                </c:pt>
                <c:pt idx="651">
                  <c:v>0.127116141118</c:v>
                </c:pt>
                <c:pt idx="652">
                  <c:v>0.126122377117</c:v>
                </c:pt>
                <c:pt idx="653">
                  <c:v>0.125139359574</c:v>
                </c:pt>
                <c:pt idx="654">
                  <c:v>0.124166958062</c:v>
                </c:pt>
                <c:pt idx="655">
                  <c:v>0.12320504351</c:v>
                </c:pt>
                <c:pt idx="656">
                  <c:v>0.122253488202</c:v>
                </c:pt>
                <c:pt idx="657">
                  <c:v>0.121312165787</c:v>
                </c:pt>
                <c:pt idx="658">
                  <c:v>0.120380951281</c:v>
                </c:pt>
                <c:pt idx="659">
                  <c:v>0.119459721064</c:v>
                </c:pt>
                <c:pt idx="660">
                  <c:v>0.118548352887</c:v>
                </c:pt>
                <c:pt idx="661">
                  <c:v>0.117646725869</c:v>
                </c:pt>
                <c:pt idx="662">
                  <c:v>0.116754720497</c:v>
                </c:pt>
                <c:pt idx="663">
                  <c:v>0.115872218621</c:v>
                </c:pt>
                <c:pt idx="664">
                  <c:v>0.114999103458</c:v>
                </c:pt>
                <c:pt idx="665">
                  <c:v>0.114135259579</c:v>
                </c:pt>
                <c:pt idx="666">
                  <c:v>0.113280572914</c:v>
                </c:pt>
                <c:pt idx="667">
                  <c:v>0.112434930741</c:v>
                </c:pt>
                <c:pt idx="668">
                  <c:v>0.111598221684</c:v>
                </c:pt>
                <c:pt idx="669">
                  <c:v>0.110770335703</c:v>
                </c:pt>
                <c:pt idx="670">
                  <c:v>0.109951164093</c:v>
                </c:pt>
                <c:pt idx="671">
                  <c:v>0.109140599469</c:v>
                </c:pt>
                <c:pt idx="672">
                  <c:v>0.108338535767</c:v>
                </c:pt>
                <c:pt idx="673">
                  <c:v>0.107544868229</c:v>
                </c:pt>
                <c:pt idx="674">
                  <c:v>0.106759493396</c:v>
                </c:pt>
                <c:pt idx="675">
                  <c:v>0.105982309102</c:v>
                </c:pt>
                <c:pt idx="676">
                  <c:v>0.105213214461</c:v>
                </c:pt>
                <c:pt idx="677">
                  <c:v>0.104452109859</c:v>
                </c:pt>
                <c:pt idx="678">
                  <c:v>0.103698896943</c:v>
                </c:pt>
                <c:pt idx="679">
                  <c:v>0.102953478612</c:v>
                </c:pt>
                <c:pt idx="680">
                  <c:v>0.102215759005</c:v>
                </c:pt>
                <c:pt idx="681">
                  <c:v>0.101485643493</c:v>
                </c:pt>
                <c:pt idx="682">
                  <c:v>0.100763038662</c:v>
                </c:pt>
                <c:pt idx="683">
                  <c:v>0.100047852308</c:v>
                </c:pt>
                <c:pt idx="684">
                  <c:v>0.0993399934228</c:v>
                </c:pt>
                <c:pt idx="685">
                  <c:v>0.0986393721829</c:v>
                </c:pt>
                <c:pt idx="686">
                  <c:v>0.0979458999372</c:v>
                </c:pt>
                <c:pt idx="687">
                  <c:v>0.0972594891957</c:v>
                </c:pt>
                <c:pt idx="688">
                  <c:v>0.0965800536174</c:v>
                </c:pt>
                <c:pt idx="689">
                  <c:v>0.0959075079983</c:v>
                </c:pt>
                <c:pt idx="690">
                  <c:v>0.0952417682593</c:v>
                </c:pt>
                <c:pt idx="691">
                  <c:v>0.094582751434</c:v>
                </c:pt>
                <c:pt idx="692">
                  <c:v>0.0939303756562</c:v>
                </c:pt>
                <c:pt idx="693">
                  <c:v>0.0932845601482</c:v>
                </c:pt>
                <c:pt idx="694">
                  <c:v>0.0926452252078</c:v>
                </c:pt>
                <c:pt idx="695">
                  <c:v>0.0920122921965</c:v>
                </c:pt>
                <c:pt idx="696">
                  <c:v>0.091385683527</c:v>
                </c:pt>
                <c:pt idx="697">
                  <c:v>0.0907653226509</c:v>
                </c:pt>
                <c:pt idx="698">
                  <c:v>0.0901511340461</c:v>
                </c:pt>
                <c:pt idx="699">
                  <c:v>0.0895430432051</c:v>
                </c:pt>
                <c:pt idx="700">
                  <c:v>0.0889409766222</c:v>
                </c:pt>
                <c:pt idx="701">
                  <c:v>0.0883448617815</c:v>
                </c:pt>
                <c:pt idx="702">
                  <c:v>0.0877546271446</c:v>
                </c:pt>
                <c:pt idx="703">
                  <c:v>0.0871702021389</c:v>
                </c:pt>
                <c:pt idx="704">
                  <c:v>0.0865915171447</c:v>
                </c:pt>
                <c:pt idx="705">
                  <c:v>0.0860185034841</c:v>
                </c:pt>
                <c:pt idx="706">
                  <c:v>0.0854510934085</c:v>
                </c:pt>
                <c:pt idx="707">
                  <c:v>0.0848892200868</c:v>
                </c:pt>
                <c:pt idx="708">
                  <c:v>0.0843328175938</c:v>
                </c:pt>
                <c:pt idx="709">
                  <c:v>0.0837818208984</c:v>
                </c:pt>
                <c:pt idx="710">
                  <c:v>0.0832361658519</c:v>
                </c:pt>
                <c:pt idx="711">
                  <c:v>0.0826957891768</c:v>
                </c:pt>
                <c:pt idx="712">
                  <c:v>0.0821606284548</c:v>
                </c:pt>
                <c:pt idx="713">
                  <c:v>0.0816306221162</c:v>
                </c:pt>
                <c:pt idx="714">
                  <c:v>0.081105709428</c:v>
                </c:pt>
                <c:pt idx="715">
                  <c:v>0.0805858304832</c:v>
                </c:pt>
                <c:pt idx="716">
                  <c:v>0.0800709261898</c:v>
                </c:pt>
                <c:pt idx="717">
                  <c:v>0.0795609382596</c:v>
                </c:pt>
                <c:pt idx="718">
                  <c:v>0.0790558091976</c:v>
                </c:pt>
                <c:pt idx="719">
                  <c:v>0.0785554822916</c:v>
                </c:pt>
                <c:pt idx="720">
                  <c:v>0.078059901601</c:v>
                </c:pt>
                <c:pt idx="721">
                  <c:v>0.0775690119469</c:v>
                </c:pt>
                <c:pt idx="722">
                  <c:v>0.0770827589018</c:v>
                </c:pt>
                <c:pt idx="723">
                  <c:v>0.076601088779</c:v>
                </c:pt>
                <c:pt idx="724">
                  <c:v>0.0761239486227</c:v>
                </c:pt>
                <c:pt idx="725">
                  <c:v>0.0756512861983</c:v>
                </c:pt>
                <c:pt idx="726">
                  <c:v>0.0751830499821</c:v>
                </c:pt>
                <c:pt idx="727">
                  <c:v>0.0747191891521</c:v>
                </c:pt>
                <c:pt idx="728">
                  <c:v>0.074259653578</c:v>
                </c:pt>
                <c:pt idx="729">
                  <c:v>0.0738043938119</c:v>
                </c:pt>
                <c:pt idx="730">
                  <c:v>0.0733533610789</c:v>
                </c:pt>
                <c:pt idx="731">
                  <c:v>0.0729065072679</c:v>
                </c:pt>
                <c:pt idx="732">
                  <c:v>0.0724637849228</c:v>
                </c:pt>
                <c:pt idx="733">
                  <c:v>0.0720251472328</c:v>
                </c:pt>
                <c:pt idx="734">
                  <c:v>0.0715905480243</c:v>
                </c:pt>
                <c:pt idx="735">
                  <c:v>0.0711599417516</c:v>
                </c:pt>
                <c:pt idx="736">
                  <c:v>0.0707332834888</c:v>
                </c:pt>
                <c:pt idx="737">
                  <c:v>0.0703105289207</c:v>
                </c:pt>
                <c:pt idx="738">
                  <c:v>0.069891634335</c:v>
                </c:pt>
                <c:pt idx="739">
                  <c:v>0.0694765566135</c:v>
                </c:pt>
                <c:pt idx="740">
                  <c:v>0.0690652532245</c:v>
                </c:pt>
                <c:pt idx="741">
                  <c:v>0.0686576822142</c:v>
                </c:pt>
                <c:pt idx="742">
                  <c:v>0.0682538021991</c:v>
                </c:pt>
                <c:pt idx="743">
                  <c:v>0.0678535723582</c:v>
                </c:pt>
                <c:pt idx="744">
                  <c:v>0.067456952425</c:v>
                </c:pt>
                <c:pt idx="745">
                  <c:v>0.0670639026804</c:v>
                </c:pt>
                <c:pt idx="746">
                  <c:v>0.0666743839444</c:v>
                </c:pt>
                <c:pt idx="747">
                  <c:v>0.0662883575697</c:v>
                </c:pt>
                <c:pt idx="748">
                  <c:v>0.0659057854335</c:v>
                </c:pt>
                <c:pt idx="749">
                  <c:v>0.0655266299309</c:v>
                </c:pt>
                <c:pt idx="750">
                  <c:v>0.0651508539675</c:v>
                </c:pt>
                <c:pt idx="751">
                  <c:v>0.0647784209525</c:v>
                </c:pt>
                <c:pt idx="752">
                  <c:v>0.0644092947918</c:v>
                </c:pt>
                <c:pt idx="753">
                  <c:v>0.0640434398811</c:v>
                </c:pt>
                <c:pt idx="754">
                  <c:v>0.0636808210994</c:v>
                </c:pt>
                <c:pt idx="755">
                  <c:v>0.063321403802</c:v>
                </c:pt>
                <c:pt idx="756">
                  <c:v>0.0629651538144</c:v>
                </c:pt>
                <c:pt idx="757">
                  <c:v>0.0626120374254</c:v>
                </c:pt>
                <c:pt idx="758">
                  <c:v>0.0622620213811</c:v>
                </c:pt>
                <c:pt idx="759">
                  <c:v>0.0619150728783</c:v>
                </c:pt>
                <c:pt idx="760">
                  <c:v>0.0615711595588</c:v>
                </c:pt>
                <c:pt idx="761">
                  <c:v>0.0612302495025</c:v>
                </c:pt>
                <c:pt idx="762">
                  <c:v>0.060892311222</c:v>
                </c:pt>
                <c:pt idx="763">
                  <c:v>0.0605573136565</c:v>
                </c:pt>
                <c:pt idx="764">
                  <c:v>0.0602252261659</c:v>
                </c:pt>
                <c:pt idx="765">
                  <c:v>0.0598960185248</c:v>
                </c:pt>
                <c:pt idx="766">
                  <c:v>0.059569660917</c:v>
                </c:pt>
                <c:pt idx="767">
                  <c:v>0.0592461239298</c:v>
                </c:pt>
                <c:pt idx="768">
                  <c:v>0.0589253785484</c:v>
                </c:pt>
                <c:pt idx="769">
                  <c:v>0.0586073961505</c:v>
                </c:pt>
                <c:pt idx="770">
                  <c:v>0.0582921485008</c:v>
                </c:pt>
                <c:pt idx="771">
                  <c:v>0.0579796077456</c:v>
                </c:pt>
                <c:pt idx="772">
                  <c:v>0.0576697464074</c:v>
                </c:pt>
                <c:pt idx="773">
                  <c:v>0.0573625373802</c:v>
                </c:pt>
                <c:pt idx="774">
                  <c:v>0.0570579539238</c:v>
                </c:pt>
                <c:pt idx="775">
                  <c:v>0.0567559696592</c:v>
                </c:pt>
                <c:pt idx="776">
                  <c:v>0.0564565585632</c:v>
                </c:pt>
                <c:pt idx="777">
                  <c:v>0.0561596949637</c:v>
                </c:pt>
                <c:pt idx="778">
                  <c:v>0.0558653535349</c:v>
                </c:pt>
                <c:pt idx="779">
                  <c:v>0.0555735092924</c:v>
                </c:pt>
                <c:pt idx="780">
                  <c:v>0.0552841375887</c:v>
                </c:pt>
                <c:pt idx="781">
                  <c:v>0.054997214108</c:v>
                </c:pt>
                <c:pt idx="782">
                  <c:v>0.0547127148626</c:v>
                </c:pt>
                <c:pt idx="783">
                  <c:v>0.0544306161872</c:v>
                </c:pt>
                <c:pt idx="784">
                  <c:v>0.0541508947356</c:v>
                </c:pt>
                <c:pt idx="785">
                  <c:v>0.0538735274755</c:v>
                </c:pt>
                <c:pt idx="786">
                  <c:v>0.0535984916845</c:v>
                </c:pt>
                <c:pt idx="787">
                  <c:v>0.0533257649459</c:v>
                </c:pt>
                <c:pt idx="788">
                  <c:v>0.0530553251444</c:v>
                </c:pt>
                <c:pt idx="789">
                  <c:v>0.0527871504622</c:v>
                </c:pt>
                <c:pt idx="790">
                  <c:v>0.0525212193743</c:v>
                </c:pt>
                <c:pt idx="791">
                  <c:v>0.0522575106454</c:v>
                </c:pt>
                <c:pt idx="792">
                  <c:v>0.0519960033251</c:v>
                </c:pt>
                <c:pt idx="793">
                  <c:v>0.0517366767446</c:v>
                </c:pt>
                <c:pt idx="794">
                  <c:v>0.0514795105125</c:v>
                </c:pt>
                <c:pt idx="795">
                  <c:v>0.0512244845112</c:v>
                </c:pt>
                <c:pt idx="796">
                  <c:v>0.0509715788929</c:v>
                </c:pt>
                <c:pt idx="797">
                  <c:v>0.0507207740762</c:v>
                </c:pt>
                <c:pt idx="798">
                  <c:v>0.0504720507423</c:v>
                </c:pt>
                <c:pt idx="799">
                  <c:v>0.0502253898313</c:v>
                </c:pt>
                <c:pt idx="800">
                  <c:v>0.0499807725389</c:v>
                </c:pt>
                <c:pt idx="801">
                  <c:v>0.0497381803124</c:v>
                </c:pt>
                <c:pt idx="802">
                  <c:v>0.0494975948478</c:v>
                </c:pt>
                <c:pt idx="803">
                  <c:v>0.0492589980859</c:v>
                </c:pt>
                <c:pt idx="804">
                  <c:v>0.0490223722089</c:v>
                </c:pt>
                <c:pt idx="805">
                  <c:v>0.0487876996375</c:v>
                </c:pt>
                <c:pt idx="806">
                  <c:v>0.0485549630268</c:v>
                </c:pt>
                <c:pt idx="807">
                  <c:v>0.0483241452635</c:v>
                </c:pt>
                <c:pt idx="808">
                  <c:v>0.0480952294624</c:v>
                </c:pt>
                <c:pt idx="809">
                  <c:v>0.0478681989634</c:v>
                </c:pt>
                <c:pt idx="810">
                  <c:v>0.0476430373276</c:v>
                </c:pt>
                <c:pt idx="811">
                  <c:v>0.0474197283347</c:v>
                </c:pt>
                <c:pt idx="812">
                  <c:v>0.0471982559797</c:v>
                </c:pt>
                <c:pt idx="813">
                  <c:v>0.0469786044692</c:v>
                </c:pt>
                <c:pt idx="814">
                  <c:v>0.0467607582189</c:v>
                </c:pt>
                <c:pt idx="815">
                  <c:v>0.04654470185</c:v>
                </c:pt>
                <c:pt idx="816">
                  <c:v>0.0463304201861</c:v>
                </c:pt>
                <c:pt idx="817">
                  <c:v>0.0461178982502</c:v>
                </c:pt>
                <c:pt idx="818">
                  <c:v>0.0459071212614</c:v>
                </c:pt>
                <c:pt idx="819">
                  <c:v>0.0456980746319</c:v>
                </c:pt>
                <c:pt idx="820">
                  <c:v>0.0454907439638</c:v>
                </c:pt>
                <c:pt idx="821">
                  <c:v>0.045285115046</c:v>
                </c:pt>
                <c:pt idx="822">
                  <c:v>0.0450811738511</c:v>
                </c:pt>
                <c:pt idx="823">
                  <c:v>0.0448789065324</c:v>
                </c:pt>
                <c:pt idx="824">
                  <c:v>0.0446782994206</c:v>
                </c:pt>
                <c:pt idx="825">
                  <c:v>0.0444793390207</c:v>
                </c:pt>
                <c:pt idx="826">
                  <c:v>0.044282012009</c:v>
                </c:pt>
                <c:pt idx="827">
                  <c:v>0.04408630523</c:v>
                </c:pt>
                <c:pt idx="828">
                  <c:v>0.0438922056932</c:v>
                </c:pt>
                <c:pt idx="829">
                  <c:v>0.04369970057</c:v>
                </c:pt>
                <c:pt idx="830">
                  <c:v>0.0435087771904</c:v>
                </c:pt>
                <c:pt idx="831">
                  <c:v>0.0433194230403</c:v>
                </c:pt>
                <c:pt idx="832">
                  <c:v>0.0431316257577</c:v>
                </c:pt>
                <c:pt idx="833">
                  <c:v>0.0429453731302</c:v>
                </c:pt>
                <c:pt idx="834">
                  <c:v>0.0427606530914</c:v>
                </c:pt>
                <c:pt idx="835">
                  <c:v>0.0425774537176</c:v>
                </c:pt>
                <c:pt idx="836">
                  <c:v>0.0423957632251</c:v>
                </c:pt>
                <c:pt idx="837">
                  <c:v>0.0422155699664</c:v>
                </c:pt>
                <c:pt idx="838">
                  <c:v>0.0420368624273</c:v>
                </c:pt>
                <c:pt idx="839">
                  <c:v>0.0418596292237</c:v>
                </c:pt>
                <c:pt idx="840">
                  <c:v>0.0416838590977</c:v>
                </c:pt>
                <c:pt idx="841">
                  <c:v>0.0415095409152</c:v>
                </c:pt>
                <c:pt idx="842">
                  <c:v>0.0413366636617</c:v>
                </c:pt>
                <c:pt idx="843">
                  <c:v>0.0411652164394</c:v>
                </c:pt>
                <c:pt idx="844">
                  <c:v>0.0409951884636</c:v>
                </c:pt>
                <c:pt idx="845">
                  <c:v>0.0408265690596</c:v>
                </c:pt>
                <c:pt idx="846">
                  <c:v>0.0406593476588</c:v>
                </c:pt>
                <c:pt idx="847">
                  <c:v>0.0404935137954</c:v>
                </c:pt>
                <c:pt idx="848">
                  <c:v>0.0403290571028</c:v>
                </c:pt>
                <c:pt idx="849">
                  <c:v>0.0401659673103</c:v>
                </c:pt>
                <c:pt idx="850">
                  <c:v>0.0400042342393</c:v>
                </c:pt>
                <c:pt idx="851">
                  <c:v>0.0398438477996</c:v>
                </c:pt>
                <c:pt idx="852">
                  <c:v>0.0396847979859</c:v>
                </c:pt>
                <c:pt idx="853">
                  <c:v>0.039527074874</c:v>
                </c:pt>
                <c:pt idx="854">
                  <c:v>0.0393706686173</c:v>
                </c:pt>
                <c:pt idx="855">
                  <c:v>0.0392155694427</c:v>
                </c:pt>
                <c:pt idx="856">
                  <c:v>0.0390617676471</c:v>
                </c:pt>
                <c:pt idx="857">
                  <c:v>0.0389092535935</c:v>
                </c:pt>
                <c:pt idx="858">
                  <c:v>0.0387580177069</c:v>
                </c:pt>
                <c:pt idx="859">
                  <c:v>0.0386080504711</c:v>
                </c:pt>
                <c:pt idx="860">
                  <c:v>0.0384593424239</c:v>
                </c:pt>
                <c:pt idx="861">
                  <c:v>0.0383118841538</c:v>
                </c:pt>
                <c:pt idx="862">
                  <c:v>0.038165666296</c:v>
                </c:pt>
                <c:pt idx="863">
                  <c:v>0.0380206795283</c:v>
                </c:pt>
                <c:pt idx="864">
                  <c:v>0.0378769145669</c:v>
                </c:pt>
                <c:pt idx="865">
                  <c:v>0.037734362163</c:v>
                </c:pt>
                <c:pt idx="866">
                  <c:v>0.0375930130982</c:v>
                </c:pt>
                <c:pt idx="867">
                  <c:v>0.0374528581808</c:v>
                </c:pt>
                <c:pt idx="868">
                  <c:v>0.037313888242</c:v>
                </c:pt>
                <c:pt idx="869">
                  <c:v>0.0371760941313</c:v>
                </c:pt>
                <c:pt idx="870">
                  <c:v>0.0370394667132</c:v>
                </c:pt>
                <c:pt idx="871">
                  <c:v>0.0369039968628</c:v>
                </c:pt>
                <c:pt idx="872">
                  <c:v>0.0367696754618</c:v>
                </c:pt>
                <c:pt idx="873">
                  <c:v>0.036636493395</c:v>
                </c:pt>
                <c:pt idx="874">
                  <c:v>0.0365044415461</c:v>
                </c:pt>
                <c:pt idx="875">
                  <c:v>0.0363735107938</c:v>
                </c:pt>
                <c:pt idx="876">
                  <c:v>0.0362436920083</c:v>
                </c:pt>
                <c:pt idx="877">
                  <c:v>0.0361149760473</c:v>
                </c:pt>
                <c:pt idx="878">
                  <c:v>0.0359873537524</c:v>
                </c:pt>
                <c:pt idx="879">
                  <c:v>0.0358608159455</c:v>
                </c:pt>
                <c:pt idx="880">
                  <c:v>0.0357353534252</c:v>
                </c:pt>
                <c:pt idx="881">
                  <c:v>0.0356109569634</c:v>
                </c:pt>
                <c:pt idx="882">
                  <c:v>0.0354876173019</c:v>
                </c:pt>
                <c:pt idx="883">
                  <c:v>0.0353653251492</c:v>
                </c:pt>
                <c:pt idx="884">
                  <c:v>0.0352440711773</c:v>
                </c:pt>
                <c:pt idx="885">
                  <c:v>0.0351238460184</c:v>
                </c:pt>
                <c:pt idx="886">
                  <c:v>0.0350046402624</c:v>
                </c:pt>
                <c:pt idx="887">
                  <c:v>0.0348864444538</c:v>
                </c:pt>
                <c:pt idx="888">
                  <c:v>0.034769249089</c:v>
                </c:pt>
                <c:pt idx="889">
                  <c:v>0.0346530446142</c:v>
                </c:pt>
                <c:pt idx="890">
                  <c:v>0.0345378214222</c:v>
                </c:pt>
                <c:pt idx="891">
                  <c:v>0.0344235698509</c:v>
                </c:pt>
                <c:pt idx="892">
                  <c:v>0.0343102801811</c:v>
                </c:pt>
                <c:pt idx="893">
                  <c:v>0.0341979426343</c:v>
                </c:pt>
                <c:pt idx="894">
                  <c:v>0.0340865473711</c:v>
                </c:pt>
                <c:pt idx="895">
                  <c:v>0.0339760844898</c:v>
                </c:pt>
                <c:pt idx="896">
                  <c:v>0.0338665440249</c:v>
                </c:pt>
                <c:pt idx="897">
                  <c:v>0.0337579159461</c:v>
                </c:pt>
                <c:pt idx="898">
                  <c:v>0.0336501901569</c:v>
                </c:pt>
                <c:pt idx="899">
                  <c:v>0.0335433564943</c:v>
                </c:pt>
                <c:pt idx="900">
                  <c:v>0.0334374047279</c:v>
                </c:pt>
                <c:pt idx="901">
                  <c:v>0.0333323245598</c:v>
                </c:pt>
                <c:pt idx="902">
                  <c:v>0.033228105624</c:v>
                </c:pt>
                <c:pt idx="903">
                  <c:v>0.0331247374868</c:v>
                </c:pt>
                <c:pt idx="904">
                  <c:v>0.033022209647</c:v>
                </c:pt>
                <c:pt idx="905">
                  <c:v>0.0329205115362</c:v>
                </c:pt>
                <c:pt idx="906">
                  <c:v>0.0328196325195</c:v>
                </c:pt>
                <c:pt idx="907">
                  <c:v>0.0327195618965</c:v>
                </c:pt>
                <c:pt idx="908">
                  <c:v>0.0326202889022</c:v>
                </c:pt>
                <c:pt idx="909">
                  <c:v>0.0325218027086</c:v>
                </c:pt>
                <c:pt idx="910">
                  <c:v>0.0324240924258</c:v>
                </c:pt>
                <c:pt idx="911">
                  <c:v>0.0323271471039</c:v>
                </c:pt>
                <c:pt idx="912">
                  <c:v>0.0322309557351</c:v>
                </c:pt>
                <c:pt idx="913">
                  <c:v>0.0321355072554</c:v>
                </c:pt>
                <c:pt idx="914">
                  <c:v>0.0320407905473</c:v>
                </c:pt>
                <c:pt idx="915">
                  <c:v>0.0319467944418</c:v>
                </c:pt>
                <c:pt idx="916">
                  <c:v>0.0318535077218</c:v>
                </c:pt>
                <c:pt idx="917">
                  <c:v>0.0317609191243</c:v>
                </c:pt>
                <c:pt idx="918">
                  <c:v>0.0316690173437</c:v>
                </c:pt>
                <c:pt idx="919">
                  <c:v>0.031577791035</c:v>
                </c:pt>
                <c:pt idx="920">
                  <c:v>0.0314872288172</c:v>
                </c:pt>
                <c:pt idx="921">
                  <c:v>0.031397319277</c:v>
                </c:pt>
                <c:pt idx="922">
                  <c:v>0.0313080509719</c:v>
                </c:pt>
                <c:pt idx="923">
                  <c:v>0.031219412435</c:v>
                </c:pt>
                <c:pt idx="924">
                  <c:v>0.0311313921779</c:v>
                </c:pt>
                <c:pt idx="925">
                  <c:v>0.0310439786957</c:v>
                </c:pt>
                <c:pt idx="926">
                  <c:v>0.0309571604708</c:v>
                </c:pt>
                <c:pt idx="927">
                  <c:v>0.0308709259776</c:v>
                </c:pt>
                <c:pt idx="928">
                  <c:v>0.0307852636865</c:v>
                </c:pt>
                <c:pt idx="929">
                  <c:v>0.030700162069</c:v>
                </c:pt>
                <c:pt idx="930">
                  <c:v>0.0306156096023</c:v>
                </c:pt>
                <c:pt idx="931">
                  <c:v>0.0305315947738</c:v>
                </c:pt>
                <c:pt idx="932">
                  <c:v>0.0304481060865</c:v>
                </c:pt>
                <c:pt idx="933">
                  <c:v>0.0303651320635</c:v>
                </c:pt>
                <c:pt idx="934">
                  <c:v>0.0302826612535</c:v>
                </c:pt>
                <c:pt idx="935">
                  <c:v>0.0302006822357</c:v>
                </c:pt>
                <c:pt idx="936">
                  <c:v>0.0301191836252</c:v>
                </c:pt>
                <c:pt idx="937">
                  <c:v>0.0300381540781</c:v>
                </c:pt>
                <c:pt idx="938">
                  <c:v>0.0299575822968</c:v>
                </c:pt>
                <c:pt idx="939">
                  <c:v>0.0298774570358</c:v>
                </c:pt>
                <c:pt idx="940">
                  <c:v>0.0297977671065</c:v>
                </c:pt>
                <c:pt idx="941">
                  <c:v>0.0297185013833</c:v>
                </c:pt>
                <c:pt idx="942">
                  <c:v>0.0296396488087</c:v>
                </c:pt>
                <c:pt idx="943">
                  <c:v>0.029561198399</c:v>
                </c:pt>
                <c:pt idx="944">
                  <c:v>0.0294831392499</c:v>
                </c:pt>
                <c:pt idx="945">
                  <c:v>0.0294054605419</c:v>
                </c:pt>
                <c:pt idx="946">
                  <c:v>0.029328151546</c:v>
                </c:pt>
                <c:pt idx="947">
                  <c:v>0.0292512016292</c:v>
                </c:pt>
                <c:pt idx="948">
                  <c:v>0.0291746002603</c:v>
                </c:pt>
                <c:pt idx="949">
                  <c:v>0.029098337015</c:v>
                </c:pt>
                <c:pt idx="950">
                  <c:v>0.0290224015821</c:v>
                </c:pt>
                <c:pt idx="951">
                  <c:v>0.0289467837683</c:v>
                </c:pt>
                <c:pt idx="952">
                  <c:v>0.0288714735042</c:v>
                </c:pt>
                <c:pt idx="953">
                  <c:v>0.0287964608493</c:v>
                </c:pt>
                <c:pt idx="954">
                  <c:v>0.0287217359978</c:v>
                </c:pt>
                <c:pt idx="955">
                  <c:v>0.0286472892838</c:v>
                </c:pt>
                <c:pt idx="956">
                  <c:v>0.0285731111861</c:v>
                </c:pt>
                <c:pt idx="957">
                  <c:v>0.028499192334</c:v>
                </c:pt>
                <c:pt idx="958">
                  <c:v>0.028425523512</c:v>
                </c:pt>
                <c:pt idx="959">
                  <c:v>0.0283520956651</c:v>
                </c:pt>
                <c:pt idx="960">
                  <c:v>0.028278899903</c:v>
                </c:pt>
                <c:pt idx="961">
                  <c:v>0.0282059275056</c:v>
                </c:pt>
                <c:pt idx="962">
                  <c:v>0.0281331699274</c:v>
                </c:pt>
                <c:pt idx="963">
                  <c:v>0.0280606188018</c:v>
                </c:pt>
                <c:pt idx="964">
                  <c:v>0.0279882659454</c:v>
                </c:pt>
                <c:pt idx="965">
                  <c:v>0.0279161033628</c:v>
                </c:pt>
                <c:pt idx="966">
                  <c:v>0.02784412325</c:v>
                </c:pt>
                <c:pt idx="967">
                  <c:v>0.0277723179984</c:v>
                </c:pt>
                <c:pt idx="968">
                  <c:v>0.0277006801987</c:v>
                </c:pt>
                <c:pt idx="969">
                  <c:v>0.0276292026444</c:v>
                </c:pt>
                <c:pt idx="970">
                  <c:v>0.0275578783348</c:v>
                </c:pt>
                <c:pt idx="971">
                  <c:v>0.0274867004784</c:v>
                </c:pt>
                <c:pt idx="972">
                  <c:v>0.0274156624957</c:v>
                </c:pt>
                <c:pt idx="973">
                  <c:v>0.0273447580219</c:v>
                </c:pt>
                <c:pt idx="974">
                  <c:v>0.0272739809092</c:v>
                </c:pt>
                <c:pt idx="975">
                  <c:v>0.0272033252295</c:v>
                </c:pt>
                <c:pt idx="976">
                  <c:v>0.0271327852757</c:v>
                </c:pt>
                <c:pt idx="977">
                  <c:v>0.0270623555641</c:v>
                </c:pt>
                <c:pt idx="978">
                  <c:v>0.0269920308356</c:v>
                </c:pt>
                <c:pt idx="979">
                  <c:v>0.026921806057</c:v>
                </c:pt>
                <c:pt idx="980">
                  <c:v>0.0268516764223</c:v>
                </c:pt>
                <c:pt idx="981">
                  <c:v>0.0267816373531</c:v>
                </c:pt>
                <c:pt idx="982">
                  <c:v>0.0267116844995</c:v>
                </c:pt>
                <c:pt idx="983">
                  <c:v>0.0266418137403</c:v>
                </c:pt>
                <c:pt idx="984">
                  <c:v>0.0265720211829</c:v>
                </c:pt>
                <c:pt idx="985">
                  <c:v>0.0265023031635</c:v>
                </c:pt>
                <c:pt idx="986">
                  <c:v>0.0264326562464</c:v>
                </c:pt>
                <c:pt idx="987">
                  <c:v>0.0263630772234</c:v>
                </c:pt>
                <c:pt idx="988">
                  <c:v>0.026293563113</c:v>
                </c:pt>
                <c:pt idx="989">
                  <c:v>0.0262241111594</c:v>
                </c:pt>
                <c:pt idx="990">
                  <c:v>0.026154718831</c:v>
                </c:pt>
                <c:pt idx="991">
                  <c:v>0.0260853838189</c:v>
                </c:pt>
                <c:pt idx="992">
                  <c:v>0.0260161040353</c:v>
                </c:pt>
                <c:pt idx="993">
                  <c:v>0.0259468776115</c:v>
                </c:pt>
                <c:pt idx="994">
                  <c:v>0.0258777028956</c:v>
                </c:pt>
                <c:pt idx="995">
                  <c:v>0.0258085784506</c:v>
                </c:pt>
                <c:pt idx="996">
                  <c:v>0.0257395030515</c:v>
                </c:pt>
                <c:pt idx="997">
                  <c:v>0.0256704756828</c:v>
                </c:pt>
                <c:pt idx="998">
                  <c:v>0.0256014955357</c:v>
                </c:pt>
                <c:pt idx="999">
                  <c:v>0.0255325620051</c:v>
                </c:pt>
                <c:pt idx="1000">
                  <c:v>0.0254636746864</c:v>
                </c:pt>
                <c:pt idx="1001">
                  <c:v>0.0253948333725</c:v>
                </c:pt>
                <c:pt idx="1002">
                  <c:v>0.0253260380499</c:v>
                </c:pt>
                <c:pt idx="1003">
                  <c:v>0.0252572888957</c:v>
                </c:pt>
                <c:pt idx="1004">
                  <c:v>0.0251885862738</c:v>
                </c:pt>
                <c:pt idx="1005">
                  <c:v>0.0251199307309</c:v>
                </c:pt>
                <c:pt idx="1006">
                  <c:v>0.0250513229932</c:v>
                </c:pt>
                <c:pt idx="1007">
                  <c:v>0.0249827639617</c:v>
                </c:pt>
                <c:pt idx="1008">
                  <c:v>0.0249142547089</c:v>
                </c:pt>
                <c:pt idx="1009">
                  <c:v>0.0248457964743</c:v>
                </c:pt>
                <c:pt idx="1010">
                  <c:v>0.0247773906602</c:v>
                </c:pt>
                <c:pt idx="1011">
                  <c:v>0.0247090388275</c:v>
                </c:pt>
                <c:pt idx="1012">
                  <c:v>0.0246407426913</c:v>
                </c:pt>
                <c:pt idx="1013">
                  <c:v>0.0245725041165</c:v>
                </c:pt>
                <c:pt idx="1014">
                  <c:v>0.0245043251134</c:v>
                </c:pt>
                <c:pt idx="1015">
                  <c:v>0.0244362078329</c:v>
                </c:pt>
                <c:pt idx="1016">
                  <c:v>0.024368154562</c:v>
                </c:pt>
                <c:pt idx="1017">
                  <c:v>0.0243001677193</c:v>
                </c:pt>
                <c:pt idx="1018">
                  <c:v>0.0242322498498</c:v>
                </c:pt>
                <c:pt idx="1019">
                  <c:v>0.0241644036207</c:v>
                </c:pt>
                <c:pt idx="1020">
                  <c:v>0.0240966318158</c:v>
                </c:pt>
                <c:pt idx="1021">
                  <c:v>0.0240289373313</c:v>
                </c:pt>
                <c:pt idx="1022">
                  <c:v>0.0239613231701</c:v>
                </c:pt>
                <c:pt idx="1023">
                  <c:v>0.0238937924374</c:v>
                </c:pt>
                <c:pt idx="1024">
                  <c:v>0.0238263483351</c:v>
                </c:pt>
                <c:pt idx="1025">
                  <c:v>0.0237589941568</c:v>
                </c:pt>
                <c:pt idx="1026">
                  <c:v>0.0236917332827</c:v>
                </c:pt>
                <c:pt idx="1027">
                  <c:v>0.0236245691739</c:v>
                </c:pt>
                <c:pt idx="1028">
                  <c:v>0.0235575053675</c:v>
                </c:pt>
                <c:pt idx="1029">
                  <c:v>0.023490545471</c:v>
                </c:pt>
                <c:pt idx="1030">
                  <c:v>0.0234236931566</c:v>
                </c:pt>
                <c:pt idx="1031">
                  <c:v>0.0233569521559</c:v>
                </c:pt>
                <c:pt idx="1032">
                  <c:v>0.0232903262546</c:v>
                </c:pt>
                <c:pt idx="1033">
                  <c:v>0.0232238192861</c:v>
                </c:pt>
                <c:pt idx="1034">
                  <c:v>0.0231574351266</c:v>
                </c:pt>
                <c:pt idx="1035">
                  <c:v>0.0230911776889</c:v>
                </c:pt>
                <c:pt idx="1036">
                  <c:v>0.0230250509169</c:v>
                </c:pt>
                <c:pt idx="1037">
                  <c:v>0.0229590587794</c:v>
                </c:pt>
                <c:pt idx="1038">
                  <c:v>0.0228932052651</c:v>
                </c:pt>
                <c:pt idx="1039">
                  <c:v>0.0228274943757</c:v>
                </c:pt>
                <c:pt idx="1040">
                  <c:v>0.0227619301209</c:v>
                </c:pt>
                <c:pt idx="1041">
                  <c:v>0.0226965165123</c:v>
                </c:pt>
                <c:pt idx="1042">
                  <c:v>0.0226312575572</c:v>
                </c:pt>
                <c:pt idx="1043">
                  <c:v>0.0225661572533</c:v>
                </c:pt>
                <c:pt idx="1044">
                  <c:v>0.0225012195826</c:v>
                </c:pt>
                <c:pt idx="1045">
                  <c:v>0.0224364485057</c:v>
                </c:pt>
                <c:pt idx="1046">
                  <c:v>0.0223718479558</c:v>
                </c:pt>
                <c:pt idx="1047">
                  <c:v>0.0223074218337</c:v>
                </c:pt>
                <c:pt idx="1048">
                  <c:v>0.0222431740013</c:v>
                </c:pt>
                <c:pt idx="1049">
                  <c:v>0.0221791082769</c:v>
                </c:pt>
                <c:pt idx="1050">
                  <c:v>0.0221152284291</c:v>
                </c:pt>
                <c:pt idx="1051">
                  <c:v>0.022051538172</c:v>
                </c:pt>
                <c:pt idx="1052">
                  <c:v>0.0219880411595</c:v>
                </c:pt>
                <c:pt idx="1053">
                  <c:v>0.0219247409805</c:v>
                </c:pt>
                <c:pt idx="1054">
                  <c:v>0.0218616411539</c:v>
                </c:pt>
                <c:pt idx="1055">
                  <c:v>0.0217987451237</c:v>
                </c:pt>
                <c:pt idx="1056">
                  <c:v>0.0217360562544</c:v>
                </c:pt>
                <c:pt idx="1057">
                  <c:v>0.0216735778263</c:v>
                </c:pt>
                <c:pt idx="1058">
                  <c:v>0.0216113130316</c:v>
                </c:pt>
                <c:pt idx="1059">
                  <c:v>0.02154926497</c:v>
                </c:pt>
                <c:pt idx="1060">
                  <c:v>0.0214874366447</c:v>
                </c:pt>
                <c:pt idx="1061">
                  <c:v>0.0214258309588</c:v>
                </c:pt>
                <c:pt idx="1062">
                  <c:v>0.021364450712</c:v>
                </c:pt>
                <c:pt idx="1063">
                  <c:v>0.0213032985967</c:v>
                </c:pt>
                <c:pt idx="1064">
                  <c:v>0.0212423771956</c:v>
                </c:pt>
                <c:pt idx="1065">
                  <c:v>0.0211816889785</c:v>
                </c:pt>
                <c:pt idx="1066">
                  <c:v>0.0211212362996</c:v>
                </c:pt>
                <c:pt idx="1067">
                  <c:v>0.0210610213955</c:v>
                </c:pt>
                <c:pt idx="1068">
                  <c:v>0.0210010463828</c:v>
                </c:pt>
                <c:pt idx="1069">
                  <c:v>0.0209413132562</c:v>
                </c:pt>
                <c:pt idx="1070">
                  <c:v>0.0208818238869</c:v>
                </c:pt>
                <c:pt idx="1071">
                  <c:v>0.0208225800214</c:v>
                </c:pt>
                <c:pt idx="1072">
                  <c:v>0.0207635832801</c:v>
                </c:pt>
                <c:pt idx="1073">
                  <c:v>0.0207048351562</c:v>
                </c:pt>
                <c:pt idx="1074">
                  <c:v>0.0206463370155</c:v>
                </c:pt>
                <c:pt idx="1075">
                  <c:v>0.0205880900958</c:v>
                </c:pt>
                <c:pt idx="1076">
                  <c:v>0.0205300955062</c:v>
                </c:pt>
                <c:pt idx="1077">
                  <c:v>0.0204723542279</c:v>
                </c:pt>
                <c:pt idx="1078">
                  <c:v>0.0204148671138</c:v>
                </c:pt>
                <c:pt idx="1079">
                  <c:v>0.0203576348893</c:v>
                </c:pt>
                <c:pt idx="1080">
                  <c:v>0.0203006581526</c:v>
                </c:pt>
                <c:pt idx="1081">
                  <c:v>0.0202439373762</c:v>
                </c:pt>
                <c:pt idx="1082">
                  <c:v>0.0201874729071</c:v>
                </c:pt>
                <c:pt idx="1083">
                  <c:v>0.0201312649689</c:v>
                </c:pt>
                <c:pt idx="1084">
                  <c:v>0.0200753136626</c:v>
                </c:pt>
                <c:pt idx="1085">
                  <c:v>0.0200196189684</c:v>
                </c:pt>
                <c:pt idx="1086">
                  <c:v>0.0199641807477</c:v>
                </c:pt>
                <c:pt idx="1087">
                  <c:v>0.0199089987446</c:v>
                </c:pt>
                <c:pt idx="1088">
                  <c:v>0.0198540725885</c:v>
                </c:pt>
                <c:pt idx="1089">
                  <c:v>0.0197994017956</c:v>
                </c:pt>
                <c:pt idx="1090">
                  <c:v>0.0197449857721</c:v>
                </c:pt>
                <c:pt idx="1091">
                  <c:v>0.019690823816</c:v>
                </c:pt>
                <c:pt idx="1092">
                  <c:v>0.0196369151199</c:v>
                </c:pt>
                <c:pt idx="1093">
                  <c:v>0.0195832587739</c:v>
                </c:pt>
                <c:pt idx="1094">
                  <c:v>0.019529853768</c:v>
                </c:pt>
                <c:pt idx="1095">
                  <c:v>0.0194766989953</c:v>
                </c:pt>
                <c:pt idx="1096">
                  <c:v>0.0194237932548</c:v>
                </c:pt>
                <c:pt idx="1097">
                  <c:v>0.0193711352546</c:v>
                </c:pt>
                <c:pt idx="1098">
                  <c:v>0.0193187236146</c:v>
                </c:pt>
                <c:pt idx="1099">
                  <c:v>0.0192665568703</c:v>
                </c:pt>
                <c:pt idx="1100">
                  <c:v>0.0192146334754</c:v>
                </c:pt>
                <c:pt idx="1101">
                  <c:v>0.0191629518054</c:v>
                </c:pt>
                <c:pt idx="1102">
                  <c:v>0.0191115101607</c:v>
                </c:pt>
                <c:pt idx="1103">
                  <c:v>0.01906030677</c:v>
                </c:pt>
                <c:pt idx="1104">
                  <c:v>0.0190093397937</c:v>
                </c:pt>
                <c:pt idx="1105">
                  <c:v>0.0189586073272</c:v>
                </c:pt>
                <c:pt idx="1106">
                  <c:v>0.0189081074044</c:v>
                </c:pt>
                <c:pt idx="1107">
                  <c:v>0.0188578380005</c:v>
                </c:pt>
                <c:pt idx="1108">
                  <c:v>0.0188077970362</c:v>
                </c:pt>
                <c:pt idx="1109">
                  <c:v>0.0187579823806</c:v>
                </c:pt>
                <c:pt idx="1110">
                  <c:v>0.0187083918546</c:v>
                </c:pt>
                <c:pt idx="1111">
                  <c:v>0.0186590232342</c:v>
                </c:pt>
                <c:pt idx="1112">
                  <c:v>0.0186098742539</c:v>
                </c:pt>
                <c:pt idx="1113">
                  <c:v>0.0185609426102</c:v>
                </c:pt>
                <c:pt idx="1114">
                  <c:v>0.0185122259643</c:v>
                </c:pt>
                <c:pt idx="1115">
                  <c:v>0.0184637219461</c:v>
                </c:pt>
                <c:pt idx="1116">
                  <c:v>0.0184154281567</c:v>
                </c:pt>
                <c:pt idx="1117">
                  <c:v>0.0183673421721</c:v>
                </c:pt>
                <c:pt idx="1118">
                  <c:v>0.0183194615461</c:v>
                </c:pt>
                <c:pt idx="1119">
                  <c:v>0.0182717838132</c:v>
                </c:pt>
                <c:pt idx="1120">
                  <c:v>0.0182243064922</c:v>
                </c:pt>
                <c:pt idx="1121">
                  <c:v>0.0181770270886</c:v>
                </c:pt>
                <c:pt idx="1122">
                  <c:v>0.0181299430981</c:v>
                </c:pt>
                <c:pt idx="1123">
                  <c:v>0.018083052009</c:v>
                </c:pt>
                <c:pt idx="1124">
                  <c:v>0.0180363513057</c:v>
                </c:pt>
                <c:pt idx="1125">
                  <c:v>0.0179898384708</c:v>
                </c:pt>
                <c:pt idx="1126">
                  <c:v>0.0179435109885</c:v>
                </c:pt>
                <c:pt idx="1127">
                  <c:v>0.0178973663469</c:v>
                </c:pt>
                <c:pt idx="1128">
                  <c:v>0.0178514020412</c:v>
                </c:pt>
                <c:pt idx="1129">
                  <c:v>0.0178056155757</c:v>
                </c:pt>
                <c:pt idx="1130">
                  <c:v>0.0177600044669</c:v>
                </c:pt>
                <c:pt idx="1131">
                  <c:v>0.0177145662459</c:v>
                </c:pt>
                <c:pt idx="1132">
                  <c:v>0.017669298461</c:v>
                </c:pt>
                <c:pt idx="1133">
                  <c:v>0.0176241986799</c:v>
                </c:pt>
                <c:pt idx="1134">
                  <c:v>0.0175792644928</c:v>
                </c:pt>
                <c:pt idx="1135">
                  <c:v>0.017534493514</c:v>
                </c:pt>
                <c:pt idx="1136">
                  <c:v>0.017489883385</c:v>
                </c:pt>
                <c:pt idx="1137">
                  <c:v>0.0174454317764</c:v>
                </c:pt>
                <c:pt idx="1138">
                  <c:v>0.0174011363906</c:v>
                </c:pt>
                <c:pt idx="1139">
                  <c:v>0.0173569949639</c:v>
                </c:pt>
                <c:pt idx="1140">
                  <c:v>0.0173130052687</c:v>
                </c:pt>
                <c:pt idx="1141">
                  <c:v>0.0172691651163</c:v>
                </c:pt>
                <c:pt idx="1142">
                  <c:v>0.0172254723584</c:v>
                </c:pt>
                <c:pt idx="1143">
                  <c:v>0.0171819248902</c:v>
                </c:pt>
                <c:pt idx="1144">
                  <c:v>0.0171385206519</c:v>
                </c:pt>
                <c:pt idx="1145">
                  <c:v>0.0170952576316</c:v>
                </c:pt>
                <c:pt idx="1146">
                  <c:v>0.0170521338669</c:v>
                </c:pt>
                <c:pt idx="1147">
                  <c:v>0.0170091474478</c:v>
                </c:pt>
                <c:pt idx="1148">
                  <c:v>0.0169662965182</c:v>
                </c:pt>
                <c:pt idx="1149">
                  <c:v>0.0169235792787</c:v>
                </c:pt>
                <c:pt idx="1150">
                  <c:v>0.0168809939887</c:v>
                </c:pt>
                <c:pt idx="1151">
                  <c:v>0.0168385389682</c:v>
                </c:pt>
                <c:pt idx="1152">
                  <c:v>0.0167962126006</c:v>
                </c:pt>
                <c:pt idx="1153">
                  <c:v>0.0167540133343</c:v>
                </c:pt>
                <c:pt idx="1154">
                  <c:v>0.0167119396854</c:v>
                </c:pt>
                <c:pt idx="1155">
                  <c:v>0.0166699902394</c:v>
                </c:pt>
                <c:pt idx="1156">
                  <c:v>0.0166281636535</c:v>
                </c:pt>
                <c:pt idx="1157">
                  <c:v>0.0165864586588</c:v>
                </c:pt>
                <c:pt idx="1158">
                  <c:v>0.0165448740622</c:v>
                </c:pt>
                <c:pt idx="1159">
                  <c:v>0.0165034087485</c:v>
                </c:pt>
                <c:pt idx="1160">
                  <c:v>0.0164620616823</c:v>
                </c:pt>
                <c:pt idx="1161">
                  <c:v>0.0164208319101</c:v>
                </c:pt>
                <c:pt idx="1162">
                  <c:v>0.0163797185618</c:v>
                </c:pt>
                <c:pt idx="1163">
                  <c:v>0.0163387208528</c:v>
                </c:pt>
                <c:pt idx="1164">
                  <c:v>0.0162978380858</c:v>
                </c:pt>
                <c:pt idx="1165">
                  <c:v>0.0162570696519</c:v>
                </c:pt>
                <c:pt idx="1166">
                  <c:v>0.0162164150326</c:v>
                </c:pt>
                <c:pt idx="1167">
                  <c:v>0.016175873801</c:v>
                </c:pt>
                <c:pt idx="1168">
                  <c:v>0.0161354456232</c:v>
                </c:pt>
                <c:pt idx="1169">
                  <c:v>0.0160951302591</c:v>
                </c:pt>
                <c:pt idx="1170">
                  <c:v>0.0160549275638</c:v>
                </c:pt>
                <c:pt idx="1171">
                  <c:v>0.0160148374882</c:v>
                </c:pt>
                <c:pt idx="1172">
                  <c:v>0.0159748600799</c:v>
                </c:pt>
                <c:pt idx="1173">
                  <c:v>0.0159349954833</c:v>
                </c:pt>
                <c:pt idx="1174">
                  <c:v>0.0158952439404</c:v>
                </c:pt>
                <c:pt idx="1175">
                  <c:v>0.0158556057906</c:v>
                </c:pt>
                <c:pt idx="1176">
                  <c:v>0.0158160814706</c:v>
                </c:pt>
                <c:pt idx="1177">
                  <c:v>0.0157766715144</c:v>
                </c:pt>
                <c:pt idx="1178">
                  <c:v>0.0157373765525</c:v>
                </c:pt>
                <c:pt idx="1179">
                  <c:v>0.015698197311</c:v>
                </c:pt>
                <c:pt idx="1180">
                  <c:v>0.0156591346111</c:v>
                </c:pt>
                <c:pt idx="1181">
                  <c:v>0.0156201893676</c:v>
                </c:pt>
                <c:pt idx="1182">
                  <c:v>0.0155813625871</c:v>
                </c:pt>
                <c:pt idx="1183">
                  <c:v>0.0155426553669</c:v>
                </c:pt>
                <c:pt idx="1184">
                  <c:v>0.0155040688927</c:v>
                </c:pt>
                <c:pt idx="1185">
                  <c:v>0.0154656044363</c:v>
                </c:pt>
                <c:pt idx="1186">
                  <c:v>0.0154272633532</c:v>
                </c:pt>
                <c:pt idx="1187">
                  <c:v>0.01538904708</c:v>
                </c:pt>
                <c:pt idx="1188">
                  <c:v>0.0153509571313</c:v>
                </c:pt>
                <c:pt idx="1189">
                  <c:v>0.0153129950964</c:v>
                </c:pt>
                <c:pt idx="1190">
                  <c:v>0.0152751626363</c:v>
                </c:pt>
                <c:pt idx="1191">
                  <c:v>0.0152374614793</c:v>
                </c:pt>
                <c:pt idx="1192">
                  <c:v>0.0151998934178</c:v>
                </c:pt>
                <c:pt idx="1193">
                  <c:v>0.0151624603039</c:v>
                </c:pt>
                <c:pt idx="1194">
                  <c:v>0.0151251640451</c:v>
                </c:pt>
                <c:pt idx="1195">
                  <c:v>0.0150880065997</c:v>
                </c:pt>
                <c:pt idx="1196">
                  <c:v>0.0150509899724</c:v>
                </c:pt>
                <c:pt idx="1197">
                  <c:v>0.0150141162096</c:v>
                </c:pt>
                <c:pt idx="1198">
                  <c:v>0.0149773873938</c:v>
                </c:pt>
                <c:pt idx="1199">
                  <c:v>0.0149408056391</c:v>
                </c:pt>
                <c:pt idx="1200">
                  <c:v>0.0149043730859</c:v>
                </c:pt>
                <c:pt idx="1201">
                  <c:v>0.0148680918956</c:v>
                </c:pt>
                <c:pt idx="1202">
                  <c:v>0.0148319642448</c:v>
                </c:pt>
                <c:pt idx="1203">
                  <c:v>0.0147959923206</c:v>
                </c:pt>
                <c:pt idx="1204">
                  <c:v>0.0147601783146</c:v>
                </c:pt>
                <c:pt idx="1205">
                  <c:v>0.0147245244175</c:v>
                </c:pt>
                <c:pt idx="1206">
                  <c:v>0.0146890328137</c:v>
                </c:pt>
                <c:pt idx="1207">
                  <c:v>0.0146537056758</c:v>
                </c:pt>
                <c:pt idx="1208">
                  <c:v>0.0146185451591</c:v>
                </c:pt>
                <c:pt idx="1209">
                  <c:v>0.0145835533961</c:v>
                </c:pt>
                <c:pt idx="1210">
                  <c:v>0.0145487324916</c:v>
                </c:pt>
                <c:pt idx="1211">
                  <c:v>0.0145140845167</c:v>
                </c:pt>
                <c:pt idx="1212">
                  <c:v>0.0144796115043</c:v>
                </c:pt>
                <c:pt idx="1213">
                  <c:v>0.0144453154439</c:v>
                </c:pt>
                <c:pt idx="1214">
                  <c:v>0.0144111982765</c:v>
                </c:pt>
                <c:pt idx="1215">
                  <c:v>0.0143772618901</c:v>
                </c:pt>
                <c:pt idx="1216">
                  <c:v>0.0143435081149</c:v>
                </c:pt>
                <c:pt idx="1217">
                  <c:v>0.0143099387192</c:v>
                </c:pt>
                <c:pt idx="1218">
                  <c:v>0.0142765554047</c:v>
                </c:pt>
                <c:pt idx="1219">
                  <c:v>0.014243359803</c:v>
                </c:pt>
                <c:pt idx="1220">
                  <c:v>0.0142103534714</c:v>
                </c:pt>
                <c:pt idx="1221">
                  <c:v>0.0141775378896</c:v>
                </c:pt>
                <c:pt idx="1222">
                  <c:v>0.0141449144558</c:v>
                </c:pt>
                <c:pt idx="1223">
                  <c:v>0.0141124844844</c:v>
                </c:pt>
                <c:pt idx="1224">
                  <c:v>0.0140802492024</c:v>
                </c:pt>
                <c:pt idx="1225">
                  <c:v>0.0140482097469</c:v>
                </c:pt>
                <c:pt idx="1226">
                  <c:v>0.014016367163</c:v>
                </c:pt>
                <c:pt idx="1227">
                  <c:v>0.0139847224014</c:v>
                </c:pt>
                <c:pt idx="1228">
                  <c:v>0.0139532763164</c:v>
                </c:pt>
                <c:pt idx="1229">
                  <c:v>0.0139220296647</c:v>
                </c:pt>
                <c:pt idx="1230">
                  <c:v>0.0138909831037</c:v>
                </c:pt>
                <c:pt idx="1231">
                  <c:v>0.0138601371904</c:v>
                </c:pt>
                <c:pt idx="1232">
                  <c:v>0.0138294923807</c:v>
                </c:pt>
                <c:pt idx="1233">
                  <c:v>0.0137990490289</c:v>
                </c:pt>
                <c:pt idx="1234">
                  <c:v>0.013768807387</c:v>
                </c:pt>
                <c:pt idx="1235">
                  <c:v>0.0137387676051</c:v>
                </c:pt>
                <c:pt idx="1236">
                  <c:v>0.0137089297312</c:v>
                </c:pt>
                <c:pt idx="1237">
                  <c:v>0.0136792937118</c:v>
                </c:pt>
                <c:pt idx="1238">
                  <c:v>0.0136498593925</c:v>
                </c:pt>
                <c:pt idx="1239">
                  <c:v>0.0136206265191</c:v>
                </c:pt>
                <c:pt idx="1240">
                  <c:v>0.0135915947384</c:v>
                </c:pt>
                <c:pt idx="1241">
                  <c:v>0.0135627635997</c:v>
                </c:pt>
                <c:pt idx="1242">
                  <c:v>0.0135341325564</c:v>
                </c:pt>
                <c:pt idx="1243">
                  <c:v>0.0135057009678</c:v>
                </c:pt>
                <c:pt idx="1244">
                  <c:v>0.0134774681007</c:v>
                </c:pt>
                <c:pt idx="1245">
                  <c:v>0.0134494331321</c:v>
                </c:pt>
                <c:pt idx="1246">
                  <c:v>0.0134215951513</c:v>
                </c:pt>
                <c:pt idx="1247">
                  <c:v>0.013393953162</c:v>
                </c:pt>
                <c:pt idx="1248">
                  <c:v>0.0133665060855</c:v>
                </c:pt>
                <c:pt idx="1249">
                  <c:v>0.0133392527633</c:v>
                </c:pt>
                <c:pt idx="1250">
                  <c:v>0.0133121919598</c:v>
                </c:pt>
                <c:pt idx="1251">
                  <c:v>0.0132853223659</c:v>
                </c:pt>
                <c:pt idx="1252">
                  <c:v>0.0132586426015</c:v>
                </c:pt>
                <c:pt idx="1253">
                  <c:v>0.013232151219</c:v>
                </c:pt>
                <c:pt idx="1254">
                  <c:v>0.013205846707</c:v>
                </c:pt>
                <c:pt idx="1255">
                  <c:v>0.0131797274934</c:v>
                </c:pt>
                <c:pt idx="1256">
                  <c:v>0.0131537919486</c:v>
                </c:pt>
                <c:pt idx="1257">
                  <c:v>0.0131280383898</c:v>
                </c:pt>
                <c:pt idx="1258">
                  <c:v>0.0131024650839</c:v>
                </c:pt>
                <c:pt idx="1259">
                  <c:v>0.0130770702514</c:v>
                </c:pt>
                <c:pt idx="1260">
                  <c:v>0.0130518520701</c:v>
                </c:pt>
                <c:pt idx="1261">
                  <c:v>0.0130268086784</c:v>
                </c:pt>
                <c:pt idx="1262">
                  <c:v>0.0130019381795</c:v>
                </c:pt>
                <c:pt idx="1263">
                  <c:v>0.0129772386442</c:v>
                </c:pt>
                <c:pt idx="1264">
                  <c:v>0.0129527081155</c:v>
                </c:pt>
                <c:pt idx="1265">
                  <c:v>0.012928344611</c:v>
                </c:pt>
                <c:pt idx="1266">
                  <c:v>0.0129041461275</c:v>
                </c:pt>
                <c:pt idx="1267">
                  <c:v>0.0128801106436</c:v>
                </c:pt>
                <c:pt idx="1268">
                  <c:v>0.0128562361236</c:v>
                </c:pt>
                <c:pt idx="1269">
                  <c:v>0.0128325205205</c:v>
                </c:pt>
                <c:pt idx="1270">
                  <c:v>0.0128089617794</c:v>
                </c:pt>
                <c:pt idx="1271">
                  <c:v>0.0127855578407</c:v>
                </c:pt>
                <c:pt idx="1272">
                  <c:v>0.0127623066429</c:v>
                </c:pt>
                <c:pt idx="1273">
                  <c:v>0.0127392061257</c:v>
                </c:pt>
                <c:pt idx="1274">
                  <c:v>0.0127162542328</c:v>
                </c:pt>
                <c:pt idx="1275">
                  <c:v>0.0126934489149</c:v>
                </c:pt>
                <c:pt idx="1276">
                  <c:v>0.0126707881317</c:v>
                </c:pt>
                <c:pt idx="1277">
                  <c:v>0.0126482698552</c:v>
                </c:pt>
                <c:pt idx="1278">
                  <c:v>0.0126258920714</c:v>
                </c:pt>
                <c:pt idx="1279">
                  <c:v>0.012603652783</c:v>
                </c:pt>
                <c:pt idx="1280">
                  <c:v>0.0125815500114</c:v>
                </c:pt>
                <c:pt idx="1281">
                  <c:v>0.0125595817987</c:v>
                </c:pt>
                <c:pt idx="1282">
                  <c:v>0.0125377462096</c:v>
                </c:pt>
                <c:pt idx="1283">
                  <c:v>0.0125160413333</c:v>
                </c:pt>
                <c:pt idx="1284">
                  <c:v>0.012494465285</c:v>
                </c:pt>
                <c:pt idx="1285">
                  <c:v>0.0124730162076</c:v>
                </c:pt>
                <c:pt idx="1286">
                  <c:v>0.012451692273</c:v>
                </c:pt>
                <c:pt idx="1287">
                  <c:v>0.0124304916832</c:v>
                </c:pt>
                <c:pt idx="1288">
                  <c:v>0.012409412672</c:v>
                </c:pt>
                <c:pt idx="1289">
                  <c:v>0.0123884535056</c:v>
                </c:pt>
                <c:pt idx="1290">
                  <c:v>0.0123676124838</c:v>
                </c:pt>
                <c:pt idx="1291">
                  <c:v>0.0123468879407</c:v>
                </c:pt>
                <c:pt idx="1292">
                  <c:v>0.0123262782455</c:v>
                </c:pt>
                <c:pt idx="1293">
                  <c:v>0.012305781803</c:v>
                </c:pt>
                <c:pt idx="1294">
                  <c:v>0.0122853970545</c:v>
                </c:pt>
                <c:pt idx="1295">
                  <c:v>0.0122651224779</c:v>
                </c:pt>
                <c:pt idx="1296">
                  <c:v>0.0122449565881</c:v>
                </c:pt>
                <c:pt idx="1297">
                  <c:v>0.0122248979374</c:v>
                </c:pt>
                <c:pt idx="1298">
                  <c:v>0.0122049451154</c:v>
                </c:pt>
                <c:pt idx="1299">
                  <c:v>0.0121850967495</c:v>
                </c:pt>
                <c:pt idx="1300">
                  <c:v>0.0121653515046</c:v>
                </c:pt>
                <c:pt idx="1301">
                  <c:v>0.0121457080831</c:v>
                </c:pt>
                <c:pt idx="1302">
                  <c:v>0.0121261652248</c:v>
                </c:pt>
                <c:pt idx="1303">
                  <c:v>0.0121067217068</c:v>
                </c:pt>
                <c:pt idx="1304">
                  <c:v>0.0120873763432</c:v>
                </c:pt>
                <c:pt idx="1305">
                  <c:v>0.0120681279845</c:v>
                </c:pt>
                <c:pt idx="1306">
                  <c:v>0.0120489755177</c:v>
                </c:pt>
                <c:pt idx="1307">
                  <c:v>0.0120299178657</c:v>
                </c:pt>
                <c:pt idx="1308">
                  <c:v>0.0120109539867</c:v>
                </c:pt>
                <c:pt idx="1309">
                  <c:v>0.011992082874</c:v>
                </c:pt>
                <c:pt idx="1310">
                  <c:v>0.0119733035551</c:v>
                </c:pt>
                <c:pt idx="1311">
                  <c:v>0.0119546150914</c:v>
                </c:pt>
                <c:pt idx="1312">
                  <c:v>0.0119360165776</c:v>
                </c:pt>
                <c:pt idx="1313">
                  <c:v>0.0119175071407</c:v>
                </c:pt>
                <c:pt idx="1314">
                  <c:v>0.0118990859399</c:v>
                </c:pt>
                <c:pt idx="1315">
                  <c:v>0.0118807521656</c:v>
                </c:pt>
                <c:pt idx="1316">
                  <c:v>0.0118625050387</c:v>
                </c:pt>
                <c:pt idx="1317">
                  <c:v>0.0118443438098</c:v>
                </c:pt>
                <c:pt idx="1318">
                  <c:v>0.0118262677589</c:v>
                </c:pt>
                <c:pt idx="1319">
                  <c:v>0.0118082761941</c:v>
                </c:pt>
                <c:pt idx="1320">
                  <c:v>0.0117903684515</c:v>
                </c:pt>
                <c:pt idx="1321">
                  <c:v>0.0117725438936</c:v>
                </c:pt>
                <c:pt idx="1322">
                  <c:v>0.0117548019096</c:v>
                </c:pt>
                <c:pt idx="1323">
                  <c:v>0.0117371419136</c:v>
                </c:pt>
                <c:pt idx="1324">
                  <c:v>0.0117195633448</c:v>
                </c:pt>
                <c:pt idx="1325">
                  <c:v>0.011702065666</c:v>
                </c:pt>
                <c:pt idx="1326">
                  <c:v>0.0116846483634</c:v>
                </c:pt>
                <c:pt idx="1327">
                  <c:v>0.0116673109456</c:v>
                </c:pt>
                <c:pt idx="1328">
                  <c:v>0.011650052943</c:v>
                </c:pt>
                <c:pt idx="1329">
                  <c:v>0.0116328739068</c:v>
                </c:pt>
                <c:pt idx="1330">
                  <c:v>0.0116157734091</c:v>
                </c:pt>
                <c:pt idx="1331">
                  <c:v>0.0115987510411</c:v>
                </c:pt>
                <c:pt idx="1332">
                  <c:v>0.0115818064135</c:v>
                </c:pt>
                <c:pt idx="1333">
                  <c:v>0.011564939155</c:v>
                </c:pt>
                <c:pt idx="1334">
                  <c:v>0.0115481489124</c:v>
                </c:pt>
                <c:pt idx="1335">
                  <c:v>0.0115314353494</c:v>
                </c:pt>
                <c:pt idx="1336">
                  <c:v>0.0115147981464</c:v>
                </c:pt>
                <c:pt idx="1337">
                  <c:v>0.0114982369997</c:v>
                </c:pt>
                <c:pt idx="1338">
                  <c:v>0.011481751621</c:v>
                </c:pt>
                <c:pt idx="1339">
                  <c:v>0.0114653417371</c:v>
                </c:pt>
                <c:pt idx="1340">
                  <c:v>0.0114490070889</c:v>
                </c:pt>
                <c:pt idx="1341">
                  <c:v>0.0114327474314</c:v>
                </c:pt>
                <c:pt idx="1342">
                  <c:v>0.0114165625327</c:v>
                </c:pt>
                <c:pt idx="1343">
                  <c:v>0.0114004521742</c:v>
                </c:pt>
                <c:pt idx="1344">
                  <c:v>0.0113844161496</c:v>
                </c:pt>
                <c:pt idx="1345">
                  <c:v>0.0113684542646</c:v>
                </c:pt>
                <c:pt idx="1346">
                  <c:v>0.0113525663366</c:v>
                </c:pt>
                <c:pt idx="1347">
                  <c:v>0.0113367521943</c:v>
                </c:pt>
                <c:pt idx="1348">
                  <c:v>0.0113210116773</c:v>
                </c:pt>
                <c:pt idx="1349">
                  <c:v>0.0113053446355</c:v>
                </c:pt>
                <c:pt idx="1350">
                  <c:v>0.0112897509291</c:v>
                </c:pt>
                <c:pt idx="1351">
                  <c:v>0.0112742304282</c:v>
                </c:pt>
                <c:pt idx="1352">
                  <c:v>0.0112587830122</c:v>
                </c:pt>
                <c:pt idx="1353">
                  <c:v>0.0112434085697</c:v>
                </c:pt>
                <c:pt idx="1354">
                  <c:v>0.0112281069981</c:v>
                </c:pt>
                <c:pt idx="1355">
                  <c:v>0.0112128782037</c:v>
                </c:pt>
                <c:pt idx="1356">
                  <c:v>0.0111977221005</c:v>
                </c:pt>
                <c:pt idx="1357">
                  <c:v>0.0111826386108</c:v>
                </c:pt>
                <c:pt idx="1358">
                  <c:v>0.0111676276646</c:v>
                </c:pt>
                <c:pt idx="1359">
                  <c:v>0.0111526891993</c:v>
                </c:pt>
                <c:pt idx="1360">
                  <c:v>0.0111378231593</c:v>
                </c:pt>
                <c:pt idx="1361">
                  <c:v>0.0111230294961</c:v>
                </c:pt>
                <c:pt idx="1362">
                  <c:v>0.0111083081677</c:v>
                </c:pt>
                <c:pt idx="1363">
                  <c:v>0.0110936591387</c:v>
                </c:pt>
                <c:pt idx="1364">
                  <c:v>0.0110790823796</c:v>
                </c:pt>
                <c:pt idx="1365">
                  <c:v>0.011064577867</c:v>
                </c:pt>
                <c:pt idx="1366">
                  <c:v>0.011050145583</c:v>
                </c:pt>
                <c:pt idx="1367">
                  <c:v>0.0110357855154</c:v>
                </c:pt>
                <c:pt idx="1368">
                  <c:v>0.0110214976571</c:v>
                </c:pt>
                <c:pt idx="1369">
                  <c:v>0.0110072820058</c:v>
                </c:pt>
                <c:pt idx="1370">
                  <c:v>0.0109931385645</c:v>
                </c:pt>
                <c:pt idx="1371">
                  <c:v>0.0109790673402</c:v>
                </c:pt>
                <c:pt idx="1372">
                  <c:v>0.0109650683448</c:v>
                </c:pt>
                <c:pt idx="1373">
                  <c:v>0.010951141594</c:v>
                </c:pt>
                <c:pt idx="1374">
                  <c:v>0.0109372871078</c:v>
                </c:pt>
                <c:pt idx="1375">
                  <c:v>0.0109235049098</c:v>
                </c:pt>
                <c:pt idx="1376">
                  <c:v>0.0109097950275</c:v>
                </c:pt>
                <c:pt idx="1377">
                  <c:v>0.0108961574916</c:v>
                </c:pt>
                <c:pt idx="1378">
                  <c:v>0.0108825923363</c:v>
                </c:pt>
                <c:pt idx="1379">
                  <c:v>0.010869099599</c:v>
                </c:pt>
                <c:pt idx="1380">
                  <c:v>0.01085567932</c:v>
                </c:pt>
                <c:pt idx="1381">
                  <c:v>0.0108423315426</c:v>
                </c:pt>
                <c:pt idx="1382">
                  <c:v>0.0108290563129</c:v>
                </c:pt>
                <c:pt idx="1383">
                  <c:v>0.0108158536795</c:v>
                </c:pt>
                <c:pt idx="1384">
                  <c:v>0.0108027236937</c:v>
                </c:pt>
                <c:pt idx="1385">
                  <c:v>0.0107896664091</c:v>
                </c:pt>
                <c:pt idx="1386">
                  <c:v>0.0107766818817</c:v>
                </c:pt>
                <c:pt idx="1387">
                  <c:v>0.0107637701697</c:v>
                </c:pt>
                <c:pt idx="1388">
                  <c:v>0.0107509313336</c:v>
                </c:pt>
                <c:pt idx="1389">
                  <c:v>0.0107381654356</c:v>
                </c:pt>
                <c:pt idx="1390">
                  <c:v>0.0107254725403</c:v>
                </c:pt>
                <c:pt idx="1391">
                  <c:v>0.0107128527138</c:v>
                </c:pt>
                <c:pt idx="1392">
                  <c:v>0.0107003060243</c:v>
                </c:pt>
                <c:pt idx="1393">
                  <c:v>0.0106878325416</c:v>
                </c:pt>
                <c:pt idx="1394">
                  <c:v>0.0106754323372</c:v>
                </c:pt>
                <c:pt idx="1395">
                  <c:v>0.0106631054841</c:v>
                </c:pt>
                <c:pt idx="1396">
                  <c:v>0.0106508520567</c:v>
                </c:pt>
                <c:pt idx="1397">
                  <c:v>0.010638672131</c:v>
                </c:pt>
                <c:pt idx="1398">
                  <c:v>0.0106265657842</c:v>
                </c:pt>
                <c:pt idx="1399">
                  <c:v>0.0106145330944</c:v>
                </c:pt>
                <c:pt idx="1400">
                  <c:v>0.0106025741411</c:v>
                </c:pt>
                <c:pt idx="1401">
                  <c:v>0.0105906890045</c:v>
                </c:pt>
                <c:pt idx="1402">
                  <c:v>0.0105788777655</c:v>
                </c:pt>
                <c:pt idx="1403">
                  <c:v>0.0105671405058</c:v>
                </c:pt>
                <c:pt idx="1404">
                  <c:v>0.0105554773073</c:v>
                </c:pt>
                <c:pt idx="1405">
                  <c:v>0.0105438882524</c:v>
                </c:pt>
                <c:pt idx="1406">
                  <c:v>0.0105323734231</c:v>
                </c:pt>
                <c:pt idx="1407">
                  <c:v>0.0105209329015</c:v>
                </c:pt>
                <c:pt idx="1408">
                  <c:v>0.0105095667692</c:v>
                </c:pt>
                <c:pt idx="1409">
                  <c:v>0.0104982751069</c:v>
                </c:pt>
                <c:pt idx="1410">
                  <c:v>0.0104870579944</c:v>
                </c:pt>
                <c:pt idx="1411">
                  <c:v>0.0104759155101</c:v>
                </c:pt>
                <c:pt idx="1412">
                  <c:v>0.0104648477307</c:v>
                </c:pt>
                <c:pt idx="1413">
                  <c:v>0.0104538547308</c:v>
                </c:pt>
                <c:pt idx="1414">
                  <c:v>0.0104429365826</c:v>
                </c:pt>
                <c:pt idx="1415">
                  <c:v>0.0104320933557</c:v>
                </c:pt>
                <c:pt idx="1416">
                  <c:v>0.0104213251161</c:v>
                </c:pt>
                <c:pt idx="1417">
                  <c:v>0.0104106319263</c:v>
                </c:pt>
                <c:pt idx="1418">
                  <c:v>0.0104000138445</c:v>
                </c:pt>
                <c:pt idx="1419">
                  <c:v>0.0103894709244</c:v>
                </c:pt>
                <c:pt idx="1420">
                  <c:v>0.0103790032144</c:v>
                </c:pt>
                <c:pt idx="1421">
                  <c:v>0.0103686107573</c:v>
                </c:pt>
                <c:pt idx="1422">
                  <c:v>0.0103582935896</c:v>
                </c:pt>
                <c:pt idx="1423">
                  <c:v>0.0103480517412</c:v>
                </c:pt>
                <c:pt idx="1424">
                  <c:v>0.0103378852344</c:v>
                </c:pt>
                <c:pt idx="1425">
                  <c:v>0.0103277940837</c:v>
                </c:pt>
                <c:pt idx="1426">
                  <c:v>0.0103177782951</c:v>
                </c:pt>
                <c:pt idx="1427">
                  <c:v>0.0103078378652</c:v>
                </c:pt>
                <c:pt idx="1428">
                  <c:v>0.0102979727811</c:v>
                </c:pt>
                <c:pt idx="1429">
                  <c:v>0.0102881830195</c:v>
                </c:pt>
                <c:pt idx="1430">
                  <c:v>0.0102784685459</c:v>
                </c:pt>
                <c:pt idx="1431">
                  <c:v>0.0102688293142</c:v>
                </c:pt>
                <c:pt idx="1432">
                  <c:v>0.0102592652661</c:v>
                </c:pt>
                <c:pt idx="1433">
                  <c:v>0.0102497763303</c:v>
                </c:pt>
                <c:pt idx="1434">
                  <c:v>0.0102403624217</c:v>
                </c:pt>
                <c:pt idx="1435">
                  <c:v>0.0102310234413</c:v>
                </c:pt>
                <c:pt idx="1436">
                  <c:v>0.0102217592749</c:v>
                </c:pt>
                <c:pt idx="1437">
                  <c:v>0.0102125697931</c:v>
                </c:pt>
                <c:pt idx="1438">
                  <c:v>0.0102034548502</c:v>
                </c:pt>
                <c:pt idx="1439">
                  <c:v>0.0101944142835</c:v>
                </c:pt>
                <c:pt idx="1440">
                  <c:v>0.0101854479133</c:v>
                </c:pt>
                <c:pt idx="1441">
                  <c:v>0.0101765555416</c:v>
                </c:pt>
                <c:pt idx="1442">
                  <c:v>0.0101677369521</c:v>
                </c:pt>
                <c:pt idx="1443">
                  <c:v>0.0101589919089</c:v>
                </c:pt>
                <c:pt idx="1444">
                  <c:v>0.0101503201568</c:v>
                </c:pt>
                <c:pt idx="1445">
                  <c:v>0.01014172142</c:v>
                </c:pt>
                <c:pt idx="1446">
                  <c:v>0.0101331954018</c:v>
                </c:pt>
                <c:pt idx="1447">
                  <c:v>0.0101247417843</c:v>
                </c:pt>
                <c:pt idx="1448">
                  <c:v>0.0101163602278</c:v>
                </c:pt>
                <c:pt idx="1449">
                  <c:v>0.0101080503699</c:v>
                </c:pt>
                <c:pt idx="1450">
                  <c:v>0.0100998118257</c:v>
                </c:pt>
                <c:pt idx="1451">
                  <c:v>0.010091644187</c:v>
                </c:pt>
                <c:pt idx="1452">
                  <c:v>0.0100835470218</c:v>
                </c:pt>
                <c:pt idx="1453">
                  <c:v>0.0100755198742</c:v>
                </c:pt>
                <c:pt idx="1454">
                  <c:v>0.0100675622638</c:v>
                </c:pt>
                <c:pt idx="1455">
                  <c:v>0.0100596736856</c:v>
                </c:pt>
                <c:pt idx="1456">
                  <c:v>0.0100518536095</c:v>
                </c:pt>
                <c:pt idx="1457">
                  <c:v>0.0100441014802</c:v>
                </c:pt>
                <c:pt idx="1458">
                  <c:v>0.0100364167171</c:v>
                </c:pt>
                <c:pt idx="1459">
                  <c:v>0.0100287987135</c:v>
                </c:pt>
                <c:pt idx="1460">
                  <c:v>0.0100212468375</c:v>
                </c:pt>
                <c:pt idx="1461">
                  <c:v>0.0100137604307</c:v>
                </c:pt>
                <c:pt idx="1462">
                  <c:v>0.0100063388094</c:v>
                </c:pt>
                <c:pt idx="1463">
                  <c:v>0.00999898126334</c:v>
                </c:pt>
                <c:pt idx="1464">
                  <c:v>0.00999168705681</c:v>
                </c:pt>
                <c:pt idx="1465">
                  <c:v>0.00998445542806</c:v>
                </c:pt>
                <c:pt idx="1466">
                  <c:v>0.00997728558969</c:v>
                </c:pt>
                <c:pt idx="1467">
                  <c:v>0.00997017672879</c:v>
                </c:pt>
                <c:pt idx="1468">
                  <c:v>0.00996312800721</c:v>
                </c:pt>
                <c:pt idx="1469">
                  <c:v>0.00995613856179</c:v>
                </c:pt>
                <c:pt idx="1470">
                  <c:v>0.00994920750476</c:v>
                </c:pt>
                <c:pt idx="1471">
                  <c:v>0.00994233392412</c:v>
                </c:pt>
                <c:pt idx="1472">
                  <c:v>0.00993551688409</c:v>
                </c:pt>
                <c:pt idx="1473">
                  <c:v>0.00992875542561</c:v>
                </c:pt>
                <c:pt idx="1474">
                  <c:v>0.00992204856694</c:v>
                </c:pt>
                <c:pt idx="1475">
                  <c:v>0.00991539530427</c:v>
                </c:pt>
                <c:pt idx="1476">
                  <c:v>0.00990879461236</c:v>
                </c:pt>
                <c:pt idx="1477">
                  <c:v>0.00990224544533</c:v>
                </c:pt>
                <c:pt idx="1478">
                  <c:v>0.0098957467374</c:v>
                </c:pt>
                <c:pt idx="1479">
                  <c:v>0.00988929740374</c:v>
                </c:pt>
                <c:pt idx="1480">
                  <c:v>0.00988289634137</c:v>
                </c:pt>
                <c:pt idx="1481">
                  <c:v>0.00987654243008</c:v>
                </c:pt>
                <c:pt idx="1482">
                  <c:v>0.00987023453341</c:v>
                </c:pt>
                <c:pt idx="1483">
                  <c:v>0.00986397149969</c:v>
                </c:pt>
                <c:pt idx="1484">
                  <c:v>0.0098577521631</c:v>
                </c:pt>
                <c:pt idx="1485">
                  <c:v>0.00985157534479</c:v>
                </c:pt>
                <c:pt idx="1486">
                  <c:v>0.009845439854</c:v>
                </c:pt>
                <c:pt idx="1487">
                  <c:v>0.00983934448927</c:v>
                </c:pt>
                <c:pt idx="1488">
                  <c:v>0.00983328803959</c:v>
                </c:pt>
                <c:pt idx="1489">
                  <c:v>0.00982726928569</c:v>
                </c:pt>
                <c:pt idx="1490">
                  <c:v>0.00982128700127</c:v>
                </c:pt>
                <c:pt idx="1491">
                  <c:v>0.00981533995424</c:v>
                </c:pt>
                <c:pt idx="1492">
                  <c:v>0.00980942690804</c:v>
                </c:pt>
                <c:pt idx="1493">
                  <c:v>0.00980354662289</c:v>
                </c:pt>
                <c:pt idx="1494">
                  <c:v>0.00979769785715</c:v>
                </c:pt>
                <c:pt idx="1495">
                  <c:v>0.00979187936855</c:v>
                </c:pt>
                <c:pt idx="1496">
                  <c:v>0.00978608991548</c:v>
                </c:pt>
                <c:pt idx="1497">
                  <c:v>0.00978032825833</c:v>
                </c:pt>
                <c:pt idx="1498">
                  <c:v>0.00977459316072</c:v>
                </c:pt>
                <c:pt idx="1499">
                  <c:v>0.00976888339074</c:v>
                </c:pt>
                <c:pt idx="1500">
                  <c:v>0.0097631977222</c:v>
                </c:pt>
                <c:pt idx="1501">
                  <c:v>0.00975753493584</c:v>
                </c:pt>
                <c:pt idx="1502">
                  <c:v>0.00975189382049</c:v>
                </c:pt>
                <c:pt idx="1503">
                  <c:v>0.00974627317423</c:v>
                </c:pt>
                <c:pt idx="1504">
                  <c:v>0.00974067180547</c:v>
                </c:pt>
                <c:pt idx="1505">
                  <c:v>0.00973508853405</c:v>
                </c:pt>
                <c:pt idx="1506">
                  <c:v>0.00972952219222</c:v>
                </c:pt>
                <c:pt idx="1507">
                  <c:v>0.00972397162568</c:v>
                </c:pt>
                <c:pt idx="1508">
                  <c:v>0.00971843569444</c:v>
                </c:pt>
                <c:pt idx="1509">
                  <c:v>0.00971291327375</c:v>
                </c:pt>
                <c:pt idx="1510">
                  <c:v>0.00970740325489</c:v>
                </c:pt>
                <c:pt idx="1511">
                  <c:v>0.00970190454596</c:v>
                </c:pt>
                <c:pt idx="1512">
                  <c:v>0.00969641607258</c:v>
                </c:pt>
                <c:pt idx="1513">
                  <c:v>0.00969093677854</c:v>
                </c:pt>
                <c:pt idx="1514">
                  <c:v>0.00968546562644</c:v>
                </c:pt>
                <c:pt idx="1515">
                  <c:v>0.00968000159814</c:v>
                </c:pt>
                <c:pt idx="1516">
                  <c:v>0.00967454369531</c:v>
                </c:pt>
                <c:pt idx="1517">
                  <c:v>0.00966909093983</c:v>
                </c:pt>
                <c:pt idx="1518">
                  <c:v>0.0096636423741</c:v>
                </c:pt>
                <c:pt idx="1519">
                  <c:v>0.00965819706141</c:v>
                </c:pt>
                <c:pt idx="1520">
                  <c:v>0.00965275408608</c:v>
                </c:pt>
                <c:pt idx="1521">
                  <c:v>0.00964731255373</c:v>
                </c:pt>
                <c:pt idx="1522">
                  <c:v>0.00964187159135</c:v>
                </c:pt>
                <c:pt idx="1523">
                  <c:v>0.00963643034735</c:v>
                </c:pt>
                <c:pt idx="1524">
                  <c:v>0.0096309879916</c:v>
                </c:pt>
                <c:pt idx="1525">
                  <c:v>0.0096255437154</c:v>
                </c:pt>
                <c:pt idx="1526">
                  <c:v>0.00962009673132</c:v>
                </c:pt>
                <c:pt idx="1527">
                  <c:v>0.00961464627314</c:v>
                </c:pt>
                <c:pt idx="1528">
                  <c:v>0.0096091915956</c:v>
                </c:pt>
                <c:pt idx="1529">
                  <c:v>0.0096037319742</c:v>
                </c:pt>
                <c:pt idx="1530">
                  <c:v>0.00959826670493</c:v>
                </c:pt>
                <c:pt idx="1531">
                  <c:v>0.00959279510394</c:v>
                </c:pt>
                <c:pt idx="1532">
                  <c:v>0.00958731650723</c:v>
                </c:pt>
                <c:pt idx="1533">
                  <c:v>0.00958183027023</c:v>
                </c:pt>
                <c:pt idx="1534">
                  <c:v>0.00957633576743</c:v>
                </c:pt>
                <c:pt idx="1535">
                  <c:v>0.00957083239195</c:v>
                </c:pt>
                <c:pt idx="1536">
                  <c:v>0.00956531955506</c:v>
                </c:pt>
                <c:pt idx="1537">
                  <c:v>0.00955979668573</c:v>
                </c:pt>
                <c:pt idx="1538">
                  <c:v>0.00955426323015</c:v>
                </c:pt>
                <c:pt idx="1539">
                  <c:v>0.00954871865118</c:v>
                </c:pt>
                <c:pt idx="1540">
                  <c:v>0.00954316242789</c:v>
                </c:pt>
                <c:pt idx="1541">
                  <c:v>0.00953759405502</c:v>
                </c:pt>
                <c:pt idx="1542">
                  <c:v>0.00953201304244</c:v>
                </c:pt>
                <c:pt idx="1543">
                  <c:v>0.00952641891463</c:v>
                </c:pt>
                <c:pt idx="1544">
                  <c:v>0.00952081121017</c:v>
                </c:pt>
                <c:pt idx="1545">
                  <c:v>0.00951518948117</c:v>
                </c:pt>
                <c:pt idx="1546">
                  <c:v>0.0095095532928</c:v>
                </c:pt>
                <c:pt idx="1547">
                  <c:v>0.00950390222274</c:v>
                </c:pt>
                <c:pt idx="1548">
                  <c:v>0.00949823586071</c:v>
                </c:pt>
                <c:pt idx="1549">
                  <c:v>0.00949255380791</c:v>
                </c:pt>
                <c:pt idx="1550">
                  <c:v>0.00948685567662</c:v>
                </c:pt>
                <c:pt idx="1551">
                  <c:v>0.00948114108966</c:v>
                </c:pt>
                <c:pt idx="1552">
                  <c:v>0.00947540968</c:v>
                </c:pt>
                <c:pt idx="1553">
                  <c:v>0.00946966109025</c:v>
                </c:pt>
                <c:pt idx="1554">
                  <c:v>0.0094638949723</c:v>
                </c:pt>
                <c:pt idx="1555">
                  <c:v>0.00945811098688</c:v>
                </c:pt>
                <c:pt idx="1556">
                  <c:v>0.00945230880318</c:v>
                </c:pt>
                <c:pt idx="1557">
                  <c:v>0.00944648809845</c:v>
                </c:pt>
                <c:pt idx="1558">
                  <c:v>0.00944064855771</c:v>
                </c:pt>
                <c:pt idx="1559">
                  <c:v>0.00943478987334</c:v>
                </c:pt>
                <c:pt idx="1560">
                  <c:v>0.0094289117448</c:v>
                </c:pt>
                <c:pt idx="1561">
                  <c:v>0.00942301387832</c:v>
                </c:pt>
                <c:pt idx="1562">
                  <c:v>0.00941709598658</c:v>
                </c:pt>
                <c:pt idx="1563">
                  <c:v>0.00941115778846</c:v>
                </c:pt>
                <c:pt idx="1564">
                  <c:v>0.0094051990088</c:v>
                </c:pt>
                <c:pt idx="1565">
                  <c:v>0.00939921937807</c:v>
                </c:pt>
                <c:pt idx="1566">
                  <c:v>0.00939321863223</c:v>
                </c:pt>
                <c:pt idx="1567">
                  <c:v>0.00938719651242</c:v>
                </c:pt>
                <c:pt idx="1568">
                  <c:v>0.00938115276478</c:v>
                </c:pt>
                <c:pt idx="1569">
                  <c:v>0.00937508714026</c:v>
                </c:pt>
                <c:pt idx="1570">
                  <c:v>0.00936899939437</c:v>
                </c:pt>
                <c:pt idx="1571">
                  <c:v>0.00936288928701</c:v>
                </c:pt>
                <c:pt idx="1572">
                  <c:v>0.00935675658229</c:v>
                </c:pt>
                <c:pt idx="1573">
                  <c:v>0.00935060104833</c:v>
                </c:pt>
                <c:pt idx="1574">
                  <c:v>0.00934442245707</c:v>
                </c:pt>
                <c:pt idx="1575">
                  <c:v>0.00933822058413</c:v>
                </c:pt>
                <c:pt idx="1576">
                  <c:v>0.00933199520858</c:v>
                </c:pt>
                <c:pt idx="1577">
                  <c:v>0.00932574611284</c:v>
                </c:pt>
                <c:pt idx="1578">
                  <c:v>0.00931947308242</c:v>
                </c:pt>
                <c:pt idx="1579">
                  <c:v>0.00931317590585</c:v>
                </c:pt>
                <c:pt idx="1580">
                  <c:v>0.00930685437443</c:v>
                </c:pt>
                <c:pt idx="1581">
                  <c:v>0.0093005082821</c:v>
                </c:pt>
                <c:pt idx="1582">
                  <c:v>0.00929413742529</c:v>
                </c:pt>
                <c:pt idx="1583">
                  <c:v>0.00928774160272</c:v>
                </c:pt>
                <c:pt idx="1584">
                  <c:v>0.00928132061529</c:v>
                </c:pt>
                <c:pt idx="1585">
                  <c:v>0.00927487426586</c:v>
                </c:pt>
                <c:pt idx="1586">
                  <c:v>0.00926840235915</c:v>
                </c:pt>
                <c:pt idx="1587">
                  <c:v>0.00926190470156</c:v>
                </c:pt>
                <c:pt idx="1588">
                  <c:v>0.00925538110105</c:v>
                </c:pt>
                <c:pt idx="1589">
                  <c:v>0.00924883136695</c:v>
                </c:pt>
                <c:pt idx="1590">
                  <c:v>0.00924225530988</c:v>
                </c:pt>
                <c:pt idx="1591">
                  <c:v>0.00923565274157</c:v>
                </c:pt>
                <c:pt idx="1592">
                  <c:v>0.00922902347479</c:v>
                </c:pt>
                <c:pt idx="1593">
                  <c:v>0.0092223673232</c:v>
                </c:pt>
                <c:pt idx="1594">
                  <c:v>0.00921568410124</c:v>
                </c:pt>
                <c:pt idx="1595">
                  <c:v>0.00920897362407</c:v>
                </c:pt>
                <c:pt idx="1596">
                  <c:v>0.00920223570746</c:v>
                </c:pt>
                <c:pt idx="1597">
                  <c:v>0.00919547016771</c:v>
                </c:pt>
                <c:pt idx="1598">
                  <c:v>0.00918867682163</c:v>
                </c:pt>
                <c:pt idx="1599">
                  <c:v>0.00918185548644</c:v>
                </c:pt>
                <c:pt idx="1600">
                  <c:v>0.00917500597977</c:v>
                </c:pt>
                <c:pt idx="1601">
                  <c:v>0.00916812811966</c:v>
                </c:pt>
                <c:pt idx="1602">
                  <c:v>0.00916122172448</c:v>
                </c:pt>
                <c:pt idx="1603">
                  <c:v>0.00915428661304</c:v>
                </c:pt>
                <c:pt idx="1604">
                  <c:v>0.00914732260452</c:v>
                </c:pt>
                <c:pt idx="1605">
                  <c:v>0.0091403295186</c:v>
                </c:pt>
                <c:pt idx="1606">
                  <c:v>0.00913330717543</c:v>
                </c:pt>
                <c:pt idx="1607">
                  <c:v>0.00912625539579</c:v>
                </c:pt>
                <c:pt idx="1608">
                  <c:v>0.00911917400112</c:v>
                </c:pt>
                <c:pt idx="1609">
                  <c:v>0.00911206281365</c:v>
                </c:pt>
                <c:pt idx="1610">
                  <c:v>0.00910492165652</c:v>
                </c:pt>
                <c:pt idx="1611">
                  <c:v>0.00909775035392</c:v>
                </c:pt>
                <c:pt idx="1612">
                  <c:v>0.00909054873127</c:v>
                </c:pt>
                <c:pt idx="1613">
                  <c:v>0.00908331661534</c:v>
                </c:pt>
                <c:pt idx="1614">
                  <c:v>0.00907605383449</c:v>
                </c:pt>
                <c:pt idx="1615">
                  <c:v>0.00906876021887</c:v>
                </c:pt>
                <c:pt idx="1616">
                  <c:v>0.00906143560061</c:v>
                </c:pt>
                <c:pt idx="1617">
                  <c:v>0.00905407981408</c:v>
                </c:pt>
                <c:pt idx="1618">
                  <c:v>0.00904669269615</c:v>
                </c:pt>
                <c:pt idx="1619">
                  <c:v>0.00903927408644</c:v>
                </c:pt>
                <c:pt idx="1620">
                  <c:v>0.00903182382762</c:v>
                </c:pt>
                <c:pt idx="1621">
                  <c:v>0.0090243417657</c:v>
                </c:pt>
                <c:pt idx="1622">
                  <c:v>0.00901682775034</c:v>
                </c:pt>
                <c:pt idx="1623">
                  <c:v>0.00900928163519</c:v>
                </c:pt>
                <c:pt idx="1624">
                  <c:v>0.00900170327822</c:v>
                </c:pt>
                <c:pt idx="1625">
                  <c:v>0.0089940925421</c:v>
                </c:pt>
                <c:pt idx="1626">
                  <c:v>0.00898644929454</c:v>
                </c:pt>
                <c:pt idx="1627">
                  <c:v>0.00897877340869</c:v>
                </c:pt>
                <c:pt idx="1628">
                  <c:v>0.00897106476353</c:v>
                </c:pt>
                <c:pt idx="1629">
                  <c:v>0.00896332324429</c:v>
                </c:pt>
                <c:pt idx="1630">
                  <c:v>0.00895554874289</c:v>
                </c:pt>
                <c:pt idx="1631">
                  <c:v>0.00894774115832</c:v>
                </c:pt>
                <c:pt idx="1632">
                  <c:v>0.00893990039716</c:v>
                </c:pt>
                <c:pt idx="1633">
                  <c:v>0.00893202637396</c:v>
                </c:pt>
                <c:pt idx="1634">
                  <c:v>0.00892411901179</c:v>
                </c:pt>
                <c:pt idx="1635">
                  <c:v>0.00891617824264</c:v>
                </c:pt>
                <c:pt idx="1636">
                  <c:v>0.00890820400798</c:v>
                </c:pt>
                <c:pt idx="1637">
                  <c:v>0.00890019625918</c:v>
                </c:pt>
                <c:pt idx="1638">
                  <c:v>0.00889215495809</c:v>
                </c:pt>
                <c:pt idx="1639">
                  <c:v>0.00888408007748</c:v>
                </c:pt>
                <c:pt idx="1640">
                  <c:v>0.00887597160159</c:v>
                </c:pt>
                <c:pt idx="1641">
                  <c:v>0.00886782952664</c:v>
                </c:pt>
                <c:pt idx="1642">
                  <c:v>0.0088596538613</c:v>
                </c:pt>
                <c:pt idx="1643">
                  <c:v>0.0088514446273</c:v>
                </c:pt>
                <c:pt idx="1644">
                  <c:v>0.00884320185984</c:v>
                </c:pt>
                <c:pt idx="1645">
                  <c:v>0.00883492560816</c:v>
                </c:pt>
                <c:pt idx="1646">
                  <c:v>0.008826615936</c:v>
                </c:pt>
                <c:pt idx="1647">
                  <c:v>0.00881827292214</c:v>
                </c:pt>
                <c:pt idx="1648">
                  <c:v>0.00880989666081</c:v>
                </c:pt>
                <c:pt idx="1649">
                  <c:v>0.00880148726225</c:v>
                </c:pt>
                <c:pt idx="1650">
                  <c:v>0.00879304485304</c:v>
                </c:pt>
                <c:pt idx="1651">
                  <c:v>0.00878456957664</c:v>
                </c:pt>
                <c:pt idx="1652">
                  <c:v>0.00877606159372</c:v>
                </c:pt>
                <c:pt idx="1653">
                  <c:v>0.00876752108258</c:v>
                </c:pt>
                <c:pt idx="1654">
                  <c:v>0.0087589482395</c:v>
                </c:pt>
                <c:pt idx="1655">
                  <c:v>0.00875034327905</c:v>
                </c:pt>
                <c:pt idx="1656">
                  <c:v>0.00874170643438</c:v>
                </c:pt>
                <c:pt idx="1657">
                  <c:v>0.00873303795749</c:v>
                </c:pt>
                <c:pt idx="1658">
                  <c:v>0.00872433811942</c:v>
                </c:pt>
                <c:pt idx="1659">
                  <c:v>0.00871560721047</c:v>
                </c:pt>
                <c:pt idx="1660">
                  <c:v>0.00870684554027</c:v>
                </c:pt>
                <c:pt idx="1661">
                  <c:v>0.00869805343791</c:v>
                </c:pt>
                <c:pt idx="1662">
                  <c:v>0.00868923125195</c:v>
                </c:pt>
                <c:pt idx="1663">
                  <c:v>0.00868037935041</c:v>
                </c:pt>
                <c:pt idx="1664">
                  <c:v>0.00867149812075</c:v>
                </c:pt>
                <c:pt idx="1665">
                  <c:v>0.00866258796966</c:v>
                </c:pt>
                <c:pt idx="1666">
                  <c:v>0.00865364932298</c:v>
                </c:pt>
                <c:pt idx="1667">
                  <c:v>0.00864468262543</c:v>
                </c:pt>
                <c:pt idx="1668">
                  <c:v>0.00863568834033</c:v>
                </c:pt>
                <c:pt idx="1669">
                  <c:v>0.00862666694926</c:v>
                </c:pt>
                <c:pt idx="1670">
                  <c:v>0.00861761895168</c:v>
                </c:pt>
                <c:pt idx="1671">
                  <c:v>0.00860854486448</c:v>
                </c:pt>
                <c:pt idx="1672">
                  <c:v>0.00859944522148</c:v>
                </c:pt>
                <c:pt idx="1673">
                  <c:v>0.00859032057286</c:v>
                </c:pt>
                <c:pt idx="1674">
                  <c:v>0.00858117148458</c:v>
                </c:pt>
                <c:pt idx="1675">
                  <c:v>0.00857199853768</c:v>
                </c:pt>
                <c:pt idx="1676">
                  <c:v>0.00856280232765</c:v>
                </c:pt>
                <c:pt idx="1677">
                  <c:v>0.0085535834636</c:v>
                </c:pt>
                <c:pt idx="1678">
                  <c:v>0.00854434256752</c:v>
                </c:pt>
                <c:pt idx="1679">
                  <c:v>0.00853508027343</c:v>
                </c:pt>
                <c:pt idx="1680">
                  <c:v>0.00852579722653</c:v>
                </c:pt>
                <c:pt idx="1681">
                  <c:v>0.00851649408228</c:v>
                </c:pt>
                <c:pt idx="1682">
                  <c:v>0.00850717150549</c:v>
                </c:pt>
                <c:pt idx="1683">
                  <c:v>0.00849783016933</c:v>
                </c:pt>
                <c:pt idx="1684">
                  <c:v>0.00848847075442</c:v>
                </c:pt>
                <c:pt idx="1685">
                  <c:v>0.00847909394777</c:v>
                </c:pt>
                <c:pt idx="1686">
                  <c:v>0.00846970044182</c:v>
                </c:pt>
                <c:pt idx="1687">
                  <c:v>0.00846029093339</c:v>
                </c:pt>
                <c:pt idx="1688">
                  <c:v>0.0084508661227</c:v>
                </c:pt>
                <c:pt idx="1689">
                  <c:v>0.00844142671234</c:v>
                </c:pt>
                <c:pt idx="1690">
                  <c:v>0.00843197340623</c:v>
                </c:pt>
                <c:pt idx="1691">
                  <c:v>0.00842250690865</c:v>
                </c:pt>
                <c:pt idx="1692">
                  <c:v>0.00841302792323</c:v>
                </c:pt>
                <c:pt idx="1693">
                  <c:v>0.00840353715198</c:v>
                </c:pt>
                <c:pt idx="1694">
                  <c:v>0.00839403529433</c:v>
                </c:pt>
                <c:pt idx="1695">
                  <c:v>0.00838452304621</c:v>
                </c:pt>
                <c:pt idx="1696">
                  <c:v>0.00837500109913</c:v>
                </c:pt>
                <c:pt idx="1697">
                  <c:v>0.00836547013931</c:v>
                </c:pt>
                <c:pt idx="1698">
                  <c:v>0.00835593084685</c:v>
                </c:pt>
                <c:pt idx="1699">
                  <c:v>0.00834638389494</c:v>
                </c:pt>
                <c:pt idx="1700">
                  <c:v>0.00833682994904</c:v>
                </c:pt>
                <c:pt idx="1701">
                  <c:v>0.00832726966624</c:v>
                </c:pt>
                <c:pt idx="1702">
                  <c:v>0.00831770369451</c:v>
                </c:pt>
                <c:pt idx="1703">
                  <c:v>0.00830813267208</c:v>
                </c:pt>
                <c:pt idx="1704">
                  <c:v>0.00829855722688</c:v>
                </c:pt>
                <c:pt idx="1705">
                  <c:v>0.00828897797597</c:v>
                </c:pt>
                <c:pt idx="1706">
                  <c:v>0.00827939552502</c:v>
                </c:pt>
                <c:pt idx="1707">
                  <c:v>0.00826981046793</c:v>
                </c:pt>
                <c:pt idx="1708">
                  <c:v>0.00826022338634</c:v>
                </c:pt>
                <c:pt idx="1709">
                  <c:v>0.00825063484933</c:v>
                </c:pt>
                <c:pt idx="1710">
                  <c:v>0.00824104541312</c:v>
                </c:pt>
                <c:pt idx="1711">
                  <c:v>0.00823145562075</c:v>
                </c:pt>
                <c:pt idx="1712">
                  <c:v>0.00822186600191</c:v>
                </c:pt>
                <c:pt idx="1713">
                  <c:v>0.00821227707273</c:v>
                </c:pt>
                <c:pt idx="1714">
                  <c:v>0.00820268933567</c:v>
                </c:pt>
                <c:pt idx="1715">
                  <c:v>0.0081931032794</c:v>
                </c:pt>
                <c:pt idx="1716">
                  <c:v>0.00818351937877</c:v>
                </c:pt>
                <c:pt idx="1717">
                  <c:v>0.00817393809476</c:v>
                </c:pt>
                <c:pt idx="1718">
                  <c:v>0.00816435987448</c:v>
                </c:pt>
                <c:pt idx="1719">
                  <c:v>0.00815478515127</c:v>
                </c:pt>
                <c:pt idx="1720">
                  <c:v>0.0081452143447</c:v>
                </c:pt>
                <c:pt idx="1721">
                  <c:v>0.00813564786069</c:v>
                </c:pt>
                <c:pt idx="1722">
                  <c:v>0.00812608609165</c:v>
                </c:pt>
                <c:pt idx="1723">
                  <c:v>0.00811652941661</c:v>
                </c:pt>
                <c:pt idx="1724">
                  <c:v>0.00810697820134</c:v>
                </c:pt>
                <c:pt idx="1725">
                  <c:v>0.00809743279858</c:v>
                </c:pt>
                <c:pt idx="1726">
                  <c:v>0.00808789354819</c:v>
                </c:pt>
                <c:pt idx="1727">
                  <c:v>0.00807836077736</c:v>
                </c:pt>
                <c:pt idx="1728">
                  <c:v>0.00806883480082</c:v>
                </c:pt>
                <c:pt idx="1729">
                  <c:v>0.00805931592104</c:v>
                </c:pt>
                <c:pt idx="1730">
                  <c:v>0.00804980442847</c:v>
                </c:pt>
                <c:pt idx="1731">
                  <c:v>0.00804030060175</c:v>
                </c:pt>
                <c:pt idx="1732">
                  <c:v>0.0080308047079</c:v>
                </c:pt>
                <c:pt idx="1733">
                  <c:v>0.00802131700261</c:v>
                </c:pt>
                <c:pt idx="1734">
                  <c:v>0.00801183773038</c:v>
                </c:pt>
                <c:pt idx="1735">
                  <c:v>0.0080023671248</c:v>
                </c:pt>
                <c:pt idx="1736">
                  <c:v>0.00799290540871</c:v>
                </c:pt>
                <c:pt idx="1737">
                  <c:v>0.00798345279445</c:v>
                </c:pt>
                <c:pt idx="1738">
                  <c:v>0.00797400948402</c:v>
                </c:pt>
                <c:pt idx="1739">
                  <c:v>0.00796457566931</c:v>
                </c:pt>
                <c:pt idx="1740">
                  <c:v>0.00795515153223</c:v>
                </c:pt>
                <c:pt idx="1741">
                  <c:v>0.00794573724496</c:v>
                </c:pt>
                <c:pt idx="1742">
                  <c:v>0.00793633297007</c:v>
                </c:pt>
                <c:pt idx="1743">
                  <c:v>0.00792693886071</c:v>
                </c:pt>
                <c:pt idx="1744">
                  <c:v>0.00791755506076</c:v>
                </c:pt>
                <c:pt idx="1745">
                  <c:v>0.00790818170498</c:v>
                </c:pt>
                <c:pt idx="1746">
                  <c:v>0.00789881891917</c:v>
                </c:pt>
                <c:pt idx="1747">
                  <c:v>0.0078894668203</c:v>
                </c:pt>
                <c:pt idx="1748">
                  <c:v>0.00788012551667</c:v>
                </c:pt>
                <c:pt idx="1749">
                  <c:v>0.00787079510803</c:v>
                </c:pt>
                <c:pt idx="1750">
                  <c:v>0.00786147568572</c:v>
                </c:pt>
                <c:pt idx="1751">
                  <c:v>0.00785216733281</c:v>
                </c:pt>
                <c:pt idx="1752">
                  <c:v>0.00784287012423</c:v>
                </c:pt>
                <c:pt idx="1753">
                  <c:v>0.0078335841269</c:v>
                </c:pt>
                <c:pt idx="1754">
                  <c:v>0.0078243093999</c:v>
                </c:pt>
                <c:pt idx="1755">
                  <c:v>0.00781504599458</c:v>
                </c:pt>
                <c:pt idx="1756">
                  <c:v>0.0078057939547</c:v>
                </c:pt>
                <c:pt idx="1757">
                  <c:v>0.00779655331664</c:v>
                </c:pt>
                <c:pt idx="1758">
                  <c:v>0.00778732410947</c:v>
                </c:pt>
                <c:pt idx="1759">
                  <c:v>0.00777810635521</c:v>
                </c:pt>
                <c:pt idx="1760">
                  <c:v>0.00776890006894</c:v>
                </c:pt>
                <c:pt idx="1761">
                  <c:v>0.007759705259</c:v>
                </c:pt>
                <c:pt idx="1762">
                  <c:v>0.0077505219272</c:v>
                </c:pt>
                <c:pt idx="1763">
                  <c:v>0.00774135006899</c:v>
                </c:pt>
                <c:pt idx="1764">
                  <c:v>0.0077321896737</c:v>
                </c:pt>
                <c:pt idx="1765">
                  <c:v>0.00772304072476</c:v>
                </c:pt>
                <c:pt idx="1766">
                  <c:v>0.00771390319991</c:v>
                </c:pt>
                <c:pt idx="1767">
                  <c:v>0.00770477707147</c:v>
                </c:pt>
                <c:pt idx="1768">
                  <c:v>0.00769566230661</c:v>
                </c:pt>
                <c:pt idx="1769">
                  <c:v>0.00768655886758</c:v>
                </c:pt>
                <c:pt idx="1770">
                  <c:v>0.00767746671199</c:v>
                </c:pt>
                <c:pt idx="1771">
                  <c:v>0.00766838579315</c:v>
                </c:pt>
                <c:pt idx="1772">
                  <c:v>0.00765931606031</c:v>
                </c:pt>
                <c:pt idx="1773">
                  <c:v>0.00765025745901</c:v>
                </c:pt>
                <c:pt idx="1774">
                  <c:v>0.00764120993136</c:v>
                </c:pt>
                <c:pt idx="1775">
                  <c:v>0.00763217341644</c:v>
                </c:pt>
                <c:pt idx="1776">
                  <c:v>0.00762314785055</c:v>
                </c:pt>
                <c:pt idx="1777">
                  <c:v>0.00761413316762</c:v>
                </c:pt>
                <c:pt idx="1778">
                  <c:v>0.00760512929953</c:v>
                </c:pt>
                <c:pt idx="1779">
                  <c:v>0.00759613617652</c:v>
                </c:pt>
                <c:pt idx="1780">
                  <c:v>0.00758715372748</c:v>
                </c:pt>
                <c:pt idx="1781">
                  <c:v>0.00757818188039</c:v>
                </c:pt>
                <c:pt idx="1782">
                  <c:v>0.00756922056268</c:v>
                </c:pt>
                <c:pt idx="1783">
                  <c:v>0.00756026970159</c:v>
                </c:pt>
                <c:pt idx="1784">
                  <c:v>0.00755132922461</c:v>
                </c:pt>
                <c:pt idx="1785">
                  <c:v>0.00754239905982</c:v>
                </c:pt>
                <c:pt idx="1786">
                  <c:v>0.0075334791363</c:v>
                </c:pt>
                <c:pt idx="1787">
                  <c:v>0.00752456938454</c:v>
                </c:pt>
                <c:pt idx="1788">
                  <c:v>0.00751566973684</c:v>
                </c:pt>
                <c:pt idx="1789">
                  <c:v>0.00750678012766</c:v>
                </c:pt>
                <c:pt idx="1790">
                  <c:v>0.0074979004941</c:v>
                </c:pt>
                <c:pt idx="1791">
                  <c:v>0.00748903077622</c:v>
                </c:pt>
                <c:pt idx="1792">
                  <c:v>0.00748017091747</c:v>
                </c:pt>
                <c:pt idx="1793">
                  <c:v>0.0074713208651</c:v>
                </c:pt>
                <c:pt idx="1794">
                  <c:v>0.00746248057052</c:v>
                </c:pt>
                <c:pt idx="1795">
                  <c:v>0.00745364998971</c:v>
                </c:pt>
                <c:pt idx="1796">
                  <c:v>0.00744482908357</c:v>
                </c:pt>
                <c:pt idx="1797">
                  <c:v>0.00743601781836</c:v>
                </c:pt>
                <c:pt idx="1798">
                  <c:v>0.007427216166</c:v>
                </c:pt>
                <c:pt idx="1799">
                  <c:v>0.00741842410448</c:v>
                </c:pt>
                <c:pt idx="1800">
                  <c:v>0.00740964161821</c:v>
                </c:pt>
                <c:pt idx="1801">
                  <c:v>0.00740086869836</c:v>
                </c:pt>
                <c:pt idx="1802">
                  <c:v>0.00739210534316</c:v>
                </c:pt>
                <c:pt idx="1803">
                  <c:v>0.00738335155832</c:v>
                </c:pt>
                <c:pt idx="1804">
                  <c:v>0.00737460735725</c:v>
                </c:pt>
                <c:pt idx="1805">
                  <c:v>0.00736587276138</c:v>
                </c:pt>
                <c:pt idx="1806">
                  <c:v>0.00735714780048</c:v>
                </c:pt>
                <c:pt idx="1807">
                  <c:v>0.00734843251288</c:v>
                </c:pt>
                <c:pt idx="1808">
                  <c:v>0.00733972694577</c:v>
                </c:pt>
                <c:pt idx="1809">
                  <c:v>0.00733103115537</c:v>
                </c:pt>
                <c:pt idx="1810">
                  <c:v>0.00732234520717</c:v>
                </c:pt>
                <c:pt idx="1811">
                  <c:v>0.00731366917613</c:v>
                </c:pt>
                <c:pt idx="1812">
                  <c:v>0.0073050031468</c:v>
                </c:pt>
                <c:pt idx="1813">
                  <c:v>0.0072963472135</c:v>
                </c:pt>
                <c:pt idx="1814">
                  <c:v>0.00728770148042</c:v>
                </c:pt>
                <c:pt idx="1815">
                  <c:v>0.00727906606169</c:v>
                </c:pt>
                <c:pt idx="1816">
                  <c:v>0.00727044108143</c:v>
                </c:pt>
                <c:pt idx="1817">
                  <c:v>0.00726182667382</c:v>
                </c:pt>
                <c:pt idx="1818">
                  <c:v>0.00725322298303</c:v>
                </c:pt>
                <c:pt idx="1819">
                  <c:v>0.00724463016322</c:v>
                </c:pt>
                <c:pt idx="1820">
                  <c:v>0.00723604837848</c:v>
                </c:pt>
                <c:pt idx="1821">
                  <c:v>0.00722747780269</c:v>
                </c:pt>
                <c:pt idx="1822">
                  <c:v>0.0072189186194</c:v>
                </c:pt>
                <c:pt idx="1823">
                  <c:v>0.00721037102164</c:v>
                </c:pt>
                <c:pt idx="1824">
                  <c:v>0.00720183521175</c:v>
                </c:pt>
                <c:pt idx="1825">
                  <c:v>0.00719331140106</c:v>
                </c:pt>
                <c:pt idx="1826">
                  <c:v>0.00718479980969</c:v>
                </c:pt>
                <c:pt idx="1827">
                  <c:v>0.00717630066619</c:v>
                </c:pt>
                <c:pt idx="1828">
                  <c:v>0.00716781420718</c:v>
                </c:pt>
                <c:pt idx="1829">
                  <c:v>0.007159340677</c:v>
                </c:pt>
                <c:pt idx="1830">
                  <c:v>0.00715088032727</c:v>
                </c:pt>
                <c:pt idx="1831">
                  <c:v>0.00714243341643</c:v>
                </c:pt>
                <c:pt idx="1832">
                  <c:v>0.00713400020928</c:v>
                </c:pt>
                <c:pt idx="1833">
                  <c:v>0.00712558097644</c:v>
                </c:pt>
                <c:pt idx="1834">
                  <c:v>0.00711717599383</c:v>
                </c:pt>
                <c:pt idx="1835">
                  <c:v>0.00710878554212</c:v>
                </c:pt>
                <c:pt idx="1836">
                  <c:v>0.00710040990609</c:v>
                </c:pt>
                <c:pt idx="1837">
                  <c:v>0.00709204937403</c:v>
                </c:pt>
                <c:pt idx="1838">
                  <c:v>0.00708370423714</c:v>
                </c:pt>
                <c:pt idx="1839">
                  <c:v>0.00707537478884</c:v>
                </c:pt>
                <c:pt idx="1840">
                  <c:v>0.00706706132409</c:v>
                </c:pt>
                <c:pt idx="1841">
                  <c:v>0.00705876413875</c:v>
                </c:pt>
                <c:pt idx="1842">
                  <c:v>0.00705048352884</c:v>
                </c:pt>
                <c:pt idx="1843">
                  <c:v>0.00704221978986</c:v>
                </c:pt>
                <c:pt idx="1844">
                  <c:v>0.00703397321607</c:v>
                </c:pt>
                <c:pt idx="1845">
                  <c:v>0.00702574409978</c:v>
                </c:pt>
                <c:pt idx="1846">
                  <c:v>0.00701753273065</c:v>
                </c:pt>
                <c:pt idx="1847">
                  <c:v>0.00700933939494</c:v>
                </c:pt>
                <c:pt idx="1848">
                  <c:v>0.00700116437486</c:v>
                </c:pt>
                <c:pt idx="1849">
                  <c:v>0.00699300794782</c:v>
                </c:pt>
                <c:pt idx="1850">
                  <c:v>0.00698487038574</c:v>
                </c:pt>
                <c:pt idx="1851">
                  <c:v>0.00697675195442</c:v>
                </c:pt>
                <c:pt idx="1852">
                  <c:v>0.00696865291283</c:v>
                </c:pt>
                <c:pt idx="1853">
                  <c:v>0.00696057351246</c:v>
                </c:pt>
                <c:pt idx="1854">
                  <c:v>0.00695251399672</c:v>
                </c:pt>
                <c:pt idx="1855">
                  <c:v>0.00694447460031</c:v>
                </c:pt>
                <c:pt idx="1856">
                  <c:v>0.00693645554863</c:v>
                </c:pt>
                <c:pt idx="1857">
                  <c:v>0.00692845705721</c:v>
                </c:pt>
                <c:pt idx="1858">
                  <c:v>0.00692047933118</c:v>
                </c:pt>
                <c:pt idx="1859">
                  <c:v>0.00691252256476</c:v>
                </c:pt>
                <c:pt idx="1860">
                  <c:v>0.00690458694076</c:v>
                </c:pt>
                <c:pt idx="1861">
                  <c:v>0.00689667263009</c:v>
                </c:pt>
                <c:pt idx="1862">
                  <c:v>0.0068887797914</c:v>
                </c:pt>
                <c:pt idx="1863">
                  <c:v>0.00688090857061</c:v>
                </c:pt>
                <c:pt idx="1864">
                  <c:v>0.00687305910055</c:v>
                </c:pt>
                <c:pt idx="1865">
                  <c:v>0.00686523150063</c:v>
                </c:pt>
                <c:pt idx="1866">
                  <c:v>0.00685742587652</c:v>
                </c:pt>
                <c:pt idx="1867">
                  <c:v>0.00684964231985</c:v>
                </c:pt>
                <c:pt idx="1868">
                  <c:v>0.00684188090797</c:v>
                </c:pt>
                <c:pt idx="1869">
                  <c:v>0.0068341417037</c:v>
                </c:pt>
                <c:pt idx="1870">
                  <c:v>0.00682642475514</c:v>
                </c:pt>
                <c:pt idx="1871">
                  <c:v>0.0068187300955</c:v>
                </c:pt>
                <c:pt idx="1872">
                  <c:v>0.00681105774293</c:v>
                </c:pt>
                <c:pt idx="1873">
                  <c:v>0.00680340770045</c:v>
                </c:pt>
                <c:pt idx="1874">
                  <c:v>0.00679577995578</c:v>
                </c:pt>
                <c:pt idx="1875">
                  <c:v>0.00678817448134</c:v>
                </c:pt>
                <c:pt idx="1876">
                  <c:v>0.00678059123415</c:v>
                </c:pt>
                <c:pt idx="1877">
                  <c:v>0.00677303015583</c:v>
                </c:pt>
                <c:pt idx="1878">
                  <c:v>0.00676549117259</c:v>
                </c:pt>
                <c:pt idx="1879">
                  <c:v>0.00675797419524</c:v>
                </c:pt>
                <c:pt idx="1880">
                  <c:v>0.00675047911922</c:v>
                </c:pt>
                <c:pt idx="1881">
                  <c:v>0.00674300582468</c:v>
                </c:pt>
                <c:pt idx="1882">
                  <c:v>0.00673555417649</c:v>
                </c:pt>
                <c:pt idx="1883">
                  <c:v>0.00672812402438</c:v>
                </c:pt>
                <c:pt idx="1884">
                  <c:v>0.00672071520303</c:v>
                </c:pt>
                <c:pt idx="1885">
                  <c:v>0.00671332753215</c:v>
                </c:pt>
                <c:pt idx="1886">
                  <c:v>0.00670596081665</c:v>
                </c:pt>
                <c:pt idx="1887">
                  <c:v>0.00669861484673</c:v>
                </c:pt>
                <c:pt idx="1888">
                  <c:v>0.00669128939807</c:v>
                </c:pt>
                <c:pt idx="1889">
                  <c:v>0.00668398423197</c:v>
                </c:pt>
                <c:pt idx="1890">
                  <c:v>0.00667669909549</c:v>
                </c:pt>
                <c:pt idx="1891">
                  <c:v>0.00666943372169</c:v>
                </c:pt>
                <c:pt idx="1892">
                  <c:v>0.00666218782975</c:v>
                </c:pt>
                <c:pt idx="1893">
                  <c:v>0.0066549611252</c:v>
                </c:pt>
                <c:pt idx="1894">
                  <c:v>0.00664775330009</c:v>
                </c:pt>
                <c:pt idx="1895">
                  <c:v>0.00664056403322</c:v>
                </c:pt>
                <c:pt idx="1896">
                  <c:v>0.00663339299029</c:v>
                </c:pt>
                <c:pt idx="1897">
                  <c:v>0.0066262398242</c:v>
                </c:pt>
                <c:pt idx="1898">
                  <c:v>0.00661910417519</c:v>
                </c:pt>
                <c:pt idx="1899">
                  <c:v>0.00661198567107</c:v>
                </c:pt>
                <c:pt idx="1900">
                  <c:v>0.00660488392749</c:v>
                </c:pt>
                <c:pt idx="1901">
                  <c:v>0.00659779854809</c:v>
                </c:pt>
                <c:pt idx="1902">
                  <c:v>0.00659072912479</c:v>
                </c:pt>
                <c:pt idx="1903">
                  <c:v>0.00658367523797</c:v>
                </c:pt>
                <c:pt idx="1904">
                  <c:v>0.00657663645674</c:v>
                </c:pt>
                <c:pt idx="1905">
                  <c:v>0.00656961233912</c:v>
                </c:pt>
                <c:pt idx="1906">
                  <c:v>0.00656260243231</c:v>
                </c:pt>
                <c:pt idx="1907">
                  <c:v>0.00655560627291</c:v>
                </c:pt>
                <c:pt idx="1908">
                  <c:v>0.00654862338712</c:v>
                </c:pt>
                <c:pt idx="1909">
                  <c:v>0.006541653291</c:v>
                </c:pt>
                <c:pt idx="1910">
                  <c:v>0.00653469549067</c:v>
                </c:pt>
                <c:pt idx="1911">
                  <c:v>0.00652774948256</c:v>
                </c:pt>
                <c:pt idx="1912">
                  <c:v>0.00652081475361</c:v>
                </c:pt>
                <c:pt idx="1913">
                  <c:v>0.00651389078148</c:v>
                </c:pt>
                <c:pt idx="1914">
                  <c:v>0.0065069770348</c:v>
                </c:pt>
                <c:pt idx="1915">
                  <c:v>0.00650007297334</c:v>
                </c:pt>
                <c:pt idx="1916">
                  <c:v>0.00649317804824</c:v>
                </c:pt>
                <c:pt idx="1917">
                  <c:v>0.00648629170221</c:v>
                </c:pt>
                <c:pt idx="1918">
                  <c:v>0.00647941336973</c:v>
                </c:pt>
                <c:pt idx="1919">
                  <c:v>0.00647254247725</c:v>
                </c:pt>
                <c:pt idx="1920">
                  <c:v>0.00646567844333</c:v>
                </c:pt>
                <c:pt idx="1921">
                  <c:v>0.00645882067889</c:v>
                </c:pt>
                <c:pt idx="1922">
                  <c:v>0.00645196858736</c:v>
                </c:pt>
                <c:pt idx="1923">
                  <c:v>0.00644512156482</c:v>
                </c:pt>
                <c:pt idx="1924">
                  <c:v>0.00643827900021</c:v>
                </c:pt>
                <c:pt idx="1925">
                  <c:v>0.00643144027545</c:v>
                </c:pt>
                <c:pt idx="1926">
                  <c:v>0.00642460476562</c:v>
                </c:pt>
                <c:pt idx="1927">
                  <c:v>0.00641777183908</c:v>
                </c:pt>
                <c:pt idx="1928">
                  <c:v>0.00641094085762</c:v>
                </c:pt>
                <c:pt idx="1929">
                  <c:v>0.00640411117661</c:v>
                </c:pt>
                <c:pt idx="1930">
                  <c:v>0.00639728214508</c:v>
                </c:pt>
                <c:pt idx="1931">
                  <c:v>0.00639045310587</c:v>
                </c:pt>
                <c:pt idx="1932">
                  <c:v>0.00638362339575</c:v>
                </c:pt>
                <c:pt idx="1933">
                  <c:v>0.0063767923455</c:v>
                </c:pt>
                <c:pt idx="1934">
                  <c:v>0.00636995928004</c:v>
                </c:pt>
                <c:pt idx="1935">
                  <c:v>0.00636312351852</c:v>
                </c:pt>
                <c:pt idx="1936">
                  <c:v>0.00635628437438</c:v>
                </c:pt>
                <c:pt idx="1937">
                  <c:v>0.0063494411555</c:v>
                </c:pt>
                <c:pt idx="1938">
                  <c:v>0.00634259316422</c:v>
                </c:pt>
                <c:pt idx="1939">
                  <c:v>0.00633573969749</c:v>
                </c:pt>
                <c:pt idx="1940">
                  <c:v>0.00632888004689</c:v>
                </c:pt>
                <c:pt idx="1941">
                  <c:v>0.00632201349873</c:v>
                </c:pt>
                <c:pt idx="1942">
                  <c:v>0.00631513933416</c:v>
                </c:pt>
                <c:pt idx="1943">
                  <c:v>0.00630825682917</c:v>
                </c:pt>
                <c:pt idx="1944">
                  <c:v>0.00630136525475</c:v>
                </c:pt>
                <c:pt idx="1945">
                  <c:v>0.00629446387691</c:v>
                </c:pt>
                <c:pt idx="1946">
                  <c:v>0.00628755195677</c:v>
                </c:pt>
                <c:pt idx="1947">
                  <c:v>0.00628062875065</c:v>
                </c:pt>
                <c:pt idx="1948">
                  <c:v>0.00627369351013</c:v>
                </c:pt>
                <c:pt idx="1949">
                  <c:v>0.00626674548217</c:v>
                </c:pt>
                <c:pt idx="1950">
                  <c:v>0.00625978390913</c:v>
                </c:pt>
                <c:pt idx="1951">
                  <c:v>0.00625280802894</c:v>
                </c:pt>
                <c:pt idx="1952">
                  <c:v>0.00624581707511</c:v>
                </c:pt>
                <c:pt idx="1953">
                  <c:v>0.00623881027689</c:v>
                </c:pt>
                <c:pt idx="1954">
                  <c:v>0.00623178685934</c:v>
                </c:pt>
                <c:pt idx="1955">
                  <c:v>0.00622474604342</c:v>
                </c:pt>
                <c:pt idx="1956">
                  <c:v>0.00621768704615</c:v>
                </c:pt>
                <c:pt idx="1957">
                  <c:v>0.00621060908066</c:v>
                </c:pt>
                <c:pt idx="1958">
                  <c:v>0.00620351135634</c:v>
                </c:pt>
                <c:pt idx="1959">
                  <c:v>0.00619639307897</c:v>
                </c:pt>
                <c:pt idx="1960">
                  <c:v>0.00618925345083</c:v>
                </c:pt>
                <c:pt idx="1961">
                  <c:v>0.00618209167084</c:v>
                </c:pt>
                <c:pt idx="1962">
                  <c:v>0.00617490693468</c:v>
                </c:pt>
                <c:pt idx="1963">
                  <c:v>0.00616769843497</c:v>
                </c:pt>
                <c:pt idx="1964">
                  <c:v>0.00616046536136</c:v>
                </c:pt>
                <c:pt idx="1965">
                  <c:v>0.00615320690072</c:v>
                </c:pt>
                <c:pt idx="1966">
                  <c:v>0.00614592223729</c:v>
                </c:pt>
                <c:pt idx="1967">
                  <c:v>0.00613861055283</c:v>
                </c:pt>
                <c:pt idx="1968">
                  <c:v>0.00613127102678</c:v>
                </c:pt>
                <c:pt idx="1969">
                  <c:v>0.00612390283644</c:v>
                </c:pt>
                <c:pt idx="1970">
                  <c:v>0.00611650515711</c:v>
                </c:pt>
                <c:pt idx="1971">
                  <c:v>0.00610907716231</c:v>
                </c:pt>
                <c:pt idx="1972">
                  <c:v>0.00610161802394</c:v>
                </c:pt>
                <c:pt idx="1973">
                  <c:v>0.00609412691245</c:v>
                </c:pt>
                <c:pt idx="1974">
                  <c:v>0.00608660299702</c:v>
                </c:pt>
                <c:pt idx="1975">
                  <c:v>0.00607904544581</c:v>
                </c:pt>
                <c:pt idx="1976">
                  <c:v>0.0060714534261</c:v>
                </c:pt>
                <c:pt idx="1977">
                  <c:v>0.00606382610451</c:v>
                </c:pt>
                <c:pt idx="1978">
                  <c:v>0.0060561626472</c:v>
                </c:pt>
                <c:pt idx="1979">
                  <c:v>0.00604846222011</c:v>
                </c:pt>
                <c:pt idx="1980">
                  <c:v>0.00604072398915</c:v>
                </c:pt>
                <c:pt idx="1981">
                  <c:v>0.00603294712045</c:v>
                </c:pt>
                <c:pt idx="1982">
                  <c:v>0.00602513078058</c:v>
                </c:pt>
                <c:pt idx="1983">
                  <c:v>0.00601727413678</c:v>
                </c:pt>
                <c:pt idx="1984">
                  <c:v>0.00600937635724</c:v>
                </c:pt>
                <c:pt idx="1985">
                  <c:v>0.00600143661133</c:v>
                </c:pt>
                <c:pt idx="1986">
                  <c:v>0.0059934540699</c:v>
                </c:pt>
                <c:pt idx="1987">
                  <c:v>0.00598542790553</c:v>
                </c:pt>
                <c:pt idx="1988">
                  <c:v>0.00597735729285</c:v>
                </c:pt>
                <c:pt idx="1989">
                  <c:v>0.00596924140881</c:v>
                </c:pt>
                <c:pt idx="1990">
                  <c:v>0.00596107943305</c:v>
                </c:pt>
                <c:pt idx="1991">
                  <c:v>0.00595287054816</c:v>
                </c:pt>
                <c:pt idx="1992">
                  <c:v>0.00594461394012</c:v>
                </c:pt>
                <c:pt idx="1993">
                  <c:v>0.00593630879857</c:v>
                </c:pt>
                <c:pt idx="1994">
                  <c:v>0.00592795431729</c:v>
                </c:pt>
                <c:pt idx="1995">
                  <c:v>0.00591954969449</c:v>
                </c:pt>
                <c:pt idx="1996">
                  <c:v>0.00591109413336</c:v>
                </c:pt>
                <c:pt idx="1997">
                  <c:v>0.00590258684239</c:v>
                </c:pt>
                <c:pt idx="1998">
                  <c:v>0.00589402703591</c:v>
                </c:pt>
                <c:pt idx="1999">
                  <c:v>0.00588541393457</c:v>
                </c:pt>
                <c:pt idx="2000">
                  <c:v>0.00587674676581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0.75"/>
          <c:min val="0"/>
        </c:scaling>
        <c:delete val="0"/>
        <c:axPos val="l"/>
        <c:majorGridlines>
          <c:spPr>
            <a:ln xmlns:a="http://schemas.openxmlformats.org/drawingml/2006/main" w="4763">
              <a:solidFill>
                <a:srgbClr val="EEEEEE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2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majorUnit val="1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8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U/t = 11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222222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scatterChart>
        <c:scatterStyle val="lineMarker"/>
        <c:varyColors val="0"/>
        <c:ser>
          <c:idx val="0"/>
          <c:order val="0"/>
          <c:tx>
            <c:v>charge</c:v>
          </c:tx>
          <c:spPr>
            <a:ln xmlns:a="http://schemas.openxmlformats.org/drawingml/2006/main" w="15240">
              <a:solidFill>
                <a:srgbClr val="C43C64"/>
              </a:solidFill>
              <a:prstDash val="solid"/>
            </a:ln>
          </c:spPr>
          <c:marker>
            <c:symbol val="none"/>
            <c:size val="5"/>
            <c:spPr>
              <a:solidFill xmlns:a="http://schemas.openxmlformats.org/drawingml/2006/main">
                <a:srgbClr val="C43C64"/>
              </a:solidFill>
            </c:spPr>
          </c:marker>
          <c:xVal>
            <c:numRef>
              <c:f>'Chart Data'!$A$2:$A$2002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Data'!$B$2:$B$2002</c:f>
              <c:numCache>
                <c:formatCode>0.0</c:formatCode>
                <c:ptCount val="2001"/>
                <c:pt idx="0">
                  <c:v>0.00395847928321</c:v>
                </c:pt>
                <c:pt idx="1">
                  <c:v>0.00396731549225</c:v>
                </c:pt>
                <c:pt idx="2">
                  <c:v>0.00397618232491</c:v>
                </c:pt>
                <c:pt idx="3">
                  <c:v>0.003985079929</c:v>
                </c:pt>
                <c:pt idx="4">
                  <c:v>0.00399400845328</c:v>
                </c:pt>
                <c:pt idx="5">
                  <c:v>0.00400296804746</c:v>
                </c:pt>
                <c:pt idx="6">
                  <c:v>0.00401195886222</c:v>
                </c:pt>
                <c:pt idx="7">
                  <c:v>0.00402098104918</c:v>
                </c:pt>
                <c:pt idx="8">
                  <c:v>0.00403003476096</c:v>
                </c:pt>
                <c:pt idx="9">
                  <c:v>0.00403912015116</c:v>
                </c:pt>
                <c:pt idx="10">
                  <c:v>0.00404823737437</c:v>
                </c:pt>
                <c:pt idx="11">
                  <c:v>0.00405738658617</c:v>
                </c:pt>
                <c:pt idx="12">
                  <c:v>0.00406656794317</c:v>
                </c:pt>
                <c:pt idx="13">
                  <c:v>0.00407578160297</c:v>
                </c:pt>
                <c:pt idx="14">
                  <c:v>0.00408502772421</c:v>
                </c:pt>
                <c:pt idx="15">
                  <c:v>0.00409430646658</c:v>
                </c:pt>
                <c:pt idx="16">
                  <c:v>0.00410361799078</c:v>
                </c:pt>
                <c:pt idx="17">
                  <c:v>0.00411296245858</c:v>
                </c:pt>
                <c:pt idx="18">
                  <c:v>0.00412234003282</c:v>
                </c:pt>
                <c:pt idx="19">
                  <c:v>0.00413175087738</c:v>
                </c:pt>
                <c:pt idx="20">
                  <c:v>0.00414119515724</c:v>
                </c:pt>
                <c:pt idx="21">
                  <c:v>0.00415067303847</c:v>
                </c:pt>
                <c:pt idx="22">
                  <c:v>0.00416018468823</c:v>
                </c:pt>
                <c:pt idx="23">
                  <c:v>0.00416973027478</c:v>
                </c:pt>
                <c:pt idx="24">
                  <c:v>0.00417930996751</c:v>
                </c:pt>
                <c:pt idx="25">
                  <c:v>0.00418892393691</c:v>
                </c:pt>
                <c:pt idx="26">
                  <c:v>0.00419857235464</c:v>
                </c:pt>
                <c:pt idx="27">
                  <c:v>0.00420825539348</c:v>
                </c:pt>
                <c:pt idx="28">
                  <c:v>0.00421797322737</c:v>
                </c:pt>
                <c:pt idx="29">
                  <c:v>0.00422772603142</c:v>
                </c:pt>
                <c:pt idx="30">
                  <c:v>0.00423751398191</c:v>
                </c:pt>
                <c:pt idx="31">
                  <c:v>0.00424733725629</c:v>
                </c:pt>
                <c:pt idx="32">
                  <c:v>0.00425719603324</c:v>
                </c:pt>
                <c:pt idx="33">
                  <c:v>0.00426709049262</c:v>
                </c:pt>
                <c:pt idx="34">
                  <c:v>0.0042770208155</c:v>
                </c:pt>
                <c:pt idx="35">
                  <c:v>0.0042869871842</c:v>
                </c:pt>
                <c:pt idx="36">
                  <c:v>0.00429698978227</c:v>
                </c:pt>
                <c:pt idx="37">
                  <c:v>0.00430702879449</c:v>
                </c:pt>
                <c:pt idx="38">
                  <c:v>0.00431710440691</c:v>
                </c:pt>
                <c:pt idx="39">
                  <c:v>0.00432721680687</c:v>
                </c:pt>
                <c:pt idx="40">
                  <c:v>0.00433736618297</c:v>
                </c:pt>
                <c:pt idx="41">
                  <c:v>0.0043475527251</c:v>
                </c:pt>
                <c:pt idx="42">
                  <c:v>0.00435777662447</c:v>
                </c:pt>
                <c:pt idx="43">
                  <c:v>0.00436803807359</c:v>
                </c:pt>
                <c:pt idx="44">
                  <c:v>0.00437833726631</c:v>
                </c:pt>
                <c:pt idx="45">
                  <c:v>0.00438867439782</c:v>
                </c:pt>
                <c:pt idx="46">
                  <c:v>0.00439904966466</c:v>
                </c:pt>
                <c:pt idx="47">
                  <c:v>0.00440946326472</c:v>
                </c:pt>
                <c:pt idx="48">
                  <c:v>0.00441991539728</c:v>
                </c:pt>
                <c:pt idx="49">
                  <c:v>0.00443040626301</c:v>
                </c:pt>
                <c:pt idx="50">
                  <c:v>0.00444093606397</c:v>
                </c:pt>
                <c:pt idx="51">
                  <c:v>0.00445150500364</c:v>
                </c:pt>
                <c:pt idx="52">
                  <c:v>0.00446211328693</c:v>
                </c:pt>
                <c:pt idx="53">
                  <c:v>0.00447276112019</c:v>
                </c:pt>
                <c:pt idx="54">
                  <c:v>0.00448344871121</c:v>
                </c:pt>
                <c:pt idx="55">
                  <c:v>0.00449417626925</c:v>
                </c:pt>
                <c:pt idx="56">
                  <c:v>0.00450494400506</c:v>
                </c:pt>
                <c:pt idx="57">
                  <c:v>0.00451575213087</c:v>
                </c:pt>
                <c:pt idx="58">
                  <c:v>0.00452660086042</c:v>
                </c:pt>
                <c:pt idx="59">
                  <c:v>0.00453749040897</c:v>
                </c:pt>
                <c:pt idx="60">
                  <c:v>0.00454842099333</c:v>
                </c:pt>
                <c:pt idx="61">
                  <c:v>0.00455939283182</c:v>
                </c:pt>
                <c:pt idx="62">
                  <c:v>0.00457040614435</c:v>
                </c:pt>
                <c:pt idx="63">
                  <c:v>0.00458146115242</c:v>
                </c:pt>
                <c:pt idx="64">
                  <c:v>0.00459255807908</c:v>
                </c:pt>
                <c:pt idx="65">
                  <c:v>0.00460369714903</c:v>
                </c:pt>
                <c:pt idx="66">
                  <c:v>0.00461487858855</c:v>
                </c:pt>
                <c:pt idx="67">
                  <c:v>0.00462610262559</c:v>
                </c:pt>
                <c:pt idx="68">
                  <c:v>0.00463736948974</c:v>
                </c:pt>
                <c:pt idx="69">
                  <c:v>0.00464867941225</c:v>
                </c:pt>
                <c:pt idx="70">
                  <c:v>0.00466003262606</c:v>
                </c:pt>
                <c:pt idx="71">
                  <c:v>0.0046714293658</c:v>
                </c:pt>
                <c:pt idx="72">
                  <c:v>0.00468286986783</c:v>
                </c:pt>
                <c:pt idx="73">
                  <c:v>0.00469435437022</c:v>
                </c:pt>
                <c:pt idx="74">
                  <c:v>0.00470588311281</c:v>
                </c:pt>
                <c:pt idx="75">
                  <c:v>0.00471745633718</c:v>
                </c:pt>
                <c:pt idx="76">
                  <c:v>0.0047290742867</c:v>
                </c:pt>
                <c:pt idx="77">
                  <c:v>0.00474073720654</c:v>
                </c:pt>
                <c:pt idx="78">
                  <c:v>0.00475244534369</c:v>
                </c:pt>
                <c:pt idx="79">
                  <c:v>0.00476419894694</c:v>
                </c:pt>
                <c:pt idx="80">
                  <c:v>0.00477599826696</c:v>
                </c:pt>
                <c:pt idx="81">
                  <c:v>0.00478784355628</c:v>
                </c:pt>
                <c:pt idx="82">
                  <c:v>0.00479973506931</c:v>
                </c:pt>
                <c:pt idx="83">
                  <c:v>0.00481167306235</c:v>
                </c:pt>
                <c:pt idx="84">
                  <c:v>0.00482365779363</c:v>
                </c:pt>
                <c:pt idx="85">
                  <c:v>0.00483568952333</c:v>
                </c:pt>
                <c:pt idx="86">
                  <c:v>0.00484776851357</c:v>
                </c:pt>
                <c:pt idx="87">
                  <c:v>0.00485989502844</c:v>
                </c:pt>
                <c:pt idx="88">
                  <c:v>0.00487206933405</c:v>
                </c:pt>
                <c:pt idx="89">
                  <c:v>0.0048842916985</c:v>
                </c:pt>
                <c:pt idx="90">
                  <c:v>0.00489656239193</c:v>
                </c:pt>
                <c:pt idx="91">
                  <c:v>0.00490888168653</c:v>
                </c:pt>
                <c:pt idx="92">
                  <c:v>0.00492124985658</c:v>
                </c:pt>
                <c:pt idx="93">
                  <c:v>0.00493366717842</c:v>
                </c:pt>
                <c:pt idx="94">
                  <c:v>0.00494613393054</c:v>
                </c:pt>
                <c:pt idx="95">
                  <c:v>0.00495865039352</c:v>
                </c:pt>
                <c:pt idx="96">
                  <c:v>0.00497121685013</c:v>
                </c:pt>
                <c:pt idx="97">
                  <c:v>0.00498383358529</c:v>
                </c:pt>
                <c:pt idx="98">
                  <c:v>0.00499650088614</c:v>
                </c:pt>
                <c:pt idx="99">
                  <c:v>0.00500921904201</c:v>
                </c:pt>
                <c:pt idx="100">
                  <c:v>0.00502198834448</c:v>
                </c:pt>
                <c:pt idx="101">
                  <c:v>0.00503480908739</c:v>
                </c:pt>
                <c:pt idx="102">
                  <c:v>0.00504768156686</c:v>
                </c:pt>
                <c:pt idx="103">
                  <c:v>0.00506060608131</c:v>
                </c:pt>
                <c:pt idx="104">
                  <c:v>0.0050735829315</c:v>
                </c:pt>
                <c:pt idx="105">
                  <c:v>0.00508661242051</c:v>
                </c:pt>
                <c:pt idx="106">
                  <c:v>0.00509969485381</c:v>
                </c:pt>
                <c:pt idx="107">
                  <c:v>0.00511283053927</c:v>
                </c:pt>
                <c:pt idx="108">
                  <c:v>0.00512601978716</c:v>
                </c:pt>
                <c:pt idx="109">
                  <c:v>0.00513926291021</c:v>
                </c:pt>
                <c:pt idx="110">
                  <c:v>0.00515256022358</c:v>
                </c:pt>
                <c:pt idx="111">
                  <c:v>0.00516591204496</c:v>
                </c:pt>
                <c:pt idx="112">
                  <c:v>0.00517931869453</c:v>
                </c:pt>
                <c:pt idx="113">
                  <c:v>0.00519278049499</c:v>
                </c:pt>
                <c:pt idx="114">
                  <c:v>0.00520629777162</c:v>
                </c:pt>
                <c:pt idx="115">
                  <c:v>0.00521987085229</c:v>
                </c:pt>
                <c:pt idx="116">
                  <c:v>0.00523350006747</c:v>
                </c:pt>
                <c:pt idx="117">
                  <c:v>0.00524718575025</c:v>
                </c:pt>
                <c:pt idx="118">
                  <c:v>0.00526092823641</c:v>
                </c:pt>
                <c:pt idx="119">
                  <c:v>0.00527472786439</c:v>
                </c:pt>
                <c:pt idx="120">
                  <c:v>0.00528858497536</c:v>
                </c:pt>
                <c:pt idx="121">
                  <c:v>0.0053024999132</c:v>
                </c:pt>
                <c:pt idx="122">
                  <c:v>0.00531647302457</c:v>
                </c:pt>
                <c:pt idx="123">
                  <c:v>0.00533050465892</c:v>
                </c:pt>
                <c:pt idx="124">
                  <c:v>0.00534459516851</c:v>
                </c:pt>
                <c:pt idx="125">
                  <c:v>0.00535874490844</c:v>
                </c:pt>
                <c:pt idx="126">
                  <c:v>0.00537295423667</c:v>
                </c:pt>
                <c:pt idx="127">
                  <c:v>0.00538722351408</c:v>
                </c:pt>
                <c:pt idx="128">
                  <c:v>0.00540155310444</c:v>
                </c:pt>
                <c:pt idx="129">
                  <c:v>0.00541594337448</c:v>
                </c:pt>
                <c:pt idx="130">
                  <c:v>0.00543039469391</c:v>
                </c:pt>
                <c:pt idx="131">
                  <c:v>0.00544490743543</c:v>
                </c:pt>
                <c:pt idx="132">
                  <c:v>0.0054594819748</c:v>
                </c:pt>
                <c:pt idx="133">
                  <c:v>0.0054741186908</c:v>
                </c:pt>
                <c:pt idx="134">
                  <c:v>0.00548881796532</c:v>
                </c:pt>
                <c:pt idx="135">
                  <c:v>0.00550358018334</c:v>
                </c:pt>
                <c:pt idx="136">
                  <c:v>0.00551840573302</c:v>
                </c:pt>
                <c:pt idx="137">
                  <c:v>0.00553329500563</c:v>
                </c:pt>
                <c:pt idx="138">
                  <c:v>0.0055482483957</c:v>
                </c:pt>
                <c:pt idx="139">
                  <c:v>0.00556326630094</c:v>
                </c:pt>
                <c:pt idx="140">
                  <c:v>0.00557834912232</c:v>
                </c:pt>
                <c:pt idx="141">
                  <c:v>0.00559349726411</c:v>
                </c:pt>
                <c:pt idx="142">
                  <c:v>0.00560871113387</c:v>
                </c:pt>
                <c:pt idx="143">
                  <c:v>0.00562399114249</c:v>
                </c:pt>
                <c:pt idx="144">
                  <c:v>0.00563933770424</c:v>
                </c:pt>
                <c:pt idx="145">
                  <c:v>0.00565475123678</c:v>
                </c:pt>
                <c:pt idx="146">
                  <c:v>0.00567023216118</c:v>
                </c:pt>
                <c:pt idx="147">
                  <c:v>0.00568578090196</c:v>
                </c:pt>
                <c:pt idx="148">
                  <c:v>0.00570139788712</c:v>
                </c:pt>
                <c:pt idx="149">
                  <c:v>0.00571708354816</c:v>
                </c:pt>
                <c:pt idx="150">
                  <c:v>0.0057328383201</c:v>
                </c:pt>
                <c:pt idx="151">
                  <c:v>0.00574866264153</c:v>
                </c:pt>
                <c:pt idx="152">
                  <c:v>0.00576455695461</c:v>
                </c:pt>
                <c:pt idx="153">
                  <c:v>0.00578052170512</c:v>
                </c:pt>
                <c:pt idx="154">
                  <c:v>0.00579655734247</c:v>
                </c:pt>
                <c:pt idx="155">
                  <c:v>0.00581266431973</c:v>
                </c:pt>
                <c:pt idx="156">
                  <c:v>0.00582884309365</c:v>
                </c:pt>
                <c:pt idx="157">
                  <c:v>0.00584509412472</c:v>
                </c:pt>
                <c:pt idx="158">
                  <c:v>0.00586141787713</c:v>
                </c:pt>
                <c:pt idx="159">
                  <c:v>0.00587781481886</c:v>
                </c:pt>
                <c:pt idx="160">
                  <c:v>0.00589428542165</c:v>
                </c:pt>
                <c:pt idx="161">
                  <c:v>0.00591083016106</c:v>
                </c:pt>
                <c:pt idx="162">
                  <c:v>0.00592744951649</c:v>
                </c:pt>
                <c:pt idx="163">
                  <c:v>0.00594414397118</c:v>
                </c:pt>
                <c:pt idx="164">
                  <c:v>0.00596091401224</c:v>
                </c:pt>
                <c:pt idx="165">
                  <c:v>0.00597776013068</c:v>
                </c:pt>
                <c:pt idx="166">
                  <c:v>0.00599468282142</c:v>
                </c:pt>
                <c:pt idx="167">
                  <c:v>0.00601168258333</c:v>
                </c:pt>
                <c:pt idx="168">
                  <c:v>0.0060287599192</c:v>
                </c:pt>
                <c:pt idx="169">
                  <c:v>0.00604591533582</c:v>
                </c:pt>
                <c:pt idx="170">
                  <c:v>0.00606314934393</c:v>
                </c:pt>
                <c:pt idx="171">
                  <c:v>0.00608046245828</c:v>
                </c:pt>
                <c:pt idx="172">
                  <c:v>0.00609785519766</c:v>
                </c:pt>
                <c:pt idx="173">
                  <c:v>0.00611532808484</c:v>
                </c:pt>
                <c:pt idx="174">
                  <c:v>0.00613288164664</c:v>
                </c:pt>
                <c:pt idx="175">
                  <c:v>0.00615051641395</c:v>
                </c:pt>
                <c:pt idx="176">
                  <c:v>0.00616823292169</c:v>
                </c:pt>
                <c:pt idx="177">
                  <c:v>0.00618603170882</c:v>
                </c:pt>
                <c:pt idx="178">
                  <c:v>0.00620391331841</c:v>
                </c:pt>
                <c:pt idx="179">
                  <c:v>0.00622187829756</c:v>
                </c:pt>
                <c:pt idx="180">
                  <c:v>0.00623992719747</c:v>
                </c:pt>
                <c:pt idx="181">
                  <c:v>0.00625806057338</c:v>
                </c:pt>
                <c:pt idx="182">
                  <c:v>0.00627627898461</c:v>
                </c:pt>
                <c:pt idx="183">
                  <c:v>0.00629458299454</c:v>
                </c:pt>
                <c:pt idx="184">
                  <c:v>0.0063129731706</c:v>
                </c:pt>
                <c:pt idx="185">
                  <c:v>0.00633145008429</c:v>
                </c:pt>
                <c:pt idx="186">
                  <c:v>0.0063500143111</c:v>
                </c:pt>
                <c:pt idx="187">
                  <c:v>0.00636866643057</c:v>
                </c:pt>
                <c:pt idx="188">
                  <c:v>0.00638740702624</c:v>
                </c:pt>
                <c:pt idx="189">
                  <c:v>0.00640623668562</c:v>
                </c:pt>
                <c:pt idx="190">
                  <c:v>0.00642515600018</c:v>
                </c:pt>
                <c:pt idx="191">
                  <c:v>0.00644416556533</c:v>
                </c:pt>
                <c:pt idx="192">
                  <c:v>0.00646326598039</c:v>
                </c:pt>
                <c:pt idx="193">
                  <c:v>0.00648245784852</c:v>
                </c:pt>
                <c:pt idx="194">
                  <c:v>0.00650174177676</c:v>
                </c:pt>
                <c:pt idx="195">
                  <c:v>0.00652111837592</c:v>
                </c:pt>
                <c:pt idx="196">
                  <c:v>0.00654058826054</c:v>
                </c:pt>
                <c:pt idx="197">
                  <c:v>0.00656015204891</c:v>
                </c:pt>
                <c:pt idx="198">
                  <c:v>0.00657981036292</c:v>
                </c:pt>
                <c:pt idx="199">
                  <c:v>0.00659956382811</c:v>
                </c:pt>
                <c:pt idx="200">
                  <c:v>0.00661941307351</c:v>
                </c:pt>
                <c:pt idx="201">
                  <c:v>0.00663935873164</c:v>
                </c:pt>
                <c:pt idx="202">
                  <c:v>0.00665940143841</c:v>
                </c:pt>
                <c:pt idx="203">
                  <c:v>0.00667954183306</c:v>
                </c:pt>
                <c:pt idx="204">
                  <c:v>0.00669978055806</c:v>
                </c:pt>
                <c:pt idx="205">
                  <c:v>0.00672011825907</c:v>
                </c:pt>
                <c:pt idx="206">
                  <c:v>0.00674055558479</c:v>
                </c:pt>
                <c:pt idx="207">
                  <c:v>0.00676109318688</c:v>
                </c:pt>
                <c:pt idx="208">
                  <c:v>0.00678173171989</c:v>
                </c:pt>
                <c:pt idx="209">
                  <c:v>0.00680247184113</c:v>
                </c:pt>
                <c:pt idx="210">
                  <c:v>0.00682331421053</c:v>
                </c:pt>
                <c:pt idx="211">
                  <c:v>0.00684425949056</c:v>
                </c:pt>
                <c:pt idx="212">
                  <c:v>0.00686530834608</c:v>
                </c:pt>
                <c:pt idx="213">
                  <c:v>0.00688646144421</c:v>
                </c:pt>
                <c:pt idx="214">
                  <c:v>0.00690771945419</c:v>
                </c:pt>
                <c:pt idx="215">
                  <c:v>0.00692908304722</c:v>
                </c:pt>
                <c:pt idx="216">
                  <c:v>0.00695055289631</c:v>
                </c:pt>
                <c:pt idx="217">
                  <c:v>0.00697212967615</c:v>
                </c:pt>
                <c:pt idx="218">
                  <c:v>0.00699381406287</c:v>
                </c:pt>
                <c:pt idx="219">
                  <c:v>0.00701560673393</c:v>
                </c:pt>
                <c:pt idx="220">
                  <c:v>0.00703750836789</c:v>
                </c:pt>
                <c:pt idx="221">
                  <c:v>0.00705951964424</c:v>
                </c:pt>
                <c:pt idx="222">
                  <c:v>0.00708164124318</c:v>
                </c:pt>
                <c:pt idx="223">
                  <c:v>0.00710387384544</c:v>
                </c:pt>
                <c:pt idx="224">
                  <c:v>0.00712621813201</c:v>
                </c:pt>
                <c:pt idx="225">
                  <c:v>0.00714867478397</c:v>
                </c:pt>
                <c:pt idx="226">
                  <c:v>0.00717124448223</c:v>
                </c:pt>
                <c:pt idx="227">
                  <c:v>0.00719392790727</c:v>
                </c:pt>
                <c:pt idx="228">
                  <c:v>0.00721672573894</c:v>
                </c:pt>
                <c:pt idx="229">
                  <c:v>0.00723963865615</c:v>
                </c:pt>
                <c:pt idx="230">
                  <c:v>0.00726266733662</c:v>
                </c:pt>
                <c:pt idx="231">
                  <c:v>0.00728581245661</c:v>
                </c:pt>
                <c:pt idx="232">
                  <c:v>0.00730907469066</c:v>
                </c:pt>
                <c:pt idx="233">
                  <c:v>0.00733245471124</c:v>
                </c:pt>
                <c:pt idx="234">
                  <c:v>0.00735595318852</c:v>
                </c:pt>
                <c:pt idx="235">
                  <c:v>0.00737957079002</c:v>
                </c:pt>
                <c:pt idx="236">
                  <c:v>0.0074033081803</c:v>
                </c:pt>
                <c:pt idx="237">
                  <c:v>0.00742716602069</c:v>
                </c:pt>
                <c:pt idx="238">
                  <c:v>0.00745114496889</c:v>
                </c:pt>
                <c:pt idx="239">
                  <c:v>0.00747524567871</c:v>
                </c:pt>
                <c:pt idx="240">
                  <c:v>0.00749946879968</c:v>
                </c:pt>
                <c:pt idx="241">
                  <c:v>0.00752381497676</c:v>
                </c:pt>
                <c:pt idx="242">
                  <c:v>0.00754828484995</c:v>
                </c:pt>
                <c:pt idx="243">
                  <c:v>0.00757287905395</c:v>
                </c:pt>
                <c:pt idx="244">
                  <c:v>0.00759759821786</c:v>
                </c:pt>
                <c:pt idx="245">
                  <c:v>0.00762244296473</c:v>
                </c:pt>
                <c:pt idx="246">
                  <c:v>0.00764741391132</c:v>
                </c:pt>
                <c:pt idx="247">
                  <c:v>0.00767251166763</c:v>
                </c:pt>
                <c:pt idx="248">
                  <c:v>0.00769773683665</c:v>
                </c:pt>
                <c:pt idx="249">
                  <c:v>0.00772309001391</c:v>
                </c:pt>
                <c:pt idx="250">
                  <c:v>0.00774857178721</c:v>
                </c:pt>
                <c:pt idx="251">
                  <c:v>0.00777418273624</c:v>
                </c:pt>
                <c:pt idx="252">
                  <c:v>0.00779992343222</c:v>
                </c:pt>
                <c:pt idx="253">
                  <c:v>0.00782579443758</c:v>
                </c:pt>
                <c:pt idx="254">
                  <c:v>0.00785179630566</c:v>
                </c:pt>
                <c:pt idx="255">
                  <c:v>0.00787792958034</c:v>
                </c:pt>
                <c:pt idx="256">
                  <c:v>0.00790419479576</c:v>
                </c:pt>
                <c:pt idx="257">
                  <c:v>0.00793059247604</c:v>
                </c:pt>
                <c:pt idx="258">
                  <c:v>0.00795712313496</c:v>
                </c:pt>
                <c:pt idx="259">
                  <c:v>0.00798378727571</c:v>
                </c:pt>
                <c:pt idx="260">
                  <c:v>0.00801058539065</c:v>
                </c:pt>
                <c:pt idx="261">
                  <c:v>0.00803751796109</c:v>
                </c:pt>
                <c:pt idx="262">
                  <c:v>0.00806458545704</c:v>
                </c:pt>
                <c:pt idx="263">
                  <c:v>0.00809178833707</c:v>
                </c:pt>
                <c:pt idx="264">
                  <c:v>0.00811912704811</c:v>
                </c:pt>
                <c:pt idx="265">
                  <c:v>0.00814660202535</c:v>
                </c:pt>
                <c:pt idx="266">
                  <c:v>0.00817421369213</c:v>
                </c:pt>
                <c:pt idx="267">
                  <c:v>0.00820196245984</c:v>
                </c:pt>
                <c:pt idx="268">
                  <c:v>0.00822984872794</c:v>
                </c:pt>
                <c:pt idx="269">
                  <c:v>0.00825787288387</c:v>
                </c:pt>
                <c:pt idx="270">
                  <c:v>0.00828603530316</c:v>
                </c:pt>
                <c:pt idx="271">
                  <c:v>0.00831433634949</c:v>
                </c:pt>
                <c:pt idx="272">
                  <c:v>0.00834277637477</c:v>
                </c:pt>
                <c:pt idx="273">
                  <c:v>0.00837135571934</c:v>
                </c:pt>
                <c:pt idx="274">
                  <c:v>0.00840007471215</c:v>
                </c:pt>
                <c:pt idx="275">
                  <c:v>0.00842893367103</c:v>
                </c:pt>
                <c:pt idx="276">
                  <c:v>0.00845793290299</c:v>
                </c:pt>
                <c:pt idx="277">
                  <c:v>0.00848707270457</c:v>
                </c:pt>
                <c:pt idx="278">
                  <c:v>0.00851635336224</c:v>
                </c:pt>
                <c:pt idx="279">
                  <c:v>0.0085457751529</c:v>
                </c:pt>
                <c:pt idx="280">
                  <c:v>0.00857533834436</c:v>
                </c:pt>
                <c:pt idx="281">
                  <c:v>0.00860504319592</c:v>
                </c:pt>
                <c:pt idx="282">
                  <c:v>0.00863488995903</c:v>
                </c:pt>
                <c:pt idx="283">
                  <c:v>0.00866487887798</c:v>
                </c:pt>
                <c:pt idx="284">
                  <c:v>0.00869501019063</c:v>
                </c:pt>
                <c:pt idx="285">
                  <c:v>0.00872528412926</c:v>
                </c:pt>
                <c:pt idx="286">
                  <c:v>0.00875570092142</c:v>
                </c:pt>
                <c:pt idx="287">
                  <c:v>0.00878626079088</c:v>
                </c:pt>
                <c:pt idx="288">
                  <c:v>0.00881696395866</c:v>
                </c:pt>
                <c:pt idx="289">
                  <c:v>0.00884781064404</c:v>
                </c:pt>
                <c:pt idx="290">
                  <c:v>0.00887880106572</c:v>
                </c:pt>
                <c:pt idx="291">
                  <c:v>0.00890993544299</c:v>
                </c:pt>
                <c:pt idx="292">
                  <c:v>0.00894121399698</c:v>
                </c:pt>
                <c:pt idx="293">
                  <c:v>0.00897263695197</c:v>
                </c:pt>
                <c:pt idx="294">
                  <c:v>0.0090042045367</c:v>
                </c:pt>
                <c:pt idx="295">
                  <c:v>0.00903591698585</c:v>
                </c:pt>
                <c:pt idx="296">
                  <c:v>0.00906777454144</c:v>
                </c:pt>
                <c:pt idx="297">
                  <c:v>0.00909977745438</c:v>
                </c:pt>
                <c:pt idx="298">
                  <c:v>0.00913192598601</c:v>
                </c:pt>
                <c:pt idx="299">
                  <c:v>0.00916422040972</c:v>
                </c:pt>
                <c:pt idx="300">
                  <c:v>0.00919666101258</c:v>
                </c:pt>
                <c:pt idx="301">
                  <c:v>0.00922924809703</c:v>
                </c:pt>
                <c:pt idx="302">
                  <c:v>0.0092619819826</c:v>
                </c:pt>
                <c:pt idx="303">
                  <c:v>0.00929486300764</c:v>
                </c:pt>
                <c:pt idx="304">
                  <c:v>0.0093278915311</c:v>
                </c:pt>
                <c:pt idx="305">
                  <c:v>0.00936106793436</c:v>
                </c:pt>
                <c:pt idx="306">
                  <c:v>0.00939439262297</c:v>
                </c:pt>
                <c:pt idx="307">
                  <c:v>0.00942786602854</c:v>
                </c:pt>
                <c:pt idx="308">
                  <c:v>0.00946148861056</c:v>
                </c:pt>
                <c:pt idx="309">
                  <c:v>0.0094952608582</c:v>
                </c:pt>
                <c:pt idx="310">
                  <c:v>0.00952918329218</c:v>
                </c:pt>
                <c:pt idx="311">
                  <c:v>0.00956325646661</c:v>
                </c:pt>
                <c:pt idx="312">
                  <c:v>0.00959748097075</c:v>
                </c:pt>
                <c:pt idx="313">
                  <c:v>0.00963185743089</c:v>
                </c:pt>
                <c:pt idx="314">
                  <c:v>0.00966638651205</c:v>
                </c:pt>
                <c:pt idx="315">
                  <c:v>0.00970106891981</c:v>
                </c:pt>
                <c:pt idx="316">
                  <c:v>0.00973590540194</c:v>
                </c:pt>
                <c:pt idx="317">
                  <c:v>0.00977089675018</c:v>
                </c:pt>
                <c:pt idx="318">
                  <c:v>0.0098060438018</c:v>
                </c:pt>
                <c:pt idx="319">
                  <c:v>0.00984134744124</c:v>
                </c:pt>
                <c:pt idx="320">
                  <c:v>0.00987680860166</c:v>
                </c:pt>
                <c:pt idx="321">
                  <c:v>0.00991242826639</c:v>
                </c:pt>
                <c:pt idx="322">
                  <c:v>0.00994820747039</c:v>
                </c:pt>
                <c:pt idx="323">
                  <c:v>0.0099841473016</c:v>
                </c:pt>
                <c:pt idx="324">
                  <c:v>0.0100202489022</c:v>
                </c:pt>
                <c:pt idx="325">
                  <c:v>0.0100565134701</c:v>
                </c:pt>
                <c:pt idx="326">
                  <c:v>0.0100929422594</c:v>
                </c:pt>
                <c:pt idx="327">
                  <c:v>0.0101295365825</c:v>
                </c:pt>
                <c:pt idx="328">
                  <c:v>0.01016629781</c:v>
                </c:pt>
                <c:pt idx="329">
                  <c:v>0.0102032273725</c:v>
                </c:pt>
                <c:pt idx="330">
                  <c:v>0.0102403267608</c:v>
                </c:pt>
                <c:pt idx="331">
                  <c:v>0.0102775975271</c:v>
                </c:pt>
                <c:pt idx="332">
                  <c:v>0.0103150412851</c:v>
                </c:pt>
                <c:pt idx="333">
                  <c:v>0.0103526597112</c:v>
                </c:pt>
                <c:pt idx="334">
                  <c:v>0.0103904545444</c:v>
                </c:pt>
                <c:pt idx="335">
                  <c:v>0.010428427587</c:v>
                </c:pt>
                <c:pt idx="336">
                  <c:v>0.0104665807047</c:v>
                </c:pt>
                <c:pt idx="337">
                  <c:v>0.0105049158268</c:v>
                </c:pt>
                <c:pt idx="338">
                  <c:v>0.0105434349464</c:v>
                </c:pt>
                <c:pt idx="339">
                  <c:v>0.0105821401203</c:v>
                </c:pt>
                <c:pt idx="340">
                  <c:v>0.0106210334689</c:v>
                </c:pt>
                <c:pt idx="341">
                  <c:v>0.0106601171759</c:v>
                </c:pt>
                <c:pt idx="342">
                  <c:v>0.0106993934884</c:v>
                </c:pt>
                <c:pt idx="343">
                  <c:v>0.010738864716</c:v>
                </c:pt>
                <c:pt idx="344">
                  <c:v>0.0107785332307</c:v>
                </c:pt>
                <c:pt idx="345">
                  <c:v>0.0108184014664</c:v>
                </c:pt>
                <c:pt idx="346">
                  <c:v>0.0108584719179</c:v>
                </c:pt>
                <c:pt idx="347">
                  <c:v>0.0108987471409</c:v>
                </c:pt>
                <c:pt idx="348">
                  <c:v>0.0109392297503</c:v>
                </c:pt>
                <c:pt idx="349">
                  <c:v>0.0109799224204</c:v>
                </c:pt>
                <c:pt idx="350">
                  <c:v>0.0110208278831</c:v>
                </c:pt>
                <c:pt idx="351">
                  <c:v>0.0110619489274</c:v>
                </c:pt>
                <c:pt idx="352">
                  <c:v>0.0111032883984</c:v>
                </c:pt>
                <c:pt idx="353">
                  <c:v>0.0111448491963</c:v>
                </c:pt>
                <c:pt idx="354">
                  <c:v>0.0111866342747</c:v>
                </c:pt>
                <c:pt idx="355">
                  <c:v>0.0112286466402</c:v>
                </c:pt>
                <c:pt idx="356">
                  <c:v>0.0112708893509</c:v>
                </c:pt>
                <c:pt idx="357">
                  <c:v>0.0113133655148</c:v>
                </c:pt>
                <c:pt idx="358">
                  <c:v>0.0113560782893</c:v>
                </c:pt>
                <c:pt idx="359">
                  <c:v>0.0113990308792</c:v>
                </c:pt>
                <c:pt idx="360">
                  <c:v>0.0114422265359</c:v>
                </c:pt>
                <c:pt idx="361">
                  <c:v>0.0114856685558</c:v>
                </c:pt>
                <c:pt idx="362">
                  <c:v>0.011529360279</c:v>
                </c:pt>
                <c:pt idx="363">
                  <c:v>0.0115733050882</c:v>
                </c:pt>
                <c:pt idx="364">
                  <c:v>0.0116175064073</c:v>
                </c:pt>
                <c:pt idx="365">
                  <c:v>0.0116619676997</c:v>
                </c:pt>
                <c:pt idx="366">
                  <c:v>0.0117066924678</c:v>
                </c:pt>
                <c:pt idx="367">
                  <c:v>0.0117516842508</c:v>
                </c:pt>
                <c:pt idx="368">
                  <c:v>0.0117969466242</c:v>
                </c:pt>
                <c:pt idx="369">
                  <c:v>0.0118424831982</c:v>
                </c:pt>
                <c:pt idx="370">
                  <c:v>0.0118882976165</c:v>
                </c:pt>
                <c:pt idx="371">
                  <c:v>0.0119343935553</c:v>
                </c:pt>
                <c:pt idx="372">
                  <c:v>0.011980774722</c:v>
                </c:pt>
                <c:pt idx="373">
                  <c:v>0.0120274448544</c:v>
                </c:pt>
                <c:pt idx="374">
                  <c:v>0.0120744077192</c:v>
                </c:pt>
                <c:pt idx="375">
                  <c:v>0.0121216671113</c:v>
                </c:pt>
                <c:pt idx="376">
                  <c:v>0.0121692268532</c:v>
                </c:pt>
                <c:pt idx="377">
                  <c:v>0.0122170907934</c:v>
                </c:pt>
                <c:pt idx="378">
                  <c:v>0.012265262806</c:v>
                </c:pt>
                <c:pt idx="379">
                  <c:v>0.0123137467902</c:v>
                </c:pt>
                <c:pt idx="380">
                  <c:v>0.0123625466688</c:v>
                </c:pt>
                <c:pt idx="381">
                  <c:v>0.0124116663884</c:v>
                </c:pt>
                <c:pt idx="382">
                  <c:v>0.0124611099184</c:v>
                </c:pt>
                <c:pt idx="383">
                  <c:v>0.0125108812506</c:v>
                </c:pt>
                <c:pt idx="384">
                  <c:v>0.0125609843986</c:v>
                </c:pt>
                <c:pt idx="385">
                  <c:v>0.0126114233976</c:v>
                </c:pt>
                <c:pt idx="386">
                  <c:v>0.0126622023042</c:v>
                </c:pt>
                <c:pt idx="387">
                  <c:v>0.0127133251958</c:v>
                </c:pt>
                <c:pt idx="388">
                  <c:v>0.0127647961707</c:v>
                </c:pt>
                <c:pt idx="389">
                  <c:v>0.012816619348</c:v>
                </c:pt>
                <c:pt idx="390">
                  <c:v>0.0128687988675</c:v>
                </c:pt>
                <c:pt idx="391">
                  <c:v>0.0129213388895</c:v>
                </c:pt>
                <c:pt idx="392">
                  <c:v>0.0129742435955</c:v>
                </c:pt>
                <c:pt idx="393">
                  <c:v>0.0130275171874</c:v>
                </c:pt>
                <c:pt idx="394">
                  <c:v>0.0130811638889</c:v>
                </c:pt>
                <c:pt idx="395">
                  <c:v>0.0131351879447</c:v>
                </c:pt>
                <c:pt idx="396">
                  <c:v>0.0131895936215</c:v>
                </c:pt>
                <c:pt idx="397">
                  <c:v>0.0132443852081</c:v>
                </c:pt>
                <c:pt idx="398">
                  <c:v>0.013299567016</c:v>
                </c:pt>
                <c:pt idx="399">
                  <c:v>0.0133551433798</c:v>
                </c:pt>
                <c:pt idx="400">
                  <c:v>0.0134111186579</c:v>
                </c:pt>
                <c:pt idx="401">
                  <c:v>0.0134674972329</c:v>
                </c:pt>
                <c:pt idx="402">
                  <c:v>0.0135242835125</c:v>
                </c:pt>
                <c:pt idx="403">
                  <c:v>0.0135814819299</c:v>
                </c:pt>
                <c:pt idx="404">
                  <c:v>0.013639096945</c:v>
                </c:pt>
                <c:pt idx="405">
                  <c:v>0.0136971330448</c:v>
                </c:pt>
                <c:pt idx="406">
                  <c:v>0.0137555947442</c:v>
                </c:pt>
                <c:pt idx="407">
                  <c:v>0.0138144865873</c:v>
                </c:pt>
                <c:pt idx="408">
                  <c:v>0.013873813148</c:v>
                </c:pt>
                <c:pt idx="409">
                  <c:v>0.013933579031</c:v>
                </c:pt>
                <c:pt idx="410">
                  <c:v>0.0139937888726</c:v>
                </c:pt>
                <c:pt idx="411">
                  <c:v>0.0140544473422</c:v>
                </c:pt>
                <c:pt idx="412">
                  <c:v>0.0141155591429</c:v>
                </c:pt>
                <c:pt idx="413">
                  <c:v>0.0141771290126</c:v>
                </c:pt>
                <c:pt idx="414">
                  <c:v>0.0142391617255</c:v>
                </c:pt>
                <c:pt idx="415">
                  <c:v>0.0143016620926</c:v>
                </c:pt>
                <c:pt idx="416">
                  <c:v>0.0143646349635</c:v>
                </c:pt>
                <c:pt idx="417">
                  <c:v>0.014428085227</c:v>
                </c:pt>
                <c:pt idx="418">
                  <c:v>0.0144920178127</c:v>
                </c:pt>
                <c:pt idx="419">
                  <c:v>0.014556437692</c:v>
                </c:pt>
                <c:pt idx="420">
                  <c:v>0.0146213498793</c:v>
                </c:pt>
                <c:pt idx="421">
                  <c:v>0.0146867594333</c:v>
                </c:pt>
                <c:pt idx="422">
                  <c:v>0.0147526714584</c:v>
                </c:pt>
                <c:pt idx="423">
                  <c:v>0.0148190911057</c:v>
                </c:pt>
                <c:pt idx="424">
                  <c:v>0.0148860235744</c:v>
                </c:pt>
                <c:pt idx="425">
                  <c:v>0.0149534741133</c:v>
                </c:pt>
                <c:pt idx="426">
                  <c:v>0.0150214480217</c:v>
                </c:pt>
                <c:pt idx="427">
                  <c:v>0.015089950651</c:v>
                </c:pt>
                <c:pt idx="428">
                  <c:v>0.015158987406</c:v>
                </c:pt>
                <c:pt idx="429">
                  <c:v>0.0152285637462</c:v>
                </c:pt>
                <c:pt idx="430">
                  <c:v>0.0152986851869</c:v>
                </c:pt>
                <c:pt idx="431">
                  <c:v>0.0153693573012</c:v>
                </c:pt>
                <c:pt idx="432">
                  <c:v>0.0154405857206</c:v>
                </c:pt>
                <c:pt idx="433">
                  <c:v>0.0155123761367</c:v>
                </c:pt>
                <c:pt idx="434">
                  <c:v>0.0155847343029</c:v>
                </c:pt>
                <c:pt idx="435">
                  <c:v>0.0156576660352</c:v>
                </c:pt>
                <c:pt idx="436">
                  <c:v>0.0157311772137</c:v>
                </c:pt>
                <c:pt idx="437">
                  <c:v>0.0158052737846</c:v>
                </c:pt>
                <c:pt idx="438">
                  <c:v>0.0158799617606</c:v>
                </c:pt>
                <c:pt idx="439">
                  <c:v>0.0159552472231</c:v>
                </c:pt>
                <c:pt idx="440">
                  <c:v>0.0160311363233</c:v>
                </c:pt>
                <c:pt idx="441">
                  <c:v>0.0161076352835</c:v>
                </c:pt>
                <c:pt idx="442">
                  <c:v>0.0161847503988</c:v>
                </c:pt>
                <c:pt idx="443">
                  <c:v>0.0162624880381</c:v>
                </c:pt>
                <c:pt idx="444">
                  <c:v>0.0163408546461</c:v>
                </c:pt>
                <c:pt idx="445">
                  <c:v>0.0164198567442</c:v>
                </c:pt>
                <c:pt idx="446">
                  <c:v>0.016499500932</c:v>
                </c:pt>
                <c:pt idx="447">
                  <c:v>0.0165797938892</c:v>
                </c:pt>
                <c:pt idx="448">
                  <c:v>0.0166607423763</c:v>
                </c:pt>
                <c:pt idx="449">
                  <c:v>0.0167423532366</c:v>
                </c:pt>
                <c:pt idx="450">
                  <c:v>0.0168246333977</c:v>
                </c:pt>
                <c:pt idx="451">
                  <c:v>0.0169075898722</c:v>
                </c:pt>
                <c:pt idx="452">
                  <c:v>0.0169912297602</c:v>
                </c:pt>
                <c:pt idx="453">
                  <c:v>0.0170755602498</c:v>
                </c:pt>
                <c:pt idx="454">
                  <c:v>0.0171605886193</c:v>
                </c:pt>
                <c:pt idx="455">
                  <c:v>0.0172463222381</c:v>
                </c:pt>
                <c:pt idx="456">
                  <c:v>0.0173327685687</c:v>
                </c:pt>
                <c:pt idx="457">
                  <c:v>0.0174199351675</c:v>
                </c:pt>
                <c:pt idx="458">
                  <c:v>0.017507829687</c:v>
                </c:pt>
                <c:pt idx="459">
                  <c:v>0.0175964598767</c:v>
                </c:pt>
                <c:pt idx="460">
                  <c:v>0.017685833585</c:v>
                </c:pt>
                <c:pt idx="461">
                  <c:v>0.0177759587604</c:v>
                </c:pt>
                <c:pt idx="462">
                  <c:v>0.017866843453</c:v>
                </c:pt>
                <c:pt idx="463">
                  <c:v>0.0179584958162</c:v>
                </c:pt>
                <c:pt idx="464">
                  <c:v>0.018050924108</c:v>
                </c:pt>
                <c:pt idx="465">
                  <c:v>0.0181441366927</c:v>
                </c:pt>
                <c:pt idx="466">
                  <c:v>0.018238142042</c:v>
                </c:pt>
                <c:pt idx="467">
                  <c:v>0.018332948737</c:v>
                </c:pt>
                <c:pt idx="468">
                  <c:v>0.0184285654693</c:v>
                </c:pt>
                <c:pt idx="469">
                  <c:v>0.0185250010427</c:v>
                </c:pt>
                <c:pt idx="470">
                  <c:v>0.0186222643747</c:v>
                </c:pt>
                <c:pt idx="471">
                  <c:v>0.0187203644979</c:v>
                </c:pt>
                <c:pt idx="472">
                  <c:v>0.0188193105616</c:v>
                </c:pt>
                <c:pt idx="473">
                  <c:v>0.0189191118332</c:v>
                </c:pt>
                <c:pt idx="474">
                  <c:v>0.0190197777</c:v>
                </c:pt>
                <c:pt idx="475">
                  <c:v>0.0191213176701</c:v>
                </c:pt>
                <c:pt idx="476">
                  <c:v>0.0192237413745</c:v>
                </c:pt>
                <c:pt idx="477">
                  <c:v>0.0193270585681</c:v>
                </c:pt>
                <c:pt idx="478">
                  <c:v>0.0194312791319</c:v>
                </c:pt>
                <c:pt idx="479">
                  <c:v>0.0195364130734</c:v>
                </c:pt>
                <c:pt idx="480">
                  <c:v>0.0196424705291</c:v>
                </c:pt>
                <c:pt idx="481">
                  <c:v>0.0197494617653</c:v>
                </c:pt>
                <c:pt idx="482">
                  <c:v>0.0198573971801</c:v>
                </c:pt>
                <c:pt idx="483">
                  <c:v>0.0199662873042</c:v>
                </c:pt>
                <c:pt idx="484">
                  <c:v>0.0200761428027</c:v>
                </c:pt>
                <c:pt idx="485">
                  <c:v>0.0201869744769</c:v>
                </c:pt>
                <c:pt idx="486">
                  <c:v>0.0202987932647</c:v>
                </c:pt>
                <c:pt idx="487">
                  <c:v>0.020411610243</c:v>
                </c:pt>
                <c:pt idx="488">
                  <c:v>0.0205254366286</c:v>
                </c:pt>
                <c:pt idx="489">
                  <c:v>0.0206402837795</c:v>
                </c:pt>
                <c:pt idx="490">
                  <c:v>0.0207561631964</c:v>
                </c:pt>
                <c:pt idx="491">
                  <c:v>0.0208730865239</c:v>
                </c:pt>
                <c:pt idx="492">
                  <c:v>0.0209910655518</c:v>
                </c:pt>
                <c:pt idx="493">
                  <c:v>0.0211101122165</c:v>
                </c:pt>
                <c:pt idx="494">
                  <c:v>0.021230238602</c:v>
                </c:pt>
                <c:pt idx="495">
                  <c:v>0.0213514569413</c:v>
                </c:pt>
                <c:pt idx="496">
                  <c:v>0.0214737796172</c:v>
                </c:pt>
                <c:pt idx="497">
                  <c:v>0.0215972191638</c:v>
                </c:pt>
                <c:pt idx="498">
                  <c:v>0.0217217882675</c:v>
                </c:pt>
                <c:pt idx="499">
                  <c:v>0.0218474997678</c:v>
                </c:pt>
                <c:pt idx="500">
                  <c:v>0.0219743666585</c:v>
                </c:pt>
                <c:pt idx="501">
                  <c:v>0.0221024020885</c:v>
                </c:pt>
                <c:pt idx="502">
                  <c:v>0.0222316193627</c:v>
                </c:pt>
                <c:pt idx="503">
                  <c:v>0.0223620319431</c:v>
                </c:pt>
                <c:pt idx="504">
                  <c:v>0.0224936534489</c:v>
                </c:pt>
                <c:pt idx="505">
                  <c:v>0.0226264976578</c:v>
                </c:pt>
                <c:pt idx="506">
                  <c:v>0.0227605785064</c:v>
                </c:pt>
                <c:pt idx="507">
                  <c:v>0.0228959100907</c:v>
                </c:pt>
                <c:pt idx="508">
                  <c:v>0.0230325066664</c:v>
                </c:pt>
                <c:pt idx="509">
                  <c:v>0.0231703826497</c:v>
                </c:pt>
                <c:pt idx="510">
                  <c:v>0.0233095526171</c:v>
                </c:pt>
                <c:pt idx="511">
                  <c:v>0.0234500313061</c:v>
                </c:pt>
                <c:pt idx="512">
                  <c:v>0.0235918336147</c:v>
                </c:pt>
                <c:pt idx="513">
                  <c:v>0.0237349746017</c:v>
                </c:pt>
                <c:pt idx="514">
                  <c:v>0.0238794694867</c:v>
                </c:pt>
                <c:pt idx="515">
                  <c:v>0.0240253336496</c:v>
                </c:pt>
                <c:pt idx="516">
                  <c:v>0.02417258263</c:v>
                </c:pt>
                <c:pt idx="517">
                  <c:v>0.0243212321273</c:v>
                </c:pt>
                <c:pt idx="518">
                  <c:v>0.0244712979994</c:v>
                </c:pt>
                <c:pt idx="519">
                  <c:v>0.0246227962624</c:v>
                </c:pt>
                <c:pt idx="520">
                  <c:v>0.0247757430893</c:v>
                </c:pt>
                <c:pt idx="521">
                  <c:v>0.0249301548088</c:v>
                </c:pt>
                <c:pt idx="522">
                  <c:v>0.0250860479044</c:v>
                </c:pt>
                <c:pt idx="523">
                  <c:v>0.0252434390124</c:v>
                </c:pt>
                <c:pt idx="524">
                  <c:v>0.0254023449207</c:v>
                </c:pt>
                <c:pt idx="525">
                  <c:v>0.0255627825666</c:v>
                </c:pt>
                <c:pt idx="526">
                  <c:v>0.0257247690347</c:v>
                </c:pt>
                <c:pt idx="527">
                  <c:v>0.0258883215548</c:v>
                </c:pt>
                <c:pt idx="528">
                  <c:v>0.0260534574992</c:v>
                </c:pt>
                <c:pt idx="529">
                  <c:v>0.02622019438</c:v>
                </c:pt>
                <c:pt idx="530">
                  <c:v>0.0263885498458</c:v>
                </c:pt>
                <c:pt idx="531">
                  <c:v>0.0265585416789</c:v>
                </c:pt>
                <c:pt idx="532">
                  <c:v>0.0267301877913</c:v>
                </c:pt>
                <c:pt idx="533">
                  <c:v>0.0269035062209</c:v>
                </c:pt>
                <c:pt idx="534">
                  <c:v>0.0270785151276</c:v>
                </c:pt>
                <c:pt idx="535">
                  <c:v>0.0272552327886</c:v>
                </c:pt>
                <c:pt idx="536">
                  <c:v>0.0274336775934</c:v>
                </c:pt>
                <c:pt idx="537">
                  <c:v>0.0276138680391</c:v>
                </c:pt>
                <c:pt idx="538">
                  <c:v>0.0277958227247</c:v>
                </c:pt>
                <c:pt idx="539">
                  <c:v>0.0279795603454</c:v>
                </c:pt>
                <c:pt idx="540">
                  <c:v>0.0281650996858</c:v>
                </c:pt>
                <c:pt idx="541">
                  <c:v>0.0283524596141</c:v>
                </c:pt>
                <c:pt idx="542">
                  <c:v>0.0285416590744</c:v>
                </c:pt>
                <c:pt idx="543">
                  <c:v>0.0287327170797</c:v>
                </c:pt>
                <c:pt idx="544">
                  <c:v>0.0289256527035</c:v>
                </c:pt>
                <c:pt idx="545">
                  <c:v>0.029120485072</c:v>
                </c:pt>
                <c:pt idx="546">
                  <c:v>0.0293172333549</c:v>
                </c:pt>
                <c:pt idx="547">
                  <c:v>0.0295159167561</c:v>
                </c:pt>
                <c:pt idx="548">
                  <c:v>0.0297165545041</c:v>
                </c:pt>
                <c:pt idx="549">
                  <c:v>0.0299191658415</c:v>
                </c:pt>
                <c:pt idx="550">
                  <c:v>0.0301237700141</c:v>
                </c:pt>
                <c:pt idx="551">
                  <c:v>0.0303303862597</c:v>
                </c:pt>
                <c:pt idx="552">
                  <c:v>0.0305390337959</c:v>
                </c:pt>
                <c:pt idx="553">
                  <c:v>0.0307497318077</c:v>
                </c:pt>
                <c:pt idx="554">
                  <c:v>0.0309624994342</c:v>
                </c:pt>
                <c:pt idx="555">
                  <c:v>0.0311773557551</c:v>
                </c:pt>
                <c:pt idx="556">
                  <c:v>0.0313943197759</c:v>
                </c:pt>
                <c:pt idx="557">
                  <c:v>0.0316134104133</c:v>
                </c:pt>
                <c:pt idx="558">
                  <c:v>0.0318346464792</c:v>
                </c:pt>
                <c:pt idx="559">
                  <c:v>0.0320580466646</c:v>
                </c:pt>
                <c:pt idx="560">
                  <c:v>0.0322836295224</c:v>
                </c:pt>
                <c:pt idx="561">
                  <c:v>0.0325114134498</c:v>
                </c:pt>
                <c:pt idx="562">
                  <c:v>0.0327414166699</c:v>
                </c:pt>
                <c:pt idx="563">
                  <c:v>0.0329736572123</c:v>
                </c:pt>
                <c:pt idx="564">
                  <c:v>0.0332081528938</c:v>
                </c:pt>
                <c:pt idx="565">
                  <c:v>0.033444921297</c:v>
                </c:pt>
                <c:pt idx="566">
                  <c:v>0.03368397975</c:v>
                </c:pt>
                <c:pt idx="567">
                  <c:v>0.0339253453035</c:v>
                </c:pt>
                <c:pt idx="568">
                  <c:v>0.0341690347083</c:v>
                </c:pt>
                <c:pt idx="569">
                  <c:v>0.034415064392</c:v>
                </c:pt>
                <c:pt idx="570">
                  <c:v>0.0346634504343</c:v>
                </c:pt>
                <c:pt idx="571">
                  <c:v>0.0349142085422</c:v>
                </c:pt>
                <c:pt idx="572">
                  <c:v>0.0351673540243</c:v>
                </c:pt>
                <c:pt idx="573">
                  <c:v>0.035422901764</c:v>
                </c:pt>
                <c:pt idx="574">
                  <c:v>0.0356808661926</c:v>
                </c:pt>
                <c:pt idx="575">
                  <c:v>0.0359412612613</c:v>
                </c:pt>
                <c:pt idx="576">
                  <c:v>0.0362041004123</c:v>
                </c:pt>
                <c:pt idx="577">
                  <c:v>0.0364693965498</c:v>
                </c:pt>
                <c:pt idx="578">
                  <c:v>0.03673716201</c:v>
                </c:pt>
                <c:pt idx="579">
                  <c:v>0.0370074085305</c:v>
                </c:pt>
                <c:pt idx="580">
                  <c:v>0.0372801472187</c:v>
                </c:pt>
                <c:pt idx="581">
                  <c:v>0.0375553885209</c:v>
                </c:pt>
                <c:pt idx="582">
                  <c:v>0.0378331421892</c:v>
                </c:pt>
                <c:pt idx="583">
                  <c:v>0.0381134172488</c:v>
                </c:pt>
                <c:pt idx="584">
                  <c:v>0.0383962219655</c:v>
                </c:pt>
                <c:pt idx="585">
                  <c:v>0.0386815638109</c:v>
                </c:pt>
                <c:pt idx="586">
                  <c:v>0.0389694494294</c:v>
                </c:pt>
                <c:pt idx="587">
                  <c:v>0.0392598846035</c:v>
                </c:pt>
                <c:pt idx="588">
                  <c:v>0.0395528742192</c:v>
                </c:pt>
                <c:pt idx="589">
                  <c:v>0.0398484222314</c:v>
                </c:pt>
                <c:pt idx="590">
                  <c:v>0.0401465316295</c:v>
                </c:pt>
                <c:pt idx="591">
                  <c:v>0.0404472044019</c:v>
                </c:pt>
                <c:pt idx="592">
                  <c:v>0.0407504415022</c:v>
                </c:pt>
                <c:pt idx="593">
                  <c:v>0.0410562428138</c:v>
                </c:pt>
                <c:pt idx="594">
                  <c:v>0.0413646071163</c:v>
                </c:pt>
                <c:pt idx="595">
                  <c:v>0.0416755320513</c:v>
                </c:pt>
                <c:pt idx="596">
                  <c:v>0.0419890140888</c:v>
                </c:pt>
                <c:pt idx="597">
                  <c:v>0.0423050484946</c:v>
                </c:pt>
                <c:pt idx="598">
                  <c:v>0.0426236292979</c:v>
                </c:pt>
                <c:pt idx="599">
                  <c:v>0.0429447492597</c:v>
                </c:pt>
                <c:pt idx="600">
                  <c:v>0.0432683998426</c:v>
                </c:pt>
                <c:pt idx="601">
                  <c:v>0.0435945711811</c:v>
                </c:pt>
                <c:pt idx="602">
                  <c:v>0.0439232520533</c:v>
                </c:pt>
                <c:pt idx="603">
                  <c:v>0.0442544298536</c:v>
                </c:pt>
                <c:pt idx="604">
                  <c:v>0.0445880905677</c:v>
                </c:pt>
                <c:pt idx="605">
                  <c:v>0.0449242187478</c:v>
                </c:pt>
                <c:pt idx="606">
                  <c:v>0.0452627974908</c:v>
                </c:pt>
                <c:pt idx="607">
                  <c:v>0.0456038084173</c:v>
                </c:pt>
                <c:pt idx="608">
                  <c:v>0.0459472316534</c:v>
                </c:pt>
                <c:pt idx="609">
                  <c:v>0.046293045814</c:v>
                </c:pt>
                <c:pt idx="610">
                  <c:v>0.0466412279886</c:v>
                </c:pt>
                <c:pt idx="611">
                  <c:v>0.0469917537296</c:v>
                </c:pt>
                <c:pt idx="612">
                  <c:v>0.0473445970428</c:v>
                </c:pt>
                <c:pt idx="613">
                  <c:v>0.0476997303807</c:v>
                </c:pt>
                <c:pt idx="614">
                  <c:v>0.0480571246387</c:v>
                </c:pt>
                <c:pt idx="615">
                  <c:v>0.0484167491539</c:v>
                </c:pt>
                <c:pt idx="616">
                  <c:v>0.0487785717069</c:v>
                </c:pt>
                <c:pt idx="617">
                  <c:v>0.0491425585272</c:v>
                </c:pt>
                <c:pt idx="618">
                  <c:v>0.0495086743009</c:v>
                </c:pt>
                <c:pt idx="619">
                  <c:v>0.0498768821826</c:v>
                </c:pt>
                <c:pt idx="620">
                  <c:v>0.05024714381</c:v>
                </c:pt>
                <c:pt idx="621">
                  <c:v>0.0506194193224</c:v>
                </c:pt>
                <c:pt idx="622">
                  <c:v>0.0509936673818</c:v>
                </c:pt>
                <c:pt idx="623">
                  <c:v>0.051369845199</c:v>
                </c:pt>
                <c:pt idx="624">
                  <c:v>0.0517479085617</c:v>
                </c:pt>
                <c:pt idx="625">
                  <c:v>0.0521278118673</c:v>
                </c:pt>
                <c:pt idx="626">
                  <c:v>0.0525095081583</c:v>
                </c:pt>
                <c:pt idx="627">
                  <c:v>0.0528929491624</c:v>
                </c:pt>
                <c:pt idx="628">
                  <c:v>0.0532780853349</c:v>
                </c:pt>
                <c:pt idx="629">
                  <c:v>0.0536648659052</c:v>
                </c:pt>
                <c:pt idx="630">
                  <c:v>0.0540532389272</c:v>
                </c:pt>
                <c:pt idx="631">
                  <c:v>0.0544431513316</c:v>
                </c:pt>
                <c:pt idx="632">
                  <c:v>0.0548345489828</c:v>
                </c:pt>
                <c:pt idx="633">
                  <c:v>0.0552273767385</c:v>
                </c:pt>
                <c:pt idx="634">
                  <c:v>0.0556215785117</c:v>
                </c:pt>
                <c:pt idx="635">
                  <c:v>0.0560170973364</c:v>
                </c:pt>
                <c:pt idx="636">
                  <c:v>0.0564138754355</c:v>
                </c:pt>
                <c:pt idx="637">
                  <c:v>0.0568118542915</c:v>
                </c:pt>
                <c:pt idx="638">
                  <c:v>0.0572109747189</c:v>
                </c:pt>
                <c:pt idx="639">
                  <c:v>0.0576111769395</c:v>
                </c:pt>
                <c:pt idx="640">
                  <c:v>0.0580124006592</c:v>
                </c:pt>
                <c:pt idx="641">
                  <c:v>0.0584145851467</c:v>
                </c:pt>
                <c:pt idx="642">
                  <c:v>0.0588176693131</c:v>
                </c:pt>
                <c:pt idx="643">
                  <c:v>0.0592215917935</c:v>
                </c:pt>
                <c:pt idx="644">
                  <c:v>0.0596262910291</c:v>
                </c:pt>
                <c:pt idx="645">
                  <c:v>0.0600317053498</c:v>
                </c:pt>
                <c:pt idx="646">
                  <c:v>0.0604377730581</c:v>
                </c:pt>
                <c:pt idx="647">
                  <c:v>0.0608444325118</c:v>
                </c:pt>
                <c:pt idx="648">
                  <c:v>0.0612516222084</c:v>
                </c:pt>
                <c:pt idx="649">
                  <c:v>0.0616592808675</c:v>
                </c:pt>
                <c:pt idx="650">
                  <c:v>0.0620673475136</c:v>
                </c:pt>
                <c:pt idx="651">
                  <c:v>0.0624757615579</c:v>
                </c:pt>
                <c:pt idx="652">
                  <c:v>0.0628844628784</c:v>
                </c:pt>
                <c:pt idx="653">
                  <c:v>0.0632933918999</c:v>
                </c:pt>
                <c:pt idx="654">
                  <c:v>0.0637024896711</c:v>
                </c:pt>
                <c:pt idx="655">
                  <c:v>0.0641116979405</c:v>
                </c:pt>
                <c:pt idx="656">
                  <c:v>0.0645209592305</c:v>
                </c:pt>
                <c:pt idx="657">
                  <c:v>0.0649302169091</c:v>
                </c:pt>
                <c:pt idx="658">
                  <c:v>0.0653394152589</c:v>
                </c:pt>
                <c:pt idx="659">
                  <c:v>0.0657484995437</c:v>
                </c:pt>
                <c:pt idx="660">
                  <c:v>0.066157416073</c:v>
                </c:pt>
                <c:pt idx="661">
                  <c:v>0.0665661122621</c:v>
                </c:pt>
                <c:pt idx="662">
                  <c:v>0.0669745366912</c:v>
                </c:pt>
                <c:pt idx="663">
                  <c:v>0.0673826391591</c:v>
                </c:pt>
                <c:pt idx="664">
                  <c:v>0.067790370736</c:v>
                </c:pt>
                <c:pt idx="665">
                  <c:v>0.0681976838109</c:v>
                </c:pt>
                <c:pt idx="666">
                  <c:v>0.0686045321371</c:v>
                </c:pt>
                <c:pt idx="667">
                  <c:v>0.0690108708732</c:v>
                </c:pt>
                <c:pt idx="668">
                  <c:v>0.0694166566217</c:v>
                </c:pt>
                <c:pt idx="669">
                  <c:v>0.0698218474632</c:v>
                </c:pt>
                <c:pt idx="670">
                  <c:v>0.0702264029874</c:v>
                </c:pt>
                <c:pt idx="671">
                  <c:v>0.0706302843207</c:v>
                </c:pt>
                <c:pt idx="672">
                  <c:v>0.0710334541505</c:v>
                </c:pt>
                <c:pt idx="673">
                  <c:v>0.0714358767457</c:v>
                </c:pt>
                <c:pt idx="674">
                  <c:v>0.0718375179739</c:v>
                </c:pt>
                <c:pt idx="675">
                  <c:v>0.0722383453157</c:v>
                </c:pt>
                <c:pt idx="676">
                  <c:v>0.0726383278753</c:v>
                </c:pt>
                <c:pt idx="677">
                  <c:v>0.073037436388</c:v>
                </c:pt>
                <c:pt idx="678">
                  <c:v>0.0734356432252</c:v>
                </c:pt>
                <c:pt idx="679">
                  <c:v>0.0738329223955</c:v>
                </c:pt>
                <c:pt idx="680">
                  <c:v>0.0742292495437</c:v>
                </c:pt>
                <c:pt idx="681">
                  <c:v>0.074624601947</c:v>
                </c:pt>
                <c:pt idx="682">
                  <c:v>0.075018958508</c:v>
                </c:pt>
                <c:pt idx="683">
                  <c:v>0.075412299746</c:v>
                </c:pt>
                <c:pt idx="684">
                  <c:v>0.0758046077853</c:v>
                </c:pt>
                <c:pt idx="685">
                  <c:v>0.0761958663418</c:v>
                </c:pt>
                <c:pt idx="686">
                  <c:v>0.076586060707</c:v>
                </c:pt>
                <c:pt idx="687">
                  <c:v>0.0769751777303</c:v>
                </c:pt>
                <c:pt idx="688">
                  <c:v>0.0773632057996</c:v>
                </c:pt>
                <c:pt idx="689">
                  <c:v>0.0777501348199</c:v>
                </c:pt>
                <c:pt idx="690">
                  <c:v>0.0781359561904</c:v>
                </c:pt>
                <c:pt idx="691">
                  <c:v>0.0785206627806</c:v>
                </c:pt>
                <c:pt idx="692">
                  <c:v>0.0789042489043</c:v>
                </c:pt>
                <c:pt idx="693">
                  <c:v>0.0792867102933</c:v>
                </c:pt>
                <c:pt idx="694">
                  <c:v>0.0796680440693</c:v>
                </c:pt>
                <c:pt idx="695">
                  <c:v>0.0800482487156</c:v>
                </c:pt>
                <c:pt idx="696">
                  <c:v>0.0804273240471</c:v>
                </c:pt>
                <c:pt idx="697">
                  <c:v>0.0808052711807</c:v>
                </c:pt>
                <c:pt idx="698">
                  <c:v>0.081182092504</c:v>
                </c:pt>
                <c:pt idx="699">
                  <c:v>0.0815577916443</c:v>
                </c:pt>
                <c:pt idx="700">
                  <c:v>0.0819323734372</c:v>
                </c:pt>
                <c:pt idx="701">
                  <c:v>0.0823058438943</c:v>
                </c:pt>
                <c:pt idx="702">
                  <c:v>0.0826782101714</c:v>
                </c:pt>
                <c:pt idx="703">
                  <c:v>0.0830494805362</c:v>
                </c:pt>
                <c:pt idx="704">
                  <c:v>0.0834196643359</c:v>
                </c:pt>
                <c:pt idx="705">
                  <c:v>0.0837887719655</c:v>
                </c:pt>
                <c:pt idx="706">
                  <c:v>0.0841568148355</c:v>
                </c:pt>
                <c:pt idx="707">
                  <c:v>0.08452380534</c:v>
                </c:pt>
                <c:pt idx="708">
                  <c:v>0.0848897568251</c:v>
                </c:pt>
                <c:pt idx="709">
                  <c:v>0.0852546835579</c:v>
                </c:pt>
                <c:pt idx="710">
                  <c:v>0.0856186006954</c:v>
                </c:pt>
                <c:pt idx="711">
                  <c:v>0.085981524254</c:v>
                </c:pt>
                <c:pt idx="712">
                  <c:v>0.0863434710794</c:v>
                </c:pt>
                <c:pt idx="713">
                  <c:v>0.0867044588174</c:v>
                </c:pt>
                <c:pt idx="714">
                  <c:v>0.0870645058842</c:v>
                </c:pt>
                <c:pt idx="715">
                  <c:v>0.0874236314388</c:v>
                </c:pt>
                <c:pt idx="716">
                  <c:v>0.0877818553543</c:v>
                </c:pt>
                <c:pt idx="717">
                  <c:v>0.0881391981913</c:v>
                </c:pt>
                <c:pt idx="718">
                  <c:v>0.0884956811707</c:v>
                </c:pt>
                <c:pt idx="719">
                  <c:v>0.0888513261483</c:v>
                </c:pt>
                <c:pt idx="720">
                  <c:v>0.0892061555889</c:v>
                </c:pt>
                <c:pt idx="721">
                  <c:v>0.0895601925419</c:v>
                </c:pt>
                <c:pt idx="722">
                  <c:v>0.0899134606175</c:v>
                </c:pt>
                <c:pt idx="723">
                  <c:v>0.0902659839628</c:v>
                </c:pt>
                <c:pt idx="724">
                  <c:v>0.0906177872401</c:v>
                </c:pt>
                <c:pt idx="725">
                  <c:v>0.0909688956039</c:v>
                </c:pt>
                <c:pt idx="726">
                  <c:v>0.0913193346806</c:v>
                </c:pt>
                <c:pt idx="727">
                  <c:v>0.0916691305473</c:v>
                </c:pt>
                <c:pt idx="728">
                  <c:v>0.0920183097121</c:v>
                </c:pt>
                <c:pt idx="729">
                  <c:v>0.0923668990951</c:v>
                </c:pt>
                <c:pt idx="730">
                  <c:v>0.0927149260094</c:v>
                </c:pt>
                <c:pt idx="731">
                  <c:v>0.0930624181435</c:v>
                </c:pt>
                <c:pt idx="732">
                  <c:v>0.0934094035438</c:v>
                </c:pt>
                <c:pt idx="733">
                  <c:v>0.0937559105981</c:v>
                </c:pt>
                <c:pt idx="734">
                  <c:v>0.0941019680193</c:v>
                </c:pt>
                <c:pt idx="735">
                  <c:v>0.0944476048303</c:v>
                </c:pt>
                <c:pt idx="736">
                  <c:v>0.0947928503486</c:v>
                </c:pt>
                <c:pt idx="737">
                  <c:v>0.0951377341723</c:v>
                </c:pt>
                <c:pt idx="738">
                  <c:v>0.0954822861665</c:v>
                </c:pt>
                <c:pt idx="739">
                  <c:v>0.0958265364491</c:v>
                </c:pt>
                <c:pt idx="740">
                  <c:v>0.0961705153793</c:v>
                </c:pt>
                <c:pt idx="741">
                  <c:v>0.096514253544</c:v>
                </c:pt>
                <c:pt idx="742">
                  <c:v>0.0968577817471</c:v>
                </c:pt>
                <c:pt idx="743">
                  <c:v>0.0972011309971</c:v>
                </c:pt>
                <c:pt idx="744">
                  <c:v>0.0975443324969</c:v>
                </c:pt>
                <c:pt idx="745">
                  <c:v>0.0978874176326</c:v>
                </c:pt>
                <c:pt idx="746">
                  <c:v>0.0982304179637</c:v>
                </c:pt>
                <c:pt idx="747">
                  <c:v>0.0985733652129</c:v>
                </c:pt>
                <c:pt idx="748">
                  <c:v>0.0989162912567</c:v>
                </c:pt>
                <c:pt idx="749">
                  <c:v>0.0992592281163</c:v>
                </c:pt>
                <c:pt idx="750">
                  <c:v>0.0996022079483</c:v>
                </c:pt>
                <c:pt idx="751">
                  <c:v>0.0999452630361</c:v>
                </c:pt>
                <c:pt idx="752">
                  <c:v>0.100288425782</c:v>
                </c:pt>
                <c:pt idx="753">
                  <c:v>0.100631728697</c:v>
                </c:pt>
                <c:pt idx="754">
                  <c:v>0.100975204395</c:v>
                </c:pt>
                <c:pt idx="755">
                  <c:v>0.101318885586</c:v>
                </c:pt>
                <c:pt idx="756">
                  <c:v>0.101662805062</c:v>
                </c:pt>
                <c:pt idx="757">
                  <c:v>0.102006995697</c:v>
                </c:pt>
                <c:pt idx="758">
                  <c:v>0.102351490434</c:v>
                </c:pt>
                <c:pt idx="759">
                  <c:v>0.102696322282</c:v>
                </c:pt>
                <c:pt idx="760">
                  <c:v>0.103041524303</c:v>
                </c:pt>
                <c:pt idx="761">
                  <c:v>0.103387129609</c:v>
                </c:pt>
                <c:pt idx="762">
                  <c:v>0.103733171353</c:v>
                </c:pt>
                <c:pt idx="763">
                  <c:v>0.104079682722</c:v>
                </c:pt>
                <c:pt idx="764">
                  <c:v>0.104426696928</c:v>
                </c:pt>
                <c:pt idx="765">
                  <c:v>0.1047742472</c:v>
                </c:pt>
                <c:pt idx="766">
                  <c:v>0.105122366781</c:v>
                </c:pt>
                <c:pt idx="767">
                  <c:v>0.105471088912</c:v>
                </c:pt>
                <c:pt idx="768">
                  <c:v>0.105820446832</c:v>
                </c:pt>
                <c:pt idx="769">
                  <c:v>0.106170473765</c:v>
                </c:pt>
                <c:pt idx="770">
                  <c:v>0.106521202911</c:v>
                </c:pt>
                <c:pt idx="771">
                  <c:v>0.106872667441</c:v>
                </c:pt>
                <c:pt idx="772">
                  <c:v>0.107224900484</c:v>
                </c:pt>
                <c:pt idx="773">
                  <c:v>0.107577935121</c:v>
                </c:pt>
                <c:pt idx="774">
                  <c:v>0.107931804372</c:v>
                </c:pt>
                <c:pt idx="775">
                  <c:v>0.108286541188</c:v>
                </c:pt>
                <c:pt idx="776">
                  <c:v>0.108642178443</c:v>
                </c:pt>
                <c:pt idx="777">
                  <c:v>0.108998748917</c:v>
                </c:pt>
                <c:pt idx="778">
                  <c:v>0.109356285291</c:v>
                </c:pt>
                <c:pt idx="779">
                  <c:v>0.109714820131</c:v>
                </c:pt>
                <c:pt idx="780">
                  <c:v>0.110074385879</c:v>
                </c:pt>
                <c:pt idx="781">
                  <c:v>0.110435014838</c:v>
                </c:pt>
                <c:pt idx="782">
                  <c:v>0.110796739159</c:v>
                </c:pt>
                <c:pt idx="783">
                  <c:v>0.111159590829</c:v>
                </c:pt>
                <c:pt idx="784">
                  <c:v>0.111523601656</c:v>
                </c:pt>
                <c:pt idx="785">
                  <c:v>0.111888803252</c:v>
                </c:pt>
                <c:pt idx="786">
                  <c:v>0.11225522702</c:v>
                </c:pt>
                <c:pt idx="787">
                  <c:v>0.112622904136</c:v>
                </c:pt>
                <c:pt idx="788">
                  <c:v>0.112991865533</c:v>
                </c:pt>
                <c:pt idx="789">
                  <c:v>0.113362141883</c:v>
                </c:pt>
                <c:pt idx="790">
                  <c:v>0.113733763579</c:v>
                </c:pt>
                <c:pt idx="791">
                  <c:v>0.114106760713</c:v>
                </c:pt>
                <c:pt idx="792">
                  <c:v>0.114481163061</c:v>
                </c:pt>
                <c:pt idx="793">
                  <c:v>0.114857000058</c:v>
                </c:pt>
                <c:pt idx="794">
                  <c:v>0.115234300776</c:v>
                </c:pt>
                <c:pt idx="795">
                  <c:v>0.115613093906</c:v>
                </c:pt>
                <c:pt idx="796">
                  <c:v>0.115993407731</c:v>
                </c:pt>
                <c:pt idx="797">
                  <c:v>0.116375270101</c:v>
                </c:pt>
                <c:pt idx="798">
                  <c:v>0.11675870841</c:v>
                </c:pt>
                <c:pt idx="799">
                  <c:v>0.11714374957</c:v>
                </c:pt>
                <c:pt idx="800">
                  <c:v>0.117530419981</c:v>
                </c:pt>
                <c:pt idx="801">
                  <c:v>0.117918745506</c:v>
                </c:pt>
                <c:pt idx="802">
                  <c:v>0.11830875144</c:v>
                </c:pt>
                <c:pt idx="803">
                  <c:v>0.118700462483</c:v>
                </c:pt>
                <c:pt idx="804">
                  <c:v>0.119093902704</c:v>
                </c:pt>
                <c:pt idx="805">
                  <c:v>0.119489095514</c:v>
                </c:pt>
                <c:pt idx="806">
                  <c:v>0.119886063628</c:v>
                </c:pt>
                <c:pt idx="807">
                  <c:v>0.120284829038</c:v>
                </c:pt>
                <c:pt idx="808">
                  <c:v>0.12068541297</c:v>
                </c:pt>
                <c:pt idx="809">
                  <c:v>0.121087835856</c:v>
                </c:pt>
                <c:pt idx="810">
                  <c:v>0.12149211729</c:v>
                </c:pt>
                <c:pt idx="811">
                  <c:v>0.121898275995</c:v>
                </c:pt>
                <c:pt idx="812">
                  <c:v>0.122306329783</c:v>
                </c:pt>
                <c:pt idx="813">
                  <c:v>0.122716295513</c:v>
                </c:pt>
                <c:pt idx="814">
                  <c:v>0.123128189057</c:v>
                </c:pt>
                <c:pt idx="815">
                  <c:v>0.123542025249</c:v>
                </c:pt>
                <c:pt idx="816">
                  <c:v>0.123957817852</c:v>
                </c:pt>
                <c:pt idx="817">
                  <c:v>0.12437557951</c:v>
                </c:pt>
                <c:pt idx="818">
                  <c:v>0.124795321706</c:v>
                </c:pt>
                <c:pt idx="819">
                  <c:v>0.125217054715</c:v>
                </c:pt>
                <c:pt idx="820">
                  <c:v>0.125640787566</c:v>
                </c:pt>
                <c:pt idx="821">
                  <c:v>0.126066527987</c:v>
                </c:pt>
                <c:pt idx="822">
                  <c:v>0.126494282369</c:v>
                </c:pt>
                <c:pt idx="823">
                  <c:v>0.12692405571</c:v>
                </c:pt>
                <c:pt idx="824">
                  <c:v>0.127355851579</c:v>
                </c:pt>
                <c:pt idx="825">
                  <c:v>0.127789672058</c:v>
                </c:pt>
                <c:pt idx="826">
                  <c:v>0.128225517703</c:v>
                </c:pt>
                <c:pt idx="827">
                  <c:v>0.128663387496</c:v>
                </c:pt>
                <c:pt idx="828">
                  <c:v>0.129103278794</c:v>
                </c:pt>
                <c:pt idx="829">
                  <c:v>0.129545187288</c:v>
                </c:pt>
                <c:pt idx="830">
                  <c:v>0.12998910695</c:v>
                </c:pt>
                <c:pt idx="831">
                  <c:v>0.130435029995</c:v>
                </c:pt>
                <c:pt idx="832">
                  <c:v>0.13088294683</c:v>
                </c:pt>
                <c:pt idx="833">
                  <c:v>0.131332846009</c:v>
                </c:pt>
                <c:pt idx="834">
                  <c:v>0.131784714194</c:v>
                </c:pt>
                <c:pt idx="835">
                  <c:v>0.132238536108</c:v>
                </c:pt>
                <c:pt idx="836">
                  <c:v>0.132694294496</c:v>
                </c:pt>
                <c:pt idx="837">
                  <c:v>0.133151970083</c:v>
                </c:pt>
                <c:pt idx="838">
                  <c:v>0.133611541537</c:v>
                </c:pt>
                <c:pt idx="839">
                  <c:v>0.13407298543</c:v>
                </c:pt>
                <c:pt idx="840">
                  <c:v>0.134536276205</c:v>
                </c:pt>
                <c:pt idx="841">
                  <c:v>0.135001386141</c:v>
                </c:pt>
                <c:pt idx="842">
                  <c:v>0.135468285322</c:v>
                </c:pt>
                <c:pt idx="843">
                  <c:v>0.13593694161</c:v>
                </c:pt>
                <c:pt idx="844">
                  <c:v>0.136407320617</c:v>
                </c:pt>
                <c:pt idx="845">
                  <c:v>0.136879385684</c:v>
                </c:pt>
                <c:pt idx="846">
                  <c:v>0.137353097857</c:v>
                </c:pt>
                <c:pt idx="847">
                  <c:v>0.137828415871</c:v>
                </c:pt>
                <c:pt idx="848">
                  <c:v>0.138305296138</c:v>
                </c:pt>
                <c:pt idx="849">
                  <c:v>0.138783692732</c:v>
                </c:pt>
                <c:pt idx="850">
                  <c:v>0.139263557384</c:v>
                </c:pt>
                <c:pt idx="851">
                  <c:v>0.139744839479</c:v>
                </c:pt>
                <c:pt idx="852">
                  <c:v>0.140227486052</c:v>
                </c:pt>
                <c:pt idx="853">
                  <c:v>0.140711441799</c:v>
                </c:pt>
                <c:pt idx="854">
                  <c:v>0.141196649077</c:v>
                </c:pt>
                <c:pt idx="855">
                  <c:v>0.141683047921</c:v>
                </c:pt>
                <c:pt idx="856">
                  <c:v>0.142170576061</c:v>
                </c:pt>
                <c:pt idx="857">
                  <c:v>0.142659168939</c:v>
                </c:pt>
                <c:pt idx="858">
                  <c:v>0.143148759739</c:v>
                </c:pt>
                <c:pt idx="859">
                  <c:v>0.143639279412</c:v>
                </c:pt>
                <c:pt idx="860">
                  <c:v>0.144130656712</c:v>
                </c:pt>
                <c:pt idx="861">
                  <c:v>0.144622818237</c:v>
                </c:pt>
                <c:pt idx="862">
                  <c:v>0.145115688468</c:v>
                </c:pt>
                <c:pt idx="863">
                  <c:v>0.145609189818</c:v>
                </c:pt>
                <c:pt idx="864">
                  <c:v>0.146103242685</c:v>
                </c:pt>
                <c:pt idx="865">
                  <c:v>0.14659776551</c:v>
                </c:pt>
                <c:pt idx="866">
                  <c:v>0.147092674832</c:v>
                </c:pt>
                <c:pt idx="867">
                  <c:v>0.147587885358</c:v>
                </c:pt>
                <c:pt idx="868">
                  <c:v>0.14808331003</c:v>
                </c:pt>
                <c:pt idx="869">
                  <c:v>0.148578860096</c:v>
                </c:pt>
                <c:pt idx="870">
                  <c:v>0.149074445191</c:v>
                </c:pt>
                <c:pt idx="871">
                  <c:v>0.149569973414</c:v>
                </c:pt>
                <c:pt idx="872">
                  <c:v>0.15006535141</c:v>
                </c:pt>
                <c:pt idx="873">
                  <c:v>0.15056048446</c:v>
                </c:pt>
                <c:pt idx="874">
                  <c:v>0.151055276568</c:v>
                </c:pt>
                <c:pt idx="875">
                  <c:v>0.151549630555</c:v>
                </c:pt>
                <c:pt idx="876">
                  <c:v>0.152043448153</c:v>
                </c:pt>
                <c:pt idx="877">
                  <c:v>0.152536630101</c:v>
                </c:pt>
                <c:pt idx="878">
                  <c:v>0.153029076244</c:v>
                </c:pt>
                <c:pt idx="879">
                  <c:v>0.153520685632</c:v>
                </c:pt>
                <c:pt idx="880">
                  <c:v>0.154011356623</c:v>
                </c:pt>
                <c:pt idx="881">
                  <c:v>0.154500986986</c:v>
                </c:pt>
                <c:pt idx="882">
                  <c:v>0.154989474</c:v>
                </c:pt>
                <c:pt idx="883">
                  <c:v>0.15547671456</c:v>
                </c:pt>
                <c:pt idx="884">
                  <c:v>0.15596260528</c:v>
                </c:pt>
                <c:pt idx="885">
                  <c:v>0.156447042595</c:v>
                </c:pt>
                <c:pt idx="886">
                  <c:v>0.156929922861</c:v>
                </c:pt>
                <c:pt idx="887">
                  <c:v>0.15741114246</c:v>
                </c:pt>
                <c:pt idx="888">
                  <c:v>0.157890597896</c:v>
                </c:pt>
                <c:pt idx="889">
                  <c:v>0.158368185895</c:v>
                </c:pt>
                <c:pt idx="890">
                  <c:v>0.158843803501</c:v>
                </c:pt>
                <c:pt idx="891">
                  <c:v>0.159317348168</c:v>
                </c:pt>
                <c:pt idx="892">
                  <c:v>0.159788717854</c:v>
                </c:pt>
                <c:pt idx="893">
                  <c:v>0.160257811108</c:v>
                </c:pt>
                <c:pt idx="894">
                  <c:v>0.160724527158</c:v>
                </c:pt>
                <c:pt idx="895">
                  <c:v>0.161188765991</c:v>
                </c:pt>
                <c:pt idx="896">
                  <c:v>0.161650428434</c:v>
                </c:pt>
                <c:pt idx="897">
                  <c:v>0.16210941623</c:v>
                </c:pt>
                <c:pt idx="898">
                  <c:v>0.16256563211</c:v>
                </c:pt>
                <c:pt idx="899">
                  <c:v>0.163018979861</c:v>
                </c:pt>
                <c:pt idx="900">
                  <c:v>0.16346936439</c:v>
                </c:pt>
                <c:pt idx="901">
                  <c:v>0.163916691786</c:v>
                </c:pt>
                <c:pt idx="902">
                  <c:v>0.164360869376</c:v>
                </c:pt>
                <c:pt idx="903">
                  <c:v>0.164801805776</c:v>
                </c:pt>
                <c:pt idx="904">
                  <c:v>0.165239410939</c:v>
                </c:pt>
                <c:pt idx="905">
                  <c:v>0.165673596199</c:v>
                </c:pt>
                <c:pt idx="906">
                  <c:v>0.166104274314</c:v>
                </c:pt>
                <c:pt idx="907">
                  <c:v>0.166531359493</c:v>
                </c:pt>
                <c:pt idx="908">
                  <c:v>0.166954767435</c:v>
                </c:pt>
                <c:pt idx="909">
                  <c:v>0.167374415354</c:v>
                </c:pt>
                <c:pt idx="910">
                  <c:v>0.167790221998</c:v>
                </c:pt>
                <c:pt idx="911">
                  <c:v>0.168202107673</c:v>
                </c:pt>
                <c:pt idx="912">
                  <c:v>0.168609994255</c:v>
                </c:pt>
                <c:pt idx="913">
                  <c:v>0.169013805204</c:v>
                </c:pt>
                <c:pt idx="914">
                  <c:v>0.169413465568</c:v>
                </c:pt>
                <c:pt idx="915">
                  <c:v>0.169808901991</c:v>
                </c:pt>
                <c:pt idx="916">
                  <c:v>0.170200042711</c:v>
                </c:pt>
                <c:pt idx="917">
                  <c:v>0.17058681756</c:v>
                </c:pt>
                <c:pt idx="918">
                  <c:v>0.170969157956</c:v>
                </c:pt>
                <c:pt idx="919">
                  <c:v>0.1713469969</c:v>
                </c:pt>
                <c:pt idx="920">
                  <c:v>0.171720268959</c:v>
                </c:pt>
                <c:pt idx="921">
                  <c:v>0.172088910256</c:v>
                </c:pt>
                <c:pt idx="922">
                  <c:v>0.172452858454</c:v>
                </c:pt>
                <c:pt idx="923">
                  <c:v>0.172812052741</c:v>
                </c:pt>
                <c:pt idx="924">
                  <c:v>0.173166433804</c:v>
                </c:pt>
                <c:pt idx="925">
                  <c:v>0.173515943814</c:v>
                </c:pt>
                <c:pt idx="926">
                  <c:v>0.173860526399</c:v>
                </c:pt>
                <c:pt idx="927">
                  <c:v>0.174200126624</c:v>
                </c:pt>
                <c:pt idx="928">
                  <c:v>0.174534690961</c:v>
                </c:pt>
                <c:pt idx="929">
                  <c:v>0.174864167265</c:v>
                </c:pt>
                <c:pt idx="930">
                  <c:v>0.175188504747</c:v>
                </c:pt>
                <c:pt idx="931">
                  <c:v>0.175507653947</c:v>
                </c:pt>
                <c:pt idx="932">
                  <c:v>0.175821566705</c:v>
                </c:pt>
                <c:pt idx="933">
                  <c:v>0.17613019613</c:v>
                </c:pt>
                <c:pt idx="934">
                  <c:v>0.176433496578</c:v>
                </c:pt>
                <c:pt idx="935">
                  <c:v>0.176731423615</c:v>
                </c:pt>
                <c:pt idx="936">
                  <c:v>0.177023933998</c:v>
                </c:pt>
                <c:pt idx="937">
                  <c:v>0.177310985639</c:v>
                </c:pt>
                <c:pt idx="938">
                  <c:v>0.177592537585</c:v>
                </c:pt>
                <c:pt idx="939">
                  <c:v>0.177868549984</c:v>
                </c:pt>
                <c:pt idx="940">
                  <c:v>0.178138984066</c:v>
                </c:pt>
                <c:pt idx="941">
                  <c:v>0.178403802114</c:v>
                </c:pt>
                <c:pt idx="942">
                  <c:v>0.178662967442</c:v>
                </c:pt>
                <c:pt idx="943">
                  <c:v>0.178916444369</c:v>
                </c:pt>
                <c:pt idx="944">
                  <c:v>0.179164198206</c:v>
                </c:pt>
                <c:pt idx="945">
                  <c:v>0.179406195224</c:v>
                </c:pt>
                <c:pt idx="946">
                  <c:v>0.179642402647</c:v>
                </c:pt>
                <c:pt idx="947">
                  <c:v>0.179872788627</c:v>
                </c:pt>
                <c:pt idx="948">
                  <c:v>0.180097322233</c:v>
                </c:pt>
                <c:pt idx="949">
                  <c:v>0.180315973436</c:v>
                </c:pt>
                <c:pt idx="950">
                  <c:v>0.180528713098</c:v>
                </c:pt>
                <c:pt idx="951">
                  <c:v>0.18073551296</c:v>
                </c:pt>
                <c:pt idx="952">
                  <c:v>0.180936345637</c:v>
                </c:pt>
                <c:pt idx="953">
                  <c:v>0.181131184611</c:v>
                </c:pt>
                <c:pt idx="954">
                  <c:v>0.181320004226</c:v>
                </c:pt>
                <c:pt idx="955">
                  <c:v>0.181502779686</c:v>
                </c:pt>
                <c:pt idx="956">
                  <c:v>0.181679487059</c:v>
                </c:pt>
                <c:pt idx="957">
                  <c:v>0.181850103273</c:v>
                </c:pt>
                <c:pt idx="958">
                  <c:v>0.182014606126</c:v>
                </c:pt>
                <c:pt idx="959">
                  <c:v>0.18217297429</c:v>
                </c:pt>
                <c:pt idx="960">
                  <c:v>0.182325187321</c:v>
                </c:pt>
                <c:pt idx="961">
                  <c:v>0.182471225668</c:v>
                </c:pt>
                <c:pt idx="962">
                  <c:v>0.18261107069</c:v>
                </c:pt>
                <c:pt idx="963">
                  <c:v>0.182744704667</c:v>
                </c:pt>
                <c:pt idx="964">
                  <c:v>0.18287211082</c:v>
                </c:pt>
                <c:pt idx="965">
                  <c:v>0.18299327333</c:v>
                </c:pt>
                <c:pt idx="966">
                  <c:v>0.183108177359</c:v>
                </c:pt>
                <c:pt idx="967">
                  <c:v>0.183216809077</c:v>
                </c:pt>
                <c:pt idx="968">
                  <c:v>0.183319155682</c:v>
                </c:pt>
                <c:pt idx="969">
                  <c:v>0.183415205433</c:v>
                </c:pt>
                <c:pt idx="970">
                  <c:v>0.183504947676</c:v>
                </c:pt>
                <c:pt idx="971">
                  <c:v>0.183588372878</c:v>
                </c:pt>
                <c:pt idx="972">
                  <c:v>0.183665472659</c:v>
                </c:pt>
                <c:pt idx="973">
                  <c:v>0.183736239826</c:v>
                </c:pt>
                <c:pt idx="974">
                  <c:v>0.183800668411</c:v>
                </c:pt>
                <c:pt idx="975">
                  <c:v>0.183858753708</c:v>
                </c:pt>
                <c:pt idx="976">
                  <c:v>0.183910492313</c:v>
                </c:pt>
                <c:pt idx="977">
                  <c:v>0.183955882163</c:v>
                </c:pt>
                <c:pt idx="978">
                  <c:v>0.18399492258</c:v>
                </c:pt>
                <c:pt idx="979">
                  <c:v>0.18402761431</c:v>
                </c:pt>
                <c:pt idx="980">
                  <c:v>0.184053959571</c:v>
                </c:pt>
                <c:pt idx="981">
                  <c:v>0.184073962094</c:v>
                </c:pt>
                <c:pt idx="982">
                  <c:v>0.18408762717</c:v>
                </c:pt>
                <c:pt idx="983">
                  <c:v>0.184094961692</c:v>
                </c:pt>
                <c:pt idx="984">
                  <c:v>0.184095974206</c:v>
                </c:pt>
                <c:pt idx="985">
                  <c:v>0.184090674948</c:v>
                </c:pt>
                <c:pt idx="986">
                  <c:v>0.184079075899</c:v>
                </c:pt>
                <c:pt idx="987">
                  <c:v>0.184061190822</c:v>
                </c:pt>
                <c:pt idx="988">
                  <c:v>0.184037035311</c:v>
                </c:pt>
                <c:pt idx="989">
                  <c:v>0.184006626832</c:v>
                </c:pt>
                <c:pt idx="990">
                  <c:v>0.183969984768</c:v>
                </c:pt>
                <c:pt idx="991">
                  <c:v>0.183927130459</c:v>
                </c:pt>
                <c:pt idx="992">
                  <c:v>0.18387808724</c:v>
                </c:pt>
                <c:pt idx="993">
                  <c:v>0.183822880484</c:v>
                </c:pt>
                <c:pt idx="994">
                  <c:v>0.183761537635</c:v>
                </c:pt>
                <c:pt idx="995">
                  <c:v>0.183694088241</c:v>
                </c:pt>
                <c:pt idx="996">
                  <c:v>0.183620563992</c:v>
                </c:pt>
                <c:pt idx="997">
                  <c:v>0.18354099874</c:v>
                </c:pt>
                <c:pt idx="998">
                  <c:v>0.183455428535</c:v>
                </c:pt>
                <c:pt idx="999">
                  <c:v>0.183363891639</c:v>
                </c:pt>
                <c:pt idx="1000">
                  <c:v>0.183266428555</c:v>
                </c:pt>
                <c:pt idx="1001">
                  <c:v>0.183163082033</c:v>
                </c:pt>
                <c:pt idx="1002">
                  <c:v>0.183053897093</c:v>
                </c:pt>
                <c:pt idx="1003">
                  <c:v>0.182938921025</c:v>
                </c:pt>
                <c:pt idx="1004">
                  <c:v>0.182818203398</c:v>
                </c:pt>
                <c:pt idx="1005">
                  <c:v>0.182691796055</c:v>
                </c:pt>
                <c:pt idx="1006">
                  <c:v>0.182559753112</c:v>
                </c:pt>
                <c:pt idx="1007">
                  <c:v>0.182422130948</c:v>
                </c:pt>
                <c:pt idx="1008">
                  <c:v>0.182278988186</c:v>
                </c:pt>
                <c:pt idx="1009">
                  <c:v>0.182130385676</c:v>
                </c:pt>
                <c:pt idx="1010">
                  <c:v>0.181976386468</c:v>
                </c:pt>
                <c:pt idx="1011">
                  <c:v>0.18181705578</c:v>
                </c:pt>
                <c:pt idx="1012">
                  <c:v>0.181652460965</c:v>
                </c:pt>
                <c:pt idx="1013">
                  <c:v>0.181482671463</c:v>
                </c:pt>
                <c:pt idx="1014">
                  <c:v>0.181307758758</c:v>
                </c:pt>
                <c:pt idx="1015">
                  <c:v>0.18112779632</c:v>
                </c:pt>
                <c:pt idx="1016">
                  <c:v>0.180942859549</c:v>
                </c:pt>
                <c:pt idx="1017">
                  <c:v>0.180753025705</c:v>
                </c:pt>
                <c:pt idx="1018">
                  <c:v>0.180558373841</c:v>
                </c:pt>
                <c:pt idx="1019">
                  <c:v>0.180358984723</c:v>
                </c:pt>
                <c:pt idx="1020">
                  <c:v>0.18015494075</c:v>
                </c:pt>
                <c:pt idx="1021">
                  <c:v>0.179946325862</c:v>
                </c:pt>
                <c:pt idx="1022">
                  <c:v>0.17973322545</c:v>
                </c:pt>
                <c:pt idx="1023">
                  <c:v>0.179515726256</c:v>
                </c:pt>
                <c:pt idx="1024">
                  <c:v>0.179293916268</c:v>
                </c:pt>
                <c:pt idx="1025">
                  <c:v>0.179067884614</c:v>
                </c:pt>
                <c:pt idx="1026">
                  <c:v>0.178837721447</c:v>
                </c:pt>
                <c:pt idx="1027">
                  <c:v>0.178603517825</c:v>
                </c:pt>
                <c:pt idx="1028">
                  <c:v>0.178365365597</c:v>
                </c:pt>
                <c:pt idx="1029">
                  <c:v>0.178123357269</c:v>
                </c:pt>
                <c:pt idx="1030">
                  <c:v>0.177877585881</c:v>
                </c:pt>
                <c:pt idx="1031">
                  <c:v>0.177628144873</c:v>
                </c:pt>
                <c:pt idx="1032">
                  <c:v>0.177375127951</c:v>
                </c:pt>
                <c:pt idx="1033">
                  <c:v>0.177118628952</c:v>
                </c:pt>
                <c:pt idx="1034">
                  <c:v>0.176858741701</c:v>
                </c:pt>
                <c:pt idx="1035">
                  <c:v>0.176595559877</c:v>
                </c:pt>
                <c:pt idx="1036">
                  <c:v>0.176329176866</c:v>
                </c:pt>
                <c:pt idx="1037">
                  <c:v>0.176059685622</c:v>
                </c:pt>
                <c:pt idx="1038">
                  <c:v>0.175787178526</c:v>
                </c:pt>
                <c:pt idx="1039">
                  <c:v>0.17551174724</c:v>
                </c:pt>
                <c:pt idx="1040">
                  <c:v>0.175233482569</c:v>
                </c:pt>
                <c:pt idx="1041">
                  <c:v>0.174952474319</c:v>
                </c:pt>
                <c:pt idx="1042">
                  <c:v>0.174668811158</c:v>
                </c:pt>
                <c:pt idx="1043">
                  <c:v>0.17438258048</c:v>
                </c:pt>
                <c:pt idx="1044">
                  <c:v>0.174093868269</c:v>
                </c:pt>
                <c:pt idx="1045">
                  <c:v>0.173802758964</c:v>
                </c:pt>
                <c:pt idx="1046">
                  <c:v>0.173509335335</c:v>
                </c:pt>
                <c:pt idx="1047">
                  <c:v>0.173213678351</c:v>
                </c:pt>
                <c:pt idx="1048">
                  <c:v>0.172915867062</c:v>
                </c:pt>
                <c:pt idx="1049">
                  <c:v>0.172615978477</c:v>
                </c:pt>
                <c:pt idx="1050">
                  <c:v>0.172314087453</c:v>
                </c:pt>
                <c:pt idx="1051">
                  <c:v>0.172010266579</c:v>
                </c:pt>
                <c:pt idx="1052">
                  <c:v>0.17170458608</c:v>
                </c:pt>
                <c:pt idx="1053">
                  <c:v>0.171397113707</c:v>
                </c:pt>
                <c:pt idx="1054">
                  <c:v>0.171087914651</c:v>
                </c:pt>
                <c:pt idx="1055">
                  <c:v>0.170777051446</c:v>
                </c:pt>
                <c:pt idx="1056">
                  <c:v>0.170464583889</c:v>
                </c:pt>
                <c:pt idx="1057">
                  <c:v>0.170150568963</c:v>
                </c:pt>
                <c:pt idx="1058">
                  <c:v>0.16983506076</c:v>
                </c:pt>
                <c:pt idx="1059">
                  <c:v>0.169518110416</c:v>
                </c:pt>
                <c:pt idx="1060">
                  <c:v>0.169199766052</c:v>
                </c:pt>
                <c:pt idx="1061">
                  <c:v>0.168880072717</c:v>
                </c:pt>
                <c:pt idx="1062">
                  <c:v>0.168559072339</c:v>
                </c:pt>
                <c:pt idx="1063">
                  <c:v>0.168236803684</c:v>
                </c:pt>
                <c:pt idx="1064">
                  <c:v>0.167913302317</c:v>
                </c:pt>
                <c:pt idx="1065">
                  <c:v>0.167588600568</c:v>
                </c:pt>
                <c:pt idx="1066">
                  <c:v>0.167262727514</c:v>
                </c:pt>
                <c:pt idx="1067">
                  <c:v>0.166935708952</c:v>
                </c:pt>
                <c:pt idx="1068">
                  <c:v>0.166607567388</c:v>
                </c:pt>
                <c:pt idx="1069">
                  <c:v>0.166278322028</c:v>
                </c:pt>
                <c:pt idx="1070">
                  <c:v>0.165947988774</c:v>
                </c:pt>
                <c:pt idx="1071">
                  <c:v>0.165616580228</c:v>
                </c:pt>
                <c:pt idx="1072">
                  <c:v>0.165284105694</c:v>
                </c:pt>
                <c:pt idx="1073">
                  <c:v>0.164950571196</c:v>
                </c:pt>
                <c:pt idx="1074">
                  <c:v>0.164615979491</c:v>
                </c:pt>
                <c:pt idx="1075">
                  <c:v>0.164280330093</c:v>
                </c:pt>
                <c:pt idx="1076">
                  <c:v>0.163943619293</c:v>
                </c:pt>
                <c:pt idx="1077">
                  <c:v>0.163605840196</c:v>
                </c:pt>
                <c:pt idx="1078">
                  <c:v>0.163266982752</c:v>
                </c:pt>
                <c:pt idx="1079">
                  <c:v>0.162927033794</c:v>
                </c:pt>
                <c:pt idx="1080">
                  <c:v>0.162585977078</c:v>
                </c:pt>
                <c:pt idx="1081">
                  <c:v>0.162243793333</c:v>
                </c:pt>
                <c:pt idx="1082">
                  <c:v>0.161900460305</c:v>
                </c:pt>
                <c:pt idx="1083">
                  <c:v>0.161555952811</c:v>
                </c:pt>
                <c:pt idx="1084">
                  <c:v>0.161210242797</c:v>
                </c:pt>
                <c:pt idx="1085">
                  <c:v>0.160863299388</c:v>
                </c:pt>
                <c:pt idx="1086">
                  <c:v>0.160515088958</c:v>
                </c:pt>
                <c:pt idx="1087">
                  <c:v>0.160165575188</c:v>
                </c:pt>
                <c:pt idx="1088">
                  <c:v>0.159814719131</c:v>
                </c:pt>
                <c:pt idx="1089">
                  <c:v>0.159462479285</c:v>
                </c:pt>
                <c:pt idx="1090">
                  <c:v>0.159108811659</c:v>
                </c:pt>
                <c:pt idx="1091">
                  <c:v>0.158753669849</c:v>
                </c:pt>
                <c:pt idx="1092">
                  <c:v>0.158397005109</c:v>
                </c:pt>
                <c:pt idx="1093">
                  <c:v>0.158038766431</c:v>
                </c:pt>
                <c:pt idx="1094">
                  <c:v>0.157678900621</c:v>
                </c:pt>
                <c:pt idx="1095">
                  <c:v>0.157317352382</c:v>
                </c:pt>
                <c:pt idx="1096">
                  <c:v>0.15695406439</c:v>
                </c:pt>
                <c:pt idx="1097">
                  <c:v>0.156588977386</c:v>
                </c:pt>
                <c:pt idx="1098">
                  <c:v>0.156222030253</c:v>
                </c:pt>
                <c:pt idx="1099">
                  <c:v>0.155853160107</c:v>
                </c:pt>
                <c:pt idx="1100">
                  <c:v>0.155482302384</c:v>
                </c:pt>
                <c:pt idx="1101">
                  <c:v>0.15510939093</c:v>
                </c:pt>
                <c:pt idx="1102">
                  <c:v>0.154734358088</c:v>
                </c:pt>
                <c:pt idx="1103">
                  <c:v>0.154357134797</c:v>
                </c:pt>
                <c:pt idx="1104">
                  <c:v>0.153977650679</c:v>
                </c:pt>
                <c:pt idx="1105">
                  <c:v>0.153595834139</c:v>
                </c:pt>
                <c:pt idx="1106">
                  <c:v>0.153211612458</c:v>
                </c:pt>
                <c:pt idx="1107">
                  <c:v>0.15282491189</c:v>
                </c:pt>
                <c:pt idx="1108">
                  <c:v>0.152435657766</c:v>
                </c:pt>
                <c:pt idx="1109">
                  <c:v>0.152043774589</c:v>
                </c:pt>
                <c:pt idx="1110">
                  <c:v>0.151649186138</c:v>
                </c:pt>
                <c:pt idx="1111">
                  <c:v>0.151251815571</c:v>
                </c:pt>
                <c:pt idx="1112">
                  <c:v>0.150851585528</c:v>
                </c:pt>
                <c:pt idx="1113">
                  <c:v>0.15044841824</c:v>
                </c:pt>
                <c:pt idx="1114">
                  <c:v>0.150042235633</c:v>
                </c:pt>
                <c:pt idx="1115">
                  <c:v>0.149632959439</c:v>
                </c:pt>
                <c:pt idx="1116">
                  <c:v>0.149220511305</c:v>
                </c:pt>
                <c:pt idx="1117">
                  <c:v>0.148804812905</c:v>
                </c:pt>
                <c:pt idx="1118">
                  <c:v>0.148385786051</c:v>
                </c:pt>
                <c:pt idx="1119">
                  <c:v>0.147963352811</c:v>
                </c:pt>
                <c:pt idx="1120">
                  <c:v>0.147537435624</c:v>
                </c:pt>
                <c:pt idx="1121">
                  <c:v>0.147107957413</c:v>
                </c:pt>
                <c:pt idx="1122">
                  <c:v>0.14667484171</c:v>
                </c:pt>
                <c:pt idx="1123">
                  <c:v>0.146238012773</c:v>
                </c:pt>
                <c:pt idx="1124">
                  <c:v>0.145797395706</c:v>
                </c:pt>
                <c:pt idx="1125">
                  <c:v>0.145352916585</c:v>
                </c:pt>
                <c:pt idx="1126">
                  <c:v>0.14490450258</c:v>
                </c:pt>
                <c:pt idx="1127">
                  <c:v>0.144452082079</c:v>
                </c:pt>
                <c:pt idx="1128">
                  <c:v>0.143995584819</c:v>
                </c:pt>
                <c:pt idx="1129">
                  <c:v>0.143534942009</c:v>
                </c:pt>
                <c:pt idx="1130">
                  <c:v>0.143070086458</c:v>
                </c:pt>
                <c:pt idx="1131">
                  <c:v>0.142600952711</c:v>
                </c:pt>
                <c:pt idx="1132">
                  <c:v>0.142127477171</c:v>
                </c:pt>
                <c:pt idx="1133">
                  <c:v>0.141649598232</c:v>
                </c:pt>
                <c:pt idx="1134">
                  <c:v>0.141167256414</c:v>
                </c:pt>
                <c:pt idx="1135">
                  <c:v>0.14068039449</c:v>
                </c:pt>
                <c:pt idx="1136">
                  <c:v>0.140188957619</c:v>
                </c:pt>
                <c:pt idx="1137">
                  <c:v>0.139692893479</c:v>
                </c:pt>
                <c:pt idx="1138">
                  <c:v>0.139192152397</c:v>
                </c:pt>
                <c:pt idx="1139">
                  <c:v>0.138686687479</c:v>
                </c:pt>
                <c:pt idx="1140">
                  <c:v>0.138176454741</c:v>
                </c:pt>
                <c:pt idx="1141">
                  <c:v>0.13766141324</c:v>
                </c:pt>
                <c:pt idx="1142">
                  <c:v>0.137141525199</c:v>
                </c:pt>
                <c:pt idx="1143">
                  <c:v>0.136616756136</c:v>
                </c:pt>
                <c:pt idx="1144">
                  <c:v>0.136087074987</c:v>
                </c:pt>
                <c:pt idx="1145">
                  <c:v>0.13555245423</c:v>
                </c:pt>
                <c:pt idx="1146">
                  <c:v>0.135012870004</c:v>
                </c:pt>
                <c:pt idx="1147">
                  <c:v>0.134468302227</c:v>
                </c:pt>
                <c:pt idx="1148">
                  <c:v>0.133918734711</c:v>
                </c:pt>
                <c:pt idx="1149">
                  <c:v>0.13336415527</c:v>
                </c:pt>
                <c:pt idx="1150">
                  <c:v>0.132804555833</c:v>
                </c:pt>
                <c:pt idx="1151">
                  <c:v>0.132239932539</c:v>
                </c:pt>
                <c:pt idx="1152">
                  <c:v>0.131670285843</c:v>
                </c:pt>
                <c:pt idx="1153">
                  <c:v>0.131095620604</c:v>
                </c:pt>
                <c:pt idx="1154">
                  <c:v>0.130515946174</c:v>
                </c:pt>
                <c:pt idx="1155">
                  <c:v>0.129931276482</c:v>
                </c:pt>
                <c:pt idx="1156">
                  <c:v>0.129341630106</c:v>
                </c:pt>
                <c:pt idx="1157">
                  <c:v>0.128747030348</c:v>
                </c:pt>
                <c:pt idx="1158">
                  <c:v>0.128147505292</c:v>
                </c:pt>
                <c:pt idx="1159">
                  <c:v>0.127543087861</c:v>
                </c:pt>
                <c:pt idx="1160">
                  <c:v>0.126933815863</c:v>
                </c:pt>
                <c:pt idx="1161">
                  <c:v>0.126319732031</c:v>
                </c:pt>
                <c:pt idx="1162">
                  <c:v>0.125700884056</c:v>
                </c:pt>
                <c:pt idx="1163">
                  <c:v>0.125077324606</c:v>
                </c:pt>
                <c:pt idx="1164">
                  <c:v>0.124449111341</c:v>
                </c:pt>
                <c:pt idx="1165">
                  <c:v>0.123816306916</c:v>
                </c:pt>
                <c:pt idx="1166">
                  <c:v>0.123178978975</c:v>
                </c:pt>
                <c:pt idx="1167">
                  <c:v>0.122537200137</c:v>
                </c:pt>
                <c:pt idx="1168">
                  <c:v>0.121891047969</c:v>
                </c:pt>
                <c:pt idx="1169">
                  <c:v>0.12124060495</c:v>
                </c:pt>
                <c:pt idx="1170">
                  <c:v>0.120585958425</c:v>
                </c:pt>
                <c:pt idx="1171">
                  <c:v>0.119927200548</c:v>
                </c:pt>
                <c:pt idx="1172">
                  <c:v>0.119264428216</c:v>
                </c:pt>
                <c:pt idx="1173">
                  <c:v>0.11859774299</c:v>
                </c:pt>
                <c:pt idx="1174">
                  <c:v>0.117927251006</c:v>
                </c:pt>
                <c:pt idx="1175">
                  <c:v>0.117253062878</c:v>
                </c:pt>
                <c:pt idx="1176">
                  <c:v>0.116575293587</c:v>
                </c:pt>
                <c:pt idx="1177">
                  <c:v>0.115894062363</c:v>
                </c:pt>
                <c:pt idx="1178">
                  <c:v>0.115209492555</c:v>
                </c:pt>
                <c:pt idx="1179">
                  <c:v>0.11452171149</c:v>
                </c:pt>
                <c:pt idx="1180">
                  <c:v>0.113830850328</c:v>
                </c:pt>
                <c:pt idx="1181">
                  <c:v>0.1131370439</c:v>
                </c:pt>
                <c:pt idx="1182">
                  <c:v>0.112440430543</c:v>
                </c:pt>
                <c:pt idx="1183">
                  <c:v>0.111741151924</c:v>
                </c:pt>
                <c:pt idx="1184">
                  <c:v>0.111039352856</c:v>
                </c:pt>
                <c:pt idx="1185">
                  <c:v>0.110335181112</c:v>
                </c:pt>
                <c:pt idx="1186">
                  <c:v>0.109628787219</c:v>
                </c:pt>
                <c:pt idx="1187">
                  <c:v>0.108920324262</c:v>
                </c:pt>
                <c:pt idx="1188">
                  <c:v>0.108209947667</c:v>
                </c:pt>
                <c:pt idx="1189">
                  <c:v>0.107497814992</c:v>
                </c:pt>
                <c:pt idx="1190">
                  <c:v>0.106784085703</c:v>
                </c:pt>
                <c:pt idx="1191">
                  <c:v>0.106068920954</c:v>
                </c:pt>
                <c:pt idx="1192">
                  <c:v>0.105352483354</c:v>
                </c:pt>
                <c:pt idx="1193">
                  <c:v>0.104634936747</c:v>
                </c:pt>
                <c:pt idx="1194">
                  <c:v>0.103916445974</c:v>
                </c:pt>
                <c:pt idx="1195">
                  <c:v>0.103197176642</c:v>
                </c:pt>
                <c:pt idx="1196">
                  <c:v>0.102477294894</c:v>
                </c:pt>
                <c:pt idx="1197">
                  <c:v>0.101756967175</c:v>
                </c:pt>
                <c:pt idx="1198">
                  <c:v>0.101036360001</c:v>
                </c:pt>
                <c:pt idx="1199">
                  <c:v>0.100315639731</c:v>
                </c:pt>
                <c:pt idx="1200">
                  <c:v>0.0995949723414</c:v>
                </c:pt>
                <c:pt idx="1201">
                  <c:v>0.0988745231975</c:v>
                </c:pt>
                <c:pt idx="1202">
                  <c:v>0.0981544568388</c:v>
                </c:pt>
                <c:pt idx="1203">
                  <c:v>0.0974349367614</c:v>
                </c:pt>
                <c:pt idx="1204">
                  <c:v>0.096716125208</c:v>
                </c:pt>
                <c:pt idx="1205">
                  <c:v>0.0959981829629</c:v>
                </c:pt>
                <c:pt idx="1206">
                  <c:v>0.0952812691535</c:v>
                </c:pt>
                <c:pt idx="1207">
                  <c:v>0.0945655410581</c:v>
                </c:pt>
                <c:pt idx="1208">
                  <c:v>0.0938511539207</c:v>
                </c:pt>
                <c:pt idx="1209">
                  <c:v>0.0931382607737</c:v>
                </c:pt>
                <c:pt idx="1210">
                  <c:v>0.0924270122678</c:v>
                </c:pt>
                <c:pt idx="1211">
                  <c:v>0.0917175565109</c:v>
                </c:pt>
                <c:pt idx="1212">
                  <c:v>0.0910100389145</c:v>
                </c:pt>
                <c:pt idx="1213">
                  <c:v>0.09030460205</c:v>
                </c:pt>
                <c:pt idx="1214">
                  <c:v>0.0896013855128</c:v>
                </c:pt>
                <c:pt idx="1215">
                  <c:v>0.0889005257966</c:v>
                </c:pt>
                <c:pt idx="1216">
                  <c:v>0.088202156176</c:v>
                </c:pt>
                <c:pt idx="1217">
                  <c:v>0.0875064065991</c:v>
                </c:pt>
                <c:pt idx="1218">
                  <c:v>0.0868134035892</c:v>
                </c:pt>
                <c:pt idx="1219">
                  <c:v>0.0861232701561</c:v>
                </c:pt>
                <c:pt idx="1220">
                  <c:v>0.0854361257163</c:v>
                </c:pt>
                <c:pt idx="1221">
                  <c:v>0.084752086023</c:v>
                </c:pt>
                <c:pt idx="1222">
                  <c:v>0.084071263105</c:v>
                </c:pt>
                <c:pt idx="1223">
                  <c:v>0.0833937652148</c:v>
                </c:pt>
                <c:pt idx="1224">
                  <c:v>0.0827196967857</c:v>
                </c:pt>
                <c:pt idx="1225">
                  <c:v>0.0820491583967</c:v>
                </c:pt>
                <c:pt idx="1226">
                  <c:v>0.0813822467477</c:v>
                </c:pt>
                <c:pt idx="1227">
                  <c:v>0.0807190546408</c:v>
                </c:pt>
                <c:pt idx="1228">
                  <c:v>0.0800596709711</c:v>
                </c:pt>
                <c:pt idx="1229">
                  <c:v>0.0794041807249</c:v>
                </c:pt>
                <c:pt idx="1230">
                  <c:v>0.0787526649847</c:v>
                </c:pt>
                <c:pt idx="1231">
                  <c:v>0.0781052009417</c:v>
                </c:pt>
                <c:pt idx="1232">
                  <c:v>0.0774618619153</c:v>
                </c:pt>
                <c:pt idx="1233">
                  <c:v>0.0768227173786</c:v>
                </c:pt>
                <c:pt idx="1234">
                  <c:v>0.0761878329903</c:v>
                </c:pt>
                <c:pt idx="1235">
                  <c:v>0.0755572706318</c:v>
                </c:pt>
                <c:pt idx="1236">
                  <c:v>0.0749310884506</c:v>
                </c:pt>
                <c:pt idx="1237">
                  <c:v>0.074309340908</c:v>
                </c:pt>
                <c:pt idx="1238">
                  <c:v>0.0736920788314</c:v>
                </c:pt>
                <c:pt idx="1239">
                  <c:v>0.0730793494719</c:v>
                </c:pt>
                <c:pt idx="1240">
                  <c:v>0.0724711965646</c:v>
                </c:pt>
                <c:pt idx="1241">
                  <c:v>0.0718676603935</c:v>
                </c:pt>
                <c:pt idx="1242">
                  <c:v>0.0712687778595</c:v>
                </c:pt>
                <c:pt idx="1243">
                  <c:v>0.0706745825509</c:v>
                </c:pt>
                <c:pt idx="1244">
                  <c:v>0.0700851048174</c:v>
                </c:pt>
                <c:pt idx="1245">
                  <c:v>0.0695003718457</c:v>
                </c:pt>
                <c:pt idx="1246">
                  <c:v>0.0689204077376</c:v>
                </c:pt>
                <c:pt idx="1247">
                  <c:v>0.0683452335897</c:v>
                </c:pt>
                <c:pt idx="1248">
                  <c:v>0.0677748675745</c:v>
                </c:pt>
                <c:pt idx="1249">
                  <c:v>0.067209325023</c:v>
                </c:pt>
                <c:pt idx="1250">
                  <c:v>0.0666486185079</c:v>
                </c:pt>
                <c:pt idx="1251">
                  <c:v>0.0660927579279</c:v>
                </c:pt>
                <c:pt idx="1252">
                  <c:v>0.065541750592</c:v>
                </c:pt>
                <c:pt idx="1253">
                  <c:v>0.0649956013045</c:v>
                </c:pt>
                <c:pt idx="1254">
                  <c:v>0.0644543124502</c:v>
                </c:pt>
                <c:pt idx="1255">
                  <c:v>0.0639178840783</c:v>
                </c:pt>
                <c:pt idx="1256">
                  <c:v>0.0633863139878</c:v>
                </c:pt>
                <c:pt idx="1257">
                  <c:v>0.0628595978109</c:v>
                </c:pt>
                <c:pt idx="1258">
                  <c:v>0.0623377290966</c:v>
                </c:pt>
                <c:pt idx="1259">
                  <c:v>0.0618206993927</c:v>
                </c:pt>
                <c:pt idx="1260">
                  <c:v>0.0613084983282</c:v>
                </c:pt>
                <c:pt idx="1261">
                  <c:v>0.0608011136932</c:v>
                </c:pt>
                <c:pt idx="1262">
                  <c:v>0.0602985315187</c:v>
                </c:pt>
                <c:pt idx="1263">
                  <c:v>0.0598007361544</c:v>
                </c:pt>
                <c:pt idx="1264">
                  <c:v>0.0593077103458</c:v>
                </c:pt>
                <c:pt idx="1265">
                  <c:v>0.0588194353095</c:v>
                </c:pt>
                <c:pt idx="1266">
                  <c:v>0.0583358908069</c:v>
                </c:pt>
                <c:pt idx="1267">
                  <c:v>0.0578570552169</c:v>
                </c:pt>
                <c:pt idx="1268">
                  <c:v>0.0573829056061</c:v>
                </c:pt>
                <c:pt idx="1269">
                  <c:v>0.0569134177982</c:v>
                </c:pt>
                <c:pt idx="1270">
                  <c:v>0.0564485664412</c:v>
                </c:pt>
                <c:pt idx="1271">
                  <c:v>0.0559883250731</c:v>
                </c:pt>
                <c:pt idx="1272">
                  <c:v>0.0555326661856</c:v>
                </c:pt>
                <c:pt idx="1273">
                  <c:v>0.0550815612863</c:v>
                </c:pt>
                <c:pt idx="1274">
                  <c:v>0.054634980959</c:v>
                </c:pt>
                <c:pt idx="1275">
                  <c:v>0.054192894922</c:v>
                </c:pt>
                <c:pt idx="1276">
                  <c:v>0.053755272085</c:v>
                </c:pt>
                <c:pt idx="1277">
                  <c:v>0.0533220806039</c:v>
                </c:pt>
                <c:pt idx="1278">
                  <c:v>0.052893287934</c:v>
                </c:pt>
                <c:pt idx="1279">
                  <c:v>0.0524688608813</c:v>
                </c:pt>
                <c:pt idx="1280">
                  <c:v>0.0520487656519</c:v>
                </c:pt>
                <c:pt idx="1281">
                  <c:v>0.0516329679001</c:v>
                </c:pt>
                <c:pt idx="1282">
                  <c:v>0.0512214327743</c:v>
                </c:pt>
                <c:pt idx="1283">
                  <c:v>0.0508141249615</c:v>
                </c:pt>
                <c:pt idx="1284">
                  <c:v>0.0504110087301</c:v>
                </c:pt>
                <c:pt idx="1285">
                  <c:v>0.0500120479708</c:v>
                </c:pt>
                <c:pt idx="1286">
                  <c:v>0.049617206236</c:v>
                </c:pt>
                <c:pt idx="1287">
                  <c:v>0.0492264467781</c:v>
                </c:pt>
                <c:pt idx="1288">
                  <c:v>0.0488397325853</c:v>
                </c:pt>
                <c:pt idx="1289">
                  <c:v>0.0484570264167</c:v>
                </c:pt>
                <c:pt idx="1290">
                  <c:v>0.0480782908357</c:v>
                </c:pt>
                <c:pt idx="1291">
                  <c:v>0.0477034882414</c:v>
                </c:pt>
                <c:pt idx="1292">
                  <c:v>0.0473325808997</c:v>
                </c:pt>
                <c:pt idx="1293">
                  <c:v>0.0469655309716</c:v>
                </c:pt>
                <c:pt idx="1294">
                  <c:v>0.0466023005419</c:v>
                </c:pt>
                <c:pt idx="1295">
                  <c:v>0.0462428516446</c:v>
                </c:pt>
                <c:pt idx="1296">
                  <c:v>0.0458871462889</c:v>
                </c:pt>
                <c:pt idx="1297">
                  <c:v>0.0455351464826</c:v>
                </c:pt>
                <c:pt idx="1298">
                  <c:v>0.0451868142552</c:v>
                </c:pt>
                <c:pt idx="1299">
                  <c:v>0.0448421116794</c:v>
                </c:pt>
                <c:pt idx="1300">
                  <c:v>0.0445010008915</c:v>
                </c:pt>
                <c:pt idx="1301">
                  <c:v>0.0441634441107</c:v>
                </c:pt>
                <c:pt idx="1302">
                  <c:v>0.043829403658</c:v>
                </c:pt>
                <c:pt idx="1303">
                  <c:v>0.0434988419728</c:v>
                </c:pt>
                <c:pt idx="1304">
                  <c:v>0.0431717216301</c:v>
                </c:pt>
                <c:pt idx="1305">
                  <c:v>0.0428480053554</c:v>
                </c:pt>
                <c:pt idx="1306">
                  <c:v>0.0425276560392</c:v>
                </c:pt>
                <c:pt idx="1307">
                  <c:v>0.0422106367512</c:v>
                </c:pt>
                <c:pt idx="1308">
                  <c:v>0.0418969107529</c:v>
                </c:pt>
                <c:pt idx="1309">
                  <c:v>0.0415864415094</c:v>
                </c:pt>
                <c:pt idx="1310">
                  <c:v>0.0412791927009</c:v>
                </c:pt>
                <c:pt idx="1311">
                  <c:v>0.0409751282336</c:v>
                </c:pt>
                <c:pt idx="1312">
                  <c:v>0.0406742122488</c:v>
                </c:pt>
                <c:pt idx="1313">
                  <c:v>0.0403764091325</c:v>
                </c:pt>
                <c:pt idx="1314">
                  <c:v>0.040081683524</c:v>
                </c:pt>
                <c:pt idx="1315">
                  <c:v>0.0397900003234</c:v>
                </c:pt>
                <c:pt idx="1316">
                  <c:v>0.039501324699</c:v>
                </c:pt>
                <c:pt idx="1317">
                  <c:v>0.0392156220944</c:v>
                </c:pt>
                <c:pt idx="1318">
                  <c:v>0.0389328582339</c:v>
                </c:pt>
                <c:pt idx="1319">
                  <c:v>0.0386529991287</c:v>
                </c:pt>
                <c:pt idx="1320">
                  <c:v>0.0383760110818</c:v>
                </c:pt>
                <c:pt idx="1321">
                  <c:v>0.0381018606927</c:v>
                </c:pt>
                <c:pt idx="1322">
                  <c:v>0.0378305148615</c:v>
                </c:pt>
                <c:pt idx="1323">
                  <c:v>0.0375619407929</c:v>
                </c:pt>
                <c:pt idx="1324">
                  <c:v>0.0372961059992</c:v>
                </c:pt>
                <c:pt idx="1325">
                  <c:v>0.0370329783035</c:v>
                </c:pt>
                <c:pt idx="1326">
                  <c:v>0.036772525842</c:v>
                </c:pt>
                <c:pt idx="1327">
                  <c:v>0.0365147170667</c:v>
                </c:pt>
                <c:pt idx="1328">
                  <c:v>0.0362595207468</c:v>
                </c:pt>
                <c:pt idx="1329">
                  <c:v>0.0360069059704</c:v>
                </c:pt>
                <c:pt idx="1330">
                  <c:v>0.0357568421459</c:v>
                </c:pt>
                <c:pt idx="1331">
                  <c:v>0.0355092990028</c:v>
                </c:pt>
                <c:pt idx="1332">
                  <c:v>0.0352642465924</c:v>
                </c:pt>
                <c:pt idx="1333">
                  <c:v>0.0350216552884</c:v>
                </c:pt>
                <c:pt idx="1334">
                  <c:v>0.0347814957869</c:v>
                </c:pt>
                <c:pt idx="1335">
                  <c:v>0.0345437391064</c:v>
                </c:pt>
                <c:pt idx="1336">
                  <c:v>0.0343083565876</c:v>
                </c:pt>
                <c:pt idx="1337">
                  <c:v>0.0340753198929</c:v>
                </c:pt>
                <c:pt idx="1338">
                  <c:v>0.0338446010057</c:v>
                </c:pt>
                <c:pt idx="1339">
                  <c:v>0.0336161722295</c:v>
                </c:pt>
                <c:pt idx="1340">
                  <c:v>0.0333900061873</c:v>
                </c:pt>
                <c:pt idx="1341">
                  <c:v>0.0331660758198</c:v>
                </c:pt>
                <c:pt idx="1342">
                  <c:v>0.0329443543845</c:v>
                </c:pt>
                <c:pt idx="1343">
                  <c:v>0.032724815454</c:v>
                </c:pt>
                <c:pt idx="1344">
                  <c:v>0.0325074329148</c:v>
                </c:pt>
                <c:pt idx="1345">
                  <c:v>0.032292180965</c:v>
                </c:pt>
                <c:pt idx="1346">
                  <c:v>0.0320790341129</c:v>
                </c:pt>
                <c:pt idx="1347">
                  <c:v>0.0318679671748</c:v>
                </c:pt>
                <c:pt idx="1348">
                  <c:v>0.0316589552732</c:v>
                </c:pt>
                <c:pt idx="1349">
                  <c:v>0.0314519738345</c:v>
                </c:pt>
                <c:pt idx="1350">
                  <c:v>0.0312469985867</c:v>
                </c:pt>
                <c:pt idx="1351">
                  <c:v>0.0310440055573</c:v>
                </c:pt>
                <c:pt idx="1352">
                  <c:v>0.0308429710708</c:v>
                </c:pt>
                <c:pt idx="1353">
                  <c:v>0.0306438717464</c:v>
                </c:pt>
                <c:pt idx="1354">
                  <c:v>0.0304466844951</c:v>
                </c:pt>
                <c:pt idx="1355">
                  <c:v>0.0302513865178</c:v>
                </c:pt>
                <c:pt idx="1356">
                  <c:v>0.030057955302</c:v>
                </c:pt>
                <c:pt idx="1357">
                  <c:v>0.0298663686198</c:v>
                </c:pt>
                <c:pt idx="1358">
                  <c:v>0.0296766045245</c:v>
                </c:pt>
                <c:pt idx="1359">
                  <c:v>0.0294886413486</c:v>
                </c:pt>
                <c:pt idx="1360">
                  <c:v>0.0293024577003</c:v>
                </c:pt>
                <c:pt idx="1361">
                  <c:v>0.0291180324615</c:v>
                </c:pt>
                <c:pt idx="1362">
                  <c:v>0.0289353447844</c:v>
                </c:pt>
                <c:pt idx="1363">
                  <c:v>0.0287543740886</c:v>
                </c:pt>
                <c:pt idx="1364">
                  <c:v>0.0285751000589</c:v>
                </c:pt>
                <c:pt idx="1365">
                  <c:v>0.0283975026417</c:v>
                </c:pt>
                <c:pt idx="1366">
                  <c:v>0.0282215620425</c:v>
                </c:pt>
                <c:pt idx="1367">
                  <c:v>0.0280472587231</c:v>
                </c:pt>
                <c:pt idx="1368">
                  <c:v>0.0278745733984</c:v>
                </c:pt>
                <c:pt idx="1369">
                  <c:v>0.0277034870335</c:v>
                </c:pt>
                <c:pt idx="1370">
                  <c:v>0.0275339808413</c:v>
                </c:pt>
                <c:pt idx="1371">
                  <c:v>0.0273660362789</c:v>
                </c:pt>
                <c:pt idx="1372">
                  <c:v>0.0271996350453</c:v>
                </c:pt>
                <c:pt idx="1373">
                  <c:v>0.0270347590781</c:v>
                </c:pt>
                <c:pt idx="1374">
                  <c:v>0.0268713905509</c:v>
                </c:pt>
                <c:pt idx="1375">
                  <c:v>0.0267095118702</c:v>
                </c:pt>
                <c:pt idx="1376">
                  <c:v>0.0265491056727</c:v>
                </c:pt>
                <c:pt idx="1377">
                  <c:v>0.0263901548224</c:v>
                </c:pt>
                <c:pt idx="1378">
                  <c:v>0.0262326424077</c:v>
                </c:pt>
                <c:pt idx="1379">
                  <c:v>0.0260765517387</c:v>
                </c:pt>
                <c:pt idx="1380">
                  <c:v>0.0259218663443</c:v>
                </c:pt>
                <c:pt idx="1381">
                  <c:v>0.0257685699695</c:v>
                </c:pt>
                <c:pt idx="1382">
                  <c:v>0.0256166465725</c:v>
                </c:pt>
                <c:pt idx="1383">
                  <c:v>0.0254660803219</c:v>
                </c:pt>
                <c:pt idx="1384">
                  <c:v>0.0253168555945</c:v>
                </c:pt>
                <c:pt idx="1385">
                  <c:v>0.0251689569718</c:v>
                </c:pt>
                <c:pt idx="1386">
                  <c:v>0.0250223692379</c:v>
                </c:pt>
                <c:pt idx="1387">
                  <c:v>0.0248770773765</c:v>
                </c:pt>
                <c:pt idx="1388">
                  <c:v>0.0247330665686</c:v>
                </c:pt>
                <c:pt idx="1389">
                  <c:v>0.0245903221895</c:v>
                </c:pt>
                <c:pt idx="1390">
                  <c:v>0.0244488298066</c:v>
                </c:pt>
                <c:pt idx="1391">
                  <c:v>0.0243085751766</c:v>
                </c:pt>
                <c:pt idx="1392">
                  <c:v>0.0241695442427</c:v>
                </c:pt>
                <c:pt idx="1393">
                  <c:v>0.0240317231329</c:v>
                </c:pt>
                <c:pt idx="1394">
                  <c:v>0.0238950981565</c:v>
                </c:pt>
                <c:pt idx="1395">
                  <c:v>0.0237596558026</c:v>
                </c:pt>
                <c:pt idx="1396">
                  <c:v>0.0236253827369</c:v>
                </c:pt>
                <c:pt idx="1397">
                  <c:v>0.0234922657996</c:v>
                </c:pt>
                <c:pt idx="1398">
                  <c:v>0.0233602920034</c:v>
                </c:pt>
                <c:pt idx="1399">
                  <c:v>0.0232294485303</c:v>
                </c:pt>
                <c:pt idx="1400">
                  <c:v>0.0230997227301</c:v>
                </c:pt>
                <c:pt idx="1401">
                  <c:v>0.0229711021176</c:v>
                </c:pt>
                <c:pt idx="1402">
                  <c:v>0.0228435743706</c:v>
                </c:pt>
                <c:pt idx="1403">
                  <c:v>0.0227171273275</c:v>
                </c:pt>
                <c:pt idx="1404">
                  <c:v>0.0225917489851</c:v>
                </c:pt>
                <c:pt idx="1405">
                  <c:v>0.0224674274966</c:v>
                </c:pt>
                <c:pt idx="1406">
                  <c:v>0.0223441511692</c:v>
                </c:pt>
                <c:pt idx="1407">
                  <c:v>0.0222219084622</c:v>
                </c:pt>
                <c:pt idx="1408">
                  <c:v>0.0221006879847</c:v>
                </c:pt>
                <c:pt idx="1409">
                  <c:v>0.0219804784935</c:v>
                </c:pt>
                <c:pt idx="1410">
                  <c:v>0.0218612688915</c:v>
                </c:pt>
                <c:pt idx="1411">
                  <c:v>0.0217430482251</c:v>
                </c:pt>
                <c:pt idx="1412">
                  <c:v>0.0216258056824</c:v>
                </c:pt>
                <c:pt idx="1413">
                  <c:v>0.0215095305916</c:v>
                </c:pt>
                <c:pt idx="1414">
                  <c:v>0.0213942124184</c:v>
                </c:pt>
                <c:pt idx="1415">
                  <c:v>0.0212798407647</c:v>
                </c:pt>
                <c:pt idx="1416">
                  <c:v>0.0211664053665</c:v>
                </c:pt>
                <c:pt idx="1417">
                  <c:v>0.0210538960917</c:v>
                </c:pt>
                <c:pt idx="1418">
                  <c:v>0.0209423029389</c:v>
                </c:pt>
                <c:pt idx="1419">
                  <c:v>0.0208316160351</c:v>
                </c:pt>
                <c:pt idx="1420">
                  <c:v>0.0207218256342</c:v>
                </c:pt>
                <c:pt idx="1421">
                  <c:v>0.0206129221149</c:v>
                </c:pt>
                <c:pt idx="1422">
                  <c:v>0.0205048959796</c:v>
                </c:pt>
                <c:pt idx="1423">
                  <c:v>0.0203977378518</c:v>
                </c:pt>
                <c:pt idx="1424">
                  <c:v>0.0202914384752</c:v>
                </c:pt>
                <c:pt idx="1425">
                  <c:v>0.0201859887117</c:v>
                </c:pt>
                <c:pt idx="1426">
                  <c:v>0.0200813795398</c:v>
                </c:pt>
                <c:pt idx="1427">
                  <c:v>0.0199776020529</c:v>
                </c:pt>
                <c:pt idx="1428">
                  <c:v>0.0198746474579</c:v>
                </c:pt>
                <c:pt idx="1429">
                  <c:v>0.0197725070734</c:v>
                </c:pt>
                <c:pt idx="1430">
                  <c:v>0.0196711723283</c:v>
                </c:pt>
                <c:pt idx="1431">
                  <c:v>0.0195706347602</c:v>
                </c:pt>
                <c:pt idx="1432">
                  <c:v>0.0194708860142</c:v>
                </c:pt>
                <c:pt idx="1433">
                  <c:v>0.0193719178407</c:v>
                </c:pt>
                <c:pt idx="1434">
                  <c:v>0.0192737220947</c:v>
                </c:pt>
                <c:pt idx="1435">
                  <c:v>0.0191762907339</c:v>
                </c:pt>
                <c:pt idx="1436">
                  <c:v>0.0190796158175</c:v>
                </c:pt>
                <c:pt idx="1437">
                  <c:v>0.0189836895045</c:v>
                </c:pt>
                <c:pt idx="1438">
                  <c:v>0.0188885040528</c:v>
                </c:pt>
                <c:pt idx="1439">
                  <c:v>0.0187940518172</c:v>
                </c:pt>
                <c:pt idx="1440">
                  <c:v>0.0187003252486</c:v>
                </c:pt>
                <c:pt idx="1441">
                  <c:v>0.0186073168924</c:v>
                </c:pt>
                <c:pt idx="1442">
                  <c:v>0.0185150193873</c:v>
                </c:pt>
                <c:pt idx="1443">
                  <c:v>0.0184234254638</c:v>
                </c:pt>
                <c:pt idx="1444">
                  <c:v>0.0183325279431</c:v>
                </c:pt>
                <c:pt idx="1445">
                  <c:v>0.018242319736</c:v>
                </c:pt>
                <c:pt idx="1446">
                  <c:v>0.0181527938411</c:v>
                </c:pt>
                <c:pt idx="1447">
                  <c:v>0.0180639433443</c:v>
                </c:pt>
                <c:pt idx="1448">
                  <c:v>0.0179757614169</c:v>
                </c:pt>
                <c:pt idx="1449">
                  <c:v>0.0178882413149</c:v>
                </c:pt>
                <c:pt idx="1450">
                  <c:v>0.0178013763776</c:v>
                </c:pt>
                <c:pt idx="1451">
                  <c:v>0.0177151600265</c:v>
                </c:pt>
                <c:pt idx="1452">
                  <c:v>0.017629585764</c:v>
                </c:pt>
                <c:pt idx="1453">
                  <c:v>0.0175446471727</c:v>
                </c:pt>
                <c:pt idx="1454">
                  <c:v>0.0174603379137</c:v>
                </c:pt>
                <c:pt idx="1455">
                  <c:v>0.0173766517258</c:v>
                </c:pt>
                <c:pt idx="1456">
                  <c:v>0.0172935824246</c:v>
                </c:pt>
                <c:pt idx="1457">
                  <c:v>0.0172111239011</c:v>
                </c:pt>
                <c:pt idx="1458">
                  <c:v>0.0171292701208</c:v>
                </c:pt>
                <c:pt idx="1459">
                  <c:v>0.0170480151227</c:v>
                </c:pt>
                <c:pt idx="1460">
                  <c:v>0.016967353018</c:v>
                </c:pt>
                <c:pt idx="1461">
                  <c:v>0.0168872779895</c:v>
                </c:pt>
                <c:pt idx="1462">
                  <c:v>0.0168077842905</c:v>
                </c:pt>
                <c:pt idx="1463">
                  <c:v>0.0167288662434</c:v>
                </c:pt>
                <c:pt idx="1464">
                  <c:v>0.0166505182393</c:v>
                </c:pt>
                <c:pt idx="1465">
                  <c:v>0.0165727347368</c:v>
                </c:pt>
                <c:pt idx="1466">
                  <c:v>0.016495510261</c:v>
                </c:pt>
                <c:pt idx="1467">
                  <c:v>0.0164188394026</c:v>
                </c:pt>
                <c:pt idx="1468">
                  <c:v>0.016342716817</c:v>
                </c:pt>
                <c:pt idx="1469">
                  <c:v>0.0162671372236</c:v>
                </c:pt>
                <c:pt idx="1470">
                  <c:v>0.0161920954045</c:v>
                </c:pt>
                <c:pt idx="1471">
                  <c:v>0.016117586204</c:v>
                </c:pt>
                <c:pt idx="1472">
                  <c:v>0.0160436045275</c:v>
                </c:pt>
                <c:pt idx="1473">
                  <c:v>0.015970145341</c:v>
                </c:pt>
                <c:pt idx="1474">
                  <c:v>0.0158972036696</c:v>
                </c:pt>
                <c:pt idx="1475">
                  <c:v>0.0158247745973</c:v>
                </c:pt>
                <c:pt idx="1476">
                  <c:v>0.0157528532662</c:v>
                </c:pt>
                <c:pt idx="1477">
                  <c:v>0.0156814348751</c:v>
                </c:pt>
                <c:pt idx="1478">
                  <c:v>0.0156105146792</c:v>
                </c:pt>
                <c:pt idx="1479">
                  <c:v>0.0155400879893</c:v>
                </c:pt>
                <c:pt idx="1480">
                  <c:v>0.015470150171</c:v>
                </c:pt>
                <c:pt idx="1481">
                  <c:v>0.0154006966437</c:v>
                </c:pt>
                <c:pt idx="1482">
                  <c:v>0.0153317228801</c:v>
                </c:pt>
                <c:pt idx="1483">
                  <c:v>0.0152632244056</c:v>
                </c:pt>
                <c:pt idx="1484">
                  <c:v>0.0151951967971</c:v>
                </c:pt>
                <c:pt idx="1485">
                  <c:v>0.015127635683</c:v>
                </c:pt>
                <c:pt idx="1486">
                  <c:v>0.0150605367417</c:v>
                </c:pt>
                <c:pt idx="1487">
                  <c:v>0.0149938957016</c:v>
                </c:pt>
                <c:pt idx="1488">
                  <c:v>0.01492770834</c:v>
                </c:pt>
                <c:pt idx="1489">
                  <c:v>0.0148619704825</c:v>
                </c:pt>
                <c:pt idx="1490">
                  <c:v>0.0147966780025</c:v>
                </c:pt>
                <c:pt idx="1491">
                  <c:v>0.0147318268206</c:v>
                </c:pt>
                <c:pt idx="1492">
                  <c:v>0.0146674129036</c:v>
                </c:pt>
                <c:pt idx="1493">
                  <c:v>0.0146034322643</c:v>
                </c:pt>
                <c:pt idx="1494">
                  <c:v>0.0145398809604</c:v>
                </c:pt>
                <c:pt idx="1495">
                  <c:v>0.0144767550945</c:v>
                </c:pt>
                <c:pt idx="1496">
                  <c:v>0.0144140508131</c:v>
                </c:pt>
                <c:pt idx="1497">
                  <c:v>0.0143517643059</c:v>
                </c:pt>
                <c:pt idx="1498">
                  <c:v>0.0142898918057</c:v>
                </c:pt>
                <c:pt idx="1499">
                  <c:v>0.0142284295872</c:v>
                </c:pt>
                <c:pt idx="1500">
                  <c:v>0.0141673739672</c:v>
                </c:pt>
                <c:pt idx="1501">
                  <c:v>0.0141067213032</c:v>
                </c:pt>
                <c:pt idx="1502">
                  <c:v>0.0140464679935</c:v>
                </c:pt>
                <c:pt idx="1503">
                  <c:v>0.0139866104764</c:v>
                </c:pt>
                <c:pt idx="1504">
                  <c:v>0.0139271452298</c:v>
                </c:pt>
                <c:pt idx="1505">
                  <c:v>0.0138680687704</c:v>
                </c:pt>
                <c:pt idx="1506">
                  <c:v>0.0138093776534</c:v>
                </c:pt>
                <c:pt idx="1507">
                  <c:v>0.0137510684721</c:v>
                </c:pt>
                <c:pt idx="1508">
                  <c:v>0.0136931378572</c:v>
                </c:pt>
                <c:pt idx="1509">
                  <c:v>0.0136355824763</c:v>
                </c:pt>
                <c:pt idx="1510">
                  <c:v>0.0135783990335</c:v>
                </c:pt>
                <c:pt idx="1511">
                  <c:v>0.013521584269</c:v>
                </c:pt>
                <c:pt idx="1512">
                  <c:v>0.0134651349584</c:v>
                </c:pt>
                <c:pt idx="1513">
                  <c:v>0.0134090479126</c:v>
                </c:pt>
                <c:pt idx="1514">
                  <c:v>0.0133533199768</c:v>
                </c:pt>
                <c:pt idx="1515">
                  <c:v>0.0132979480306</c:v>
                </c:pt>
                <c:pt idx="1516">
                  <c:v>0.0132429289874</c:v>
                </c:pt>
                <c:pt idx="1517">
                  <c:v>0.0131882597935</c:v>
                </c:pt>
                <c:pt idx="1518">
                  <c:v>0.0131339374284</c:v>
                </c:pt>
                <c:pt idx="1519">
                  <c:v>0.013079958904</c:v>
                </c:pt>
                <c:pt idx="1520">
                  <c:v>0.013026321264</c:v>
                </c:pt>
                <c:pt idx="1521">
                  <c:v>0.0129730215839</c:v>
                </c:pt>
                <c:pt idx="1522">
                  <c:v>0.0129200569703</c:v>
                </c:pt>
                <c:pt idx="1523">
                  <c:v>0.0128674245608</c:v>
                </c:pt>
                <c:pt idx="1524">
                  <c:v>0.012815121523</c:v>
                </c:pt>
                <c:pt idx="1525">
                  <c:v>0.0127631450548</c:v>
                </c:pt>
                <c:pt idx="1526">
                  <c:v>0.0127114923838</c:v>
                </c:pt>
                <c:pt idx="1527">
                  <c:v>0.0126601607666</c:v>
                </c:pt>
                <c:pt idx="1528">
                  <c:v>0.0126091474888</c:v>
                </c:pt>
                <c:pt idx="1529">
                  <c:v>0.0125584498647</c:v>
                </c:pt>
                <c:pt idx="1530">
                  <c:v>0.0125080652365</c:v>
                </c:pt>
                <c:pt idx="1531">
                  <c:v>0.0124579909744</c:v>
                </c:pt>
                <c:pt idx="1532">
                  <c:v>0.0124082244758</c:v>
                </c:pt>
                <c:pt idx="1533">
                  <c:v>0.0123587631656</c:v>
                </c:pt>
                <c:pt idx="1534">
                  <c:v>0.0123096044951</c:v>
                </c:pt>
                <c:pt idx="1535">
                  <c:v>0.0122607459424</c:v>
                </c:pt>
                <c:pt idx="1536">
                  <c:v>0.0122121850115</c:v>
                </c:pt>
                <c:pt idx="1537">
                  <c:v>0.0121639192322</c:v>
                </c:pt>
                <c:pt idx="1538">
                  <c:v>0.0121159461599</c:v>
                </c:pt>
                <c:pt idx="1539">
                  <c:v>0.0120682633751</c:v>
                </c:pt>
                <c:pt idx="1540">
                  <c:v>0.0120208684832</c:v>
                </c:pt>
                <c:pt idx="1541">
                  <c:v>0.0119737591141</c:v>
                </c:pt>
                <c:pt idx="1542">
                  <c:v>0.011926932922</c:v>
                </c:pt>
                <c:pt idx="1543">
                  <c:v>0.0118803875851</c:v>
                </c:pt>
                <c:pt idx="1544">
                  <c:v>0.0118341208054</c:v>
                </c:pt>
                <c:pt idx="1545">
                  <c:v>0.011788130308</c:v>
                </c:pt>
                <c:pt idx="1546">
                  <c:v>0.0117424138413</c:v>
                </c:pt>
                <c:pt idx="1547">
                  <c:v>0.0116969691766</c:v>
                </c:pt>
                <c:pt idx="1548">
                  <c:v>0.0116517941077</c:v>
                </c:pt>
                <c:pt idx="1549">
                  <c:v>0.0116068864506</c:v>
                </c:pt>
                <c:pt idx="1550">
                  <c:v>0.0115622440435</c:v>
                </c:pt>
                <c:pt idx="1551">
                  <c:v>0.0115178647463</c:v>
                </c:pt>
                <c:pt idx="1552">
                  <c:v>0.0114737464404</c:v>
                </c:pt>
                <c:pt idx="1553">
                  <c:v>0.0114298870286</c:v>
                </c:pt>
                <c:pt idx="1554">
                  <c:v>0.0113862844346</c:v>
                </c:pt>
                <c:pt idx="1555">
                  <c:v>0.0113429366028</c:v>
                </c:pt>
                <c:pt idx="1556">
                  <c:v>0.0112998414982</c:v>
                </c:pt>
                <c:pt idx="1557">
                  <c:v>0.0112569971063</c:v>
                </c:pt>
                <c:pt idx="1558">
                  <c:v>0.0112144014323</c:v>
                </c:pt>
                <c:pt idx="1559">
                  <c:v>0.0111720525015</c:v>
                </c:pt>
                <c:pt idx="1560">
                  <c:v>0.0111299483586</c:v>
                </c:pt>
                <c:pt idx="1561">
                  <c:v>0.0110880870678</c:v>
                </c:pt>
                <c:pt idx="1562">
                  <c:v>0.0110464667124</c:v>
                </c:pt>
                <c:pt idx="1563">
                  <c:v>0.0110050853947</c:v>
                </c:pt>
                <c:pt idx="1564">
                  <c:v>0.0109639412356</c:v>
                </c:pt>
                <c:pt idx="1565">
                  <c:v>0.0109230323746</c:v>
                </c:pt>
                <c:pt idx="1566">
                  <c:v>0.0108823569694</c:v>
                </c:pt>
                <c:pt idx="1567">
                  <c:v>0.0108419131959</c:v>
                </c:pt>
                <c:pt idx="1568">
                  <c:v>0.0108016992477</c:v>
                </c:pt>
                <c:pt idx="1569">
                  <c:v>0.0107617133363</c:v>
                </c:pt>
                <c:pt idx="1570">
                  <c:v>0.0107219536905</c:v>
                </c:pt>
                <c:pt idx="1571">
                  <c:v>0.0106824185566</c:v>
                </c:pt>
                <c:pt idx="1572">
                  <c:v>0.0106431061979</c:v>
                </c:pt>
                <c:pt idx="1573">
                  <c:v>0.0106040148945</c:v>
                </c:pt>
                <c:pt idx="1574">
                  <c:v>0.0105651429434</c:v>
                </c:pt>
                <c:pt idx="1575">
                  <c:v>0.010526488658</c:v>
                </c:pt>
                <c:pt idx="1576">
                  <c:v>0.0104880503683</c:v>
                </c:pt>
                <c:pt idx="1577">
                  <c:v>0.0104498264203</c:v>
                </c:pt>
                <c:pt idx="1578">
                  <c:v>0.0104118151761</c:v>
                </c:pt>
                <c:pt idx="1579">
                  <c:v>0.0103740150136</c:v>
                </c:pt>
                <c:pt idx="1580">
                  <c:v>0.0103364243264</c:v>
                </c:pt>
                <c:pt idx="1581">
                  <c:v>0.0102990415238</c:v>
                </c:pt>
                <c:pt idx="1582">
                  <c:v>0.0102618650301</c:v>
                </c:pt>
                <c:pt idx="1583">
                  <c:v>0.0102248932851</c:v>
                </c:pt>
                <c:pt idx="1584">
                  <c:v>0.0101881247435</c:v>
                </c:pt>
                <c:pt idx="1585">
                  <c:v>0.0101515578751</c:v>
                </c:pt>
                <c:pt idx="1586">
                  <c:v>0.0101151911641</c:v>
                </c:pt>
                <c:pt idx="1587">
                  <c:v>0.0100790231096</c:v>
                </c:pt>
                <c:pt idx="1588">
                  <c:v>0.010043052225</c:v>
                </c:pt>
                <c:pt idx="1589">
                  <c:v>0.010007277038</c:v>
                </c:pt>
                <c:pt idx="1590">
                  <c:v>0.00997169609039</c:v>
                </c:pt>
                <c:pt idx="1591">
                  <c:v>0.00993630793818</c:v>
                </c:pt>
                <c:pt idx="1592">
                  <c:v>0.00990111115108</c:v>
                </c:pt>
                <c:pt idx="1593">
                  <c:v>0.0098661043126</c:v>
                </c:pt>
                <c:pt idx="1594">
                  <c:v>0.00983128601983</c:v>
                </c:pt>
                <c:pt idx="1595">
                  <c:v>0.00979665488334</c:v>
                </c:pt>
                <c:pt idx="1596">
                  <c:v>0.00976220952705</c:v>
                </c:pt>
                <c:pt idx="1597">
                  <c:v>0.00972794858806</c:v>
                </c:pt>
                <c:pt idx="1598">
                  <c:v>0.00969387071656</c:v>
                </c:pt>
                <c:pt idx="1599">
                  <c:v>0.0096599745757</c:v>
                </c:pt>
                <c:pt idx="1600">
                  <c:v>0.00962625884143</c:v>
                </c:pt>
                <c:pt idx="1601">
                  <c:v>0.0095927222024</c:v>
                </c:pt>
                <c:pt idx="1602">
                  <c:v>0.00955936335985</c:v>
                </c:pt>
                <c:pt idx="1603">
                  <c:v>0.00952618102744</c:v>
                </c:pt>
                <c:pt idx="1604">
                  <c:v>0.00949317393118</c:v>
                </c:pt>
                <c:pt idx="1605">
                  <c:v>0.00946034080927</c:v>
                </c:pt>
                <c:pt idx="1606">
                  <c:v>0.009427680412</c:v>
                </c:pt>
                <c:pt idx="1607">
                  <c:v>0.00939519150162</c:v>
                </c:pt>
                <c:pt idx="1608">
                  <c:v>0.00936287285221</c:v>
                </c:pt>
                <c:pt idx="1609">
                  <c:v>0.00933072324959</c:v>
                </c:pt>
                <c:pt idx="1610">
                  <c:v>0.00929874149119</c:v>
                </c:pt>
                <c:pt idx="1611">
                  <c:v>0.0092669263859</c:v>
                </c:pt>
                <c:pt idx="1612">
                  <c:v>0.009235276754</c:v>
                </c:pt>
                <c:pt idx="1613">
                  <c:v>0.00920379142703</c:v>
                </c:pt>
                <c:pt idx="1614">
                  <c:v>0.00917246924765</c:v>
                </c:pt>
                <c:pt idx="1615">
                  <c:v>0.00914130906954</c:v>
                </c:pt>
                <c:pt idx="1616">
                  <c:v>0.00911030975729</c:v>
                </c:pt>
                <c:pt idx="1617">
                  <c:v>0.00907947018627</c:v>
                </c:pt>
                <c:pt idx="1618">
                  <c:v>0.00904878924252</c:v>
                </c:pt>
                <c:pt idx="1619">
                  <c:v>0.00901826582265</c:v>
                </c:pt>
                <c:pt idx="1620">
                  <c:v>0.00898789883369</c:v>
                </c:pt>
                <c:pt idx="1621">
                  <c:v>0.00895768719301</c:v>
                </c:pt>
                <c:pt idx="1622">
                  <c:v>0.00892762982817</c:v>
                </c:pt>
                <c:pt idx="1623">
                  <c:v>0.00889772567684</c:v>
                </c:pt>
                <c:pt idx="1624">
                  <c:v>0.00886797368665</c:v>
                </c:pt>
                <c:pt idx="1625">
                  <c:v>0.00883837281513</c:v>
                </c:pt>
                <c:pt idx="1626">
                  <c:v>0.00880892202951</c:v>
                </c:pt>
                <c:pt idx="1627">
                  <c:v>0.00877962030668</c:v>
                </c:pt>
                <c:pt idx="1628">
                  <c:v>0.00875046663304</c:v>
                </c:pt>
                <c:pt idx="1629">
                  <c:v>0.0087214600044</c:v>
                </c:pt>
                <c:pt idx="1630">
                  <c:v>0.00869259942587</c:v>
                </c:pt>
                <c:pt idx="1631">
                  <c:v>0.00866388391169</c:v>
                </c:pt>
                <c:pt idx="1632">
                  <c:v>0.00863531248522</c:v>
                </c:pt>
                <c:pt idx="1633">
                  <c:v>0.00860688417872</c:v>
                </c:pt>
                <c:pt idx="1634">
                  <c:v>0.0085785980333</c:v>
                </c:pt>
                <c:pt idx="1635">
                  <c:v>0.0085504530988</c:v>
                </c:pt>
                <c:pt idx="1636">
                  <c:v>0.00852244843367</c:v>
                </c:pt>
                <c:pt idx="1637">
                  <c:v>0.00849458310482</c:v>
                </c:pt>
                <c:pt idx="1638">
                  <c:v>0.00846685618759</c:v>
                </c:pt>
                <c:pt idx="1639">
                  <c:v>0.00843926676557</c:v>
                </c:pt>
                <c:pt idx="1640">
                  <c:v>0.00841181393052</c:v>
                </c:pt>
                <c:pt idx="1641">
                  <c:v>0.00838449678226</c:v>
                </c:pt>
                <c:pt idx="1642">
                  <c:v>0.00835731442853</c:v>
                </c:pt>
                <c:pt idx="1643">
                  <c:v>0.00833026598494</c:v>
                </c:pt>
                <c:pt idx="1644">
                  <c:v>0.00830335057482</c:v>
                </c:pt>
                <c:pt idx="1645">
                  <c:v>0.00827656732913</c:v>
                </c:pt>
                <c:pt idx="1646">
                  <c:v>0.00824991538634</c:v>
                </c:pt>
                <c:pt idx="1647">
                  <c:v>0.00822339389234</c:v>
                </c:pt>
                <c:pt idx="1648">
                  <c:v>0.00819700200037</c:v>
                </c:pt>
                <c:pt idx="1649">
                  <c:v>0.00817073887084</c:v>
                </c:pt>
                <c:pt idx="1650">
                  <c:v>0.0081446036713</c:v>
                </c:pt>
                <c:pt idx="1651">
                  <c:v>0.00811859557633</c:v>
                </c:pt>
                <c:pt idx="1652">
                  <c:v>0.00809271376742</c:v>
                </c:pt>
                <c:pt idx="1653">
                  <c:v>0.00806695743289</c:v>
                </c:pt>
                <c:pt idx="1654">
                  <c:v>0.00804132576781</c:v>
                </c:pt>
                <c:pt idx="1655">
                  <c:v>0.00801581797388</c:v>
                </c:pt>
                <c:pt idx="1656">
                  <c:v>0.00799043325936</c:v>
                </c:pt>
                <c:pt idx="1657">
                  <c:v>0.00796517083899</c:v>
                </c:pt>
                <c:pt idx="1658">
                  <c:v>0.00794002993389</c:v>
                </c:pt>
                <c:pt idx="1659">
                  <c:v>0.00791500977146</c:v>
                </c:pt>
                <c:pt idx="1660">
                  <c:v>0.00789010958535</c:v>
                </c:pt>
                <c:pt idx="1661">
                  <c:v>0.00786532861531</c:v>
                </c:pt>
                <c:pt idx="1662">
                  <c:v>0.00784066610719</c:v>
                </c:pt>
                <c:pt idx="1663">
                  <c:v>0.0078161213128</c:v>
                </c:pt>
                <c:pt idx="1664">
                  <c:v>0.00779169348985</c:v>
                </c:pt>
                <c:pt idx="1665">
                  <c:v>0.0077673819019</c:v>
                </c:pt>
                <c:pt idx="1666">
                  <c:v>0.00774318581828</c:v>
                </c:pt>
                <c:pt idx="1667">
                  <c:v>0.007719104514</c:v>
                </c:pt>
                <c:pt idx="1668">
                  <c:v>0.00769513726973</c:v>
                </c:pt>
                <c:pt idx="1669">
                  <c:v>0.00767128337166</c:v>
                </c:pt>
                <c:pt idx="1670">
                  <c:v>0.00764754211153</c:v>
                </c:pt>
                <c:pt idx="1671">
                  <c:v>0.0076239127865</c:v>
                </c:pt>
                <c:pt idx="1672">
                  <c:v>0.0076003946991</c:v>
                </c:pt>
                <c:pt idx="1673">
                  <c:v>0.00757698715722</c:v>
                </c:pt>
                <c:pt idx="1674">
                  <c:v>0.00755368947399</c:v>
                </c:pt>
                <c:pt idx="1675">
                  <c:v>0.00753050096777</c:v>
                </c:pt>
                <c:pt idx="1676">
                  <c:v>0.00750742096208</c:v>
                </c:pt>
                <c:pt idx="1677">
                  <c:v>0.00748444878557</c:v>
                </c:pt>
                <c:pt idx="1678">
                  <c:v>0.00746158377192</c:v>
                </c:pt>
                <c:pt idx="1679">
                  <c:v>0.00743882525987</c:v>
                </c:pt>
                <c:pt idx="1680">
                  <c:v>0.00741617259311</c:v>
                </c:pt>
                <c:pt idx="1681">
                  <c:v>0.00739362512025</c:v>
                </c:pt>
                <c:pt idx="1682">
                  <c:v>0.0073711821948</c:v>
                </c:pt>
                <c:pt idx="1683">
                  <c:v>0.00734884317511</c:v>
                </c:pt>
                <c:pt idx="1684">
                  <c:v>0.00732660742434</c:v>
                </c:pt>
                <c:pt idx="1685">
                  <c:v>0.00730447431039</c:v>
                </c:pt>
                <c:pt idx="1686">
                  <c:v>0.00728244320591</c:v>
                </c:pt>
                <c:pt idx="1687">
                  <c:v>0.00726051348823</c:v>
                </c:pt>
                <c:pt idx="1688">
                  <c:v>0.00723868453933</c:v>
                </c:pt>
                <c:pt idx="1689">
                  <c:v>0.00721695574579</c:v>
                </c:pt>
                <c:pt idx="1690">
                  <c:v>0.00719532649879</c:v>
                </c:pt>
                <c:pt idx="1691">
                  <c:v>0.00717379619405</c:v>
                </c:pt>
                <c:pt idx="1692">
                  <c:v>0.00715236423181</c:v>
                </c:pt>
                <c:pt idx="1693">
                  <c:v>0.00713103001677</c:v>
                </c:pt>
                <c:pt idx="1694">
                  <c:v>0.00710979295808</c:v>
                </c:pt>
                <c:pt idx="1695">
                  <c:v>0.00708865246931</c:v>
                </c:pt>
                <c:pt idx="1696">
                  <c:v>0.00706760796841</c:v>
                </c:pt>
                <c:pt idx="1697">
                  <c:v>0.00704665887766</c:v>
                </c:pt>
                <c:pt idx="1698">
                  <c:v>0.00702580462367</c:v>
                </c:pt>
                <c:pt idx="1699">
                  <c:v>0.00700504463732</c:v>
                </c:pt>
                <c:pt idx="1700">
                  <c:v>0.00698437835374</c:v>
                </c:pt>
                <c:pt idx="1701">
                  <c:v>0.00696380521229</c:v>
                </c:pt>
                <c:pt idx="1702">
                  <c:v>0.00694332465648</c:v>
                </c:pt>
                <c:pt idx="1703">
                  <c:v>0.00692293613399</c:v>
                </c:pt>
                <c:pt idx="1704">
                  <c:v>0.0069026390966</c:v>
                </c:pt>
                <c:pt idx="1705">
                  <c:v>0.0068824330002</c:v>
                </c:pt>
                <c:pt idx="1706">
                  <c:v>0.00686231730468</c:v>
                </c:pt>
                <c:pt idx="1707">
                  <c:v>0.00684229147396</c:v>
                </c:pt>
                <c:pt idx="1708">
                  <c:v>0.00682235497595</c:v>
                </c:pt>
                <c:pt idx="1709">
                  <c:v>0.00680250728246</c:v>
                </c:pt>
                <c:pt idx="1710">
                  <c:v>0.00678274786923</c:v>
                </c:pt>
                <c:pt idx="1711">
                  <c:v>0.00676307621586</c:v>
                </c:pt>
                <c:pt idx="1712">
                  <c:v>0.00674349180578</c:v>
                </c:pt>
                <c:pt idx="1713">
                  <c:v>0.00672399412618</c:v>
                </c:pt>
                <c:pt idx="1714">
                  <c:v>0.00670458266804</c:v>
                </c:pt>
                <c:pt idx="1715">
                  <c:v>0.00668525692604</c:v>
                </c:pt>
                <c:pt idx="1716">
                  <c:v>0.00666601639853</c:v>
                </c:pt>
                <c:pt idx="1717">
                  <c:v>0.00664686058749</c:v>
                </c:pt>
                <c:pt idx="1718">
                  <c:v>0.00662778899854</c:v>
                </c:pt>
                <c:pt idx="1719">
                  <c:v>0.0066088011408</c:v>
                </c:pt>
                <c:pt idx="1720">
                  <c:v>0.00658989652696</c:v>
                </c:pt>
                <c:pt idx="1721">
                  <c:v>0.00657107467318</c:v>
                </c:pt>
                <c:pt idx="1722">
                  <c:v>0.00655233509905</c:v>
                </c:pt>
                <c:pt idx="1723">
                  <c:v>0.00653367732759</c:v>
                </c:pt>
                <c:pt idx="1724">
                  <c:v>0.00651510088518</c:v>
                </c:pt>
                <c:pt idx="1725">
                  <c:v>0.00649660530153</c:v>
                </c:pt>
                <c:pt idx="1726">
                  <c:v>0.00647819010966</c:v>
                </c:pt>
                <c:pt idx="1727">
                  <c:v>0.00645985484583</c:v>
                </c:pt>
                <c:pt idx="1728">
                  <c:v>0.00644159904955</c:v>
                </c:pt>
                <c:pt idx="1729">
                  <c:v>0.0064234222635</c:v>
                </c:pt>
                <c:pt idx="1730">
                  <c:v>0.00640532403353</c:v>
                </c:pt>
                <c:pt idx="1731">
                  <c:v>0.0063873039086</c:v>
                </c:pt>
                <c:pt idx="1732">
                  <c:v>0.00636936144076</c:v>
                </c:pt>
                <c:pt idx="1733">
                  <c:v>0.00635149618513</c:v>
                </c:pt>
                <c:pt idx="1734">
                  <c:v>0.00633370769985</c:v>
                </c:pt>
                <c:pt idx="1735">
                  <c:v>0.00631599554604</c:v>
                </c:pt>
                <c:pt idx="1736">
                  <c:v>0.00629835928782</c:v>
                </c:pt>
                <c:pt idx="1737">
                  <c:v>0.00628079849222</c:v>
                </c:pt>
                <c:pt idx="1738">
                  <c:v>0.00626331272919</c:v>
                </c:pt>
                <c:pt idx="1739">
                  <c:v>0.00624590157157</c:v>
                </c:pt>
                <c:pt idx="1740">
                  <c:v>0.00622856459504</c:v>
                </c:pt>
                <c:pt idx="1741">
                  <c:v>0.00621130137812</c:v>
                </c:pt>
                <c:pt idx="1742">
                  <c:v>0.00619411150216</c:v>
                </c:pt>
                <c:pt idx="1743">
                  <c:v>0.00617699455126</c:v>
                </c:pt>
                <c:pt idx="1744">
                  <c:v>0.0061599501123</c:v>
                </c:pt>
                <c:pt idx="1745">
                  <c:v>0.0061429777749</c:v>
                </c:pt>
                <c:pt idx="1746">
                  <c:v>0.00612607713139</c:v>
                </c:pt>
                <c:pt idx="1747">
                  <c:v>0.0061092477768</c:v>
                </c:pt>
                <c:pt idx="1748">
                  <c:v>0.00609248930883</c:v>
                </c:pt>
                <c:pt idx="1749">
                  <c:v>0.00607580132786</c:v>
                </c:pt>
                <c:pt idx="1750">
                  <c:v>0.00605918343688</c:v>
                </c:pt>
                <c:pt idx="1751">
                  <c:v>0.00604263524153</c:v>
                </c:pt>
                <c:pt idx="1752">
                  <c:v>0.00602615635001</c:v>
                </c:pt>
                <c:pt idx="1753">
                  <c:v>0.00600974637313</c:v>
                </c:pt>
                <c:pt idx="1754">
                  <c:v>0.00599340492428</c:v>
                </c:pt>
                <c:pt idx="1755">
                  <c:v>0.00597713161936</c:v>
                </c:pt>
                <c:pt idx="1756">
                  <c:v>0.00596092607683</c:v>
                </c:pt>
                <c:pt idx="1757">
                  <c:v>0.00594478791765</c:v>
                </c:pt>
                <c:pt idx="1758">
                  <c:v>0.00592871676529</c:v>
                </c:pt>
                <c:pt idx="1759">
                  <c:v>0.0059127122457</c:v>
                </c:pt>
                <c:pt idx="1760">
                  <c:v>0.00589677398727</c:v>
                </c:pt>
                <c:pt idx="1761">
                  <c:v>0.00588090162086</c:v>
                </c:pt>
                <c:pt idx="1762">
                  <c:v>0.00586509477978</c:v>
                </c:pt>
                <c:pt idx="1763">
                  <c:v>0.00584935309971</c:v>
                </c:pt>
                <c:pt idx="1764">
                  <c:v>0.00583367621878</c:v>
                </c:pt>
                <c:pt idx="1765">
                  <c:v>0.00581806377746</c:v>
                </c:pt>
                <c:pt idx="1766">
                  <c:v>0.00580251541862</c:v>
                </c:pt>
                <c:pt idx="1767">
                  <c:v>0.00578703078747</c:v>
                </c:pt>
                <c:pt idx="1768">
                  <c:v>0.00577160953156</c:v>
                </c:pt>
                <c:pt idx="1769">
                  <c:v>0.00575625130075</c:v>
                </c:pt>
                <c:pt idx="1770">
                  <c:v>0.00574095574722</c:v>
                </c:pt>
                <c:pt idx="1771">
                  <c:v>0.00572572252543</c:v>
                </c:pt>
                <c:pt idx="1772">
                  <c:v>0.00571055129213</c:v>
                </c:pt>
                <c:pt idx="1773">
                  <c:v>0.00569544170631</c:v>
                </c:pt>
                <c:pt idx="1774">
                  <c:v>0.0056803934292</c:v>
                </c:pt>
                <c:pt idx="1775">
                  <c:v>0.00566540612429</c:v>
                </c:pt>
                <c:pt idx="1776">
                  <c:v>0.00565047945724</c:v>
                </c:pt>
                <c:pt idx="1777">
                  <c:v>0.00563561309594</c:v>
                </c:pt>
                <c:pt idx="1778">
                  <c:v>0.00562080671046</c:v>
                </c:pt>
                <c:pt idx="1779">
                  <c:v>0.00560605997304</c:v>
                </c:pt>
                <c:pt idx="1780">
                  <c:v>0.00559137255805</c:v>
                </c:pt>
                <c:pt idx="1781">
                  <c:v>0.00557674414204</c:v>
                </c:pt>
                <c:pt idx="1782">
                  <c:v>0.00556217440366</c:v>
                </c:pt>
                <c:pt idx="1783">
                  <c:v>0.00554766302369</c:v>
                </c:pt>
                <c:pt idx="1784">
                  <c:v>0.00553320968499</c:v>
                </c:pt>
                <c:pt idx="1785">
                  <c:v>0.00551881407254</c:v>
                </c:pt>
                <c:pt idx="1786">
                  <c:v>0.00550447587335</c:v>
                </c:pt>
                <c:pt idx="1787">
                  <c:v>0.00549019477654</c:v>
                </c:pt>
                <c:pt idx="1788">
                  <c:v>0.00547597047323</c:v>
                </c:pt>
                <c:pt idx="1789">
                  <c:v>0.00546180265662</c:v>
                </c:pt>
                <c:pt idx="1790">
                  <c:v>0.0054476910219</c:v>
                </c:pt>
                <c:pt idx="1791">
                  <c:v>0.0054336352663</c:v>
                </c:pt>
                <c:pt idx="1792">
                  <c:v>0.00541963508901</c:v>
                </c:pt>
                <c:pt idx="1793">
                  <c:v>0.00540569019126</c:v>
                </c:pt>
                <c:pt idx="1794">
                  <c:v>0.0053918002762</c:v>
                </c:pt>
                <c:pt idx="1795">
                  <c:v>0.00537796504899</c:v>
                </c:pt>
                <c:pt idx="1796">
                  <c:v>0.00536418421671</c:v>
                </c:pt>
                <c:pt idx="1797">
                  <c:v>0.0053504574884</c:v>
                </c:pt>
                <c:pt idx="1798">
                  <c:v>0.005336784575</c:v>
                </c:pt>
                <c:pt idx="1799">
                  <c:v>0.00532316518941</c:v>
                </c:pt>
                <c:pt idx="1800">
                  <c:v>0.00530959904639</c:v>
                </c:pt>
                <c:pt idx="1801">
                  <c:v>0.00529608586262</c:v>
                </c:pt>
                <c:pt idx="1802">
                  <c:v>0.00528262535664</c:v>
                </c:pt>
                <c:pt idx="1803">
                  <c:v>0.00526921724887</c:v>
                </c:pt>
                <c:pt idx="1804">
                  <c:v>0.00525586126159</c:v>
                </c:pt>
                <c:pt idx="1805">
                  <c:v>0.0052425571189</c:v>
                </c:pt>
                <c:pt idx="1806">
                  <c:v>0.00522930454675</c:v>
                </c:pt>
                <c:pt idx="1807">
                  <c:v>0.0052161032729</c:v>
                </c:pt>
                <c:pt idx="1808">
                  <c:v>0.00520295302691</c:v>
                </c:pt>
                <c:pt idx="1809">
                  <c:v>0.00518985354014</c:v>
                </c:pt>
                <c:pt idx="1810">
                  <c:v>0.00517680454572</c:v>
                </c:pt>
                <c:pt idx="1811">
                  <c:v>0.00516380577854</c:v>
                </c:pt>
                <c:pt idx="1812">
                  <c:v>0.00515085697525</c:v>
                </c:pt>
                <c:pt idx="1813">
                  <c:v>0.00513795787424</c:v>
                </c:pt>
                <c:pt idx="1814">
                  <c:v>0.00512510821561</c:v>
                </c:pt>
                <c:pt idx="1815">
                  <c:v>0.00511230774119</c:v>
                </c:pt>
                <c:pt idx="1816">
                  <c:v>0.00509955619447</c:v>
                </c:pt>
                <c:pt idx="1817">
                  <c:v>0.00508685332066</c:v>
                </c:pt>
                <c:pt idx="1818">
                  <c:v>0.00507419886662</c:v>
                </c:pt>
                <c:pt idx="1819">
                  <c:v>0.00506159258088</c:v>
                </c:pt>
                <c:pt idx="1820">
                  <c:v>0.00504903421357</c:v>
                </c:pt>
                <c:pt idx="1821">
                  <c:v>0.00503652351651</c:v>
                </c:pt>
                <c:pt idx="1822">
                  <c:v>0.00502406024307</c:v>
                </c:pt>
                <c:pt idx="1823">
                  <c:v>0.00501164414827</c:v>
                </c:pt>
                <c:pt idx="1824">
                  <c:v>0.00499927498869</c:v>
                </c:pt>
                <c:pt idx="1825">
                  <c:v>0.0049869525225</c:v>
                </c:pt>
                <c:pt idx="1826">
                  <c:v>0.0049746765094</c:v>
                </c:pt>
                <c:pt idx="1827">
                  <c:v>0.00496244671069</c:v>
                </c:pt>
                <c:pt idx="1828">
                  <c:v>0.00495026288915</c:v>
                </c:pt>
                <c:pt idx="1829">
                  <c:v>0.00493812480913</c:v>
                </c:pt>
                <c:pt idx="1830">
                  <c:v>0.00492603223646</c:v>
                </c:pt>
                <c:pt idx="1831">
                  <c:v>0.00491398493849</c:v>
                </c:pt>
                <c:pt idx="1832">
                  <c:v>0.00490198268405</c:v>
                </c:pt>
                <c:pt idx="1833">
                  <c:v>0.00489002524343</c:v>
                </c:pt>
                <c:pt idx="1834">
                  <c:v>0.00487811238843</c:v>
                </c:pt>
                <c:pt idx="1835">
                  <c:v>0.00486624389226</c:v>
                </c:pt>
                <c:pt idx="1836">
                  <c:v>0.0048544195296</c:v>
                </c:pt>
                <c:pt idx="1837">
                  <c:v>0.00484263907656</c:v>
                </c:pt>
                <c:pt idx="1838">
                  <c:v>0.00483090231068</c:v>
                </c:pt>
                <c:pt idx="1839">
                  <c:v>0.00481920901088</c:v>
                </c:pt>
                <c:pt idx="1840">
                  <c:v>0.00480755895754</c:v>
                </c:pt>
                <c:pt idx="1841">
                  <c:v>0.0047959519324</c:v>
                </c:pt>
                <c:pt idx="1842">
                  <c:v>0.00478438771858</c:v>
                </c:pt>
                <c:pt idx="1843">
                  <c:v>0.0047728661006</c:v>
                </c:pt>
                <c:pt idx="1844">
                  <c:v>0.00476138686433</c:v>
                </c:pt>
                <c:pt idx="1845">
                  <c:v>0.00474994979701</c:v>
                </c:pt>
                <c:pt idx="1846">
                  <c:v>0.00473855468722</c:v>
                </c:pt>
                <c:pt idx="1847">
                  <c:v>0.00472720132487</c:v>
                </c:pt>
                <c:pt idx="1848">
                  <c:v>0.00471588950123</c:v>
                </c:pt>
                <c:pt idx="1849">
                  <c:v>0.00470461900885</c:v>
                </c:pt>
                <c:pt idx="1850">
                  <c:v>0.00469338964163</c:v>
                </c:pt>
                <c:pt idx="1851">
                  <c:v>0.00468220119476</c:v>
                </c:pt>
                <c:pt idx="1852">
                  <c:v>0.0046710534647</c:v>
                </c:pt>
                <c:pt idx="1853">
                  <c:v>0.00465994624923</c:v>
                </c:pt>
                <c:pt idx="1854">
                  <c:v>0.00464887934739</c:v>
                </c:pt>
                <c:pt idx="1855">
                  <c:v>0.00463785255946</c:v>
                </c:pt>
                <c:pt idx="1856">
                  <c:v>0.00462686568702</c:v>
                </c:pt>
                <c:pt idx="1857">
                  <c:v>0.00461591853285</c:v>
                </c:pt>
                <c:pt idx="1858">
                  <c:v>0.00460501090101</c:v>
                </c:pt>
                <c:pt idx="1859">
                  <c:v>0.00459414259675</c:v>
                </c:pt>
                <c:pt idx="1860">
                  <c:v>0.00458331342654</c:v>
                </c:pt>
                <c:pt idx="1861">
                  <c:v>0.00457252319808</c:v>
                </c:pt>
                <c:pt idx="1862">
                  <c:v>0.00456177172023</c:v>
                </c:pt>
                <c:pt idx="1863">
                  <c:v>0.00455105880307</c:v>
                </c:pt>
                <c:pt idx="1864">
                  <c:v>0.00454038425782</c:v>
                </c:pt>
                <c:pt idx="1865">
                  <c:v>0.00452974789689</c:v>
                </c:pt>
                <c:pt idx="1866">
                  <c:v>0.00451914953384</c:v>
                </c:pt>
                <c:pt idx="1867">
                  <c:v>0.00450858898337</c:v>
                </c:pt>
                <c:pt idx="1868">
                  <c:v>0.00449806606131</c:v>
                </c:pt>
                <c:pt idx="1869">
                  <c:v>0.00448758058462</c:v>
                </c:pt>
                <c:pt idx="1870">
                  <c:v>0.00447713237138</c:v>
                </c:pt>
                <c:pt idx="1871">
                  <c:v>0.00446672124078</c:v>
                </c:pt>
                <c:pt idx="1872">
                  <c:v>0.00445634701307</c:v>
                </c:pt>
                <c:pt idx="1873">
                  <c:v>0.00444600950964</c:v>
                </c:pt>
                <c:pt idx="1874">
                  <c:v>0.00443570855291</c:v>
                </c:pt>
                <c:pt idx="1875">
                  <c:v>0.0044254439664</c:v>
                </c:pt>
                <c:pt idx="1876">
                  <c:v>0.00441521557468</c:v>
                </c:pt>
                <c:pt idx="1877">
                  <c:v>0.00440502320337</c:v>
                </c:pt>
                <c:pt idx="1878">
                  <c:v>0.00439486667913</c:v>
                </c:pt>
                <c:pt idx="1879">
                  <c:v>0.00438474582965</c:v>
                </c:pt>
                <c:pt idx="1880">
                  <c:v>0.00437466048367</c:v>
                </c:pt>
                <c:pt idx="1881">
                  <c:v>0.00436461047094</c:v>
                </c:pt>
                <c:pt idx="1882">
                  <c:v>0.0043545956222</c:v>
                </c:pt>
                <c:pt idx="1883">
                  <c:v>0.00434461576922</c:v>
                </c:pt>
                <c:pt idx="1884">
                  <c:v>0.00433467074477</c:v>
                </c:pt>
                <c:pt idx="1885">
                  <c:v>0.00432476038259</c:v>
                </c:pt>
                <c:pt idx="1886">
                  <c:v>0.00431488451743</c:v>
                </c:pt>
                <c:pt idx="1887">
                  <c:v>0.00430504298501</c:v>
                </c:pt>
                <c:pt idx="1888">
                  <c:v>0.004295235622</c:v>
                </c:pt>
                <c:pt idx="1889">
                  <c:v>0.00428546226607</c:v>
                </c:pt>
                <c:pt idx="1890">
                  <c:v>0.00427572275584</c:v>
                </c:pt>
                <c:pt idx="1891">
                  <c:v>0.00426601693087</c:v>
                </c:pt>
                <c:pt idx="1892">
                  <c:v>0.00425634463168</c:v>
                </c:pt>
                <c:pt idx="1893">
                  <c:v>0.00424670569972</c:v>
                </c:pt>
                <c:pt idx="1894">
                  <c:v>0.0042370999774</c:v>
                </c:pt>
                <c:pt idx="1895">
                  <c:v>0.00422752730804</c:v>
                </c:pt>
                <c:pt idx="1896">
                  <c:v>0.00421798753589</c:v>
                </c:pt>
                <c:pt idx="1897">
                  <c:v>0.00420848050611</c:v>
                </c:pt>
                <c:pt idx="1898">
                  <c:v>0.00419900606479</c:v>
                </c:pt>
                <c:pt idx="1899">
                  <c:v>0.00418956405891</c:v>
                </c:pt>
                <c:pt idx="1900">
                  <c:v>0.00418015433636</c:v>
                </c:pt>
                <c:pt idx="1901">
                  <c:v>0.00417077674592</c:v>
                </c:pt>
                <c:pt idx="1902">
                  <c:v>0.00416143113725</c:v>
                </c:pt>
                <c:pt idx="1903">
                  <c:v>0.0041521173609</c:v>
                </c:pt>
                <c:pt idx="1904">
                  <c:v>0.00414283526829</c:v>
                </c:pt>
                <c:pt idx="1905">
                  <c:v>0.00413358471171</c:v>
                </c:pt>
                <c:pt idx="1906">
                  <c:v>0.0041243655443</c:v>
                </c:pt>
                <c:pt idx="1907">
                  <c:v>0.00411517762008</c:v>
                </c:pt>
                <c:pt idx="1908">
                  <c:v>0.00410602079388</c:v>
                </c:pt>
                <c:pt idx="1909">
                  <c:v>0.0040968949214</c:v>
                </c:pt>
                <c:pt idx="1910">
                  <c:v>0.00408779985917</c:v>
                </c:pt>
                <c:pt idx="1911">
                  <c:v>0.00407873546452</c:v>
                </c:pt>
                <c:pt idx="1912">
                  <c:v>0.00406970159563</c:v>
                </c:pt>
                <c:pt idx="1913">
                  <c:v>0.00406069811148</c:v>
                </c:pt>
                <c:pt idx="1914">
                  <c:v>0.00405172487185</c:v>
                </c:pt>
                <c:pt idx="1915">
                  <c:v>0.00404278173733</c:v>
                </c:pt>
                <c:pt idx="1916">
                  <c:v>0.00403386856929</c:v>
                </c:pt>
                <c:pt idx="1917">
                  <c:v>0.00402498522989</c:v>
                </c:pt>
                <c:pt idx="1918">
                  <c:v>0.00401613158207</c:v>
                </c:pt>
                <c:pt idx="1919">
                  <c:v>0.00400730748955</c:v>
                </c:pt>
                <c:pt idx="1920">
                  <c:v>0.00399851281679</c:v>
                </c:pt>
                <c:pt idx="1921">
                  <c:v>0.00398974742904</c:v>
                </c:pt>
                <c:pt idx="1922">
                  <c:v>0.00398101119227</c:v>
                </c:pt>
                <c:pt idx="1923">
                  <c:v>0.00397230397324</c:v>
                </c:pt>
                <c:pt idx="1924">
                  <c:v>0.00396362563942</c:v>
                </c:pt>
                <c:pt idx="1925">
                  <c:v>0.00395497605901</c:v>
                </c:pt>
                <c:pt idx="1926">
                  <c:v>0.00394635510098</c:v>
                </c:pt>
                <c:pt idx="1927">
                  <c:v>0.00393776263499</c:v>
                </c:pt>
                <c:pt idx="1928">
                  <c:v>0.00392919853144</c:v>
                </c:pt>
                <c:pt idx="1929">
                  <c:v>0.00392066266144</c:v>
                </c:pt>
                <c:pt idx="1930">
                  <c:v>0.00391215489682</c:v>
                </c:pt>
                <c:pt idx="1931">
                  <c:v>0.00390367511009</c:v>
                </c:pt>
                <c:pt idx="1932">
                  <c:v>0.00389522317451</c:v>
                </c:pt>
                <c:pt idx="1933">
                  <c:v>0.003886798964</c:v>
                </c:pt>
                <c:pt idx="1934">
                  <c:v>0.0038784023532</c:v>
                </c:pt>
                <c:pt idx="1935">
                  <c:v>0.00387003321742</c:v>
                </c:pt>
                <c:pt idx="1936">
                  <c:v>0.00386169143268</c:v>
                </c:pt>
                <c:pt idx="1937">
                  <c:v>0.00385337687568</c:v>
                </c:pt>
                <c:pt idx="1938">
                  <c:v>0.00384508942378</c:v>
                </c:pt>
                <c:pt idx="1939">
                  <c:v>0.00383682895503</c:v>
                </c:pt>
                <c:pt idx="1940">
                  <c:v>0.00382859534818</c:v>
                </c:pt>
                <c:pt idx="1941">
                  <c:v>0.00382038848261</c:v>
                </c:pt>
                <c:pt idx="1942">
                  <c:v>0.00381220823838</c:v>
                </c:pt>
                <c:pt idx="1943">
                  <c:v>0.00380405449623</c:v>
                </c:pt>
                <c:pt idx="1944">
                  <c:v>0.00379592713753</c:v>
                </c:pt>
                <c:pt idx="1945">
                  <c:v>0.00378782604433</c:v>
                </c:pt>
                <c:pt idx="1946">
                  <c:v>0.00377975109932</c:v>
                </c:pt>
                <c:pt idx="1947">
                  <c:v>0.00377170218583</c:v>
                </c:pt>
                <c:pt idx="1948">
                  <c:v>0.00376367918786</c:v>
                </c:pt>
                <c:pt idx="1949">
                  <c:v>0.00375568199003</c:v>
                </c:pt>
                <c:pt idx="1950">
                  <c:v>0.00374771047759</c:v>
                </c:pt>
                <c:pt idx="1951">
                  <c:v>0.00373976453644</c:v>
                </c:pt>
                <c:pt idx="1952">
                  <c:v>0.0037318440531</c:v>
                </c:pt>
                <c:pt idx="1953">
                  <c:v>0.00372394891471</c:v>
                </c:pt>
                <c:pt idx="1954">
                  <c:v>0.00371607900904</c:v>
                </c:pt>
                <c:pt idx="1955">
                  <c:v>0.00370823422446</c:v>
                </c:pt>
                <c:pt idx="1956">
                  <c:v>0.00370041444996</c:v>
                </c:pt>
                <c:pt idx="1957">
                  <c:v>0.00369261957513</c:v>
                </c:pt>
                <c:pt idx="1958">
                  <c:v>0.00368484949017</c:v>
                </c:pt>
                <c:pt idx="1959">
                  <c:v>0.00367710408587</c:v>
                </c:pt>
                <c:pt idx="1960">
                  <c:v>0.00366938325362</c:v>
                </c:pt>
                <c:pt idx="1961">
                  <c:v>0.00366168688539</c:v>
                </c:pt>
                <c:pt idx="1962">
                  <c:v>0.00365401487373</c:v>
                </c:pt>
                <c:pt idx="1963">
                  <c:v>0.0036463671118</c:v>
                </c:pt>
                <c:pt idx="1964">
                  <c:v>0.0036387434933</c:v>
                </c:pt>
                <c:pt idx="1965">
                  <c:v>0.00363114391252</c:v>
                </c:pt>
                <c:pt idx="1966">
                  <c:v>0.00362356826433</c:v>
                </c:pt>
                <c:pt idx="1967">
                  <c:v>0.00361601644413</c:v>
                </c:pt>
                <c:pt idx="1968">
                  <c:v>0.00360848834793</c:v>
                </c:pt>
                <c:pt idx="1969">
                  <c:v>0.00360098387225</c:v>
                </c:pt>
                <c:pt idx="1970">
                  <c:v>0.0035935029142</c:v>
                </c:pt>
                <c:pt idx="1971">
                  <c:v>0.00358604537143</c:v>
                </c:pt>
                <c:pt idx="1972">
                  <c:v>0.00357861114214</c:v>
                </c:pt>
                <c:pt idx="1973">
                  <c:v>0.00357120012507</c:v>
                </c:pt>
                <c:pt idx="1974">
                  <c:v>0.00356381221953</c:v>
                </c:pt>
                <c:pt idx="1975">
                  <c:v>0.00355644732533</c:v>
                </c:pt>
                <c:pt idx="1976">
                  <c:v>0.00354910534288</c:v>
                </c:pt>
                <c:pt idx="1977">
                  <c:v>0.00354178617306</c:v>
                </c:pt>
                <c:pt idx="1978">
                  <c:v>0.00353448971735</c:v>
                </c:pt>
                <c:pt idx="1979">
                  <c:v>0.00352721587774</c:v>
                </c:pt>
                <c:pt idx="1980">
                  <c:v>0.00351996455673</c:v>
                </c:pt>
                <c:pt idx="1981">
                  <c:v>0.0035127356574</c:v>
                </c:pt>
                <c:pt idx="1982">
                  <c:v>0.00350552908333</c:v>
                </c:pt>
                <c:pt idx="1983">
                  <c:v>0.00349834473865</c:v>
                </c:pt>
                <c:pt idx="1984">
                  <c:v>0.00349118252802</c:v>
                </c:pt>
                <c:pt idx="1985">
                  <c:v>0.0034840423566</c:v>
                </c:pt>
                <c:pt idx="1986">
                  <c:v>0.00347692413013</c:v>
                </c:pt>
                <c:pt idx="1987">
                  <c:v>0.00346982775483</c:v>
                </c:pt>
                <c:pt idx="1988">
                  <c:v>0.0034627531375</c:v>
                </c:pt>
                <c:pt idx="1989">
                  <c:v>0.00345570018541</c:v>
                </c:pt>
                <c:pt idx="1990">
                  <c:v>0.00344866880641</c:v>
                </c:pt>
                <c:pt idx="1991">
                  <c:v>0.00344165890885</c:v>
                </c:pt>
                <c:pt idx="1992">
                  <c:v>0.00343467040161</c:v>
                </c:pt>
                <c:pt idx="1993">
                  <c:v>0.00342770319409</c:v>
                </c:pt>
                <c:pt idx="1994">
                  <c:v>0.00342075719624</c:v>
                </c:pt>
                <c:pt idx="1995">
                  <c:v>0.00341383231852</c:v>
                </c:pt>
                <c:pt idx="1996">
                  <c:v>0.00340692847191</c:v>
                </c:pt>
                <c:pt idx="1997">
                  <c:v>0.00340004556793</c:v>
                </c:pt>
                <c:pt idx="1998">
                  <c:v>0.0033931835186</c:v>
                </c:pt>
                <c:pt idx="1999">
                  <c:v>0.00338634223649</c:v>
                </c:pt>
                <c:pt idx="2000">
                  <c:v>0.00337952163469</c:v>
                </c:pt>
              </c:numCache>
            </c:numRef>
          </c:yVal>
        </c:ser>
        <c:ser>
          <c:idx val="1"/>
          <c:order val="1"/>
          <c:tx>
            <c:v>spin</c:v>
          </c:tx>
          <c:spPr>
            <a:ln xmlns:a="http://schemas.openxmlformats.org/drawingml/2006/main" w="15240">
              <a:solidFill>
                <a:srgbClr val="234F91"/>
              </a:solidFill>
              <a:prstDash val="dash"/>
            </a:ln>
          </c:spPr>
          <c:marker>
            <c:symbol val="none"/>
            <c:size val="5"/>
            <c:spPr>
              <a:solidFill xmlns:a="http://schemas.openxmlformats.org/drawingml/2006/main">
                <a:srgbClr val="234F91"/>
              </a:solidFill>
            </c:spPr>
          </c:marker>
          <c:xVal>
            <c:numRef>
              <c:f>'Chart Data'!$C$2:$C$2002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Data'!$D$2:$D$2002</c:f>
              <c:numCache>
                <c:formatCode>0.0</c:formatCode>
                <c:ptCount val="2001"/>
                <c:pt idx="0">
                  <c:v>0.0469775628532</c:v>
                </c:pt>
                <c:pt idx="1">
                  <c:v>0.0472165274563</c:v>
                </c:pt>
                <c:pt idx="2">
                  <c:v>0.0474572979591</c:v>
                </c:pt>
                <c:pt idx="3">
                  <c:v>0.0476998922575</c:v>
                </c:pt>
                <c:pt idx="4">
                  <c:v>0.0479443284638</c:v>
                </c:pt>
                <c:pt idx="5">
                  <c:v>0.0481906249093</c:v>
                </c:pt>
                <c:pt idx="6">
                  <c:v>0.0484388001479</c:v>
                </c:pt>
                <c:pt idx="7">
                  <c:v>0.0486888729585</c:v>
                </c:pt>
                <c:pt idx="8">
                  <c:v>0.048940862349</c:v>
                </c:pt>
                <c:pt idx="9">
                  <c:v>0.0491947875587</c:v>
                </c:pt>
                <c:pt idx="10">
                  <c:v>0.0494506680623</c:v>
                </c:pt>
                <c:pt idx="11">
                  <c:v>0.0497085235726</c:v>
                </c:pt>
                <c:pt idx="12">
                  <c:v>0.0499683740442</c:v>
                </c:pt>
                <c:pt idx="13">
                  <c:v>0.0502302396768</c:v>
                </c:pt>
                <c:pt idx="14">
                  <c:v>0.0504941409188</c:v>
                </c:pt>
                <c:pt idx="15">
                  <c:v>0.0507600984706</c:v>
                </c:pt>
                <c:pt idx="16">
                  <c:v>0.0510281332884</c:v>
                </c:pt>
                <c:pt idx="17">
                  <c:v>0.0512982665877</c:v>
                </c:pt>
                <c:pt idx="18">
                  <c:v>0.051570519847</c:v>
                </c:pt>
                <c:pt idx="19">
                  <c:v>0.0518449148116</c:v>
                </c:pt>
                <c:pt idx="20">
                  <c:v>0.0521214734972</c:v>
                </c:pt>
                <c:pt idx="21">
                  <c:v>0.0524002181941</c:v>
                </c:pt>
                <c:pt idx="22">
                  <c:v>0.052681171471</c:v>
                </c:pt>
                <c:pt idx="23">
                  <c:v>0.0529643561788</c:v>
                </c:pt>
                <c:pt idx="24">
                  <c:v>0.0532497954547</c:v>
                </c:pt>
                <c:pt idx="25">
                  <c:v>0.0535375127266</c:v>
                </c:pt>
                <c:pt idx="26">
                  <c:v>0.0538275317168</c:v>
                </c:pt>
                <c:pt idx="27">
                  <c:v>0.0541198764467</c:v>
                </c:pt>
                <c:pt idx="28">
                  <c:v>0.0544145712408</c:v>
                </c:pt>
                <c:pt idx="29">
                  <c:v>0.0547116407312</c:v>
                </c:pt>
                <c:pt idx="30">
                  <c:v>0.0550111098618</c:v>
                </c:pt>
                <c:pt idx="31">
                  <c:v>0.0553130038932</c:v>
                </c:pt>
                <c:pt idx="32">
                  <c:v>0.055617348407</c:v>
                </c:pt>
                <c:pt idx="33">
                  <c:v>0.0559241693104</c:v>
                </c:pt>
                <c:pt idx="34">
                  <c:v>0.0562334928413</c:v>
                </c:pt>
                <c:pt idx="35">
                  <c:v>0.0565453455725</c:v>
                </c:pt>
                <c:pt idx="36">
                  <c:v>0.056859754417</c:v>
                </c:pt>
                <c:pt idx="37">
                  <c:v>0.0571767466328</c:v>
                </c:pt>
                <c:pt idx="38">
                  <c:v>0.0574963498281</c:v>
                </c:pt>
                <c:pt idx="39">
                  <c:v>0.0578185919658</c:v>
                </c:pt>
                <c:pt idx="40">
                  <c:v>0.0581435013696</c:v>
                </c:pt>
                <c:pt idx="41">
                  <c:v>0.0584711067284</c:v>
                </c:pt>
                <c:pt idx="42">
                  <c:v>0.0588014371021</c:v>
                </c:pt>
                <c:pt idx="43">
                  <c:v>0.0591345219267</c:v>
                </c:pt>
                <c:pt idx="44">
                  <c:v>0.0594703910202</c:v>
                </c:pt>
                <c:pt idx="45">
                  <c:v>0.0598090745879</c:v>
                </c:pt>
                <c:pt idx="46">
                  <c:v>0.0601506032281</c:v>
                </c:pt>
                <c:pt idx="47">
                  <c:v>0.0604950079378</c:v>
                </c:pt>
                <c:pt idx="48">
                  <c:v>0.0608423201187</c:v>
                </c:pt>
                <c:pt idx="49">
                  <c:v>0.061192571583</c:v>
                </c:pt>
                <c:pt idx="50">
                  <c:v>0.0615457945596</c:v>
                </c:pt>
                <c:pt idx="51">
                  <c:v>0.0619020216998</c:v>
                </c:pt>
                <c:pt idx="52">
                  <c:v>0.062261286084</c:v>
                </c:pt>
                <c:pt idx="53">
                  <c:v>0.0626236212276</c:v>
                </c:pt>
                <c:pt idx="54">
                  <c:v>0.0629890610878</c:v>
                </c:pt>
                <c:pt idx="55">
                  <c:v>0.0633576400697</c:v>
                </c:pt>
                <c:pt idx="56">
                  <c:v>0.0637293930329</c:v>
                </c:pt>
                <c:pt idx="57">
                  <c:v>0.0641043552986</c:v>
                </c:pt>
                <c:pt idx="58">
                  <c:v>0.0644825626559</c:v>
                </c:pt>
                <c:pt idx="59">
                  <c:v>0.064864051369</c:v>
                </c:pt>
                <c:pt idx="60">
                  <c:v>0.0652488581841</c:v>
                </c:pt>
                <c:pt idx="61">
                  <c:v>0.0656370203364</c:v>
                </c:pt>
                <c:pt idx="62">
                  <c:v>0.0660285755573</c:v>
                </c:pt>
                <c:pt idx="63">
                  <c:v>0.0664235620821</c:v>
                </c:pt>
                <c:pt idx="64">
                  <c:v>0.0668220186567</c:v>
                </c:pt>
                <c:pt idx="65">
                  <c:v>0.0672239845457</c:v>
                </c:pt>
                <c:pt idx="66">
                  <c:v>0.0676294995399</c:v>
                </c:pt>
                <c:pt idx="67">
                  <c:v>0.0680386039639</c:v>
                </c:pt>
                <c:pt idx="68">
                  <c:v>0.0684513386839</c:v>
                </c:pt>
                <c:pt idx="69">
                  <c:v>0.068867745116</c:v>
                </c:pt>
                <c:pt idx="70">
                  <c:v>0.0692878652341</c:v>
                </c:pt>
                <c:pt idx="71">
                  <c:v>0.0697117415779</c:v>
                </c:pt>
                <c:pt idx="72">
                  <c:v>0.0701394172614</c:v>
                </c:pt>
                <c:pt idx="73">
                  <c:v>0.0705709359815</c:v>
                </c:pt>
                <c:pt idx="74">
                  <c:v>0.0710063420262</c:v>
                </c:pt>
                <c:pt idx="75">
                  <c:v>0.0714456802835</c:v>
                </c:pt>
                <c:pt idx="76">
                  <c:v>0.0718889962501</c:v>
                </c:pt>
                <c:pt idx="77">
                  <c:v>0.0723363360403</c:v>
                </c:pt>
                <c:pt idx="78">
                  <c:v>0.0727877463952</c:v>
                </c:pt>
                <c:pt idx="79">
                  <c:v>0.0732432746914</c:v>
                </c:pt>
                <c:pt idx="80">
                  <c:v>0.0737029689511</c:v>
                </c:pt>
                <c:pt idx="81">
                  <c:v>0.0741668778505</c:v>
                </c:pt>
                <c:pt idx="82">
                  <c:v>0.0746350507301</c:v>
                </c:pt>
                <c:pt idx="83">
                  <c:v>0.0751075376041</c:v>
                </c:pt>
                <c:pt idx="84">
                  <c:v>0.07558438917</c:v>
                </c:pt>
                <c:pt idx="85">
                  <c:v>0.0760656568189</c:v>
                </c:pt>
                <c:pt idx="86">
                  <c:v>0.076551392645</c:v>
                </c:pt>
                <c:pt idx="87">
                  <c:v>0.0770416494565</c:v>
                </c:pt>
                <c:pt idx="88">
                  <c:v>0.077536480785</c:v>
                </c:pt>
                <c:pt idx="89">
                  <c:v>0.0780359408968</c:v>
                </c:pt>
                <c:pt idx="90">
                  <c:v>0.0785400848027</c:v>
                </c:pt>
                <c:pt idx="91">
                  <c:v>0.0790489682692</c:v>
                </c:pt>
                <c:pt idx="92">
                  <c:v>0.0795626478291</c:v>
                </c:pt>
                <c:pt idx="93">
                  <c:v>0.0800811807924</c:v>
                </c:pt>
                <c:pt idx="94">
                  <c:v>0.0806046252575</c:v>
                </c:pt>
                <c:pt idx="95">
                  <c:v>0.081133040122</c:v>
                </c:pt>
                <c:pt idx="96">
                  <c:v>0.0816664850947</c:v>
                </c:pt>
                <c:pt idx="97">
                  <c:v>0.0822050207063</c:v>
                </c:pt>
                <c:pt idx="98">
                  <c:v>0.0827487083215</c:v>
                </c:pt>
                <c:pt idx="99">
                  <c:v>0.0832976101504</c:v>
                </c:pt>
                <c:pt idx="100">
                  <c:v>0.0838517892604</c:v>
                </c:pt>
                <c:pt idx="101">
                  <c:v>0.0844113095881</c:v>
                </c:pt>
                <c:pt idx="102">
                  <c:v>0.0849762359513</c:v>
                </c:pt>
                <c:pt idx="103">
                  <c:v>0.0855466340613</c:v>
                </c:pt>
                <c:pt idx="104">
                  <c:v>0.0861225705351</c:v>
                </c:pt>
                <c:pt idx="105">
                  <c:v>0.0867041129078</c:v>
                </c:pt>
                <c:pt idx="106">
                  <c:v>0.0872913296449</c:v>
                </c:pt>
                <c:pt idx="107">
                  <c:v>0.0878842901554</c:v>
                </c:pt>
                <c:pt idx="108">
                  <c:v>0.0884830648038</c:v>
                </c:pt>
                <c:pt idx="109">
                  <c:v>0.0890877249235</c:v>
                </c:pt>
                <c:pt idx="110">
                  <c:v>0.0896983428297</c:v>
                </c:pt>
                <c:pt idx="111">
                  <c:v>0.0903149918319</c:v>
                </c:pt>
                <c:pt idx="112">
                  <c:v>0.0909377462474</c:v>
                </c:pt>
                <c:pt idx="113">
                  <c:v>0.0915666814143</c:v>
                </c:pt>
                <c:pt idx="114">
                  <c:v>0.092201873705</c:v>
                </c:pt>
                <c:pt idx="115">
                  <c:v>0.0928434005391</c:v>
                </c:pt>
                <c:pt idx="116">
                  <c:v>0.0934913403971</c:v>
                </c:pt>
                <c:pt idx="117">
                  <c:v>0.0941457728339</c:v>
                </c:pt>
                <c:pt idx="118">
                  <c:v>0.0948067784919</c:v>
                </c:pt>
                <c:pt idx="119">
                  <c:v>0.095474439115</c:v>
                </c:pt>
                <c:pt idx="120">
                  <c:v>0.096148837562</c:v>
                </c:pt>
                <c:pt idx="121">
                  <c:v>0.0968300578203</c:v>
                </c:pt>
                <c:pt idx="122">
                  <c:v>0.0975181850192</c:v>
                </c:pt>
                <c:pt idx="123">
                  <c:v>0.0982133054441</c:v>
                </c:pt>
                <c:pt idx="124">
                  <c:v>0.0989155065497</c:v>
                </c:pt>
                <c:pt idx="125">
                  <c:v>0.0996248769739</c:v>
                </c:pt>
                <c:pt idx="126">
                  <c:v>0.100341506551</c:v>
                </c:pt>
                <c:pt idx="127">
                  <c:v>0.101065486327</c:v>
                </c:pt>
                <c:pt idx="128">
                  <c:v>0.101796908571</c:v>
                </c:pt>
                <c:pt idx="129">
                  <c:v>0.102535866787</c:v>
                </c:pt>
                <c:pt idx="130">
                  <c:v>0.103282455735</c:v>
                </c:pt>
                <c:pt idx="131">
                  <c:v>0.104036771435</c:v>
                </c:pt>
                <c:pt idx="132">
                  <c:v>0.104798911186</c:v>
                </c:pt>
                <c:pt idx="133">
                  <c:v>0.105568973577</c:v>
                </c:pt>
                <c:pt idx="134">
                  <c:v>0.106347058502</c:v>
                </c:pt>
                <c:pt idx="135">
                  <c:v>0.107133267169</c:v>
                </c:pt>
                <c:pt idx="136">
                  <c:v>0.107927702117</c:v>
                </c:pt>
                <c:pt idx="137">
                  <c:v>0.108730467225</c:v>
                </c:pt>
                <c:pt idx="138">
                  <c:v>0.109541667727</c:v>
                </c:pt>
                <c:pt idx="139">
                  <c:v>0.110361410222</c:v>
                </c:pt>
                <c:pt idx="140">
                  <c:v>0.111189802686</c:v>
                </c:pt>
                <c:pt idx="141">
                  <c:v>0.112026954484</c:v>
                </c:pt>
                <c:pt idx="142">
                  <c:v>0.112872976383</c:v>
                </c:pt>
                <c:pt idx="143">
                  <c:v>0.113727980557</c:v>
                </c:pt>
                <c:pt idx="144">
                  <c:v>0.114592080604</c:v>
                </c:pt>
                <c:pt idx="145">
                  <c:v>0.115465391553</c:v>
                </c:pt>
                <c:pt idx="146">
                  <c:v>0.116348029872</c:v>
                </c:pt>
                <c:pt idx="147">
                  <c:v>0.11724011348</c:v>
                </c:pt>
                <c:pt idx="148">
                  <c:v>0.118141761753</c:v>
                </c:pt>
                <c:pt idx="149">
                  <c:v>0.119053095536</c:v>
                </c:pt>
                <c:pt idx="150">
                  <c:v>0.119974237145</c:v>
                </c:pt>
                <c:pt idx="151">
                  <c:v>0.120905310378</c:v>
                </c:pt>
                <c:pt idx="152">
                  <c:v>0.121846440518</c:v>
                </c:pt>
                <c:pt idx="153">
                  <c:v>0.122797754342</c:v>
                </c:pt>
                <c:pt idx="154">
                  <c:v>0.123759380123</c:v>
                </c:pt>
                <c:pt idx="155">
                  <c:v>0.124731447633</c:v>
                </c:pt>
                <c:pt idx="156">
                  <c:v>0.125714088148</c:v>
                </c:pt>
                <c:pt idx="157">
                  <c:v>0.126707434452</c:v>
                </c:pt>
                <c:pt idx="158">
                  <c:v>0.127711620831</c:v>
                </c:pt>
                <c:pt idx="159">
                  <c:v>0.128726783081</c:v>
                </c:pt>
                <c:pt idx="160">
                  <c:v>0.1297530585</c:v>
                </c:pt>
                <c:pt idx="161">
                  <c:v>0.130790585892</c:v>
                </c:pt>
                <c:pt idx="162">
                  <c:v>0.131839505559</c:v>
                </c:pt>
                <c:pt idx="163">
                  <c:v>0.132899959296</c:v>
                </c:pt>
                <c:pt idx="164">
                  <c:v>0.13397209039</c:v>
                </c:pt>
                <c:pt idx="165">
                  <c:v>0.135056043604</c:v>
                </c:pt>
                <c:pt idx="166">
                  <c:v>0.136151965177</c:v>
                </c:pt>
                <c:pt idx="167">
                  <c:v>0.137260002806</c:v>
                </c:pt>
                <c:pt idx="168">
                  <c:v>0.138380305636</c:v>
                </c:pt>
                <c:pt idx="169">
                  <c:v>0.139513024246</c:v>
                </c:pt>
                <c:pt idx="170">
                  <c:v>0.140658310633</c:v>
                </c:pt>
                <c:pt idx="171">
                  <c:v>0.141816318192</c:v>
                </c:pt>
                <c:pt idx="172">
                  <c:v>0.142987201699</c:v>
                </c:pt>
                <c:pt idx="173">
                  <c:v>0.144171117286</c:v>
                </c:pt>
                <c:pt idx="174">
                  <c:v>0.145368222414</c:v>
                </c:pt>
                <c:pt idx="175">
                  <c:v>0.146578675851</c:v>
                </c:pt>
                <c:pt idx="176">
                  <c:v>0.14780263764</c:v>
                </c:pt>
                <c:pt idx="177">
                  <c:v>0.149040269066</c:v>
                </c:pt>
                <c:pt idx="178">
                  <c:v>0.150291732621</c:v>
                </c:pt>
                <c:pt idx="179">
                  <c:v>0.151557191966</c:v>
                </c:pt>
                <c:pt idx="180">
                  <c:v>0.152836811892</c:v>
                </c:pt>
                <c:pt idx="181">
                  <c:v>0.154130758272</c:v>
                </c:pt>
                <c:pt idx="182">
                  <c:v>0.155439198017</c:v>
                </c:pt>
                <c:pt idx="183">
                  <c:v>0.156762299025</c:v>
                </c:pt>
                <c:pt idx="184">
                  <c:v>0.158100230124</c:v>
                </c:pt>
                <c:pt idx="185">
                  <c:v>0.159453161015</c:v>
                </c:pt>
                <c:pt idx="186">
                  <c:v>0.160821262212</c:v>
                </c:pt>
                <c:pt idx="187">
                  <c:v>0.162204704971</c:v>
                </c:pt>
                <c:pt idx="188">
                  <c:v>0.163603661225</c:v>
                </c:pt>
                <c:pt idx="189">
                  <c:v>0.165018303507</c:v>
                </c:pt>
                <c:pt idx="190">
                  <c:v>0.16644880487</c:v>
                </c:pt>
                <c:pt idx="191">
                  <c:v>0.167895338805</c:v>
                </c:pt>
                <c:pt idx="192">
                  <c:v>0.169358079148</c:v>
                </c:pt>
                <c:pt idx="193">
                  <c:v>0.170837199992</c:v>
                </c:pt>
                <c:pt idx="194">
                  <c:v>0.172332875585</c:v>
                </c:pt>
                <c:pt idx="195">
                  <c:v>0.173845280223</c:v>
                </c:pt>
                <c:pt idx="196">
                  <c:v>0.175374588144</c:v>
                </c:pt>
                <c:pt idx="197">
                  <c:v>0.176920973409</c:v>
                </c:pt>
                <c:pt idx="198">
                  <c:v>0.178484609781</c:v>
                </c:pt>
                <c:pt idx="199">
                  <c:v>0.180065670597</c:v>
                </c:pt>
                <c:pt idx="200">
                  <c:v>0.181664328634</c:v>
                </c:pt>
                <c:pt idx="201">
                  <c:v>0.183280755965</c:v>
                </c:pt>
                <c:pt idx="202">
                  <c:v>0.184915123815</c:v>
                </c:pt>
                <c:pt idx="203">
                  <c:v>0.186567602402</c:v>
                </c:pt>
                <c:pt idx="204">
                  <c:v>0.188238360778</c:v>
                </c:pt>
                <c:pt idx="205">
                  <c:v>0.189927566657</c:v>
                </c:pt>
                <c:pt idx="206">
                  <c:v>0.191635386242</c:v>
                </c:pt>
                <c:pt idx="207">
                  <c:v>0.193361984035</c:v>
                </c:pt>
                <c:pt idx="208">
                  <c:v>0.195107522648</c:v>
                </c:pt>
                <c:pt idx="209">
                  <c:v>0.196872162602</c:v>
                </c:pt>
                <c:pt idx="210">
                  <c:v>0.198656062116</c:v>
                </c:pt>
                <c:pt idx="211">
                  <c:v>0.200459376893</c:v>
                </c:pt>
                <c:pt idx="212">
                  <c:v>0.202282259892</c:v>
                </c:pt>
                <c:pt idx="213">
                  <c:v>0.204124861091</c:v>
                </c:pt>
                <c:pt idx="214">
                  <c:v>0.205987327251</c:v>
                </c:pt>
                <c:pt idx="215">
                  <c:v>0.207869801654</c:v>
                </c:pt>
                <c:pt idx="216">
                  <c:v>0.209772423852</c:v>
                </c:pt>
                <c:pt idx="217">
                  <c:v>0.211695329388</c:v>
                </c:pt>
                <c:pt idx="218">
                  <c:v>0.21363864952</c:v>
                </c:pt>
                <c:pt idx="219">
                  <c:v>0.215602510932</c:v>
                </c:pt>
                <c:pt idx="220">
                  <c:v>0.217587035438</c:v>
                </c:pt>
                <c:pt idx="221">
                  <c:v>0.219592339668</c:v>
                </c:pt>
                <c:pt idx="222">
                  <c:v>0.221618534758</c:v>
                </c:pt>
                <c:pt idx="223">
                  <c:v>0.223665726021</c:v>
                </c:pt>
                <c:pt idx="224">
                  <c:v>0.225734012612</c:v>
                </c:pt>
                <c:pt idx="225">
                  <c:v>0.227823487181</c:v>
                </c:pt>
                <c:pt idx="226">
                  <c:v>0.229934235525</c:v>
                </c:pt>
                <c:pt idx="227">
                  <c:v>0.232066336224</c:v>
                </c:pt>
                <c:pt idx="228">
                  <c:v>0.234219860265</c:v>
                </c:pt>
                <c:pt idx="229">
                  <c:v>0.23639487067</c:v>
                </c:pt>
                <c:pt idx="230">
                  <c:v>0.238591422105</c:v>
                </c:pt>
                <c:pt idx="231">
                  <c:v>0.240809560486</c:v>
                </c:pt>
                <c:pt idx="232">
                  <c:v>0.243049322572</c:v>
                </c:pt>
                <c:pt idx="233">
                  <c:v>0.245310735562</c:v>
                </c:pt>
                <c:pt idx="234">
                  <c:v>0.247593816673</c:v>
                </c:pt>
                <c:pt idx="235">
                  <c:v>0.249898572721</c:v>
                </c:pt>
                <c:pt idx="236">
                  <c:v>0.252224999689</c:v>
                </c:pt>
                <c:pt idx="237">
                  <c:v>0.254573082297</c:v>
                </c:pt>
                <c:pt idx="238">
                  <c:v>0.256942793561</c:v>
                </c:pt>
                <c:pt idx="239">
                  <c:v>0.259334094354</c:v>
                </c:pt>
                <c:pt idx="240">
                  <c:v>0.26174693296</c:v>
                </c:pt>
                <c:pt idx="241">
                  <c:v>0.26418124463</c:v>
                </c:pt>
                <c:pt idx="242">
                  <c:v>0.26663695113</c:v>
                </c:pt>
                <c:pt idx="243">
                  <c:v>0.269113960296</c:v>
                </c:pt>
                <c:pt idx="244">
                  <c:v>0.271612165585</c:v>
                </c:pt>
                <c:pt idx="245">
                  <c:v>0.274131445629</c:v>
                </c:pt>
                <c:pt idx="246">
                  <c:v>0.276671663795</c:v>
                </c:pt>
                <c:pt idx="247">
                  <c:v>0.279232667742</c:v>
                </c:pt>
                <c:pt idx="248">
                  <c:v>0.28181428899</c:v>
                </c:pt>
                <c:pt idx="249">
                  <c:v>0.28441634249</c:v>
                </c:pt>
                <c:pt idx="250">
                  <c:v>0.287038626208</c:v>
                </c:pt>
                <c:pt idx="251">
                  <c:v>0.289680920713</c:v>
                </c:pt>
                <c:pt idx="252">
                  <c:v>0.292342988776</c:v>
                </c:pt>
                <c:pt idx="253">
                  <c:v>0.295024574987</c:v>
                </c:pt>
                <c:pt idx="254">
                  <c:v>0.297725405376</c:v>
                </c:pt>
                <c:pt idx="255">
                  <c:v>0.300445187058</c:v>
                </c:pt>
                <c:pt idx="256">
                  <c:v>0.30318360789</c:v>
                </c:pt>
                <c:pt idx="257">
                  <c:v>0.305940336147</c:v>
                </c:pt>
                <c:pt idx="258">
                  <c:v>0.308715020223</c:v>
                </c:pt>
                <c:pt idx="259">
                  <c:v>0.311507288344</c:v>
                </c:pt>
                <c:pt idx="260">
                  <c:v>0.314316748314</c:v>
                </c:pt>
                <c:pt idx="261">
                  <c:v>0.317142987282</c:v>
                </c:pt>
                <c:pt idx="262">
                  <c:v>0.319985571534</c:v>
                </c:pt>
                <c:pt idx="263">
                  <c:v>0.322844046318</c:v>
                </c:pt>
                <c:pt idx="264">
                  <c:v>0.325717935698</c:v>
                </c:pt>
                <c:pt idx="265">
                  <c:v>0.328606742434</c:v>
                </c:pt>
                <c:pt idx="266">
                  <c:v>0.331509947905</c:v>
                </c:pt>
                <c:pt idx="267">
                  <c:v>0.334427012061</c:v>
                </c:pt>
                <c:pt idx="268">
                  <c:v>0.33735737341</c:v>
                </c:pt>
                <c:pt idx="269">
                  <c:v>0.340300449048</c:v>
                </c:pt>
                <c:pt idx="270">
                  <c:v>0.343255634727</c:v>
                </c:pt>
                <c:pt idx="271">
                  <c:v>0.346222304957</c:v>
                </c:pt>
                <c:pt idx="272">
                  <c:v>0.349199813162</c:v>
                </c:pt>
                <c:pt idx="273">
                  <c:v>0.352187491864</c:v>
                </c:pt>
                <c:pt idx="274">
                  <c:v>0.355184652925</c:v>
                </c:pt>
                <c:pt idx="275">
                  <c:v>0.358190587823</c:v>
                </c:pt>
                <c:pt idx="276">
                  <c:v>0.36120456798</c:v>
                </c:pt>
                <c:pt idx="277">
                  <c:v>0.36422584513</c:v>
                </c:pt>
                <c:pt idx="278">
                  <c:v>0.36725365174</c:v>
                </c:pt>
                <c:pt idx="279">
                  <c:v>0.370287201471</c:v>
                </c:pt>
                <c:pt idx="280">
                  <c:v>0.373325689689</c:v>
                </c:pt>
                <c:pt idx="281">
                  <c:v>0.376368294026</c:v>
                </c:pt>
                <c:pt idx="282">
                  <c:v>0.379414174979</c:v>
                </c:pt>
                <c:pt idx="283">
                  <c:v>0.382462476563</c:v>
                </c:pt>
                <c:pt idx="284">
                  <c:v>0.385512327005</c:v>
                </c:pt>
                <c:pt idx="285">
                  <c:v>0.388562839483</c:v>
                </c:pt>
                <c:pt idx="286">
                  <c:v>0.391613112912</c:v>
                </c:pt>
                <c:pt idx="287">
                  <c:v>0.394662232769</c:v>
                </c:pt>
                <c:pt idx="288">
                  <c:v>0.397709271962</c:v>
                </c:pt>
                <c:pt idx="289">
                  <c:v>0.400753291734</c:v>
                </c:pt>
                <c:pt idx="290">
                  <c:v>0.403793342614</c:v>
                </c:pt>
                <c:pt idx="291">
                  <c:v>0.406828465394</c:v>
                </c:pt>
                <c:pt idx="292">
                  <c:v>0.40985769215</c:v>
                </c:pt>
                <c:pt idx="293">
                  <c:v>0.412880047287</c:v>
                </c:pt>
                <c:pt idx="294">
                  <c:v>0.41589454862</c:v>
                </c:pt>
                <c:pt idx="295">
                  <c:v>0.41890020848</c:v>
                </c:pt>
                <c:pt idx="296">
                  <c:v>0.421896034843</c:v>
                </c:pt>
                <c:pt idx="297">
                  <c:v>0.424881032485</c:v>
                </c:pt>
                <c:pt idx="298">
                  <c:v>0.427854204152</c:v>
                </c:pt>
                <c:pt idx="299">
                  <c:v>0.430814551754</c:v>
                </c:pt>
                <c:pt idx="300">
                  <c:v>0.433761077559</c:v>
                </c:pt>
                <c:pt idx="301">
                  <c:v>0.43669278541</c:v>
                </c:pt>
                <c:pt idx="302">
                  <c:v>0.439608681946</c:v>
                </c:pt>
                <c:pt idx="303">
                  <c:v>0.442507777818</c:v>
                </c:pt>
                <c:pt idx="304">
                  <c:v>0.44538908892</c:v>
                </c:pt>
                <c:pt idx="305">
                  <c:v>0.448251637603</c:v>
                </c:pt>
                <c:pt idx="306">
                  <c:v>0.451094453894</c:v>
                </c:pt>
                <c:pt idx="307">
                  <c:v>0.453916576697</c:v>
                </c:pt>
                <c:pt idx="308">
                  <c:v>0.45671705499</c:v>
                </c:pt>
                <c:pt idx="309">
                  <c:v>0.459494948997</c:v>
                </c:pt>
                <c:pt idx="310">
                  <c:v>0.462249331343</c:v>
                </c:pt>
                <c:pt idx="311">
                  <c:v>0.464979288197</c:v>
                </c:pt>
                <c:pt idx="312">
                  <c:v>0.467683920371</c:v>
                </c:pt>
                <c:pt idx="313">
                  <c:v>0.470362344407</c:v>
                </c:pt>
                <c:pt idx="314">
                  <c:v>0.473013693622</c:v>
                </c:pt>
                <c:pt idx="315">
                  <c:v>0.475637119126</c:v>
                </c:pt>
                <c:pt idx="316">
                  <c:v>0.478231790796</c:v>
                </c:pt>
                <c:pt idx="317">
                  <c:v>0.480796898218</c:v>
                </c:pt>
                <c:pt idx="318">
                  <c:v>0.48333165158</c:v>
                </c:pt>
                <c:pt idx="319">
                  <c:v>0.485835282522</c:v>
                </c:pt>
                <c:pt idx="320">
                  <c:v>0.488307044949</c:v>
                </c:pt>
                <c:pt idx="321">
                  <c:v>0.490746215776</c:v>
                </c:pt>
                <c:pt idx="322">
                  <c:v>0.493152095644</c:v>
                </c:pt>
                <c:pt idx="323">
                  <c:v>0.495524009567</c:v>
                </c:pt>
                <c:pt idx="324">
                  <c:v>0.497861307538</c:v>
                </c:pt>
                <c:pt idx="325">
                  <c:v>0.500163365069</c:v>
                </c:pt>
                <c:pt idx="326">
                  <c:v>0.50242958368</c:v>
                </c:pt>
                <c:pt idx="327">
                  <c:v>0.504659391337</c:v>
                </c:pt>
                <c:pt idx="328">
                  <c:v>0.506852242816</c:v>
                </c:pt>
                <c:pt idx="329">
                  <c:v>0.509007620025</c:v>
                </c:pt>
                <c:pt idx="330">
                  <c:v>0.511125032255</c:v>
                </c:pt>
                <c:pt idx="331">
                  <c:v>0.513204016378</c:v>
                </c:pt>
                <c:pt idx="332">
                  <c:v>0.515244136981</c:v>
                </c:pt>
                <c:pt idx="333">
                  <c:v>0.517244986443</c:v>
                </c:pt>
                <c:pt idx="334">
                  <c:v>0.519206184954</c:v>
                </c:pt>
                <c:pt idx="335">
                  <c:v>0.521127380466</c:v>
                </c:pt>
                <c:pt idx="336">
                  <c:v>0.523008248599</c:v>
                </c:pt>
                <c:pt idx="337">
                  <c:v>0.524848492478</c:v>
                </c:pt>
                <c:pt idx="338">
                  <c:v>0.526647842517</c:v>
                </c:pt>
                <c:pt idx="339">
                  <c:v>0.52840605615</c:v>
                </c:pt>
                <c:pt idx="340">
                  <c:v>0.530122917501</c:v>
                </c:pt>
                <c:pt idx="341">
                  <c:v>0.531798237003</c:v>
                </c:pt>
                <c:pt idx="342">
                  <c:v>0.53343185097</c:v>
                </c:pt>
                <c:pt idx="343">
                  <c:v>0.535023621113</c:v>
                </c:pt>
                <c:pt idx="344">
                  <c:v>0.536573434006</c:v>
                </c:pt>
                <c:pt idx="345">
                  <c:v>0.538081200512</c:v>
                </c:pt>
                <c:pt idx="346">
                  <c:v>0.539546855158</c:v>
                </c:pt>
                <c:pt idx="347">
                  <c:v>0.540970355473</c:v>
                </c:pt>
                <c:pt idx="348">
                  <c:v>0.54235168128</c:v>
                </c:pt>
                <c:pt idx="349">
                  <c:v>0.543690833958</c:v>
                </c:pt>
                <c:pt idx="350">
                  <c:v>0.544987835656</c:v>
                </c:pt>
                <c:pt idx="351">
                  <c:v>0.546242728489</c:v>
                </c:pt>
                <c:pt idx="352">
                  <c:v>0.547455573692</c:v>
                </c:pt>
                <c:pt idx="353">
                  <c:v>0.548626450756</c:v>
                </c:pt>
                <c:pt idx="354">
                  <c:v>0.549755456527</c:v>
                </c:pt>
                <c:pt idx="355">
                  <c:v>0.550842704296</c:v>
                </c:pt>
                <c:pt idx="356">
                  <c:v>0.551888322862</c:v>
                </c:pt>
                <c:pt idx="357">
                  <c:v>0.55289245558</c:v>
                </c:pt>
                <c:pt idx="358">
                  <c:v>0.553855259399</c:v>
                </c:pt>
                <c:pt idx="359">
                  <c:v>0.554776903884</c:v>
                </c:pt>
                <c:pt idx="360">
                  <c:v>0.555657570234</c:v>
                </c:pt>
                <c:pt idx="361">
                  <c:v>0.556497450295</c:v>
                </c:pt>
                <c:pt idx="362">
                  <c:v>0.557296745574</c:v>
                </c:pt>
                <c:pt idx="363">
                  <c:v>0.558055666245</c:v>
                </c:pt>
                <c:pt idx="364">
                  <c:v>0.558774430172</c:v>
                </c:pt>
                <c:pt idx="365">
                  <c:v>0.559453261929</c:v>
                </c:pt>
                <c:pt idx="366">
                  <c:v>0.560092391829</c:v>
                </c:pt>
                <c:pt idx="367">
                  <c:v>0.560692054978</c:v>
                </c:pt>
                <c:pt idx="368">
                  <c:v>0.561252490326</c:v>
                </c:pt>
                <c:pt idx="369">
                  <c:v>0.561773939746</c:v>
                </c:pt>
                <c:pt idx="370">
                  <c:v>0.562256647136</c:v>
                </c:pt>
                <c:pt idx="371">
                  <c:v>0.56270085753</c:v>
                </c:pt>
                <c:pt idx="372">
                  <c:v>0.563106816247</c:v>
                </c:pt>
                <c:pt idx="373">
                  <c:v>0.563474768057</c:v>
                </c:pt>
                <c:pt idx="374">
                  <c:v>0.563804956379</c:v>
                </c:pt>
                <c:pt idx="375">
                  <c:v>0.564097622511</c:v>
                </c:pt>
                <c:pt idx="376">
                  <c:v>0.56435300489</c:v>
                </c:pt>
                <c:pt idx="377">
                  <c:v>0.564571338382</c:v>
                </c:pt>
                <c:pt idx="378">
                  <c:v>0.564752853617</c:v>
                </c:pt>
                <c:pt idx="379">
                  <c:v>0.564897776347</c:v>
                </c:pt>
                <c:pt idx="380">
                  <c:v>0.565006326855</c:v>
                </c:pt>
                <c:pt idx="381">
                  <c:v>0.565078719395</c:v>
                </c:pt>
                <c:pt idx="382">
                  <c:v>0.565115161672</c:v>
                </c:pt>
                <c:pt idx="383">
                  <c:v>0.565115854365</c:v>
                </c:pt>
                <c:pt idx="384">
                  <c:v>0.565080990694</c:v>
                </c:pt>
                <c:pt idx="385">
                  <c:v>0.56501075602</c:v>
                </c:pt>
                <c:pt idx="386">
                  <c:v>0.564905327499</c:v>
                </c:pt>
                <c:pt idx="387">
                  <c:v>0.564764873766</c:v>
                </c:pt>
                <c:pt idx="388">
                  <c:v>0.564589554677</c:v>
                </c:pt>
                <c:pt idx="389">
                  <c:v>0.564379521077</c:v>
                </c:pt>
                <c:pt idx="390">
                  <c:v>0.564134914629</c:v>
                </c:pt>
                <c:pt idx="391">
                  <c:v>0.563855867671</c:v>
                </c:pt>
                <c:pt idx="392">
                  <c:v>0.563542503124</c:v>
                </c:pt>
                <c:pt idx="393">
                  <c:v>0.563194934441</c:v>
                </c:pt>
                <c:pt idx="394">
                  <c:v>0.5628132656</c:v>
                </c:pt>
                <c:pt idx="395">
                  <c:v>0.562397591132</c:v>
                </c:pt>
                <c:pt idx="396">
                  <c:v>0.5619479962</c:v>
                </c:pt>
                <c:pt idx="397">
                  <c:v>0.561464556712</c:v>
                </c:pt>
                <c:pt idx="398">
                  <c:v>0.560947339474</c:v>
                </c:pt>
                <c:pt idx="399">
                  <c:v>0.560396402387</c:v>
                </c:pt>
                <c:pt idx="400">
                  <c:v>0.559811794682</c:v>
                </c:pt>
                <c:pt idx="401">
                  <c:v>0.559193557183</c:v>
                </c:pt>
                <c:pt idx="402">
                  <c:v>0.558541722623</c:v>
                </c:pt>
                <c:pt idx="403">
                  <c:v>0.55785631598</c:v>
                </c:pt>
                <c:pt idx="404">
                  <c:v>0.55713735486</c:v>
                </c:pt>
                <c:pt idx="405">
                  <c:v>0.556384849907</c:v>
                </c:pt>
                <c:pt idx="406">
                  <c:v>0.555598805247</c:v>
                </c:pt>
                <c:pt idx="407">
                  <c:v>0.554779218967</c:v>
                </c:pt>
                <c:pt idx="408">
                  <c:v>0.553926083616</c:v>
                </c:pt>
                <c:pt idx="409">
                  <c:v>0.553039386748</c:v>
                </c:pt>
                <c:pt idx="410">
                  <c:v>0.552119111478</c:v>
                </c:pt>
                <c:pt idx="411">
                  <c:v>0.55116523708</c:v>
                </c:pt>
                <c:pt idx="412">
                  <c:v>0.550177739598</c:v>
                </c:pt>
                <c:pt idx="413">
                  <c:v>0.549156592484</c:v>
                </c:pt>
                <c:pt idx="414">
                  <c:v>0.548101767264</c:v>
                </c:pt>
                <c:pt idx="415">
                  <c:v>0.54701323422</c:v>
                </c:pt>
                <c:pt idx="416">
                  <c:v>0.545890963089</c:v>
                </c:pt>
                <c:pt idx="417">
                  <c:v>0.544734923788</c:v>
                </c:pt>
                <c:pt idx="418">
                  <c:v>0.543545087147</c:v>
                </c:pt>
                <c:pt idx="419">
                  <c:v>0.54232142566</c:v>
                </c:pt>
                <c:pt idx="420">
                  <c:v>0.54106391425</c:v>
                </c:pt>
                <c:pt idx="421">
                  <c:v>0.539772531046</c:v>
                </c:pt>
                <c:pt idx="422">
                  <c:v>0.538447258161</c:v>
                </c:pt>
                <c:pt idx="423">
                  <c:v>0.53708808249</c:v>
                </c:pt>
                <c:pt idx="424">
                  <c:v>0.535694996501</c:v>
                </c:pt>
                <c:pt idx="425">
                  <c:v>0.53426799904</c:v>
                </c:pt>
                <c:pt idx="426">
                  <c:v>0.532807096131</c:v>
                </c:pt>
                <c:pt idx="427">
                  <c:v>0.531312301775</c:v>
                </c:pt>
                <c:pt idx="428">
                  <c:v>0.529783638749</c:v>
                </c:pt>
                <c:pt idx="429">
                  <c:v>0.528221139402</c:v>
                </c:pt>
                <c:pt idx="430">
                  <c:v>0.526624846434</c:v>
                </c:pt>
                <c:pt idx="431">
                  <c:v>0.524994813678</c:v>
                </c:pt>
                <c:pt idx="432">
                  <c:v>0.523331106862</c:v>
                </c:pt>
                <c:pt idx="433">
                  <c:v>0.521633804356</c:v>
                </c:pt>
                <c:pt idx="434">
                  <c:v>0.519902997911</c:v>
                </c:pt>
                <c:pt idx="435">
                  <c:v>0.518138793367</c:v>
                </c:pt>
                <c:pt idx="436">
                  <c:v>0.516341311349</c:v>
                </c:pt>
                <c:pt idx="437">
                  <c:v>0.514510687936</c:v>
                </c:pt>
                <c:pt idx="438">
                  <c:v>0.512647075303</c:v>
                </c:pt>
                <c:pt idx="439">
                  <c:v>0.510750642332</c:v>
                </c:pt>
                <c:pt idx="440">
                  <c:v>0.508821575203</c:v>
                </c:pt>
                <c:pt idx="441">
                  <c:v>0.506860077935</c:v>
                </c:pt>
                <c:pt idx="442">
                  <c:v>0.504866372906</c:v>
                </c:pt>
                <c:pt idx="443">
                  <c:v>0.502840701327</c:v>
                </c:pt>
                <c:pt idx="444">
                  <c:v>0.500783323679</c:v>
                </c:pt>
                <c:pt idx="445">
                  <c:v>0.498694520111</c:v>
                </c:pt>
                <c:pt idx="446">
                  <c:v>0.496574590786</c:v>
                </c:pt>
                <c:pt idx="447">
                  <c:v>0.494423856189</c:v>
                </c:pt>
                <c:pt idx="448">
                  <c:v>0.492242657386</c:v>
                </c:pt>
                <c:pt idx="449">
                  <c:v>0.490031356232</c:v>
                </c:pt>
                <c:pt idx="450">
                  <c:v>0.487790335528</c:v>
                </c:pt>
                <c:pt idx="451">
                  <c:v>0.48551999913</c:v>
                </c:pt>
                <c:pt idx="452">
                  <c:v>0.483220772004</c:v>
                </c:pt>
                <c:pt idx="453">
                  <c:v>0.480893100224</c:v>
                </c:pt>
                <c:pt idx="454">
                  <c:v>0.478537450923</c:v>
                </c:pt>
                <c:pt idx="455">
                  <c:v>0.476154312177</c:v>
                </c:pt>
                <c:pt idx="456">
                  <c:v>0.473744192852</c:v>
                </c:pt>
                <c:pt idx="457">
                  <c:v>0.471307622374</c:v>
                </c:pt>
                <c:pt idx="458">
                  <c:v>0.468845150465</c:v>
                </c:pt>
                <c:pt idx="459">
                  <c:v>0.466357346808</c:v>
                </c:pt>
                <c:pt idx="460">
                  <c:v>0.463844800667</c:v>
                </c:pt>
                <c:pt idx="461">
                  <c:v>0.46130812045</c:v>
                </c:pt>
                <c:pt idx="462">
                  <c:v>0.458747933224</c:v>
                </c:pt>
                <c:pt idx="463">
                  <c:v>0.456164884172</c:v>
                </c:pt>
                <c:pt idx="464">
                  <c:v>0.453559636004</c:v>
                </c:pt>
                <c:pt idx="465">
                  <c:v>0.450932868326</c:v>
                </c:pt>
                <c:pt idx="466">
                  <c:v>0.448285276952</c:v>
                </c:pt>
                <c:pt idx="467">
                  <c:v>0.44561757318</c:v>
                </c:pt>
                <c:pt idx="468">
                  <c:v>0.442930483024</c:v>
                </c:pt>
                <c:pt idx="469">
                  <c:v>0.440224746409</c:v>
                </c:pt>
                <c:pt idx="470">
                  <c:v>0.437501116325</c:v>
                </c:pt>
                <c:pt idx="471">
                  <c:v>0.434760357955</c:v>
                </c:pt>
                <c:pt idx="472">
                  <c:v>0.432003247761</c:v>
                </c:pt>
                <c:pt idx="473">
                  <c:v>0.429230572556</c:v>
                </c:pt>
                <c:pt idx="474">
                  <c:v>0.426443128538</c:v>
                </c:pt>
                <c:pt idx="475">
                  <c:v>0.423641720316</c:v>
                </c:pt>
                <c:pt idx="476">
                  <c:v>0.420827159904</c:v>
                </c:pt>
                <c:pt idx="477">
                  <c:v>0.418000265714</c:v>
                </c:pt>
                <c:pt idx="478">
                  <c:v>0.415161861525</c:v>
                </c:pt>
                <c:pt idx="479">
                  <c:v>0.412312775454</c:v>
                </c:pt>
                <c:pt idx="480">
                  <c:v>0.409453838918</c:v>
                </c:pt>
                <c:pt idx="481">
                  <c:v>0.406585885593</c:v>
                </c:pt>
                <c:pt idx="482">
                  <c:v>0.403709750377</c:v>
                </c:pt>
                <c:pt idx="483">
                  <c:v>0.400826268361</c:v>
                </c:pt>
                <c:pt idx="484">
                  <c:v>0.397936273802</c:v>
                </c:pt>
                <c:pt idx="485">
                  <c:v>0.39504059911</c:v>
                </c:pt>
                <c:pt idx="486">
                  <c:v>0.392140073853</c:v>
                </c:pt>
                <c:pt idx="487">
                  <c:v>0.389235523774</c:v>
                </c:pt>
                <c:pt idx="488">
                  <c:v>0.386327769827</c:v>
                </c:pt>
                <c:pt idx="489">
                  <c:v>0.383417627244</c:v>
                </c:pt>
                <c:pt idx="490">
                  <c:v>0.380505904611</c:v>
                </c:pt>
                <c:pt idx="491">
                  <c:v>0.377593402989</c:v>
                </c:pt>
                <c:pt idx="492">
                  <c:v>0.37468091505</c:v>
                </c:pt>
                <c:pt idx="493">
                  <c:v>0.371769224247</c:v>
                </c:pt>
                <c:pt idx="494">
                  <c:v>0.368859104023</c:v>
                </c:pt>
                <c:pt idx="495">
                  <c:v>0.365951317046</c:v>
                </c:pt>
                <c:pt idx="496">
                  <c:v>0.363046614483</c:v>
                </c:pt>
                <c:pt idx="497">
                  <c:v>0.360145735307</c:v>
                </c:pt>
                <c:pt idx="498">
                  <c:v>0.357249405649</c:v>
                </c:pt>
                <c:pt idx="499">
                  <c:v>0.354358338179</c:v>
                </c:pt>
                <c:pt idx="500">
                  <c:v>0.351473231532</c:v>
                </c:pt>
                <c:pt idx="501">
                  <c:v>0.348594769774</c:v>
                </c:pt>
                <c:pt idx="502">
                  <c:v>0.345723621899</c:v>
                </c:pt>
                <c:pt idx="503">
                  <c:v>0.342860441377</c:v>
                </c:pt>
                <c:pt idx="504">
                  <c:v>0.340005865738</c:v>
                </c:pt>
                <c:pt idx="505">
                  <c:v>0.337160516188</c:v>
                </c:pt>
                <c:pt idx="506">
                  <c:v>0.334324997276</c:v>
                </c:pt>
                <c:pt idx="507">
                  <c:v>0.331499896593</c:v>
                </c:pt>
                <c:pt idx="508">
                  <c:v>0.328685784512</c:v>
                </c:pt>
                <c:pt idx="509">
                  <c:v>0.32588321396</c:v>
                </c:pt>
                <c:pt idx="510">
                  <c:v>0.32309272024</c:v>
                </c:pt>
                <c:pt idx="511">
                  <c:v>0.320314820873</c:v>
                </c:pt>
                <c:pt idx="512">
                  <c:v>0.317550015486</c:v>
                </c:pt>
                <c:pt idx="513">
                  <c:v>0.314798785732</c:v>
                </c:pt>
                <c:pt idx="514">
                  <c:v>0.312061595239</c:v>
                </c:pt>
                <c:pt idx="515">
                  <c:v>0.309338889599</c:v>
                </c:pt>
                <c:pt idx="516">
                  <c:v>0.306631096378</c:v>
                </c:pt>
                <c:pt idx="517">
                  <c:v>0.303938625162</c:v>
                </c:pt>
                <c:pt idx="518">
                  <c:v>0.30126186763</c:v>
                </c:pt>
                <c:pt idx="519">
                  <c:v>0.298601197653</c:v>
                </c:pt>
                <c:pt idx="520">
                  <c:v>0.295956971417</c:v>
                </c:pt>
                <c:pt idx="521">
                  <c:v>0.293329527578</c:v>
                </c:pt>
                <c:pt idx="522">
                  <c:v>0.290719187426</c:v>
                </c:pt>
                <c:pt idx="523">
                  <c:v>0.288126255085</c:v>
                </c:pt>
                <c:pt idx="524">
                  <c:v>0.285551017723</c:v>
                </c:pt>
                <c:pt idx="525">
                  <c:v>0.282993745787</c:v>
                </c:pt>
                <c:pt idx="526">
                  <c:v>0.280454693249</c:v>
                </c:pt>
                <c:pt idx="527">
                  <c:v>0.277934097878</c:v>
                </c:pt>
                <c:pt idx="528">
                  <c:v>0.275432181516</c:v>
                </c:pt>
                <c:pt idx="529">
                  <c:v>0.272949150373</c:v>
                </c:pt>
                <c:pt idx="530">
                  <c:v>0.270485195335</c:v>
                </c:pt>
                <c:pt idx="531">
                  <c:v>0.268040492284</c:v>
                </c:pt>
                <c:pt idx="532">
                  <c:v>0.26561520242</c:v>
                </c:pt>
                <c:pt idx="533">
                  <c:v>0.263209472602</c:v>
                </c:pt>
                <c:pt idx="534">
                  <c:v>0.260823435691</c:v>
                </c:pt>
                <c:pt idx="535">
                  <c:v>0.258457210899</c:v>
                </c:pt>
                <c:pt idx="536">
                  <c:v>0.256110904147</c:v>
                </c:pt>
                <c:pt idx="537">
                  <c:v>0.253784608424</c:v>
                </c:pt>
                <c:pt idx="538">
                  <c:v>0.251478404154</c:v>
                </c:pt>
                <c:pt idx="539">
                  <c:v>0.249192359556</c:v>
                </c:pt>
                <c:pt idx="540">
                  <c:v>0.246926531022</c:v>
                </c:pt>
                <c:pt idx="541">
                  <c:v>0.244680963478</c:v>
                </c:pt>
                <c:pt idx="542">
                  <c:v>0.242455690759</c:v>
                </c:pt>
                <c:pt idx="543">
                  <c:v>0.240250735975</c:v>
                </c:pt>
                <c:pt idx="544">
                  <c:v>0.238066111879</c:v>
                </c:pt>
                <c:pt idx="545">
                  <c:v>0.235901821234</c:v>
                </c:pt>
                <c:pt idx="546">
                  <c:v>0.233757857177</c:v>
                </c:pt>
                <c:pt idx="547">
                  <c:v>0.231634203575</c:v>
                </c:pt>
                <c:pt idx="548">
                  <c:v>0.229530835387</c:v>
                </c:pt>
                <c:pt idx="549">
                  <c:v>0.227447719013</c:v>
                </c:pt>
                <c:pt idx="550">
                  <c:v>0.22538481264</c:v>
                </c:pt>
                <c:pt idx="551">
                  <c:v>0.223342066591</c:v>
                </c:pt>
                <c:pt idx="552">
                  <c:v>0.221319423658</c:v>
                </c:pt>
                <c:pt idx="553">
                  <c:v>0.219316819432</c:v>
                </c:pt>
                <c:pt idx="554">
                  <c:v>0.217334182634</c:v>
                </c:pt>
                <c:pt idx="555">
                  <c:v>0.215371435431</c:v>
                </c:pt>
                <c:pt idx="556">
                  <c:v>0.213428493751</c:v>
                </c:pt>
                <c:pt idx="557">
                  <c:v>0.211505267587</c:v>
                </c:pt>
                <c:pt idx="558">
                  <c:v>0.209601661298</c:v>
                </c:pt>
                <c:pt idx="559">
                  <c:v>0.207717573902</c:v>
                </c:pt>
                <c:pt idx="560">
                  <c:v>0.205852899359</c:v>
                </c:pt>
                <c:pt idx="561">
                  <c:v>0.204007526851</c:v>
                </c:pt>
                <c:pt idx="562">
                  <c:v>0.20218134105</c:v>
                </c:pt>
                <c:pt idx="563">
                  <c:v>0.200374222386</c:v>
                </c:pt>
                <c:pt idx="564">
                  <c:v>0.198586047296</c:v>
                </c:pt>
                <c:pt idx="565">
                  <c:v>0.196816688476</c:v>
                </c:pt>
                <c:pt idx="566">
                  <c:v>0.195066015124</c:v>
                </c:pt>
                <c:pt idx="567">
                  <c:v>0.193333893167</c:v>
                </c:pt>
                <c:pt idx="568">
                  <c:v>0.191620185492</c:v>
                </c:pt>
                <c:pt idx="569">
                  <c:v>0.189924752162</c:v>
                </c:pt>
                <c:pt idx="570">
                  <c:v>0.188247450626</c:v>
                </c:pt>
                <c:pt idx="571">
                  <c:v>0.186588135928</c:v>
                </c:pt>
                <c:pt idx="572">
                  <c:v>0.184946660897</c:v>
                </c:pt>
                <c:pt idx="573">
                  <c:v>0.183322876339</c:v>
                </c:pt>
                <c:pt idx="574">
                  <c:v>0.181716631223</c:v>
                </c:pt>
                <c:pt idx="575">
                  <c:v>0.180127772851</c:v>
                </c:pt>
                <c:pt idx="576">
                  <c:v>0.178556147031</c:v>
                </c:pt>
                <c:pt idx="577">
                  <c:v>0.177001598238</c:v>
                </c:pt>
                <c:pt idx="578">
                  <c:v>0.175463969769</c:v>
                </c:pt>
                <c:pt idx="579">
                  <c:v>0.173943103893</c:v>
                </c:pt>
                <c:pt idx="580">
                  <c:v>0.172438841996</c:v>
                </c:pt>
                <c:pt idx="581">
                  <c:v>0.170951024716</c:v>
                </c:pt>
                <c:pt idx="582">
                  <c:v>0.169479492072</c:v>
                </c:pt>
                <c:pt idx="583">
                  <c:v>0.168024083597</c:v>
                </c:pt>
                <c:pt idx="584">
                  <c:v>0.166584638449</c:v>
                </c:pt>
                <c:pt idx="585">
                  <c:v>0.165160995532</c:v>
                </c:pt>
                <c:pt idx="586">
                  <c:v>0.1637529936</c:v>
                </c:pt>
                <c:pt idx="587">
                  <c:v>0.162360471364</c:v>
                </c:pt>
                <c:pt idx="588">
                  <c:v>0.160983267589</c:v>
                </c:pt>
                <c:pt idx="589">
                  <c:v>0.15962122119</c:v>
                </c:pt>
                <c:pt idx="590">
                  <c:v>0.158274171318</c:v>
                </c:pt>
                <c:pt idx="591">
                  <c:v>0.156941957448</c:v>
                </c:pt>
                <c:pt idx="592">
                  <c:v>0.155624419455</c:v>
                </c:pt>
                <c:pt idx="593">
                  <c:v>0.154321397694</c:v>
                </c:pt>
                <c:pt idx="594">
                  <c:v>0.15303273307</c:v>
                </c:pt>
                <c:pt idx="595">
                  <c:v>0.151758267103</c:v>
                </c:pt>
                <c:pt idx="596">
                  <c:v>0.150497841998</c:v>
                </c:pt>
                <c:pt idx="597">
                  <c:v>0.149251300699</c:v>
                </c:pt>
                <c:pt idx="598">
                  <c:v>0.148018486948</c:v>
                </c:pt>
                <c:pt idx="599">
                  <c:v>0.14679924534</c:v>
                </c:pt>
                <c:pt idx="600">
                  <c:v>0.145593421369</c:v>
                </c:pt>
                <c:pt idx="601">
                  <c:v>0.144400861478</c:v>
                </c:pt>
                <c:pt idx="602">
                  <c:v>0.1432214131</c:v>
                </c:pt>
                <c:pt idx="603">
                  <c:v>0.1420549247</c:v>
                </c:pt>
                <c:pt idx="604">
                  <c:v>0.140901245812</c:v>
                </c:pt>
                <c:pt idx="605">
                  <c:v>0.139760227076</c:v>
                </c:pt>
                <c:pt idx="606">
                  <c:v>0.138631720267</c:v>
                </c:pt>
                <c:pt idx="607">
                  <c:v>0.137515578327</c:v>
                </c:pt>
                <c:pt idx="608">
                  <c:v>0.136411655394</c:v>
                </c:pt>
                <c:pt idx="609">
                  <c:v>0.135319806826</c:v>
                </c:pt>
                <c:pt idx="610">
                  <c:v>0.13423988922</c:v>
                </c:pt>
                <c:pt idx="611">
                  <c:v>0.133171760443</c:v>
                </c:pt>
                <c:pt idx="612">
                  <c:v>0.132115279639</c:v>
                </c:pt>
                <c:pt idx="613">
                  <c:v>0.131070307258</c:v>
                </c:pt>
                <c:pt idx="614">
                  <c:v>0.130036705061</c:v>
                </c:pt>
                <c:pt idx="615">
                  <c:v>0.129014336141</c:v>
                </c:pt>
                <c:pt idx="616">
                  <c:v>0.12800306493</c:v>
                </c:pt>
                <c:pt idx="617">
                  <c:v>0.127002757215</c:v>
                </c:pt>
                <c:pt idx="618">
                  <c:v>0.126013280141</c:v>
                </c:pt>
                <c:pt idx="619">
                  <c:v>0.125034502223</c:v>
                </c:pt>
                <c:pt idx="620">
                  <c:v>0.124066293348</c:v>
                </c:pt>
                <c:pt idx="621">
                  <c:v>0.123108524785</c:v>
                </c:pt>
                <c:pt idx="622">
                  <c:v>0.122161069186</c:v>
                </c:pt>
                <c:pt idx="623">
                  <c:v>0.121223800587</c:v>
                </c:pt>
                <c:pt idx="624">
                  <c:v>0.120296594413</c:v>
                </c:pt>
                <c:pt idx="625">
                  <c:v>0.119379327476</c:v>
                </c:pt>
                <c:pt idx="626">
                  <c:v>0.118471877976</c:v>
                </c:pt>
                <c:pt idx="627">
                  <c:v>0.117574125498</c:v>
                </c:pt>
                <c:pt idx="628">
                  <c:v>0.116685951012</c:v>
                </c:pt>
                <c:pt idx="629">
                  <c:v>0.115807236867</c:v>
                </c:pt>
                <c:pt idx="630">
                  <c:v>0.11493786679</c:v>
                </c:pt>
                <c:pt idx="631">
                  <c:v>0.11407772588</c:v>
                </c:pt>
                <c:pt idx="632">
                  <c:v>0.113226700604</c:v>
                </c:pt>
                <c:pt idx="633">
                  <c:v>0.112384678789</c:v>
                </c:pt>
                <c:pt idx="634">
                  <c:v>0.111551549618</c:v>
                </c:pt>
                <c:pt idx="635">
                  <c:v>0.110727203619</c:v>
                </c:pt>
                <c:pt idx="636">
                  <c:v>0.109911532665</c:v>
                </c:pt>
                <c:pt idx="637">
                  <c:v>0.109104429958</c:v>
                </c:pt>
                <c:pt idx="638">
                  <c:v>0.108305790025</c:v>
                </c:pt>
                <c:pt idx="639">
                  <c:v>0.107515508707</c:v>
                </c:pt>
                <c:pt idx="640">
                  <c:v>0.106733483153</c:v>
                </c:pt>
                <c:pt idx="641">
                  <c:v>0.105959611806</c:v>
                </c:pt>
                <c:pt idx="642">
                  <c:v>0.105193794396</c:v>
                </c:pt>
                <c:pt idx="643">
                  <c:v>0.10443593193</c:v>
                </c:pt>
                <c:pt idx="644">
                  <c:v>0.10368592668</c:v>
                </c:pt>
                <c:pt idx="645">
                  <c:v>0.102943682172</c:v>
                </c:pt>
                <c:pt idx="646">
                  <c:v>0.102209103177</c:v>
                </c:pt>
                <c:pt idx="647">
                  <c:v>0.101482095696</c:v>
                </c:pt>
                <c:pt idx="648">
                  <c:v>0.100762566955</c:v>
                </c:pt>
                <c:pt idx="649">
                  <c:v>0.100050425387</c:v>
                </c:pt>
                <c:pt idx="650">
                  <c:v>0.0993455806232</c:v>
                </c:pt>
                <c:pt idx="651">
                  <c:v>0.0986479434804</c:v>
                </c:pt>
                <c:pt idx="652">
                  <c:v>0.0979574259503</c:v>
                </c:pt>
                <c:pt idx="653">
                  <c:v>0.0972739411858</c:v>
                </c:pt>
                <c:pt idx="654">
                  <c:v>0.0965974034896</c:v>
                </c:pt>
                <c:pt idx="655">
                  <c:v>0.0959277283021</c:v>
                </c:pt>
                <c:pt idx="656">
                  <c:v>0.0952648321883</c:v>
                </c:pt>
                <c:pt idx="657">
                  <c:v>0.0946086328264</c:v>
                </c:pt>
                <c:pt idx="658">
                  <c:v>0.0939590489946</c:v>
                </c:pt>
                <c:pt idx="659">
                  <c:v>0.0933160005591</c:v>
                </c:pt>
                <c:pt idx="660">
                  <c:v>0.0926794084617</c:v>
                </c:pt>
                <c:pt idx="661">
                  <c:v>0.0920491947071</c:v>
                </c:pt>
                <c:pt idx="662">
                  <c:v>0.0914252823504</c:v>
                </c:pt>
                <c:pt idx="663">
                  <c:v>0.0908075954852</c:v>
                </c:pt>
                <c:pt idx="664">
                  <c:v>0.0901960592305</c:v>
                </c:pt>
                <c:pt idx="665">
                  <c:v>0.0895905997189</c:v>
                </c:pt>
                <c:pt idx="666">
                  <c:v>0.0889911440838</c:v>
                </c:pt>
                <c:pt idx="667">
                  <c:v>0.0883976204474</c:v>
                </c:pt>
                <c:pt idx="668">
                  <c:v>0.0878099579085</c:v>
                </c:pt>
                <c:pt idx="669">
                  <c:v>0.08722808653</c:v>
                </c:pt>
                <c:pt idx="670">
                  <c:v>0.0866519373269</c:v>
                </c:pt>
                <c:pt idx="671">
                  <c:v>0.0860814422544</c:v>
                </c:pt>
                <c:pt idx="672">
                  <c:v>0.0855165341959</c:v>
                </c:pt>
                <c:pt idx="673">
                  <c:v>0.0849571469508</c:v>
                </c:pt>
                <c:pt idx="674">
                  <c:v>0.0844032152228</c:v>
                </c:pt>
                <c:pt idx="675">
                  <c:v>0.0838546746083</c:v>
                </c:pt>
                <c:pt idx="676">
                  <c:v>0.0833114615846</c:v>
                </c:pt>
                <c:pt idx="677">
                  <c:v>0.0827735134986</c:v>
                </c:pt>
                <c:pt idx="678">
                  <c:v>0.0822407685546</c:v>
                </c:pt>
                <c:pt idx="679">
                  <c:v>0.0817131658038</c:v>
                </c:pt>
                <c:pt idx="680">
                  <c:v>0.0811906451326</c:v>
                </c:pt>
                <c:pt idx="681">
                  <c:v>0.0806731472514</c:v>
                </c:pt>
                <c:pt idx="682">
                  <c:v>0.0801606136835</c:v>
                </c:pt>
                <c:pt idx="683">
                  <c:v>0.0796529867544</c:v>
                </c:pt>
                <c:pt idx="684">
                  <c:v>0.0791502095807</c:v>
                </c:pt>
                <c:pt idx="685">
                  <c:v>0.0786522260594</c:v>
                </c:pt>
                <c:pt idx="686">
                  <c:v>0.0781589808574</c:v>
                </c:pt>
                <c:pt idx="687">
                  <c:v>0.0776704194008</c:v>
                </c:pt>
                <c:pt idx="688">
                  <c:v>0.0771864878646</c:v>
                </c:pt>
                <c:pt idx="689">
                  <c:v>0.0767071331623</c:v>
                </c:pt>
                <c:pt idx="690">
                  <c:v>0.076232302936</c:v>
                </c:pt>
                <c:pt idx="691">
                  <c:v>0.0757619455459</c:v>
                </c:pt>
                <c:pt idx="692">
                  <c:v>0.0752960100607</c:v>
                </c:pt>
                <c:pt idx="693">
                  <c:v>0.0748344462477</c:v>
                </c:pt>
                <c:pt idx="694">
                  <c:v>0.0743772045631</c:v>
                </c:pt>
                <c:pt idx="695">
                  <c:v>0.0739242361422</c:v>
                </c:pt>
                <c:pt idx="696">
                  <c:v>0.0734754927902</c:v>
                </c:pt>
                <c:pt idx="697">
                  <c:v>0.0730309269727</c:v>
                </c:pt>
                <c:pt idx="698">
                  <c:v>0.0725904918065</c:v>
                </c:pt>
                <c:pt idx="699">
                  <c:v>0.0721541410506</c:v>
                </c:pt>
                <c:pt idx="700">
                  <c:v>0.0717218290968</c:v>
                </c:pt>
                <c:pt idx="701">
                  <c:v>0.0712935109614</c:v>
                </c:pt>
                <c:pt idx="702">
                  <c:v>0.070869142276</c:v>
                </c:pt>
                <c:pt idx="703">
                  <c:v>0.0704486792788</c:v>
                </c:pt>
                <c:pt idx="704">
                  <c:v>0.0700320788066</c:v>
                </c:pt>
                <c:pt idx="705">
                  <c:v>0.0696192982857</c:v>
                </c:pt>
                <c:pt idx="706">
                  <c:v>0.0692102957242</c:v>
                </c:pt>
                <c:pt idx="707">
                  <c:v>0.0688050297033</c:v>
                </c:pt>
                <c:pt idx="708">
                  <c:v>0.0684034593697</c:v>
                </c:pt>
                <c:pt idx="709">
                  <c:v>0.0680055444272</c:v>
                </c:pt>
                <c:pt idx="710">
                  <c:v>0.0676112451294</c:v>
                </c:pt>
                <c:pt idx="711">
                  <c:v>0.0672205222713</c:v>
                </c:pt>
                <c:pt idx="712">
                  <c:v>0.0668333371823</c:v>
                </c:pt>
                <c:pt idx="713">
                  <c:v>0.0664496517183</c:v>
                </c:pt>
                <c:pt idx="714">
                  <c:v>0.0660694282545</c:v>
                </c:pt>
                <c:pt idx="715">
                  <c:v>0.0656926296782</c:v>
                </c:pt>
                <c:pt idx="716">
                  <c:v>0.0653192193812</c:v>
                </c:pt>
                <c:pt idx="717">
                  <c:v>0.0649491612533</c:v>
                </c:pt>
                <c:pt idx="718">
                  <c:v>0.0645824196749</c:v>
                </c:pt>
                <c:pt idx="719">
                  <c:v>0.0642189595104</c:v>
                </c:pt>
                <c:pt idx="720">
                  <c:v>0.0638587461014</c:v>
                </c:pt>
                <c:pt idx="721">
                  <c:v>0.06350174526</c:v>
                </c:pt>
                <c:pt idx="722">
                  <c:v>0.0631479232624</c:v>
                </c:pt>
                <c:pt idx="723">
                  <c:v>0.0627972468422</c:v>
                </c:pt>
                <c:pt idx="724">
                  <c:v>0.0624496831843</c:v>
                </c:pt>
                <c:pt idx="725">
                  <c:v>0.0621051999186</c:v>
                </c:pt>
                <c:pt idx="726">
                  <c:v>0.061763765114</c:v>
                </c:pt>
                <c:pt idx="727">
                  <c:v>0.0614253472721</c:v>
                </c:pt>
                <c:pt idx="728">
                  <c:v>0.0610899153213</c:v>
                </c:pt>
                <c:pt idx="729">
                  <c:v>0.0607574386114</c:v>
                </c:pt>
                <c:pt idx="730">
                  <c:v>0.060427886907</c:v>
                </c:pt>
                <c:pt idx="731">
                  <c:v>0.0601012303827</c:v>
                </c:pt>
                <c:pt idx="732">
                  <c:v>0.0597774396171</c:v>
                </c:pt>
                <c:pt idx="733">
                  <c:v>0.0594564855872</c:v>
                </c:pt>
                <c:pt idx="734">
                  <c:v>0.0591383396634</c:v>
                </c:pt>
                <c:pt idx="735">
                  <c:v>0.0588229736039</c:v>
                </c:pt>
                <c:pt idx="736">
                  <c:v>0.0585103595493</c:v>
                </c:pt>
                <c:pt idx="737">
                  <c:v>0.0582004700181</c:v>
                </c:pt>
                <c:pt idx="738">
                  <c:v>0.057893277901</c:v>
                </c:pt>
                <c:pt idx="739">
                  <c:v>0.057588756456</c:v>
                </c:pt>
                <c:pt idx="740">
                  <c:v>0.057286879304</c:v>
                </c:pt>
                <c:pt idx="741">
                  <c:v>0.0569876204232</c:v>
                </c:pt>
                <c:pt idx="742">
                  <c:v>0.056690954145</c:v>
                </c:pt>
                <c:pt idx="743">
                  <c:v>0.0563968551487</c:v>
                </c:pt>
                <c:pt idx="744">
                  <c:v>0.0561052984574</c:v>
                </c:pt>
                <c:pt idx="745">
                  <c:v>0.0558162594331</c:v>
                </c:pt>
                <c:pt idx="746">
                  <c:v>0.0555297137724</c:v>
                </c:pt>
                <c:pt idx="747">
                  <c:v>0.0552456375017</c:v>
                </c:pt>
                <c:pt idx="748">
                  <c:v>0.0549640069732</c:v>
                </c:pt>
                <c:pt idx="749">
                  <c:v>0.0546847988604</c:v>
                </c:pt>
                <c:pt idx="750">
                  <c:v>0.0544079901538</c:v>
                </c:pt>
                <c:pt idx="751">
                  <c:v>0.0541335581564</c:v>
                </c:pt>
                <c:pt idx="752">
                  <c:v>0.0538614804801</c:v>
                </c:pt>
                <c:pt idx="753">
                  <c:v>0.0535917350411</c:v>
                </c:pt>
                <c:pt idx="754">
                  <c:v>0.0533243000557</c:v>
                </c:pt>
                <c:pt idx="755">
                  <c:v>0.0530591540368</c:v>
                </c:pt>
                <c:pt idx="756">
                  <c:v>0.0527962757891</c:v>
                </c:pt>
                <c:pt idx="757">
                  <c:v>0.0525356444057</c:v>
                </c:pt>
                <c:pt idx="758">
                  <c:v>0.0522772392637</c:v>
                </c:pt>
                <c:pt idx="759">
                  <c:v>0.0520210400207</c:v>
                </c:pt>
                <c:pt idx="760">
                  <c:v>0.0517670266105</c:v>
                </c:pt>
                <c:pt idx="761">
                  <c:v>0.0515151792391</c:v>
                </c:pt>
                <c:pt idx="762">
                  <c:v>0.0512654783814</c:v>
                </c:pt>
                <c:pt idx="763">
                  <c:v>0.0510179047767</c:v>
                </c:pt>
                <c:pt idx="764">
                  <c:v>0.0507724394252</c:v>
                </c:pt>
                <c:pt idx="765">
                  <c:v>0.0505290635841</c:v>
                </c:pt>
                <c:pt idx="766">
                  <c:v>0.0502877587636</c:v>
                </c:pt>
                <c:pt idx="767">
                  <c:v>0.0500485067235</c:v>
                </c:pt>
                <c:pt idx="768">
                  <c:v>0.0498112894688</c:v>
                </c:pt>
                <c:pt idx="769">
                  <c:v>0.0495760892463</c:v>
                </c:pt>
                <c:pt idx="770">
                  <c:v>0.0493428885407</c:v>
                </c:pt>
                <c:pt idx="771">
                  <c:v>0.0491116700708</c:v>
                </c:pt>
                <c:pt idx="772">
                  <c:v>0.0488824167855</c:v>
                </c:pt>
                <c:pt idx="773">
                  <c:v>0.0486551118603</c:v>
                </c:pt>
                <c:pt idx="774">
                  <c:v>0.0484297386931</c:v>
                </c:pt>
                <c:pt idx="775">
                  <c:v>0.0482062809008</c:v>
                </c:pt>
                <c:pt idx="776">
                  <c:v>0.047984722315</c:v>
                </c:pt>
                <c:pt idx="777">
                  <c:v>0.0477650469785</c:v>
                </c:pt>
                <c:pt idx="778">
                  <c:v>0.0475472391413</c:v>
                </c:pt>
                <c:pt idx="779">
                  <c:v>0.0473312832567</c:v>
                </c:pt>
                <c:pt idx="780">
                  <c:v>0.0471171639773</c:v>
                </c:pt>
                <c:pt idx="781">
                  <c:v>0.0469048661514</c:v>
                </c:pt>
                <c:pt idx="782">
                  <c:v>0.0466943748188</c:v>
                </c:pt>
                <c:pt idx="783">
                  <c:v>0.0464856752069</c:v>
                </c:pt>
                <c:pt idx="784">
                  <c:v>0.0462787527266</c:v>
                </c:pt>
                <c:pt idx="785">
                  <c:v>0.0460735929689</c:v>
                </c:pt>
                <c:pt idx="786">
                  <c:v>0.0458701816999</c:v>
                </c:pt>
                <c:pt idx="787">
                  <c:v>0.0456685048577</c:v>
                </c:pt>
                <c:pt idx="788">
                  <c:v>0.0454685485477</c:v>
                </c:pt>
                <c:pt idx="789">
                  <c:v>0.0452702990388</c:v>
                </c:pt>
                <c:pt idx="790">
                  <c:v>0.0450737427592</c:v>
                </c:pt>
                <c:pt idx="791">
                  <c:v>0.0448788662922</c:v>
                </c:pt>
                <c:pt idx="792">
                  <c:v>0.0446856563722</c:v>
                </c:pt>
                <c:pt idx="793">
                  <c:v>0.0444940998802</c:v>
                </c:pt>
                <c:pt idx="794">
                  <c:v>0.0443041838397</c:v>
                </c:pt>
                <c:pt idx="795">
                  <c:v>0.0441158954126</c:v>
                </c:pt>
                <c:pt idx="796">
                  <c:v>0.0439292218945</c:v>
                </c:pt>
                <c:pt idx="797">
                  <c:v>0.0437441507106</c:v>
                </c:pt>
                <c:pt idx="798">
                  <c:v>0.0435606694113</c:v>
                </c:pt>
                <c:pt idx="799">
                  <c:v>0.0433787656677</c:v>
                </c:pt>
                <c:pt idx="800">
                  <c:v>0.0431984272672</c:v>
                </c:pt>
                <c:pt idx="801">
                  <c:v>0.0430196421089</c:v>
                </c:pt>
                <c:pt idx="802">
                  <c:v>0.0428423981993</c:v>
                </c:pt>
                <c:pt idx="803">
                  <c:v>0.0426666836473</c:v>
                </c:pt>
                <c:pt idx="804">
                  <c:v>0.0424924866601</c:v>
                </c:pt>
                <c:pt idx="805">
                  <c:v>0.0423197955381</c:v>
                </c:pt>
                <c:pt idx="806">
                  <c:v>0.0421485986706</c:v>
                </c:pt>
                <c:pt idx="807">
                  <c:v>0.0419788845306</c:v>
                </c:pt>
                <c:pt idx="808">
                  <c:v>0.0418106416705</c:v>
                </c:pt>
                <c:pt idx="809">
                  <c:v>0.0416438587172</c:v>
                </c:pt>
                <c:pt idx="810">
                  <c:v>0.0414785243669</c:v>
                </c:pt>
                <c:pt idx="811">
                  <c:v>0.0413146273808</c:v>
                </c:pt>
                <c:pt idx="812">
                  <c:v>0.0411521565799</c:v>
                </c:pt>
                <c:pt idx="813">
                  <c:v>0.04099110084</c:v>
                </c:pt>
                <c:pt idx="814">
                  <c:v>0.040831449087</c:v>
                </c:pt>
                <c:pt idx="815">
                  <c:v>0.0406731902918</c:v>
                </c:pt>
                <c:pt idx="816">
                  <c:v>0.0405163134656</c:v>
                </c:pt>
                <c:pt idx="817">
                  <c:v>0.0403608076545</c:v>
                </c:pt>
                <c:pt idx="818">
                  <c:v>0.0402066619347</c:v>
                </c:pt>
                <c:pt idx="819">
                  <c:v>0.0400538654077</c:v>
                </c:pt>
                <c:pt idx="820">
                  <c:v>0.0399024071952</c:v>
                </c:pt>
                <c:pt idx="821">
                  <c:v>0.039752276434</c:v>
                </c:pt>
                <c:pt idx="822">
                  <c:v>0.0396034622713</c:v>
                </c:pt>
                <c:pt idx="823">
                  <c:v>0.0394559538597</c:v>
                </c:pt>
                <c:pt idx="824">
                  <c:v>0.0393097403524</c:v>
                </c:pt>
                <c:pt idx="825">
                  <c:v>0.039164810898</c:v>
                </c:pt>
                <c:pt idx="826">
                  <c:v>0.0390211546365</c:v>
                </c:pt>
                <c:pt idx="827">
                  <c:v>0.0388787606936</c:v>
                </c:pt>
                <c:pt idx="828">
                  <c:v>0.038737618177</c:v>
                </c:pt>
                <c:pt idx="829">
                  <c:v>0.0385977161714</c:v>
                </c:pt>
                <c:pt idx="830">
                  <c:v>0.0384590437338</c:v>
                </c:pt>
                <c:pt idx="831">
                  <c:v>0.0383215898898</c:v>
                </c:pt>
                <c:pt idx="832">
                  <c:v>0.0381853436288</c:v>
                </c:pt>
                <c:pt idx="833">
                  <c:v>0.0380502939004</c:v>
                </c:pt>
                <c:pt idx="834">
                  <c:v>0.0379164296098</c:v>
                </c:pt>
                <c:pt idx="835">
                  <c:v>0.0377837396146</c:v>
                </c:pt>
                <c:pt idx="836">
                  <c:v>0.0376522127211</c:v>
                </c:pt>
                <c:pt idx="837">
                  <c:v>0.0375218376806</c:v>
                </c:pt>
                <c:pt idx="838">
                  <c:v>0.037392603186</c:v>
                </c:pt>
                <c:pt idx="839">
                  <c:v>0.0372644978696</c:v>
                </c:pt>
                <c:pt idx="840">
                  <c:v>0.0371375102991</c:v>
                </c:pt>
                <c:pt idx="841">
                  <c:v>0.0370116289762</c:v>
                </c:pt>
                <c:pt idx="842">
                  <c:v>0.0368868423333</c:v>
                </c:pt>
                <c:pt idx="843">
                  <c:v>0.0367631387321</c:v>
                </c:pt>
                <c:pt idx="844">
                  <c:v>0.0366405064613</c:v>
                </c:pt>
                <c:pt idx="845">
                  <c:v>0.0365189337355</c:v>
                </c:pt>
                <c:pt idx="846">
                  <c:v>0.0363984086937</c:v>
                </c:pt>
                <c:pt idx="847">
                  <c:v>0.0362789193987</c:v>
                </c:pt>
                <c:pt idx="848">
                  <c:v>0.0361604538361</c:v>
                </c:pt>
                <c:pt idx="849">
                  <c:v>0.0360429999145</c:v>
                </c:pt>
                <c:pt idx="850">
                  <c:v>0.0359265454651</c:v>
                </c:pt>
                <c:pt idx="851">
                  <c:v>0.0358110782426</c:v>
                </c:pt>
                <c:pt idx="852">
                  <c:v>0.0356965859258</c:v>
                </c:pt>
                <c:pt idx="853">
                  <c:v>0.0355830561187</c:v>
                </c:pt>
                <c:pt idx="854">
                  <c:v>0.035470476352</c:v>
                </c:pt>
                <c:pt idx="855">
                  <c:v>0.0353588340852</c:v>
                </c:pt>
                <c:pt idx="856">
                  <c:v>0.0352481167086</c:v>
                </c:pt>
                <c:pt idx="857">
                  <c:v>0.0351383115463</c:v>
                </c:pt>
                <c:pt idx="858">
                  <c:v>0.0350294058588</c:v>
                </c:pt>
                <c:pt idx="859">
                  <c:v>0.0349213868467</c:v>
                </c:pt>
                <c:pt idx="860">
                  <c:v>0.0348142416546</c:v>
                </c:pt>
                <c:pt idx="861">
                  <c:v>0.0347079573747</c:v>
                </c:pt>
                <c:pt idx="862">
                  <c:v>0.0346025210521</c:v>
                </c:pt>
                <c:pt idx="863">
                  <c:v>0.0344979196888</c:v>
                </c:pt>
                <c:pt idx="864">
                  <c:v>0.0343941402497</c:v>
                </c:pt>
                <c:pt idx="865">
                  <c:v>0.0342911696679</c:v>
                </c:pt>
                <c:pt idx="866">
                  <c:v>0.0341889948503</c:v>
                </c:pt>
                <c:pt idx="867">
                  <c:v>0.0340876026843</c:v>
                </c:pt>
                <c:pt idx="868">
                  <c:v>0.033986980044</c:v>
                </c:pt>
                <c:pt idx="869">
                  <c:v>0.0338871137971</c:v>
                </c:pt>
                <c:pt idx="870">
                  <c:v>0.033787990812</c:v>
                </c:pt>
                <c:pt idx="871">
                  <c:v>0.033689597965</c:v>
                </c:pt>
                <c:pt idx="872">
                  <c:v>0.0335919221481</c:v>
                </c:pt>
                <c:pt idx="873">
                  <c:v>0.0334949502764</c:v>
                </c:pt>
                <c:pt idx="874">
                  <c:v>0.0333986692963</c:v>
                </c:pt>
                <c:pt idx="875">
                  <c:v>0.0333030661934</c:v>
                </c:pt>
                <c:pt idx="876">
                  <c:v>0.0332081280011</c:v>
                </c:pt>
                <c:pt idx="877">
                  <c:v>0.0331138418083</c:v>
                </c:pt>
                <c:pt idx="878">
                  <c:v>0.0330201947685</c:v>
                </c:pt>
                <c:pt idx="879">
                  <c:v>0.0329271741076</c:v>
                </c:pt>
                <c:pt idx="880">
                  <c:v>0.032834767133</c:v>
                </c:pt>
                <c:pt idx="881">
                  <c:v>0.0327429612416</c:v>
                </c:pt>
                <c:pt idx="882">
                  <c:v>0.0326517439286</c:v>
                </c:pt>
                <c:pt idx="883">
                  <c:v>0.0325611027956</c:v>
                </c:pt>
                <c:pt idx="884">
                  <c:v>0.0324710255589</c:v>
                </c:pt>
                <c:pt idx="885">
                  <c:v>0.032381500058</c:v>
                </c:pt>
                <c:pt idx="886">
                  <c:v>0.0322925142632</c:v>
                </c:pt>
                <c:pt idx="887">
                  <c:v>0.0322040562836</c:v>
                </c:pt>
                <c:pt idx="888">
                  <c:v>0.032116114375</c:v>
                </c:pt>
                <c:pt idx="889">
                  <c:v>0.0320286769466</c:v>
                </c:pt>
                <c:pt idx="890">
                  <c:v>0.0319417325691</c:v>
                </c:pt>
                <c:pt idx="891">
                  <c:v>0.0318552699805</c:v>
                </c:pt>
                <c:pt idx="892">
                  <c:v>0.0317692780934</c:v>
                </c:pt>
                <c:pt idx="893">
                  <c:v>0.0316837460012</c:v>
                </c:pt>
                <c:pt idx="894">
                  <c:v>0.0315986629833</c:v>
                </c:pt>
                <c:pt idx="895">
                  <c:v>0.0315140185114</c:v>
                </c:pt>
                <c:pt idx="896">
                  <c:v>0.031429802254</c:v>
                </c:pt>
                <c:pt idx="897">
                  <c:v>0.0313460040815</c:v>
                </c:pt>
                <c:pt idx="898">
                  <c:v>0.0312626140701</c:v>
                </c:pt>
                <c:pt idx="899">
                  <c:v>0.0311796225061</c:v>
                </c:pt>
                <c:pt idx="900">
                  <c:v>0.0310970198888</c:v>
                </c:pt>
                <c:pt idx="901">
                  <c:v>0.0310147969337</c:v>
                </c:pt>
                <c:pt idx="902">
                  <c:v>0.0309329445753</c:v>
                </c:pt>
                <c:pt idx="903">
                  <c:v>0.0308514539683</c:v>
                </c:pt>
                <c:pt idx="904">
                  <c:v>0.0307703164901</c:v>
                </c:pt>
                <c:pt idx="905">
                  <c:v>0.0306895237411</c:v>
                </c:pt>
                <c:pt idx="906">
                  <c:v>0.0306090675459</c:v>
                </c:pt>
                <c:pt idx="907">
                  <c:v>0.0305289399532</c:v>
                </c:pt>
                <c:pt idx="908">
                  <c:v>0.0304491332352</c:v>
                </c:pt>
                <c:pt idx="909">
                  <c:v>0.0303696398876</c:v>
                </c:pt>
                <c:pt idx="910">
                  <c:v>0.0302904526276</c:v>
                </c:pt>
                <c:pt idx="911">
                  <c:v>0.0302115643928</c:v>
                </c:pt>
                <c:pt idx="912">
                  <c:v>0.0301329683389</c:v>
                </c:pt>
                <c:pt idx="913">
                  <c:v>0.0300546578374</c:v>
                </c:pt>
                <c:pt idx="914">
                  <c:v>0.0299766264726</c:v>
                </c:pt>
                <c:pt idx="915">
                  <c:v>0.0298988680384</c:v>
                </c:pt>
                <c:pt idx="916">
                  <c:v>0.0298213765347</c:v>
                </c:pt>
                <c:pt idx="917">
                  <c:v>0.0297441461636</c:v>
                </c:pt>
                <c:pt idx="918">
                  <c:v>0.029667171325</c:v>
                </c:pt>
                <c:pt idx="919">
                  <c:v>0.0295904466121</c:v>
                </c:pt>
                <c:pt idx="920">
                  <c:v>0.0295139668068</c:v>
                </c:pt>
                <c:pt idx="921">
                  <c:v>0.0294377268742</c:v>
                </c:pt>
                <c:pt idx="922">
                  <c:v>0.0293617219577</c:v>
                </c:pt>
                <c:pt idx="923">
                  <c:v>0.0292859473731</c:v>
                </c:pt>
                <c:pt idx="924">
                  <c:v>0.0292103986034</c:v>
                </c:pt>
                <c:pt idx="925">
                  <c:v>0.0291350712924</c:v>
                </c:pt>
                <c:pt idx="926">
                  <c:v>0.0290599612393</c:v>
                </c:pt>
                <c:pt idx="927">
                  <c:v>0.028985064392</c:v>
                </c:pt>
                <c:pt idx="928">
                  <c:v>0.0289103768413</c:v>
                </c:pt>
                <c:pt idx="929">
                  <c:v>0.0288358948147</c:v>
                </c:pt>
                <c:pt idx="930">
                  <c:v>0.0287616146696</c:v>
                </c:pt>
                <c:pt idx="931">
                  <c:v>0.0286875328878</c:v>
                </c:pt>
                <c:pt idx="932">
                  <c:v>0.0286136460684</c:v>
                </c:pt>
                <c:pt idx="933">
                  <c:v>0.028539950922</c:v>
                </c:pt>
                <c:pt idx="934">
                  <c:v>0.0284664442644</c:v>
                </c:pt>
                <c:pt idx="935">
                  <c:v>0.02839312301</c:v>
                </c:pt>
                <c:pt idx="936">
                  <c:v>0.0283199841666</c:v>
                </c:pt>
                <c:pt idx="937">
                  <c:v>0.0282470248283</c:v>
                </c:pt>
                <c:pt idx="938">
                  <c:v>0.0281742421707</c:v>
                </c:pt>
                <c:pt idx="939">
                  <c:v>0.0281016334443</c:v>
                </c:pt>
                <c:pt idx="940">
                  <c:v>0.0280291959695</c:v>
                </c:pt>
                <c:pt idx="941">
                  <c:v>0.0279569271309</c:v>
                </c:pt>
                <c:pt idx="942">
                  <c:v>0.027884824372</c:v>
                </c:pt>
                <c:pt idx="943">
                  <c:v>0.0278128851904</c:v>
                </c:pt>
                <c:pt idx="944">
                  <c:v>0.0277411071328</c:v>
                </c:pt>
                <c:pt idx="945">
                  <c:v>0.0276694877902</c:v>
                </c:pt>
                <c:pt idx="946">
                  <c:v>0.0275980247937</c:v>
                </c:pt>
                <c:pt idx="947">
                  <c:v>0.0275267158102</c:v>
                </c:pt>
                <c:pt idx="948">
                  <c:v>0.0274555585382</c:v>
                </c:pt>
                <c:pt idx="949">
                  <c:v>0.0273845507045</c:v>
                </c:pt>
                <c:pt idx="950">
                  <c:v>0.0273136900604</c:v>
                </c:pt>
                <c:pt idx="951">
                  <c:v>0.0272429743782</c:v>
                </c:pt>
                <c:pt idx="952">
                  <c:v>0.0271724014489</c:v>
                </c:pt>
                <c:pt idx="953">
                  <c:v>0.0271019690786</c:v>
                </c:pt>
                <c:pt idx="954">
                  <c:v>0.0270316750864</c:v>
                </c:pt>
                <c:pt idx="955">
                  <c:v>0.0269615173024</c:v>
                </c:pt>
                <c:pt idx="956">
                  <c:v>0.026891493565</c:v>
                </c:pt>
                <c:pt idx="957">
                  <c:v>0.0268216017195</c:v>
                </c:pt>
                <c:pt idx="958">
                  <c:v>0.0267518396169</c:v>
                </c:pt>
                <c:pt idx="959">
                  <c:v>0.0266822051119</c:v>
                </c:pt>
                <c:pt idx="960">
                  <c:v>0.0266126960625</c:v>
                </c:pt>
                <c:pt idx="961">
                  <c:v>0.0265433103286</c:v>
                </c:pt>
                <c:pt idx="962">
                  <c:v>0.0264740457721</c:v>
                </c:pt>
                <c:pt idx="963">
                  <c:v>0.0264049002561</c:v>
                </c:pt>
                <c:pt idx="964">
                  <c:v>0.0263358716448</c:v>
                </c:pt>
                <c:pt idx="965">
                  <c:v>0.0262669578039</c:v>
                </c:pt>
                <c:pt idx="966">
                  <c:v>0.0261981566006</c:v>
                </c:pt>
                <c:pt idx="967">
                  <c:v>0.0261294659042</c:v>
                </c:pt>
                <c:pt idx="968">
                  <c:v>0.0260608835872</c:v>
                </c:pt>
                <c:pt idx="969">
                  <c:v>0.0259924075257</c:v>
                </c:pt>
                <c:pt idx="970">
                  <c:v>0.0259240356008</c:v>
                </c:pt>
                <c:pt idx="971">
                  <c:v>0.0258557657</c:v>
                </c:pt>
                <c:pt idx="972">
                  <c:v>0.0257875957183</c:v>
                </c:pt>
                <c:pt idx="973">
                  <c:v>0.0257195235603</c:v>
                </c:pt>
                <c:pt idx="974">
                  <c:v>0.0256515471419</c:v>
                </c:pt>
                <c:pt idx="975">
                  <c:v>0.0255836643919</c:v>
                </c:pt>
                <c:pt idx="976">
                  <c:v>0.0255158732546</c:v>
                </c:pt>
                <c:pt idx="977">
                  <c:v>0.0254481716916</c:v>
                </c:pt>
                <c:pt idx="978">
                  <c:v>0.0253805576846</c:v>
                </c:pt>
                <c:pt idx="979">
                  <c:v>0.0253130292375</c:v>
                </c:pt>
                <c:pt idx="980">
                  <c:v>0.0252455843792</c:v>
                </c:pt>
                <c:pt idx="981">
                  <c:v>0.0251782211662</c:v>
                </c:pt>
                <c:pt idx="982">
                  <c:v>0.0251109376854</c:v>
                </c:pt>
                <c:pt idx="983">
                  <c:v>0.0250437320569</c:v>
                </c:pt>
                <c:pt idx="984">
                  <c:v>0.0249766024368</c:v>
                </c:pt>
                <c:pt idx="985">
                  <c:v>0.0249095470206</c:v>
                </c:pt>
                <c:pt idx="986">
                  <c:v>0.0248425640456</c:v>
                </c:pt>
                <c:pt idx="987">
                  <c:v>0.0247756517945</c:v>
                </c:pt>
                <c:pt idx="988">
                  <c:v>0.0247088085978</c:v>
                </c:pt>
                <c:pt idx="989">
                  <c:v>0.0246420328377</c:v>
                </c:pt>
                <c:pt idx="990">
                  <c:v>0.0245753229505</c:v>
                </c:pt>
                <c:pt idx="991">
                  <c:v>0.0245086774298</c:v>
                </c:pt>
                <c:pt idx="992">
                  <c:v>0.0244420948297</c:v>
                </c:pt>
                <c:pt idx="993">
                  <c:v>0.0243755737677</c:v>
                </c:pt>
                <c:pt idx="994">
                  <c:v>0.0243091129276</c:v>
                </c:pt>
                <c:pt idx="995">
                  <c:v>0.0242427110622</c:v>
                </c:pt>
                <c:pt idx="996">
                  <c:v>0.0241763669965</c:v>
                </c:pt>
                <c:pt idx="997">
                  <c:v>0.0241100796302</c:v>
                </c:pt>
                <c:pt idx="998">
                  <c:v>0.02404384794</c:v>
                </c:pt>
                <c:pt idx="999">
                  <c:v>0.0239776709827</c:v>
                </c:pt>
                <c:pt idx="1000">
                  <c:v>0.0239115478971</c:v>
                </c:pt>
                <c:pt idx="1001">
                  <c:v>0.0238454779066</c:v>
                </c:pt>
                <c:pt idx="1002">
                  <c:v>0.0237794603208</c:v>
                </c:pt>
                <c:pt idx="1003">
                  <c:v>0.0237134945382</c:v>
                </c:pt>
                <c:pt idx="1004">
                  <c:v>0.0236475800472</c:v>
                </c:pt>
                <c:pt idx="1005">
                  <c:v>0.0235817164281</c:v>
                </c:pt>
                <c:pt idx="1006">
                  <c:v>0.0235159033547</c:v>
                </c:pt>
                <c:pt idx="1007">
                  <c:v>0.023450140595</c:v>
                </c:pt>
                <c:pt idx="1008">
                  <c:v>0.0233844280127</c:v>
                </c:pt>
                <c:pt idx="1009">
                  <c:v>0.0233187655679</c:v>
                </c:pt>
                <c:pt idx="1010">
                  <c:v>0.0232531533176</c:v>
                </c:pt>
                <c:pt idx="1011">
                  <c:v>0.0231875914161</c:v>
                </c:pt>
                <c:pt idx="1012">
                  <c:v>0.0231220801153</c:v>
                </c:pt>
                <c:pt idx="1013">
                  <c:v>0.0230566197645</c:v>
                </c:pt>
                <c:pt idx="1014">
                  <c:v>0.02299121081</c:v>
                </c:pt>
                <c:pt idx="1015">
                  <c:v>0.0229258537951</c:v>
                </c:pt>
                <c:pt idx="1016">
                  <c:v>0.0228605493584</c:v>
                </c:pt>
                <c:pt idx="1017">
                  <c:v>0.0227952982336</c:v>
                </c:pt>
                <c:pt idx="1018">
                  <c:v>0.022730101248</c:v>
                </c:pt>
                <c:pt idx="1019">
                  <c:v>0.0226649593207</c:v>
                </c:pt>
                <c:pt idx="1020">
                  <c:v>0.0225998734616</c:v>
                </c:pt>
                <c:pt idx="1021">
                  <c:v>0.0225348447686</c:v>
                </c:pt>
                <c:pt idx="1022">
                  <c:v>0.0224698744259</c:v>
                </c:pt>
                <c:pt idx="1023">
                  <c:v>0.0224049637019</c:v>
                </c:pt>
                <c:pt idx="1024">
                  <c:v>0.0223401139459</c:v>
                </c:pt>
                <c:pt idx="1025">
                  <c:v>0.0222753265859</c:v>
                </c:pt>
                <c:pt idx="1026">
                  <c:v>0.0222106031253</c:v>
                </c:pt>
                <c:pt idx="1027">
                  <c:v>0.0221459451399</c:v>
                </c:pt>
                <c:pt idx="1028">
                  <c:v>0.0220813542746</c:v>
                </c:pt>
                <c:pt idx="1029">
                  <c:v>0.0220168322397</c:v>
                </c:pt>
                <c:pt idx="1030">
                  <c:v>0.0219523808076</c:v>
                </c:pt>
                <c:pt idx="1031">
                  <c:v>0.0218880018085</c:v>
                </c:pt>
                <c:pt idx="1032">
                  <c:v>0.0218236971274</c:v>
                </c:pt>
                <c:pt idx="1033">
                  <c:v>0.0217594686993</c:v>
                </c:pt>
                <c:pt idx="1034">
                  <c:v>0.0216953185056</c:v>
                </c:pt>
                <c:pt idx="1035">
                  <c:v>0.02163124857</c:v>
                </c:pt>
                <c:pt idx="1036">
                  <c:v>0.0215672609539</c:v>
                </c:pt>
                <c:pt idx="1037">
                  <c:v>0.0215033577531</c:v>
                </c:pt>
                <c:pt idx="1038">
                  <c:v>0.0214395410927</c:v>
                </c:pt>
                <c:pt idx="1039">
                  <c:v>0.0213758131235</c:v>
                </c:pt>
                <c:pt idx="1040">
                  <c:v>0.0213121760176</c:v>
                </c:pt>
                <c:pt idx="1041">
                  <c:v>0.0212486319643</c:v>
                </c:pt>
                <c:pt idx="1042">
                  <c:v>0.0211851831664</c:v>
                </c:pt>
                <c:pt idx="1043">
                  <c:v>0.0211218318358</c:v>
                </c:pt>
                <c:pt idx="1044">
                  <c:v>0.0210585801899</c:v>
                </c:pt>
                <c:pt idx="1045">
                  <c:v>0.0209954304476</c:v>
                </c:pt>
                <c:pt idx="1046">
                  <c:v>0.0209323848262</c:v>
                </c:pt>
                <c:pt idx="1047">
                  <c:v>0.0208694455375</c:v>
                </c:pt>
                <c:pt idx="1048">
                  <c:v>0.0208066147847</c:v>
                </c:pt>
                <c:pt idx="1049">
                  <c:v>0.0207438947591</c:v>
                </c:pt>
                <c:pt idx="1050">
                  <c:v>0.0206812876374</c:v>
                </c:pt>
                <c:pt idx="1051">
                  <c:v>0.0206187955792</c:v>
                </c:pt>
                <c:pt idx="1052">
                  <c:v>0.0205564207238</c:v>
                </c:pt>
                <c:pt idx="1053">
                  <c:v>0.0204941651887</c:v>
                </c:pt>
                <c:pt idx="1054">
                  <c:v>0.0204320310669</c:v>
                </c:pt>
                <c:pt idx="1055">
                  <c:v>0.0203700204258</c:v>
                </c:pt>
                <c:pt idx="1056">
                  <c:v>0.0203081353049</c:v>
                </c:pt>
                <c:pt idx="1057">
                  <c:v>0.0202463777152</c:v>
                </c:pt>
                <c:pt idx="1058">
                  <c:v>0.0201847496377</c:v>
                </c:pt>
                <c:pt idx="1059">
                  <c:v>0.0201232530227</c:v>
                </c:pt>
                <c:pt idx="1060">
                  <c:v>0.0200618897896</c:v>
                </c:pt>
                <c:pt idx="1061">
                  <c:v>0.0200006618261</c:v>
                </c:pt>
                <c:pt idx="1062">
                  <c:v>0.0199395709886</c:v>
                </c:pt>
                <c:pt idx="1063">
                  <c:v>0.0198786191022</c:v>
                </c:pt>
                <c:pt idx="1064">
                  <c:v>0.0198178079615</c:v>
                </c:pt>
                <c:pt idx="1065">
                  <c:v>0.0197571393309</c:v>
                </c:pt>
                <c:pt idx="1066">
                  <c:v>0.0196966149458</c:v>
                </c:pt>
                <c:pt idx="1067">
                  <c:v>0.0196362365137</c:v>
                </c:pt>
                <c:pt idx="1068">
                  <c:v>0.0195760057156</c:v>
                </c:pt>
                <c:pt idx="1069">
                  <c:v>0.0195159242073</c:v>
                </c:pt>
                <c:pt idx="1070">
                  <c:v>0.0194559936218</c:v>
                </c:pt>
                <c:pt idx="1071">
                  <c:v>0.0193962155705</c:v>
                </c:pt>
                <c:pt idx="1072">
                  <c:v>0.0193365916457</c:v>
                </c:pt>
                <c:pt idx="1073">
                  <c:v>0.0192771234224</c:v>
                </c:pt>
                <c:pt idx="1074">
                  <c:v>0.0192178124613</c:v>
                </c:pt>
                <c:pt idx="1075">
                  <c:v>0.0191586603106</c:v>
                </c:pt>
                <c:pt idx="1076">
                  <c:v>0.0190996685086</c:v>
                </c:pt>
                <c:pt idx="1077">
                  <c:v>0.0190408385866</c:v>
                </c:pt>
                <c:pt idx="1078">
                  <c:v>0.0189821720713</c:v>
                </c:pt>
                <c:pt idx="1079">
                  <c:v>0.0189236704873</c:v>
                </c:pt>
                <c:pt idx="1080">
                  <c:v>0.0188653353603</c:v>
                </c:pt>
                <c:pt idx="1081">
                  <c:v>0.018807168219</c:v>
                </c:pt>
                <c:pt idx="1082">
                  <c:v>0.0187491705982</c:v>
                </c:pt>
                <c:pt idx="1083">
                  <c:v>0.0186913440416</c:v>
                </c:pt>
                <c:pt idx="1084">
                  <c:v>0.0186336901037</c:v>
                </c:pt>
                <c:pt idx="1085">
                  <c:v>0.0185762103525</c:v>
                </c:pt>
                <c:pt idx="1086">
                  <c:v>0.0185189063722</c:v>
                </c:pt>
                <c:pt idx="1087">
                  <c:v>0.018461779765</c:v>
                </c:pt>
                <c:pt idx="1088">
                  <c:v>0.0184048321531</c:v>
                </c:pt>
                <c:pt idx="1089">
                  <c:v>0.0183480651813</c:v>
                </c:pt>
                <c:pt idx="1090">
                  <c:v>0.0182914805181</c:v>
                </c:pt>
                <c:pt idx="1091">
                  <c:v>0.0182350798578</c:v>
                </c:pt>
                <c:pt idx="1092">
                  <c:v>0.0181788649217</c:v>
                </c:pt>
                <c:pt idx="1093">
                  <c:v>0.0181228374597</c:v>
                </c:pt>
                <c:pt idx="1094">
                  <c:v>0.0180669992511</c:v>
                </c:pt>
                <c:pt idx="1095">
                  <c:v>0.0180113521055</c:v>
                </c:pt>
                <c:pt idx="1096">
                  <c:v>0.0179558978639</c:v>
                </c:pt>
                <c:pt idx="1097">
                  <c:v>0.0179006383987</c:v>
                </c:pt>
                <c:pt idx="1098">
                  <c:v>0.0178455756144</c:v>
                </c:pt>
                <c:pt idx="1099">
                  <c:v>0.0177907114471</c:v>
                </c:pt>
                <c:pt idx="1100">
                  <c:v>0.0177360478651</c:v>
                </c:pt>
                <c:pt idx="1101">
                  <c:v>0.0176815868681</c:v>
                </c:pt>
                <c:pt idx="1102">
                  <c:v>0.0176273304868</c:v>
                </c:pt>
                <c:pt idx="1103">
                  <c:v>0.017573280782</c:v>
                </c:pt>
                <c:pt idx="1104">
                  <c:v>0.0175194398438</c:v>
                </c:pt>
                <c:pt idx="1105">
                  <c:v>0.0174658097908</c:v>
                </c:pt>
                <c:pt idx="1106">
                  <c:v>0.0174123927679</c:v>
                </c:pt>
                <c:pt idx="1107">
                  <c:v>0.0173591909458</c:v>
                </c:pt>
                <c:pt idx="1108">
                  <c:v>0.0173062065189</c:v>
                </c:pt>
                <c:pt idx="1109">
                  <c:v>0.0172534417035</c:v>
                </c:pt>
                <c:pt idx="1110">
                  <c:v>0.0172008987358</c:v>
                </c:pt>
                <c:pt idx="1111">
                  <c:v>0.0171485798702</c:v>
                </c:pt>
                <c:pt idx="1112">
                  <c:v>0.0170964873767</c:v>
                </c:pt>
                <c:pt idx="1113">
                  <c:v>0.017044623539</c:v>
                </c:pt>
                <c:pt idx="1114">
                  <c:v>0.0169929906516</c:v>
                </c:pt>
                <c:pt idx="1115">
                  <c:v>0.0169415910178</c:v>
                </c:pt>
                <c:pt idx="1116">
                  <c:v>0.016890426947</c:v>
                </c:pt>
                <c:pt idx="1117">
                  <c:v>0.0168395007521</c:v>
                </c:pt>
                <c:pt idx="1118">
                  <c:v>0.0167888147466</c:v>
                </c:pt>
                <c:pt idx="1119">
                  <c:v>0.0167383712423</c:v>
                </c:pt>
                <c:pt idx="1120">
                  <c:v>0.0166881725463</c:v>
                </c:pt>
                <c:pt idx="1121">
                  <c:v>0.0166382209586</c:v>
                </c:pt>
                <c:pt idx="1122">
                  <c:v>0.0165885187688</c:v>
                </c:pt>
                <c:pt idx="1123">
                  <c:v>0.016539068254</c:v>
                </c:pt>
                <c:pt idx="1124">
                  <c:v>0.0164898716755</c:v>
                </c:pt>
                <c:pt idx="1125">
                  <c:v>0.0164409312766</c:v>
                </c:pt>
                <c:pt idx="1126">
                  <c:v>0.0163922492796</c:v>
                </c:pt>
                <c:pt idx="1127">
                  <c:v>0.0163438278833</c:v>
                </c:pt>
                <c:pt idx="1128">
                  <c:v>0.0162956692607</c:v>
                </c:pt>
                <c:pt idx="1129">
                  <c:v>0.0162477755558</c:v>
                </c:pt>
                <c:pt idx="1130">
                  <c:v>0.0162001488818</c:v>
                </c:pt>
                <c:pt idx="1131">
                  <c:v>0.0161527913183</c:v>
                </c:pt>
                <c:pt idx="1132">
                  <c:v>0.0161057049093</c:v>
                </c:pt>
                <c:pt idx="1133">
                  <c:v>0.0160588916606</c:v>
                </c:pt>
                <c:pt idx="1134">
                  <c:v>0.0160123535377</c:v>
                </c:pt>
                <c:pt idx="1135">
                  <c:v>0.0159660924638</c:v>
                </c:pt>
                <c:pt idx="1136">
                  <c:v>0.015920110318</c:v>
                </c:pt>
                <c:pt idx="1137">
                  <c:v>0.0158744089326</c:v>
                </c:pt>
                <c:pt idx="1138">
                  <c:v>0.0158289900921</c:v>
                </c:pt>
                <c:pt idx="1139">
                  <c:v>0.0157838555307</c:v>
                </c:pt>
                <c:pt idx="1140">
                  <c:v>0.0157390069312</c:v>
                </c:pt>
                <c:pt idx="1141">
                  <c:v>0.0156944459229</c:v>
                </c:pt>
                <c:pt idx="1142">
                  <c:v>0.0156501740803</c:v>
                </c:pt>
                <c:pt idx="1143">
                  <c:v>0.0156061929217</c:v>
                </c:pt>
                <c:pt idx="1144">
                  <c:v>0.0155625039075</c:v>
                </c:pt>
                <c:pt idx="1145">
                  <c:v>0.0155191084392</c:v>
                </c:pt>
                <c:pt idx="1146">
                  <c:v>0.0154760078581</c:v>
                </c:pt>
                <c:pt idx="1147">
                  <c:v>0.0154332034441</c:v>
                </c:pt>
                <c:pt idx="1148">
                  <c:v>0.0153906964145</c:v>
                </c:pt>
                <c:pt idx="1149">
                  <c:v>0.0153484879233</c:v>
                </c:pt>
                <c:pt idx="1150">
                  <c:v>0.0153065790599</c:v>
                </c:pt>
                <c:pt idx="1151">
                  <c:v>0.0152649708484</c:v>
                </c:pt>
                <c:pt idx="1152">
                  <c:v>0.0152236642467</c:v>
                </c:pt>
                <c:pt idx="1153">
                  <c:v>0.0151826601459</c:v>
                </c:pt>
                <c:pt idx="1154">
                  <c:v>0.0151419593691</c:v>
                </c:pt>
                <c:pt idx="1155">
                  <c:v>0.0151015626716</c:v>
                </c:pt>
                <c:pt idx="1156">
                  <c:v>0.0150614707394</c:v>
                </c:pt>
                <c:pt idx="1157">
                  <c:v>0.0150216841891</c:v>
                </c:pt>
                <c:pt idx="1158">
                  <c:v>0.0149822035674</c:v>
                </c:pt>
                <c:pt idx="1159">
                  <c:v>0.0149430293504</c:v>
                </c:pt>
                <c:pt idx="1160">
                  <c:v>0.0149041619436</c:v>
                </c:pt>
                <c:pt idx="1161">
                  <c:v>0.0148656016808</c:v>
                </c:pt>
                <c:pt idx="1162">
                  <c:v>0.0148273488247</c:v>
                </c:pt>
                <c:pt idx="1163">
                  <c:v>0.0147894035655</c:v>
                </c:pt>
                <c:pt idx="1164">
                  <c:v>0.0147517660217</c:v>
                </c:pt>
                <c:pt idx="1165">
                  <c:v>0.0147144362391</c:v>
                </c:pt>
                <c:pt idx="1166">
                  <c:v>0.0146774141908</c:v>
                </c:pt>
                <c:pt idx="1167">
                  <c:v>0.0146406997772</c:v>
                </c:pt>
                <c:pt idx="1168">
                  <c:v>0.0146042928257</c:v>
                </c:pt>
                <c:pt idx="1169">
                  <c:v>0.0145681930903</c:v>
                </c:pt>
                <c:pt idx="1170">
                  <c:v>0.0145324002522</c:v>
                </c:pt>
                <c:pt idx="1171">
                  <c:v>0.014496913919</c:v>
                </c:pt>
                <c:pt idx="1172">
                  <c:v>0.0144617336252</c:v>
                </c:pt>
                <c:pt idx="1173">
                  <c:v>0.0144268588317</c:v>
                </c:pt>
                <c:pt idx="1174">
                  <c:v>0.0143922889262</c:v>
                </c:pt>
                <c:pt idx="1175">
                  <c:v>0.0143580232233</c:v>
                </c:pt>
                <c:pt idx="1176">
                  <c:v>0.014324060964</c:v>
                </c:pt>
                <c:pt idx="1177">
                  <c:v>0.0142904013165</c:v>
                </c:pt>
                <c:pt idx="1178">
                  <c:v>0.0142570433758</c:v>
                </c:pt>
                <c:pt idx="1179">
                  <c:v>0.0142239861643</c:v>
                </c:pt>
                <c:pt idx="1180">
                  <c:v>0.0141912286315</c:v>
                </c:pt>
                <c:pt idx="1181">
                  <c:v>0.0141587696547</c:v>
                </c:pt>
                <c:pt idx="1182">
                  <c:v>0.014126608039</c:v>
                </c:pt>
                <c:pt idx="1183">
                  <c:v>0.0140947425177</c:v>
                </c:pt>
                <c:pt idx="1184">
                  <c:v>0.0140631717525</c:v>
                </c:pt>
                <c:pt idx="1185">
                  <c:v>0.0140318943341</c:v>
                </c:pt>
                <c:pt idx="1186">
                  <c:v>0.0140009087826</c:v>
                </c:pt>
                <c:pt idx="1187">
                  <c:v>0.0139702135479</c:v>
                </c:pt>
                <c:pt idx="1188">
                  <c:v>0.0139398070102</c:v>
                </c:pt>
                <c:pt idx="1189">
                  <c:v>0.0139096874807</c:v>
                </c:pt>
                <c:pt idx="1190">
                  <c:v>0.0138798532023</c:v>
                </c:pt>
                <c:pt idx="1191">
                  <c:v>0.0138503023502</c:v>
                </c:pt>
                <c:pt idx="1192">
                  <c:v>0.0138210330325</c:v>
                </c:pt>
                <c:pt idx="1193">
                  <c:v>0.0137920432916</c:v>
                </c:pt>
                <c:pt idx="1194">
                  <c:v>0.0137633311045</c:v>
                </c:pt>
                <c:pt idx="1195">
                  <c:v>0.0137348943842</c:v>
                </c:pt>
                <c:pt idx="1196">
                  <c:v>0.0137067309803</c:v>
                </c:pt>
                <c:pt idx="1197">
                  <c:v>0.0136788386809</c:v>
                </c:pt>
                <c:pt idx="1198">
                  <c:v>0.0136512152129</c:v>
                </c:pt>
                <c:pt idx="1199">
                  <c:v>0.0136238582441</c:v>
                </c:pt>
                <c:pt idx="1200">
                  <c:v>0.013596765384</c:v>
                </c:pt>
                <c:pt idx="1201">
                  <c:v>0.0135699341854</c:v>
                </c:pt>
                <c:pt idx="1202">
                  <c:v>0.0135433621464</c:v>
                </c:pt>
                <c:pt idx="1203">
                  <c:v>0.0135170467113</c:v>
                </c:pt>
                <c:pt idx="1204">
                  <c:v>0.0134909852728</c:v>
                </c:pt>
                <c:pt idx="1205">
                  <c:v>0.0134651751739</c:v>
                </c:pt>
                <c:pt idx="1206">
                  <c:v>0.0134396137092</c:v>
                </c:pt>
                <c:pt idx="1207">
                  <c:v>0.0134142981276</c:v>
                </c:pt>
                <c:pt idx="1208">
                  <c:v>0.0133892256339</c:v>
                </c:pt>
                <c:pt idx="1209">
                  <c:v>0.0133643933912</c:v>
                </c:pt>
                <c:pt idx="1210">
                  <c:v>0.0133397985229</c:v>
                </c:pt>
                <c:pt idx="1211">
                  <c:v>0.0133154381151</c:v>
                </c:pt>
                <c:pt idx="1212">
                  <c:v>0.013291309219</c:v>
                </c:pt>
                <c:pt idx="1213">
                  <c:v>0.0132674088536</c:v>
                </c:pt>
                <c:pt idx="1214">
                  <c:v>0.0132437340077</c:v>
                </c:pt>
                <c:pt idx="1215">
                  <c:v>0.0132202816428</c:v>
                </c:pt>
                <c:pt idx="1216">
                  <c:v>0.0131970486956</c:v>
                </c:pt>
                <c:pt idx="1217">
                  <c:v>0.0131740320811</c:v>
                </c:pt>
                <c:pt idx="1218">
                  <c:v>0.0131512286946</c:v>
                </c:pt>
                <c:pt idx="1219">
                  <c:v>0.0131286354152</c:v>
                </c:pt>
                <c:pt idx="1220">
                  <c:v>0.013106249108</c:v>
                </c:pt>
                <c:pt idx="1221">
                  <c:v>0.0130840666273</c:v>
                </c:pt>
                <c:pt idx="1222">
                  <c:v>0.0130620848194</c:v>
                </c:pt>
                <c:pt idx="1223">
                  <c:v>0.0130403005255</c:v>
                </c:pt>
                <c:pt idx="1224">
                  <c:v>0.0130187105841</c:v>
                </c:pt>
                <c:pt idx="1225">
                  <c:v>0.0129973118346</c:v>
                </c:pt>
                <c:pt idx="1226">
                  <c:v>0.0129761011197</c:v>
                </c:pt>
                <c:pt idx="1227">
                  <c:v>0.0129550752881</c:v>
                </c:pt>
                <c:pt idx="1228">
                  <c:v>0.0129342311976</c:v>
                </c:pt>
                <c:pt idx="1229">
                  <c:v>0.0129135657179</c:v>
                </c:pt>
                <c:pt idx="1230">
                  <c:v>0.0128930757331</c:v>
                </c:pt>
                <c:pt idx="1231">
                  <c:v>0.0128727581442</c:v>
                </c:pt>
                <c:pt idx="1232">
                  <c:v>0.0128526098724</c:v>
                </c:pt>
                <c:pt idx="1233">
                  <c:v>0.012832627861</c:v>
                </c:pt>
                <c:pt idx="1234">
                  <c:v>0.012812809078</c:v>
                </c:pt>
                <c:pt idx="1235">
                  <c:v>0.012793150519</c:v>
                </c:pt>
                <c:pt idx="1236">
                  <c:v>0.0127736492089</c:v>
                </c:pt>
                <c:pt idx="1237">
                  <c:v>0.0127543022044</c:v>
                </c:pt>
                <c:pt idx="1238">
                  <c:v>0.0127351065963</c:v>
                </c:pt>
                <c:pt idx="1239">
                  <c:v>0.0127160595113</c:v>
                </c:pt>
                <c:pt idx="1240">
                  <c:v>0.0126971581142</c:v>
                </c:pt>
                <c:pt idx="1241">
                  <c:v>0.0126783996095</c:v>
                </c:pt>
                <c:pt idx="1242">
                  <c:v>0.0126597812436</c:v>
                </c:pt>
                <c:pt idx="1243">
                  <c:v>0.0126413003059</c:v>
                </c:pt>
                <c:pt idx="1244">
                  <c:v>0.0126229541307</c:v>
                </c:pt>
                <c:pt idx="1245">
                  <c:v>0.0126047400985</c:v>
                </c:pt>
                <c:pt idx="1246">
                  <c:v>0.0125866556375</c:v>
                </c:pt>
                <c:pt idx="1247">
                  <c:v>0.0125686982245</c:v>
                </c:pt>
                <c:pt idx="1248">
                  <c:v>0.0125508653862</c:v>
                </c:pt>
                <c:pt idx="1249">
                  <c:v>0.0125331547003</c:v>
                </c:pt>
                <c:pt idx="1250">
                  <c:v>0.0125155637963</c:v>
                </c:pt>
                <c:pt idx="1251">
                  <c:v>0.0124980903559</c:v>
                </c:pt>
                <c:pt idx="1252">
                  <c:v>0.0124807321144</c:v>
                </c:pt>
                <c:pt idx="1253">
                  <c:v>0.0124634868607</c:v>
                </c:pt>
                <c:pt idx="1254">
                  <c:v>0.0124463524378</c:v>
                </c:pt>
                <c:pt idx="1255">
                  <c:v>0.0124293267437</c:v>
                </c:pt>
                <c:pt idx="1256">
                  <c:v>0.0124124077308</c:v>
                </c:pt>
                <c:pt idx="1257">
                  <c:v>0.012395593407</c:v>
                </c:pt>
                <c:pt idx="1258">
                  <c:v>0.0123788818352</c:v>
                </c:pt>
                <c:pt idx="1259">
                  <c:v>0.0123622711335</c:v>
                </c:pt>
                <c:pt idx="1260">
                  <c:v>0.012345759475</c:v>
                </c:pt>
                <c:pt idx="1261">
                  <c:v>0.012329345088</c:v>
                </c:pt>
                <c:pt idx="1262">
                  <c:v>0.0123130262554</c:v>
                </c:pt>
                <c:pt idx="1263">
                  <c:v>0.0122968013145</c:v>
                </c:pt>
                <c:pt idx="1264">
                  <c:v>0.012280668657</c:v>
                </c:pt>
                <c:pt idx="1265">
                  <c:v>0.012264626728</c:v>
                </c:pt>
                <c:pt idx="1266">
                  <c:v>0.012248674026</c:v>
                </c:pt>
                <c:pt idx="1267">
                  <c:v>0.0122328091021</c:v>
                </c:pt>
                <c:pt idx="1268">
                  <c:v>0.0122170305598</c:v>
                </c:pt>
                <c:pt idx="1269">
                  <c:v>0.0122013370538</c:v>
                </c:pt>
                <c:pt idx="1270">
                  <c:v>0.01218572729</c:v>
                </c:pt>
                <c:pt idx="1271">
                  <c:v>0.0121702000242</c:v>
                </c:pt>
                <c:pt idx="1272">
                  <c:v>0.0121547540619</c:v>
                </c:pt>
                <c:pt idx="1273">
                  <c:v>0.0121393882574</c:v>
                </c:pt>
                <c:pt idx="1274">
                  <c:v>0.0121241015126</c:v>
                </c:pt>
                <c:pt idx="1275">
                  <c:v>0.0121088927768</c:v>
                </c:pt>
                <c:pt idx="1276">
                  <c:v>0.0120937610456</c:v>
                </c:pt>
                <c:pt idx="1277">
                  <c:v>0.0120787053601</c:v>
                </c:pt>
                <c:pt idx="1278">
                  <c:v>0.012063724806</c:v>
                </c:pt>
                <c:pt idx="1279">
                  <c:v>0.0120488185127</c:v>
                </c:pt>
                <c:pt idx="1280">
                  <c:v>0.0120339856528</c:v>
                </c:pt>
                <c:pt idx="1281">
                  <c:v>0.0120192254405</c:v>
                </c:pt>
                <c:pt idx="1282">
                  <c:v>0.0120045371315</c:v>
                </c:pt>
                <c:pt idx="1283">
                  <c:v>0.0119899200216</c:v>
                </c:pt>
                <c:pt idx="1284">
                  <c:v>0.011975373446</c:v>
                </c:pt>
                <c:pt idx="1285">
                  <c:v>0.0119608967783</c:v>
                </c:pt>
                <c:pt idx="1286">
                  <c:v>0.0119464894298</c:v>
                </c:pt>
                <c:pt idx="1287">
                  <c:v>0.0119321508485</c:v>
                </c:pt>
                <c:pt idx="1288">
                  <c:v>0.011917880518</c:v>
                </c:pt>
                <c:pt idx="1289">
                  <c:v>0.0119036779572</c:v>
                </c:pt>
                <c:pt idx="1290">
                  <c:v>0.0118895427186</c:v>
                </c:pt>
                <c:pt idx="1291">
                  <c:v>0.0118754743882</c:v>
                </c:pt>
                <c:pt idx="1292">
                  <c:v>0.0118614725842</c:v>
                </c:pt>
                <c:pt idx="1293">
                  <c:v>0.0118475369564</c:v>
                </c:pt>
                <c:pt idx="1294">
                  <c:v>0.0118336671848</c:v>
                </c:pt>
                <c:pt idx="1295">
                  <c:v>0.0118198629796</c:v>
                </c:pt>
                <c:pt idx="1296">
                  <c:v>0.0118061240794</c:v>
                </c:pt>
                <c:pt idx="1297">
                  <c:v>0.0117924502513</c:v>
                </c:pt>
                <c:pt idx="1298">
                  <c:v>0.0117788412893</c:v>
                </c:pt>
                <c:pt idx="1299">
                  <c:v>0.011765297014</c:v>
                </c:pt>
                <c:pt idx="1300">
                  <c:v>0.0117518172712</c:v>
                </c:pt>
                <c:pt idx="1301">
                  <c:v>0.0117384019318</c:v>
                </c:pt>
                <c:pt idx="1302">
                  <c:v>0.0117250508904</c:v>
                </c:pt>
                <c:pt idx="1303">
                  <c:v>0.0117117640648</c:v>
                </c:pt>
                <c:pt idx="1304">
                  <c:v>0.0116985413951</c:v>
                </c:pt>
                <c:pt idx="1305">
                  <c:v>0.0116853828429</c:v>
                </c:pt>
                <c:pt idx="1306">
                  <c:v>0.0116722883904</c:v>
                </c:pt>
                <c:pt idx="1307">
                  <c:v>0.01165925804</c:v>
                </c:pt>
                <c:pt idx="1308">
                  <c:v>0.011646291813</c:v>
                </c:pt>
                <c:pt idx="1309">
                  <c:v>0.0116333897492</c:v>
                </c:pt>
                <c:pt idx="1310">
                  <c:v>0.011620551906</c:v>
                </c:pt>
                <c:pt idx="1311">
                  <c:v>0.0116077783577</c:v>
                </c:pt>
                <c:pt idx="1312">
                  <c:v>0.0115950691946</c:v>
                </c:pt>
                <c:pt idx="1313">
                  <c:v>0.0115824245224</c:v>
                </c:pt>
                <c:pt idx="1314">
                  <c:v>0.0115698444615</c:v>
                </c:pt>
                <c:pt idx="1315">
                  <c:v>0.0115573291461</c:v>
                </c:pt>
                <c:pt idx="1316">
                  <c:v>0.0115448787235</c:v>
                </c:pt>
                <c:pt idx="1317">
                  <c:v>0.0115324933535</c:v>
                </c:pt>
                <c:pt idx="1318">
                  <c:v>0.0115201732078</c:v>
                </c:pt>
                <c:pt idx="1319">
                  <c:v>0.0115079184688</c:v>
                </c:pt>
                <c:pt idx="1320">
                  <c:v>0.0114957293295</c:v>
                </c:pt>
                <c:pt idx="1321">
                  <c:v>0.0114836059923</c:v>
                </c:pt>
                <c:pt idx="1322">
                  <c:v>0.0114715486688</c:v>
                </c:pt>
                <c:pt idx="1323">
                  <c:v>0.0114595575787</c:v>
                </c:pt>
                <c:pt idx="1324">
                  <c:v>0.0114476329495</c:v>
                </c:pt>
                <c:pt idx="1325">
                  <c:v>0.0114357750155</c:v>
                </c:pt>
                <c:pt idx="1326">
                  <c:v>0.0114239840174</c:v>
                </c:pt>
                <c:pt idx="1327">
                  <c:v>0.0114122602015</c:v>
                </c:pt>
                <c:pt idx="1328">
                  <c:v>0.0114006038193</c:v>
                </c:pt>
                <c:pt idx="1329">
                  <c:v>0.0113890151265</c:v>
                </c:pt>
                <c:pt idx="1330">
                  <c:v>0.0113774943827</c:v>
                </c:pt>
                <c:pt idx="1331">
                  <c:v>0.0113660418504</c:v>
                </c:pt>
                <c:pt idx="1332">
                  <c:v>0.0113546577951</c:v>
                </c:pt>
                <c:pt idx="1333">
                  <c:v>0.0113433424836</c:v>
                </c:pt>
                <c:pt idx="1334">
                  <c:v>0.0113320961845</c:v>
                </c:pt>
                <c:pt idx="1335">
                  <c:v>0.0113209191667</c:v>
                </c:pt>
                <c:pt idx="1336">
                  <c:v>0.0113098116993</c:v>
                </c:pt>
                <c:pt idx="1337">
                  <c:v>0.0112987740509</c:v>
                </c:pt>
                <c:pt idx="1338">
                  <c:v>0.0112878064888</c:v>
                </c:pt>
                <c:pt idx="1339">
                  <c:v>0.0112769092785</c:v>
                </c:pt>
                <c:pt idx="1340">
                  <c:v>0.0112660826829</c:v>
                </c:pt>
                <c:pt idx="1341">
                  <c:v>0.0112553269622</c:v>
                </c:pt>
                <c:pt idx="1342">
                  <c:v>0.0112446423724</c:v>
                </c:pt>
                <c:pt idx="1343">
                  <c:v>0.0112340291655</c:v>
                </c:pt>
                <c:pt idx="1344">
                  <c:v>0.0112234875882</c:v>
                </c:pt>
                <c:pt idx="1345">
                  <c:v>0.0112130178816</c:v>
                </c:pt>
                <c:pt idx="1346">
                  <c:v>0.0112026202806</c:v>
                </c:pt>
                <c:pt idx="1347">
                  <c:v>0.0111922950126</c:v>
                </c:pt>
                <c:pt idx="1348">
                  <c:v>0.0111820422977</c:v>
                </c:pt>
                <c:pt idx="1349">
                  <c:v>0.0111718623473</c:v>
                </c:pt>
                <c:pt idx="1350">
                  <c:v>0.0111617553637</c:v>
                </c:pt>
                <c:pt idx="1351">
                  <c:v>0.0111517215391</c:v>
                </c:pt>
                <c:pt idx="1352">
                  <c:v>0.0111417610554</c:v>
                </c:pt>
                <c:pt idx="1353">
                  <c:v>0.0111318740827</c:v>
                </c:pt>
                <c:pt idx="1354">
                  <c:v>0.0111220607795</c:v>
                </c:pt>
                <c:pt idx="1355">
                  <c:v>0.0111123212908</c:v>
                </c:pt>
                <c:pt idx="1356">
                  <c:v>0.0111026557484</c:v>
                </c:pt>
                <c:pt idx="1357">
                  <c:v>0.0110930642694</c:v>
                </c:pt>
                <c:pt idx="1358">
                  <c:v>0.0110835469558</c:v>
                </c:pt>
                <c:pt idx="1359">
                  <c:v>0.0110741038935</c:v>
                </c:pt>
                <c:pt idx="1360">
                  <c:v>0.0110647351519</c:v>
                </c:pt>
                <c:pt idx="1361">
                  <c:v>0.0110554407825</c:v>
                </c:pt>
                <c:pt idx="1362">
                  <c:v>0.0110462208186</c:v>
                </c:pt>
                <c:pt idx="1363">
                  <c:v>0.0110370752745</c:v>
                </c:pt>
                <c:pt idx="1364">
                  <c:v>0.0110280041446</c:v>
                </c:pt>
                <c:pt idx="1365">
                  <c:v>0.0110190074026</c:v>
                </c:pt>
                <c:pt idx="1366">
                  <c:v>0.011010085001</c:v>
                </c:pt>
                <c:pt idx="1367">
                  <c:v>0.0110012368701</c:v>
                </c:pt>
                <c:pt idx="1368">
                  <c:v>0.0109924629176</c:v>
                </c:pt>
                <c:pt idx="1369">
                  <c:v>0.0109837630275</c:v>
                </c:pt>
                <c:pt idx="1370">
                  <c:v>0.0109751370598</c:v>
                </c:pt>
                <c:pt idx="1371">
                  <c:v>0.0109665848498</c:v>
                </c:pt>
                <c:pt idx="1372">
                  <c:v>0.0109581062073</c:v>
                </c:pt>
                <c:pt idx="1373">
                  <c:v>0.0109497009162</c:v>
                </c:pt>
                <c:pt idx="1374">
                  <c:v>0.010941368734</c:v>
                </c:pt>
                <c:pt idx="1375">
                  <c:v>0.0109331093909</c:v>
                </c:pt>
                <c:pt idx="1376">
                  <c:v>0.0109249225899</c:v>
                </c:pt>
                <c:pt idx="1377">
                  <c:v>0.0109168080059</c:v>
                </c:pt>
                <c:pt idx="1378">
                  <c:v>0.0109087652855</c:v>
                </c:pt>
                <c:pt idx="1379">
                  <c:v>0.0109007940467</c:v>
                </c:pt>
                <c:pt idx="1380">
                  <c:v>0.0108928938783</c:v>
                </c:pt>
                <c:pt idx="1381">
                  <c:v>0.0108850643401</c:v>
                </c:pt>
                <c:pt idx="1382">
                  <c:v>0.0108773049624</c:v>
                </c:pt>
                <c:pt idx="1383">
                  <c:v>0.0108696152457</c:v>
                </c:pt>
                <c:pt idx="1384">
                  <c:v>0.010861994661</c:v>
                </c:pt>
                <c:pt idx="1385">
                  <c:v>0.0108544426494</c:v>
                </c:pt>
                <c:pt idx="1386">
                  <c:v>0.0108469586225</c:v>
                </c:pt>
                <c:pt idx="1387">
                  <c:v>0.0108395419618</c:v>
                </c:pt>
                <c:pt idx="1388">
                  <c:v>0.0108321920195</c:v>
                </c:pt>
                <c:pt idx="1389">
                  <c:v>0.0108249081183</c:v>
                </c:pt>
                <c:pt idx="1390">
                  <c:v>0.0108176895519</c:v>
                </c:pt>
                <c:pt idx="1391">
                  <c:v>0.0108105355849</c:v>
                </c:pt>
                <c:pt idx="1392">
                  <c:v>0.0108034454535</c:v>
                </c:pt>
                <c:pt idx="1393">
                  <c:v>0.0107964183658</c:v>
                </c:pt>
                <c:pt idx="1394">
                  <c:v>0.0107894535022</c:v>
                </c:pt>
                <c:pt idx="1395">
                  <c:v>0.0107825500162</c:v>
                </c:pt>
                <c:pt idx="1396">
                  <c:v>0.0107757070346</c:v>
                </c:pt>
                <c:pt idx="1397">
                  <c:v>0.0107689236584</c:v>
                </c:pt>
                <c:pt idx="1398">
                  <c:v>0.0107621989635</c:v>
                </c:pt>
                <c:pt idx="1399">
                  <c:v>0.0107555320014</c:v>
                </c:pt>
                <c:pt idx="1400">
                  <c:v>0.0107489218</c:v>
                </c:pt>
                <c:pt idx="1401">
                  <c:v>0.0107423673646</c:v>
                </c:pt>
                <c:pt idx="1402">
                  <c:v>0.0107358676788</c:v>
                </c:pt>
                <c:pt idx="1403">
                  <c:v>0.0107294217052</c:v>
                </c:pt>
                <c:pt idx="1404">
                  <c:v>0.0107230283868</c:v>
                </c:pt>
                <c:pt idx="1405">
                  <c:v>0.010716686648</c:v>
                </c:pt>
                <c:pt idx="1406">
                  <c:v>0.0107103953955</c:v>
                </c:pt>
                <c:pt idx="1407">
                  <c:v>0.0107041535196</c:v>
                </c:pt>
                <c:pt idx="1408">
                  <c:v>0.0106979598955</c:v>
                </c:pt>
                <c:pt idx="1409">
                  <c:v>0.0106918133844</c:v>
                </c:pt>
                <c:pt idx="1410">
                  <c:v>0.0106857128347</c:v>
                </c:pt>
                <c:pt idx="1411">
                  <c:v>0.0106796570835</c:v>
                </c:pt>
                <c:pt idx="1412">
                  <c:v>0.0106736449578</c:v>
                </c:pt>
                <c:pt idx="1413">
                  <c:v>0.0106676752758</c:v>
                </c:pt>
                <c:pt idx="1414">
                  <c:v>0.0106617468483</c:v>
                </c:pt>
                <c:pt idx="1415">
                  <c:v>0.0106558584803</c:v>
                </c:pt>
                <c:pt idx="1416">
                  <c:v>0.010650008972</c:v>
                </c:pt>
                <c:pt idx="1417">
                  <c:v>0.0106441971202</c:v>
                </c:pt>
                <c:pt idx="1418">
                  <c:v>0.0106384217203</c:v>
                </c:pt>
                <c:pt idx="1419">
                  <c:v>0.0106326815668</c:v>
                </c:pt>
                <c:pt idx="1420">
                  <c:v>0.0106269754555</c:v>
                </c:pt>
                <c:pt idx="1421">
                  <c:v>0.0106213021842</c:v>
                </c:pt>
                <c:pt idx="1422">
                  <c:v>0.0106156605546</c:v>
                </c:pt>
                <c:pt idx="1423">
                  <c:v>0.0106100493732</c:v>
                </c:pt>
                <c:pt idx="1424">
                  <c:v>0.0106044674531</c:v>
                </c:pt>
                <c:pt idx="1425">
                  <c:v>0.0105989136146</c:v>
                </c:pt>
                <c:pt idx="1426">
                  <c:v>0.0105933866871</c:v>
                </c:pt>
                <c:pt idx="1427">
                  <c:v>0.0105878855099</c:v>
                </c:pt>
                <c:pt idx="1428">
                  <c:v>0.0105824089337</c:v>
                </c:pt>
                <c:pt idx="1429">
                  <c:v>0.0105769558215</c:v>
                </c:pt>
                <c:pt idx="1430">
                  <c:v>0.0105715250496</c:v>
                </c:pt>
                <c:pt idx="1431">
                  <c:v>0.010566115509</c:v>
                </c:pt>
                <c:pt idx="1432">
                  <c:v>0.010560726106</c:v>
                </c:pt>
                <c:pt idx="1433">
                  <c:v>0.0105553557633</c:v>
                </c:pt>
                <c:pt idx="1434">
                  <c:v>0.0105500034211</c:v>
                </c:pt>
                <c:pt idx="1435">
                  <c:v>0.0105446680373</c:v>
                </c:pt>
                <c:pt idx="1436">
                  <c:v>0.0105393485889</c:v>
                </c:pt>
                <c:pt idx="1437">
                  <c:v>0.0105340440724</c:v>
                </c:pt>
                <c:pt idx="1438">
                  <c:v>0.0105287535044</c:v>
                </c:pt>
                <c:pt idx="1439">
                  <c:v>0.0105234759223</c:v>
                </c:pt>
                <c:pt idx="1440">
                  <c:v>0.0105182103846</c:v>
                </c:pt>
                <c:pt idx="1441">
                  <c:v>0.0105129559717</c:v>
                </c:pt>
                <c:pt idx="1442">
                  <c:v>0.0105077117857</c:v>
                </c:pt>
                <c:pt idx="1443">
                  <c:v>0.0105024769515</c:v>
                </c:pt>
                <c:pt idx="1444">
                  <c:v>0.0104972506163</c:v>
                </c:pt>
                <c:pt idx="1445">
                  <c:v>0.0104920319503</c:v>
                </c:pt>
                <c:pt idx="1446">
                  <c:v>0.0104868201466</c:v>
                </c:pt>
                <c:pt idx="1447">
                  <c:v>0.0104816144212</c:v>
                </c:pt>
                <c:pt idx="1448">
                  <c:v>0.0104764140134</c:v>
                </c:pt>
                <c:pt idx="1449">
                  <c:v>0.0104712181853</c:v>
                </c:pt>
                <c:pt idx="1450">
                  <c:v>0.0104660262222</c:v>
                </c:pt>
                <c:pt idx="1451">
                  <c:v>0.010460837432</c:v>
                </c:pt>
                <c:pt idx="1452">
                  <c:v>0.0104556511452</c:v>
                </c:pt>
                <c:pt idx="1453">
                  <c:v>0.0104504667148</c:v>
                </c:pt>
                <c:pt idx="1454">
                  <c:v>0.010445283516</c:v>
                </c:pt>
                <c:pt idx="1455">
                  <c:v>0.0104401009457</c:v>
                </c:pt>
                <c:pt idx="1456">
                  <c:v>0.0104349184224</c:v>
                </c:pt>
                <c:pt idx="1457">
                  <c:v>0.0104297353856</c:v>
                </c:pt>
                <c:pt idx="1458">
                  <c:v>0.0104245512956</c:v>
                </c:pt>
                <c:pt idx="1459">
                  <c:v>0.0104193656329</c:v>
                </c:pt>
                <c:pt idx="1460">
                  <c:v>0.0104141778981</c:v>
                </c:pt>
                <c:pt idx="1461">
                  <c:v>0.0104089876107</c:v>
                </c:pt>
                <c:pt idx="1462">
                  <c:v>0.0104037943093</c:v>
                </c:pt>
                <c:pt idx="1463">
                  <c:v>0.0103985975509</c:v>
                </c:pt>
                <c:pt idx="1464">
                  <c:v>0.0103933969101</c:v>
                </c:pt>
                <c:pt idx="1465">
                  <c:v>0.0103881919788</c:v>
                </c:pt>
                <c:pt idx="1466">
                  <c:v>0.0103829823659</c:v>
                </c:pt>
                <c:pt idx="1467">
                  <c:v>0.0103777676959</c:v>
                </c:pt>
                <c:pt idx="1468">
                  <c:v>0.0103725476094</c:v>
                </c:pt>
                <c:pt idx="1469">
                  <c:v>0.0103673217618</c:v>
                </c:pt>
                <c:pt idx="1470">
                  <c:v>0.0103620898228</c:v>
                </c:pt>
                <c:pt idx="1471">
                  <c:v>0.0103568514764</c:v>
                </c:pt>
                <c:pt idx="1472">
                  <c:v>0.0103516064195</c:v>
                </c:pt>
                <c:pt idx="1473">
                  <c:v>0.0103463543619</c:v>
                </c:pt>
                <c:pt idx="1474">
                  <c:v>0.0103410950258</c:v>
                </c:pt>
                <c:pt idx="1475">
                  <c:v>0.0103358281448</c:v>
                </c:pt>
                <c:pt idx="1476">
                  <c:v>0.0103305534637</c:v>
                </c:pt>
                <c:pt idx="1477">
                  <c:v>0.010325270738</c:v>
                </c:pt>
                <c:pt idx="1478">
                  <c:v>0.0103199797332</c:v>
                </c:pt>
                <c:pt idx="1479">
                  <c:v>0.0103146802241</c:v>
                </c:pt>
                <c:pt idx="1480">
                  <c:v>0.0103093719949</c:v>
                </c:pt>
                <c:pt idx="1481">
                  <c:v>0.0103040548381</c:v>
                </c:pt>
                <c:pt idx="1482">
                  <c:v>0.0102987285543</c:v>
                </c:pt>
                <c:pt idx="1483">
                  <c:v>0.0102933929517</c:v>
                </c:pt>
                <c:pt idx="1484">
                  <c:v>0.0102880478456</c:v>
                </c:pt>
                <c:pt idx="1485">
                  <c:v>0.0102826930578</c:v>
                </c:pt>
                <c:pt idx="1486">
                  <c:v>0.0102773284166</c:v>
                </c:pt>
                <c:pt idx="1487">
                  <c:v>0.0102719537557</c:v>
                </c:pt>
                <c:pt idx="1488">
                  <c:v>0.0102665689142</c:v>
                </c:pt>
                <c:pt idx="1489">
                  <c:v>0.0102611737363</c:v>
                </c:pt>
                <c:pt idx="1490">
                  <c:v>0.0102557680703</c:v>
                </c:pt>
                <c:pt idx="1491">
                  <c:v>0.0102503517689</c:v>
                </c:pt>
                <c:pt idx="1492">
                  <c:v>0.010244924688</c:v>
                </c:pt>
                <c:pt idx="1493">
                  <c:v>0.0102394866872</c:v>
                </c:pt>
                <c:pt idx="1494">
                  <c:v>0.0102340376285</c:v>
                </c:pt>
                <c:pt idx="1495">
                  <c:v>0.0102285773765</c:v>
                </c:pt>
                <c:pt idx="1496">
                  <c:v>0.0102231057978</c:v>
                </c:pt>
                <c:pt idx="1497">
                  <c:v>0.0102176227606</c:v>
                </c:pt>
                <c:pt idx="1498">
                  <c:v>0.0102121281341</c:v>
                </c:pt>
                <c:pt idx="1499">
                  <c:v>0.0102066217884</c:v>
                </c:pt>
                <c:pt idx="1500">
                  <c:v>0.010201103594</c:v>
                </c:pt>
                <c:pt idx="1501">
                  <c:v>0.0101955734214</c:v>
                </c:pt>
                <c:pt idx="1502">
                  <c:v>0.0101900311403</c:v>
                </c:pt>
                <c:pt idx="1503">
                  <c:v>0.0101844766199</c:v>
                </c:pt>
                <c:pt idx="1504">
                  <c:v>0.0101789097277</c:v>
                </c:pt>
                <c:pt idx="1505">
                  <c:v>0.0101733303296</c:v>
                </c:pt>
                <c:pt idx="1506">
                  <c:v>0.0101677382893</c:v>
                </c:pt>
                <c:pt idx="1507">
                  <c:v>0.0101621334676</c:v>
                </c:pt>
                <c:pt idx="1508">
                  <c:v>0.0101565157224</c:v>
                </c:pt>
                <c:pt idx="1509">
                  <c:v>0.0101508849077</c:v>
                </c:pt>
                <c:pt idx="1510">
                  <c:v>0.0101452408736</c:v>
                </c:pt>
                <c:pt idx="1511">
                  <c:v>0.0101395834656</c:v>
                </c:pt>
                <c:pt idx="1512">
                  <c:v>0.0101339125238</c:v>
                </c:pt>
                <c:pt idx="1513">
                  <c:v>0.0101282278832</c:v>
                </c:pt>
                <c:pt idx="1514">
                  <c:v>0.0101225293724</c:v>
                </c:pt>
                <c:pt idx="1515">
                  <c:v>0.0101168168133</c:v>
                </c:pt>
                <c:pt idx="1516">
                  <c:v>0.010111090021</c:v>
                </c:pt>
                <c:pt idx="1517">
                  <c:v>0.0101053488026</c:v>
                </c:pt>
                <c:pt idx="1518">
                  <c:v>0.0100995929574</c:v>
                </c:pt>
                <c:pt idx="1519">
                  <c:v>0.0100938222758</c:v>
                </c:pt>
                <c:pt idx="1520">
                  <c:v>0.0100880365391</c:v>
                </c:pt>
                <c:pt idx="1521">
                  <c:v>0.0100822355189</c:v>
                </c:pt>
                <c:pt idx="1522">
                  <c:v>0.0100764189766</c:v>
                </c:pt>
                <c:pt idx="1523">
                  <c:v>0.0100705866627</c:v>
                </c:pt>
                <c:pt idx="1524">
                  <c:v>0.0100647383169</c:v>
                </c:pt>
                <c:pt idx="1525">
                  <c:v>0.010058873667</c:v>
                </c:pt>
                <c:pt idx="1526">
                  <c:v>0.0100529924284</c:v>
                </c:pt>
                <c:pt idx="1527">
                  <c:v>0.0100470943044</c:v>
                </c:pt>
                <c:pt idx="1528">
                  <c:v>0.0100411789849</c:v>
                </c:pt>
                <c:pt idx="1529">
                  <c:v>0.0100352461463</c:v>
                </c:pt>
                <c:pt idx="1530">
                  <c:v>0.0100292954514</c:v>
                </c:pt>
                <c:pt idx="1531">
                  <c:v>0.0100233265486</c:v>
                </c:pt>
                <c:pt idx="1532">
                  <c:v>0.0100173390716</c:v>
                </c:pt>
                <c:pt idx="1533">
                  <c:v>0.0100113326394</c:v>
                </c:pt>
                <c:pt idx="1534">
                  <c:v>0.0100053068555</c:v>
                </c:pt>
                <c:pt idx="1535">
                  <c:v>0.00999926130796</c:v>
                </c:pt>
                <c:pt idx="1536">
                  <c:v>0.00999319556926</c:v>
                </c:pt>
                <c:pt idx="1537">
                  <c:v>0.00998710919573</c:v>
                </c:pt>
                <c:pt idx="1538">
                  <c:v>0.00998100172762</c:v>
                </c:pt>
                <c:pt idx="1539">
                  <c:v>0.00997487268888</c:v>
                </c:pt>
                <c:pt idx="1540">
                  <c:v>0.00996872158709</c:v>
                </c:pt>
                <c:pt idx="1541">
                  <c:v>0.00996254791339</c:v>
                </c:pt>
                <c:pt idx="1542">
                  <c:v>0.00995635114242</c:v>
                </c:pt>
                <c:pt idx="1543">
                  <c:v>0.00995013073236</c:v>
                </c:pt>
                <c:pt idx="1544">
                  <c:v>0.009943886125</c:v>
                </c:pt>
                <c:pt idx="1545">
                  <c:v>0.0099376167458</c:v>
                </c:pt>
                <c:pt idx="1546">
                  <c:v>0.00993132200407</c:v>
                </c:pt>
                <c:pt idx="1547">
                  <c:v>0.00992500129313</c:v>
                </c:pt>
                <c:pt idx="1548">
                  <c:v>0.00991865399053</c:v>
                </c:pt>
                <c:pt idx="1549">
                  <c:v>0.00991227945836</c:v>
                </c:pt>
                <c:pt idx="1550">
                  <c:v>0.00990587704355</c:v>
                </c:pt>
                <c:pt idx="1551">
                  <c:v>0.0098994460782</c:v>
                </c:pt>
                <c:pt idx="1552">
                  <c:v>0.00989298588008</c:v>
                </c:pt>
                <c:pt idx="1553">
                  <c:v>0.00988649575298</c:v>
                </c:pt>
                <c:pt idx="1554">
                  <c:v>0.00987997498729</c:v>
                </c:pt>
                <c:pt idx="1555">
                  <c:v>0.00987342286055</c:v>
                </c:pt>
                <c:pt idx="1556">
                  <c:v>0.00986683863798</c:v>
                </c:pt>
                <c:pt idx="1557">
                  <c:v>0.0098602215732</c:v>
                </c:pt>
                <c:pt idx="1558">
                  <c:v>0.00985357090889</c:v>
                </c:pt>
                <c:pt idx="1559">
                  <c:v>0.00984688587751</c:v>
                </c:pt>
                <c:pt idx="1560">
                  <c:v>0.00984016570209</c:v>
                </c:pt>
                <c:pt idx="1561">
                  <c:v>0.00983340959708</c:v>
                </c:pt>
                <c:pt idx="1562">
                  <c:v>0.0098266167692</c:v>
                </c:pt>
                <c:pt idx="1563">
                  <c:v>0.00981978641834</c:v>
                </c:pt>
                <c:pt idx="1564">
                  <c:v>0.00981291773856</c:v>
                </c:pt>
                <c:pt idx="1565">
                  <c:v>0.00980600991904</c:v>
                </c:pt>
                <c:pt idx="1566">
                  <c:v>0.00979906214516</c:v>
                </c:pt>
                <c:pt idx="1567">
                  <c:v>0.00979207359954</c:v>
                </c:pt>
                <c:pt idx="1568">
                  <c:v>0.0097850434632</c:v>
                </c:pt>
                <c:pt idx="1569">
                  <c:v>0.00977797091668</c:v>
                </c:pt>
                <c:pt idx="1570">
                  <c:v>0.00977085514125</c:v>
                </c:pt>
                <c:pt idx="1571">
                  <c:v>0.00976369532012</c:v>
                </c:pt>
                <c:pt idx="1572">
                  <c:v>0.0097564906397</c:v>
                </c:pt>
                <c:pt idx="1573">
                  <c:v>0.00974924029087</c:v>
                </c:pt>
                <c:pt idx="1574">
                  <c:v>0.00974194347032</c:v>
                </c:pt>
                <c:pt idx="1575">
                  <c:v>0.00973459938184</c:v>
                </c:pt>
                <c:pt idx="1576">
                  <c:v>0.00972720723769</c:v>
                </c:pt>
                <c:pt idx="1577">
                  <c:v>0.00971976625999</c:v>
                </c:pt>
                <c:pt idx="1578">
                  <c:v>0.00971227568212</c:v>
                </c:pt>
                <c:pt idx="1579">
                  <c:v>0.00970473475005</c:v>
                </c:pt>
                <c:pt idx="1580">
                  <c:v>0.00969714272384</c:v>
                </c:pt>
                <c:pt idx="1581">
                  <c:v>0.00968949887902</c:v>
                </c:pt>
                <c:pt idx="1582">
                  <c:v>0.009681802508</c:v>
                </c:pt>
                <c:pt idx="1583">
                  <c:v>0.0096740529215</c:v>
                </c:pt>
                <c:pt idx="1584">
                  <c:v>0.00966624944999</c:v>
                </c:pt>
                <c:pt idx="1585">
                  <c:v>0.00965839144507</c:v>
                </c:pt>
                <c:pt idx="1586">
                  <c:v>0.00965047828089</c:v>
                </c:pt>
                <c:pt idx="1587">
                  <c:v>0.00964250935553</c:v>
                </c:pt>
                <c:pt idx="1588">
                  <c:v>0.00963448409235</c:v>
                </c:pt>
                <c:pt idx="1589">
                  <c:v>0.00962640194136</c:v>
                </c:pt>
                <c:pt idx="1590">
                  <c:v>0.00961826238051</c:v>
                </c:pt>
                <c:pt idx="1591">
                  <c:v>0.00961006491701</c:v>
                </c:pt>
                <c:pt idx="1592">
                  <c:v>0.00960180908857</c:v>
                </c:pt>
                <c:pt idx="1593">
                  <c:v>0.00959349446461</c:v>
                </c:pt>
                <c:pt idx="1594">
                  <c:v>0.00958512064744</c:v>
                </c:pt>
                <c:pt idx="1595">
                  <c:v>0.0095766872734</c:v>
                </c:pt>
                <c:pt idx="1596">
                  <c:v>0.00956819401396</c:v>
                </c:pt>
                <c:pt idx="1597">
                  <c:v>0.00955964057674</c:v>
                </c:pt>
                <c:pt idx="1598">
                  <c:v>0.00955102670648</c:v>
                </c:pt>
                <c:pt idx="1599">
                  <c:v>0.009542352186</c:v>
                </c:pt>
                <c:pt idx="1600">
                  <c:v>0.00953361683704</c:v>
                </c:pt>
                <c:pt idx="1601">
                  <c:v>0.00952482052107</c:v>
                </c:pt>
                <c:pt idx="1602">
                  <c:v>0.00951596314004</c:v>
                </c:pt>
                <c:pt idx="1603">
                  <c:v>0.00950704463705</c:v>
                </c:pt>
                <c:pt idx="1604">
                  <c:v>0.00949806499693</c:v>
                </c:pt>
                <c:pt idx="1605">
                  <c:v>0.0094890242468</c:v>
                </c:pt>
                <c:pt idx="1606">
                  <c:v>0.0094799224565</c:v>
                </c:pt>
                <c:pt idx="1607">
                  <c:v>0.00947075973902</c:v>
                </c:pt>
                <c:pt idx="1608">
                  <c:v>0.00946153625073</c:v>
                </c:pt>
                <c:pt idx="1609">
                  <c:v>0.00945225219167</c:v>
                </c:pt>
                <c:pt idx="1610">
                  <c:v>0.00944290780569</c:v>
                </c:pt>
                <c:pt idx="1611">
                  <c:v>0.00943350338046</c:v>
                </c:pt>
                <c:pt idx="1612">
                  <c:v>0.00942403924754</c:v>
                </c:pt>
                <c:pt idx="1613">
                  <c:v>0.0094145157822</c:v>
                </c:pt>
                <c:pt idx="1614">
                  <c:v>0.00940493340332</c:v>
                </c:pt>
                <c:pt idx="1615">
                  <c:v>0.00939529257304</c:v>
                </c:pt>
                <c:pt idx="1616">
                  <c:v>0.00938559379652</c:v>
                </c:pt>
                <c:pt idx="1617">
                  <c:v>0.0093758376214</c:v>
                </c:pt>
                <c:pt idx="1618">
                  <c:v>0.00936602463738</c:v>
                </c:pt>
                <c:pt idx="1619">
                  <c:v>0.00935615547559</c:v>
                </c:pt>
                <c:pt idx="1620">
                  <c:v>0.00934623080792</c:v>
                </c:pt>
                <c:pt idx="1621">
                  <c:v>0.0093362513463</c:v>
                </c:pt>
                <c:pt idx="1622">
                  <c:v>0.00932621784182</c:v>
                </c:pt>
                <c:pt idx="1623">
                  <c:v>0.00931613108386</c:v>
                </c:pt>
                <c:pt idx="1624">
                  <c:v>0.00930599189913</c:v>
                </c:pt>
                <c:pt idx="1625">
                  <c:v>0.00929580115056</c:v>
                </c:pt>
                <c:pt idx="1626">
                  <c:v>0.00928555973625</c:v>
                </c:pt>
                <c:pt idx="1627">
                  <c:v>0.0092752685882</c:v>
                </c:pt>
                <c:pt idx="1628">
                  <c:v>0.00926492867113</c:v>
                </c:pt>
                <c:pt idx="1629">
                  <c:v>0.00925454098112</c:v>
                </c:pt>
                <c:pt idx="1630">
                  <c:v>0.00924410654424</c:v>
                </c:pt>
                <c:pt idx="1631">
                  <c:v>0.00923362641512</c:v>
                </c:pt>
                <c:pt idx="1632">
                  <c:v>0.00922310167548</c:v>
                </c:pt>
                <c:pt idx="1633">
                  <c:v>0.00921253343257</c:v>
                </c:pt>
                <c:pt idx="1634">
                  <c:v>0.0092019228176</c:v>
                </c:pt>
                <c:pt idx="1635">
                  <c:v>0.00919127098413</c:v>
                </c:pt>
                <c:pt idx="1636">
                  <c:v>0.00918057910642</c:v>
                </c:pt>
                <c:pt idx="1637">
                  <c:v>0.00916984837772</c:v>
                </c:pt>
                <c:pt idx="1638">
                  <c:v>0.00915908000858</c:v>
                </c:pt>
                <c:pt idx="1639">
                  <c:v>0.00914827522509</c:v>
                </c:pt>
                <c:pt idx="1640">
                  <c:v>0.00913743526716</c:v>
                </c:pt>
                <c:pt idx="1641">
                  <c:v>0.00912656138671</c:v>
                </c:pt>
                <c:pt idx="1642">
                  <c:v>0.00911565484593</c:v>
                </c:pt>
                <c:pt idx="1643">
                  <c:v>0.00910471691546</c:v>
                </c:pt>
                <c:pt idx="1644">
                  <c:v>0.00909374887266</c:v>
                </c:pt>
                <c:pt idx="1645">
                  <c:v>0.00908275199982</c:v>
                </c:pt>
                <c:pt idx="1646">
                  <c:v>0.00907172758238</c:v>
                </c:pt>
                <c:pt idx="1647">
                  <c:v>0.0090606769072</c:v>
                </c:pt>
                <c:pt idx="1648">
                  <c:v>0.00904960126084</c:v>
                </c:pt>
                <c:pt idx="1649">
                  <c:v>0.00903850192788</c:v>
                </c:pt>
                <c:pt idx="1650">
                  <c:v>0.0090273801892</c:v>
                </c:pt>
                <c:pt idx="1651">
                  <c:v>0.00901623732038</c:v>
                </c:pt>
                <c:pt idx="1652">
                  <c:v>0.00900507459012</c:v>
                </c:pt>
                <c:pt idx="1653">
                  <c:v>0.00899389325865</c:v>
                </c:pt>
                <c:pt idx="1654">
                  <c:v>0.00898269457623</c:v>
                </c:pt>
                <c:pt idx="1655">
                  <c:v>0.0089714797817</c:v>
                </c:pt>
                <c:pt idx="1656">
                  <c:v>0.00896025010107</c:v>
                </c:pt>
                <c:pt idx="1657">
                  <c:v>0.00894900674614</c:v>
                </c:pt>
                <c:pt idx="1658">
                  <c:v>0.00893775091325</c:v>
                </c:pt>
                <c:pt idx="1659">
                  <c:v>0.00892648378203</c:v>
                </c:pt>
                <c:pt idx="1660">
                  <c:v>0.00891520651418</c:v>
                </c:pt>
                <c:pt idx="1661">
                  <c:v>0.00890392025245</c:v>
                </c:pt>
                <c:pt idx="1662">
                  <c:v>0.00889262611952</c:v>
                </c:pt>
                <c:pt idx="1663">
                  <c:v>0.00888132521705</c:v>
                </c:pt>
                <c:pt idx="1664">
                  <c:v>0.00887001862478</c:v>
                </c:pt>
                <c:pt idx="1665">
                  <c:v>0.0088587073997</c:v>
                </c:pt>
                <c:pt idx="1666">
                  <c:v>0.00884739257526</c:v>
                </c:pt>
                <c:pt idx="1667">
                  <c:v>0.00883607516066</c:v>
                </c:pt>
                <c:pt idx="1668">
                  <c:v>0.00882475614025</c:v>
                </c:pt>
                <c:pt idx="1669">
                  <c:v>0.00881343647296</c:v>
                </c:pt>
                <c:pt idx="1670">
                  <c:v>0.00880211709177</c:v>
                </c:pt>
                <c:pt idx="1671">
                  <c:v>0.00879079890334</c:v>
                </c:pt>
                <c:pt idx="1672">
                  <c:v>0.00877948278761</c:v>
                </c:pt>
                <c:pt idx="1673">
                  <c:v>0.0087681695975</c:v>
                </c:pt>
                <c:pt idx="1674">
                  <c:v>0.0087568601587</c:v>
                </c:pt>
                <c:pt idx="1675">
                  <c:v>0.00874555526949</c:v>
                </c:pt>
                <c:pt idx="1676">
                  <c:v>0.00873425570062</c:v>
                </c:pt>
                <c:pt idx="1677">
                  <c:v>0.00872296219528</c:v>
                </c:pt>
                <c:pt idx="1678">
                  <c:v>0.00871167546904</c:v>
                </c:pt>
                <c:pt idx="1679">
                  <c:v>0.00870039621</c:v>
                </c:pt>
                <c:pt idx="1680">
                  <c:v>0.00868912507879</c:v>
                </c:pt>
                <c:pt idx="1681">
                  <c:v>0.0086778627088</c:v>
                </c:pt>
                <c:pt idx="1682">
                  <c:v>0.00866660970634</c:v>
                </c:pt>
                <c:pt idx="1683">
                  <c:v>0.00865536665089</c:v>
                </c:pt>
                <c:pt idx="1684">
                  <c:v>0.00864413409537</c:v>
                </c:pt>
                <c:pt idx="1685">
                  <c:v>0.00863291256647</c:v>
                </c:pt>
                <c:pt idx="1686">
                  <c:v>0.00862170256498</c:v>
                </c:pt>
                <c:pt idx="1687">
                  <c:v>0.00861050456618</c:v>
                </c:pt>
                <c:pt idx="1688">
                  <c:v>0.00859931902025</c:v>
                </c:pt>
                <c:pt idx="1689">
                  <c:v>0.00858814635271</c:v>
                </c:pt>
                <c:pt idx="1690">
                  <c:v>0.00857698696483</c:v>
                </c:pt>
                <c:pt idx="1691">
                  <c:v>0.00856584123417</c:v>
                </c:pt>
                <c:pt idx="1692">
                  <c:v>0.00855470951501</c:v>
                </c:pt>
                <c:pt idx="1693">
                  <c:v>0.0085435921389</c:v>
                </c:pt>
                <c:pt idx="1694">
                  <c:v>0.00853248941512</c:v>
                </c:pt>
                <c:pt idx="1695">
                  <c:v>0.00852140163125</c:v>
                </c:pt>
                <c:pt idx="1696">
                  <c:v>0.0085103290537</c:v>
                </c:pt>
                <c:pt idx="1697">
                  <c:v>0.00849927192819</c:v>
                </c:pt>
                <c:pt idx="1698">
                  <c:v>0.00848823048033</c:v>
                </c:pt>
                <c:pt idx="1699">
                  <c:v>0.00847720491614</c:v>
                </c:pt>
                <c:pt idx="1700">
                  <c:v>0.00846619542259</c:v>
                </c:pt>
                <c:pt idx="1701">
                  <c:v>0.0084552021681</c:v>
                </c:pt>
                <c:pt idx="1702">
                  <c:v>0.00844422530309</c:v>
                </c:pt>
                <c:pt idx="1703">
                  <c:v>0.00843326496048</c:v>
                </c:pt>
                <c:pt idx="1704">
                  <c:v>0.00842232125623</c:v>
                </c:pt>
                <c:pt idx="1705">
                  <c:v>0.00841139428977</c:v>
                </c:pt>
                <c:pt idx="1706">
                  <c:v>0.00840048414458</c:v>
                </c:pt>
                <c:pt idx="1707">
                  <c:v>0.0083895908886</c:v>
                </c:pt>
                <c:pt idx="1708">
                  <c:v>0.00837871457475</c:v>
                </c:pt>
                <c:pt idx="1709">
                  <c:v>0.00836785524136</c:v>
                </c:pt>
                <c:pt idx="1710">
                  <c:v>0.00835701291266</c:v>
                </c:pt>
                <c:pt idx="1711">
                  <c:v>0.00834618759919</c:v>
                </c:pt>
                <c:pt idx="1712">
                  <c:v>0.00833537929827</c:v>
                </c:pt>
                <c:pt idx="1713">
                  <c:v>0.00832458799439</c:v>
                </c:pt>
                <c:pt idx="1714">
                  <c:v>0.00831381365967</c:v>
                </c:pt>
                <c:pt idx="1715">
                  <c:v>0.00830305625428</c:v>
                </c:pt>
                <c:pt idx="1716">
                  <c:v>0.00829231572681</c:v>
                </c:pt>
                <c:pt idx="1717">
                  <c:v>0.00828159201473</c:v>
                </c:pt>
                <c:pt idx="1718">
                  <c:v>0.00827088504476</c:v>
                </c:pt>
                <c:pt idx="1719">
                  <c:v>0.00826019473332</c:v>
                </c:pt>
                <c:pt idx="1720">
                  <c:v>0.00824952098689</c:v>
                </c:pt>
                <c:pt idx="1721">
                  <c:v>0.00823886370245</c:v>
                </c:pt>
                <c:pt idx="1722">
                  <c:v>0.0082282227679</c:v>
                </c:pt>
                <c:pt idx="1723">
                  <c:v>0.00821759806246</c:v>
                </c:pt>
                <c:pt idx="1724">
                  <c:v>0.00820698945712</c:v>
                </c:pt>
                <c:pt idx="1725">
                  <c:v>0.00819639681504</c:v>
                </c:pt>
                <c:pt idx="1726">
                  <c:v>0.00818581999204</c:v>
                </c:pt>
                <c:pt idx="1727">
                  <c:v>0.00817525883701</c:v>
                </c:pt>
                <c:pt idx="1728">
                  <c:v>0.00816471319243</c:v>
                </c:pt>
                <c:pt idx="1729">
                  <c:v>0.00815418289477</c:v>
                </c:pt>
                <c:pt idx="1730">
                  <c:v>0.00814366777506</c:v>
                </c:pt>
                <c:pt idx="1731">
                  <c:v>0.00813316765935</c:v>
                </c:pt>
                <c:pt idx="1732">
                  <c:v>0.00812268236923</c:v>
                </c:pt>
                <c:pt idx="1733">
                  <c:v>0.00811221172238</c:v>
                </c:pt>
                <c:pt idx="1734">
                  <c:v>0.00810175553311</c:v>
                </c:pt>
                <c:pt idx="1735">
                  <c:v>0.00809131361289</c:v>
                </c:pt>
                <c:pt idx="1736">
                  <c:v>0.00808088577097</c:v>
                </c:pt>
                <c:pt idx="1737">
                  <c:v>0.00807047181494</c:v>
                </c:pt>
                <c:pt idx="1738">
                  <c:v>0.00806007155132</c:v>
                </c:pt>
                <c:pt idx="1739">
                  <c:v>0.00804968478619</c:v>
                </c:pt>
                <c:pt idx="1740">
                  <c:v>0.00803931132578</c:v>
                </c:pt>
                <c:pt idx="1741">
                  <c:v>0.0080289509771</c:v>
                </c:pt>
                <c:pt idx="1742">
                  <c:v>0.0080186035486</c:v>
                </c:pt>
                <c:pt idx="1743">
                  <c:v>0.00800826885077</c:v>
                </c:pt>
                <c:pt idx="1744">
                  <c:v>0.00799794669679</c:v>
                </c:pt>
                <c:pt idx="1745">
                  <c:v>0.00798763690316</c:v>
                </c:pt>
                <c:pt idx="1746">
                  <c:v>0.00797733929038</c:v>
                </c:pt>
                <c:pt idx="1747">
                  <c:v>0.00796705368351</c:v>
                </c:pt>
                <c:pt idx="1748">
                  <c:v>0.00795677991285</c:v>
                </c:pt>
                <c:pt idx="1749">
                  <c:v>0.00794651781456</c:v>
                </c:pt>
                <c:pt idx="1750">
                  <c:v>0.00793626723121</c:v>
                </c:pt>
                <c:pt idx="1751">
                  <c:v>0.00792602801246</c:v>
                </c:pt>
                <c:pt idx="1752">
                  <c:v>0.00791580001556</c:v>
                </c:pt>
                <c:pt idx="1753">
                  <c:v>0.00790558310596</c:v>
                </c:pt>
                <c:pt idx="1754">
                  <c:v>0.00789537715781</c:v>
                </c:pt>
                <c:pt idx="1755">
                  <c:v>0.0078851820545</c:v>
                </c:pt>
                <c:pt idx="1756">
                  <c:v>0.00787499768917</c:v>
                </c:pt>
                <c:pt idx="1757">
                  <c:v>0.00786482396511</c:v>
                </c:pt>
                <c:pt idx="1758">
                  <c:v>0.00785466079625</c:v>
                </c:pt>
                <c:pt idx="1759">
                  <c:v>0.00784450810753</c:v>
                </c:pt>
                <c:pt idx="1760">
                  <c:v>0.00783436583528</c:v>
                </c:pt>
                <c:pt idx="1761">
                  <c:v>0.00782423392755</c:v>
                </c:pt>
                <c:pt idx="1762">
                  <c:v>0.0078141123444</c:v>
                </c:pt>
                <c:pt idx="1763">
                  <c:v>0.00780400105816</c:v>
                </c:pt>
                <c:pt idx="1764">
                  <c:v>0.00779390005365</c:v>
                </c:pt>
                <c:pt idx="1765">
                  <c:v>0.00778380932835</c:v>
                </c:pt>
                <c:pt idx="1766">
                  <c:v>0.00777372889255</c:v>
                </c:pt>
                <c:pt idx="1767">
                  <c:v>0.00776365876941</c:v>
                </c:pt>
                <c:pt idx="1768">
                  <c:v>0.00775359899505</c:v>
                </c:pt>
                <c:pt idx="1769">
                  <c:v>0.00774354961851</c:v>
                </c:pt>
                <c:pt idx="1770">
                  <c:v>0.00773351070178</c:v>
                </c:pt>
                <c:pt idx="1771">
                  <c:v>0.00772348231964</c:v>
                </c:pt>
                <c:pt idx="1772">
                  <c:v>0.0077134645596</c:v>
                </c:pt>
                <c:pt idx="1773">
                  <c:v>0.00770345752168</c:v>
                </c:pt>
                <c:pt idx="1774">
                  <c:v>0.00769346131824</c:v>
                </c:pt>
                <c:pt idx="1775">
                  <c:v>0.00768347607372</c:v>
                </c:pt>
                <c:pt idx="1776">
                  <c:v>0.00767350192432</c:v>
                </c:pt>
                <c:pt idx="1777">
                  <c:v>0.00766353901768</c:v>
                </c:pt>
                <c:pt idx="1778">
                  <c:v>0.00765358751252</c:v>
                </c:pt>
                <c:pt idx="1779">
                  <c:v>0.00764364757819</c:v>
                </c:pt>
                <c:pt idx="1780">
                  <c:v>0.00763371939425</c:v>
                </c:pt>
                <c:pt idx="1781">
                  <c:v>0.00762380314997</c:v>
                </c:pt>
                <c:pt idx="1782">
                  <c:v>0.00761389904379</c:v>
                </c:pt>
                <c:pt idx="1783">
                  <c:v>0.00760400728281</c:v>
                </c:pt>
                <c:pt idx="1784">
                  <c:v>0.00759412808214</c:v>
                </c:pt>
                <c:pt idx="1785">
                  <c:v>0.00758426166434</c:v>
                </c:pt>
                <c:pt idx="1786">
                  <c:v>0.00757440825873</c:v>
                </c:pt>
                <c:pt idx="1787">
                  <c:v>0.00756456810075</c:v>
                </c:pt>
                <c:pt idx="1788">
                  <c:v>0.00755474143124</c:v>
                </c:pt>
                <c:pt idx="1789">
                  <c:v>0.00754492849575</c:v>
                </c:pt>
                <c:pt idx="1790">
                  <c:v>0.00753512954376</c:v>
                </c:pt>
                <c:pt idx="1791">
                  <c:v>0.00752534482796</c:v>
                </c:pt>
                <c:pt idx="1792">
                  <c:v>0.00751557460348</c:v>
                </c:pt>
                <c:pt idx="1793">
                  <c:v>0.00750581912708</c:v>
                </c:pt>
                <c:pt idx="1794">
                  <c:v>0.00749607865635</c:v>
                </c:pt>
                <c:pt idx="1795">
                  <c:v>0.00748635344894</c:v>
                </c:pt>
                <c:pt idx="1796">
                  <c:v>0.00747664376172</c:v>
                </c:pt>
                <c:pt idx="1797">
                  <c:v>0.00746694984995</c:v>
                </c:pt>
                <c:pt idx="1798">
                  <c:v>0.00745727196651</c:v>
                </c:pt>
                <c:pt idx="1799">
                  <c:v>0.00744761036103</c:v>
                </c:pt>
                <c:pt idx="1800">
                  <c:v>0.00743796527908</c:v>
                </c:pt>
                <c:pt idx="1801">
                  <c:v>0.0074283369614</c:v>
                </c:pt>
                <c:pt idx="1802">
                  <c:v>0.00741872564303</c:v>
                </c:pt>
                <c:pt idx="1803">
                  <c:v>0.00740913155257</c:v>
                </c:pt>
                <c:pt idx="1804">
                  <c:v>0.00739955491136</c:v>
                </c:pt>
                <c:pt idx="1805">
                  <c:v>0.00738999593271</c:v>
                </c:pt>
                <c:pt idx="1806">
                  <c:v>0.00738045482116</c:v>
                </c:pt>
                <c:pt idx="1807">
                  <c:v>0.00737093177172</c:v>
                </c:pt>
                <c:pt idx="1808">
                  <c:v>0.00736142696916</c:v>
                </c:pt>
                <c:pt idx="1809">
                  <c:v>0.00735194058731</c:v>
                </c:pt>
                <c:pt idx="1810">
                  <c:v>0.00734247278836</c:v>
                </c:pt>
                <c:pt idx="1811">
                  <c:v>0.00733302372224</c:v>
                </c:pt>
                <c:pt idx="1812">
                  <c:v>0.00732359352598</c:v>
                </c:pt>
                <c:pt idx="1813">
                  <c:v>0.00731418232308</c:v>
                </c:pt>
                <c:pt idx="1814">
                  <c:v>0.00730479022298</c:v>
                </c:pt>
                <c:pt idx="1815">
                  <c:v>0.00729541732051</c:v>
                </c:pt>
                <c:pt idx="1816">
                  <c:v>0.00728606369535</c:v>
                </c:pt>
                <c:pt idx="1817">
                  <c:v>0.00727672941158</c:v>
                </c:pt>
                <c:pt idx="1818">
                  <c:v>0.00726741451721</c:v>
                </c:pt>
                <c:pt idx="1819">
                  <c:v>0.00725811904381</c:v>
                </c:pt>
                <c:pt idx="1820">
                  <c:v>0.00724884300607</c:v>
                </c:pt>
                <c:pt idx="1821">
                  <c:v>0.00723958640151</c:v>
                </c:pt>
                <c:pt idx="1822">
                  <c:v>0.00723034921013</c:v>
                </c:pt>
                <c:pt idx="1823">
                  <c:v>0.00722113139416</c:v>
                </c:pt>
                <c:pt idx="1824">
                  <c:v>0.00721193289783</c:v>
                </c:pt>
                <c:pt idx="1825">
                  <c:v>0.00720275364712</c:v>
                </c:pt>
                <c:pt idx="1826">
                  <c:v>0.00719359354965</c:v>
                </c:pt>
                <c:pt idx="1827">
                  <c:v>0.0071844524945</c:v>
                </c:pt>
                <c:pt idx="1828">
                  <c:v>0.00717533035212</c:v>
                </c:pt>
                <c:pt idx="1829">
                  <c:v>0.00716622697428</c:v>
                </c:pt>
                <c:pt idx="1830">
                  <c:v>0.007157142194</c:v>
                </c:pt>
                <c:pt idx="1831">
                  <c:v>0.00714807582559</c:v>
                </c:pt>
                <c:pt idx="1832">
                  <c:v>0.00713902766463</c:v>
                </c:pt>
                <c:pt idx="1833">
                  <c:v>0.00712999748805</c:v>
                </c:pt>
                <c:pt idx="1834">
                  <c:v>0.00712098505422</c:v>
                </c:pt>
                <c:pt idx="1835">
                  <c:v>0.00711199010304</c:v>
                </c:pt>
                <c:pt idx="1836">
                  <c:v>0.00710301235607</c:v>
                </c:pt>
                <c:pt idx="1837">
                  <c:v>0.00709405151674</c:v>
                </c:pt>
                <c:pt idx="1838">
                  <c:v>0.00708510727044</c:v>
                </c:pt>
                <c:pt idx="1839">
                  <c:v>0.00707617928483</c:v>
                </c:pt>
                <c:pt idx="1840">
                  <c:v>0.00706726720996</c:v>
                </c:pt>
                <c:pt idx="1841">
                  <c:v>0.00705837067858</c:v>
                </c:pt>
                <c:pt idx="1842">
                  <c:v>0.00704948930635</c:v>
                </c:pt>
                <c:pt idx="1843">
                  <c:v>0.00704062269214</c:v>
                </c:pt>
                <c:pt idx="1844">
                  <c:v>0.00703177041827</c:v>
                </c:pt>
                <c:pt idx="1845">
                  <c:v>0.00702293205083</c:v>
                </c:pt>
                <c:pt idx="1846">
                  <c:v>0.00701410713999</c:v>
                </c:pt>
                <c:pt idx="1847">
                  <c:v>0.00700529522025</c:v>
                </c:pt>
                <c:pt idx="1848">
                  <c:v>0.00699649581082</c:v>
                </c:pt>
                <c:pt idx="1849">
                  <c:v>0.00698770841589</c:v>
                </c:pt>
                <c:pt idx="1850">
                  <c:v>0.00697893252497</c:v>
                </c:pt>
                <c:pt idx="1851">
                  <c:v>0.0069701676132</c:v>
                </c:pt>
                <c:pt idx="1852">
                  <c:v>0.00696141314166</c:v>
                </c:pt>
                <c:pt idx="1853">
                  <c:v>0.00695266855775</c:v>
                </c:pt>
                <c:pt idx="1854">
                  <c:v>0.0069439332954</c:v>
                </c:pt>
                <c:pt idx="1855">
                  <c:v>0.00693520677552</c:v>
                </c:pt>
                <c:pt idx="1856">
                  <c:v>0.00692648840619</c:v>
                </c:pt>
                <c:pt idx="1857">
                  <c:v>0.00691777758305</c:v>
                </c:pt>
                <c:pt idx="1858">
                  <c:v>0.00690907368957</c:v>
                </c:pt>
                <c:pt idx="1859">
                  <c:v>0.00690037609735</c:v>
                </c:pt>
                <c:pt idx="1860">
                  <c:v>0.00689168416644</c:v>
                </c:pt>
                <c:pt idx="1861">
                  <c:v>0.0068829972456</c:v>
                </c:pt>
                <c:pt idx="1862">
                  <c:v>0.00687431467258</c:v>
                </c:pt>
                <c:pt idx="1863">
                  <c:v>0.00686563577444</c:v>
                </c:pt>
                <c:pt idx="1864">
                  <c:v>0.00685695986776</c:v>
                </c:pt>
                <c:pt idx="1865">
                  <c:v>0.00684828625897</c:v>
                </c:pt>
                <c:pt idx="1866">
                  <c:v>0.00683961424457</c:v>
                </c:pt>
                <c:pt idx="1867">
                  <c:v>0.00683094311139</c:v>
                </c:pt>
                <c:pt idx="1868">
                  <c:v>0.00682227213688</c:v>
                </c:pt>
                <c:pt idx="1869">
                  <c:v>0.0068136005893</c:v>
                </c:pt>
                <c:pt idx="1870">
                  <c:v>0.00680492772802</c:v>
                </c:pt>
                <c:pt idx="1871">
                  <c:v>0.0067962528037</c:v>
                </c:pt>
                <c:pt idx="1872">
                  <c:v>0.00678757505862</c:v>
                </c:pt>
                <c:pt idx="1873">
                  <c:v>0.0067788937268</c:v>
                </c:pt>
                <c:pt idx="1874">
                  <c:v>0.00677020803434</c:v>
                </c:pt>
                <c:pt idx="1875">
                  <c:v>0.00676151719958</c:v>
                </c:pt>
                <c:pt idx="1876">
                  <c:v>0.00675282043337</c:v>
                </c:pt>
                <c:pt idx="1877">
                  <c:v>0.00674411693927</c:v>
                </c:pt>
                <c:pt idx="1878">
                  <c:v>0.00673540591382</c:v>
                </c:pt>
                <c:pt idx="1879">
                  <c:v>0.00672668654671</c:v>
                </c:pt>
                <c:pt idx="1880">
                  <c:v>0.00671795802105</c:v>
                </c:pt>
                <c:pt idx="1881">
                  <c:v>0.0067092195136</c:v>
                </c:pt>
                <c:pt idx="1882">
                  <c:v>0.00670047019496</c:v>
                </c:pt>
                <c:pt idx="1883">
                  <c:v>0.00669170922983</c:v>
                </c:pt>
                <c:pt idx="1884">
                  <c:v>0.00668293577721</c:v>
                </c:pt>
                <c:pt idx="1885">
                  <c:v>0.00667414899066</c:v>
                </c:pt>
                <c:pt idx="1886">
                  <c:v>0.00666534801848</c:v>
                </c:pt>
                <c:pt idx="1887">
                  <c:v>0.00665653200396</c:v>
                </c:pt>
                <c:pt idx="1888">
                  <c:v>0.0066477000856</c:v>
                </c:pt>
                <c:pt idx="1889">
                  <c:v>0.00663885139732</c:v>
                </c:pt>
                <c:pt idx="1890">
                  <c:v>0.00662998506872</c:v>
                </c:pt>
                <c:pt idx="1891">
                  <c:v>0.00662110022521</c:v>
                </c:pt>
                <c:pt idx="1892">
                  <c:v>0.00661219598835</c:v>
                </c:pt>
                <c:pt idx="1893">
                  <c:v>0.00660327147594</c:v>
                </c:pt>
                <c:pt idx="1894">
                  <c:v>0.00659432580234</c:v>
                </c:pt>
                <c:pt idx="1895">
                  <c:v>0.0065853580786</c:v>
                </c:pt>
                <c:pt idx="1896">
                  <c:v>0.00657636741272</c:v>
                </c:pt>
                <c:pt idx="1897">
                  <c:v>0.00656735290984</c:v>
                </c:pt>
                <c:pt idx="1898">
                  <c:v>0.00655831367245</c:v>
                </c:pt>
                <c:pt idx="1899">
                  <c:v>0.0065492488006</c:v>
                </c:pt>
                <c:pt idx="1900">
                  <c:v>0.0065401573921</c:v>
                </c:pt>
                <c:pt idx="1901">
                  <c:v>0.0065310385427</c:v>
                </c:pt>
                <c:pt idx="1902">
                  <c:v>0.00652189134636</c:v>
                </c:pt>
                <c:pt idx="1903">
                  <c:v>0.0065127148954</c:v>
                </c:pt>
                <c:pt idx="1904">
                  <c:v>0.00650350828072</c:v>
                </c:pt>
                <c:pt idx="1905">
                  <c:v>0.00649427059203</c:v>
                </c:pt>
                <c:pt idx="1906">
                  <c:v>0.00648500091806</c:v>
                </c:pt>
                <c:pt idx="1907">
                  <c:v>0.00647569834676</c:v>
                </c:pt>
                <c:pt idx="1908">
                  <c:v>0.00646636196556</c:v>
                </c:pt>
                <c:pt idx="1909">
                  <c:v>0.00645699086157</c:v>
                </c:pt>
                <c:pt idx="1910">
                  <c:v>0.00644758412186</c:v>
                </c:pt>
                <c:pt idx="1911">
                  <c:v>0.0064381408337</c:v>
                </c:pt>
                <c:pt idx="1912">
                  <c:v>0.00642866008481</c:v>
                </c:pt>
                <c:pt idx="1913">
                  <c:v>0.00641914096368</c:v>
                </c:pt>
                <c:pt idx="1914">
                  <c:v>0.00640958255983</c:v>
                </c:pt>
                <c:pt idx="1915">
                  <c:v>0.00639998396412</c:v>
                </c:pt>
                <c:pt idx="1916">
                  <c:v>0.00639034426914</c:v>
                </c:pt>
                <c:pt idx="1917">
                  <c:v>0.00638066256948</c:v>
                </c:pt>
                <c:pt idx="1918">
                  <c:v>0.00637093796216</c:v>
                </c:pt>
                <c:pt idx="1919">
                  <c:v>0.00636116954701</c:v>
                </c:pt>
                <c:pt idx="1920">
                  <c:v>0.00635135642709</c:v>
                </c:pt>
                <c:pt idx="1921">
                  <c:v>0.00634149770914</c:v>
                </c:pt>
                <c:pt idx="1922">
                  <c:v>0.00633159250405</c:v>
                </c:pt>
                <c:pt idx="1923">
                  <c:v>0.00632163992737</c:v>
                </c:pt>
                <c:pt idx="1924">
                  <c:v>0.00631163909983</c:v>
                </c:pt>
                <c:pt idx="1925">
                  <c:v>0.00630158914792</c:v>
                </c:pt>
                <c:pt idx="1926">
                  <c:v>0.0062914892045</c:v>
                </c:pt>
                <c:pt idx="1927">
                  <c:v>0.00628133840937</c:v>
                </c:pt>
                <c:pt idx="1928">
                  <c:v>0.00627113591001</c:v>
                </c:pt>
                <c:pt idx="1929">
                  <c:v>0.00626088086219</c:v>
                </c:pt>
                <c:pt idx="1930">
                  <c:v>0.00625057243081</c:v>
                </c:pt>
                <c:pt idx="1931">
                  <c:v>0.00624020979054</c:v>
                </c:pt>
                <c:pt idx="1932">
                  <c:v>0.00622979212672</c:v>
                </c:pt>
                <c:pt idx="1933">
                  <c:v>0.00621931863615</c:v>
                </c:pt>
                <c:pt idx="1934">
                  <c:v>0.00620878852796</c:v>
                </c:pt>
                <c:pt idx="1935">
                  <c:v>0.00619820102454</c:v>
                </c:pt>
                <c:pt idx="1936">
                  <c:v>0.00618755536244</c:v>
                </c:pt>
                <c:pt idx="1937">
                  <c:v>0.0061768507934</c:v>
                </c:pt>
                <c:pt idx="1938">
                  <c:v>0.00616608658527</c:v>
                </c:pt>
                <c:pt idx="1939">
                  <c:v>0.00615526202316</c:v>
                </c:pt>
                <c:pt idx="1940">
                  <c:v>0.00614437641043</c:v>
                </c:pt>
                <c:pt idx="1941">
                  <c:v>0.0061334290698</c:v>
                </c:pt>
                <c:pt idx="1942">
                  <c:v>0.00612241934454</c:v>
                </c:pt>
                <c:pt idx="1943">
                  <c:v>0.00611134659957</c:v>
                </c:pt>
                <c:pt idx="1944">
                  <c:v>0.00610021022268</c:v>
                </c:pt>
                <c:pt idx="1945">
                  <c:v>0.00608900962576</c:v>
                </c:pt>
                <c:pt idx="1946">
                  <c:v>0.00607774424599</c:v>
                </c:pt>
                <c:pt idx="1947">
                  <c:v>0.00606641354719</c:v>
                </c:pt>
                <c:pt idx="1948">
                  <c:v>0.00605501702101</c:v>
                </c:pt>
                <c:pt idx="1949">
                  <c:v>0.00604355418834</c:v>
                </c:pt>
                <c:pt idx="1950">
                  <c:v>0.00603202460055</c:v>
                </c:pt>
                <c:pt idx="1951">
                  <c:v>0.0060204278409</c:v>
                </c:pt>
                <c:pt idx="1952">
                  <c:v>0.00600876352584</c:v>
                </c:pt>
                <c:pt idx="1953">
                  <c:v>0.00599703130645</c:v>
                </c:pt>
                <c:pt idx="1954">
                  <c:v>0.00598523086975</c:v>
                </c:pt>
                <c:pt idx="1955">
                  <c:v>0.00597336194015</c:v>
                </c:pt>
                <c:pt idx="1956">
                  <c:v>0.0059614242808</c:v>
                </c:pt>
                <c:pt idx="1957">
                  <c:v>0.00594941769501</c:v>
                </c:pt>
                <c:pt idx="1958">
                  <c:v>0.00593734202762</c:v>
                </c:pt>
                <c:pt idx="1959">
                  <c:v>0.00592519716644</c:v>
                </c:pt>
                <c:pt idx="1960">
                  <c:v>0.00591298304357</c:v>
                </c:pt>
                <c:pt idx="1961">
                  <c:v>0.00590069963681</c:v>
                </c:pt>
                <c:pt idx="1962">
                  <c:v>0.00588834697103</c:v>
                </c:pt>
                <c:pt idx="1963">
                  <c:v>0.00587592511948</c:v>
                </c:pt>
                <c:pt idx="1964">
                  <c:v>0.00586343420511</c:v>
                </c:pt>
                <c:pt idx="1965">
                  <c:v>0.00585087440188</c:v>
                </c:pt>
                <c:pt idx="1966">
                  <c:v>0.00583824593601</c:v>
                </c:pt>
                <c:pt idx="1967">
                  <c:v>0.00582554908721</c:v>
                </c:pt>
                <c:pt idx="1968">
                  <c:v>0.00581278418987</c:v>
                </c:pt>
                <c:pt idx="1969">
                  <c:v>0.00579995163417</c:v>
                </c:pt>
                <c:pt idx="1970">
                  <c:v>0.0057870518672</c:v>
                </c:pt>
                <c:pt idx="1971">
                  <c:v>0.00577408539399</c:v>
                </c:pt>
                <c:pt idx="1972">
                  <c:v>0.00576105277849</c:v>
                </c:pt>
                <c:pt idx="1973">
                  <c:v>0.00574795464445</c:v>
                </c:pt>
                <c:pt idx="1974">
                  <c:v>0.0057347916763</c:v>
                </c:pt>
                <c:pt idx="1975">
                  <c:v>0.00572156461987</c:v>
                </c:pt>
                <c:pt idx="1976">
                  <c:v>0.00570827428311</c:v>
                </c:pt>
                <c:pt idx="1977">
                  <c:v>0.00569492153667</c:v>
                </c:pt>
                <c:pt idx="1978">
                  <c:v>0.00568150731437</c:v>
                </c:pt>
                <c:pt idx="1979">
                  <c:v>0.00566803261365</c:v>
                </c:pt>
                <c:pt idx="1980">
                  <c:v>0.00565449849584</c:v>
                </c:pt>
                <c:pt idx="1981">
                  <c:v>0.00564090608636</c:v>
                </c:pt>
                <c:pt idx="1982">
                  <c:v>0.00562725657479</c:v>
                </c:pt>
                <c:pt idx="1983">
                  <c:v>0.00561355121487</c:v>
                </c:pt>
                <c:pt idx="1984">
                  <c:v>0.00559979132428</c:v>
                </c:pt>
                <c:pt idx="1985">
                  <c:v>0.0055859782844</c:v>
                </c:pt>
                <c:pt idx="1986">
                  <c:v>0.00557211353991</c:v>
                </c:pt>
                <c:pt idx="1987">
                  <c:v>0.00555819859816</c:v>
                </c:pt>
                <c:pt idx="1988">
                  <c:v>0.00554423502861</c:v>
                </c:pt>
                <c:pt idx="1989">
                  <c:v>0.00553022446192</c:v>
                </c:pt>
                <c:pt idx="1990">
                  <c:v>0.00551616858901</c:v>
                </c:pt>
                <c:pt idx="1991">
                  <c:v>0.00550206916002</c:v>
                </c:pt>
                <c:pt idx="1992">
                  <c:v>0.00548792798299</c:v>
                </c:pt>
                <c:pt idx="1993">
                  <c:v>0.00547374692255</c:v>
                </c:pt>
                <c:pt idx="1994">
                  <c:v>0.00545952789837</c:v>
                </c:pt>
                <c:pt idx="1995">
                  <c:v>0.00544527288352</c:v>
                </c:pt>
                <c:pt idx="1996">
                  <c:v>0.00543098390264</c:v>
                </c:pt>
                <c:pt idx="1997">
                  <c:v>0.00541666303008</c:v>
                </c:pt>
                <c:pt idx="1998">
                  <c:v>0.00540231238778</c:v>
                </c:pt>
                <c:pt idx="1999">
                  <c:v>0.00538793414312</c:v>
                </c:pt>
                <c:pt idx="2000">
                  <c:v>0.0053735305066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0.75"/>
          <c:min val="0"/>
        </c:scaling>
        <c:delete val="0"/>
        <c:axPos val="l"/>
        <c:majorGridlines>
          <c:spPr>
            <a:ln xmlns:a="http://schemas.openxmlformats.org/drawingml/2006/main" w="4763">
              <a:solidFill>
                <a:srgbClr val="EEEEEE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2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majorUnit val="1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9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U/t = 12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222222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scatterChart>
        <c:scatterStyle val="lineMarker"/>
        <c:varyColors val="0"/>
        <c:ser>
          <c:idx val="0"/>
          <c:order val="0"/>
          <c:tx>
            <c:v>charge</c:v>
          </c:tx>
          <c:spPr>
            <a:ln xmlns:a="http://schemas.openxmlformats.org/drawingml/2006/main" w="15240">
              <a:solidFill>
                <a:srgbClr val="C43C64"/>
              </a:solidFill>
              <a:prstDash val="solid"/>
            </a:ln>
          </c:spPr>
          <c:marker>
            <c:symbol val="none"/>
            <c:size val="5"/>
            <c:spPr>
              <a:solidFill xmlns:a="http://schemas.openxmlformats.org/drawingml/2006/main">
                <a:srgbClr val="C43C64"/>
              </a:solidFill>
            </c:spPr>
          </c:marker>
          <c:xVal>
            <c:numRef>
              <c:f>'Chart Data'!$A$2:$A$2002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Data'!$B$2:$B$2002</c:f>
              <c:numCache>
                <c:formatCode>0.0</c:formatCode>
                <c:ptCount val="2001"/>
                <c:pt idx="0">
                  <c:v>0.00410244239924</c:v>
                </c:pt>
                <c:pt idx="1">
                  <c:v>0.00411181161402</c:v>
                </c:pt>
                <c:pt idx="2">
                  <c:v>0.00412121407894</c:v>
                </c:pt>
                <c:pt idx="3">
                  <c:v>0.00413064995858</c:v>
                </c:pt>
                <c:pt idx="4">
                  <c:v>0.00414011941861</c:v>
                </c:pt>
                <c:pt idx="5">
                  <c:v>0.00414962262577</c:v>
                </c:pt>
                <c:pt idx="6">
                  <c:v>0.00415915974792</c:v>
                </c:pt>
                <c:pt idx="7">
                  <c:v>0.00416873095401</c:v>
                </c:pt>
                <c:pt idx="8">
                  <c:v>0.00417833641412</c:v>
                </c:pt>
                <c:pt idx="9">
                  <c:v>0.00418797629945</c:v>
                </c:pt>
                <c:pt idx="10">
                  <c:v>0.00419765078235</c:v>
                </c:pt>
                <c:pt idx="11">
                  <c:v>0.00420736003629</c:v>
                </c:pt>
                <c:pt idx="12">
                  <c:v>0.00421710423592</c:v>
                </c:pt>
                <c:pt idx="13">
                  <c:v>0.00422688355705</c:v>
                </c:pt>
                <c:pt idx="14">
                  <c:v>0.00423669817665</c:v>
                </c:pt>
                <c:pt idx="15">
                  <c:v>0.0042465482729</c:v>
                </c:pt>
                <c:pt idx="16">
                  <c:v>0.00425643402516</c:v>
                </c:pt>
                <c:pt idx="17">
                  <c:v>0.004266355614</c:v>
                </c:pt>
                <c:pt idx="18">
                  <c:v>0.00427631322122</c:v>
                </c:pt>
                <c:pt idx="19">
                  <c:v>0.00428630702982</c:v>
                </c:pt>
                <c:pt idx="20">
                  <c:v>0.00429633722406</c:v>
                </c:pt>
                <c:pt idx="21">
                  <c:v>0.00430640398946</c:v>
                </c:pt>
                <c:pt idx="22">
                  <c:v>0.00431650751276</c:v>
                </c:pt>
                <c:pt idx="23">
                  <c:v>0.00432664798201</c:v>
                </c:pt>
                <c:pt idx="24">
                  <c:v>0.00433682558653</c:v>
                </c:pt>
                <c:pt idx="25">
                  <c:v>0.00434704051692</c:v>
                </c:pt>
                <c:pt idx="26">
                  <c:v>0.00435729296511</c:v>
                </c:pt>
                <c:pt idx="27">
                  <c:v>0.00436758312432</c:v>
                </c:pt>
                <c:pt idx="28">
                  <c:v>0.00437791118913</c:v>
                </c:pt>
                <c:pt idx="29">
                  <c:v>0.00438827735542</c:v>
                </c:pt>
                <c:pt idx="30">
                  <c:v>0.00439868182045</c:v>
                </c:pt>
                <c:pt idx="31">
                  <c:v>0.00440912478285</c:v>
                </c:pt>
                <c:pt idx="32">
                  <c:v>0.0044196064426</c:v>
                </c:pt>
                <c:pt idx="33">
                  <c:v>0.00443012700108</c:v>
                </c:pt>
                <c:pt idx="34">
                  <c:v>0.00444068666109</c:v>
                </c:pt>
                <c:pt idx="35">
                  <c:v>0.0044512856268</c:v>
                </c:pt>
                <c:pt idx="36">
                  <c:v>0.00446192410386</c:v>
                </c:pt>
                <c:pt idx="37">
                  <c:v>0.00447260229931</c:v>
                </c:pt>
                <c:pt idx="38">
                  <c:v>0.00448332042167</c:v>
                </c:pt>
                <c:pt idx="39">
                  <c:v>0.00449407868093</c:v>
                </c:pt>
                <c:pt idx="40">
                  <c:v>0.00450487728853</c:v>
                </c:pt>
                <c:pt idx="41">
                  <c:v>0.00451571645742</c:v>
                </c:pt>
                <c:pt idx="42">
                  <c:v>0.00452659640206</c:v>
                </c:pt>
                <c:pt idx="43">
                  <c:v>0.00453751733842</c:v>
                </c:pt>
                <c:pt idx="44">
                  <c:v>0.004548479484</c:v>
                </c:pt>
                <c:pt idx="45">
                  <c:v>0.00455948305786</c:v>
                </c:pt>
                <c:pt idx="46">
                  <c:v>0.00457052828061</c:v>
                </c:pt>
                <c:pt idx="47">
                  <c:v>0.00458161537444</c:v>
                </c:pt>
                <c:pt idx="48">
                  <c:v>0.00459274456312</c:v>
                </c:pt>
                <c:pt idx="49">
                  <c:v>0.00460391607204</c:v>
                </c:pt>
                <c:pt idx="50">
                  <c:v>0.0046151301282</c:v>
                </c:pt>
                <c:pt idx="51">
                  <c:v>0.00462638696023</c:v>
                </c:pt>
                <c:pt idx="52">
                  <c:v>0.00463768679842</c:v>
                </c:pt>
                <c:pt idx="53">
                  <c:v>0.00464902987472</c:v>
                </c:pt>
                <c:pt idx="54">
                  <c:v>0.00466041642275</c:v>
                </c:pt>
                <c:pt idx="55">
                  <c:v>0.00467184667784</c:v>
                </c:pt>
                <c:pt idx="56">
                  <c:v>0.00468332087703</c:v>
                </c:pt>
                <c:pt idx="57">
                  <c:v>0.00469483925907</c:v>
                </c:pt>
                <c:pt idx="58">
                  <c:v>0.00470640206447</c:v>
                </c:pt>
                <c:pt idx="59">
                  <c:v>0.0047180095355</c:v>
                </c:pt>
                <c:pt idx="60">
                  <c:v>0.00472966191619</c:v>
                </c:pt>
                <c:pt idx="61">
                  <c:v>0.00474135945238</c:v>
                </c:pt>
                <c:pt idx="62">
                  <c:v>0.00475310239171</c:v>
                </c:pt>
                <c:pt idx="63">
                  <c:v>0.00476489098364</c:v>
                </c:pt>
                <c:pt idx="64">
                  <c:v>0.00477672547949</c:v>
                </c:pt>
                <c:pt idx="65">
                  <c:v>0.00478860613243</c:v>
                </c:pt>
                <c:pt idx="66">
                  <c:v>0.00480053319751</c:v>
                </c:pt>
                <c:pt idx="67">
                  <c:v>0.00481250693167</c:v>
                </c:pt>
                <c:pt idx="68">
                  <c:v>0.00482452759377</c:v>
                </c:pt>
                <c:pt idx="69">
                  <c:v>0.0048365954446</c:v>
                </c:pt>
                <c:pt idx="70">
                  <c:v>0.00484871074691</c:v>
                </c:pt>
                <c:pt idx="71">
                  <c:v>0.00486087376539</c:v>
                </c:pt>
                <c:pt idx="72">
                  <c:v>0.00487308476676</c:v>
                </c:pt>
                <c:pt idx="73">
                  <c:v>0.00488534401969</c:v>
                </c:pt>
                <c:pt idx="74">
                  <c:v>0.00489765179493</c:v>
                </c:pt>
                <c:pt idx="75">
                  <c:v>0.00491000836525</c:v>
                </c:pt>
                <c:pt idx="76">
                  <c:v>0.00492241400546</c:v>
                </c:pt>
                <c:pt idx="77">
                  <c:v>0.0049348689925</c:v>
                </c:pt>
                <c:pt idx="78">
                  <c:v>0.00494737360537</c:v>
                </c:pt>
                <c:pt idx="79">
                  <c:v>0.00495992812521</c:v>
                </c:pt>
                <c:pt idx="80">
                  <c:v>0.00497253283532</c:v>
                </c:pt>
                <c:pt idx="81">
                  <c:v>0.00498518802113</c:v>
                </c:pt>
                <c:pt idx="82">
                  <c:v>0.00499789397027</c:v>
                </c:pt>
                <c:pt idx="83">
                  <c:v>0.00501065097257</c:v>
                </c:pt>
                <c:pt idx="84">
                  <c:v>0.0050234593201</c:v>
                </c:pt>
                <c:pt idx="85">
                  <c:v>0.00503631930714</c:v>
                </c:pt>
                <c:pt idx="86">
                  <c:v>0.00504923123028</c:v>
                </c:pt>
                <c:pt idx="87">
                  <c:v>0.00506219538838</c:v>
                </c:pt>
                <c:pt idx="88">
                  <c:v>0.00507521208259</c:v>
                </c:pt>
                <c:pt idx="89">
                  <c:v>0.00508828161642</c:v>
                </c:pt>
                <c:pt idx="90">
                  <c:v>0.00510140429574</c:v>
                </c:pt>
                <c:pt idx="91">
                  <c:v>0.00511458042876</c:v>
                </c:pt>
                <c:pt idx="92">
                  <c:v>0.00512781032612</c:v>
                </c:pt>
                <c:pt idx="93">
                  <c:v>0.00514109430087</c:v>
                </c:pt>
                <c:pt idx="94">
                  <c:v>0.0051544326685</c:v>
                </c:pt>
                <c:pt idx="95">
                  <c:v>0.00516782574698</c:v>
                </c:pt>
                <c:pt idx="96">
                  <c:v>0.00518127385676</c:v>
                </c:pt>
                <c:pt idx="97">
                  <c:v>0.0051947773208</c:v>
                </c:pt>
                <c:pt idx="98">
                  <c:v>0.00520833646462</c:v>
                </c:pt>
                <c:pt idx="99">
                  <c:v>0.00522195161626</c:v>
                </c:pt>
                <c:pt idx="100">
                  <c:v>0.00523562310637</c:v>
                </c:pt>
                <c:pt idx="101">
                  <c:v>0.00524935126822</c:v>
                </c:pt>
                <c:pt idx="102">
                  <c:v>0.00526313643769</c:v>
                </c:pt>
                <c:pt idx="103">
                  <c:v>0.00527697895332</c:v>
                </c:pt>
                <c:pt idx="104">
                  <c:v>0.00529087915633</c:v>
                </c:pt>
                <c:pt idx="105">
                  <c:v>0.00530483739066</c:v>
                </c:pt>
                <c:pt idx="106">
                  <c:v>0.00531885400295</c:v>
                </c:pt>
                <c:pt idx="107">
                  <c:v>0.00533292934264</c:v>
                </c:pt>
                <c:pt idx="108">
                  <c:v>0.0053470637619</c:v>
                </c:pt>
                <c:pt idx="109">
                  <c:v>0.00536125761574</c:v>
                </c:pt>
                <c:pt idx="110">
                  <c:v>0.00537551126198</c:v>
                </c:pt>
                <c:pt idx="111">
                  <c:v>0.00538982506131</c:v>
                </c:pt>
                <c:pt idx="112">
                  <c:v>0.00540419937728</c:v>
                </c:pt>
                <c:pt idx="113">
                  <c:v>0.00541863457637</c:v>
                </c:pt>
                <c:pt idx="114">
                  <c:v>0.00543313102797</c:v>
                </c:pt>
                <c:pt idx="115">
                  <c:v>0.00544768910443</c:v>
                </c:pt>
                <c:pt idx="116">
                  <c:v>0.0054623091811</c:v>
                </c:pt>
                <c:pt idx="117">
                  <c:v>0.00547699163631</c:v>
                </c:pt>
                <c:pt idx="118">
                  <c:v>0.00549173685144</c:v>
                </c:pt>
                <c:pt idx="119">
                  <c:v>0.00550654521093</c:v>
                </c:pt>
                <c:pt idx="120">
                  <c:v>0.00552141710229</c:v>
                </c:pt>
                <c:pt idx="121">
                  <c:v>0.00553635291615</c:v>
                </c:pt>
                <c:pt idx="122">
                  <c:v>0.00555135304628</c:v>
                </c:pt>
                <c:pt idx="123">
                  <c:v>0.0055664178896</c:v>
                </c:pt>
                <c:pt idx="124">
                  <c:v>0.00558154784622</c:v>
                </c:pt>
                <c:pt idx="125">
                  <c:v>0.00559674331945</c:v>
                </c:pt>
                <c:pt idx="126">
                  <c:v>0.00561200471587</c:v>
                </c:pt>
                <c:pt idx="127">
                  <c:v>0.00562733244528</c:v>
                </c:pt>
                <c:pt idx="128">
                  <c:v>0.00564272692078</c:v>
                </c:pt>
                <c:pt idx="129">
                  <c:v>0.0056581885588</c:v>
                </c:pt>
                <c:pt idx="130">
                  <c:v>0.00567371777909</c:v>
                </c:pt>
                <c:pt idx="131">
                  <c:v>0.00568931500475</c:v>
                </c:pt>
                <c:pt idx="132">
                  <c:v>0.00570498066227</c:v>
                </c:pt>
                <c:pt idx="133">
                  <c:v>0.00572071518156</c:v>
                </c:pt>
                <c:pt idx="134">
                  <c:v>0.00573651899594</c:v>
                </c:pt>
                <c:pt idx="135">
                  <c:v>0.00575239254221</c:v>
                </c:pt>
                <c:pt idx="136">
                  <c:v>0.00576833626061</c:v>
                </c:pt>
                <c:pt idx="137">
                  <c:v>0.00578435059491</c:v>
                </c:pt>
                <c:pt idx="138">
                  <c:v>0.00580043599238</c:v>
                </c:pt>
                <c:pt idx="139">
                  <c:v>0.00581659290384</c:v>
                </c:pt>
                <c:pt idx="140">
                  <c:v>0.00583282178367</c:v>
                </c:pt>
                <c:pt idx="141">
                  <c:v>0.00584912308984</c:v>
                </c:pt>
                <c:pt idx="142">
                  <c:v>0.0058654972839</c:v>
                </c:pt>
                <c:pt idx="143">
                  <c:v>0.00588194483103</c:v>
                </c:pt>
                <c:pt idx="144">
                  <c:v>0.00589846620007</c:v>
                </c:pt>
                <c:pt idx="145">
                  <c:v>0.00591506186348</c:v>
                </c:pt>
                <c:pt idx="146">
                  <c:v>0.00593173229742</c:v>
                </c:pt>
                <c:pt idx="147">
                  <c:v>0.00594847798172</c:v>
                </c:pt>
                <c:pt idx="148">
                  <c:v>0.00596529939991</c:v>
                </c:pt>
                <c:pt idx="149">
                  <c:v>0.00598219703926</c:v>
                </c:pt>
                <c:pt idx="150">
                  <c:v>0.00599917139075</c:v>
                </c:pt>
                <c:pt idx="151">
                  <c:v>0.00601622294909</c:v>
                </c:pt>
                <c:pt idx="152">
                  <c:v>0.00603335221277</c:v>
                </c:pt>
                <c:pt idx="153">
                  <c:v>0.00605055968401</c:v>
                </c:pt>
                <c:pt idx="154">
                  <c:v>0.00606784586882</c:v>
                </c:pt>
                <c:pt idx="155">
                  <c:v>0.00608521127697</c:v>
                </c:pt>
                <c:pt idx="156">
                  <c:v>0.00610265642202</c:v>
                </c:pt>
                <c:pt idx="157">
                  <c:v>0.00612018182131</c:v>
                </c:pt>
                <c:pt idx="158">
                  <c:v>0.00613778799594</c:v>
                </c:pt>
                <c:pt idx="159">
                  <c:v>0.00615547547083</c:v>
                </c:pt>
                <c:pt idx="160">
                  <c:v>0.00617324477466</c:v>
                </c:pt>
                <c:pt idx="161">
                  <c:v>0.0061910964399</c:v>
                </c:pt>
                <c:pt idx="162">
                  <c:v>0.00620903100279</c:v>
                </c:pt>
                <c:pt idx="163">
                  <c:v>0.00622704900332</c:v>
                </c:pt>
                <c:pt idx="164">
                  <c:v>0.00624515098525</c:v>
                </c:pt>
                <c:pt idx="165">
                  <c:v>0.00626333749608</c:v>
                </c:pt>
                <c:pt idx="166">
                  <c:v>0.00628160908705</c:v>
                </c:pt>
                <c:pt idx="167">
                  <c:v>0.00629996631308</c:v>
                </c:pt>
                <c:pt idx="168">
                  <c:v>0.0063184097328</c:v>
                </c:pt>
                <c:pt idx="169">
                  <c:v>0.00633693990852</c:v>
                </c:pt>
                <c:pt idx="170">
                  <c:v>0.00635555740617</c:v>
                </c:pt>
                <c:pt idx="171">
                  <c:v>0.00637426279531</c:v>
                </c:pt>
                <c:pt idx="172">
                  <c:v>0.00639305664907</c:v>
                </c:pt>
                <c:pt idx="173">
                  <c:v>0.00641193954413</c:v>
                </c:pt>
                <c:pt idx="174">
                  <c:v>0.00643091206069</c:v>
                </c:pt>
                <c:pt idx="175">
                  <c:v>0.00644997478241</c:v>
                </c:pt>
                <c:pt idx="176">
                  <c:v>0.00646912829637</c:v>
                </c:pt>
                <c:pt idx="177">
                  <c:v>0.00648837319302</c:v>
                </c:pt>
                <c:pt idx="178">
                  <c:v>0.00650771006615</c:v>
                </c:pt>
                <c:pt idx="179">
                  <c:v>0.00652713951278</c:v>
                </c:pt>
                <c:pt idx="180">
                  <c:v>0.00654666213316</c:v>
                </c:pt>
                <c:pt idx="181">
                  <c:v>0.00656627853067</c:v>
                </c:pt>
                <c:pt idx="182">
                  <c:v>0.00658598931173</c:v>
                </c:pt>
                <c:pt idx="183">
                  <c:v>0.00660579508579</c:v>
                </c:pt>
                <c:pt idx="184">
                  <c:v>0.00662569646518</c:v>
                </c:pt>
                <c:pt idx="185">
                  <c:v>0.00664569406506</c:v>
                </c:pt>
                <c:pt idx="186">
                  <c:v>0.00666578850334</c:v>
                </c:pt>
                <c:pt idx="187">
                  <c:v>0.00668598040056</c:v>
                </c:pt>
                <c:pt idx="188">
                  <c:v>0.0067062703798</c:v>
                </c:pt>
                <c:pt idx="189">
                  <c:v>0.00672665906659</c:v>
                </c:pt>
                <c:pt idx="190">
                  <c:v>0.00674714708875</c:v>
                </c:pt>
                <c:pt idx="191">
                  <c:v>0.00676773507634</c:v>
                </c:pt>
                <c:pt idx="192">
                  <c:v>0.00678842366148</c:v>
                </c:pt>
                <c:pt idx="193">
                  <c:v>0.00680921347826</c:v>
                </c:pt>
                <c:pt idx="194">
                  <c:v>0.00683010516258</c:v>
                </c:pt>
                <c:pt idx="195">
                  <c:v>0.006851099352</c:v>
                </c:pt>
                <c:pt idx="196">
                  <c:v>0.00687219668563</c:v>
                </c:pt>
                <c:pt idx="197">
                  <c:v>0.00689339780395</c:v>
                </c:pt>
                <c:pt idx="198">
                  <c:v>0.00691470334865</c:v>
                </c:pt>
                <c:pt idx="199">
                  <c:v>0.00693611396245</c:v>
                </c:pt>
                <c:pt idx="200">
                  <c:v>0.00695763028896</c:v>
                </c:pt>
                <c:pt idx="201">
                  <c:v>0.00697925297246</c:v>
                </c:pt>
                <c:pt idx="202">
                  <c:v>0.00700098265776</c:v>
                </c:pt>
                <c:pt idx="203">
                  <c:v>0.00702281998994</c:v>
                </c:pt>
                <c:pt idx="204">
                  <c:v>0.00704476561421</c:v>
                </c:pt>
                <c:pt idx="205">
                  <c:v>0.00706682017567</c:v>
                </c:pt>
                <c:pt idx="206">
                  <c:v>0.0070889843191</c:v>
                </c:pt>
                <c:pt idx="207">
                  <c:v>0.00711125868874</c:v>
                </c:pt>
                <c:pt idx="208">
                  <c:v>0.00713364392807</c:v>
                </c:pt>
                <c:pt idx="209">
                  <c:v>0.00715614067957</c:v>
                </c:pt>
                <c:pt idx="210">
                  <c:v>0.00717874958446</c:v>
                </c:pt>
                <c:pt idx="211">
                  <c:v>0.0072014712825</c:v>
                </c:pt>
                <c:pt idx="212">
                  <c:v>0.00722430641169</c:v>
                </c:pt>
                <c:pt idx="213">
                  <c:v>0.00724725560804</c:v>
                </c:pt>
                <c:pt idx="214">
                  <c:v>0.00727031950531</c:v>
                </c:pt>
                <c:pt idx="215">
                  <c:v>0.0072934987347</c:v>
                </c:pt>
                <c:pt idx="216">
                  <c:v>0.00731679392465</c:v>
                </c:pt>
                <c:pt idx="217">
                  <c:v>0.0073402057005</c:v>
                </c:pt>
                <c:pt idx="218">
                  <c:v>0.00736373468423</c:v>
                </c:pt>
                <c:pt idx="219">
                  <c:v>0.00738738149421</c:v>
                </c:pt>
                <c:pt idx="220">
                  <c:v>0.00741114674484</c:v>
                </c:pt>
                <c:pt idx="221">
                  <c:v>0.00743503104636</c:v>
                </c:pt>
                <c:pt idx="222">
                  <c:v>0.00745903500446</c:v>
                </c:pt>
                <c:pt idx="223">
                  <c:v>0.00748315922007</c:v>
                </c:pt>
                <c:pt idx="224">
                  <c:v>0.00750740428904</c:v>
                </c:pt>
                <c:pt idx="225">
                  <c:v>0.00753177080183</c:v>
                </c:pt>
                <c:pt idx="226">
                  <c:v>0.00755625934327</c:v>
                </c:pt>
                <c:pt idx="227">
                  <c:v>0.00758087049224</c:v>
                </c:pt>
                <c:pt idx="228">
                  <c:v>0.00760560482142</c:v>
                </c:pt>
                <c:pt idx="229">
                  <c:v>0.00763046289698</c:v>
                </c:pt>
                <c:pt idx="230">
                  <c:v>0.00765544527836</c:v>
                </c:pt>
                <c:pt idx="231">
                  <c:v>0.00768055251794</c:v>
                </c:pt>
                <c:pt idx="232">
                  <c:v>0.00770578516089</c:v>
                </c:pt>
                <c:pt idx="233">
                  <c:v>0.0077311437448</c:v>
                </c:pt>
                <c:pt idx="234">
                  <c:v>0.00775662879959</c:v>
                </c:pt>
                <c:pt idx="235">
                  <c:v>0.00778224084716</c:v>
                </c:pt>
                <c:pt idx="236">
                  <c:v>0.00780798040128</c:v>
                </c:pt>
                <c:pt idx="237">
                  <c:v>0.00783384796737</c:v>
                </c:pt>
                <c:pt idx="238">
                  <c:v>0.00785984404231</c:v>
                </c:pt>
                <c:pt idx="239">
                  <c:v>0.00788596911433</c:v>
                </c:pt>
                <c:pt idx="240">
                  <c:v>0.00791222366284</c:v>
                </c:pt>
                <c:pt idx="241">
                  <c:v>0.00793860815834</c:v>
                </c:pt>
                <c:pt idx="242">
                  <c:v>0.00796512306235</c:v>
                </c:pt>
                <c:pt idx="243">
                  <c:v>0.00799176882732</c:v>
                </c:pt>
                <c:pt idx="244">
                  <c:v>0.00801854589663</c:v>
                </c:pt>
                <c:pt idx="245">
                  <c:v>0.00804545470457</c:v>
                </c:pt>
                <c:pt idx="246">
                  <c:v>0.00807249567635</c:v>
                </c:pt>
                <c:pt idx="247">
                  <c:v>0.00809966922824</c:v>
                </c:pt>
                <c:pt idx="248">
                  <c:v>0.00812697576755</c:v>
                </c:pt>
                <c:pt idx="249">
                  <c:v>0.00815441569289</c:v>
                </c:pt>
                <c:pt idx="250">
                  <c:v>0.00818198939424</c:v>
                </c:pt>
                <c:pt idx="251">
                  <c:v>0.00820969725322</c:v>
                </c:pt>
                <c:pt idx="252">
                  <c:v>0.00823753964331</c:v>
                </c:pt>
                <c:pt idx="253">
                  <c:v>0.00826551693018</c:v>
                </c:pt>
                <c:pt idx="254">
                  <c:v>0.00829362947201</c:v>
                </c:pt>
                <c:pt idx="255">
                  <c:v>0.00832187761986</c:v>
                </c:pt>
                <c:pt idx="256">
                  <c:v>0.00835026171814</c:v>
                </c:pt>
                <c:pt idx="257">
                  <c:v>0.00837878210506</c:v>
                </c:pt>
                <c:pt idx="258">
                  <c:v>0.00840743911318</c:v>
                </c:pt>
                <c:pt idx="259">
                  <c:v>0.00843623306997</c:v>
                </c:pt>
                <c:pt idx="260">
                  <c:v>0.00846516429847</c:v>
                </c:pt>
                <c:pt idx="261">
                  <c:v>0.00849423311794</c:v>
                </c:pt>
                <c:pt idx="262">
                  <c:v>0.00852343984461</c:v>
                </c:pt>
                <c:pt idx="263">
                  <c:v>0.00855278479245</c:v>
                </c:pt>
                <c:pt idx="264">
                  <c:v>0.00858226827404</c:v>
                </c:pt>
                <c:pt idx="265">
                  <c:v>0.00861189060143</c:v>
                </c:pt>
                <c:pt idx="266">
                  <c:v>0.00864165208708</c:v>
                </c:pt>
                <c:pt idx="267">
                  <c:v>0.00867155304485</c:v>
                </c:pt>
                <c:pt idx="268">
                  <c:v>0.00870159379106</c:v>
                </c:pt>
                <c:pt idx="269">
                  <c:v>0.00873177464557</c:v>
                </c:pt>
                <c:pt idx="270">
                  <c:v>0.0087620959329</c:v>
                </c:pt>
                <c:pt idx="271">
                  <c:v>0.00879255798342</c:v>
                </c:pt>
                <c:pt idx="272">
                  <c:v>0.00882316113459</c:v>
                </c:pt>
                <c:pt idx="273">
                  <c:v>0.00885390573223</c:v>
                </c:pt>
                <c:pt idx="274">
                  <c:v>0.0088847921318</c:v>
                </c:pt>
                <c:pt idx="275">
                  <c:v>0.00891582069976</c:v>
                </c:pt>
                <c:pt idx="276">
                  <c:v>0.008946991815</c:v>
                </c:pt>
                <c:pt idx="277">
                  <c:v>0.00897830587017</c:v>
                </c:pt>
                <c:pt idx="278">
                  <c:v>0.00900976327318</c:v>
                </c:pt>
                <c:pt idx="279">
                  <c:v>0.00904136444868</c:v>
                </c:pt>
                <c:pt idx="280">
                  <c:v>0.0090731098395</c:v>
                </c:pt>
                <c:pt idx="281">
                  <c:v>0.00910499990821</c:v>
                </c:pt>
                <c:pt idx="282">
                  <c:v>0.00913703513864</c:v>
                </c:pt>
                <c:pt idx="283">
                  <c:v>0.0091692160374</c:v>
                </c:pt>
                <c:pt idx="284">
                  <c:v>0.00920154313545</c:v>
                </c:pt>
                <c:pt idx="285">
                  <c:v>0.00923401698964</c:v>
                </c:pt>
                <c:pt idx="286">
                  <c:v>0.00926663818426</c:v>
                </c:pt>
                <c:pt idx="287">
                  <c:v>0.00929940733259</c:v>
                </c:pt>
                <c:pt idx="288">
                  <c:v>0.00933232507846</c:v>
                </c:pt>
                <c:pt idx="289">
                  <c:v>0.00936539209773</c:v>
                </c:pt>
                <c:pt idx="290">
                  <c:v>0.00939860909984</c:v>
                </c:pt>
                <c:pt idx="291">
                  <c:v>0.00943197682926</c:v>
                </c:pt>
                <c:pt idx="292">
                  <c:v>0.00946549606699</c:v>
                </c:pt>
                <c:pt idx="293">
                  <c:v>0.00949916763196</c:v>
                </c:pt>
                <c:pt idx="294">
                  <c:v>0.00953299238242</c:v>
                </c:pt>
                <c:pt idx="295">
                  <c:v>0.00956697121734</c:v>
                </c:pt>
                <c:pt idx="296">
                  <c:v>0.00960110507766</c:v>
                </c:pt>
                <c:pt idx="297">
                  <c:v>0.00963539494763</c:v>
                </c:pt>
                <c:pt idx="298">
                  <c:v>0.00966984185597</c:v>
                </c:pt>
                <c:pt idx="299">
                  <c:v>0.00970444687706</c:v>
                </c:pt>
                <c:pt idx="300">
                  <c:v>0.00973921113206</c:v>
                </c:pt>
                <c:pt idx="301">
                  <c:v>0.00977413578992</c:v>
                </c:pt>
                <c:pt idx="302">
                  <c:v>0.00980922206843</c:v>
                </c:pt>
                <c:pt idx="303">
                  <c:v>0.00984447123505</c:v>
                </c:pt>
                <c:pt idx="304">
                  <c:v>0.00987988460786</c:v>
                </c:pt>
                <c:pt idx="305">
                  <c:v>0.00991546355627</c:v>
                </c:pt>
                <c:pt idx="306">
                  <c:v>0.00995120950175</c:v>
                </c:pt>
                <c:pt idx="307">
                  <c:v>0.00998712391847</c:v>
                </c:pt>
                <c:pt idx="308">
                  <c:v>0.0100232083339</c:v>
                </c:pt>
                <c:pt idx="309">
                  <c:v>0.0100594643291</c:v>
                </c:pt>
                <c:pt idx="310">
                  <c:v>0.0100958935395</c:v>
                </c:pt>
                <c:pt idx="311">
                  <c:v>0.0101324976548</c:v>
                </c:pt>
                <c:pt idx="312">
                  <c:v>0.0101692784196</c:v>
                </c:pt>
                <c:pt idx="313">
                  <c:v>0.0102062376331</c:v>
                </c:pt>
                <c:pt idx="314">
                  <c:v>0.0102433771498</c:v>
                </c:pt>
                <c:pt idx="315">
                  <c:v>0.0102806988791</c:v>
                </c:pt>
                <c:pt idx="316">
                  <c:v>0.0103182047851</c:v>
                </c:pt>
                <c:pt idx="317">
                  <c:v>0.0103558968869</c:v>
                </c:pt>
                <c:pt idx="318">
                  <c:v>0.0103937772581</c:v>
                </c:pt>
                <c:pt idx="319">
                  <c:v>0.0104318480265</c:v>
                </c:pt>
                <c:pt idx="320">
                  <c:v>0.0104701113741</c:v>
                </c:pt>
                <c:pt idx="321">
                  <c:v>0.010508569536</c:v>
                </c:pt>
                <c:pt idx="322">
                  <c:v>0.0105472248004</c:v>
                </c:pt>
                <c:pt idx="323">
                  <c:v>0.0105860795082</c:v>
                </c:pt>
                <c:pt idx="324">
                  <c:v>0.0106251360516</c:v>
                </c:pt>
                <c:pt idx="325">
                  <c:v>0.0106643968744</c:v>
                </c:pt>
                <c:pt idx="326">
                  <c:v>0.0107038644706</c:v>
                </c:pt>
                <c:pt idx="327">
                  <c:v>0.0107435413836</c:v>
                </c:pt>
                <c:pt idx="328">
                  <c:v>0.010783430206</c:v>
                </c:pt>
                <c:pt idx="329">
                  <c:v>0.0108235335779</c:v>
                </c:pt>
                <c:pt idx="330">
                  <c:v>0.0108638541866</c:v>
                </c:pt>
                <c:pt idx="331">
                  <c:v>0.0109043947653</c:v>
                </c:pt>
                <c:pt idx="332">
                  <c:v>0.0109451580924</c:v>
                </c:pt>
                <c:pt idx="333">
                  <c:v>0.0109861469903</c:v>
                </c:pt>
                <c:pt idx="334">
                  <c:v>0.0110273643241</c:v>
                </c:pt>
                <c:pt idx="335">
                  <c:v>0.0110688130013</c:v>
                </c:pt>
                <c:pt idx="336">
                  <c:v>0.0111104959701</c:v>
                </c:pt>
                <c:pt idx="337">
                  <c:v>0.0111524162183</c:v>
                </c:pt>
                <c:pt idx="338">
                  <c:v>0.0111945767728</c:v>
                </c:pt>
                <c:pt idx="339">
                  <c:v>0.0112369806978</c:v>
                </c:pt>
                <c:pt idx="340">
                  <c:v>0.0112796310944</c:v>
                </c:pt>
                <c:pt idx="341">
                  <c:v>0.011322531099</c:v>
                </c:pt>
                <c:pt idx="342">
                  <c:v>0.0113656838823</c:v>
                </c:pt>
                <c:pt idx="343">
                  <c:v>0.0114090926488</c:v>
                </c:pt>
                <c:pt idx="344">
                  <c:v>0.011452760635</c:v>
                </c:pt>
                <c:pt idx="345">
                  <c:v>0.011496691109</c:v>
                </c:pt>
                <c:pt idx="346">
                  <c:v>0.0115408873692</c:v>
                </c:pt>
                <c:pt idx="347">
                  <c:v>0.0115853527435</c:v>
                </c:pt>
                <c:pt idx="348">
                  <c:v>0.0116300905883</c:v>
                </c:pt>
                <c:pt idx="349">
                  <c:v>0.0116751042878</c:v>
                </c:pt>
                <c:pt idx="350">
                  <c:v>0.0117203972529</c:v>
                </c:pt>
                <c:pt idx="351">
                  <c:v>0.0117659729207</c:v>
                </c:pt>
                <c:pt idx="352">
                  <c:v>0.0118118347535</c:v>
                </c:pt>
                <c:pt idx="353">
                  <c:v>0.0118579862384</c:v>
                </c:pt>
                <c:pt idx="354">
                  <c:v>0.0119044308861</c:v>
                </c:pt>
                <c:pt idx="355">
                  <c:v>0.0119511722311</c:v>
                </c:pt>
                <c:pt idx="356">
                  <c:v>0.0119982138305</c:v>
                </c:pt>
                <c:pt idx="357">
                  <c:v>0.0120455592636</c:v>
                </c:pt>
                <c:pt idx="358">
                  <c:v>0.0120932121319</c:v>
                </c:pt>
                <c:pt idx="359">
                  <c:v>0.0121411760583</c:v>
                </c:pt>
                <c:pt idx="360">
                  <c:v>0.0121894546867</c:v>
                </c:pt>
                <c:pt idx="361">
                  <c:v>0.0122380516821</c:v>
                </c:pt>
                <c:pt idx="362">
                  <c:v>0.0122869707302</c:v>
                </c:pt>
                <c:pt idx="363">
                  <c:v>0.0123362155371</c:v>
                </c:pt>
                <c:pt idx="364">
                  <c:v>0.0123857898296</c:v>
                </c:pt>
                <c:pt idx="365">
                  <c:v>0.0124356973546</c:v>
                </c:pt>
                <c:pt idx="366">
                  <c:v>0.0124859418796</c:v>
                </c:pt>
                <c:pt idx="367">
                  <c:v>0.0125365271925</c:v>
                </c:pt>
                <c:pt idx="368">
                  <c:v>0.012587457102</c:v>
                </c:pt>
                <c:pt idx="369">
                  <c:v>0.0126387354373</c:v>
                </c:pt>
                <c:pt idx="370">
                  <c:v>0.0126903660488</c:v>
                </c:pt>
                <c:pt idx="371">
                  <c:v>0.0127423528082</c:v>
                </c:pt>
                <c:pt idx="372">
                  <c:v>0.0127946996087</c:v>
                </c:pt>
                <c:pt idx="373">
                  <c:v>0.0128474103655</c:v>
                </c:pt>
                <c:pt idx="374">
                  <c:v>0.0129004890165</c:v>
                </c:pt>
                <c:pt idx="375">
                  <c:v>0.0129539395223</c:v>
                </c:pt>
                <c:pt idx="376">
                  <c:v>0.0130077658669</c:v>
                </c:pt>
                <c:pt idx="377">
                  <c:v>0.0130619720583</c:v>
                </c:pt>
                <c:pt idx="378">
                  <c:v>0.0131165621293</c:v>
                </c:pt>
                <c:pt idx="379">
                  <c:v>0.0131715401377</c:v>
                </c:pt>
                <c:pt idx="380">
                  <c:v>0.0132269101673</c:v>
                </c:pt>
                <c:pt idx="381">
                  <c:v>0.0132826763286</c:v>
                </c:pt>
                <c:pt idx="382">
                  <c:v>0.0133388427595</c:v>
                </c:pt>
                <c:pt idx="383">
                  <c:v>0.0133954136258</c:v>
                </c:pt>
                <c:pt idx="384">
                  <c:v>0.0134523931227</c:v>
                </c:pt>
                <c:pt idx="385">
                  <c:v>0.013509785475</c:v>
                </c:pt>
                <c:pt idx="386">
                  <c:v>0.0135675949383</c:v>
                </c:pt>
                <c:pt idx="387">
                  <c:v>0.0136258257997</c:v>
                </c:pt>
                <c:pt idx="388">
                  <c:v>0.0136844823791</c:v>
                </c:pt>
                <c:pt idx="389">
                  <c:v>0.0137435690296</c:v>
                </c:pt>
                <c:pt idx="390">
                  <c:v>0.0138030901391</c:v>
                </c:pt>
                <c:pt idx="391">
                  <c:v>0.0138630501307</c:v>
                </c:pt>
                <c:pt idx="392">
                  <c:v>0.0139234534641</c:v>
                </c:pt>
                <c:pt idx="393">
                  <c:v>0.0139843046366</c:v>
                </c:pt>
                <c:pt idx="394">
                  <c:v>0.0140456081839</c:v>
                </c:pt>
                <c:pt idx="395">
                  <c:v>0.0141073686817</c:v>
                </c:pt>
                <c:pt idx="396">
                  <c:v>0.014169590746</c:v>
                </c:pt>
                <c:pt idx="397">
                  <c:v>0.014232279035</c:v>
                </c:pt>
                <c:pt idx="398">
                  <c:v>0.0142954382496</c:v>
                </c:pt>
                <c:pt idx="399">
                  <c:v>0.014359073135</c:v>
                </c:pt>
                <c:pt idx="400">
                  <c:v>0.0144231884815</c:v>
                </c:pt>
                <c:pt idx="401">
                  <c:v>0.0144877891258</c:v>
                </c:pt>
                <c:pt idx="402">
                  <c:v>0.014552879952</c:v>
                </c:pt>
                <c:pt idx="403">
                  <c:v>0.0146184658932</c:v>
                </c:pt>
                <c:pt idx="404">
                  <c:v>0.0146845519321</c:v>
                </c:pt>
                <c:pt idx="405">
                  <c:v>0.0147511431026</c:v>
                </c:pt>
                <c:pt idx="406">
                  <c:v>0.0148182444908</c:v>
                </c:pt>
                <c:pt idx="407">
                  <c:v>0.0148858612364</c:v>
                </c:pt>
                <c:pt idx="408">
                  <c:v>0.0149539985336</c:v>
                </c:pt>
                <c:pt idx="409">
                  <c:v>0.0150226616328</c:v>
                </c:pt>
                <c:pt idx="410">
                  <c:v>0.0150918558411</c:v>
                </c:pt>
                <c:pt idx="411">
                  <c:v>0.0151615865242</c:v>
                </c:pt>
                <c:pt idx="412">
                  <c:v>0.0152318591076</c:v>
                </c:pt>
                <c:pt idx="413">
                  <c:v>0.0153026790773</c:v>
                </c:pt>
                <c:pt idx="414">
                  <c:v>0.0153740519815</c:v>
                </c:pt>
                <c:pt idx="415">
                  <c:v>0.0154459834318</c:v>
                </c:pt>
                <c:pt idx="416">
                  <c:v>0.0155184791045</c:v>
                </c:pt>
                <c:pt idx="417">
                  <c:v>0.0155915447417</c:v>
                </c:pt>
                <c:pt idx="418">
                  <c:v>0.0156651861525</c:v>
                </c:pt>
                <c:pt idx="419">
                  <c:v>0.0157394092147</c:v>
                </c:pt>
                <c:pt idx="420">
                  <c:v>0.0158142198756</c:v>
                </c:pt>
                <c:pt idx="421">
                  <c:v>0.0158896241538</c:v>
                </c:pt>
                <c:pt idx="422">
                  <c:v>0.0159656281399</c:v>
                </c:pt>
                <c:pt idx="423">
                  <c:v>0.0160422379983</c:v>
                </c:pt>
                <c:pt idx="424">
                  <c:v>0.0161194599683</c:v>
                </c:pt>
                <c:pt idx="425">
                  <c:v>0.0161973003654</c:v>
                </c:pt>
                <c:pt idx="426">
                  <c:v>0.0162757655827</c:v>
                </c:pt>
                <c:pt idx="427">
                  <c:v>0.0163548620921</c:v>
                </c:pt>
                <c:pt idx="428">
                  <c:v>0.0164345964458</c:v>
                </c:pt>
                <c:pt idx="429">
                  <c:v>0.0165149752775</c:v>
                </c:pt>
                <c:pt idx="430">
                  <c:v>0.0165960053039</c:v>
                </c:pt>
                <c:pt idx="431">
                  <c:v>0.0166776933258</c:v>
                </c:pt>
                <c:pt idx="432">
                  <c:v>0.0167600462298</c:v>
                </c:pt>
                <c:pt idx="433">
                  <c:v>0.0168430709892</c:v>
                </c:pt>
                <c:pt idx="434">
                  <c:v>0.0169267746658</c:v>
                </c:pt>
                <c:pt idx="435">
                  <c:v>0.0170111644112</c:v>
                </c:pt>
                <c:pt idx="436">
                  <c:v>0.017096247468</c:v>
                </c:pt>
                <c:pt idx="437">
                  <c:v>0.0171820311712</c:v>
                </c:pt>
                <c:pt idx="438">
                  <c:v>0.0172685229499</c:v>
                </c:pt>
                <c:pt idx="439">
                  <c:v>0.0173557303282</c:v>
                </c:pt>
                <c:pt idx="440">
                  <c:v>0.0174436609272</c:v>
                </c:pt>
                <c:pt idx="441">
                  <c:v>0.0175323224658</c:v>
                </c:pt>
                <c:pt idx="442">
                  <c:v>0.0176217227627</c:v>
                </c:pt>
                <c:pt idx="443">
                  <c:v>0.0177118697374</c:v>
                </c:pt>
                <c:pt idx="444">
                  <c:v>0.0178027714118</c:v>
                </c:pt>
                <c:pt idx="445">
                  <c:v>0.0178944359116</c:v>
                </c:pt>
                <c:pt idx="446">
                  <c:v>0.0179868714679</c:v>
                </c:pt>
                <c:pt idx="447">
                  <c:v>0.0180800864184</c:v>
                </c:pt>
                <c:pt idx="448">
                  <c:v>0.0181740892089</c:v>
                </c:pt>
                <c:pt idx="449">
                  <c:v>0.0182688883951</c:v>
                </c:pt>
                <c:pt idx="450">
                  <c:v>0.0183644926435</c:v>
                </c:pt>
                <c:pt idx="451">
                  <c:v>0.0184609107332</c:v>
                </c:pt>
                <c:pt idx="452">
                  <c:v>0.0185581515576</c:v>
                </c:pt>
                <c:pt idx="453">
                  <c:v>0.0186562241252</c:v>
                </c:pt>
                <c:pt idx="454">
                  <c:v>0.0187551375619</c:v>
                </c:pt>
                <c:pt idx="455">
                  <c:v>0.0188549011116</c:v>
                </c:pt>
                <c:pt idx="456">
                  <c:v>0.0189555241385</c:v>
                </c:pt>
                <c:pt idx="457">
                  <c:v>0.0190570161281</c:v>
                </c:pt>
                <c:pt idx="458">
                  <c:v>0.0191593866887</c:v>
                </c:pt>
                <c:pt idx="459">
                  <c:v>0.0192626455532</c:v>
                </c:pt>
                <c:pt idx="460">
                  <c:v>0.01936680258</c:v>
                </c:pt>
                <c:pt idx="461">
                  <c:v>0.0194718677552</c:v>
                </c:pt>
                <c:pt idx="462">
                  <c:v>0.0195778511934</c:v>
                </c:pt>
                <c:pt idx="463">
                  <c:v>0.0196847631396</c:v>
                </c:pt>
                <c:pt idx="464">
                  <c:v>0.0197926139706</c:v>
                </c:pt>
                <c:pt idx="465">
                  <c:v>0.0199014141962</c:v>
                </c:pt>
                <c:pt idx="466">
                  <c:v>0.0200111744609</c:v>
                </c:pt>
                <c:pt idx="467">
                  <c:v>0.0201219055452</c:v>
                </c:pt>
                <c:pt idx="468">
                  <c:v>0.0202336183673</c:v>
                </c:pt>
                <c:pt idx="469">
                  <c:v>0.0203463239839</c:v>
                </c:pt>
                <c:pt idx="470">
                  <c:v>0.0204600335924</c:v>
                </c:pt>
                <c:pt idx="471">
                  <c:v>0.0205747585315</c:v>
                </c:pt>
                <c:pt idx="472">
                  <c:v>0.0206905102832</c:v>
                </c:pt>
                <c:pt idx="473">
                  <c:v>0.0208073004738</c:v>
                </c:pt>
                <c:pt idx="474">
                  <c:v>0.0209251408752</c:v>
                </c:pt>
                <c:pt idx="475">
                  <c:v>0.0210440434065</c:v>
                </c:pt>
                <c:pt idx="476">
                  <c:v>0.0211640201347</c:v>
                </c:pt>
                <c:pt idx="477">
                  <c:v>0.0212850832767</c:v>
                </c:pt>
                <c:pt idx="478">
                  <c:v>0.0214072451999</c:v>
                </c:pt>
                <c:pt idx="479">
                  <c:v>0.0215305184237</c:v>
                </c:pt>
                <c:pt idx="480">
                  <c:v>0.0216549156204</c:v>
                </c:pt>
                <c:pt idx="481">
                  <c:v>0.0217804496164</c:v>
                </c:pt>
                <c:pt idx="482">
                  <c:v>0.0219071333936</c:v>
                </c:pt>
                <c:pt idx="483">
                  <c:v>0.0220349800898</c:v>
                </c:pt>
                <c:pt idx="484">
                  <c:v>0.0221640030001</c:v>
                </c:pt>
                <c:pt idx="485">
                  <c:v>0.0222942155775</c:v>
                </c:pt>
                <c:pt idx="486">
                  <c:v>0.0224256314341</c:v>
                </c:pt>
                <c:pt idx="487">
                  <c:v>0.0225582643417</c:v>
                </c:pt>
                <c:pt idx="488">
                  <c:v>0.0226921282324</c:v>
                </c:pt>
                <c:pt idx="489">
                  <c:v>0.0228272371995</c:v>
                </c:pt>
                <c:pt idx="490">
                  <c:v>0.0229636054979</c:v>
                </c:pt>
                <c:pt idx="491">
                  <c:v>0.0231012475446</c:v>
                </c:pt>
                <c:pt idx="492">
                  <c:v>0.0232401779195</c:v>
                </c:pt>
                <c:pt idx="493">
                  <c:v>0.023380411365</c:v>
                </c:pt>
                <c:pt idx="494">
                  <c:v>0.023521962787</c:v>
                </c:pt>
                <c:pt idx="495">
                  <c:v>0.0236648472544</c:v>
                </c:pt>
                <c:pt idx="496">
                  <c:v>0.0238090799996</c:v>
                </c:pt>
                <c:pt idx="497">
                  <c:v>0.0239546764181</c:v>
                </c:pt>
                <c:pt idx="498">
                  <c:v>0.0241016520685</c:v>
                </c:pt>
                <c:pt idx="499">
                  <c:v>0.024250022672</c:v>
                </c:pt>
                <c:pt idx="500">
                  <c:v>0.0243998041123</c:v>
                </c:pt>
                <c:pt idx="501">
                  <c:v>0.0245510124343</c:v>
                </c:pt>
                <c:pt idx="502">
                  <c:v>0.0247036638442</c:v>
                </c:pt>
                <c:pt idx="503">
                  <c:v>0.024857774708</c:v>
                </c:pt>
                <c:pt idx="504">
                  <c:v>0.0250133615504</c:v>
                </c:pt>
                <c:pt idx="505">
                  <c:v>0.0251704410542</c:v>
                </c:pt>
                <c:pt idx="506">
                  <c:v>0.0253290300581</c:v>
                </c:pt>
                <c:pt idx="507">
                  <c:v>0.0254891455558</c:v>
                </c:pt>
                <c:pt idx="508">
                  <c:v>0.0256508046935</c:v>
                </c:pt>
                <c:pt idx="509">
                  <c:v>0.0258140247684</c:v>
                </c:pt>
                <c:pt idx="510">
                  <c:v>0.0259788232264</c:v>
                </c:pt>
                <c:pt idx="511">
                  <c:v>0.0261452176594</c:v>
                </c:pt>
                <c:pt idx="512">
                  <c:v>0.0263132258029</c:v>
                </c:pt>
                <c:pt idx="513">
                  <c:v>0.0264828655326</c:v>
                </c:pt>
                <c:pt idx="514">
                  <c:v>0.0266541548618</c:v>
                </c:pt>
                <c:pt idx="515">
                  <c:v>0.0268271119376</c:v>
                </c:pt>
                <c:pt idx="516">
                  <c:v>0.027001755037</c:v>
                </c:pt>
                <c:pt idx="517">
                  <c:v>0.0271781025629</c:v>
                </c:pt>
                <c:pt idx="518">
                  <c:v>0.02735617304</c:v>
                </c:pt>
                <c:pt idx="519">
                  <c:v>0.0275359851099</c:v>
                </c:pt>
                <c:pt idx="520">
                  <c:v>0.0277175575258</c:v>
                </c:pt>
                <c:pt idx="521">
                  <c:v>0.0279009091476</c:v>
                </c:pt>
                <c:pt idx="522">
                  <c:v>0.0280860589359</c:v>
                </c:pt>
                <c:pt idx="523">
                  <c:v>0.0282730259458</c:v>
                </c:pt>
                <c:pt idx="524">
                  <c:v>0.0284618293206</c:v>
                </c:pt>
                <c:pt idx="525">
                  <c:v>0.0286524882847</c:v>
                </c:pt>
                <c:pt idx="526">
                  <c:v>0.028845022136</c:v>
                </c:pt>
                <c:pt idx="527">
                  <c:v>0.0290394502389</c:v>
                </c:pt>
                <c:pt idx="528">
                  <c:v>0.0292357920152</c:v>
                </c:pt>
                <c:pt idx="529">
                  <c:v>0.0294340669358</c:v>
                </c:pt>
                <c:pt idx="530">
                  <c:v>0.0296342945114</c:v>
                </c:pt>
                <c:pt idx="531">
                  <c:v>0.0298364942829</c:v>
                </c:pt>
                <c:pt idx="532">
                  <c:v>0.0300406858111</c:v>
                </c:pt>
                <c:pt idx="533">
                  <c:v>0.030246888666</c:v>
                </c:pt>
                <c:pt idx="534">
                  <c:v>0.0304551224153</c:v>
                </c:pt>
                <c:pt idx="535">
                  <c:v>0.0306654066128</c:v>
                </c:pt>
                <c:pt idx="536">
                  <c:v>0.0308777607858</c:v>
                </c:pt>
                <c:pt idx="537">
                  <c:v>0.0310922044222</c:v>
                </c:pt>
                <c:pt idx="538">
                  <c:v>0.0313087569566</c:v>
                </c:pt>
                <c:pt idx="539">
                  <c:v>0.0315274377562</c:v>
                </c:pt>
                <c:pt idx="540">
                  <c:v>0.0317482661059</c:v>
                </c:pt>
                <c:pt idx="541">
                  <c:v>0.0319712611925</c:v>
                </c:pt>
                <c:pt idx="542">
                  <c:v>0.0321964420888</c:v>
                </c:pt>
                <c:pt idx="543">
                  <c:v>0.0324238277363</c:v>
                </c:pt>
                <c:pt idx="544">
                  <c:v>0.0326534369276</c:v>
                </c:pt>
                <c:pt idx="545">
                  <c:v>0.0328852882885</c:v>
                </c:pt>
                <c:pt idx="546">
                  <c:v>0.0331194002584</c:v>
                </c:pt>
                <c:pt idx="547">
                  <c:v>0.0333557910706</c:v>
                </c:pt>
                <c:pt idx="548">
                  <c:v>0.0335944787323</c:v>
                </c:pt>
                <c:pt idx="549">
                  <c:v>0.0338354810024</c:v>
                </c:pt>
                <c:pt idx="550">
                  <c:v>0.0340788153704</c:v>
                </c:pt>
                <c:pt idx="551">
                  <c:v>0.0343244990331</c:v>
                </c:pt>
                <c:pt idx="552">
                  <c:v>0.0345725488711</c:v>
                </c:pt>
                <c:pt idx="553">
                  <c:v>0.0348229814247</c:v>
                </c:pt>
                <c:pt idx="554">
                  <c:v>0.0350758128685</c:v>
                </c:pt>
                <c:pt idx="555">
                  <c:v>0.0353310589861</c:v>
                </c:pt>
                <c:pt idx="556">
                  <c:v>0.0355887351432</c:v>
                </c:pt>
                <c:pt idx="557">
                  <c:v>0.0358488562602</c:v>
                </c:pt>
                <c:pt idx="558">
                  <c:v>0.0361114367846</c:v>
                </c:pt>
                <c:pt idx="559">
                  <c:v>0.0363764906617</c:v>
                </c:pt>
                <c:pt idx="560">
                  <c:v>0.0366440313056</c:v>
                </c:pt>
                <c:pt idx="561">
                  <c:v>0.0369140715689</c:v>
                </c:pt>
                <c:pt idx="562">
                  <c:v>0.037186623712</c:v>
                </c:pt>
                <c:pt idx="563">
                  <c:v>0.0374616993715</c:v>
                </c:pt>
                <c:pt idx="564">
                  <c:v>0.0377393095285</c:v>
                </c:pt>
                <c:pt idx="565">
                  <c:v>0.0380194644756</c:v>
                </c:pt>
                <c:pt idx="566">
                  <c:v>0.0383021737842</c:v>
                </c:pt>
                <c:pt idx="567">
                  <c:v>0.0385874462706</c:v>
                </c:pt>
                <c:pt idx="568">
                  <c:v>0.0388752899624</c:v>
                </c:pt>
                <c:pt idx="569">
                  <c:v>0.0391657120633</c:v>
                </c:pt>
                <c:pt idx="570">
                  <c:v>0.0394587189193</c:v>
                </c:pt>
                <c:pt idx="571">
                  <c:v>0.0397543159831</c:v>
                </c:pt>
                <c:pt idx="572">
                  <c:v>0.040052507779</c:v>
                </c:pt>
                <c:pt idx="573">
                  <c:v>0.0403532978675</c:v>
                </c:pt>
                <c:pt idx="574">
                  <c:v>0.0406566888102</c:v>
                </c:pt>
                <c:pt idx="575">
                  <c:v>0.040962682134</c:v>
                </c:pt>
                <c:pt idx="576">
                  <c:v>0.0412712782962</c:v>
                </c:pt>
                <c:pt idx="577">
                  <c:v>0.0415824766491</c:v>
                </c:pt>
                <c:pt idx="578">
                  <c:v>0.0418962754056</c:v>
                </c:pt>
                <c:pt idx="579">
                  <c:v>0.0422126716045</c:v>
                </c:pt>
                <c:pt idx="580">
                  <c:v>0.042531661077</c:v>
                </c:pt>
                <c:pt idx="581">
                  <c:v>0.0428532384132</c:v>
                </c:pt>
                <c:pt idx="582">
                  <c:v>0.0431773969295</c:v>
                </c:pt>
                <c:pt idx="583">
                  <c:v>0.0435041286373</c:v>
                </c:pt>
                <c:pt idx="584">
                  <c:v>0.0438334242122</c:v>
                </c:pt>
                <c:pt idx="585">
                  <c:v>0.0441652729641</c:v>
                </c:pt>
                <c:pt idx="586">
                  <c:v>0.0444996628095</c:v>
                </c:pt>
                <c:pt idx="587">
                  <c:v>0.0448365802441</c:v>
                </c:pt>
                <c:pt idx="588">
                  <c:v>0.0451760103171</c:v>
                </c:pt>
                <c:pt idx="589">
                  <c:v>0.045517936608</c:v>
                </c:pt>
                <c:pt idx="590">
                  <c:v>0.0458623412044</c:v>
                </c:pt>
                <c:pt idx="591">
                  <c:v>0.0462092046813</c:v>
                </c:pt>
                <c:pt idx="592">
                  <c:v>0.0465585060839</c:v>
                </c:pt>
                <c:pt idx="593">
                  <c:v>0.046910222911</c:v>
                </c:pt>
                <c:pt idx="594">
                  <c:v>0.0472643311021</c:v>
                </c:pt>
                <c:pt idx="595">
                  <c:v>0.0476208050259</c:v>
                </c:pt>
                <c:pt idx="596">
                  <c:v>0.047979617472</c:v>
                </c:pt>
                <c:pt idx="597">
                  <c:v>0.0483407396452</c:v>
                </c:pt>
                <c:pt idx="598">
                  <c:v>0.0487041411626</c:v>
                </c:pt>
                <c:pt idx="599">
                  <c:v>0.0490697900539</c:v>
                </c:pt>
                <c:pt idx="600">
                  <c:v>0.0494376527643</c:v>
                </c:pt>
                <c:pt idx="601">
                  <c:v>0.0498076941611</c:v>
                </c:pt>
                <c:pt idx="602">
                  <c:v>0.0501798775432</c:v>
                </c:pt>
                <c:pt idx="603">
                  <c:v>0.0505541646543</c:v>
                </c:pt>
                <c:pt idx="604">
                  <c:v>0.0509305156993</c:v>
                </c:pt>
                <c:pt idx="605">
                  <c:v>0.0513088893643</c:v>
                </c:pt>
                <c:pt idx="606">
                  <c:v>0.0516892428398</c:v>
                </c:pt>
                <c:pt idx="607">
                  <c:v>0.0520715318485</c:v>
                </c:pt>
                <c:pt idx="608">
                  <c:v>0.0524557106752</c:v>
                </c:pt>
                <c:pt idx="609">
                  <c:v>0.0528417322018</c:v>
                </c:pt>
                <c:pt idx="610">
                  <c:v>0.053229547945</c:v>
                </c:pt>
                <c:pt idx="611">
                  <c:v>0.0536191080977</c:v>
                </c:pt>
                <c:pt idx="612">
                  <c:v>0.0540103615745</c:v>
                </c:pt>
                <c:pt idx="613">
                  <c:v>0.05440325606</c:v>
                </c:pt>
                <c:pt idx="614">
                  <c:v>0.054797738061</c:v>
                </c:pt>
                <c:pt idx="615">
                  <c:v>0.0551937529616</c:v>
                </c:pt>
                <c:pt idx="616">
                  <c:v>0.0555912450825</c:v>
                </c:pt>
                <c:pt idx="617">
                  <c:v>0.0559901577419</c:v>
                </c:pt>
                <c:pt idx="618">
                  <c:v>0.056390433321</c:v>
                </c:pt>
                <c:pt idx="619">
                  <c:v>0.056792013331</c:v>
                </c:pt>
                <c:pt idx="620">
                  <c:v>0.0571948384839</c:v>
                </c:pt>
                <c:pt idx="621">
                  <c:v>0.0575988487645</c:v>
                </c:pt>
                <c:pt idx="622">
                  <c:v>0.0580039835063</c:v>
                </c:pt>
                <c:pt idx="623">
                  <c:v>0.0584101814676</c:v>
                </c:pt>
                <c:pt idx="624">
                  <c:v>0.0588173809115</c:v>
                </c:pt>
                <c:pt idx="625">
                  <c:v>0.0592255196854</c:v>
                </c:pt>
                <c:pt idx="626">
                  <c:v>0.0596345353041</c:v>
                </c:pt>
                <c:pt idx="627">
                  <c:v>0.0600443650317</c:v>
                </c:pt>
                <c:pt idx="628">
                  <c:v>0.0604549459667</c:v>
                </c:pt>
                <c:pt idx="629">
                  <c:v>0.060866215126</c:v>
                </c:pt>
                <c:pt idx="630">
                  <c:v>0.0612781095299</c:v>
                </c:pt>
                <c:pt idx="631">
                  <c:v>0.0616905662875</c:v>
                </c:pt>
                <c:pt idx="632">
                  <c:v>0.0621035226813</c:v>
                </c:pt>
                <c:pt idx="633">
                  <c:v>0.0625169162518</c:v>
                </c:pt>
                <c:pt idx="634">
                  <c:v>0.0629306848815</c:v>
                </c:pt>
                <c:pt idx="635">
                  <c:v>0.0633447668775</c:v>
                </c:pt>
                <c:pt idx="636">
                  <c:v>0.0637591010532</c:v>
                </c:pt>
                <c:pt idx="637">
                  <c:v>0.0641736268084</c:v>
                </c:pt>
                <c:pt idx="638">
                  <c:v>0.0645882842083</c:v>
                </c:pt>
                <c:pt idx="639">
                  <c:v>0.0650030140595</c:v>
                </c:pt>
                <c:pt idx="640">
                  <c:v>0.065417757985</c:v>
                </c:pt>
                <c:pt idx="641">
                  <c:v>0.0658324584961</c:v>
                </c:pt>
                <c:pt idx="642">
                  <c:v>0.0662470590621</c:v>
                </c:pt>
                <c:pt idx="643">
                  <c:v>0.0666615041776</c:v>
                </c:pt>
                <c:pt idx="644">
                  <c:v>0.0670757394263</c:v>
                </c:pt>
                <c:pt idx="645">
                  <c:v>0.0674897115424</c:v>
                </c:pt>
                <c:pt idx="646">
                  <c:v>0.0679033684684</c:v>
                </c:pt>
                <c:pt idx="647">
                  <c:v>0.0683166594102</c:v>
                </c:pt>
                <c:pt idx="648">
                  <c:v>0.0687295348887</c:v>
                </c:pt>
                <c:pt idx="649">
                  <c:v>0.0691419467876</c:v>
                </c:pt>
                <c:pt idx="650">
                  <c:v>0.0695538483979</c:v>
                </c:pt>
                <c:pt idx="651">
                  <c:v>0.0699651944599</c:v>
                </c:pt>
                <c:pt idx="652">
                  <c:v>0.0703759411996</c:v>
                </c:pt>
                <c:pt idx="653">
                  <c:v>0.0707860463639</c:v>
                </c:pt>
                <c:pt idx="654">
                  <c:v>0.0711954692502</c:v>
                </c:pt>
                <c:pt idx="655">
                  <c:v>0.0716041707337</c:v>
                </c:pt>
                <c:pt idx="656">
                  <c:v>0.0720121132912</c:v>
                </c:pt>
                <c:pt idx="657">
                  <c:v>0.0724192610203</c:v>
                </c:pt>
                <c:pt idx="658">
                  <c:v>0.0728255796566</c:v>
                </c:pt>
                <c:pt idx="659">
                  <c:v>0.0732310365867</c:v>
                </c:pt>
                <c:pt idx="660">
                  <c:v>0.0736356008583</c:v>
                </c:pt>
                <c:pt idx="661">
                  <c:v>0.0740392431865</c:v>
                </c:pt>
                <c:pt idx="662">
                  <c:v>0.0744419359583</c:v>
                </c:pt>
                <c:pt idx="663">
                  <c:v>0.0748436532327</c:v>
                </c:pt>
                <c:pt idx="664">
                  <c:v>0.0752443707385</c:v>
                </c:pt>
                <c:pt idx="665">
                  <c:v>0.0756440658699</c:v>
                </c:pt>
                <c:pt idx="666">
                  <c:v>0.0760427176787</c:v>
                </c:pt>
                <c:pt idx="667">
                  <c:v>0.0764403068642</c:v>
                </c:pt>
                <c:pt idx="668">
                  <c:v>0.0768368157611</c:v>
                </c:pt>
                <c:pt idx="669">
                  <c:v>0.0772322283244</c:v>
                </c:pt>
                <c:pt idx="670">
                  <c:v>0.0776265301133</c:v>
                </c:pt>
                <c:pt idx="671">
                  <c:v>0.0780197082721</c:v>
                </c:pt>
                <c:pt idx="672">
                  <c:v>0.0784117515099</c:v>
                </c:pt>
                <c:pt idx="673">
                  <c:v>0.0788026500782</c:v>
                </c:pt>
                <c:pt idx="674">
                  <c:v>0.0791923957475</c:v>
                </c:pt>
                <c:pt idx="675">
                  <c:v>0.0795809817819</c:v>
                </c:pt>
                <c:pt idx="676">
                  <c:v>0.0799684029126</c:v>
                </c:pt>
                <c:pt idx="677">
                  <c:v>0.0803546553107</c:v>
                </c:pt>
                <c:pt idx="678">
                  <c:v>0.0807397365582</c:v>
                </c:pt>
                <c:pt idx="679">
                  <c:v>0.0811236456184</c:v>
                </c:pt>
                <c:pt idx="680">
                  <c:v>0.0815063828061</c:v>
                </c:pt>
                <c:pt idx="681">
                  <c:v>0.0818879497561</c:v>
                </c:pt>
                <c:pt idx="682">
                  <c:v>0.0822683493917</c:v>
                </c:pt>
                <c:pt idx="683">
                  <c:v>0.0826475858929</c:v>
                </c:pt>
                <c:pt idx="684">
                  <c:v>0.0830256646641</c:v>
                </c:pt>
                <c:pt idx="685">
                  <c:v>0.083402592301</c:v>
                </c:pt>
                <c:pt idx="686">
                  <c:v>0.0837783765582</c:v>
                </c:pt>
                <c:pt idx="687">
                  <c:v>0.0841530263162</c:v>
                </c:pt>
                <c:pt idx="688">
                  <c:v>0.0845265515485</c:v>
                </c:pt>
                <c:pt idx="689">
                  <c:v>0.0848989632887</c:v>
                </c:pt>
                <c:pt idx="690">
                  <c:v>0.0852702735981</c:v>
                </c:pt>
                <c:pt idx="691">
                  <c:v>0.0856404955328</c:v>
                </c:pt>
                <c:pt idx="692">
                  <c:v>0.0860096431119</c:v>
                </c:pt>
                <c:pt idx="693">
                  <c:v>0.0863777312856</c:v>
                </c:pt>
                <c:pt idx="694">
                  <c:v>0.0867447759034</c:v>
                </c:pt>
                <c:pt idx="695">
                  <c:v>0.0871107936834</c:v>
                </c:pt>
                <c:pt idx="696">
                  <c:v>0.0874758021815</c:v>
                </c:pt>
                <c:pt idx="697">
                  <c:v>0.0878398197616</c:v>
                </c:pt>
                <c:pt idx="698">
                  <c:v>0.0882028655657</c:v>
                </c:pt>
                <c:pt idx="699">
                  <c:v>0.0885649594851</c:v>
                </c:pt>
                <c:pt idx="700">
                  <c:v>0.0889261221321</c:v>
                </c:pt>
                <c:pt idx="701">
                  <c:v>0.0892863748124</c:v>
                </c:pt>
                <c:pt idx="702">
                  <c:v>0.0896457394974</c:v>
                </c:pt>
                <c:pt idx="703">
                  <c:v>0.0900042387986</c:v>
                </c:pt>
                <c:pt idx="704">
                  <c:v>0.0903618959412</c:v>
                </c:pt>
                <c:pt idx="705">
                  <c:v>0.0907187347392</c:v>
                </c:pt>
                <c:pt idx="706">
                  <c:v>0.0910747795709</c:v>
                </c:pt>
                <c:pt idx="707">
                  <c:v>0.0914300553555</c:v>
                </c:pt>
                <c:pt idx="708">
                  <c:v>0.0917845875298</c:v>
                </c:pt>
                <c:pt idx="709">
                  <c:v>0.0921384020257</c:v>
                </c:pt>
                <c:pt idx="710">
                  <c:v>0.0924915252489</c:v>
                </c:pt>
                <c:pt idx="711">
                  <c:v>0.0928439840578</c:v>
                </c:pt>
                <c:pt idx="712">
                  <c:v>0.0931958057431</c:v>
                </c:pt>
                <c:pt idx="713">
                  <c:v>0.0935470180084</c:v>
                </c:pt>
                <c:pt idx="714">
                  <c:v>0.093897648951</c:v>
                </c:pt>
                <c:pt idx="715">
                  <c:v>0.0942477270436</c:v>
                </c:pt>
                <c:pt idx="716">
                  <c:v>0.0945972811169</c:v>
                </c:pt>
                <c:pt idx="717">
                  <c:v>0.0949463403421</c:v>
                </c:pt>
                <c:pt idx="718">
                  <c:v>0.0952949342147</c:v>
                </c:pt>
                <c:pt idx="719">
                  <c:v>0.0956430925386</c:v>
                </c:pt>
                <c:pt idx="720">
                  <c:v>0.0959908454107</c:v>
                </c:pt>
                <c:pt idx="721">
                  <c:v>0.0963382232061</c:v>
                </c:pt>
                <c:pt idx="722">
                  <c:v>0.0966852565641</c:v>
                </c:pt>
                <c:pt idx="723">
                  <c:v>0.0970319763742</c:v>
                </c:pt>
                <c:pt idx="724">
                  <c:v>0.0973784137629</c:v>
                </c:pt>
                <c:pt idx="725">
                  <c:v>0.0977246000811</c:v>
                </c:pt>
                <c:pt idx="726">
                  <c:v>0.0980705668916</c:v>
                </c:pt>
                <c:pt idx="727">
                  <c:v>0.0984163459573</c:v>
                </c:pt>
                <c:pt idx="728">
                  <c:v>0.0987619692296</c:v>
                </c:pt>
                <c:pt idx="729">
                  <c:v>0.0991074688375</c:v>
                </c:pt>
                <c:pt idx="730">
                  <c:v>0.0994528770765</c:v>
                </c:pt>
                <c:pt idx="731">
                  <c:v>0.0997982263985</c:v>
                </c:pt>
                <c:pt idx="732">
                  <c:v>0.100143549401</c:v>
                </c:pt>
                <c:pt idx="733">
                  <c:v>0.100488878819</c:v>
                </c:pt>
                <c:pt idx="734">
                  <c:v>0.100834247513</c:v>
                </c:pt>
                <c:pt idx="735">
                  <c:v>0.10117968846</c:v>
                </c:pt>
                <c:pt idx="736">
                  <c:v>0.101525234748</c:v>
                </c:pt>
                <c:pt idx="737">
                  <c:v>0.101870919561</c:v>
                </c:pt>
                <c:pt idx="738">
                  <c:v>0.102216776176</c:v>
                </c:pt>
                <c:pt idx="739">
                  <c:v>0.102562837949</c:v>
                </c:pt>
                <c:pt idx="740">
                  <c:v>0.102909138311</c:v>
                </c:pt>
                <c:pt idx="741">
                  <c:v>0.103255710756</c:v>
                </c:pt>
                <c:pt idx="742">
                  <c:v>0.103602588837</c:v>
                </c:pt>
                <c:pt idx="743">
                  <c:v>0.103949806151</c:v>
                </c:pt>
                <c:pt idx="744">
                  <c:v>0.104297396336</c:v>
                </c:pt>
                <c:pt idx="745">
                  <c:v>0.104645393061</c:v>
                </c:pt>
                <c:pt idx="746">
                  <c:v>0.104993830016</c:v>
                </c:pt>
                <c:pt idx="747">
                  <c:v>0.105342740906</c:v>
                </c:pt>
                <c:pt idx="748">
                  <c:v>0.105692159439</c:v>
                </c:pt>
                <c:pt idx="749">
                  <c:v>0.106042119322</c:v>
                </c:pt>
                <c:pt idx="750">
                  <c:v>0.106392654247</c:v>
                </c:pt>
                <c:pt idx="751">
                  <c:v>0.106743797883</c:v>
                </c:pt>
                <c:pt idx="752">
                  <c:v>0.107095583869</c:v>
                </c:pt>
                <c:pt idx="753">
                  <c:v>0.107448045803</c:v>
                </c:pt>
                <c:pt idx="754">
                  <c:v>0.10780121723</c:v>
                </c:pt>
                <c:pt idx="755">
                  <c:v>0.108155131636</c:v>
                </c:pt>
                <c:pt idx="756">
                  <c:v>0.108509822432</c:v>
                </c:pt>
                <c:pt idx="757">
                  <c:v>0.10886532295</c:v>
                </c:pt>
                <c:pt idx="758">
                  <c:v>0.109221666425</c:v>
                </c:pt>
                <c:pt idx="759">
                  <c:v>0.109578885986</c:v>
                </c:pt>
                <c:pt idx="760">
                  <c:v>0.109937014646</c:v>
                </c:pt>
                <c:pt idx="761">
                  <c:v>0.110296085285</c:v>
                </c:pt>
                <c:pt idx="762">
                  <c:v>0.110656130642</c:v>
                </c:pt>
                <c:pt idx="763">
                  <c:v>0.111017183296</c:v>
                </c:pt>
                <c:pt idx="764">
                  <c:v>0.111379275656</c:v>
                </c:pt>
                <c:pt idx="765">
                  <c:v>0.111742439944</c:v>
                </c:pt>
                <c:pt idx="766">
                  <c:v>0.11210670818</c:v>
                </c:pt>
                <c:pt idx="767">
                  <c:v>0.112472112168</c:v>
                </c:pt>
                <c:pt idx="768">
                  <c:v>0.112838683476</c:v>
                </c:pt>
                <c:pt idx="769">
                  <c:v>0.113206453422</c:v>
                </c:pt>
                <c:pt idx="770">
                  <c:v>0.113575453052</c:v>
                </c:pt>
                <c:pt idx="771">
                  <c:v>0.113945713126</c:v>
                </c:pt>
                <c:pt idx="772">
                  <c:v>0.114317264094</c:v>
                </c:pt>
                <c:pt idx="773">
                  <c:v>0.11469013608</c:v>
                </c:pt>
                <c:pt idx="774">
                  <c:v>0.115064358857</c:v>
                </c:pt>
                <c:pt idx="775">
                  <c:v>0.115439961827</c:v>
                </c:pt>
                <c:pt idx="776">
                  <c:v>0.115816973998</c:v>
                </c:pt>
                <c:pt idx="777">
                  <c:v>0.11619542396</c:v>
                </c:pt>
                <c:pt idx="778">
                  <c:v>0.116575339861</c:v>
                </c:pt>
                <c:pt idx="779">
                  <c:v>0.116956749382</c:v>
                </c:pt>
                <c:pt idx="780">
                  <c:v>0.117339679708</c:v>
                </c:pt>
                <c:pt idx="781">
                  <c:v>0.117724157504</c:v>
                </c:pt>
                <c:pt idx="782">
                  <c:v>0.118110208885</c:v>
                </c:pt>
                <c:pt idx="783">
                  <c:v>0.118497859387</c:v>
                </c:pt>
                <c:pt idx="784">
                  <c:v>0.118887133937</c:v>
                </c:pt>
                <c:pt idx="785">
                  <c:v>0.119278056822</c:v>
                </c:pt>
                <c:pt idx="786">
                  <c:v>0.119670651655</c:v>
                </c:pt>
                <c:pt idx="787">
                  <c:v>0.120064941346</c:v>
                </c:pt>
                <c:pt idx="788">
                  <c:v>0.120460948063</c:v>
                </c:pt>
                <c:pt idx="789">
                  <c:v>0.120858693202</c:v>
                </c:pt>
                <c:pt idx="790">
                  <c:v>0.121258197345</c:v>
                </c:pt>
                <c:pt idx="791">
                  <c:v>0.121659480231</c:v>
                </c:pt>
                <c:pt idx="792">
                  <c:v>0.122062560708</c:v>
                </c:pt>
                <c:pt idx="793">
                  <c:v>0.122467456704</c:v>
                </c:pt>
                <c:pt idx="794">
                  <c:v>0.122874185181</c:v>
                </c:pt>
                <c:pt idx="795">
                  <c:v>0.123282762097</c:v>
                </c:pt>
                <c:pt idx="796">
                  <c:v>0.123693202363</c:v>
                </c:pt>
                <c:pt idx="797">
                  <c:v>0.124105519804</c:v>
                </c:pt>
                <c:pt idx="798">
                  <c:v>0.124519727111</c:v>
                </c:pt>
                <c:pt idx="799">
                  <c:v>0.124935835802</c:v>
                </c:pt>
                <c:pt idx="800">
                  <c:v>0.125353856176</c:v>
                </c:pt>
                <c:pt idx="801">
                  <c:v>0.125773797268</c:v>
                </c:pt>
                <c:pt idx="802">
                  <c:v>0.126195666802</c:v>
                </c:pt>
                <c:pt idx="803">
                  <c:v>0.12661947115</c:v>
                </c:pt>
                <c:pt idx="804">
                  <c:v>0.127045215279</c:v>
                </c:pt>
                <c:pt idx="805">
                  <c:v>0.127472902712</c:v>
                </c:pt>
                <c:pt idx="806">
                  <c:v>0.127902535474</c:v>
                </c:pt>
                <c:pt idx="807">
                  <c:v>0.12833411405</c:v>
                </c:pt>
                <c:pt idx="808">
                  <c:v>0.128767637337</c:v>
                </c:pt>
                <c:pt idx="809">
                  <c:v>0.129203102598</c:v>
                </c:pt>
                <c:pt idx="810">
                  <c:v>0.129640505412</c:v>
                </c:pt>
                <c:pt idx="811">
                  <c:v>0.130079839632</c:v>
                </c:pt>
                <c:pt idx="812">
                  <c:v>0.130521097338</c:v>
                </c:pt>
                <c:pt idx="813">
                  <c:v>0.130964268791</c:v>
                </c:pt>
                <c:pt idx="814">
                  <c:v>0.131409342392</c:v>
                </c:pt>
                <c:pt idx="815">
                  <c:v>0.131856304631</c:v>
                </c:pt>
                <c:pt idx="816">
                  <c:v>0.132305140054</c:v>
                </c:pt>
                <c:pt idx="817">
                  <c:v>0.132755831217</c:v>
                </c:pt>
                <c:pt idx="818">
                  <c:v>0.133208358644</c:v>
                </c:pt>
                <c:pt idx="819">
                  <c:v>0.133662700793</c:v>
                </c:pt>
                <c:pt idx="820">
                  <c:v>0.13411883402</c:v>
                </c:pt>
                <c:pt idx="821">
                  <c:v>0.134576732537</c:v>
                </c:pt>
                <c:pt idx="822">
                  <c:v>0.13503636839</c:v>
                </c:pt>
                <c:pt idx="823">
                  <c:v>0.135497711418</c:v>
                </c:pt>
                <c:pt idx="824">
                  <c:v>0.135960729233</c:v>
                </c:pt>
                <c:pt idx="825">
                  <c:v>0.136425387189</c:v>
                </c:pt>
                <c:pt idx="826">
                  <c:v>0.136891648363</c:v>
                </c:pt>
                <c:pt idx="827">
                  <c:v>0.137359473533</c:v>
                </c:pt>
                <c:pt idx="828">
                  <c:v>0.137828821161</c:v>
                </c:pt>
                <c:pt idx="829">
                  <c:v>0.13829964738</c:v>
                </c:pt>
                <c:pt idx="830">
                  <c:v>0.138771905986</c:v>
                </c:pt>
                <c:pt idx="831">
                  <c:v>0.139245548425</c:v>
                </c:pt>
                <c:pt idx="832">
                  <c:v>0.139720523799</c:v>
                </c:pt>
                <c:pt idx="833">
                  <c:v>0.140196778858</c:v>
                </c:pt>
                <c:pt idx="834">
                  <c:v>0.140674258011</c:v>
                </c:pt>
                <c:pt idx="835">
                  <c:v>0.141152903333</c:v>
                </c:pt>
                <c:pt idx="836">
                  <c:v>0.141632654576</c:v>
                </c:pt>
                <c:pt idx="837">
                  <c:v>0.14211344919</c:v>
                </c:pt>
                <c:pt idx="838">
                  <c:v>0.142595222343</c:v>
                </c:pt>
                <c:pt idx="839">
                  <c:v>0.143077906946</c:v>
                </c:pt>
                <c:pt idx="840">
                  <c:v>0.143561433684</c:v>
                </c:pt>
                <c:pt idx="841">
                  <c:v>0.144045731054</c:v>
                </c:pt>
                <c:pt idx="842">
                  <c:v>0.144530725401</c:v>
                </c:pt>
                <c:pt idx="843">
                  <c:v>0.145016340964</c:v>
                </c:pt>
                <c:pt idx="844">
                  <c:v>0.145502499922</c:v>
                </c:pt>
                <c:pt idx="845">
                  <c:v>0.145989122451</c:v>
                </c:pt>
                <c:pt idx="846">
                  <c:v>0.146476126778</c:v>
                </c:pt>
                <c:pt idx="847">
                  <c:v>0.146963429245</c:v>
                </c:pt>
                <c:pt idx="848">
                  <c:v>0.147450944371</c:v>
                </c:pt>
                <c:pt idx="849">
                  <c:v>0.147938584927</c:v>
                </c:pt>
                <c:pt idx="850">
                  <c:v>0.148426262006</c:v>
                </c:pt>
                <c:pt idx="851">
                  <c:v>0.148913885101</c:v>
                </c:pt>
                <c:pt idx="852">
                  <c:v>0.149401362186</c:v>
                </c:pt>
                <c:pt idx="853">
                  <c:v>0.149888599802</c:v>
                </c:pt>
                <c:pt idx="854">
                  <c:v>0.150375503142</c:v>
                </c:pt>
                <c:pt idx="855">
                  <c:v>0.150861976142</c:v>
                </c:pt>
                <c:pt idx="856">
                  <c:v>0.151347921575</c:v>
                </c:pt>
                <c:pt idx="857">
                  <c:v>0.151833241145</c:v>
                </c:pt>
                <c:pt idx="858">
                  <c:v>0.152317835586</c:v>
                </c:pt>
                <c:pt idx="859">
                  <c:v>0.152801604759</c:v>
                </c:pt>
                <c:pt idx="860">
                  <c:v>0.153284447754</c:v>
                </c:pt>
                <c:pt idx="861">
                  <c:v>0.153766262992</c:v>
                </c:pt>
                <c:pt idx="862">
                  <c:v>0.154246948326</c:v>
                </c:pt>
                <c:pt idx="863">
                  <c:v>0.154726401146</c:v>
                </c:pt>
                <c:pt idx="864">
                  <c:v>0.155204518483</c:v>
                </c:pt>
                <c:pt idx="865">
                  <c:v>0.15568119711</c:v>
                </c:pt>
                <c:pt idx="866">
                  <c:v>0.156156333646</c:v>
                </c:pt>
                <c:pt idx="867">
                  <c:v>0.15662982466</c:v>
                </c:pt>
                <c:pt idx="868">
                  <c:v>0.157101566769</c:v>
                </c:pt>
                <c:pt idx="869">
                  <c:v>0.15757145674</c:v>
                </c:pt>
                <c:pt idx="870">
                  <c:v>0.158039391588</c:v>
                </c:pt>
                <c:pt idx="871">
                  <c:v>0.158505268671</c:v>
                </c:pt>
                <c:pt idx="872">
                  <c:v>0.158968985784</c:v>
                </c:pt>
                <c:pt idx="873">
                  <c:v>0.159430441253</c:v>
                </c:pt>
                <c:pt idx="874">
                  <c:v>0.15988953402</c:v>
                </c:pt>
                <c:pt idx="875">
                  <c:v>0.160346163733</c:v>
                </c:pt>
                <c:pt idx="876">
                  <c:v>0.160800230824</c:v>
                </c:pt>
                <c:pt idx="877">
                  <c:v>0.161251636591</c:v>
                </c:pt>
                <c:pt idx="878">
                  <c:v>0.161700283276</c:v>
                </c:pt>
                <c:pt idx="879">
                  <c:v>0.162146074131</c:v>
                </c:pt>
                <c:pt idx="880">
                  <c:v>0.16258891349</c:v>
                </c:pt>
                <c:pt idx="881">
                  <c:v>0.163028706836</c:v>
                </c:pt>
                <c:pt idx="882">
                  <c:v>0.163465360853</c:v>
                </c:pt>
                <c:pt idx="883">
                  <c:v>0.163898783491</c:v>
                </c:pt>
                <c:pt idx="884">
                  <c:v>0.164328884012</c:v>
                </c:pt>
                <c:pt idx="885">
                  <c:v>0.164755573039</c:v>
                </c:pt>
                <c:pt idx="886">
                  <c:v>0.165178762601</c:v>
                </c:pt>
                <c:pt idx="887">
                  <c:v>0.165598366168</c:v>
                </c:pt>
                <c:pt idx="888">
                  <c:v>0.166014298693</c:v>
                </c:pt>
                <c:pt idx="889">
                  <c:v>0.166426476634</c:v>
                </c:pt>
                <c:pt idx="890">
                  <c:v>0.166834817989</c:v>
                </c:pt>
                <c:pt idx="891">
                  <c:v>0.167239242311</c:v>
                </c:pt>
                <c:pt idx="892">
                  <c:v>0.167639670733</c:v>
                </c:pt>
                <c:pt idx="893">
                  <c:v>0.168036025977</c:v>
                </c:pt>
                <c:pt idx="894">
                  <c:v>0.168428232372</c:v>
                </c:pt>
                <c:pt idx="895">
                  <c:v>0.168816215853</c:v>
                </c:pt>
                <c:pt idx="896">
                  <c:v>0.169199903972</c:v>
                </c:pt>
                <c:pt idx="897">
                  <c:v>0.169579225893</c:v>
                </c:pt>
                <c:pt idx="898">
                  <c:v>0.169954112395</c:v>
                </c:pt>
                <c:pt idx="899">
                  <c:v>0.170324495862</c:v>
                </c:pt>
                <c:pt idx="900">
                  <c:v>0.170690310276</c:v>
                </c:pt>
                <c:pt idx="901">
                  <c:v>0.171051491206</c:v>
                </c:pt>
                <c:pt idx="902">
                  <c:v>0.171407975794</c:v>
                </c:pt>
                <c:pt idx="903">
                  <c:v>0.171759702742</c:v>
                </c:pt>
                <c:pt idx="904">
                  <c:v>0.172106612287</c:v>
                </c:pt>
                <c:pt idx="905">
                  <c:v>0.172448646192</c:v>
                </c:pt>
                <c:pt idx="906">
                  <c:v>0.172785747712</c:v>
                </c:pt>
                <c:pt idx="907">
                  <c:v>0.173117861581</c:v>
                </c:pt>
                <c:pt idx="908">
                  <c:v>0.173444933982</c:v>
                </c:pt>
                <c:pt idx="909">
                  <c:v>0.173766912525</c:v>
                </c:pt>
                <c:pt idx="910">
                  <c:v>0.174083746216</c:v>
                </c:pt>
                <c:pt idx="911">
                  <c:v>0.174395385436</c:v>
                </c:pt>
                <c:pt idx="912">
                  <c:v>0.174701781905</c:v>
                </c:pt>
                <c:pt idx="913">
                  <c:v>0.175002888662</c:v>
                </c:pt>
                <c:pt idx="914">
                  <c:v>0.17529866003</c:v>
                </c:pt>
                <c:pt idx="915">
                  <c:v>0.175589051591</c:v>
                </c:pt>
                <c:pt idx="916">
                  <c:v>0.175874020157</c:v>
                </c:pt>
                <c:pt idx="917">
                  <c:v>0.176153523739</c:v>
                </c:pt>
                <c:pt idx="918">
                  <c:v>0.176427521524</c:v>
                </c:pt>
                <c:pt idx="919">
                  <c:v>0.176695973841</c:v>
                </c:pt>
                <c:pt idx="920">
                  <c:v>0.176958842141</c:v>
                </c:pt>
                <c:pt idx="921">
                  <c:v>0.177216088967</c:v>
                </c:pt>
                <c:pt idx="922">
                  <c:v>0.17746767793</c:v>
                </c:pt>
                <c:pt idx="923">
                  <c:v>0.177713573684</c:v>
                </c:pt>
                <c:pt idx="924">
                  <c:v>0.177953741905</c:v>
                </c:pt>
                <c:pt idx="925">
                  <c:v>0.17818814927</c:v>
                </c:pt>
                <c:pt idx="926">
                  <c:v>0.178416763433</c:v>
                </c:pt>
                <c:pt idx="927">
                  <c:v>0.178639553012</c:v>
                </c:pt>
                <c:pt idx="928">
                  <c:v>0.178856487567</c:v>
                </c:pt>
                <c:pt idx="929">
                  <c:v>0.179067537585</c:v>
                </c:pt>
                <c:pt idx="930">
                  <c:v>0.179272674472</c:v>
                </c:pt>
                <c:pt idx="931">
                  <c:v>0.179471870532</c:v>
                </c:pt>
                <c:pt idx="932">
                  <c:v>0.179665098966</c:v>
                </c:pt>
                <c:pt idx="933">
                  <c:v>0.179852333856</c:v>
                </c:pt>
                <c:pt idx="934">
                  <c:v>0.180033550164</c:v>
                </c:pt>
                <c:pt idx="935">
                  <c:v>0.180208723726</c:v>
                </c:pt>
                <c:pt idx="936">
                  <c:v>0.18037783125</c:v>
                </c:pt>
                <c:pt idx="937">
                  <c:v>0.180540850316</c:v>
                </c:pt>
                <c:pt idx="938">
                  <c:v>0.180697759377</c:v>
                </c:pt>
                <c:pt idx="939">
                  <c:v>0.180848537767</c:v>
                </c:pt>
                <c:pt idx="940">
                  <c:v>0.180993165701</c:v>
                </c:pt>
                <c:pt idx="941">
                  <c:v>0.181131624289</c:v>
                </c:pt>
                <c:pt idx="942">
                  <c:v>0.181263895544</c:v>
                </c:pt>
                <c:pt idx="943">
                  <c:v>0.181389962395</c:v>
                </c:pt>
                <c:pt idx="944">
                  <c:v>0.181509808704</c:v>
                </c:pt>
                <c:pt idx="945">
                  <c:v>0.181623419279</c:v>
                </c:pt>
                <c:pt idx="946">
                  <c:v>0.181730779897</c:v>
                </c:pt>
                <c:pt idx="947">
                  <c:v>0.181831877322</c:v>
                </c:pt>
                <c:pt idx="948">
                  <c:v>0.181926699332</c:v>
                </c:pt>
                <c:pt idx="949">
                  <c:v>0.182015234741</c:v>
                </c:pt>
                <c:pt idx="950">
                  <c:v>0.182097473425</c:v>
                </c:pt>
                <c:pt idx="951">
                  <c:v>0.182173406358</c:v>
                </c:pt>
                <c:pt idx="952">
                  <c:v>0.182243025632</c:v>
                </c:pt>
                <c:pt idx="953">
                  <c:v>0.182306324499</c:v>
                </c:pt>
                <c:pt idx="954">
                  <c:v>0.182363297402</c:v>
                </c:pt>
                <c:pt idx="955">
                  <c:v>0.182413940007</c:v>
                </c:pt>
                <c:pt idx="956">
                  <c:v>0.182458249247</c:v>
                </c:pt>
                <c:pt idx="957">
                  <c:v>0.182496223353</c:v>
                </c:pt>
                <c:pt idx="958">
                  <c:v>0.182527861902</c:v>
                </c:pt>
                <c:pt idx="959">
                  <c:v>0.182553165849</c:v>
                </c:pt>
                <c:pt idx="960">
                  <c:v>0.182572137577</c:v>
                </c:pt>
                <c:pt idx="961">
                  <c:v>0.182584780933</c:v>
                </c:pt>
                <c:pt idx="962">
                  <c:v>0.182591101276</c:v>
                </c:pt>
                <c:pt idx="963">
                  <c:v>0.182591105518</c:v>
                </c:pt>
                <c:pt idx="964">
                  <c:v>0.182584802172</c:v>
                </c:pt>
                <c:pt idx="965">
                  <c:v>0.18257220139</c:v>
                </c:pt>
                <c:pt idx="966">
                  <c:v>0.182553315014</c:v>
                </c:pt>
                <c:pt idx="967">
                  <c:v>0.182528156618</c:v>
                </c:pt>
                <c:pt idx="968">
                  <c:v>0.18249674155</c:v>
                </c:pt>
                <c:pt idx="969">
                  <c:v>0.182459086978</c:v>
                </c:pt>
                <c:pt idx="970">
                  <c:v>0.182415211931</c:v>
                </c:pt>
                <c:pt idx="971">
                  <c:v>0.182365137344</c:v>
                </c:pt>
                <c:pt idx="972">
                  <c:v>0.182308886091</c:v>
                </c:pt>
                <c:pt idx="973">
                  <c:v>0.182246483033</c:v>
                </c:pt>
                <c:pt idx="974">
                  <c:v>0.182177955049</c:v>
                </c:pt>
                <c:pt idx="975">
                  <c:v>0.182103331075</c:v>
                </c:pt>
                <c:pt idx="976">
                  <c:v>0.182022642133</c:v>
                </c:pt>
                <c:pt idx="977">
                  <c:v>0.181935921368</c:v>
                </c:pt>
                <c:pt idx="978">
                  <c:v>0.181843204071</c:v>
                </c:pt>
                <c:pt idx="979">
                  <c:v>0.181744527706</c:v>
                </c:pt>
                <c:pt idx="980">
                  <c:v>0.181639931936</c:v>
                </c:pt>
                <c:pt idx="981">
                  <c:v>0.181529458634</c:v>
                </c:pt>
                <c:pt idx="982">
                  <c:v>0.181413151908</c:v>
                </c:pt>
                <c:pt idx="983">
                  <c:v>0.181291058104</c:v>
                </c:pt>
                <c:pt idx="984">
                  <c:v>0.181163225821</c:v>
                </c:pt>
                <c:pt idx="985">
                  <c:v>0.181029705909</c:v>
                </c:pt>
                <c:pt idx="986">
                  <c:v>0.18089055147</c:v>
                </c:pt>
                <c:pt idx="987">
                  <c:v>0.180745817854</c:v>
                </c:pt>
                <c:pt idx="988">
                  <c:v>0.180595562646</c:v>
                </c:pt>
                <c:pt idx="989">
                  <c:v>0.180439845651</c:v>
                </c:pt>
                <c:pt idx="990">
                  <c:v>0.180278728875</c:v>
                </c:pt>
                <c:pt idx="991">
                  <c:v>0.180112276499</c:v>
                </c:pt>
                <c:pt idx="992">
                  <c:v>0.179940554845</c:v>
                </c:pt>
                <c:pt idx="993">
                  <c:v>0.179763632345</c:v>
                </c:pt>
                <c:pt idx="994">
                  <c:v>0.179581579491</c:v>
                </c:pt>
                <c:pt idx="995">
                  <c:v>0.179394468795</c:v>
                </c:pt>
                <c:pt idx="996">
                  <c:v>0.179202374729</c:v>
                </c:pt>
                <c:pt idx="997">
                  <c:v>0.179005373671</c:v>
                </c:pt>
                <c:pt idx="998">
                  <c:v>0.178803543836</c:v>
                </c:pt>
                <c:pt idx="999">
                  <c:v>0.178596965207</c:v>
                </c:pt>
                <c:pt idx="1000">
                  <c:v>0.178385719459</c:v>
                </c:pt>
                <c:pt idx="1001">
                  <c:v>0.17816988988</c:v>
                </c:pt>
                <c:pt idx="1002">
                  <c:v>0.177949561276</c:v>
                </c:pt>
                <c:pt idx="1003">
                  <c:v>0.177724819889</c:v>
                </c:pt>
                <c:pt idx="1004">
                  <c:v>0.177495753292</c:v>
                </c:pt>
                <c:pt idx="1005">
                  <c:v>0.17726245029</c:v>
                </c:pt>
                <c:pt idx="1006">
                  <c:v>0.177025000811</c:v>
                </c:pt>
                <c:pt idx="1007">
                  <c:v>0.176783495798</c:v>
                </c:pt>
                <c:pt idx="1008">
                  <c:v>0.176538027089</c:v>
                </c:pt>
                <c:pt idx="1009">
                  <c:v>0.176288687301</c:v>
                </c:pt>
                <c:pt idx="1010">
                  <c:v>0.176035569706</c:v>
                </c:pt>
                <c:pt idx="1011">
                  <c:v>0.175778768104</c:v>
                </c:pt>
                <c:pt idx="1012">
                  <c:v>0.175518376692</c:v>
                </c:pt>
                <c:pt idx="1013">
                  <c:v>0.175254489937</c:v>
                </c:pt>
                <c:pt idx="1014">
                  <c:v>0.174987202436</c:v>
                </c:pt>
                <c:pt idx="1015">
                  <c:v>0.174716608785</c:v>
                </c:pt>
                <c:pt idx="1016">
                  <c:v>0.174442803437</c:v>
                </c:pt>
                <c:pt idx="1017">
                  <c:v>0.174165880569</c:v>
                </c:pt>
                <c:pt idx="1018">
                  <c:v>0.173885933938</c:v>
                </c:pt>
                <c:pt idx="1019">
                  <c:v>0.173603056745</c:v>
                </c:pt>
                <c:pt idx="1020">
                  <c:v>0.173317341495</c:v>
                </c:pt>
                <c:pt idx="1021">
                  <c:v>0.173028879857</c:v>
                </c:pt>
                <c:pt idx="1022">
                  <c:v>0.17273776253</c:v>
                </c:pt>
                <c:pt idx="1023">
                  <c:v>0.172444079104</c:v>
                </c:pt>
                <c:pt idx="1024">
                  <c:v>0.172147917929</c:v>
                </c:pt>
                <c:pt idx="1025">
                  <c:v>0.171849365979</c:v>
                </c:pt>
                <c:pt idx="1026">
                  <c:v>0.171548508728</c:v>
                </c:pt>
                <c:pt idx="1027">
                  <c:v>0.171245430019</c:v>
                </c:pt>
                <c:pt idx="1028">
                  <c:v>0.170940211944</c:v>
                </c:pt>
                <c:pt idx="1029">
                  <c:v>0.170632934722</c:v>
                </c:pt>
                <c:pt idx="1030">
                  <c:v>0.170323676587</c:v>
                </c:pt>
                <c:pt idx="1031">
                  <c:v>0.170012513673</c:v>
                </c:pt>
                <c:pt idx="1032">
                  <c:v>0.16969951991</c:v>
                </c:pt>
                <c:pt idx="1033">
                  <c:v>0.169384766922</c:v>
                </c:pt>
                <c:pt idx="1034">
                  <c:v>0.169068323925</c:v>
                </c:pt>
                <c:pt idx="1035">
                  <c:v>0.168750257643</c:v>
                </c:pt>
                <c:pt idx="1036">
                  <c:v>0.168430632213</c:v>
                </c:pt>
                <c:pt idx="1037">
                  <c:v>0.168109509112</c:v>
                </c:pt>
                <c:pt idx="1038">
                  <c:v>0.167786947072</c:v>
                </c:pt>
                <c:pt idx="1039">
                  <c:v>0.167463002018</c:v>
                </c:pt>
                <c:pt idx="1040">
                  <c:v>0.167137726999</c:v>
                </c:pt>
                <c:pt idx="1041">
                  <c:v>0.166811172131</c:v>
                </c:pt>
                <c:pt idx="1042">
                  <c:v>0.166483384543</c:v>
                </c:pt>
                <c:pt idx="1043">
                  <c:v>0.166154408333</c:v>
                </c:pt>
                <c:pt idx="1044">
                  <c:v>0.165824284521</c:v>
                </c:pt>
                <c:pt idx="1045">
                  <c:v>0.165493051021</c:v>
                </c:pt>
                <c:pt idx="1046">
                  <c:v>0.165160742605</c:v>
                </c:pt>
                <c:pt idx="1047">
                  <c:v>0.164827390882</c:v>
                </c:pt>
                <c:pt idx="1048">
                  <c:v>0.164493024278</c:v>
                </c:pt>
                <c:pt idx="1049">
                  <c:v>0.164157668024</c:v>
                </c:pt>
                <c:pt idx="1050">
                  <c:v>0.163821344148</c:v>
                </c:pt>
                <c:pt idx="1051">
                  <c:v>0.163484071472</c:v>
                </c:pt>
                <c:pt idx="1052">
                  <c:v>0.163145865612</c:v>
                </c:pt>
                <c:pt idx="1053">
                  <c:v>0.162806738991</c:v>
                </c:pt>
                <c:pt idx="1054">
                  <c:v>0.162466700847</c:v>
                </c:pt>
                <c:pt idx="1055">
                  <c:v>0.162125757249</c:v>
                </c:pt>
                <c:pt idx="1056">
                  <c:v>0.16178391112</c:v>
                </c:pt>
                <c:pt idx="1057">
                  <c:v>0.161441162262</c:v>
                </c:pt>
                <c:pt idx="1058">
                  <c:v>0.161097507385</c:v>
                </c:pt>
                <c:pt idx="1059">
                  <c:v>0.160752940141</c:v>
                </c:pt>
                <c:pt idx="1060">
                  <c:v>0.160407451158</c:v>
                </c:pt>
                <c:pt idx="1061">
                  <c:v>0.160061028087</c:v>
                </c:pt>
                <c:pt idx="1062">
                  <c:v>0.159713655636</c:v>
                </c:pt>
                <c:pt idx="1063">
                  <c:v>0.159365315626</c:v>
                </c:pt>
                <c:pt idx="1064">
                  <c:v>0.159015987038</c:v>
                </c:pt>
                <c:pt idx="1065">
                  <c:v>0.158665646064</c:v>
                </c:pt>
                <c:pt idx="1066">
                  <c:v>0.158314266165</c:v>
                </c:pt>
                <c:pt idx="1067">
                  <c:v>0.157961818127</c:v>
                </c:pt>
                <c:pt idx="1068">
                  <c:v>0.157608270124</c:v>
                </c:pt>
                <c:pt idx="1069">
                  <c:v>0.157253587779</c:v>
                </c:pt>
                <c:pt idx="1070">
                  <c:v>0.15689773423</c:v>
                </c:pt>
                <c:pt idx="1071">
                  <c:v>0.156540670195</c:v>
                </c:pt>
                <c:pt idx="1072">
                  <c:v>0.156182354043</c:v>
                </c:pt>
                <c:pt idx="1073">
                  <c:v>0.155822741865</c:v>
                </c:pt>
                <c:pt idx="1074">
                  <c:v>0.155461787542</c:v>
                </c:pt>
                <c:pt idx="1075">
                  <c:v>0.155099442824</c:v>
                </c:pt>
                <c:pt idx="1076">
                  <c:v>0.154735657401</c:v>
                </c:pt>
                <c:pt idx="1077">
                  <c:v>0.154370378985</c:v>
                </c:pt>
                <c:pt idx="1078">
                  <c:v>0.154003553382</c:v>
                </c:pt>
                <c:pt idx="1079">
                  <c:v>0.153635124574</c:v>
                </c:pt>
                <c:pt idx="1080">
                  <c:v>0.153265034802</c:v>
                </c:pt>
                <c:pt idx="1081">
                  <c:v>0.152893224643</c:v>
                </c:pt>
                <c:pt idx="1082">
                  <c:v>0.152519633097</c:v>
                </c:pt>
                <c:pt idx="1083">
                  <c:v>0.15214419767</c:v>
                </c:pt>
                <c:pt idx="1084">
                  <c:v>0.151766854459</c:v>
                </c:pt>
                <c:pt idx="1085">
                  <c:v>0.151387538235</c:v>
                </c:pt>
                <c:pt idx="1086">
                  <c:v>0.151006182537</c:v>
                </c:pt>
                <c:pt idx="1087">
                  <c:v>0.150622719756</c:v>
                </c:pt>
                <c:pt idx="1088">
                  <c:v>0.150237081224</c:v>
                </c:pt>
                <c:pt idx="1089">
                  <c:v>0.149849197308</c:v>
                </c:pt>
                <c:pt idx="1090">
                  <c:v>0.149458997497</c:v>
                </c:pt>
                <c:pt idx="1091">
                  <c:v>0.1490664105</c:v>
                </c:pt>
                <c:pt idx="1092">
                  <c:v>0.148671364336</c:v>
                </c:pt>
                <c:pt idx="1093">
                  <c:v>0.148273786429</c:v>
                </c:pt>
                <c:pt idx="1094">
                  <c:v>0.147873603707</c:v>
                </c:pt>
                <c:pt idx="1095">
                  <c:v>0.147470742696</c:v>
                </c:pt>
                <c:pt idx="1096">
                  <c:v>0.147065129621</c:v>
                </c:pt>
                <c:pt idx="1097">
                  <c:v>0.146656690505</c:v>
                </c:pt>
                <c:pt idx="1098">
                  <c:v>0.146245351266</c:v>
                </c:pt>
                <c:pt idx="1099">
                  <c:v>0.145831037827</c:v>
                </c:pt>
                <c:pt idx="1100">
                  <c:v>0.145413676211</c:v>
                </c:pt>
                <c:pt idx="1101">
                  <c:v>0.144993192651</c:v>
                </c:pt>
                <c:pt idx="1102">
                  <c:v>0.144569513692</c:v>
                </c:pt>
                <c:pt idx="1103">
                  <c:v>0.144142566302</c:v>
                </c:pt>
                <c:pt idx="1104">
                  <c:v>0.143712277977</c:v>
                </c:pt>
                <c:pt idx="1105">
                  <c:v>0.143278576852</c:v>
                </c:pt>
                <c:pt idx="1106">
                  <c:v>0.142841391811</c:v>
                </c:pt>
                <c:pt idx="1107">
                  <c:v>0.142400652598</c:v>
                </c:pt>
                <c:pt idx="1108">
                  <c:v>0.141956289935</c:v>
                </c:pt>
                <c:pt idx="1109">
                  <c:v>0.141508235629</c:v>
                </c:pt>
                <c:pt idx="1110">
                  <c:v>0.141056422692</c:v>
                </c:pt>
                <c:pt idx="1111">
                  <c:v>0.140600785458</c:v>
                </c:pt>
                <c:pt idx="1112">
                  <c:v>0.140141259695</c:v>
                </c:pt>
                <c:pt idx="1113">
                  <c:v>0.13967778273</c:v>
                </c:pt>
                <c:pt idx="1114">
                  <c:v>0.139210293564</c:v>
                </c:pt>
                <c:pt idx="1115">
                  <c:v>0.138738732991</c:v>
                </c:pt>
                <c:pt idx="1116">
                  <c:v>0.138263043721</c:v>
                </c:pt>
                <c:pt idx="1117">
                  <c:v>0.137783170498</c:v>
                </c:pt>
                <c:pt idx="1118">
                  <c:v>0.137299060224</c:v>
                </c:pt>
                <c:pt idx="1119">
                  <c:v>0.136810662078</c:v>
                </c:pt>
                <c:pt idx="1120">
                  <c:v>0.136317927635</c:v>
                </c:pt>
                <c:pt idx="1121">
                  <c:v>0.135820810993</c:v>
                </c:pt>
                <c:pt idx="1122">
                  <c:v>0.135319268889</c:v>
                </c:pt>
                <c:pt idx="1123">
                  <c:v>0.134813260818</c:v>
                </c:pt>
                <c:pt idx="1124">
                  <c:v>0.134302749155</c:v>
                </c:pt>
                <c:pt idx="1125">
                  <c:v>0.133787699273</c:v>
                </c:pt>
                <c:pt idx="1126">
                  <c:v>0.133268079657</c:v>
                </c:pt>
                <c:pt idx="1127">
                  <c:v>0.132743862021</c:v>
                </c:pt>
                <c:pt idx="1128">
                  <c:v>0.132215021421</c:v>
                </c:pt>
                <c:pt idx="1129">
                  <c:v>0.131681536365</c:v>
                </c:pt>
                <c:pt idx="1130">
                  <c:v>0.131143388921</c:v>
                </c:pt>
                <c:pt idx="1131">
                  <c:v>0.130600564827</c:v>
                </c:pt>
                <c:pt idx="1132">
                  <c:v>0.130053053588</c:v>
                </c:pt>
                <c:pt idx="1133">
                  <c:v>0.129500848576</c:v>
                </c:pt>
                <c:pt idx="1134">
                  <c:v>0.128943947129</c:v>
                </c:pt>
                <c:pt idx="1135">
                  <c:v>0.128382350638</c:v>
                </c:pt>
                <c:pt idx="1136">
                  <c:v>0.127816064634</c:v>
                </c:pt>
                <c:pt idx="1137">
                  <c:v>0.127245098874</c:v>
                </c:pt>
                <c:pt idx="1138">
                  <c:v>0.12666946741</c:v>
                </c:pt>
                <c:pt idx="1139">
                  <c:v>0.126089188665</c:v>
                </c:pt>
                <c:pt idx="1140">
                  <c:v>0.125504285496</c:v>
                </c:pt>
                <c:pt idx="1141">
                  <c:v>0.124914785253</c:v>
                </c:pt>
                <c:pt idx="1142">
                  <c:v>0.124320719828</c:v>
                </c:pt>
                <c:pt idx="1143">
                  <c:v>0.123722125703</c:v>
                </c:pt>
                <c:pt idx="1144">
                  <c:v>0.123119043985</c:v>
                </c:pt>
                <c:pt idx="1145">
                  <c:v>0.122511520435</c:v>
                </c:pt>
                <c:pt idx="1146">
                  <c:v>0.121899605492</c:v>
                </c:pt>
                <c:pt idx="1147">
                  <c:v>0.121283354283</c:v>
                </c:pt>
                <c:pt idx="1148">
                  <c:v>0.120662826626</c:v>
                </c:pt>
                <c:pt idx="1149">
                  <c:v>0.12003808703</c:v>
                </c:pt>
                <c:pt idx="1150">
                  <c:v>0.119409204679</c:v>
                </c:pt>
                <c:pt idx="1151">
                  <c:v>0.118776253408</c:v>
                </c:pt>
                <c:pt idx="1152">
                  <c:v>0.118139311671</c:v>
                </c:pt>
                <c:pt idx="1153">
                  <c:v>0.117498462501</c:v>
                </c:pt>
                <c:pt idx="1154">
                  <c:v>0.116853793456</c:v>
                </c:pt>
                <c:pt idx="1155">
                  <c:v>0.116205396555</c:v>
                </c:pt>
                <c:pt idx="1156">
                  <c:v>0.115553368213</c:v>
                </c:pt>
                <c:pt idx="1157">
                  <c:v>0.114897809153</c:v>
                </c:pt>
                <c:pt idx="1158">
                  <c:v>0.11423882432</c:v>
                </c:pt>
                <c:pt idx="1159">
                  <c:v>0.113576522777</c:v>
                </c:pt>
                <c:pt idx="1160">
                  <c:v>0.112911017595</c:v>
                </c:pt>
                <c:pt idx="1161">
                  <c:v>0.112242425732</c:v>
                </c:pt>
                <c:pt idx="1162">
                  <c:v>0.111570867908</c:v>
                </c:pt>
                <c:pt idx="1163">
                  <c:v>0.110896468461</c:v>
                </c:pt>
                <c:pt idx="1164">
                  <c:v>0.110219355205</c:v>
                </c:pt>
                <c:pt idx="1165">
                  <c:v>0.109539659273</c:v>
                </c:pt>
                <c:pt idx="1166">
                  <c:v>0.108857514951</c:v>
                </c:pt>
                <c:pt idx="1167">
                  <c:v>0.108173059512</c:v>
                </c:pt>
                <c:pt idx="1168">
                  <c:v>0.107486433036</c:v>
                </c:pt>
                <c:pt idx="1169">
                  <c:v>0.106797778222</c:v>
                </c:pt>
                <c:pt idx="1170">
                  <c:v>0.106107240202</c:v>
                </c:pt>
                <c:pt idx="1171">
                  <c:v>0.105414966343</c:v>
                </c:pt>
                <c:pt idx="1172">
                  <c:v>0.104721106045</c:v>
                </c:pt>
                <c:pt idx="1173">
                  <c:v>0.104025810534</c:v>
                </c:pt>
                <c:pt idx="1174">
                  <c:v>0.103329232655</c:v>
                </c:pt>
                <c:pt idx="1175">
                  <c:v>0.102631526656</c:v>
                </c:pt>
                <c:pt idx="1176">
                  <c:v>0.101932847975</c:v>
                </c:pt>
                <c:pt idx="1177">
                  <c:v>0.101233353021</c:v>
                </c:pt>
                <c:pt idx="1178">
                  <c:v>0.100533198957</c:v>
                </c:pt>
                <c:pt idx="1179">
                  <c:v>0.0998325434799</c:v>
                </c:pt>
                <c:pt idx="1180">
                  <c:v>0.0991315446006</c:v>
                </c:pt>
                <c:pt idx="1181">
                  <c:v>0.0984303604277</c:v>
                </c:pt>
                <c:pt idx="1182">
                  <c:v>0.0977291489502</c:v>
                </c:pt>
                <c:pt idx="1183">
                  <c:v>0.0970280678223</c:v>
                </c:pt>
                <c:pt idx="1184">
                  <c:v>0.0963272741526</c:v>
                </c:pt>
                <c:pt idx="1185">
                  <c:v>0.0956269242947</c:v>
                </c:pt>
                <c:pt idx="1186">
                  <c:v>0.0949271736436</c:v>
                </c:pt>
                <c:pt idx="1187">
                  <c:v>0.0942281764351</c:v>
                </c:pt>
                <c:pt idx="1188">
                  <c:v>0.0935300855515</c:v>
                </c:pt>
                <c:pt idx="1189">
                  <c:v>0.0928330523319</c:v>
                </c:pt>
                <c:pt idx="1190">
                  <c:v>0.0921372263894</c:v>
                </c:pt>
                <c:pt idx="1191">
                  <c:v>0.0914427554342</c:v>
                </c:pt>
                <c:pt idx="1192">
                  <c:v>0.0907497851037</c:v>
                </c:pt>
                <c:pt idx="1193">
                  <c:v>0.0900584588007</c:v>
                </c:pt>
                <c:pt idx="1194">
                  <c:v>0.0893689175379</c:v>
                </c:pt>
                <c:pt idx="1195">
                  <c:v>0.0886812997913</c:v>
                </c:pt>
                <c:pt idx="1196">
                  <c:v>0.0879957413616</c:v>
                </c:pt>
                <c:pt idx="1197">
                  <c:v>0.0873123752439</c:v>
                </c:pt>
                <c:pt idx="1198">
                  <c:v>0.0866313315057</c:v>
                </c:pt>
                <c:pt idx="1199">
                  <c:v>0.0859527371741</c:v>
                </c:pt>
                <c:pt idx="1200">
                  <c:v>0.0852767161319</c:v>
                </c:pt>
                <c:pt idx="1201">
                  <c:v>0.0846033890213</c:v>
                </c:pt>
                <c:pt idx="1202">
                  <c:v>0.0839328731584</c:v>
                </c:pt>
                <c:pt idx="1203">
                  <c:v>0.083265282455</c:v>
                </c:pt>
                <c:pt idx="1204">
                  <c:v>0.08260072735</c:v>
                </c:pt>
                <c:pt idx="1205">
                  <c:v>0.0819393147493</c:v>
                </c:pt>
                <c:pt idx="1206">
                  <c:v>0.081281147974</c:v>
                </c:pt>
                <c:pt idx="1207">
                  <c:v>0.0806263267179</c:v>
                </c:pt>
                <c:pt idx="1208">
                  <c:v>0.0799749470121</c:v>
                </c:pt>
                <c:pt idx="1209">
                  <c:v>0.0793271011992</c:v>
                </c:pt>
                <c:pt idx="1210">
                  <c:v>0.0786828779136</c:v>
                </c:pt>
                <c:pt idx="1211">
                  <c:v>0.078042362071</c:v>
                </c:pt>
                <c:pt idx="1212">
                  <c:v>0.0774056348646</c:v>
                </c:pt>
                <c:pt idx="1213">
                  <c:v>0.0767727737679</c:v>
                </c:pt>
                <c:pt idx="1214">
                  <c:v>0.0761438525456</c:v>
                </c:pt>
                <c:pt idx="1215">
                  <c:v>0.0755189412696</c:v>
                </c:pt>
                <c:pt idx="1216">
                  <c:v>0.0748981063422</c:v>
                </c:pt>
                <c:pt idx="1217">
                  <c:v>0.0742814105247</c:v>
                </c:pt>
                <c:pt idx="1218">
                  <c:v>0.0736689129717</c:v>
                </c:pt>
                <c:pt idx="1219">
                  <c:v>0.0730606692705</c:v>
                </c:pt>
                <c:pt idx="1220">
                  <c:v>0.0724567314856</c:v>
                </c:pt>
                <c:pt idx="1221">
                  <c:v>0.0718571482075</c:v>
                </c:pt>
                <c:pt idx="1222">
                  <c:v>0.0712619646059</c:v>
                </c:pt>
                <c:pt idx="1223">
                  <c:v>0.0706712224866</c:v>
                </c:pt>
                <c:pt idx="1224">
                  <c:v>0.0700849603525</c:v>
                </c:pt>
                <c:pt idx="1225">
                  <c:v>0.0695032134667</c:v>
                </c:pt>
                <c:pt idx="1226">
                  <c:v>0.0689260139203</c:v>
                </c:pt>
                <c:pt idx="1227">
                  <c:v>0.0683533907008</c:v>
                </c:pt>
                <c:pt idx="1228">
                  <c:v>0.0677853697646</c:v>
                </c:pt>
                <c:pt idx="1229">
                  <c:v>0.0672219741104</c:v>
                </c:pt>
                <c:pt idx="1230">
                  <c:v>0.0666632238546</c:v>
                </c:pt>
                <c:pt idx="1231">
                  <c:v>0.0661091363089</c:v>
                </c:pt>
                <c:pt idx="1232">
                  <c:v>0.065559726058</c:v>
                </c:pt>
                <c:pt idx="1233">
                  <c:v>0.0650150050391</c:v>
                </c:pt>
                <c:pt idx="1234">
                  <c:v>0.0644749826219</c:v>
                </c:pt>
                <c:pt idx="1235">
                  <c:v>0.0639396656892</c:v>
                </c:pt>
                <c:pt idx="1236">
                  <c:v>0.0634090587174</c:v>
                </c:pt>
                <c:pt idx="1237">
                  <c:v>0.0628831638579</c:v>
                </c:pt>
                <c:pt idx="1238">
                  <c:v>0.0623619810178</c:v>
                </c:pt>
                <c:pt idx="1239">
                  <c:v>0.0618455079403</c:v>
                </c:pt>
                <c:pt idx="1240">
                  <c:v>0.0613337402855</c:v>
                </c:pt>
                <c:pt idx="1241">
                  <c:v>0.0608266717093</c:v>
                </c:pt>
                <c:pt idx="1242">
                  <c:v>0.060324293943</c:v>
                </c:pt>
                <c:pt idx="1243">
                  <c:v>0.0598265968711</c:v>
                </c:pt>
                <c:pt idx="1244">
                  <c:v>0.0593335686083</c:v>
                </c:pt>
                <c:pt idx="1245">
                  <c:v>0.0588451955761</c:v>
                </c:pt>
                <c:pt idx="1246">
                  <c:v>0.058361462577</c:v>
                </c:pt>
                <c:pt idx="1247">
                  <c:v>0.0578823528686</c:v>
                </c:pt>
                <c:pt idx="1248">
                  <c:v>0.057407848236</c:v>
                </c:pt>
                <c:pt idx="1249">
                  <c:v>0.0569379290621</c:v>
                </c:pt>
                <c:pt idx="1250">
                  <c:v>0.0564725743979</c:v>
                </c:pt>
                <c:pt idx="1251">
                  <c:v>0.0560117620295</c:v>
                </c:pt>
                <c:pt idx="1252">
                  <c:v>0.055555468545</c:v>
                </c:pt>
                <c:pt idx="1253">
                  <c:v>0.0551036693993</c:v>
                </c:pt>
                <c:pt idx="1254">
                  <c:v>0.0546563389765</c:v>
                </c:pt>
                <c:pt idx="1255">
                  <c:v>0.054213450652</c:v>
                </c:pt>
                <c:pt idx="1256">
                  <c:v>0.0537749768518</c:v>
                </c:pt>
                <c:pt idx="1257">
                  <c:v>0.0533408891107</c:v>
                </c:pt>
                <c:pt idx="1258">
                  <c:v>0.0529111581286</c:v>
                </c:pt>
                <c:pt idx="1259">
                  <c:v>0.0524857538249</c:v>
                </c:pt>
                <c:pt idx="1260">
                  <c:v>0.0520646453914</c:v>
                </c:pt>
                <c:pt idx="1261">
                  <c:v>0.0516478013435</c:v>
                </c:pt>
                <c:pt idx="1262">
                  <c:v>0.0512351895699</c:v>
                </c:pt>
                <c:pt idx="1263">
                  <c:v>0.0508267773798</c:v>
                </c:pt>
                <c:pt idx="1264">
                  <c:v>0.0504225315496</c:v>
                </c:pt>
                <c:pt idx="1265">
                  <c:v>0.0500224183666</c:v>
                </c:pt>
                <c:pt idx="1266">
                  <c:v>0.0496264036727</c:v>
                </c:pt>
                <c:pt idx="1267">
                  <c:v>0.0492344529047</c:v>
                </c:pt>
                <c:pt idx="1268">
                  <c:v>0.0488465311347</c:v>
                </c:pt>
                <c:pt idx="1269">
                  <c:v>0.0484626031074</c:v>
                </c:pt>
                <c:pt idx="1270">
                  <c:v>0.0480826332772</c:v>
                </c:pt>
                <c:pt idx="1271">
                  <c:v>0.0477065858431</c:v>
                </c:pt>
                <c:pt idx="1272">
                  <c:v>0.047334424782</c:v>
                </c:pt>
                <c:pt idx="1273">
                  <c:v>0.046966113881</c:v>
                </c:pt>
                <c:pt idx="1274">
                  <c:v>0.0466016167684</c:v>
                </c:pt>
                <c:pt idx="1275">
                  <c:v>0.0462408969426</c:v>
                </c:pt>
                <c:pt idx="1276">
                  <c:v>0.0458839178005</c:v>
                </c:pt>
                <c:pt idx="1277">
                  <c:v>0.0455306426643</c:v>
                </c:pt>
                <c:pt idx="1278">
                  <c:v>0.0451810348065</c:v>
                </c:pt>
                <c:pt idx="1279">
                  <c:v>0.044835057475</c:v>
                </c:pt>
                <c:pt idx="1280">
                  <c:v>0.0444926739155</c:v>
                </c:pt>
                <c:pt idx="1281">
                  <c:v>0.0441538473937</c:v>
                </c:pt>
                <c:pt idx="1282">
                  <c:v>0.0438185412164</c:v>
                </c:pt>
                <c:pt idx="1283">
                  <c:v>0.043486718751</c:v>
                </c:pt>
                <c:pt idx="1284">
                  <c:v>0.0431583434442</c:v>
                </c:pt>
                <c:pt idx="1285">
                  <c:v>0.0428333788399</c:v>
                </c:pt>
                <c:pt idx="1286">
                  <c:v>0.0425117885961</c:v>
                </c:pt>
                <c:pt idx="1287">
                  <c:v>0.0421935365001</c:v>
                </c:pt>
                <c:pt idx="1288">
                  <c:v>0.0418785864844</c:v>
                </c:pt>
                <c:pt idx="1289">
                  <c:v>0.0415669026399</c:v>
                </c:pt>
                <c:pt idx="1290">
                  <c:v>0.0412584492296</c:v>
                </c:pt>
                <c:pt idx="1291">
                  <c:v>0.0409531907007</c:v>
                </c:pt>
                <c:pt idx="1292">
                  <c:v>0.0406510916968</c:v>
                </c:pt>
                <c:pt idx="1293">
                  <c:v>0.040352117068</c:v>
                </c:pt>
                <c:pt idx="1294">
                  <c:v>0.0400562318818</c:v>
                </c:pt>
                <c:pt idx="1295">
                  <c:v>0.0397634014322</c:v>
                </c:pt>
                <c:pt idx="1296">
                  <c:v>0.0394735912486</c:v>
                </c:pt>
                <c:pt idx="1297">
                  <c:v>0.0391867671043</c:v>
                </c:pt>
                <c:pt idx="1298">
                  <c:v>0.0389028950237</c:v>
                </c:pt>
                <c:pt idx="1299">
                  <c:v>0.0386219412895</c:v>
                </c:pt>
                <c:pt idx="1300">
                  <c:v>0.0383438724493</c:v>
                </c:pt>
                <c:pt idx="1301">
                  <c:v>0.0380686553214</c:v>
                </c:pt>
                <c:pt idx="1302">
                  <c:v>0.0377962570003</c:v>
                </c:pt>
                <c:pt idx="1303">
                  <c:v>0.0375266448615</c:v>
                </c:pt>
                <c:pt idx="1304">
                  <c:v>0.0372597865664</c:v>
                </c:pt>
                <c:pt idx="1305">
                  <c:v>0.0369956500659</c:v>
                </c:pt>
                <c:pt idx="1306">
                  <c:v>0.0367342036046</c:v>
                </c:pt>
                <c:pt idx="1307">
                  <c:v>0.0364754157232</c:v>
                </c:pt>
                <c:pt idx="1308">
                  <c:v>0.0362192552623</c:v>
                </c:pt>
                <c:pt idx="1309">
                  <c:v>0.0359656913643</c:v>
                </c:pt>
                <c:pt idx="1310">
                  <c:v>0.0357146934757</c:v>
                </c:pt>
                <c:pt idx="1311">
                  <c:v>0.0354662313492</c:v>
                </c:pt>
                <c:pt idx="1312">
                  <c:v>0.0352202750446</c:v>
                </c:pt>
                <c:pt idx="1313">
                  <c:v>0.0349767949309</c:v>
                </c:pt>
                <c:pt idx="1314">
                  <c:v>0.0347357616865</c:v>
                </c:pt>
                <c:pt idx="1315">
                  <c:v>0.0344971463003</c:v>
                </c:pt>
                <c:pt idx="1316">
                  <c:v>0.0342609200718</c:v>
                </c:pt>
                <c:pt idx="1317">
                  <c:v>0.0340270546119</c:v>
                </c:pt>
                <c:pt idx="1318">
                  <c:v>0.0337955218422</c:v>
                </c:pt>
                <c:pt idx="1319">
                  <c:v>0.0335662939951</c:v>
                </c:pt>
                <c:pt idx="1320">
                  <c:v>0.0333393436137</c:v>
                </c:pt>
                <c:pt idx="1321">
                  <c:v>0.0331146435503</c:v>
                </c:pt>
                <c:pt idx="1322">
                  <c:v>0.0328921669666</c:v>
                </c:pt>
                <c:pt idx="1323">
                  <c:v>0.0326718873321</c:v>
                </c:pt>
                <c:pt idx="1324">
                  <c:v>0.0324537784232</c:v>
                </c:pt>
                <c:pt idx="1325">
                  <c:v>0.0322378143219</c:v>
                </c:pt>
                <c:pt idx="1326">
                  <c:v>0.0320239694145</c:v>
                </c:pt>
                <c:pt idx="1327">
                  <c:v>0.03181221839</c:v>
                </c:pt>
                <c:pt idx="1328">
                  <c:v>0.0316025362385</c:v>
                </c:pt>
                <c:pt idx="1329">
                  <c:v>0.0313948982494</c:v>
                </c:pt>
                <c:pt idx="1330">
                  <c:v>0.0311892800095</c:v>
                </c:pt>
                <c:pt idx="1331">
                  <c:v>0.0309856574013</c:v>
                </c:pt>
                <c:pt idx="1332">
                  <c:v>0.0307840066007</c:v>
                </c:pt>
                <c:pt idx="1333">
                  <c:v>0.0305843040749</c:v>
                </c:pt>
                <c:pt idx="1334">
                  <c:v>0.0303865265803</c:v>
                </c:pt>
                <c:pt idx="1335">
                  <c:v>0.0301906511602</c:v>
                </c:pt>
                <c:pt idx="1336">
                  <c:v>0.0299966551426</c:v>
                </c:pt>
                <c:pt idx="1337">
                  <c:v>0.0298045161376</c:v>
                </c:pt>
                <c:pt idx="1338">
                  <c:v>0.0296142120349</c:v>
                </c:pt>
                <c:pt idx="1339">
                  <c:v>0.0294257210016</c:v>
                </c:pt>
                <c:pt idx="1340">
                  <c:v>0.0292390214795</c:v>
                </c:pt>
                <c:pt idx="1341">
                  <c:v>0.0290540921825</c:v>
                </c:pt>
                <c:pt idx="1342">
                  <c:v>0.028870912094</c:v>
                </c:pt>
                <c:pt idx="1343">
                  <c:v>0.0286894604645</c:v>
                </c:pt>
                <c:pt idx="1344">
                  <c:v>0.0285097168084</c:v>
                </c:pt>
                <c:pt idx="1345">
                  <c:v>0.0283316609018</c:v>
                </c:pt>
                <c:pt idx="1346">
                  <c:v>0.0281552727797</c:v>
                </c:pt>
                <c:pt idx="1347">
                  <c:v>0.027980532733</c:v>
                </c:pt>
                <c:pt idx="1348">
                  <c:v>0.0278074213062</c:v>
                </c:pt>
                <c:pt idx="1349">
                  <c:v>0.0276359192941</c:v>
                </c:pt>
                <c:pt idx="1350">
                  <c:v>0.0274660077395</c:v>
                </c:pt>
                <c:pt idx="1351">
                  <c:v>0.0272976679303</c:v>
                </c:pt>
                <c:pt idx="1352">
                  <c:v>0.0271308813967</c:v>
                </c:pt>
                <c:pt idx="1353">
                  <c:v>0.0269656299085</c:v>
                </c:pt>
                <c:pt idx="1354">
                  <c:v>0.026801895472</c:v>
                </c:pt>
                <c:pt idx="1355">
                  <c:v>0.0266396603278</c:v>
                </c:pt>
                <c:pt idx="1356">
                  <c:v>0.0264789069476</c:v>
                </c:pt>
                <c:pt idx="1357">
                  <c:v>0.0263196180316</c:v>
                </c:pt>
                <c:pt idx="1358">
                  <c:v>0.0261617765059</c:v>
                </c:pt>
                <c:pt idx="1359">
                  <c:v>0.0260053655194</c:v>
                </c:pt>
                <c:pt idx="1360">
                  <c:v>0.0258503684414</c:v>
                </c:pt>
                <c:pt idx="1361">
                  <c:v>0.0256967688589</c:v>
                </c:pt>
                <c:pt idx="1362">
                  <c:v>0.0255445505736</c:v>
                </c:pt>
                <c:pt idx="1363">
                  <c:v>0.0253936975996</c:v>
                </c:pt>
                <c:pt idx="1364">
                  <c:v>0.0252441941605</c:v>
                </c:pt>
                <c:pt idx="1365">
                  <c:v>0.0250960246868</c:v>
                </c:pt>
                <c:pt idx="1366">
                  <c:v>0.0249491738132</c:v>
                </c:pt>
                <c:pt idx="1367">
                  <c:v>0.0248036263763</c:v>
                </c:pt>
                <c:pt idx="1368">
                  <c:v>0.0246593674116</c:v>
                </c:pt>
                <c:pt idx="1369">
                  <c:v>0.0245163821514</c:v>
                </c:pt>
                <c:pt idx="1370">
                  <c:v>0.0243746560216</c:v>
                </c:pt>
                <c:pt idx="1371">
                  <c:v>0.02423417464</c:v>
                </c:pt>
                <c:pt idx="1372">
                  <c:v>0.0240949238131</c:v>
                </c:pt>
                <c:pt idx="1373">
                  <c:v>0.0239568895339</c:v>
                </c:pt>
                <c:pt idx="1374">
                  <c:v>0.0238200579797</c:v>
                </c:pt>
                <c:pt idx="1375">
                  <c:v>0.023684415509</c:v>
                </c:pt>
                <c:pt idx="1376">
                  <c:v>0.0235499486599</c:v>
                </c:pt>
                <c:pt idx="1377">
                  <c:v>0.023416644147</c:v>
                </c:pt>
                <c:pt idx="1378">
                  <c:v>0.0232844888597</c:v>
                </c:pt>
                <c:pt idx="1379">
                  <c:v>0.0231534698592</c:v>
                </c:pt>
                <c:pt idx="1380">
                  <c:v>0.0230235743766</c:v>
                </c:pt>
                <c:pt idx="1381">
                  <c:v>0.0228947898108</c:v>
                </c:pt>
                <c:pt idx="1382">
                  <c:v>0.0227671037255</c:v>
                </c:pt>
                <c:pt idx="1383">
                  <c:v>0.0226405038479</c:v>
                </c:pt>
                <c:pt idx="1384">
                  <c:v>0.0225149780656</c:v>
                </c:pt>
                <c:pt idx="1385">
                  <c:v>0.0223905144251</c:v>
                </c:pt>
                <c:pt idx="1386">
                  <c:v>0.0222671011293</c:v>
                </c:pt>
                <c:pt idx="1387">
                  <c:v>0.0221447265354</c:v>
                </c:pt>
                <c:pt idx="1388">
                  <c:v>0.0220233791529</c:v>
                </c:pt>
                <c:pt idx="1389">
                  <c:v>0.0219030476412</c:v>
                </c:pt>
                <c:pt idx="1390">
                  <c:v>0.0217837208079</c:v>
                </c:pt>
                <c:pt idx="1391">
                  <c:v>0.0216653876066</c:v>
                </c:pt>
                <c:pt idx="1392">
                  <c:v>0.0215480371349</c:v>
                </c:pt>
                <c:pt idx="1393">
                  <c:v>0.0214316586324</c:v>
                </c:pt>
                <c:pt idx="1394">
                  <c:v>0.0213162414787</c:v>
                </c:pt>
                <c:pt idx="1395">
                  <c:v>0.0212017751914</c:v>
                </c:pt>
                <c:pt idx="1396">
                  <c:v>0.0210882494244</c:v>
                </c:pt>
                <c:pt idx="1397">
                  <c:v>0.0209756539658</c:v>
                </c:pt>
                <c:pt idx="1398">
                  <c:v>0.0208639787359</c:v>
                </c:pt>
                <c:pt idx="1399">
                  <c:v>0.0207532137859</c:v>
                </c:pt>
                <c:pt idx="1400">
                  <c:v>0.0206433492954</c:v>
                </c:pt>
                <c:pt idx="1401">
                  <c:v>0.020534375571</c:v>
                </c:pt>
                <c:pt idx="1402">
                  <c:v>0.0204262830443</c:v>
                </c:pt>
                <c:pt idx="1403">
                  <c:v>0.0203190622704</c:v>
                </c:pt>
                <c:pt idx="1404">
                  <c:v>0.020212703926</c:v>
                </c:pt>
                <c:pt idx="1405">
                  <c:v>0.0201071988076</c:v>
                </c:pt>
                <c:pt idx="1406">
                  <c:v>0.0200025378299</c:v>
                </c:pt>
                <c:pt idx="1407">
                  <c:v>0.0198987120242</c:v>
                </c:pt>
                <c:pt idx="1408">
                  <c:v>0.0197957125368</c:v>
                </c:pt>
                <c:pt idx="1409">
                  <c:v>0.0196935306269</c:v>
                </c:pt>
                <c:pt idx="1410">
                  <c:v>0.0195921576658</c:v>
                </c:pt>
                <c:pt idx="1411">
                  <c:v>0.0194915851346</c:v>
                </c:pt>
                <c:pt idx="1412">
                  <c:v>0.019391804623</c:v>
                </c:pt>
                <c:pt idx="1413">
                  <c:v>0.0192928078277</c:v>
                </c:pt>
                <c:pt idx="1414">
                  <c:v>0.0191945865507</c:v>
                </c:pt>
                <c:pt idx="1415">
                  <c:v>0.0190971326983</c:v>
                </c:pt>
                <c:pt idx="1416">
                  <c:v>0.019000438279</c:v>
                </c:pt>
                <c:pt idx="1417">
                  <c:v>0.0189044954024</c:v>
                </c:pt>
                <c:pt idx="1418">
                  <c:v>0.0188092962777</c:v>
                </c:pt>
                <c:pt idx="1419">
                  <c:v>0.0187148332125</c:v>
                </c:pt>
                <c:pt idx="1420">
                  <c:v>0.0186210986109</c:v>
                </c:pt>
                <c:pt idx="1421">
                  <c:v>0.0185280849725</c:v>
                </c:pt>
                <c:pt idx="1422">
                  <c:v>0.0184357848911</c:v>
                </c:pt>
                <c:pt idx="1423">
                  <c:v>0.0183441910531</c:v>
                </c:pt>
                <c:pt idx="1424">
                  <c:v>0.0182532962363</c:v>
                </c:pt>
                <c:pt idx="1425">
                  <c:v>0.0181630933089</c:v>
                </c:pt>
                <c:pt idx="1426">
                  <c:v>0.0180735752275</c:v>
                </c:pt>
                <c:pt idx="1427">
                  <c:v>0.0179847350367</c:v>
                </c:pt>
                <c:pt idx="1428">
                  <c:v>0.0178965658672</c:v>
                </c:pt>
                <c:pt idx="1429">
                  <c:v>0.0178090609348</c:v>
                </c:pt>
                <c:pt idx="1430">
                  <c:v>0.0177222135395</c:v>
                </c:pt>
                <c:pt idx="1431">
                  <c:v>0.0176360170636</c:v>
                </c:pt>
                <c:pt idx="1432">
                  <c:v>0.0175504649714</c:v>
                </c:pt>
                <c:pt idx="1433">
                  <c:v>0.0174655508074</c:v>
                </c:pt>
                <c:pt idx="1434">
                  <c:v>0.0173812681953</c:v>
                </c:pt>
                <c:pt idx="1435">
                  <c:v>0.017297610837</c:v>
                </c:pt>
                <c:pt idx="1436">
                  <c:v>0.0172145725116</c:v>
                </c:pt>
                <c:pt idx="1437">
                  <c:v>0.0171321470741</c:v>
                </c:pt>
                <c:pt idx="1438">
                  <c:v>0.0170503284542</c:v>
                </c:pt>
                <c:pt idx="1439">
                  <c:v>0.0169691106558</c:v>
                </c:pt>
                <c:pt idx="1440">
                  <c:v>0.0168884877552</c:v>
                </c:pt>
                <c:pt idx="1441">
                  <c:v>0.0168084539009</c:v>
                </c:pt>
                <c:pt idx="1442">
                  <c:v>0.0167290033118</c:v>
                </c:pt>
                <c:pt idx="1443">
                  <c:v>0.0166501302769</c:v>
                </c:pt>
                <c:pt idx="1444">
                  <c:v>0.0165718291538</c:v>
                </c:pt>
                <c:pt idx="1445">
                  <c:v>0.0164940943679</c:v>
                </c:pt>
                <c:pt idx="1446">
                  <c:v>0.0164169204117</c:v>
                </c:pt>
                <c:pt idx="1447">
                  <c:v>0.0163403018436</c:v>
                </c:pt>
                <c:pt idx="1448">
                  <c:v>0.016264233287</c:v>
                </c:pt>
                <c:pt idx="1449">
                  <c:v>0.0161887094293</c:v>
                </c:pt>
                <c:pt idx="1450">
                  <c:v>0.0161137250214</c:v>
                </c:pt>
                <c:pt idx="1451">
                  <c:v>0.0160392748764</c:v>
                </c:pt>
                <c:pt idx="1452">
                  <c:v>0.015965353869</c:v>
                </c:pt>
                <c:pt idx="1453">
                  <c:v>0.0158919569344</c:v>
                </c:pt>
                <c:pt idx="1454">
                  <c:v>0.0158190790677</c:v>
                </c:pt>
                <c:pt idx="1455">
                  <c:v>0.0157467153231</c:v>
                </c:pt>
                <c:pt idx="1456">
                  <c:v>0.0156748608127</c:v>
                </c:pt>
                <c:pt idx="1457">
                  <c:v>0.0156035107061</c:v>
                </c:pt>
                <c:pt idx="1458">
                  <c:v>0.0155326602296</c:v>
                </c:pt>
                <c:pt idx="1459">
                  <c:v>0.015462304665</c:v>
                </c:pt>
                <c:pt idx="1460">
                  <c:v>0.0153924393495</c:v>
                </c:pt>
                <c:pt idx="1461">
                  <c:v>0.0153230596743</c:v>
                </c:pt>
                <c:pt idx="1462">
                  <c:v>0.0152541610842</c:v>
                </c:pt>
                <c:pt idx="1463">
                  <c:v>0.0151857390768</c:v>
                </c:pt>
                <c:pt idx="1464">
                  <c:v>0.0151177892019</c:v>
                </c:pt>
                <c:pt idx="1465">
                  <c:v>0.0150503070606</c:v>
                </c:pt>
                <c:pt idx="1466">
                  <c:v>0.0149832883046</c:v>
                </c:pt>
                <c:pt idx="1467">
                  <c:v>0.0149167286357</c:v>
                </c:pt>
                <c:pt idx="1468">
                  <c:v>0.0148506238049</c:v>
                </c:pt>
                <c:pt idx="1469">
                  <c:v>0.0147849696121</c:v>
                </c:pt>
                <c:pt idx="1470">
                  <c:v>0.0147197619049</c:v>
                </c:pt>
                <c:pt idx="1471">
                  <c:v>0.0146549965783</c:v>
                </c:pt>
                <c:pt idx="1472">
                  <c:v>0.0145906695743</c:v>
                </c:pt>
                <c:pt idx="1473">
                  <c:v>0.0145267768805</c:v>
                </c:pt>
                <c:pt idx="1474">
                  <c:v>0.0144633145305</c:v>
                </c:pt>
                <c:pt idx="1475">
                  <c:v>0.0144002786023</c:v>
                </c:pt>
                <c:pt idx="1476">
                  <c:v>0.0143376652184</c:v>
                </c:pt>
                <c:pt idx="1477">
                  <c:v>0.014275470545</c:v>
                </c:pt>
                <c:pt idx="1478">
                  <c:v>0.0142136907912</c:v>
                </c:pt>
                <c:pt idx="1479">
                  <c:v>0.0141523222089</c:v>
                </c:pt>
                <c:pt idx="1480">
                  <c:v>0.0140913610916</c:v>
                </c:pt>
                <c:pt idx="1481">
                  <c:v>0.0140308037746</c:v>
                </c:pt>
                <c:pt idx="1482">
                  <c:v>0.0139706466338</c:v>
                </c:pt>
                <c:pt idx="1483">
                  <c:v>0.0139108860855</c:v>
                </c:pt>
                <c:pt idx="1484">
                  <c:v>0.0138515185857</c:v>
                </c:pt>
                <c:pt idx="1485">
                  <c:v>0.0137925406298</c:v>
                </c:pt>
                <c:pt idx="1486">
                  <c:v>0.0137339487519</c:v>
                </c:pt>
                <c:pt idx="1487">
                  <c:v>0.0136757395245</c:v>
                </c:pt>
                <c:pt idx="1488">
                  <c:v>0.0136179095575</c:v>
                </c:pt>
                <c:pt idx="1489">
                  <c:v>0.0135604554984</c:v>
                </c:pt>
                <c:pt idx="1490">
                  <c:v>0.0135033740313</c:v>
                </c:pt>
                <c:pt idx="1491">
                  <c:v>0.0134466618767</c:v>
                </c:pt>
                <c:pt idx="1492">
                  <c:v>0.013390315791</c:v>
                </c:pt>
                <c:pt idx="1493">
                  <c:v>0.0133343325656</c:v>
                </c:pt>
                <c:pt idx="1494">
                  <c:v>0.0132787090273</c:v>
                </c:pt>
                <c:pt idx="1495">
                  <c:v>0.0132234420371</c:v>
                </c:pt>
                <c:pt idx="1496">
                  <c:v>0.0131685284901</c:v>
                </c:pt>
                <c:pt idx="1497">
                  <c:v>0.013113965315</c:v>
                </c:pt>
                <c:pt idx="1498">
                  <c:v>0.0130597494735</c:v>
                </c:pt>
                <c:pt idx="1499">
                  <c:v>0.0130058779603</c:v>
                </c:pt>
                <c:pt idx="1500">
                  <c:v>0.0129523478023</c:v>
                </c:pt>
                <c:pt idx="1501">
                  <c:v>0.0128991560583</c:v>
                </c:pt>
                <c:pt idx="1502">
                  <c:v>0.0128462998186</c:v>
                </c:pt>
                <c:pt idx="1503">
                  <c:v>0.0127937762046</c:v>
                </c:pt>
                <c:pt idx="1504">
                  <c:v>0.0127415823687</c:v>
                </c:pt>
                <c:pt idx="1505">
                  <c:v>0.0126897154932</c:v>
                </c:pt>
                <c:pt idx="1506">
                  <c:v>0.0126381727905</c:v>
                </c:pt>
                <c:pt idx="1507">
                  <c:v>0.0125869515029</c:v>
                </c:pt>
                <c:pt idx="1508">
                  <c:v>0.0125360489015</c:v>
                </c:pt>
                <c:pt idx="1509">
                  <c:v>0.0124854622864</c:v>
                </c:pt>
                <c:pt idx="1510">
                  <c:v>0.0124351889862</c:v>
                </c:pt>
                <c:pt idx="1511">
                  <c:v>0.0123852263577</c:v>
                </c:pt>
                <c:pt idx="1512">
                  <c:v>0.0123355717854</c:v>
                </c:pt>
                <c:pt idx="1513">
                  <c:v>0.0122862226814</c:v>
                </c:pt>
                <c:pt idx="1514">
                  <c:v>0.0122371764846</c:v>
                </c:pt>
                <c:pt idx="1515">
                  <c:v>0.012188430661</c:v>
                </c:pt>
                <c:pt idx="1516">
                  <c:v>0.012139982703</c:v>
                </c:pt>
                <c:pt idx="1517">
                  <c:v>0.0120918301291</c:v>
                </c:pt>
                <c:pt idx="1518">
                  <c:v>0.0120439704835</c:v>
                </c:pt>
                <c:pt idx="1519">
                  <c:v>0.011996401336</c:v>
                </c:pt>
                <c:pt idx="1520">
                  <c:v>0.0119491202818</c:v>
                </c:pt>
                <c:pt idx="1521">
                  <c:v>0.0119021249408</c:v>
                </c:pt>
                <c:pt idx="1522">
                  <c:v>0.0118554129574</c:v>
                </c:pt>
                <c:pt idx="1523">
                  <c:v>0.0118089820007</c:v>
                </c:pt>
                <c:pt idx="1524">
                  <c:v>0.0117628297634</c:v>
                </c:pt>
                <c:pt idx="1525">
                  <c:v>0.0117169539621</c:v>
                </c:pt>
                <c:pt idx="1526">
                  <c:v>0.0116713523371</c:v>
                </c:pt>
                <c:pt idx="1527">
                  <c:v>0.0116260226517</c:v>
                </c:pt>
                <c:pt idx="1528">
                  <c:v>0.0115809626919</c:v>
                </c:pt>
                <c:pt idx="1529">
                  <c:v>0.0115361702669</c:v>
                </c:pt>
                <c:pt idx="1530">
                  <c:v>0.0114916432077</c:v>
                </c:pt>
                <c:pt idx="1531">
                  <c:v>0.0114473793679</c:v>
                </c:pt>
                <c:pt idx="1532">
                  <c:v>0.0114033766229</c:v>
                </c:pt>
                <c:pt idx="1533">
                  <c:v>0.0113596328694</c:v>
                </c:pt>
                <c:pt idx="1534">
                  <c:v>0.011316146026</c:v>
                </c:pt>
                <c:pt idx="1535">
                  <c:v>0.0112729140321</c:v>
                </c:pt>
                <c:pt idx="1536">
                  <c:v>0.0112299348481</c:v>
                </c:pt>
                <c:pt idx="1537">
                  <c:v>0.0111872064552</c:v>
                </c:pt>
                <c:pt idx="1538">
                  <c:v>0.0111447268548</c:v>
                </c:pt>
                <c:pt idx="1539">
                  <c:v>0.0111024940687</c:v>
                </c:pt>
                <c:pt idx="1540">
                  <c:v>0.0110605061387</c:v>
                </c:pt>
                <c:pt idx="1541">
                  <c:v>0.0110187611263</c:v>
                </c:pt>
                <c:pt idx="1542">
                  <c:v>0.0109772571125</c:v>
                </c:pt>
                <c:pt idx="1543">
                  <c:v>0.0109359921979</c:v>
                </c:pt>
                <c:pt idx="1544">
                  <c:v>0.0108949645018</c:v>
                </c:pt>
                <c:pt idx="1545">
                  <c:v>0.0108541721627</c:v>
                </c:pt>
                <c:pt idx="1546">
                  <c:v>0.0108136133378</c:v>
                </c:pt>
                <c:pt idx="1547">
                  <c:v>0.0107732862027</c:v>
                </c:pt>
                <c:pt idx="1548">
                  <c:v>0.0107331889514</c:v>
                </c:pt>
                <c:pt idx="1549">
                  <c:v>0.0106933197959</c:v>
                </c:pt>
                <c:pt idx="1550">
                  <c:v>0.010653676966</c:v>
                </c:pt>
                <c:pt idx="1551">
                  <c:v>0.0106142587096</c:v>
                </c:pt>
                <c:pt idx="1552">
                  <c:v>0.0105750632916</c:v>
                </c:pt>
                <c:pt idx="1553">
                  <c:v>0.0105360889945</c:v>
                </c:pt>
                <c:pt idx="1554">
                  <c:v>0.0104973341181</c:v>
                </c:pt>
                <c:pt idx="1555">
                  <c:v>0.0104587969787</c:v>
                </c:pt>
                <c:pt idx="1556">
                  <c:v>0.0104204759098</c:v>
                </c:pt>
                <c:pt idx="1557">
                  <c:v>0.0103823692611</c:v>
                </c:pt>
                <c:pt idx="1558">
                  <c:v>0.0103444753991</c:v>
                </c:pt>
                <c:pt idx="1559">
                  <c:v>0.0103067927062</c:v>
                </c:pt>
                <c:pt idx="1560">
                  <c:v>0.0102693195809</c:v>
                </c:pt>
                <c:pt idx="1561">
                  <c:v>0.0102320544377</c:v>
                </c:pt>
                <c:pt idx="1562">
                  <c:v>0.0101949957068</c:v>
                </c:pt>
                <c:pt idx="1563">
                  <c:v>0.0101581418337</c:v>
                </c:pt>
                <c:pt idx="1564">
                  <c:v>0.0101214912795</c:v>
                </c:pt>
                <c:pt idx="1565">
                  <c:v>0.0100850425204</c:v>
                </c:pt>
                <c:pt idx="1566">
                  <c:v>0.0100487940476</c:v>
                </c:pt>
                <c:pt idx="1567">
                  <c:v>0.0100127443671</c:v>
                </c:pt>
                <c:pt idx="1568">
                  <c:v>0.00997689199986</c:v>
                </c:pt>
                <c:pt idx="1569">
                  <c:v>0.00994123548104</c:v>
                </c:pt>
                <c:pt idx="1570">
                  <c:v>0.00990577336036</c:v>
                </c:pt>
                <c:pt idx="1571">
                  <c:v>0.00987050420167</c:v>
                </c:pt>
                <c:pt idx="1572">
                  <c:v>0.00983542658291</c:v>
                </c:pt>
                <c:pt idx="1573">
                  <c:v>0.0098005390959</c:v>
                </c:pt>
                <c:pt idx="1574">
                  <c:v>0.00976584034617</c:v>
                </c:pt>
                <c:pt idx="1575">
                  <c:v>0.00973132895285</c:v>
                </c:pt>
                <c:pt idx="1576">
                  <c:v>0.00969700354848</c:v>
                </c:pt>
                <c:pt idx="1577">
                  <c:v>0.00966286277887</c:v>
                </c:pt>
                <c:pt idx="1578">
                  <c:v>0.00962890530293</c:v>
                </c:pt>
                <c:pt idx="1579">
                  <c:v>0.00959512979254</c:v>
                </c:pt>
                <c:pt idx="1580">
                  <c:v>0.00956153493237</c:v>
                </c:pt>
                <c:pt idx="1581">
                  <c:v>0.00952811941975</c:v>
                </c:pt>
                <c:pt idx="1582">
                  <c:v>0.0094948819645</c:v>
                </c:pt>
                <c:pt idx="1583">
                  <c:v>0.00946182128883</c:v>
                </c:pt>
                <c:pt idx="1584">
                  <c:v>0.00942893612709</c:v>
                </c:pt>
                <c:pt idx="1585">
                  <c:v>0.00939622522573</c:v>
                </c:pt>
                <c:pt idx="1586">
                  <c:v>0.00936368734309</c:v>
                </c:pt>
                <c:pt idx="1587">
                  <c:v>0.00933132124925</c:v>
                </c:pt>
                <c:pt idx="1588">
                  <c:v>0.00929912572592</c:v>
                </c:pt>
                <c:pt idx="1589">
                  <c:v>0.00926709956626</c:v>
                </c:pt>
                <c:pt idx="1590">
                  <c:v>0.00923524157476</c:v>
                </c:pt>
                <c:pt idx="1591">
                  <c:v>0.00920355056708</c:v>
                </c:pt>
                <c:pt idx="1592">
                  <c:v>0.00917202536989</c:v>
                </c:pt>
                <c:pt idx="1593">
                  <c:v>0.00914066482079</c:v>
                </c:pt>
                <c:pt idx="1594">
                  <c:v>0.0091094677681</c:v>
                </c:pt>
                <c:pt idx="1595">
                  <c:v>0.00907843307075</c:v>
                </c:pt>
                <c:pt idx="1596">
                  <c:v>0.00904755959816</c:v>
                </c:pt>
                <c:pt idx="1597">
                  <c:v>0.00901684623005</c:v>
                </c:pt>
                <c:pt idx="1598">
                  <c:v>0.00898629185638</c:v>
                </c:pt>
                <c:pt idx="1599">
                  <c:v>0.00895589537715</c:v>
                </c:pt>
                <c:pt idx="1600">
                  <c:v>0.00892565570229</c:v>
                </c:pt>
                <c:pt idx="1601">
                  <c:v>0.00889557175153</c:v>
                </c:pt>
                <c:pt idx="1602">
                  <c:v>0.00886564245429</c:v>
                </c:pt>
                <c:pt idx="1603">
                  <c:v>0.00883586674952</c:v>
                </c:pt>
                <c:pt idx="1604">
                  <c:v>0.00880624358559</c:v>
                </c:pt>
                <c:pt idx="1605">
                  <c:v>0.00877677192017</c:v>
                </c:pt>
                <c:pt idx="1606">
                  <c:v>0.00874745072011</c:v>
                </c:pt>
                <c:pt idx="1607">
                  <c:v>0.0087182789613</c:v>
                </c:pt>
                <c:pt idx="1608">
                  <c:v>0.00868925562859</c:v>
                </c:pt>
                <c:pt idx="1609">
                  <c:v>0.00866037971562</c:v>
                </c:pt>
                <c:pt idx="1610">
                  <c:v>0.00863165022478</c:v>
                </c:pt>
                <c:pt idx="1611">
                  <c:v>0.00860306616703</c:v>
                </c:pt>
                <c:pt idx="1612">
                  <c:v>0.00857462656183</c:v>
                </c:pt>
                <c:pt idx="1613">
                  <c:v>0.00854633043703</c:v>
                </c:pt>
                <c:pt idx="1614">
                  <c:v>0.00851817682876</c:v>
                </c:pt>
                <c:pt idx="1615">
                  <c:v>0.00849016478131</c:v>
                </c:pt>
                <c:pt idx="1616">
                  <c:v>0.00846229334708</c:v>
                </c:pt>
                <c:pt idx="1617">
                  <c:v>0.00843456158643</c:v>
                </c:pt>
                <c:pt idx="1618">
                  <c:v>0.00840696856762</c:v>
                </c:pt>
                <c:pt idx="1619">
                  <c:v>0.00837951336671</c:v>
                </c:pt>
                <c:pt idx="1620">
                  <c:v>0.00835219506745</c:v>
                </c:pt>
                <c:pt idx="1621">
                  <c:v>0.00832501276121</c:v>
                </c:pt>
                <c:pt idx="1622">
                  <c:v>0.00829796554691</c:v>
                </c:pt>
                <c:pt idx="1623">
                  <c:v>0.00827105253089</c:v>
                </c:pt>
                <c:pt idx="1624">
                  <c:v>0.00824427282689</c:v>
                </c:pt>
                <c:pt idx="1625">
                  <c:v>0.00821762555591</c:v>
                </c:pt>
                <c:pt idx="1626">
                  <c:v>0.00819110984616</c:v>
                </c:pt>
                <c:pt idx="1627">
                  <c:v>0.008164724833</c:v>
                </c:pt>
                <c:pt idx="1628">
                  <c:v>0.00813846965882</c:v>
                </c:pt>
                <c:pt idx="1629">
                  <c:v>0.00811234347303</c:v>
                </c:pt>
                <c:pt idx="1630">
                  <c:v>0.00808634543194</c:v>
                </c:pt>
                <c:pt idx="1631">
                  <c:v>0.0080604746987</c:v>
                </c:pt>
                <c:pt idx="1632">
                  <c:v>0.00803473044325</c:v>
                </c:pt>
                <c:pt idx="1633">
                  <c:v>0.00800911184223</c:v>
                </c:pt>
                <c:pt idx="1634">
                  <c:v>0.00798361807894</c:v>
                </c:pt>
                <c:pt idx="1635">
                  <c:v>0.00795824834327</c:v>
                </c:pt>
                <c:pt idx="1636">
                  <c:v>0.00793300183162</c:v>
                </c:pt>
                <c:pt idx="1637">
                  <c:v>0.00790787774685</c:v>
                </c:pt>
                <c:pt idx="1638">
                  <c:v>0.00788287529824</c:v>
                </c:pt>
                <c:pt idx="1639">
                  <c:v>0.00785799370138</c:v>
                </c:pt>
                <c:pt idx="1640">
                  <c:v>0.00783323217818</c:v>
                </c:pt>
                <c:pt idx="1641">
                  <c:v>0.00780858995675</c:v>
                </c:pt>
                <c:pt idx="1642">
                  <c:v>0.00778406627138</c:v>
                </c:pt>
                <c:pt idx="1643">
                  <c:v>0.00775966036246</c:v>
                </c:pt>
                <c:pt idx="1644">
                  <c:v>0.00773537147647</c:v>
                </c:pt>
                <c:pt idx="1645">
                  <c:v>0.00771119886586</c:v>
                </c:pt>
                <c:pt idx="1646">
                  <c:v>0.00768714178903</c:v>
                </c:pt>
                <c:pt idx="1647">
                  <c:v>0.00766319951029</c:v>
                </c:pt>
                <c:pt idx="1648">
                  <c:v>0.00763937129978</c:v>
                </c:pt>
                <c:pt idx="1649">
                  <c:v>0.00761565643342</c:v>
                </c:pt>
                <c:pt idx="1650">
                  <c:v>0.00759205419288</c:v>
                </c:pt>
                <c:pt idx="1651">
                  <c:v>0.00756856386549</c:v>
                </c:pt>
                <c:pt idx="1652">
                  <c:v>0.00754518474422</c:v>
                </c:pt>
                <c:pt idx="1653">
                  <c:v>0.00752191612759</c:v>
                </c:pt>
                <c:pt idx="1654">
                  <c:v>0.00749875731968</c:v>
                </c:pt>
                <c:pt idx="1655">
                  <c:v>0.00747570763</c:v>
                </c:pt>
                <c:pt idx="1656">
                  <c:v>0.00745276637349</c:v>
                </c:pt>
                <c:pt idx="1657">
                  <c:v>0.00742993287046</c:v>
                </c:pt>
                <c:pt idx="1658">
                  <c:v>0.00740720644653</c:v>
                </c:pt>
                <c:pt idx="1659">
                  <c:v>0.00738458643255</c:v>
                </c:pt>
                <c:pt idx="1660">
                  <c:v>0.00736207216463</c:v>
                </c:pt>
                <c:pt idx="1661">
                  <c:v>0.00733966298398</c:v>
                </c:pt>
                <c:pt idx="1662">
                  <c:v>0.00731735823696</c:v>
                </c:pt>
                <c:pt idx="1663">
                  <c:v>0.00729515727494</c:v>
                </c:pt>
                <c:pt idx="1664">
                  <c:v>0.00727305945433</c:v>
                </c:pt>
                <c:pt idx="1665">
                  <c:v>0.00725106413646</c:v>
                </c:pt>
                <c:pt idx="1666">
                  <c:v>0.00722917068758</c:v>
                </c:pt>
                <c:pt idx="1667">
                  <c:v>0.00720737847877</c:v>
                </c:pt>
                <c:pt idx="1668">
                  <c:v>0.00718568688593</c:v>
                </c:pt>
                <c:pt idx="1669">
                  <c:v>0.00716409528969</c:v>
                </c:pt>
                <c:pt idx="1670">
                  <c:v>0.00714260307539</c:v>
                </c:pt>
                <c:pt idx="1671">
                  <c:v>0.00712120963303</c:v>
                </c:pt>
                <c:pt idx="1672">
                  <c:v>0.00709991435719</c:v>
                </c:pt>
                <c:pt idx="1673">
                  <c:v>0.00707871664704</c:v>
                </c:pt>
                <c:pt idx="1674">
                  <c:v>0.00705761590621</c:v>
                </c:pt>
                <c:pt idx="1675">
                  <c:v>0.00703661154285</c:v>
                </c:pt>
                <c:pt idx="1676">
                  <c:v>0.00701570296948</c:v>
                </c:pt>
                <c:pt idx="1677">
                  <c:v>0.00699488960301</c:v>
                </c:pt>
                <c:pt idx="1678">
                  <c:v>0.00697417086467</c:v>
                </c:pt>
                <c:pt idx="1679">
                  <c:v>0.00695354617999</c:v>
                </c:pt>
                <c:pt idx="1680">
                  <c:v>0.00693301497871</c:v>
                </c:pt>
                <c:pt idx="1681">
                  <c:v>0.00691257669479</c:v>
                </c:pt>
                <c:pt idx="1682">
                  <c:v>0.00689223076633</c:v>
                </c:pt>
                <c:pt idx="1683">
                  <c:v>0.00687197663555</c:v>
                </c:pt>
                <c:pt idx="1684">
                  <c:v>0.00685181374876</c:v>
                </c:pt>
                <c:pt idx="1685">
                  <c:v>0.00683174155627</c:v>
                </c:pt>
                <c:pt idx="1686">
                  <c:v>0.0068117595124</c:v>
                </c:pt>
                <c:pt idx="1687">
                  <c:v>0.00679186707545</c:v>
                </c:pt>
                <c:pt idx="1688">
                  <c:v>0.0067720637076</c:v>
                </c:pt>
                <c:pt idx="1689">
                  <c:v>0.00675234887493</c:v>
                </c:pt>
                <c:pt idx="1690">
                  <c:v>0.00673272204739</c:v>
                </c:pt>
                <c:pt idx="1691">
                  <c:v>0.0067131826987</c:v>
                </c:pt>
                <c:pt idx="1692">
                  <c:v>0.00669373030639</c:v>
                </c:pt>
                <c:pt idx="1693">
                  <c:v>0.00667436435173</c:v>
                </c:pt>
                <c:pt idx="1694">
                  <c:v>0.00665508431969</c:v>
                </c:pt>
                <c:pt idx="1695">
                  <c:v>0.00663588969891</c:v>
                </c:pt>
                <c:pt idx="1696">
                  <c:v>0.00661677998171</c:v>
                </c:pt>
                <c:pt idx="1697">
                  <c:v>0.006597754664</c:v>
                </c:pt>
                <c:pt idx="1698">
                  <c:v>0.00657881324528</c:v>
                </c:pt>
                <c:pt idx="1699">
                  <c:v>0.0065599552286</c:v>
                </c:pt>
                <c:pt idx="1700">
                  <c:v>0.00654118012056</c:v>
                </c:pt>
                <c:pt idx="1701">
                  <c:v>0.00652248743123</c:v>
                </c:pt>
                <c:pt idx="1702">
                  <c:v>0.00650387667416</c:v>
                </c:pt>
                <c:pt idx="1703">
                  <c:v>0.00648534736634</c:v>
                </c:pt>
                <c:pt idx="1704">
                  <c:v>0.00646689902818</c:v>
                </c:pt>
                <c:pt idx="1705">
                  <c:v>0.00644853118345</c:v>
                </c:pt>
                <c:pt idx="1706">
                  <c:v>0.00643024335933</c:v>
                </c:pt>
                <c:pt idx="1707">
                  <c:v>0.00641203508628</c:v>
                </c:pt>
                <c:pt idx="1708">
                  <c:v>0.00639390589811</c:v>
                </c:pt>
                <c:pt idx="1709">
                  <c:v>0.00637585533189</c:v>
                </c:pt>
                <c:pt idx="1710">
                  <c:v>0.00635788292795</c:v>
                </c:pt>
                <c:pt idx="1711">
                  <c:v>0.00633998822987</c:v>
                </c:pt>
                <c:pt idx="1712">
                  <c:v>0.00632217078442</c:v>
                </c:pt>
                <c:pt idx="1713">
                  <c:v>0.00630443014156</c:v>
                </c:pt>
                <c:pt idx="1714">
                  <c:v>0.00628676585442</c:v>
                </c:pt>
                <c:pt idx="1715">
                  <c:v>0.00626917747927</c:v>
                </c:pt>
                <c:pt idx="1716">
                  <c:v>0.00625166457548</c:v>
                </c:pt>
                <c:pt idx="1717">
                  <c:v>0.00623422670553</c:v>
                </c:pt>
                <c:pt idx="1718">
                  <c:v>0.00621686343495</c:v>
                </c:pt>
                <c:pt idx="1719">
                  <c:v>0.00619957433235</c:v>
                </c:pt>
                <c:pt idx="1720">
                  <c:v>0.00618235896933</c:v>
                </c:pt>
                <c:pt idx="1721">
                  <c:v>0.00616521692051</c:v>
                </c:pt>
                <c:pt idx="1722">
                  <c:v>0.0061481477635</c:v>
                </c:pt>
                <c:pt idx="1723">
                  <c:v>0.00613115107886</c:v>
                </c:pt>
                <c:pt idx="1724">
                  <c:v>0.00611422645009</c:v>
                </c:pt>
                <c:pt idx="1725">
                  <c:v>0.00609737346361</c:v>
                </c:pt>
                <c:pt idx="1726">
                  <c:v>0.00608059170874</c:v>
                </c:pt>
                <c:pt idx="1727">
                  <c:v>0.00606388077767</c:v>
                </c:pt>
                <c:pt idx="1728">
                  <c:v>0.00604724026546</c:v>
                </c:pt>
                <c:pt idx="1729">
                  <c:v>0.00603066976999</c:v>
                </c:pt>
                <c:pt idx="1730">
                  <c:v>0.00601416889195</c:v>
                </c:pt>
                <c:pt idx="1731">
                  <c:v>0.00599773723486</c:v>
                </c:pt>
                <c:pt idx="1732">
                  <c:v>0.00598137440496</c:v>
                </c:pt>
                <c:pt idx="1733">
                  <c:v>0.0059650800113</c:v>
                </c:pt>
                <c:pt idx="1734">
                  <c:v>0.00594885366562</c:v>
                </c:pt>
                <c:pt idx="1735">
                  <c:v>0.0059326949824</c:v>
                </c:pt>
                <c:pt idx="1736">
                  <c:v>0.00591660357881</c:v>
                </c:pt>
                <c:pt idx="1737">
                  <c:v>0.00590057907469</c:v>
                </c:pt>
                <c:pt idx="1738">
                  <c:v>0.00588462109254</c:v>
                </c:pt>
                <c:pt idx="1739">
                  <c:v>0.0058687292575</c:v>
                </c:pt>
                <c:pt idx="1740">
                  <c:v>0.0058529031973</c:v>
                </c:pt>
                <c:pt idx="1741">
                  <c:v>0.00583714254231</c:v>
                </c:pt>
                <c:pt idx="1742">
                  <c:v>0.00582144692545</c:v>
                </c:pt>
                <c:pt idx="1743">
                  <c:v>0.0058058159822</c:v>
                </c:pt>
                <c:pt idx="1744">
                  <c:v>0.00579024935058</c:v>
                </c:pt>
                <c:pt idx="1745">
                  <c:v>0.00577474667113</c:v>
                </c:pt>
                <c:pt idx="1746">
                  <c:v>0.00575930758689</c:v>
                </c:pt>
                <c:pt idx="1747">
                  <c:v>0.00574393174339</c:v>
                </c:pt>
                <c:pt idx="1748">
                  <c:v>0.00572861878861</c:v>
                </c:pt>
                <c:pt idx="1749">
                  <c:v>0.00571336837297</c:v>
                </c:pt>
                <c:pt idx="1750">
                  <c:v>0.00569818014933</c:v>
                </c:pt>
                <c:pt idx="1751">
                  <c:v>0.00568305377295</c:v>
                </c:pt>
                <c:pt idx="1752">
                  <c:v>0.00566798890147</c:v>
                </c:pt>
                <c:pt idx="1753">
                  <c:v>0.00565298519489</c:v>
                </c:pt>
                <c:pt idx="1754">
                  <c:v>0.00563804231557</c:v>
                </c:pt>
                <c:pt idx="1755">
                  <c:v>0.00562315992821</c:v>
                </c:pt>
                <c:pt idx="1756">
                  <c:v>0.0056083376998</c:v>
                </c:pt>
                <c:pt idx="1757">
                  <c:v>0.00559357529964</c:v>
                </c:pt>
                <c:pt idx="1758">
                  <c:v>0.00557887239929</c:v>
                </c:pt>
                <c:pt idx="1759">
                  <c:v>0.00556422867258</c:v>
                </c:pt>
                <c:pt idx="1760">
                  <c:v>0.00554964379558</c:v>
                </c:pt>
                <c:pt idx="1761">
                  <c:v>0.00553511744656</c:v>
                </c:pt>
                <c:pt idx="1762">
                  <c:v>0.00552064930601</c:v>
                </c:pt>
                <c:pt idx="1763">
                  <c:v>0.00550623905661</c:v>
                </c:pt>
                <c:pt idx="1764">
                  <c:v>0.0054918863832</c:v>
                </c:pt>
                <c:pt idx="1765">
                  <c:v>0.00547759097277</c:v>
                </c:pt>
                <c:pt idx="1766">
                  <c:v>0.00546335251445</c:v>
                </c:pt>
                <c:pt idx="1767">
                  <c:v>0.00544917069946</c:v>
                </c:pt>
                <c:pt idx="1768">
                  <c:v>0.00543504522116</c:v>
                </c:pt>
                <c:pt idx="1769">
                  <c:v>0.00542097577497</c:v>
                </c:pt>
                <c:pt idx="1770">
                  <c:v>0.00540696205837</c:v>
                </c:pt>
                <c:pt idx="1771">
                  <c:v>0.00539300377092</c:v>
                </c:pt>
                <c:pt idx="1772">
                  <c:v>0.00537910061417</c:v>
                </c:pt>
                <c:pt idx="1773">
                  <c:v>0.00536525229173</c:v>
                </c:pt>
                <c:pt idx="1774">
                  <c:v>0.00535145850918</c:v>
                </c:pt>
                <c:pt idx="1775">
                  <c:v>0.0053377189741</c:v>
                </c:pt>
                <c:pt idx="1776">
                  <c:v>0.00532403339606</c:v>
                </c:pt>
                <c:pt idx="1777">
                  <c:v>0.00531040148655</c:v>
                </c:pt>
                <c:pt idx="1778">
                  <c:v>0.00529682295901</c:v>
                </c:pt>
                <c:pt idx="1779">
                  <c:v>0.00528329752883</c:v>
                </c:pt>
                <c:pt idx="1780">
                  <c:v>0.00526982491328</c:v>
                </c:pt>
                <c:pt idx="1781">
                  <c:v>0.00525640483155</c:v>
                </c:pt>
                <c:pt idx="1782">
                  <c:v>0.00524303700468</c:v>
                </c:pt>
                <c:pt idx="1783">
                  <c:v>0.0052297211556</c:v>
                </c:pt>
                <c:pt idx="1784">
                  <c:v>0.00521645700909</c:v>
                </c:pt>
                <c:pt idx="1785">
                  <c:v>0.00520324429177</c:v>
                </c:pt>
                <c:pt idx="1786">
                  <c:v>0.00519008273205</c:v>
                </c:pt>
                <c:pt idx="1787">
                  <c:v>0.00517697206019</c:v>
                </c:pt>
                <c:pt idx="1788">
                  <c:v>0.00516391200823</c:v>
                </c:pt>
                <c:pt idx="1789">
                  <c:v>0.00515090230998</c:v>
                </c:pt>
                <c:pt idx="1790">
                  <c:v>0.00513794270103</c:v>
                </c:pt>
                <c:pt idx="1791">
                  <c:v>0.00512503291871</c:v>
                </c:pt>
                <c:pt idx="1792">
                  <c:v>0.00511217270209</c:v>
                </c:pt>
                <c:pt idx="1793">
                  <c:v>0.00509936179197</c:v>
                </c:pt>
                <c:pt idx="1794">
                  <c:v>0.00508659993087</c:v>
                </c:pt>
                <c:pt idx="1795">
                  <c:v>0.00507388686297</c:v>
                </c:pt>
                <c:pt idx="1796">
                  <c:v>0.00506122233418</c:v>
                </c:pt>
                <c:pt idx="1797">
                  <c:v>0.00504860609204</c:v>
                </c:pt>
                <c:pt idx="1798">
                  <c:v>0.00503603788578</c:v>
                </c:pt>
                <c:pt idx="1799">
                  <c:v>0.00502351746623</c:v>
                </c:pt>
                <c:pt idx="1800">
                  <c:v>0.00501104458589</c:v>
                </c:pt>
                <c:pt idx="1801">
                  <c:v>0.00499861899886</c:v>
                </c:pt>
                <c:pt idx="1802">
                  <c:v>0.00498624046082</c:v>
                </c:pt>
                <c:pt idx="1803">
                  <c:v>0.00497390872908</c:v>
                </c:pt>
                <c:pt idx="1804">
                  <c:v>0.00496162356249</c:v>
                </c:pt>
                <c:pt idx="1805">
                  <c:v>0.00494938472148</c:v>
                </c:pt>
                <c:pt idx="1806">
                  <c:v>0.00493719196803</c:v>
                </c:pt>
                <c:pt idx="1807">
                  <c:v>0.00492504506565</c:v>
                </c:pt>
                <c:pt idx="1808">
                  <c:v>0.00491294377938</c:v>
                </c:pt>
                <c:pt idx="1809">
                  <c:v>0.00490088787578</c:v>
                </c:pt>
                <c:pt idx="1810">
                  <c:v>0.00488887712288</c:v>
                </c:pt>
                <c:pt idx="1811">
                  <c:v>0.00487691129023</c:v>
                </c:pt>
                <c:pt idx="1812">
                  <c:v>0.00486499014885</c:v>
                </c:pt>
                <c:pt idx="1813">
                  <c:v>0.0048531134712</c:v>
                </c:pt>
                <c:pt idx="1814">
                  <c:v>0.00484128103122</c:v>
                </c:pt>
                <c:pt idx="1815">
                  <c:v>0.00482949260429</c:v>
                </c:pt>
                <c:pt idx="1816">
                  <c:v>0.00481774796719</c:v>
                </c:pt>
                <c:pt idx="1817">
                  <c:v>0.00480604689815</c:v>
                </c:pt>
                <c:pt idx="1818">
                  <c:v>0.00479438917679</c:v>
                </c:pt>
                <c:pt idx="1819">
                  <c:v>0.00478277458412</c:v>
                </c:pt>
                <c:pt idx="1820">
                  <c:v>0.00477120290257</c:v>
                </c:pt>
                <c:pt idx="1821">
                  <c:v>0.0047596739159</c:v>
                </c:pt>
                <c:pt idx="1822">
                  <c:v>0.00474818740927</c:v>
                </c:pt>
                <c:pt idx="1823">
                  <c:v>0.00473674316917</c:v>
                </c:pt>
                <c:pt idx="1824">
                  <c:v>0.00472534098344</c:v>
                </c:pt>
                <c:pt idx="1825">
                  <c:v>0.00471398064128</c:v>
                </c:pt>
                <c:pt idx="1826">
                  <c:v>0.00470266193316</c:v>
                </c:pt>
                <c:pt idx="1827">
                  <c:v>0.00469138465092</c:v>
                </c:pt>
                <c:pt idx="1828">
                  <c:v>0.00468014858768</c:v>
                </c:pt>
                <c:pt idx="1829">
                  <c:v>0.00466895353784</c:v>
                </c:pt>
                <c:pt idx="1830">
                  <c:v>0.00465779929712</c:v>
                </c:pt>
                <c:pt idx="1831">
                  <c:v>0.00464668566248</c:v>
                </c:pt>
                <c:pt idx="1832">
                  <c:v>0.00463561243218</c:v>
                </c:pt>
                <c:pt idx="1833">
                  <c:v>0.00462457940572</c:v>
                </c:pt>
                <c:pt idx="1834">
                  <c:v>0.00461358638385</c:v>
                </c:pt>
                <c:pt idx="1835">
                  <c:v>0.00460263316854</c:v>
                </c:pt>
                <c:pt idx="1836">
                  <c:v>0.00459171956304</c:v>
                </c:pt>
                <c:pt idx="1837">
                  <c:v>0.00458084537176</c:v>
                </c:pt>
                <c:pt idx="1838">
                  <c:v>0.00457001040037</c:v>
                </c:pt>
                <c:pt idx="1839">
                  <c:v>0.0045592144557</c:v>
                </c:pt>
                <c:pt idx="1840">
                  <c:v>0.00454845734581</c:v>
                </c:pt>
                <c:pt idx="1841">
                  <c:v>0.00453773887992</c:v>
                </c:pt>
                <c:pt idx="1842">
                  <c:v>0.00452705886844</c:v>
                </c:pt>
                <c:pt idx="1843">
                  <c:v>0.00451641712292</c:v>
                </c:pt>
                <c:pt idx="1844">
                  <c:v>0.00450581345609</c:v>
                </c:pt>
                <c:pt idx="1845">
                  <c:v>0.00449524768182</c:v>
                </c:pt>
                <c:pt idx="1846">
                  <c:v>0.00448471961511</c:v>
                </c:pt>
                <c:pt idx="1847">
                  <c:v>0.0044742290721</c:v>
                </c:pt>
                <c:pt idx="1848">
                  <c:v>0.00446377587005</c:v>
                </c:pt>
                <c:pt idx="1849">
                  <c:v>0.00445335982731</c:v>
                </c:pt>
                <c:pt idx="1850">
                  <c:v>0.00444298076335</c:v>
                </c:pt>
                <c:pt idx="1851">
                  <c:v>0.00443263849875</c:v>
                </c:pt>
                <c:pt idx="1852">
                  <c:v>0.00442233285512</c:v>
                </c:pt>
                <c:pt idx="1853">
                  <c:v>0.00441206365521</c:v>
                </c:pt>
                <c:pt idx="1854">
                  <c:v>0.00440183072279</c:v>
                </c:pt>
                <c:pt idx="1855">
                  <c:v>0.0043916338827</c:v>
                </c:pt>
                <c:pt idx="1856">
                  <c:v>0.00438147296085</c:v>
                </c:pt>
                <c:pt idx="1857">
                  <c:v>0.00437134778417</c:v>
                </c:pt>
                <c:pt idx="1858">
                  <c:v>0.00436125818063</c:v>
                </c:pt>
                <c:pt idx="1859">
                  <c:v>0.00435120397923</c:v>
                </c:pt>
                <c:pt idx="1860">
                  <c:v>0.00434118500998</c:v>
                </c:pt>
                <c:pt idx="1861">
                  <c:v>0.00433120110391</c:v>
                </c:pt>
                <c:pt idx="1862">
                  <c:v>0.00432125209305</c:v>
                </c:pt>
                <c:pt idx="1863">
                  <c:v>0.00431133781041</c:v>
                </c:pt>
                <c:pt idx="1864">
                  <c:v>0.00430145809002</c:v>
                </c:pt>
                <c:pt idx="1865">
                  <c:v>0.00429161276687</c:v>
                </c:pt>
                <c:pt idx="1866">
                  <c:v>0.00428180167691</c:v>
                </c:pt>
                <c:pt idx="1867">
                  <c:v>0.0042720246571</c:v>
                </c:pt>
                <c:pt idx="1868">
                  <c:v>0.00426228154533</c:v>
                </c:pt>
                <c:pt idx="1869">
                  <c:v>0.00425257218043</c:v>
                </c:pt>
                <c:pt idx="1870">
                  <c:v>0.00424289640222</c:v>
                </c:pt>
                <c:pt idx="1871">
                  <c:v>0.00423325405143</c:v>
                </c:pt>
                <c:pt idx="1872">
                  <c:v>0.00422364496974</c:v>
                </c:pt>
                <c:pt idx="1873">
                  <c:v>0.00421406899974</c:v>
                </c:pt>
                <c:pt idx="1874">
                  <c:v>0.00420452598497</c:v>
                </c:pt>
                <c:pt idx="1875">
                  <c:v>0.00419501576986</c:v>
                </c:pt>
                <c:pt idx="1876">
                  <c:v>0.00418553819976</c:v>
                </c:pt>
                <c:pt idx="1877">
                  <c:v>0.00417609312093</c:v>
                </c:pt>
                <c:pt idx="1878">
                  <c:v>0.00416668038053</c:v>
                </c:pt>
                <c:pt idx="1879">
                  <c:v>0.0041572998266</c:v>
                </c:pt>
                <c:pt idx="1880">
                  <c:v>0.00414795130807</c:v>
                </c:pt>
                <c:pt idx="1881">
                  <c:v>0.00413863467476</c:v>
                </c:pt>
                <c:pt idx="1882">
                  <c:v>0.00412934977736</c:v>
                </c:pt>
                <c:pt idx="1883">
                  <c:v>0.00412009646742</c:v>
                </c:pt>
                <c:pt idx="1884">
                  <c:v>0.00411087459736</c:v>
                </c:pt>
                <c:pt idx="1885">
                  <c:v>0.00410168402046</c:v>
                </c:pt>
                <c:pt idx="1886">
                  <c:v>0.00409252459083</c:v>
                </c:pt>
                <c:pt idx="1887">
                  <c:v>0.00408339616346</c:v>
                </c:pt>
                <c:pt idx="1888">
                  <c:v>0.00407429859415</c:v>
                </c:pt>
                <c:pt idx="1889">
                  <c:v>0.00406523173954</c:v>
                </c:pt>
                <c:pt idx="1890">
                  <c:v>0.0040561954571</c:v>
                </c:pt>
                <c:pt idx="1891">
                  <c:v>0.00404718960511</c:v>
                </c:pt>
                <c:pt idx="1892">
                  <c:v>0.00403821404268</c:v>
                </c:pt>
                <c:pt idx="1893">
                  <c:v>0.0040292686297</c:v>
                </c:pt>
                <c:pt idx="1894">
                  <c:v>0.0040203532269</c:v>
                </c:pt>
                <c:pt idx="1895">
                  <c:v>0.00401146769578</c:v>
                </c:pt>
                <c:pt idx="1896">
                  <c:v>0.00400261189864</c:v>
                </c:pt>
                <c:pt idx="1897">
                  <c:v>0.00399378569855</c:v>
                </c:pt>
                <c:pt idx="1898">
                  <c:v>0.00398498895937</c:v>
                </c:pt>
                <c:pt idx="1899">
                  <c:v>0.00397622154574</c:v>
                </c:pt>
                <c:pt idx="1900">
                  <c:v>0.00396748332306</c:v>
                </c:pt>
                <c:pt idx="1901">
                  <c:v>0.00395877415747</c:v>
                </c:pt>
                <c:pt idx="1902">
                  <c:v>0.00395009391591</c:v>
                </c:pt>
                <c:pt idx="1903">
                  <c:v>0.00394144246603</c:v>
                </c:pt>
                <c:pt idx="1904">
                  <c:v>0.00393281967626</c:v>
                </c:pt>
                <c:pt idx="1905">
                  <c:v>0.00392422541573</c:v>
                </c:pt>
                <c:pt idx="1906">
                  <c:v>0.00391565955435</c:v>
                </c:pt>
                <c:pt idx="1907">
                  <c:v>0.00390712196273</c:v>
                </c:pt>
                <c:pt idx="1908">
                  <c:v>0.00389861251223</c:v>
                </c:pt>
                <c:pt idx="1909">
                  <c:v>0.00389013107491</c:v>
                </c:pt>
                <c:pt idx="1910">
                  <c:v>0.00388167752356</c:v>
                </c:pt>
                <c:pt idx="1911">
                  <c:v>0.00387325173169</c:v>
                </c:pt>
                <c:pt idx="1912">
                  <c:v>0.00386485357351</c:v>
                </c:pt>
                <c:pt idx="1913">
                  <c:v>0.00385648292394</c:v>
                </c:pt>
                <c:pt idx="1914">
                  <c:v>0.00384813965861</c:v>
                </c:pt>
                <c:pt idx="1915">
                  <c:v>0.00383982365385</c:v>
                </c:pt>
                <c:pt idx="1916">
                  <c:v>0.00383153478668</c:v>
                </c:pt>
                <c:pt idx="1917">
                  <c:v>0.00382327293482</c:v>
                </c:pt>
                <c:pt idx="1918">
                  <c:v>0.00381503797667</c:v>
                </c:pt>
                <c:pt idx="1919">
                  <c:v>0.00380682979134</c:v>
                </c:pt>
                <c:pt idx="1920">
                  <c:v>0.0037986482586</c:v>
                </c:pt>
                <c:pt idx="1921">
                  <c:v>0.00379049325892</c:v>
                </c:pt>
                <c:pt idx="1922">
                  <c:v>0.00378236467344</c:v>
                </c:pt>
                <c:pt idx="1923">
                  <c:v>0.003774262384</c:v>
                </c:pt>
                <c:pt idx="1924">
                  <c:v>0.00376618627308</c:v>
                </c:pt>
                <c:pt idx="1925">
                  <c:v>0.00375813622387</c:v>
                </c:pt>
                <c:pt idx="1926">
                  <c:v>0.00375011212019</c:v>
                </c:pt>
                <c:pt idx="1927">
                  <c:v>0.00374211384658</c:v>
                </c:pt>
                <c:pt idx="1928">
                  <c:v>0.00373414128819</c:v>
                </c:pt>
                <c:pt idx="1929">
                  <c:v>0.00372619433088</c:v>
                </c:pt>
                <c:pt idx="1930">
                  <c:v>0.00371827286114</c:v>
                </c:pt>
                <c:pt idx="1931">
                  <c:v>0.00371037676615</c:v>
                </c:pt>
                <c:pt idx="1932">
                  <c:v>0.00370250593372</c:v>
                </c:pt>
                <c:pt idx="1933">
                  <c:v>0.00369466025232</c:v>
                </c:pt>
                <c:pt idx="1934">
                  <c:v>0.00368683961109</c:v>
                </c:pt>
                <c:pt idx="1935">
                  <c:v>0.00367904389981</c:v>
                </c:pt>
                <c:pt idx="1936">
                  <c:v>0.00367127300891</c:v>
                </c:pt>
                <c:pt idx="1937">
                  <c:v>0.00366352682946</c:v>
                </c:pt>
                <c:pt idx="1938">
                  <c:v>0.00365580525318</c:v>
                </c:pt>
                <c:pt idx="1939">
                  <c:v>0.00364810817245</c:v>
                </c:pt>
                <c:pt idx="1940">
                  <c:v>0.00364043548027</c:v>
                </c:pt>
                <c:pt idx="1941">
                  <c:v>0.00363278707028</c:v>
                </c:pt>
                <c:pt idx="1942">
                  <c:v>0.00362516283678</c:v>
                </c:pt>
                <c:pt idx="1943">
                  <c:v>0.00361756267468</c:v>
                </c:pt>
                <c:pt idx="1944">
                  <c:v>0.00360998647954</c:v>
                </c:pt>
                <c:pt idx="1945">
                  <c:v>0.00360243414755</c:v>
                </c:pt>
                <c:pt idx="1946">
                  <c:v>0.00359490557555</c:v>
                </c:pt>
                <c:pt idx="1947">
                  <c:v>0.00358740066097</c:v>
                </c:pt>
                <c:pt idx="1948">
                  <c:v>0.00357991930191</c:v>
                </c:pt>
                <c:pt idx="1949">
                  <c:v>0.00357246139708</c:v>
                </c:pt>
                <c:pt idx="1950">
                  <c:v>0.00356502684583</c:v>
                </c:pt>
                <c:pt idx="1951">
                  <c:v>0.00355761554812</c:v>
                </c:pt>
                <c:pt idx="1952">
                  <c:v>0.00355022740455</c:v>
                </c:pt>
                <c:pt idx="1953">
                  <c:v>0.00354286231636</c:v>
                </c:pt>
                <c:pt idx="1954">
                  <c:v>0.00353552018538</c:v>
                </c:pt>
                <c:pt idx="1955">
                  <c:v>0.0035282009141</c:v>
                </c:pt>
                <c:pt idx="1956">
                  <c:v>0.00352090440562</c:v>
                </c:pt>
                <c:pt idx="1957">
                  <c:v>0.00351363056368</c:v>
                </c:pt>
                <c:pt idx="1958">
                  <c:v>0.00350637929262</c:v>
                </c:pt>
                <c:pt idx="1959">
                  <c:v>0.00349915049742</c:v>
                </c:pt>
                <c:pt idx="1960">
                  <c:v>0.0034919440837</c:v>
                </c:pt>
                <c:pt idx="1961">
                  <c:v>0.00348475995769</c:v>
                </c:pt>
                <c:pt idx="1962">
                  <c:v>0.00347759802624</c:v>
                </c:pt>
                <c:pt idx="1963">
                  <c:v>0.00347045819683</c:v>
                </c:pt>
                <c:pt idx="1964">
                  <c:v>0.00346334037758</c:v>
                </c:pt>
                <c:pt idx="1965">
                  <c:v>0.00345624447721</c:v>
                </c:pt>
                <c:pt idx="1966">
                  <c:v>0.00344917040508</c:v>
                </c:pt>
                <c:pt idx="1967">
                  <c:v>0.00344211807118</c:v>
                </c:pt>
                <c:pt idx="1968">
                  <c:v>0.0034350873861</c:v>
                </c:pt>
                <c:pt idx="1969">
                  <c:v>0.00342807826108</c:v>
                </c:pt>
                <c:pt idx="1970">
                  <c:v>0.00342109060795</c:v>
                </c:pt>
                <c:pt idx="1971">
                  <c:v>0.00341412433919</c:v>
                </c:pt>
                <c:pt idx="1972">
                  <c:v>0.00340717936788</c:v>
                </c:pt>
                <c:pt idx="1973">
                  <c:v>0.00340025560772</c:v>
                </c:pt>
                <c:pt idx="1974">
                  <c:v>0.00339335297302</c:v>
                </c:pt>
                <c:pt idx="1975">
                  <c:v>0.0033864713787</c:v>
                </c:pt>
                <c:pt idx="1976">
                  <c:v>0.00337961074031</c:v>
                </c:pt>
                <c:pt idx="1977">
                  <c:v>0.00337277097398</c:v>
                </c:pt>
                <c:pt idx="1978">
                  <c:v>0.00336595199645</c:v>
                </c:pt>
                <c:pt idx="1979">
                  <c:v>0.00335915372505</c:v>
                </c:pt>
                <c:pt idx="1980">
                  <c:v>0.00335237607773</c:v>
                </c:pt>
                <c:pt idx="1981">
                  <c:v>0.00334561897299</c:v>
                </c:pt>
                <c:pt idx="1982">
                  <c:v>0.00333888232995</c:v>
                </c:pt>
                <c:pt idx="1983">
                  <c:v>0.00333216606828</c:v>
                </c:pt>
                <c:pt idx="1984">
                  <c:v>0.00332547010826</c:v>
                </c:pt>
                <c:pt idx="1985">
                  <c:v>0.00331879437069</c:v>
                </c:pt>
                <c:pt idx="1986">
                  <c:v>0.00331213877698</c:v>
                </c:pt>
                <c:pt idx="1987">
                  <c:v>0.00330550324906</c:v>
                </c:pt>
                <c:pt idx="1988">
                  <c:v>0.00329888770941</c:v>
                </c:pt>
                <c:pt idx="1989">
                  <c:v>0.00329229208109</c:v>
                </c:pt>
                <c:pt idx="1990">
                  <c:v>0.00328571628763</c:v>
                </c:pt>
                <c:pt idx="1991">
                  <c:v>0.00327916025315</c:v>
                </c:pt>
                <c:pt idx="1992">
                  <c:v>0.00327262390225</c:v>
                </c:pt>
                <c:pt idx="1993">
                  <c:v>0.00326610716005</c:v>
                </c:pt>
                <c:pt idx="1994">
                  <c:v>0.00325960995217</c:v>
                </c:pt>
                <c:pt idx="1995">
                  <c:v>0.00325313220473</c:v>
                </c:pt>
                <c:pt idx="1996">
                  <c:v>0.00324667384433</c:v>
                </c:pt>
                <c:pt idx="1997">
                  <c:v>0.00324023479805</c:v>
                </c:pt>
                <c:pt idx="1998">
                  <c:v>0.00323381499342</c:v>
                </c:pt>
                <c:pt idx="1999">
                  <c:v>0.00322741435846</c:v>
                </c:pt>
                <c:pt idx="2000">
                  <c:v>0.00322103282161</c:v>
                </c:pt>
              </c:numCache>
            </c:numRef>
          </c:yVal>
        </c:ser>
        <c:ser>
          <c:idx val="1"/>
          <c:order val="1"/>
          <c:tx>
            <c:v>spin</c:v>
          </c:tx>
          <c:spPr>
            <a:ln xmlns:a="http://schemas.openxmlformats.org/drawingml/2006/main" w="15240">
              <a:solidFill>
                <a:srgbClr val="234F91"/>
              </a:solidFill>
              <a:prstDash val="dash"/>
            </a:ln>
          </c:spPr>
          <c:marker>
            <c:symbol val="none"/>
            <c:size val="5"/>
            <c:spPr>
              <a:solidFill xmlns:a="http://schemas.openxmlformats.org/drawingml/2006/main">
                <a:srgbClr val="234F91"/>
              </a:solidFill>
            </c:spPr>
          </c:marker>
          <c:xVal>
            <c:numRef>
              <c:f>'Chart Data'!$C$2:$C$2002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Data'!$D$2:$D$2002</c:f>
              <c:numCache>
                <c:formatCode>0.0</c:formatCode>
                <c:ptCount val="2001"/>
                <c:pt idx="0">
                  <c:v>0.0541082555636</c:v>
                </c:pt>
                <c:pt idx="1">
                  <c:v>0.0544024136039</c:v>
                </c:pt>
                <c:pt idx="2">
                  <c:v>0.0546989373933</c:v>
                </c:pt>
                <c:pt idx="3">
                  <c:v>0.0549978517308</c:v>
                </c:pt>
                <c:pt idx="4">
                  <c:v>0.0552991817295</c:v>
                </c:pt>
                <c:pt idx="5">
                  <c:v>0.0556029528209</c:v>
                </c:pt>
                <c:pt idx="6">
                  <c:v>0.05590919076</c:v>
                </c:pt>
                <c:pt idx="7">
                  <c:v>0.0562179216294</c:v>
                </c:pt>
                <c:pt idx="8">
                  <c:v>0.0565291718444</c:v>
                </c:pt>
                <c:pt idx="9">
                  <c:v>0.0568429681581</c:v>
                </c:pt>
                <c:pt idx="10">
                  <c:v>0.0571593376654</c:v>
                </c:pt>
                <c:pt idx="11">
                  <c:v>0.057478307809</c:v>
                </c:pt>
                <c:pt idx="12">
                  <c:v>0.0577999063837</c:v>
                </c:pt>
                <c:pt idx="13">
                  <c:v>0.0581241615419</c:v>
                </c:pt>
                <c:pt idx="14">
                  <c:v>0.0584511017987</c:v>
                </c:pt>
                <c:pt idx="15">
                  <c:v>0.0587807560371</c:v>
                </c:pt>
                <c:pt idx="16">
                  <c:v>0.0591131535135</c:v>
                </c:pt>
                <c:pt idx="17">
                  <c:v>0.0594483238633</c:v>
                </c:pt>
                <c:pt idx="18">
                  <c:v>0.059786297106</c:v>
                </c:pt>
                <c:pt idx="19">
                  <c:v>0.060127103651</c:v>
                </c:pt>
                <c:pt idx="20">
                  <c:v>0.0604707743037</c:v>
                </c:pt>
                <c:pt idx="21">
                  <c:v>0.0608173402705</c:v>
                </c:pt>
                <c:pt idx="22">
                  <c:v>0.0611668331655</c:v>
                </c:pt>
                <c:pt idx="23">
                  <c:v>0.061519285016</c:v>
                </c:pt>
                <c:pt idx="24">
                  <c:v>0.0618747282686</c:v>
                </c:pt>
                <c:pt idx="25">
                  <c:v>0.0622331957953</c:v>
                </c:pt>
                <c:pt idx="26">
                  <c:v>0.0625947209002</c:v>
                </c:pt>
                <c:pt idx="27">
                  <c:v>0.0629593373251</c:v>
                </c:pt>
                <c:pt idx="28">
                  <c:v>0.0633270792567</c:v>
                </c:pt>
                <c:pt idx="29">
                  <c:v>0.0636979813326</c:v>
                </c:pt>
                <c:pt idx="30">
                  <c:v>0.064072078648</c:v>
                </c:pt>
                <c:pt idx="31">
                  <c:v>0.0644494067627</c:v>
                </c:pt>
                <c:pt idx="32">
                  <c:v>0.0648300017076</c:v>
                </c:pt>
                <c:pt idx="33">
                  <c:v>0.0652138999921</c:v>
                </c:pt>
                <c:pt idx="34">
                  <c:v>0.0656011386106</c:v>
                </c:pt>
                <c:pt idx="35">
                  <c:v>0.0659917550499</c:v>
                </c:pt>
                <c:pt idx="36">
                  <c:v>0.0663857872965</c:v>
                </c:pt>
                <c:pt idx="37">
                  <c:v>0.0667832738438</c:v>
                </c:pt>
                <c:pt idx="38">
                  <c:v>0.0671842536998</c:v>
                </c:pt>
                <c:pt idx="39">
                  <c:v>0.0675887663944</c:v>
                </c:pt>
                <c:pt idx="40">
                  <c:v>0.0679968519873</c:v>
                </c:pt>
                <c:pt idx="41">
                  <c:v>0.0684085510757</c:v>
                </c:pt>
                <c:pt idx="42">
                  <c:v>0.0688239048022</c:v>
                </c:pt>
                <c:pt idx="43">
                  <c:v>0.0692429548628</c:v>
                </c:pt>
                <c:pt idx="44">
                  <c:v>0.0696657435151</c:v>
                </c:pt>
                <c:pt idx="45">
                  <c:v>0.0700923135867</c:v>
                </c:pt>
                <c:pt idx="46">
                  <c:v>0.0705227084832</c:v>
                </c:pt>
                <c:pt idx="47">
                  <c:v>0.070956972197</c:v>
                </c:pt>
                <c:pt idx="48">
                  <c:v>0.0713951493159</c:v>
                </c:pt>
                <c:pt idx="49">
                  <c:v>0.0718372850316</c:v>
                </c:pt>
                <c:pt idx="50">
                  <c:v>0.0722834251489</c:v>
                </c:pt>
                <c:pt idx="51">
                  <c:v>0.0727336160943</c:v>
                </c:pt>
                <c:pt idx="52">
                  <c:v>0.0731879049254</c:v>
                </c:pt>
                <c:pt idx="53">
                  <c:v>0.07364633934</c:v>
                </c:pt>
                <c:pt idx="54">
                  <c:v>0.0741089676855</c:v>
                </c:pt>
                <c:pt idx="55">
                  <c:v>0.0745758389684</c:v>
                </c:pt>
                <c:pt idx="56">
                  <c:v>0.0750470028636</c:v>
                </c:pt>
                <c:pt idx="57">
                  <c:v>0.0755225097246</c:v>
                </c:pt>
                <c:pt idx="58">
                  <c:v>0.0760024105932</c:v>
                </c:pt>
                <c:pt idx="59">
                  <c:v>0.0764867572093</c:v>
                </c:pt>
                <c:pt idx="60">
                  <c:v>0.0769756020212</c:v>
                </c:pt>
                <c:pt idx="61">
                  <c:v>0.0774689981957</c:v>
                </c:pt>
                <c:pt idx="62">
                  <c:v>0.0779669996287</c:v>
                </c:pt>
                <c:pt idx="63">
                  <c:v>0.0784696609556</c:v>
                </c:pt>
                <c:pt idx="64">
                  <c:v>0.0789770375618</c:v>
                </c:pt>
                <c:pt idx="65">
                  <c:v>0.0794891855937</c:v>
                </c:pt>
                <c:pt idx="66">
                  <c:v>0.0800061619693</c:v>
                </c:pt>
                <c:pt idx="67">
                  <c:v>0.0805280243897</c:v>
                </c:pt>
                <c:pt idx="68">
                  <c:v>0.0810548313497</c:v>
                </c:pt>
                <c:pt idx="69">
                  <c:v>0.0815866421495</c:v>
                </c:pt>
                <c:pt idx="70">
                  <c:v>0.0821235169057</c:v>
                </c:pt>
                <c:pt idx="71">
                  <c:v>0.0826655165635</c:v>
                </c:pt>
                <c:pt idx="72">
                  <c:v>0.0832127029077</c:v>
                </c:pt>
                <c:pt idx="73">
                  <c:v>0.0837651385748</c:v>
                </c:pt>
                <c:pt idx="74">
                  <c:v>0.0843228870648</c:v>
                </c:pt>
                <c:pt idx="75">
                  <c:v>0.0848860127535</c:v>
                </c:pt>
                <c:pt idx="76">
                  <c:v>0.0854545809043</c:v>
                </c:pt>
                <c:pt idx="77">
                  <c:v>0.0860286576806</c:v>
                </c:pt>
                <c:pt idx="78">
                  <c:v>0.0866083101586</c:v>
                </c:pt>
                <c:pt idx="79">
                  <c:v>0.0871936063389</c:v>
                </c:pt>
                <c:pt idx="80">
                  <c:v>0.0877846151602</c:v>
                </c:pt>
                <c:pt idx="81">
                  <c:v>0.0883814065112</c:v>
                </c:pt>
                <c:pt idx="82">
                  <c:v>0.0889840512438</c:v>
                </c:pt>
                <c:pt idx="83">
                  <c:v>0.0895926211862</c:v>
                </c:pt>
                <c:pt idx="84">
                  <c:v>0.0902071891554</c:v>
                </c:pt>
                <c:pt idx="85">
                  <c:v>0.090827828971</c:v>
                </c:pt>
                <c:pt idx="86">
                  <c:v>0.091454615468</c:v>
                </c:pt>
                <c:pt idx="87">
                  <c:v>0.0920876245101</c:v>
                </c:pt>
                <c:pt idx="88">
                  <c:v>0.0927269330033</c:v>
                </c:pt>
                <c:pt idx="89">
                  <c:v>0.0933726189096</c:v>
                </c:pt>
                <c:pt idx="90">
                  <c:v>0.0940247612597</c:v>
                </c:pt>
                <c:pt idx="91">
                  <c:v>0.0946834401677</c:v>
                </c:pt>
                <c:pt idx="92">
                  <c:v>0.095348736844</c:v>
                </c:pt>
                <c:pt idx="93">
                  <c:v>0.0960207336092</c:v>
                </c:pt>
                <c:pt idx="94">
                  <c:v>0.0966995139081</c:v>
                </c:pt>
                <c:pt idx="95">
                  <c:v>0.0973851623231</c:v>
                </c:pt>
                <c:pt idx="96">
                  <c:v>0.0980777645886</c:v>
                </c:pt>
                <c:pt idx="97">
                  <c:v>0.0987774076041</c:v>
                </c:pt>
                <c:pt idx="98">
                  <c:v>0.0994841794489</c:v>
                </c:pt>
                <c:pt idx="99">
                  <c:v>0.100198169395</c:v>
                </c:pt>
                <c:pt idx="100">
                  <c:v>0.100919467922</c:v>
                </c:pt>
                <c:pt idx="101">
                  <c:v>0.10164816673</c:v>
                </c:pt>
                <c:pt idx="102">
                  <c:v>0.102384358753</c:v>
                </c:pt>
                <c:pt idx="103">
                  <c:v>0.103128138176</c:v>
                </c:pt>
                <c:pt idx="104">
                  <c:v>0.103879600442</c:v>
                </c:pt>
                <c:pt idx="105">
                  <c:v>0.104638842273</c:v>
                </c:pt>
                <c:pt idx="106">
                  <c:v>0.105405961678</c:v>
                </c:pt>
                <c:pt idx="107">
                  <c:v>0.106181057971</c:v>
                </c:pt>
                <c:pt idx="108">
                  <c:v>0.106964231777</c:v>
                </c:pt>
                <c:pt idx="109">
                  <c:v>0.107755585055</c:v>
                </c:pt>
                <c:pt idx="110">
                  <c:v>0.108555221103</c:v>
                </c:pt>
                <c:pt idx="111">
                  <c:v>0.109363244572</c:v>
                </c:pt>
                <c:pt idx="112">
                  <c:v>0.110179761483</c:v>
                </c:pt>
                <c:pt idx="113">
                  <c:v>0.111004879235</c:v>
                </c:pt>
                <c:pt idx="114">
                  <c:v>0.111838706617</c:v>
                </c:pt>
                <c:pt idx="115">
                  <c:v>0.112681353824</c:v>
                </c:pt>
                <c:pt idx="116">
                  <c:v>0.113532932461</c:v>
                </c:pt>
                <c:pt idx="117">
                  <c:v>0.114393555562</c:v>
                </c:pt>
                <c:pt idx="118">
                  <c:v>0.115263337597</c:v>
                </c:pt>
                <c:pt idx="119">
                  <c:v>0.116142394481</c:v>
                </c:pt>
                <c:pt idx="120">
                  <c:v>0.117030843587</c:v>
                </c:pt>
                <c:pt idx="121">
                  <c:v>0.117928803752</c:v>
                </c:pt>
                <c:pt idx="122">
                  <c:v>0.11883639529</c:v>
                </c:pt>
                <c:pt idx="123">
                  <c:v>0.119753739997</c:v>
                </c:pt>
                <c:pt idx="124">
                  <c:v>0.120680961161</c:v>
                </c:pt>
                <c:pt idx="125">
                  <c:v>0.121618183566</c:v>
                </c:pt>
                <c:pt idx="126">
                  <c:v>0.122565533505</c:v>
                </c:pt>
                <c:pt idx="127">
                  <c:v>0.123523138777</c:v>
                </c:pt>
                <c:pt idx="128">
                  <c:v>0.124491128699</c:v>
                </c:pt>
                <c:pt idx="129">
                  <c:v>0.125469634108</c:v>
                </c:pt>
                <c:pt idx="130">
                  <c:v>0.126458787365</c:v>
                </c:pt>
                <c:pt idx="131">
                  <c:v>0.127458722354</c:v>
                </c:pt>
                <c:pt idx="132">
                  <c:v>0.12846957449</c:v>
                </c:pt>
                <c:pt idx="133">
                  <c:v>0.129491480714</c:v>
                </c:pt>
                <c:pt idx="134">
                  <c:v>0.130524579494</c:v>
                </c:pt>
                <c:pt idx="135">
                  <c:v>0.131569010823</c:v>
                </c:pt>
                <c:pt idx="136">
                  <c:v>0.13262491622</c:v>
                </c:pt>
                <c:pt idx="137">
                  <c:v>0.133692438718</c:v>
                </c:pt>
                <c:pt idx="138">
                  <c:v>0.134771722865</c:v>
                </c:pt>
                <c:pt idx="139">
                  <c:v>0.135862914715</c:v>
                </c:pt>
                <c:pt idx="140">
                  <c:v>0.136966161818</c:v>
                </c:pt>
                <c:pt idx="141">
                  <c:v>0.138081613211</c:v>
                </c:pt>
                <c:pt idx="142">
                  <c:v>0.139209419407</c:v>
                </c:pt>
                <c:pt idx="143">
                  <c:v>0.14034973238</c:v>
                </c:pt>
                <c:pt idx="144">
                  <c:v>0.141502705549</c:v>
                </c:pt>
                <c:pt idx="145">
                  <c:v>0.142668493762</c:v>
                </c:pt>
                <c:pt idx="146">
                  <c:v>0.143847253277</c:v>
                </c:pt>
                <c:pt idx="147">
                  <c:v>0.145039141738</c:v>
                </c:pt>
                <c:pt idx="148">
                  <c:v>0.146244318153</c:v>
                </c:pt>
                <c:pt idx="149">
                  <c:v>0.147462942865</c:v>
                </c:pt>
                <c:pt idx="150">
                  <c:v>0.148695177529</c:v>
                </c:pt>
                <c:pt idx="151">
                  <c:v>0.149941185073</c:v>
                </c:pt>
                <c:pt idx="152">
                  <c:v>0.15120112967</c:v>
                </c:pt>
                <c:pt idx="153">
                  <c:v>0.152475176696</c:v>
                </c:pt>
                <c:pt idx="154">
                  <c:v>0.153763492695</c:v>
                </c:pt>
                <c:pt idx="155">
                  <c:v>0.155066245331</c:v>
                </c:pt>
                <c:pt idx="156">
                  <c:v>0.156383603346</c:v>
                </c:pt>
                <c:pt idx="157">
                  <c:v>0.157715736507</c:v>
                </c:pt>
                <c:pt idx="158">
                  <c:v>0.159062815552</c:v>
                </c:pt>
                <c:pt idx="159">
                  <c:v>0.160425012138</c:v>
                </c:pt>
                <c:pt idx="160">
                  <c:v>0.161802498774</c:v>
                </c:pt>
                <c:pt idx="161">
                  <c:v>0.16319544876</c:v>
                </c:pt>
                <c:pt idx="162">
                  <c:v>0.164604036116</c:v>
                </c:pt>
                <c:pt idx="163">
                  <c:v>0.16602843551</c:v>
                </c:pt>
                <c:pt idx="164">
                  <c:v>0.167468822178</c:v>
                </c:pt>
                <c:pt idx="165">
                  <c:v>0.168925371844</c:v>
                </c:pt>
                <c:pt idx="166">
                  <c:v>0.170398260629</c:v>
                </c:pt>
                <c:pt idx="167">
                  <c:v>0.171887664963</c:v>
                </c:pt>
                <c:pt idx="168">
                  <c:v>0.173393761483</c:v>
                </c:pt>
                <c:pt idx="169">
                  <c:v>0.174916726932</c:v>
                </c:pt>
                <c:pt idx="170">
                  <c:v>0.176456738052</c:v>
                </c:pt>
                <c:pt idx="171">
                  <c:v>0.178013971463</c:v>
                </c:pt>
                <c:pt idx="172">
                  <c:v>0.17958860355</c:v>
                </c:pt>
                <c:pt idx="173">
                  <c:v>0.181180810333</c:v>
                </c:pt>
                <c:pt idx="174">
                  <c:v>0.182790767333</c:v>
                </c:pt>
                <c:pt idx="175">
                  <c:v>0.184418649436</c:v>
                </c:pt>
                <c:pt idx="176">
                  <c:v>0.18606463074</c:v>
                </c:pt>
                <c:pt idx="177">
                  <c:v>0.187728884409</c:v>
                </c:pt>
                <c:pt idx="178">
                  <c:v>0.189411582511</c:v>
                </c:pt>
                <c:pt idx="179">
                  <c:v>0.191112895845</c:v>
                </c:pt>
                <c:pt idx="180">
                  <c:v>0.192832993772</c:v>
                </c:pt>
                <c:pt idx="181">
                  <c:v>0.194572044029</c:v>
                </c:pt>
                <c:pt idx="182">
                  <c:v>0.196330212541</c:v>
                </c:pt>
                <c:pt idx="183">
                  <c:v>0.198107663216</c:v>
                </c:pt>
                <c:pt idx="184">
                  <c:v>0.199904557746</c:v>
                </c:pt>
                <c:pt idx="185">
                  <c:v>0.201721055386</c:v>
                </c:pt>
                <c:pt idx="186">
                  <c:v>0.203557312729</c:v>
                </c:pt>
                <c:pt idx="187">
                  <c:v>0.205413483481</c:v>
                </c:pt>
                <c:pt idx="188">
                  <c:v>0.207289718211</c:v>
                </c:pt>
                <c:pt idx="189">
                  <c:v>0.209186164103</c:v>
                </c:pt>
                <c:pt idx="190">
                  <c:v>0.211102964699</c:v>
                </c:pt>
                <c:pt idx="191">
                  <c:v>0.21304025963</c:v>
                </c:pt>
                <c:pt idx="192">
                  <c:v>0.214998184333</c:v>
                </c:pt>
                <c:pt idx="193">
                  <c:v>0.216976869771</c:v>
                </c:pt>
                <c:pt idx="194">
                  <c:v>0.218976442132</c:v>
                </c:pt>
                <c:pt idx="195">
                  <c:v>0.220997022524</c:v>
                </c:pt>
                <c:pt idx="196">
                  <c:v>0.22303872666</c:v>
                </c:pt>
                <c:pt idx="197">
                  <c:v>0.225101664532</c:v>
                </c:pt>
                <c:pt idx="198">
                  <c:v>0.22718594008</c:v>
                </c:pt>
                <c:pt idx="199">
                  <c:v>0.229291650848</c:v>
                </c:pt>
                <c:pt idx="200">
                  <c:v>0.23141888763</c:v>
                </c:pt>
                <c:pt idx="201">
                  <c:v>0.233567734109</c:v>
                </c:pt>
                <c:pt idx="202">
                  <c:v>0.235738266491</c:v>
                </c:pt>
                <c:pt idx="203">
                  <c:v>0.23793055312</c:v>
                </c:pt>
                <c:pt idx="204">
                  <c:v>0.240144654096</c:v>
                </c:pt>
                <c:pt idx="205">
                  <c:v>0.242380620881</c:v>
                </c:pt>
                <c:pt idx="206">
                  <c:v>0.244638495891</c:v>
                </c:pt>
                <c:pt idx="207">
                  <c:v>0.24691831209</c:v>
                </c:pt>
                <c:pt idx="208">
                  <c:v>0.249220092574</c:v>
                </c:pt>
                <c:pt idx="209">
                  <c:v>0.251543850143</c:v>
                </c:pt>
                <c:pt idx="210">
                  <c:v>0.253889586877</c:v>
                </c:pt>
                <c:pt idx="211">
                  <c:v>0.256257293698</c:v>
                </c:pt>
                <c:pt idx="212">
                  <c:v>0.258646949932</c:v>
                </c:pt>
                <c:pt idx="213">
                  <c:v>0.261058522864</c:v>
                </c:pt>
                <c:pt idx="214">
                  <c:v>0.263491967294</c:v>
                </c:pt>
                <c:pt idx="215">
                  <c:v>0.265947225083</c:v>
                </c:pt>
                <c:pt idx="216">
                  <c:v>0.268424224706</c:v>
                </c:pt>
                <c:pt idx="217">
                  <c:v>0.2709228808</c:v>
                </c:pt>
                <c:pt idx="218">
                  <c:v>0.273443093708</c:v>
                </c:pt>
                <c:pt idx="219">
                  <c:v>0.275984749033</c:v>
                </c:pt>
                <c:pt idx="220">
                  <c:v>0.278547717185</c:v>
                </c:pt>
                <c:pt idx="221">
                  <c:v>0.28113185294</c:v>
                </c:pt>
                <c:pt idx="222">
                  <c:v>0.283736994997</c:v>
                </c:pt>
                <c:pt idx="223">
                  <c:v>0.286362965544</c:v>
                </c:pt>
                <c:pt idx="224">
                  <c:v>0.289009569828</c:v>
                </c:pt>
                <c:pt idx="225">
                  <c:v>0.29167659574</c:v>
                </c:pt>
                <c:pt idx="226">
                  <c:v>0.294363813399</c:v>
                </c:pt>
                <c:pt idx="227">
                  <c:v>0.297070974762</c:v>
                </c:pt>
                <c:pt idx="228">
                  <c:v>0.299797813231</c:v>
                </c:pt>
                <c:pt idx="229">
                  <c:v>0.302544043284</c:v>
                </c:pt>
                <c:pt idx="230">
                  <c:v>0.305309360123</c:v>
                </c:pt>
                <c:pt idx="231">
                  <c:v>0.30809343933</c:v>
                </c:pt>
                <c:pt idx="232">
                  <c:v>0.310895936554</c:v>
                </c:pt>
                <c:pt idx="233">
                  <c:v>0.313716487209</c:v>
                </c:pt>
                <c:pt idx="234">
                  <c:v>0.316554706197</c:v>
                </c:pt>
                <c:pt idx="235">
                  <c:v>0.319410187663</c:v>
                </c:pt>
                <c:pt idx="236">
                  <c:v>0.32228250476</c:v>
                </c:pt>
                <c:pt idx="237">
                  <c:v>0.325171209457</c:v>
                </c:pt>
                <c:pt idx="238">
                  <c:v>0.328075832365</c:v>
                </c:pt>
                <c:pt idx="239">
                  <c:v>0.3309958826</c:v>
                </c:pt>
                <c:pt idx="240">
                  <c:v>0.333930847675</c:v>
                </c:pt>
                <c:pt idx="241">
                  <c:v>0.336880193429</c:v>
                </c:pt>
                <c:pt idx="242">
                  <c:v>0.339843363985</c:v>
                </c:pt>
                <c:pt idx="243">
                  <c:v>0.342819781751</c:v>
                </c:pt>
                <c:pt idx="244">
                  <c:v>0.345808847458</c:v>
                </c:pt>
                <c:pt idx="245">
                  <c:v>0.348809940233</c:v>
                </c:pt>
                <c:pt idx="246">
                  <c:v>0.351822417717</c:v>
                </c:pt>
                <c:pt idx="247">
                  <c:v>0.354845616227</c:v>
                </c:pt>
                <c:pt idx="248">
                  <c:v>0.357878850948</c:v>
                </c:pt>
                <c:pt idx="249">
                  <c:v>0.360921416189</c:v>
                </c:pt>
                <c:pt idx="250">
                  <c:v>0.363972585663</c:v>
                </c:pt>
                <c:pt idx="251">
                  <c:v>0.367031612824</c:v>
                </c:pt>
                <c:pt idx="252">
                  <c:v>0.370097731251</c:v>
                </c:pt>
                <c:pt idx="253">
                  <c:v>0.373170155067</c:v>
                </c:pt>
                <c:pt idx="254">
                  <c:v>0.376248079413</c:v>
                </c:pt>
                <c:pt idx="255">
                  <c:v>0.379330680969</c:v>
                </c:pt>
                <c:pt idx="256">
                  <c:v>0.382417118514</c:v>
                </c:pt>
                <c:pt idx="257">
                  <c:v>0.38550653354</c:v>
                </c:pt>
                <c:pt idx="258">
                  <c:v>0.388598050903</c:v>
                </c:pt>
                <c:pt idx="259">
                  <c:v>0.391690779528</c:v>
                </c:pt>
                <c:pt idx="260">
                  <c:v>0.39478381315</c:v>
                </c:pt>
                <c:pt idx="261">
                  <c:v>0.397876231104</c:v>
                </c:pt>
                <c:pt idx="262">
                  <c:v>0.400967099152</c:v>
                </c:pt>
                <c:pt idx="263">
                  <c:v>0.404055470355</c:v>
                </c:pt>
                <c:pt idx="264">
                  <c:v>0.407140385984</c:v>
                </c:pt>
                <c:pt idx="265">
                  <c:v>0.410220876464</c:v>
                </c:pt>
                <c:pt idx="266">
                  <c:v>0.413295962358</c:v>
                </c:pt>
                <c:pt idx="267">
                  <c:v>0.416364655386</c:v>
                </c:pt>
                <c:pt idx="268">
                  <c:v>0.419425959469</c:v>
                </c:pt>
                <c:pt idx="269">
                  <c:v>0.422478871811</c:v>
                </c:pt>
                <c:pt idx="270">
                  <c:v>0.425522384004</c:v>
                </c:pt>
                <c:pt idx="271">
                  <c:v>0.428555483153</c:v>
                </c:pt>
                <c:pt idx="272">
                  <c:v>0.431577153033</c:v>
                </c:pt>
                <c:pt idx="273">
                  <c:v>0.434586375256</c:v>
                </c:pt>
                <c:pt idx="274">
                  <c:v>0.437582130459</c:v>
                </c:pt>
                <c:pt idx="275">
                  <c:v>0.440563399504</c:v>
                </c:pt>
                <c:pt idx="276">
                  <c:v>0.443529164688</c:v>
                </c:pt>
                <c:pt idx="277">
                  <c:v>0.44647841096</c:v>
                </c:pt>
                <c:pt idx="278">
                  <c:v>0.449410127147</c:v>
                </c:pt>
                <c:pt idx="279">
                  <c:v>0.452323307168</c:v>
                </c:pt>
                <c:pt idx="280">
                  <c:v>0.455216951262</c:v>
                </c:pt>
                <c:pt idx="281">
                  <c:v>0.4580900672</c:v>
                </c:pt>
                <c:pt idx="282">
                  <c:v>0.460941671488</c:v>
                </c:pt>
                <c:pt idx="283">
                  <c:v>0.463770790565</c:v>
                </c:pt>
                <c:pt idx="284">
                  <c:v>0.466576461978</c:v>
                </c:pt>
                <c:pt idx="285">
                  <c:v>0.469357735545</c:v>
                </c:pt>
                <c:pt idx="286">
                  <c:v>0.472113674494</c:v>
                </c:pt>
                <c:pt idx="287">
                  <c:v>0.474843356572</c:v>
                </c:pt>
                <c:pt idx="288">
                  <c:v>0.477545875139</c:v>
                </c:pt>
                <c:pt idx="289">
                  <c:v>0.480220340221</c:v>
                </c:pt>
                <c:pt idx="290">
                  <c:v>0.482865879533</c:v>
                </c:pt>
                <c:pt idx="291">
                  <c:v>0.485481639467</c:v>
                </c:pt>
                <c:pt idx="292">
                  <c:v>0.488066786042</c:v>
                </c:pt>
                <c:pt idx="293">
                  <c:v>0.490620505813</c:v>
                </c:pt>
                <c:pt idx="294">
                  <c:v>0.493142006734</c:v>
                </c:pt>
                <c:pt idx="295">
                  <c:v>0.495630518981</c:v>
                </c:pt>
                <c:pt idx="296">
                  <c:v>0.49808529572</c:v>
                </c:pt>
                <c:pt idx="297">
                  <c:v>0.500505613836</c:v>
                </c:pt>
                <c:pt idx="298">
                  <c:v>0.502890774599</c:v>
                </c:pt>
                <c:pt idx="299">
                  <c:v>0.50524010429</c:v>
                </c:pt>
                <c:pt idx="300">
                  <c:v>0.507552954761</c:v>
                </c:pt>
                <c:pt idx="301">
                  <c:v>0.509828703947</c:v>
                </c:pt>
                <c:pt idx="302">
                  <c:v>0.512066756322</c:v>
                </c:pt>
                <c:pt idx="303">
                  <c:v>0.514266543291</c:v>
                </c:pt>
                <c:pt idx="304">
                  <c:v>0.516427523533</c:v>
                </c:pt>
                <c:pt idx="305">
                  <c:v>0.518549183274</c:v>
                </c:pt>
                <c:pt idx="306">
                  <c:v>0.520631036516</c:v>
                </c:pt>
                <c:pt idx="307">
                  <c:v>0.52267262519</c:v>
                </c:pt>
                <c:pt idx="308">
                  <c:v>0.524673519261</c:v>
                </c:pt>
                <c:pt idx="309">
                  <c:v>0.526633316773</c:v>
                </c:pt>
                <c:pt idx="310">
                  <c:v>0.528551643827</c:v>
                </c:pt>
                <c:pt idx="311">
                  <c:v>0.530428154506</c:v>
                </c:pt>
                <c:pt idx="312">
                  <c:v>0.532262530745</c:v>
                </c:pt>
                <c:pt idx="313">
                  <c:v>0.534054482139</c:v>
                </c:pt>
                <c:pt idx="314">
                  <c:v>0.535803745695</c:v>
                </c:pt>
                <c:pt idx="315">
                  <c:v>0.537510085527</c:v>
                </c:pt>
                <c:pt idx="316">
                  <c:v>0.539173292505</c:v>
                </c:pt>
                <c:pt idx="317">
                  <c:v>0.540793183842</c:v>
                </c:pt>
                <c:pt idx="318">
                  <c:v>0.542369602637</c:v>
                </c:pt>
                <c:pt idx="319">
                  <c:v>0.543902417361</c:v>
                </c:pt>
                <c:pt idx="320">
                  <c:v>0.545391521304</c:v>
                </c:pt>
                <c:pt idx="321">
                  <c:v>0.546836831971</c:v>
                </c:pt>
                <c:pt idx="322">
                  <c:v>0.548238290435</c:v>
                </c:pt>
                <c:pt idx="323">
                  <c:v>0.549595860649</c:v>
                </c:pt>
                <c:pt idx="324">
                  <c:v>0.550909528721</c:v>
                </c:pt>
                <c:pt idx="325">
                  <c:v>0.552179302149</c:v>
                </c:pt>
                <c:pt idx="326">
                  <c:v>0.553405209025</c:v>
                </c:pt>
                <c:pt idx="327">
                  <c:v>0.554587297201</c:v>
                </c:pt>
                <c:pt idx="328">
                  <c:v>0.555725633439</c:v>
                </c:pt>
                <c:pt idx="329">
                  <c:v>0.556820302518</c:v>
                </c:pt>
                <c:pt idx="330">
                  <c:v>0.557871406332</c:v>
                </c:pt>
                <c:pt idx="331">
                  <c:v>0.558879062959</c:v>
                </c:pt>
                <c:pt idx="332">
                  <c:v>0.559843405715</c:v>
                </c:pt>
                <c:pt idx="333">
                  <c:v>0.560764582197</c:v>
                </c:pt>
                <c:pt idx="334">
                  <c:v>0.561642753304</c:v>
                </c:pt>
                <c:pt idx="335">
                  <c:v>0.562478092261</c:v>
                </c:pt>
                <c:pt idx="336">
                  <c:v>0.563270783632</c:v>
                </c:pt>
                <c:pt idx="337">
                  <c:v>0.564021022327</c:v>
                </c:pt>
                <c:pt idx="338">
                  <c:v>0.564729012613</c:v>
                </c:pt>
                <c:pt idx="339">
                  <c:v>0.565394967128</c:v>
                </c:pt>
                <c:pt idx="340">
                  <c:v>0.566019105904</c:v>
                </c:pt>
                <c:pt idx="341">
                  <c:v>0.566601655386</c:v>
                </c:pt>
                <c:pt idx="342">
                  <c:v>0.567142847478</c:v>
                </c:pt>
                <c:pt idx="343">
                  <c:v>0.567642918596</c:v>
                </c:pt>
                <c:pt idx="344">
                  <c:v>0.568102108736</c:v>
                </c:pt>
                <c:pt idx="345">
                  <c:v>0.568520660564</c:v>
                </c:pt>
                <c:pt idx="346">
                  <c:v>0.568898818528</c:v>
                </c:pt>
                <c:pt idx="347">
                  <c:v>0.569236827995</c:v>
                </c:pt>
                <c:pt idx="348">
                  <c:v>0.56953493441</c:v>
                </c:pt>
                <c:pt idx="349">
                  <c:v>0.569793382489</c:v>
                </c:pt>
                <c:pt idx="350">
                  <c:v>0.570012415438</c:v>
                </c:pt>
                <c:pt idx="351">
                  <c:v>0.570192274207</c:v>
                </c:pt>
                <c:pt idx="352">
                  <c:v>0.570333196779</c:v>
                </c:pt>
                <c:pt idx="353">
                  <c:v>0.570435417491</c:v>
                </c:pt>
                <c:pt idx="354">
                  <c:v>0.570499166396</c:v>
                </c:pt>
                <c:pt idx="355">
                  <c:v>0.570524668661</c:v>
                </c:pt>
                <c:pt idx="356">
                  <c:v>0.57051214401</c:v>
                </c:pt>
                <c:pt idx="357">
                  <c:v>0.570461806199</c:v>
                </c:pt>
                <c:pt idx="358">
                  <c:v>0.570373862542</c:v>
                </c:pt>
                <c:pt idx="359">
                  <c:v>0.570248513474</c:v>
                </c:pt>
                <c:pt idx="360">
                  <c:v>0.570085952162</c:v>
                </c:pt>
                <c:pt idx="361">
                  <c:v>0.569886364156</c:v>
                </c:pt>
                <c:pt idx="362">
                  <c:v>0.569649927086</c:v>
                </c:pt>
                <c:pt idx="363">
                  <c:v>0.569376810405</c:v>
                </c:pt>
                <c:pt idx="364">
                  <c:v>0.569067175177</c:v>
                </c:pt>
                <c:pt idx="365">
                  <c:v>0.568721173907</c:v>
                </c:pt>
                <c:pt idx="366">
                  <c:v>0.568338950423</c:v>
                </c:pt>
                <c:pt idx="367">
                  <c:v>0.567920639794</c:v>
                </c:pt>
                <c:pt idx="368">
                  <c:v>0.567466368301</c:v>
                </c:pt>
                <c:pt idx="369">
                  <c:v>0.566976253448</c:v>
                </c:pt>
                <c:pt idx="370">
                  <c:v>0.566450404019</c:v>
                </c:pt>
                <c:pt idx="371">
                  <c:v>0.565888920174</c:v>
                </c:pt>
                <c:pt idx="372">
                  <c:v>0.565291893597</c:v>
                </c:pt>
                <c:pt idx="373">
                  <c:v>0.564659407679</c:v>
                </c:pt>
                <c:pt idx="374">
                  <c:v>0.563991537743</c:v>
                </c:pt>
                <c:pt idx="375">
                  <c:v>0.563288351313</c:v>
                </c:pt>
                <c:pt idx="376">
                  <c:v>0.562549908419</c:v>
                </c:pt>
                <c:pt idx="377">
                  <c:v>0.561776261944</c:v>
                </c:pt>
                <c:pt idx="378">
                  <c:v>0.560967458008</c:v>
                </c:pt>
                <c:pt idx="379">
                  <c:v>0.560123536387</c:v>
                </c:pt>
                <c:pt idx="380">
                  <c:v>0.559244530967</c:v>
                </c:pt>
                <c:pt idx="381">
                  <c:v>0.558330470236</c:v>
                </c:pt>
                <c:pt idx="382">
                  <c:v>0.557381377805</c:v>
                </c:pt>
                <c:pt idx="383">
                  <c:v>0.556397272961</c:v>
                </c:pt>
                <c:pt idx="384">
                  <c:v>0.555378171251</c:v>
                </c:pt>
                <c:pt idx="385">
                  <c:v>0.554324085095</c:v>
                </c:pt>
                <c:pt idx="386">
                  <c:v>0.553235024427</c:v>
                </c:pt>
                <c:pt idx="387">
                  <c:v>0.552110997354</c:v>
                </c:pt>
                <c:pt idx="388">
                  <c:v>0.55095201085</c:v>
                </c:pt>
                <c:pt idx="389">
                  <c:v>0.549758071463</c:v>
                </c:pt>
                <c:pt idx="390">
                  <c:v>0.548529186048</c:v>
                </c:pt>
                <c:pt idx="391">
                  <c:v>0.547265362513</c:v>
                </c:pt>
                <c:pt idx="392">
                  <c:v>0.545966610584</c:v>
                </c:pt>
                <c:pt idx="393">
                  <c:v>0.544632942589</c:v>
                </c:pt>
                <c:pt idx="394">
                  <c:v>0.543264374245</c:v>
                </c:pt>
                <c:pt idx="395">
                  <c:v>0.541860925461</c:v>
                </c:pt>
                <c:pt idx="396">
                  <c:v>0.540422621153</c:v>
                </c:pt>
                <c:pt idx="397">
                  <c:v>0.538949492053</c:v>
                </c:pt>
                <c:pt idx="398">
                  <c:v>0.537441575537</c:v>
                </c:pt>
                <c:pt idx="399">
                  <c:v>0.53589891644</c:v>
                </c:pt>
                <c:pt idx="400">
                  <c:v>0.534321567879</c:v>
                </c:pt>
                <c:pt idx="401">
                  <c:v>0.532709592072</c:v>
                </c:pt>
                <c:pt idx="402">
                  <c:v>0.531063061145</c:v>
                </c:pt>
                <c:pt idx="403">
                  <c:v>0.529382057938</c:v>
                </c:pt>
                <c:pt idx="404">
                  <c:v>0.527666676796</c:v>
                </c:pt>
                <c:pt idx="405">
                  <c:v>0.525917024345</c:v>
                </c:pt>
                <c:pt idx="406">
                  <c:v>0.52413322026</c:v>
                </c:pt>
                <c:pt idx="407">
                  <c:v>0.522315398001</c:v>
                </c:pt>
                <c:pt idx="408">
                  <c:v>0.520463705542</c:v>
                </c:pt>
                <c:pt idx="409">
                  <c:v>0.518578306064</c:v>
                </c:pt>
                <c:pt idx="410">
                  <c:v>0.516659378633</c:v>
                </c:pt>
                <c:pt idx="411">
                  <c:v>0.514707118837</c:v>
                </c:pt>
                <c:pt idx="412">
                  <c:v>0.512721739399</c:v>
                </c:pt>
                <c:pt idx="413">
                  <c:v>0.510703470759</c:v>
                </c:pt>
                <c:pt idx="414">
                  <c:v>0.508652561608</c:v>
                </c:pt>
                <c:pt idx="415">
                  <c:v>0.506569279394</c:v>
                </c:pt>
                <c:pt idx="416">
                  <c:v>0.504453910781</c:v>
                </c:pt>
                <c:pt idx="417">
                  <c:v>0.502306762069</c:v>
                </c:pt>
                <c:pt idx="418">
                  <c:v>0.500128159564</c:v>
                </c:pt>
                <c:pt idx="419">
                  <c:v>0.497918449905</c:v>
                </c:pt>
                <c:pt idx="420">
                  <c:v>0.495678000337</c:v>
                </c:pt>
                <c:pt idx="421">
                  <c:v>0.493407198937</c:v>
                </c:pt>
                <c:pt idx="422">
                  <c:v>0.49110645479</c:v>
                </c:pt>
                <c:pt idx="423">
                  <c:v>0.488776198102</c:v>
                </c:pt>
                <c:pt idx="424">
                  <c:v>0.486416880271</c:v>
                </c:pt>
                <c:pt idx="425">
                  <c:v>0.48402897389</c:v>
                </c:pt>
                <c:pt idx="426">
                  <c:v>0.4816129727</c:v>
                </c:pt>
                <c:pt idx="427">
                  <c:v>0.479169391488</c:v>
                </c:pt>
                <c:pt idx="428">
                  <c:v>0.476698765923</c:v>
                </c:pt>
                <c:pt idx="429">
                  <c:v>0.474201652333</c:v>
                </c:pt>
                <c:pt idx="430">
                  <c:v>0.471678627431</c:v>
                </c:pt>
                <c:pt idx="431">
                  <c:v>0.469130287982</c:v>
                </c:pt>
                <c:pt idx="432">
                  <c:v>0.466557250406</c:v>
                </c:pt>
                <c:pt idx="433">
                  <c:v>0.463960150338</c:v>
                </c:pt>
                <c:pt idx="434">
                  <c:v>0.461339642125</c:v>
                </c:pt>
                <c:pt idx="435">
                  <c:v>0.458696398269</c:v>
                </c:pt>
                <c:pt idx="436">
                  <c:v>0.456031108827</c:v>
                </c:pt>
                <c:pt idx="437">
                  <c:v>0.45334448075</c:v>
                </c:pt>
                <c:pt idx="438">
                  <c:v>0.450637237181</c:v>
                </c:pt>
                <c:pt idx="439">
                  <c:v>0.447910116706</c:v>
                </c:pt>
                <c:pt idx="440">
                  <c:v>0.445163872562</c:v>
                </c:pt>
                <c:pt idx="441">
                  <c:v>0.442399271802</c:v>
                </c:pt>
                <c:pt idx="442">
                  <c:v>0.439617094423</c:v>
                </c:pt>
                <c:pt idx="443">
                  <c:v>0.436818132459</c:v>
                </c:pt>
                <c:pt idx="444">
                  <c:v>0.434003189042</c:v>
                </c:pt>
                <c:pt idx="445">
                  <c:v>0.431173077435</c:v>
                </c:pt>
                <c:pt idx="446">
                  <c:v>0.428328620037</c:v>
                </c:pt>
                <c:pt idx="447">
                  <c:v>0.425470647365</c:v>
                </c:pt>
                <c:pt idx="448">
                  <c:v>0.422599997021</c:v>
                </c:pt>
                <c:pt idx="449">
                  <c:v>0.41971751264</c:v>
                </c:pt>
                <c:pt idx="450">
                  <c:v>0.416824042825</c:v>
                </c:pt>
                <c:pt idx="451">
                  <c:v>0.413920440081</c:v>
                </c:pt>
                <c:pt idx="452">
                  <c:v>0.411007559732</c:v>
                </c:pt>
                <c:pt idx="453">
                  <c:v>0.408086258847</c:v>
                </c:pt>
                <c:pt idx="454">
                  <c:v>0.405157395165</c:v>
                </c:pt>
                <c:pt idx="455">
                  <c:v>0.402221826021</c:v>
                </c:pt>
                <c:pt idx="456">
                  <c:v>0.399280407286</c:v>
                </c:pt>
                <c:pt idx="457">
                  <c:v>0.396333992317</c:v>
                </c:pt>
                <c:pt idx="458">
                  <c:v>0.393383430922</c:v>
                </c:pt>
                <c:pt idx="459">
                  <c:v>0.390429568344</c:v>
                </c:pt>
                <c:pt idx="460">
                  <c:v>0.387473244262</c:v>
                </c:pt>
                <c:pt idx="461">
                  <c:v>0.384515291824</c:v>
                </c:pt>
                <c:pt idx="462">
                  <c:v>0.381556536695</c:v>
                </c:pt>
                <c:pt idx="463">
                  <c:v>0.37859779614</c:v>
                </c:pt>
                <c:pt idx="464">
                  <c:v>0.375639878143</c:v>
                </c:pt>
                <c:pt idx="465">
                  <c:v>0.372683580544</c:v>
                </c:pt>
                <c:pt idx="466">
                  <c:v>0.369729690225</c:v>
                </c:pt>
                <c:pt idx="467">
                  <c:v>0.366778982324</c:v>
                </c:pt>
                <c:pt idx="468">
                  <c:v>0.363832219492</c:v>
                </c:pt>
                <c:pt idx="469">
                  <c:v>0.360890151181</c:v>
                </c:pt>
                <c:pt idx="470">
                  <c:v>0.357953512984</c:v>
                </c:pt>
                <c:pt idx="471">
                  <c:v>0.355023026002</c:v>
                </c:pt>
                <c:pt idx="472">
                  <c:v>0.352099396265</c:v>
                </c:pt>
                <c:pt idx="473">
                  <c:v>0.349183314187</c:v>
                </c:pt>
                <c:pt idx="474">
                  <c:v>0.346275454068</c:v>
                </c:pt>
                <c:pt idx="475">
                  <c:v>0.343376473636</c:v>
                </c:pt>
                <c:pt idx="476">
                  <c:v>0.340487013632</c:v>
                </c:pt>
                <c:pt idx="477">
                  <c:v>0.337607697439</c:v>
                </c:pt>
                <c:pt idx="478">
                  <c:v>0.334739130751</c:v>
                </c:pt>
                <c:pt idx="479">
                  <c:v>0.331881901288</c:v>
                </c:pt>
                <c:pt idx="480">
                  <c:v>0.329036578541</c:v>
                </c:pt>
                <c:pt idx="481">
                  <c:v>0.326203713574</c:v>
                </c:pt>
                <c:pt idx="482">
                  <c:v>0.323383838852</c:v>
                </c:pt>
                <c:pt idx="483">
                  <c:v>0.320577468109</c:v>
                </c:pt>
                <c:pt idx="484">
                  <c:v>0.317785096264</c:v>
                </c:pt>
                <c:pt idx="485">
                  <c:v>0.315007199359</c:v>
                </c:pt>
                <c:pt idx="486">
                  <c:v>0.312244234542</c:v>
                </c:pt>
                <c:pt idx="487">
                  <c:v>0.30949664008</c:v>
                </c:pt>
                <c:pt idx="488">
                  <c:v>0.306764835403</c:v>
                </c:pt>
                <c:pt idx="489">
                  <c:v>0.304049221185</c:v>
                </c:pt>
                <c:pt idx="490">
                  <c:v>0.301350179447</c:v>
                </c:pt>
                <c:pt idx="491">
                  <c:v>0.298668073693</c:v>
                </c:pt>
                <c:pt idx="492">
                  <c:v>0.296003249073</c:v>
                </c:pt>
                <c:pt idx="493">
                  <c:v>0.293356032567</c:v>
                </c:pt>
                <c:pt idx="494">
                  <c:v>0.290726733195</c:v>
                </c:pt>
                <c:pt idx="495">
                  <c:v>0.288115642253</c:v>
                </c:pt>
                <c:pt idx="496">
                  <c:v>0.285523033559</c:v>
                </c:pt>
                <c:pt idx="497">
                  <c:v>0.282949163733</c:v>
                </c:pt>
                <c:pt idx="498">
                  <c:v>0.280394272477</c:v>
                </c:pt>
                <c:pt idx="499">
                  <c:v>0.277858582889</c:v>
                </c:pt>
                <c:pt idx="500">
                  <c:v>0.275342301775</c:v>
                </c:pt>
                <c:pt idx="501">
                  <c:v>0.27284561999</c:v>
                </c:pt>
                <c:pt idx="502">
                  <c:v>0.270368712774</c:v>
                </c:pt>
                <c:pt idx="503">
                  <c:v>0.267911740116</c:v>
                </c:pt>
                <c:pt idx="504">
                  <c:v>0.26547484711</c:v>
                </c:pt>
                <c:pt idx="505">
                  <c:v>0.263058164336</c:v>
                </c:pt>
                <c:pt idx="506">
                  <c:v>0.260661808231</c:v>
                </c:pt>
                <c:pt idx="507">
                  <c:v>0.258285881478</c:v>
                </c:pt>
                <c:pt idx="508">
                  <c:v>0.255930473395</c:v>
                </c:pt>
                <c:pt idx="509">
                  <c:v>0.253595660325</c:v>
                </c:pt>
                <c:pt idx="510">
                  <c:v>0.251281506031</c:v>
                </c:pt>
                <c:pt idx="511">
                  <c:v>0.248988062093</c:v>
                </c:pt>
                <c:pt idx="512">
                  <c:v>0.246715368306</c:v>
                </c:pt>
                <c:pt idx="513">
                  <c:v>0.244463453069</c:v>
                </c:pt>
                <c:pt idx="514">
                  <c:v>0.242232333788</c:v>
                </c:pt>
                <c:pt idx="515">
                  <c:v>0.240022017264</c:v>
                </c:pt>
                <c:pt idx="516">
                  <c:v>0.237832500084</c:v>
                </c:pt>
                <c:pt idx="517">
                  <c:v>0.235663769006</c:v>
                </c:pt>
                <c:pt idx="518">
                  <c:v>0.233515801347</c:v>
                </c:pt>
                <c:pt idx="519">
                  <c:v>0.231388565354</c:v>
                </c:pt>
                <c:pt idx="520">
                  <c:v>0.229282020582</c:v>
                </c:pt>
                <c:pt idx="521">
                  <c:v>0.227196118262</c:v>
                </c:pt>
                <c:pt idx="522">
                  <c:v>0.225130801659</c:v>
                </c:pt>
                <c:pt idx="523">
                  <c:v>0.223086006431</c:v>
                </c:pt>
                <c:pt idx="524">
                  <c:v>0.221061660978</c:v>
                </c:pt>
                <c:pt idx="525">
                  <c:v>0.21905768678</c:v>
                </c:pt>
                <c:pt idx="526">
                  <c:v>0.217073998738</c:v>
                </c:pt>
                <c:pt idx="527">
                  <c:v>0.215110505495</c:v>
                </c:pt>
                <c:pt idx="528">
                  <c:v>0.213167109761</c:v>
                </c:pt>
                <c:pt idx="529">
                  <c:v>0.211243708621</c:v>
                </c:pt>
                <c:pt idx="530">
                  <c:v>0.209340193842</c:v>
                </c:pt>
                <c:pt idx="531">
                  <c:v>0.207456452169</c:v>
                </c:pt>
                <c:pt idx="532">
                  <c:v>0.205592365608</c:v>
                </c:pt>
                <c:pt idx="533">
                  <c:v>0.203747811715</c:v>
                </c:pt>
                <c:pt idx="534">
                  <c:v>0.201922663858</c:v>
                </c:pt>
                <c:pt idx="535">
                  <c:v>0.200116791487</c:v>
                </c:pt>
                <c:pt idx="536">
                  <c:v>0.198330060386</c:v>
                </c:pt>
                <c:pt idx="537">
                  <c:v>0.196562332921</c:v>
                </c:pt>
                <c:pt idx="538">
                  <c:v>0.194813468281</c:v>
                </c:pt>
                <c:pt idx="539">
                  <c:v>0.193083322704</c:v>
                </c:pt>
                <c:pt idx="540">
                  <c:v>0.191371749705</c:v>
                </c:pt>
                <c:pt idx="541">
                  <c:v>0.189678600288</c:v>
                </c:pt>
                <c:pt idx="542">
                  <c:v>0.188003723156</c:v>
                </c:pt>
                <c:pt idx="543">
                  <c:v>0.186346964907</c:v>
                </c:pt>
                <c:pt idx="544">
                  <c:v>0.184708170229</c:v>
                </c:pt>
                <c:pt idx="545">
                  <c:v>0.183087182084</c:v>
                </c:pt>
                <c:pt idx="546">
                  <c:v>0.181483841885</c:v>
                </c:pt>
                <c:pt idx="547">
                  <c:v>0.179897989665</c:v>
                </c:pt>
                <c:pt idx="548">
                  <c:v>0.178329464245</c:v>
                </c:pt>
                <c:pt idx="549">
                  <c:v>0.176778103384</c:v>
                </c:pt>
                <c:pt idx="550">
                  <c:v>0.175243743934</c:v>
                </c:pt>
                <c:pt idx="551">
                  <c:v>0.173726221981</c:v>
                </c:pt>
                <c:pt idx="552">
                  <c:v>0.17222537298</c:v>
                </c:pt>
                <c:pt idx="553">
                  <c:v>0.170741031892</c:v>
                </c:pt>
                <c:pt idx="554">
                  <c:v>0.169273033302</c:v>
                </c:pt>
                <c:pt idx="555">
                  <c:v>0.167821211542</c:v>
                </c:pt>
                <c:pt idx="556">
                  <c:v>0.166385400803</c:v>
                </c:pt>
                <c:pt idx="557">
                  <c:v>0.164965435241</c:v>
                </c:pt>
                <c:pt idx="558">
                  <c:v>0.163561149085</c:v>
                </c:pt>
                <c:pt idx="559">
                  <c:v>0.162172376726</c:v>
                </c:pt>
                <c:pt idx="560">
                  <c:v>0.160798952818</c:v>
                </c:pt>
                <c:pt idx="561">
                  <c:v>0.159440712359</c:v>
                </c:pt>
                <c:pt idx="562">
                  <c:v>0.158097490777</c:v>
                </c:pt>
                <c:pt idx="563">
                  <c:v>0.156769124007</c:v>
                </c:pt>
                <c:pt idx="564">
                  <c:v>0.155455448566</c:v>
                </c:pt>
                <c:pt idx="565">
                  <c:v>0.154156301621</c:v>
                </c:pt>
                <c:pt idx="566">
                  <c:v>0.152871521057</c:v>
                </c:pt>
                <c:pt idx="567">
                  <c:v>0.151600945537</c:v>
                </c:pt>
                <c:pt idx="568">
                  <c:v>0.15034441456</c:v>
                </c:pt>
                <c:pt idx="569">
                  <c:v>0.149101768518</c:v>
                </c:pt>
                <c:pt idx="570">
                  <c:v>0.147872848744</c:v>
                </c:pt>
                <c:pt idx="571">
                  <c:v>0.146657497561</c:v>
                </c:pt>
                <c:pt idx="572">
                  <c:v>0.145455558325</c:v>
                </c:pt>
                <c:pt idx="573">
                  <c:v>0.144266875471</c:v>
                </c:pt>
                <c:pt idx="574">
                  <c:v>0.143091294545</c:v>
                </c:pt>
                <c:pt idx="575">
                  <c:v>0.141928662246</c:v>
                </c:pt>
                <c:pt idx="576">
                  <c:v>0.140778826452</c:v>
                </c:pt>
                <c:pt idx="577">
                  <c:v>0.139641636259</c:v>
                </c:pt>
                <c:pt idx="578">
                  <c:v>0.138516942</c:v>
                </c:pt>
                <c:pt idx="579">
                  <c:v>0.137404595279</c:v>
                </c:pt>
                <c:pt idx="580">
                  <c:v>0.136304448987</c:v>
                </c:pt>
                <c:pt idx="581">
                  <c:v>0.135216357328</c:v>
                </c:pt>
                <c:pt idx="582">
                  <c:v>0.134140175836</c:v>
                </c:pt>
                <c:pt idx="583">
                  <c:v>0.133075761395</c:v>
                </c:pt>
                <c:pt idx="584">
                  <c:v>0.13202297225</c:v>
                </c:pt>
                <c:pt idx="585">
                  <c:v>0.130981668022</c:v>
                </c:pt>
                <c:pt idx="586">
                  <c:v>0.129951709725</c:v>
                </c:pt>
                <c:pt idx="587">
                  <c:v>0.128932959767</c:v>
                </c:pt>
                <c:pt idx="588">
                  <c:v>0.127925281967</c:v>
                </c:pt>
                <c:pt idx="589">
                  <c:v>0.126928541559</c:v>
                </c:pt>
                <c:pt idx="590">
                  <c:v>0.125942605196</c:v>
                </c:pt>
                <c:pt idx="591">
                  <c:v>0.124967340959</c:v>
                </c:pt>
                <c:pt idx="592">
                  <c:v>0.124002618358</c:v>
                </c:pt>
                <c:pt idx="593">
                  <c:v>0.123048308333</c:v>
                </c:pt>
                <c:pt idx="594">
                  <c:v>0.122104283258</c:v>
                </c:pt>
                <c:pt idx="595">
                  <c:v>0.121170416939</c:v>
                </c:pt>
                <c:pt idx="596">
                  <c:v>0.120246584615</c:v>
                </c:pt>
                <c:pt idx="597">
                  <c:v>0.119332662954</c:v>
                </c:pt>
                <c:pt idx="598">
                  <c:v>0.118428530052</c:v>
                </c:pt>
                <c:pt idx="599">
                  <c:v>0.117534065429</c:v>
                </c:pt>
                <c:pt idx="600">
                  <c:v>0.116649150024</c:v>
                </c:pt>
                <c:pt idx="601">
                  <c:v>0.115773666193</c:v>
                </c:pt>
                <c:pt idx="602">
                  <c:v>0.114907497697</c:v>
                </c:pt>
                <c:pt idx="603">
                  <c:v>0.114050529704</c:v>
                </c:pt>
                <c:pt idx="604">
                  <c:v>0.113202648775</c:v>
                </c:pt>
                <c:pt idx="605">
                  <c:v>0.112363742861</c:v>
                </c:pt>
                <c:pt idx="606">
                  <c:v>0.111533701292</c:v>
                </c:pt>
                <c:pt idx="607">
                  <c:v>0.110712414772</c:v>
                </c:pt>
                <c:pt idx="608">
                  <c:v>0.109899775366</c:v>
                </c:pt>
                <c:pt idx="609">
                  <c:v>0.109095676492</c:v>
                </c:pt>
                <c:pt idx="610">
                  <c:v>0.108300012916</c:v>
                </c:pt>
                <c:pt idx="611">
                  <c:v>0.107512680733</c:v>
                </c:pt>
                <c:pt idx="612">
                  <c:v>0.106733577364</c:v>
                </c:pt>
                <c:pt idx="613">
                  <c:v>0.105962601542</c:v>
                </c:pt>
                <c:pt idx="614">
                  <c:v>0.105199653301</c:v>
                </c:pt>
                <c:pt idx="615">
                  <c:v>0.104444633968</c:v>
                </c:pt>
                <c:pt idx="616">
                  <c:v>0.103697446145</c:v>
                </c:pt>
                <c:pt idx="617">
                  <c:v>0.102957993704</c:v>
                </c:pt>
                <c:pt idx="618">
                  <c:v>0.102226181771</c:v>
                </c:pt>
                <c:pt idx="619">
                  <c:v>0.101501916716</c:v>
                </c:pt>
                <c:pt idx="620">
                  <c:v>0.10078510614</c:v>
                </c:pt>
                <c:pt idx="621">
                  <c:v>0.100075658862</c:v>
                </c:pt>
                <c:pt idx="622">
                  <c:v>0.0993734849072</c:v>
                </c:pt>
                <c:pt idx="623">
                  <c:v>0.0986784954956</c:v>
                </c:pt>
                <c:pt idx="624">
                  <c:v>0.0979906030271</c:v>
                </c:pt>
                <c:pt idx="625">
                  <c:v>0.0973097210703</c:v>
                </c:pt>
                <c:pt idx="626">
                  <c:v>0.0966357643494</c:v>
                </c:pt>
                <c:pt idx="627">
                  <c:v>0.0959686487311</c:v>
                </c:pt>
                <c:pt idx="628">
                  <c:v>0.0953082912123</c:v>
                </c:pt>
                <c:pt idx="629">
                  <c:v>0.0946546099067</c:v>
                </c:pt>
                <c:pt idx="630">
                  <c:v>0.0940075240323</c:v>
                </c:pt>
                <c:pt idx="631">
                  <c:v>0.0933669538981</c:v>
                </c:pt>
                <c:pt idx="632">
                  <c:v>0.092732820892</c:v>
                </c:pt>
                <c:pt idx="633">
                  <c:v>0.0921050474669</c:v>
                </c:pt>
                <c:pt idx="634">
                  <c:v>0.0914835571289</c:v>
                </c:pt>
                <c:pt idx="635">
                  <c:v>0.0908682744239</c:v>
                </c:pt>
                <c:pt idx="636">
                  <c:v>0.0902591249251</c:v>
                </c:pt>
                <c:pt idx="637">
                  <c:v>0.0896560352201</c:v>
                </c:pt>
                <c:pt idx="638">
                  <c:v>0.0890589328985</c:v>
                </c:pt>
                <c:pt idx="639">
                  <c:v>0.0884677465393</c:v>
                </c:pt>
                <c:pt idx="640">
                  <c:v>0.0878824056982</c:v>
                </c:pt>
                <c:pt idx="641">
                  <c:v>0.0873028408954</c:v>
                </c:pt>
                <c:pt idx="642">
                  <c:v>0.0867289836031</c:v>
                </c:pt>
                <c:pt idx="643">
                  <c:v>0.0861607662334</c:v>
                </c:pt>
                <c:pt idx="644">
                  <c:v>0.0855981221256</c:v>
                </c:pt>
                <c:pt idx="645">
                  <c:v>0.085040985535</c:v>
                </c:pt>
                <c:pt idx="646">
                  <c:v>0.0844892916201</c:v>
                </c:pt>
                <c:pt idx="647">
                  <c:v>0.0839429764309</c:v>
                </c:pt>
                <c:pt idx="648">
                  <c:v>0.0834019768974</c:v>
                </c:pt>
                <c:pt idx="649">
                  <c:v>0.0828662308174</c:v>
                </c:pt>
                <c:pt idx="650">
                  <c:v>0.0823356768455</c:v>
                </c:pt>
                <c:pt idx="651">
                  <c:v>0.081810254481</c:v>
                </c:pt>
                <c:pt idx="652">
                  <c:v>0.0812899040569</c:v>
                </c:pt>
                <c:pt idx="653">
                  <c:v>0.0807745667285</c:v>
                </c:pt>
                <c:pt idx="654">
                  <c:v>0.0802641844622</c:v>
                </c:pt>
                <c:pt idx="655">
                  <c:v>0.0797587000248</c:v>
                </c:pt>
                <c:pt idx="656">
                  <c:v>0.0792580569718</c:v>
                </c:pt>
                <c:pt idx="657">
                  <c:v>0.0787621996376</c:v>
                </c:pt>
                <c:pt idx="658">
                  <c:v>0.0782710731239</c:v>
                </c:pt>
                <c:pt idx="659">
                  <c:v>0.0777846232897</c:v>
                </c:pt>
                <c:pt idx="660">
                  <c:v>0.0773027967406</c:v>
                </c:pt>
                <c:pt idx="661">
                  <c:v>0.0768255408185</c:v>
                </c:pt>
                <c:pt idx="662">
                  <c:v>0.0763528035914</c:v>
                </c:pt>
                <c:pt idx="663">
                  <c:v>0.0758845338433</c:v>
                </c:pt>
                <c:pt idx="664">
                  <c:v>0.0754206810642</c:v>
                </c:pt>
                <c:pt idx="665">
                  <c:v>0.0749611954402</c:v>
                </c:pt>
                <c:pt idx="666">
                  <c:v>0.074506027844</c:v>
                </c:pt>
                <c:pt idx="667">
                  <c:v>0.0740551298249</c:v>
                </c:pt>
                <c:pt idx="668">
                  <c:v>0.0736084535996</c:v>
                </c:pt>
                <c:pt idx="669">
                  <c:v>0.0731659520426</c:v>
                </c:pt>
                <c:pt idx="670">
                  <c:v>0.0727275786774</c:v>
                </c:pt>
                <c:pt idx="671">
                  <c:v>0.0722932876666</c:v>
                </c:pt>
                <c:pt idx="672">
                  <c:v>0.0718630338034</c:v>
                </c:pt>
                <c:pt idx="673">
                  <c:v>0.0714367725028</c:v>
                </c:pt>
                <c:pt idx="674">
                  <c:v>0.0710144597924</c:v>
                </c:pt>
                <c:pt idx="675">
                  <c:v>0.0705960523039</c:v>
                </c:pt>
                <c:pt idx="676">
                  <c:v>0.0701815072645</c:v>
                </c:pt>
                <c:pt idx="677">
                  <c:v>0.0697707824888</c:v>
                </c:pt>
                <c:pt idx="678">
                  <c:v>0.0693638363699</c:v>
                </c:pt>
                <c:pt idx="679">
                  <c:v>0.0689606278714</c:v>
                </c:pt>
                <c:pt idx="680">
                  <c:v>0.0685611165195</c:v>
                </c:pt>
                <c:pt idx="681">
                  <c:v>0.0681652623947</c:v>
                </c:pt>
                <c:pt idx="682">
                  <c:v>0.0677730261241</c:v>
                </c:pt>
                <c:pt idx="683">
                  <c:v>0.0673843688736</c:v>
                </c:pt>
                <c:pt idx="684">
                  <c:v>0.0669992523399</c:v>
                </c:pt>
                <c:pt idx="685">
                  <c:v>0.0666176387434</c:v>
                </c:pt>
                <c:pt idx="686">
                  <c:v>0.0662394908205</c:v>
                </c:pt>
                <c:pt idx="687">
                  <c:v>0.065864771816</c:v>
                </c:pt>
                <c:pt idx="688">
                  <c:v>0.0654934454763</c:v>
                </c:pt>
                <c:pt idx="689">
                  <c:v>0.0651254760418</c:v>
                </c:pt>
                <c:pt idx="690">
                  <c:v>0.0647608282401</c:v>
                </c:pt>
                <c:pt idx="691">
                  <c:v>0.0643994672789</c:v>
                </c:pt>
                <c:pt idx="692">
                  <c:v>0.0640413588389</c:v>
                </c:pt>
                <c:pt idx="693">
                  <c:v>0.0636864690676</c:v>
                </c:pt>
                <c:pt idx="694">
                  <c:v>0.0633347645719</c:v>
                </c:pt>
                <c:pt idx="695">
                  <c:v>0.0629862124119</c:v>
                </c:pt>
                <c:pt idx="696">
                  <c:v>0.0626407800942</c:v>
                </c:pt>
                <c:pt idx="697">
                  <c:v>0.0622984355657</c:v>
                </c:pt>
                <c:pt idx="698">
                  <c:v>0.0619591472068</c:v>
                </c:pt>
                <c:pt idx="699">
                  <c:v>0.0616228838256</c:v>
                </c:pt>
                <c:pt idx="700">
                  <c:v>0.0612896146512</c:v>
                </c:pt>
                <c:pt idx="701">
                  <c:v>0.0609593093279</c:v>
                </c:pt>
                <c:pt idx="702">
                  <c:v>0.0606319379093</c:v>
                </c:pt>
                <c:pt idx="703">
                  <c:v>0.0603074708517</c:v>
                </c:pt>
                <c:pt idx="704">
                  <c:v>0.0599858790088</c:v>
                </c:pt>
                <c:pt idx="705">
                  <c:v>0.0596671336255</c:v>
                </c:pt>
                <c:pt idx="706">
                  <c:v>0.0593512063325</c:v>
                </c:pt>
                <c:pt idx="707">
                  <c:v>0.05903806914</c:v>
                </c:pt>
                <c:pt idx="708">
                  <c:v>0.0587276944324</c:v>
                </c:pt>
                <c:pt idx="709">
                  <c:v>0.0584200549627</c:v>
                </c:pt>
                <c:pt idx="710">
                  <c:v>0.0581151238469</c:v>
                </c:pt>
                <c:pt idx="711">
                  <c:v>0.0578128745586</c:v>
                </c:pt>
                <c:pt idx="712">
                  <c:v>0.0575132809232</c:v>
                </c:pt>
                <c:pt idx="713">
                  <c:v>0.0572163171128</c:v>
                </c:pt>
                <c:pt idx="714">
                  <c:v>0.056921957641</c:v>
                </c:pt>
                <c:pt idx="715">
                  <c:v>0.0566301773572</c:v>
                </c:pt>
                <c:pt idx="716">
                  <c:v>0.0563409514413</c:v>
                </c:pt>
                <c:pt idx="717">
                  <c:v>0.0560542553989</c:v>
                </c:pt>
                <c:pt idx="718">
                  <c:v>0.0557700650558</c:v>
                </c:pt>
                <c:pt idx="719">
                  <c:v>0.0554883565527</c:v>
                </c:pt>
                <c:pt idx="720">
                  <c:v>0.0552091063403</c:v>
                </c:pt>
                <c:pt idx="721">
                  <c:v>0.054932291174</c:v>
                </c:pt>
                <c:pt idx="722">
                  <c:v>0.0546578881089</c:v>
                </c:pt>
                <c:pt idx="723">
                  <c:v>0.0543858744946</c:v>
                </c:pt>
                <c:pt idx="724">
                  <c:v>0.0541162279703</c:v>
                </c:pt>
                <c:pt idx="725">
                  <c:v>0.0538489264596</c:v>
                </c:pt>
                <c:pt idx="726">
                  <c:v>0.0535839481655</c:v>
                </c:pt>
                <c:pt idx="727">
                  <c:v>0.0533212715654</c:v>
                </c:pt>
                <c:pt idx="728">
                  <c:v>0.0530608754062</c:v>
                </c:pt>
                <c:pt idx="729">
                  <c:v>0.0528027386989</c:v>
                </c:pt>
                <c:pt idx="730">
                  <c:v>0.0525468407142</c:v>
                </c:pt>
                <c:pt idx="731">
                  <c:v>0.0522931609769</c:v>
                </c:pt>
                <c:pt idx="732">
                  <c:v>0.0520416792614</c:v>
                </c:pt>
                <c:pt idx="733">
                  <c:v>0.0517923755864</c:v>
                </c:pt>
                <c:pt idx="734">
                  <c:v>0.0515452302102</c:v>
                </c:pt>
                <c:pt idx="735">
                  <c:v>0.0513002236253</c:v>
                </c:pt>
                <c:pt idx="736">
                  <c:v>0.051057336554</c:v>
                </c:pt>
                <c:pt idx="737">
                  <c:v>0.0508165499427</c:v>
                </c:pt>
                <c:pt idx="738">
                  <c:v>0.0505778449577</c:v>
                </c:pt>
                <c:pt idx="739">
                  <c:v>0.0503412029797</c:v>
                </c:pt>
                <c:pt idx="740">
                  <c:v>0.0501066055991</c:v>
                </c:pt>
                <c:pt idx="741">
                  <c:v>0.0498740346109</c:v>
                </c:pt>
                <c:pt idx="742">
                  <c:v>0.0496434720097</c:v>
                </c:pt>
                <c:pt idx="743">
                  <c:v>0.0494148999848</c:v>
                </c:pt>
                <c:pt idx="744">
                  <c:v>0.0491883009156</c:v>
                </c:pt>
                <c:pt idx="745">
                  <c:v>0.048963657366</c:v>
                </c:pt>
                <c:pt idx="746">
                  <c:v>0.04874095208</c:v>
                </c:pt>
                <c:pt idx="747">
                  <c:v>0.0485201679766</c:v>
                </c:pt>
                <c:pt idx="748">
                  <c:v>0.048301288145</c:v>
                </c:pt>
                <c:pt idx="749">
                  <c:v>0.0480842958394</c:v>
                </c:pt>
                <c:pt idx="750">
                  <c:v>0.0478691744746</c:v>
                </c:pt>
                <c:pt idx="751">
                  <c:v>0.047655907621</c:v>
                </c:pt>
                <c:pt idx="752">
                  <c:v>0.0474444789997</c:v>
                </c:pt>
                <c:pt idx="753">
                  <c:v>0.0472348724777</c:v>
                </c:pt>
                <c:pt idx="754">
                  <c:v>0.0470270720634</c:v>
                </c:pt>
                <c:pt idx="755">
                  <c:v>0.0468210619017</c:v>
                </c:pt>
                <c:pt idx="756">
                  <c:v>0.0466168262694</c:v>
                </c:pt>
                <c:pt idx="757">
                  <c:v>0.0464143495705</c:v>
                </c:pt>
                <c:pt idx="758">
                  <c:v>0.0462136163319</c:v>
                </c:pt>
                <c:pt idx="759">
                  <c:v>0.0460146111986</c:v>
                </c:pt>
                <c:pt idx="760">
                  <c:v>0.0458173189297</c:v>
                </c:pt>
                <c:pt idx="761">
                  <c:v>0.0456217243933</c:v>
                </c:pt>
                <c:pt idx="762">
                  <c:v>0.0454278125631</c:v>
                </c:pt>
                <c:pt idx="763">
                  <c:v>0.0452355685132</c:v>
                </c:pt>
                <c:pt idx="764">
                  <c:v>0.045044977415</c:v>
                </c:pt>
                <c:pt idx="765">
                  <c:v>0.0448560245323</c:v>
                </c:pt>
                <c:pt idx="766">
                  <c:v>0.0446686952178</c:v>
                </c:pt>
                <c:pt idx="767">
                  <c:v>0.0444829749091</c:v>
                </c:pt>
                <c:pt idx="768">
                  <c:v>0.0442988491249</c:v>
                </c:pt>
                <c:pt idx="769">
                  <c:v>0.0441163034615</c:v>
                </c:pt>
                <c:pt idx="770">
                  <c:v>0.0439353235893</c:v>
                </c:pt>
                <c:pt idx="771">
                  <c:v>0.043755895249</c:v>
                </c:pt>
                <c:pt idx="772">
                  <c:v>0.0435780042489</c:v>
                </c:pt>
                <c:pt idx="773">
                  <c:v>0.0434016364614</c:v>
                </c:pt>
                <c:pt idx="774">
                  <c:v>0.04322677782</c:v>
                </c:pt>
                <c:pt idx="775">
                  <c:v>0.0430534143169</c:v>
                </c:pt>
                <c:pt idx="776">
                  <c:v>0.0428815319994</c:v>
                </c:pt>
                <c:pt idx="777">
                  <c:v>0.0427111169683</c:v>
                </c:pt>
                <c:pt idx="778">
                  <c:v>0.0425421553751</c:v>
                </c:pt>
                <c:pt idx="779">
                  <c:v>0.0423746334196</c:v>
                </c:pt>
                <c:pt idx="780">
                  <c:v>0.0422085373482</c:v>
                </c:pt>
                <c:pt idx="781">
                  <c:v>0.0420438534518</c:v>
                </c:pt>
                <c:pt idx="782">
                  <c:v>0.0418805680644</c:v>
                </c:pt>
                <c:pt idx="783">
                  <c:v>0.0417186675612</c:v>
                </c:pt>
                <c:pt idx="784">
                  <c:v>0.0415581383575</c:v>
                </c:pt>
                <c:pt idx="785">
                  <c:v>0.0413989669075</c:v>
                </c:pt>
                <c:pt idx="786">
                  <c:v>0.0412411397037</c:v>
                </c:pt>
                <c:pt idx="787">
                  <c:v>0.0410846432754</c:v>
                </c:pt>
                <c:pt idx="788">
                  <c:v>0.040929464189</c:v>
                </c:pt>
                <c:pt idx="789">
                  <c:v>0.0407755890469</c:v>
                </c:pt>
                <c:pt idx="790">
                  <c:v>0.0406230044878</c:v>
                </c:pt>
                <c:pt idx="791">
                  <c:v>0.0404716971865</c:v>
                </c:pt>
                <c:pt idx="792">
                  <c:v>0.0403216538544</c:v>
                </c:pt>
                <c:pt idx="793">
                  <c:v>0.0401728612393</c:v>
                </c:pt>
                <c:pt idx="794">
                  <c:v>0.0400253061266</c:v>
                </c:pt>
                <c:pt idx="795">
                  <c:v>0.0398789753399</c:v>
                </c:pt>
                <c:pt idx="796">
                  <c:v>0.0397338557415</c:v>
                </c:pt>
                <c:pt idx="797">
                  <c:v>0.0395899342342</c:v>
                </c:pt>
                <c:pt idx="798">
                  <c:v>0.039447197762</c:v>
                </c:pt>
                <c:pt idx="799">
                  <c:v>0.0393056333119</c:v>
                </c:pt>
                <c:pt idx="800">
                  <c:v>0.0391652279152</c:v>
                </c:pt>
                <c:pt idx="801">
                  <c:v>0.0390259686495</c:v>
                </c:pt>
                <c:pt idx="802">
                  <c:v>0.0388878426401</c:v>
                </c:pt>
                <c:pt idx="803">
                  <c:v>0.0387508370628</c:v>
                </c:pt>
                <c:pt idx="804">
                  <c:v>0.0386149391449</c:v>
                </c:pt>
                <c:pt idx="805">
                  <c:v>0.0384801361683</c:v>
                </c:pt>
                <c:pt idx="806">
                  <c:v>0.0383464154714</c:v>
                </c:pt>
                <c:pt idx="807">
                  <c:v>0.0382137644513</c:v>
                </c:pt>
                <c:pt idx="808">
                  <c:v>0.0380821705668</c:v>
                </c:pt>
                <c:pt idx="809">
                  <c:v>0.0379516213402</c:v>
                </c:pt>
                <c:pt idx="810">
                  <c:v>0.0378221043603</c:v>
                </c:pt>
                <c:pt idx="811">
                  <c:v>0.0376936072848</c:v>
                </c:pt>
                <c:pt idx="812">
                  <c:v>0.0375661178428</c:v>
                </c:pt>
                <c:pt idx="813">
                  <c:v>0.0374396238378</c:v>
                </c:pt>
                <c:pt idx="814">
                  <c:v>0.0373141131496</c:v>
                </c:pt>
                <c:pt idx="815">
                  <c:v>0.0371895737374</c:v>
                </c:pt>
                <c:pt idx="816">
                  <c:v>0.0370659936423</c:v>
                </c:pt>
                <c:pt idx="817">
                  <c:v>0.0369433609893</c:v>
                </c:pt>
                <c:pt idx="818">
                  <c:v>0.0368216639904</c:v>
                </c:pt>
                <c:pt idx="819">
                  <c:v>0.0367008909464</c:v>
                </c:pt>
                <c:pt idx="820">
                  <c:v>0.0365810302498</c:v>
                </c:pt>
                <c:pt idx="821">
                  <c:v>0.0364620703861</c:v>
                </c:pt>
                <c:pt idx="822">
                  <c:v>0.0363439999369</c:v>
                </c:pt>
                <c:pt idx="823">
                  <c:v>0.0362268075811</c:v>
                </c:pt>
                <c:pt idx="824">
                  <c:v>0.0361104820973</c:v>
                </c:pt>
                <c:pt idx="825">
                  <c:v>0.0359950123652</c:v>
                </c:pt>
                <c:pt idx="826">
                  <c:v>0.0358803873675</c:v>
                </c:pt>
                <c:pt idx="827">
                  <c:v>0.0357665961912</c:v>
                </c:pt>
                <c:pt idx="828">
                  <c:v>0.0356536280291</c:v>
                </c:pt>
                <c:pt idx="829">
                  <c:v>0.0355414721808</c:v>
                </c:pt>
                <c:pt idx="830">
                  <c:v>0.0354301180539</c:v>
                </c:pt>
                <c:pt idx="831">
                  <c:v>0.0353195551651</c:v>
                </c:pt>
                <c:pt idx="832">
                  <c:v>0.0352097731405</c:v>
                </c:pt>
                <c:pt idx="833">
                  <c:v>0.0351007617165</c:v>
                </c:pt>
                <c:pt idx="834">
                  <c:v>0.0349925107403</c:v>
                </c:pt>
                <c:pt idx="835">
                  <c:v>0.0348850101699</c:v>
                </c:pt>
                <c:pt idx="836">
                  <c:v>0.0347782500745</c:v>
                </c:pt>
                <c:pt idx="837">
                  <c:v>0.0346722206346</c:v>
                </c:pt>
                <c:pt idx="838">
                  <c:v>0.0345669121414</c:v>
                </c:pt>
                <c:pt idx="839">
                  <c:v>0.0344623149968</c:v>
                </c:pt>
                <c:pt idx="840">
                  <c:v>0.0343584197133</c:v>
                </c:pt>
                <c:pt idx="841">
                  <c:v>0.0342552169127</c:v>
                </c:pt>
                <c:pt idx="842">
                  <c:v>0.034152697326</c:v>
                </c:pt>
                <c:pt idx="843">
                  <c:v>0.0340508517924</c:v>
                </c:pt>
                <c:pt idx="844">
                  <c:v>0.0339496712585</c:v>
                </c:pt>
                <c:pt idx="845">
                  <c:v>0.0338491467769</c:v>
                </c:pt>
                <c:pt idx="846">
                  <c:v>0.0337492695056</c:v>
                </c:pt>
                <c:pt idx="847">
                  <c:v>0.0336500307067</c:v>
                </c:pt>
                <c:pt idx="848">
                  <c:v>0.0335514217445</c:v>
                </c:pt>
                <c:pt idx="849">
                  <c:v>0.0334534340851</c:v>
                </c:pt>
                <c:pt idx="850">
                  <c:v>0.0333560592942</c:v>
                </c:pt>
                <c:pt idx="851">
                  <c:v>0.0332592890359</c:v>
                </c:pt>
                <c:pt idx="852">
                  <c:v>0.0331631150712</c:v>
                </c:pt>
                <c:pt idx="853">
                  <c:v>0.0330675292563</c:v>
                </c:pt>
                <c:pt idx="854">
                  <c:v>0.0329725235411</c:v>
                </c:pt>
                <c:pt idx="855">
                  <c:v>0.0328780899674</c:v>
                </c:pt>
                <c:pt idx="856">
                  <c:v>0.0327842206672</c:v>
                </c:pt>
                <c:pt idx="857">
                  <c:v>0.0326909078614</c:v>
                </c:pt>
                <c:pt idx="858">
                  <c:v>0.0325981438573</c:v>
                </c:pt>
                <c:pt idx="859">
                  <c:v>0.0325059210478</c:v>
                </c:pt>
                <c:pt idx="860">
                  <c:v>0.0324142319089</c:v>
                </c:pt>
                <c:pt idx="861">
                  <c:v>0.0323230689987</c:v>
                </c:pt>
                <c:pt idx="862">
                  <c:v>0.032232424955</c:v>
                </c:pt>
                <c:pt idx="863">
                  <c:v>0.0321422924942</c:v>
                </c:pt>
                <c:pt idx="864">
                  <c:v>0.0320526644091</c:v>
                </c:pt>
                <c:pt idx="865">
                  <c:v>0.0319635335678</c:v>
                </c:pt>
                <c:pt idx="866">
                  <c:v>0.0318748929115</c:v>
                </c:pt>
                <c:pt idx="867">
                  <c:v>0.0317867354534</c:v>
                </c:pt>
                <c:pt idx="868">
                  <c:v>0.0316990542768</c:v>
                </c:pt>
                <c:pt idx="869">
                  <c:v>0.0316118425334</c:v>
                </c:pt>
                <c:pt idx="870">
                  <c:v>0.0315250934423</c:v>
                </c:pt>
                <c:pt idx="871">
                  <c:v>0.0314388002878</c:v>
                </c:pt>
                <c:pt idx="872">
                  <c:v>0.0313529564186</c:v>
                </c:pt>
                <c:pt idx="873">
                  <c:v>0.0312675552457</c:v>
                </c:pt>
                <c:pt idx="874">
                  <c:v>0.0311825902414</c:v>
                </c:pt>
                <c:pt idx="875">
                  <c:v>0.0310980549378</c:v>
                </c:pt>
                <c:pt idx="876">
                  <c:v>0.0310139429252</c:v>
                </c:pt>
                <c:pt idx="877">
                  <c:v>0.030930247851</c:v>
                </c:pt>
                <c:pt idx="878">
                  <c:v>0.0308469634183</c:v>
                </c:pt>
                <c:pt idx="879">
                  <c:v>0.0307640833844</c:v>
                </c:pt>
                <c:pt idx="880">
                  <c:v>0.0306816015597</c:v>
                </c:pt>
                <c:pt idx="881">
                  <c:v>0.0305995118064</c:v>
                </c:pt>
                <c:pt idx="882">
                  <c:v>0.0305178080369</c:v>
                </c:pt>
                <c:pt idx="883">
                  <c:v>0.0304364842132</c:v>
                </c:pt>
                <c:pt idx="884">
                  <c:v>0.0303555343449</c:v>
                </c:pt>
                <c:pt idx="885">
                  <c:v>0.0302749524888</c:v>
                </c:pt>
                <c:pt idx="886">
                  <c:v>0.0301947327467</c:v>
                </c:pt>
                <c:pt idx="887">
                  <c:v>0.0301148692652</c:v>
                </c:pt>
                <c:pt idx="888">
                  <c:v>0.0300353562337</c:v>
                </c:pt>
                <c:pt idx="889">
                  <c:v>0.0299561878839</c:v>
                </c:pt>
                <c:pt idx="890">
                  <c:v>0.0298773584881</c:v>
                </c:pt>
                <c:pt idx="891">
                  <c:v>0.0297988623583</c:v>
                </c:pt>
                <c:pt idx="892">
                  <c:v>0.0297206938449</c:v>
                </c:pt>
                <c:pt idx="893">
                  <c:v>0.0296428473358</c:v>
                </c:pt>
                <c:pt idx="894">
                  <c:v>0.0295653172551</c:v>
                </c:pt>
                <c:pt idx="895">
                  <c:v>0.0294880980618</c:v>
                </c:pt>
                <c:pt idx="896">
                  <c:v>0.0294111842493</c:v>
                </c:pt>
                <c:pt idx="897">
                  <c:v>0.0293345703436</c:v>
                </c:pt>
                <c:pt idx="898">
                  <c:v>0.0292582509027</c:v>
                </c:pt>
                <c:pt idx="899">
                  <c:v>0.0291822205152</c:v>
                </c:pt>
                <c:pt idx="900">
                  <c:v>0.0291064737997</c:v>
                </c:pt>
                <c:pt idx="901">
                  <c:v>0.0290310054033</c:v>
                </c:pt>
                <c:pt idx="902">
                  <c:v>0.0289558100008</c:v>
                </c:pt>
                <c:pt idx="903">
                  <c:v>0.0288808822939</c:v>
                </c:pt>
                <c:pt idx="904">
                  <c:v>0.0288062170097</c:v>
                </c:pt>
                <c:pt idx="905">
                  <c:v>0.0287318089005</c:v>
                </c:pt>
                <c:pt idx="906">
                  <c:v>0.0286576527424</c:v>
                </c:pt>
                <c:pt idx="907">
                  <c:v>0.0285837433344</c:v>
                </c:pt>
                <c:pt idx="908">
                  <c:v>0.0285100754978</c:v>
                </c:pt>
                <c:pt idx="909">
                  <c:v>0.0284366440753</c:v>
                </c:pt>
                <c:pt idx="910">
                  <c:v>0.0283634439303</c:v>
                </c:pt>
                <c:pt idx="911">
                  <c:v>0.028290469946</c:v>
                </c:pt>
                <c:pt idx="912">
                  <c:v>0.0282177170251</c:v>
                </c:pt>
                <c:pt idx="913">
                  <c:v>0.0281451800886</c:v>
                </c:pt>
                <c:pt idx="914">
                  <c:v>0.0280728540758</c:v>
                </c:pt>
                <c:pt idx="915">
                  <c:v>0.0280007339434</c:v>
                </c:pt>
                <c:pt idx="916">
                  <c:v>0.0279288146654</c:v>
                </c:pt>
                <c:pt idx="917">
                  <c:v>0.0278570912323</c:v>
                </c:pt>
                <c:pt idx="918">
                  <c:v>0.0277855586511</c:v>
                </c:pt>
                <c:pt idx="919">
                  <c:v>0.027714211945</c:v>
                </c:pt>
                <c:pt idx="920">
                  <c:v>0.0276430461529</c:v>
                </c:pt>
                <c:pt idx="921">
                  <c:v>0.0275720563298</c:v>
                </c:pt>
                <c:pt idx="922">
                  <c:v>0.0275012375463</c:v>
                </c:pt>
                <c:pt idx="923">
                  <c:v>0.0274305848892</c:v>
                </c:pt>
                <c:pt idx="924">
                  <c:v>0.027360093461</c:v>
                </c:pt>
                <c:pt idx="925">
                  <c:v>0.0272897583807</c:v>
                </c:pt>
                <c:pt idx="926">
                  <c:v>0.0272195747838</c:v>
                </c:pt>
                <c:pt idx="927">
                  <c:v>0.0271495378228</c:v>
                </c:pt>
                <c:pt idx="928">
                  <c:v>0.0270796426678</c:v>
                </c:pt>
                <c:pt idx="929">
                  <c:v>0.0270098845071</c:v>
                </c:pt>
                <c:pt idx="930">
                  <c:v>0.0269402585479</c:v>
                </c:pt>
                <c:pt idx="931">
                  <c:v>0.0268707600171</c:v>
                </c:pt>
                <c:pt idx="932">
                  <c:v>0.0268013841624</c:v>
                </c:pt>
                <c:pt idx="933">
                  <c:v>0.0267321262533</c:v>
                </c:pt>
                <c:pt idx="934">
                  <c:v>0.0266629815822</c:v>
                </c:pt>
                <c:pt idx="935">
                  <c:v>0.0265939454657</c:v>
                </c:pt>
                <c:pt idx="936">
                  <c:v>0.026525013246</c:v>
                </c:pt>
                <c:pt idx="937">
                  <c:v>0.0264561802927</c:v>
                </c:pt>
                <c:pt idx="938">
                  <c:v>0.026387442004</c:v>
                </c:pt>
                <c:pt idx="939">
                  <c:v>0.0263187938088</c:v>
                </c:pt>
                <c:pt idx="940">
                  <c:v>0.0262502311684</c:v>
                </c:pt>
                <c:pt idx="941">
                  <c:v>0.0261817495788</c:v>
                </c:pt>
                <c:pt idx="942">
                  <c:v>0.0261133445722</c:v>
                </c:pt>
                <c:pt idx="943">
                  <c:v>0.0260450117201</c:v>
                </c:pt>
                <c:pt idx="944">
                  <c:v>0.0259767466348</c:v>
                </c:pt>
                <c:pt idx="945">
                  <c:v>0.0259085449725</c:v>
                </c:pt>
                <c:pt idx="946">
                  <c:v>0.0258404024357</c:v>
                </c:pt>
                <c:pt idx="947">
                  <c:v>0.0257723147758</c:v>
                </c:pt>
                <c:pt idx="948">
                  <c:v>0.025704277796</c:v>
                </c:pt>
                <c:pt idx="949">
                  <c:v>0.0256362873543</c:v>
                </c:pt>
                <c:pt idx="950">
                  <c:v>0.0255683393663</c:v>
                </c:pt>
                <c:pt idx="951">
                  <c:v>0.0255004298088</c:v>
                </c:pt>
                <c:pt idx="952">
                  <c:v>0.0254325547224</c:v>
                </c:pt>
                <c:pt idx="953">
                  <c:v>0.0253647102154</c:v>
                </c:pt>
                <c:pt idx="954">
                  <c:v>0.025296892467</c:v>
                </c:pt>
                <c:pt idx="955">
                  <c:v>0.0252290977306</c:v>
                </c:pt>
                <c:pt idx="956">
                  <c:v>0.0251613223378</c:v>
                </c:pt>
                <c:pt idx="957">
                  <c:v>0.0250935627018</c:v>
                </c:pt>
                <c:pt idx="958">
                  <c:v>0.0250258153212</c:v>
                </c:pt>
                <c:pt idx="959">
                  <c:v>0.0249580767838</c:v>
                </c:pt>
                <c:pt idx="960">
                  <c:v>0.0248903437706</c:v>
                </c:pt>
                <c:pt idx="961">
                  <c:v>0.0248226130594</c:v>
                </c:pt>
                <c:pt idx="962">
                  <c:v>0.0247548815293</c:v>
                </c:pt>
                <c:pt idx="963">
                  <c:v>0.0246871461641</c:v>
                </c:pt>
                <c:pt idx="964">
                  <c:v>0.0246194040567</c:v>
                </c:pt>
                <c:pt idx="965">
                  <c:v>0.0245516524132</c:v>
                </c:pt>
                <c:pt idx="966">
                  <c:v>0.0244838885568</c:v>
                </c:pt>
                <c:pt idx="967">
                  <c:v>0.0244161099321</c:v>
                </c:pt>
                <c:pt idx="968">
                  <c:v>0.024348314109</c:v>
                </c:pt>
                <c:pt idx="969">
                  <c:v>0.0242804987866</c:v>
                </c:pt>
                <c:pt idx="970">
                  <c:v>0.0242126617981</c:v>
                </c:pt>
                <c:pt idx="971">
                  <c:v>0.0241448011137</c:v>
                </c:pt>
                <c:pt idx="972">
                  <c:v>0.0240769148455</c:v>
                </c:pt>
                <c:pt idx="973">
                  <c:v>0.0240090012509</c:v>
                </c:pt>
                <c:pt idx="974">
                  <c:v>0.0239410587369</c:v>
                </c:pt>
                <c:pt idx="975">
                  <c:v>0.0238730858637</c:v>
                </c:pt>
                <c:pt idx="976">
                  <c:v>0.0238050813484</c:v>
                </c:pt>
                <c:pt idx="977">
                  <c:v>0.0237370440688</c:v>
                </c:pt>
                <c:pt idx="978">
                  <c:v>0.0236689730668</c:v>
                </c:pt>
                <c:pt idx="979">
                  <c:v>0.0236008675521</c:v>
                </c:pt>
                <c:pt idx="980">
                  <c:v>0.0235327269051</c:v>
                </c:pt>
                <c:pt idx="981">
                  <c:v>0.0234645506805</c:v>
                </c:pt>
                <c:pt idx="982">
                  <c:v>0.02339633861</c:v>
                </c:pt>
                <c:pt idx="983">
                  <c:v>0.0233280906053</c:v>
                </c:pt>
                <c:pt idx="984">
                  <c:v>0.0232598067608</c:v>
                </c:pt>
                <c:pt idx="985">
                  <c:v>0.0231914873559</c:v>
                </c:pt>
                <c:pt idx="986">
                  <c:v>0.0231231328576</c:v>
                </c:pt>
                <c:pt idx="987">
                  <c:v>0.0230547439221</c:v>
                </c:pt>
                <c:pt idx="988">
                  <c:v>0.0229863213973</c:v>
                </c:pt>
                <c:pt idx="989">
                  <c:v>0.0229178663237</c:v>
                </c:pt>
                <c:pt idx="990">
                  <c:v>0.0228493799362</c:v>
                </c:pt>
                <c:pt idx="991">
                  <c:v>0.022780863665</c:v>
                </c:pt>
                <c:pt idx="992">
                  <c:v>0.0227123191366</c:v>
                </c:pt>
                <c:pt idx="993">
                  <c:v>0.0226437481739</c:v>
                </c:pt>
                <c:pt idx="994">
                  <c:v>0.0225751527971</c:v>
                </c:pt>
                <c:pt idx="995">
                  <c:v>0.022506535223</c:v>
                </c:pt>
                <c:pt idx="996">
                  <c:v>0.0224378978647</c:v>
                </c:pt>
                <c:pt idx="997">
                  <c:v>0.0223692433314</c:v>
                </c:pt>
                <c:pt idx="998">
                  <c:v>0.0223005744265</c:v>
                </c:pt>
                <c:pt idx="999">
                  <c:v>0.022231894147</c:v>
                </c:pt>
                <c:pt idx="1000">
                  <c:v>0.0221632056813</c:v>
                </c:pt>
                <c:pt idx="1001">
                  <c:v>0.0220945124074</c:v>
                </c:pt>
                <c:pt idx="1002">
                  <c:v>0.0220258178901</c:v>
                </c:pt>
                <c:pt idx="1003">
                  <c:v>0.0219571258785</c:v>
                </c:pt>
                <c:pt idx="1004">
                  <c:v>0.0218884403029</c:v>
                </c:pt>
                <c:pt idx="1005">
                  <c:v>0.021819765271</c:v>
                </c:pt>
                <c:pt idx="1006">
                  <c:v>0.0217511050644</c:v>
                </c:pt>
                <c:pt idx="1007">
                  <c:v>0.021682464134</c:v>
                </c:pt>
                <c:pt idx="1008">
                  <c:v>0.0216138470959</c:v>
                </c:pt>
                <c:pt idx="1009">
                  <c:v>0.0215452587262</c:v>
                </c:pt>
                <c:pt idx="1010">
                  <c:v>0.0214767039559</c:v>
                </c:pt>
                <c:pt idx="1011">
                  <c:v>0.0214081878651</c:v>
                </c:pt>
                <c:pt idx="1012">
                  <c:v>0.0213397156778</c:v>
                </c:pt>
                <c:pt idx="1013">
                  <c:v>0.0212712927549</c:v>
                </c:pt>
                <c:pt idx="1014">
                  <c:v>0.0212029245885</c:v>
                </c:pt>
                <c:pt idx="1015">
                  <c:v>0.0211346167945</c:v>
                </c:pt>
                <c:pt idx="1016">
                  <c:v>0.0210663751063</c:v>
                </c:pt>
                <c:pt idx="1017">
                  <c:v>0.0209982053671</c:v>
                </c:pt>
                <c:pt idx="1018">
                  <c:v>0.0209301135227</c:v>
                </c:pt>
                <c:pt idx="1019">
                  <c:v>0.0208621056136</c:v>
                </c:pt>
                <c:pt idx="1020">
                  <c:v>0.0207941877677</c:v>
                </c:pt>
                <c:pt idx="1021">
                  <c:v>0.0207263661917</c:v>
                </c:pt>
                <c:pt idx="1022">
                  <c:v>0.0206586471634</c:v>
                </c:pt>
                <c:pt idx="1023">
                  <c:v>0.0205910370232</c:v>
                </c:pt>
                <c:pt idx="1024">
                  <c:v>0.0205235421661</c:v>
                </c:pt>
                <c:pt idx="1025">
                  <c:v>0.0204561690329</c:v>
                </c:pt>
                <c:pt idx="1026">
                  <c:v>0.0203889241021</c:v>
                </c:pt>
                <c:pt idx="1027">
                  <c:v>0.020321813881</c:v>
                </c:pt>
                <c:pt idx="1028">
                  <c:v>0.0202548448979</c:v>
                </c:pt>
                <c:pt idx="1029">
                  <c:v>0.020188023693</c:v>
                </c:pt>
                <c:pt idx="1030">
                  <c:v>0.0201213568103</c:v>
                </c:pt>
                <c:pt idx="1031">
                  <c:v>0.0200548507894</c:v>
                </c:pt>
                <c:pt idx="1032">
                  <c:v>0.0199885121569</c:v>
                </c:pt>
                <c:pt idx="1033">
                  <c:v>0.0199223474188</c:v>
                </c:pt>
                <c:pt idx="1034">
                  <c:v>0.019856363052</c:v>
                </c:pt>
                <c:pt idx="1035">
                  <c:v>0.019790565497</c:v>
                </c:pt>
                <c:pt idx="1036">
                  <c:v>0.0197249611498</c:v>
                </c:pt>
                <c:pt idx="1037">
                  <c:v>0.019659556355</c:v>
                </c:pt>
                <c:pt idx="1038">
                  <c:v>0.0195943573979</c:v>
                </c:pt>
                <c:pt idx="1039">
                  <c:v>0.0195293704983</c:v>
                </c:pt>
                <c:pt idx="1040">
                  <c:v>0.0194646018032</c:v>
                </c:pt>
                <c:pt idx="1041">
                  <c:v>0.0194000573806</c:v>
                </c:pt>
                <c:pt idx="1042">
                  <c:v>0.0193357432132</c:v>
                </c:pt>
                <c:pt idx="1043">
                  <c:v>0.0192716651925</c:v>
                </c:pt>
                <c:pt idx="1044">
                  <c:v>0.0192078291134</c:v>
                </c:pt>
                <c:pt idx="1045">
                  <c:v>0.0191442406684</c:v>
                </c:pt>
                <c:pt idx="1046">
                  <c:v>0.0190809054434</c:v>
                </c:pt>
                <c:pt idx="1047">
                  <c:v>0.0190178289121</c:v>
                </c:pt>
                <c:pt idx="1048">
                  <c:v>0.0189550164325</c:v>
                </c:pt>
                <c:pt idx="1049">
                  <c:v>0.0188924732423</c:v>
                </c:pt>
                <c:pt idx="1050">
                  <c:v>0.0188302044555</c:v>
                </c:pt>
                <c:pt idx="1051">
                  <c:v>0.0187682150589</c:v>
                </c:pt>
                <c:pt idx="1052">
                  <c:v>0.0187065099092</c:v>
                </c:pt>
                <c:pt idx="1053">
                  <c:v>0.01864509373</c:v>
                </c:pt>
                <c:pt idx="1054">
                  <c:v>0.0185839711099</c:v>
                </c:pt>
                <c:pt idx="1055">
                  <c:v>0.0185231465</c:v>
                </c:pt>
                <c:pt idx="1056">
                  <c:v>0.0184626242123</c:v>
                </c:pt>
                <c:pt idx="1057">
                  <c:v>0.0184024084182</c:v>
                </c:pt>
                <c:pt idx="1058">
                  <c:v>0.0183425031475</c:v>
                </c:pt>
                <c:pt idx="1059">
                  <c:v>0.0182829122875</c:v>
                </c:pt>
                <c:pt idx="1060">
                  <c:v>0.0182236395821</c:v>
                </c:pt>
                <c:pt idx="1061">
                  <c:v>0.0181646886322</c:v>
                </c:pt>
                <c:pt idx="1062">
                  <c:v>0.0181060628949</c:v>
                </c:pt>
                <c:pt idx="1063">
                  <c:v>0.0180477656841</c:v>
                </c:pt>
                <c:pt idx="1064">
                  <c:v>0.0179898001713</c:v>
                </c:pt>
                <c:pt idx="1065">
                  <c:v>0.0179321693854</c:v>
                </c:pt>
                <c:pt idx="1066">
                  <c:v>0.0178748762147</c:v>
                </c:pt>
                <c:pt idx="1067">
                  <c:v>0.017817923407</c:v>
                </c:pt>
                <c:pt idx="1068">
                  <c:v>0.0177613135717</c:v>
                </c:pt>
                <c:pt idx="1069">
                  <c:v>0.0177050491809</c:v>
                </c:pt>
                <c:pt idx="1070">
                  <c:v>0.0176491325712</c:v>
                </c:pt>
                <c:pt idx="1071">
                  <c:v>0.0175935659457</c:v>
                </c:pt>
                <c:pt idx="1072">
                  <c:v>0.0175383513754</c:v>
                </c:pt>
                <c:pt idx="1073">
                  <c:v>0.017483490802</c:v>
                </c:pt>
                <c:pt idx="1074">
                  <c:v>0.0174289860399</c:v>
                </c:pt>
                <c:pt idx="1075">
                  <c:v>0.0173748387782</c:v>
                </c:pt>
                <c:pt idx="1076">
                  <c:v>0.0173210505836</c:v>
                </c:pt>
                <c:pt idx="1077">
                  <c:v>0.0172676229028</c:v>
                </c:pt>
                <c:pt idx="1078">
                  <c:v>0.0172145570648</c:v>
                </c:pt>
                <c:pt idx="1079">
                  <c:v>0.0171618542841</c:v>
                </c:pt>
                <c:pt idx="1080">
                  <c:v>0.0171095156627</c:v>
                </c:pt>
                <c:pt idx="1081">
                  <c:v>0.0170575421935</c:v>
                </c:pt>
                <c:pt idx="1082">
                  <c:v>0.0170059347627</c:v>
                </c:pt>
                <c:pt idx="1083">
                  <c:v>0.0169546941527</c:v>
                </c:pt>
                <c:pt idx="1084">
                  <c:v>0.0169038210448</c:v>
                </c:pt>
                <c:pt idx="1085">
                  <c:v>0.0168533160221</c:v>
                </c:pt>
                <c:pt idx="1086">
                  <c:v>0.0168031795722</c:v>
                </c:pt>
                <c:pt idx="1087">
                  <c:v>0.0167534120901</c:v>
                </c:pt>
                <c:pt idx="1088">
                  <c:v>0.0167040138807</c:v>
                </c:pt>
                <c:pt idx="1089">
                  <c:v>0.0166549851616</c:v>
                </c:pt>
                <c:pt idx="1090">
                  <c:v>0.0166063260661</c:v>
                </c:pt>
                <c:pt idx="1091">
                  <c:v>0.016558036645</c:v>
                </c:pt>
                <c:pt idx="1092">
                  <c:v>0.01651011687</c:v>
                </c:pt>
                <c:pt idx="1093">
                  <c:v>0.0164625666358</c:v>
                </c:pt>
                <c:pt idx="1094">
                  <c:v>0.0164153857625</c:v>
                </c:pt>
                <c:pt idx="1095">
                  <c:v>0.0163685739978</c:v>
                </c:pt>
                <c:pt idx="1096">
                  <c:v>0.01632213102</c:v>
                </c:pt>
                <c:pt idx="1097">
                  <c:v>0.0162760564391</c:v>
                </c:pt>
                <c:pt idx="1098">
                  <c:v>0.0162303497999</c:v>
                </c:pt>
                <c:pt idx="1099">
                  <c:v>0.0161850105834</c:v>
                </c:pt>
                <c:pt idx="1100">
                  <c:v>0.0161400382091</c:v>
                </c:pt>
                <c:pt idx="1101">
                  <c:v>0.0160954320365</c:v>
                </c:pt>
                <c:pt idx="1102">
                  <c:v>0.0160511913673</c:v>
                </c:pt>
                <c:pt idx="1103">
                  <c:v>0.0160073154466</c:v>
                </c:pt>
                <c:pt idx="1104">
                  <c:v>0.0159638034646</c:v>
                </c:pt>
                <c:pt idx="1105">
                  <c:v>0.0159206545582</c:v>
                </c:pt>
                <c:pt idx="1106">
                  <c:v>0.0158778678123</c:v>
                </c:pt>
                <c:pt idx="1107">
                  <c:v>0.0158354422608</c:v>
                </c:pt>
                <c:pt idx="1108">
                  <c:v>0.0157933768883</c:v>
                </c:pt>
                <c:pt idx="1109">
                  <c:v>0.0157516706306</c:v>
                </c:pt>
                <c:pt idx="1110">
                  <c:v>0.0157103223759</c:v>
                </c:pt>
                <c:pt idx="1111">
                  <c:v>0.0156693309658</c:v>
                </c:pt>
                <c:pt idx="1112">
                  <c:v>0.015628695196</c:v>
                </c:pt>
                <c:pt idx="1113">
                  <c:v>0.0155884138168</c:v>
                </c:pt>
                <c:pt idx="1114">
                  <c:v>0.0155484855339</c:v>
                </c:pt>
                <c:pt idx="1115">
                  <c:v>0.0155089090091</c:v>
                </c:pt>
                <c:pt idx="1116">
                  <c:v>0.0154696828602</c:v>
                </c:pt>
                <c:pt idx="1117">
                  <c:v>0.0154308056618</c:v>
                </c:pt>
                <c:pt idx="1118">
                  <c:v>0.0153922759456</c:v>
                </c:pt>
                <c:pt idx="1119">
                  <c:v>0.0153540922001</c:v>
                </c:pt>
                <c:pt idx="1120">
                  <c:v>0.0153162528714</c:v>
                </c:pt>
                <c:pt idx="1121">
                  <c:v>0.0152787563629</c:v>
                </c:pt>
                <c:pt idx="1122">
                  <c:v>0.0152416010354</c:v>
                </c:pt>
                <c:pt idx="1123">
                  <c:v>0.015204785207</c:v>
                </c:pt>
                <c:pt idx="1124">
                  <c:v>0.0151683071532</c:v>
                </c:pt>
                <c:pt idx="1125">
                  <c:v>0.0151321651065</c:v>
                </c:pt>
                <c:pt idx="1126">
                  <c:v>0.0150963572565</c:v>
                </c:pt>
                <c:pt idx="1127">
                  <c:v>0.0150608817496</c:v>
                </c:pt>
                <c:pt idx="1128">
                  <c:v>0.0150257366887</c:v>
                </c:pt>
                <c:pt idx="1129">
                  <c:v>0.0149909201332</c:v>
                </c:pt>
                <c:pt idx="1130">
                  <c:v>0.0149564300985</c:v>
                </c:pt>
                <c:pt idx="1131">
                  <c:v>0.0149222645558</c:v>
                </c:pt>
                <c:pt idx="1132">
                  <c:v>0.0148884214319</c:v>
                </c:pt>
                <c:pt idx="1133">
                  <c:v>0.0148548986091</c:v>
                </c:pt>
                <c:pt idx="1134">
                  <c:v>0.0148216939245</c:v>
                </c:pt>
                <c:pt idx="1135">
                  <c:v>0.0147888051702</c:v>
                </c:pt>
                <c:pt idx="1136">
                  <c:v>0.0147562300931</c:v>
                </c:pt>
                <c:pt idx="1137">
                  <c:v>0.0147239663945</c:v>
                </c:pt>
                <c:pt idx="1138">
                  <c:v>0.0146920117301</c:v>
                </c:pt>
                <c:pt idx="1139">
                  <c:v>0.01466036371</c:v>
                </c:pt>
                <c:pt idx="1140">
                  <c:v>0.0146290198985</c:v>
                </c:pt>
                <c:pt idx="1141">
                  <c:v>0.0145979778144</c:v>
                </c:pt>
                <c:pt idx="1142">
                  <c:v>0.0145672349307</c:v>
                </c:pt>
                <c:pt idx="1143">
                  <c:v>0.0145367886755</c:v>
                </c:pt>
                <c:pt idx="1144">
                  <c:v>0.0145066364312</c:v>
                </c:pt>
                <c:pt idx="1145">
                  <c:v>0.0144767755359</c:v>
                </c:pt>
                <c:pt idx="1146">
                  <c:v>0.0144472032831</c:v>
                </c:pt>
                <c:pt idx="1147">
                  <c:v>0.0144179169224</c:v>
                </c:pt>
                <c:pt idx="1148">
                  <c:v>0.0143889136603</c:v>
                </c:pt>
                <c:pt idx="1149">
                  <c:v>0.0143601906606</c:v>
                </c:pt>
                <c:pt idx="1150">
                  <c:v>0.0143317450455</c:v>
                </c:pt>
                <c:pt idx="1151">
                  <c:v>0.0143035738963</c:v>
                </c:pt>
                <c:pt idx="1152">
                  <c:v>0.0142756742545</c:v>
                </c:pt>
                <c:pt idx="1153">
                  <c:v>0.0142480431229</c:v>
                </c:pt>
                <c:pt idx="1154">
                  <c:v>0.0142206774668</c:v>
                </c:pt>
                <c:pt idx="1155">
                  <c:v>0.0141935742155</c:v>
                </c:pt>
                <c:pt idx="1156">
                  <c:v>0.0141667302637</c:v>
                </c:pt>
                <c:pt idx="1157">
                  <c:v>0.0141401424727</c:v>
                </c:pt>
                <c:pt idx="1158">
                  <c:v>0.0141138076728</c:v>
                </c:pt>
                <c:pt idx="1159">
                  <c:v>0.0140877226644</c:v>
                </c:pt>
                <c:pt idx="1160">
                  <c:v>0.0140618842201</c:v>
                </c:pt>
                <c:pt idx="1161">
                  <c:v>0.0140362890869</c:v>
                </c:pt>
                <c:pt idx="1162">
                  <c:v>0.0140109339879</c:v>
                </c:pt>
                <c:pt idx="1163">
                  <c:v>0.0139858156249</c:v>
                </c:pt>
                <c:pt idx="1164">
                  <c:v>0.0139609306803</c:v>
                </c:pt>
                <c:pt idx="1165">
                  <c:v>0.0139362758192</c:v>
                </c:pt>
                <c:pt idx="1166">
                  <c:v>0.0139118476927</c:v>
                </c:pt>
                <c:pt idx="1167">
                  <c:v>0.0138876429394</c:v>
                </c:pt>
                <c:pt idx="1168">
                  <c:v>0.0138636581884</c:v>
                </c:pt>
                <c:pt idx="1169">
                  <c:v>0.0138398900619</c:v>
                </c:pt>
                <c:pt idx="1170">
                  <c:v>0.0138163351776</c:v>
                </c:pt>
                <c:pt idx="1171">
                  <c:v>0.0137929901516</c:v>
                </c:pt>
                <c:pt idx="1172">
                  <c:v>0.0137698516008</c:v>
                </c:pt>
                <c:pt idx="1173">
                  <c:v>0.013746916146</c:v>
                </c:pt>
                <c:pt idx="1174">
                  <c:v>0.0137241804141</c:v>
                </c:pt>
                <c:pt idx="1175">
                  <c:v>0.0137016410413</c:v>
                </c:pt>
                <c:pt idx="1176">
                  <c:v>0.0136792946756</c:v>
                </c:pt>
                <c:pt idx="1177">
                  <c:v>0.0136571379793</c:v>
                </c:pt>
                <c:pt idx="1178">
                  <c:v>0.013635167632</c:v>
                </c:pt>
                <c:pt idx="1179">
                  <c:v>0.0136133803331</c:v>
                </c:pt>
                <c:pt idx="1180">
                  <c:v>0.0135917728043</c:v>
                </c:pt>
                <c:pt idx="1181">
                  <c:v>0.0135703417922</c:v>
                </c:pt>
                <c:pt idx="1182">
                  <c:v>0.0135490840708</c:v>
                </c:pt>
                <c:pt idx="1183">
                  <c:v>0.0135279964439</c:v>
                </c:pt>
                <c:pt idx="1184">
                  <c:v>0.0135070757476</c:v>
                </c:pt>
                <c:pt idx="1185">
                  <c:v>0.0134863188521</c:v>
                </c:pt>
                <c:pt idx="1186">
                  <c:v>0.0134657226644</c:v>
                </c:pt>
                <c:pt idx="1187">
                  <c:v>0.0134452841303</c:v>
                </c:pt>
                <c:pt idx="1188">
                  <c:v>0.0134250002361</c:v>
                </c:pt>
                <c:pt idx="1189">
                  <c:v>0.0134048680108</c:v>
                </c:pt>
                <c:pt idx="1190">
                  <c:v>0.0133848845277</c:v>
                </c:pt>
                <c:pt idx="1191">
                  <c:v>0.0133650469064</c:v>
                </c:pt>
                <c:pt idx="1192">
                  <c:v>0.013345352314</c:v>
                </c:pt>
                <c:pt idx="1193">
                  <c:v>0.013325797967</c:v>
                </c:pt>
                <c:pt idx="1194">
                  <c:v>0.0133063811322</c:v>
                </c:pt>
                <c:pt idx="1195">
                  <c:v>0.0132870991284</c:v>
                </c:pt>
                <c:pt idx="1196">
                  <c:v>0.0132679493274</c:v>
                </c:pt>
                <c:pt idx="1197">
                  <c:v>0.0132489291548</c:v>
                </c:pt>
                <c:pt idx="1198">
                  <c:v>0.0132300360913</c:v>
                </c:pt>
                <c:pt idx="1199">
                  <c:v>0.0132112676734</c:v>
                </c:pt>
                <c:pt idx="1200">
                  <c:v>0.0131926214938</c:v>
                </c:pt>
                <c:pt idx="1201">
                  <c:v>0.0131740952027</c:v>
                </c:pt>
                <c:pt idx="1202">
                  <c:v>0.0131556865075</c:v>
                </c:pt>
                <c:pt idx="1203">
                  <c:v>0.0131373931737</c:v>
                </c:pt>
                <c:pt idx="1204">
                  <c:v>0.013119213025</c:v>
                </c:pt>
                <c:pt idx="1205">
                  <c:v>0.0131011439438</c:v>
                </c:pt>
                <c:pt idx="1206">
                  <c:v>0.0130831838708</c:v>
                </c:pt>
                <c:pt idx="1207">
                  <c:v>0.0130653308055</c:v>
                </c:pt>
                <c:pt idx="1208">
                  <c:v>0.0130475828058</c:v>
                </c:pt>
                <c:pt idx="1209">
                  <c:v>0.0130299379881</c:v>
                </c:pt>
                <c:pt idx="1210">
                  <c:v>0.0130123945269</c:v>
                </c:pt>
                <c:pt idx="1211">
                  <c:v>0.0129949506547</c:v>
                </c:pt>
                <c:pt idx="1212">
                  <c:v>0.0129776046613</c:v>
                </c:pt>
                <c:pt idx="1213">
                  <c:v>0.0129603548938</c:v>
                </c:pt>
                <c:pt idx="1214">
                  <c:v>0.0129431997558</c:v>
                </c:pt>
                <c:pt idx="1215">
                  <c:v>0.0129261377068</c:v>
                </c:pt>
                <c:pt idx="1216">
                  <c:v>0.012909167262</c:v>
                </c:pt>
                <c:pt idx="1217">
                  <c:v>0.0128922869911</c:v>
                </c:pt>
                <c:pt idx="1218">
                  <c:v>0.0128754955181</c:v>
                </c:pt>
                <c:pt idx="1219">
                  <c:v>0.0128587915202</c:v>
                </c:pt>
                <c:pt idx="1220">
                  <c:v>0.0128421737271</c:v>
                </c:pt>
                <c:pt idx="1221">
                  <c:v>0.0128256409204</c:v>
                </c:pt>
                <c:pt idx="1222">
                  <c:v>0.0128091919326</c:v>
                </c:pt>
                <c:pt idx="1223">
                  <c:v>0.012792825646</c:v>
                </c:pt>
                <c:pt idx="1224">
                  <c:v>0.0127765409923</c:v>
                </c:pt>
                <c:pt idx="1225">
                  <c:v>0.0127603369512</c:v>
                </c:pt>
                <c:pt idx="1226">
                  <c:v>0.0127442125498</c:v>
                </c:pt>
                <c:pt idx="1227">
                  <c:v>0.0127281668615</c:v>
                </c:pt>
                <c:pt idx="1228">
                  <c:v>0.0127121990051</c:v>
                </c:pt>
                <c:pt idx="1229">
                  <c:v>0.0126963081437</c:v>
                </c:pt>
                <c:pt idx="1230">
                  <c:v>0.0126804934839</c:v>
                </c:pt>
                <c:pt idx="1231">
                  <c:v>0.0126647542747</c:v>
                </c:pt>
                <c:pt idx="1232">
                  <c:v>0.0126490898066</c:v>
                </c:pt>
                <c:pt idx="1233">
                  <c:v>0.0126334994104</c:v>
                </c:pt>
                <c:pt idx="1234">
                  <c:v>0.0126179824566</c:v>
                </c:pt>
                <c:pt idx="1235">
                  <c:v>0.0126025383539</c:v>
                </c:pt>
                <c:pt idx="1236">
                  <c:v>0.0125871665488</c:v>
                </c:pt>
                <c:pt idx="1237">
                  <c:v>0.0125718665241</c:v>
                </c:pt>
                <c:pt idx="1238">
                  <c:v>0.0125566377981</c:v>
                </c:pt>
                <c:pt idx="1239">
                  <c:v>0.012541479924</c:v>
                </c:pt>
                <c:pt idx="1240">
                  <c:v>0.0125263924884</c:v>
                </c:pt>
                <c:pt idx="1241">
                  <c:v>0.0125113751105</c:v>
                </c:pt>
                <c:pt idx="1242">
                  <c:v>0.0124964274414</c:v>
                </c:pt>
                <c:pt idx="1243">
                  <c:v>0.0124815491632</c:v>
                </c:pt>
                <c:pt idx="1244">
                  <c:v>0.0124667399875</c:v>
                </c:pt>
                <c:pt idx="1245">
                  <c:v>0.0124519996551</c:v>
                </c:pt>
                <c:pt idx="1246">
                  <c:v>0.0124373279351</c:v>
                </c:pt>
                <c:pt idx="1247">
                  <c:v>0.0124227246236</c:v>
                </c:pt>
                <c:pt idx="1248">
                  <c:v>0.0124081895432</c:v>
                </c:pt>
                <c:pt idx="1249">
                  <c:v>0.012393722542</c:v>
                </c:pt>
                <c:pt idx="1250">
                  <c:v>0.0123793234927</c:v>
                </c:pt>
                <c:pt idx="1251">
                  <c:v>0.012364992292</c:v>
                </c:pt>
                <c:pt idx="1252">
                  <c:v>0.0123507288596</c:v>
                </c:pt>
                <c:pt idx="1253">
                  <c:v>0.0123365331375</c:v>
                </c:pt>
                <c:pt idx="1254">
                  <c:v>0.0123224050892</c:v>
                </c:pt>
                <c:pt idx="1255">
                  <c:v>0.0123083446987</c:v>
                </c:pt>
                <c:pt idx="1256">
                  <c:v>0.0122943519701</c:v>
                </c:pt>
                <c:pt idx="1257">
                  <c:v>0.0122804269269</c:v>
                </c:pt>
                <c:pt idx="1258">
                  <c:v>0.0122665696107</c:v>
                </c:pt>
                <c:pt idx="1259">
                  <c:v>0.012252780081</c:v>
                </c:pt>
                <c:pt idx="1260">
                  <c:v>0.0122390584145</c:v>
                </c:pt>
                <c:pt idx="1261">
                  <c:v>0.012225404704</c:v>
                </c:pt>
                <c:pt idx="1262">
                  <c:v>0.0122118190582</c:v>
                </c:pt>
                <c:pt idx="1263">
                  <c:v>0.0121983016007</c:v>
                </c:pt>
                <c:pt idx="1264">
                  <c:v>0.0121848524694</c:v>
                </c:pt>
                <c:pt idx="1265">
                  <c:v>0.0121714718159</c:v>
                </c:pt>
                <c:pt idx="1266">
                  <c:v>0.0121581598049</c:v>
                </c:pt>
                <c:pt idx="1267">
                  <c:v>0.0121449166136</c:v>
                </c:pt>
                <c:pt idx="1268">
                  <c:v>0.0121317424309</c:v>
                </c:pt>
                <c:pt idx="1269">
                  <c:v>0.012118637457</c:v>
                </c:pt>
                <c:pt idx="1270">
                  <c:v>0.0121056019025</c:v>
                </c:pt>
                <c:pt idx="1271">
                  <c:v>0.0120926359882</c:v>
                </c:pt>
                <c:pt idx="1272">
                  <c:v>0.0120797399443</c:v>
                </c:pt>
                <c:pt idx="1273">
                  <c:v>0.0120669140098</c:v>
                </c:pt>
                <c:pt idx="1274">
                  <c:v>0.0120541584319</c:v>
                </c:pt>
                <c:pt idx="1275">
                  <c:v>0.0120414734657</c:v>
                </c:pt>
                <c:pt idx="1276">
                  <c:v>0.0120288593732</c:v>
                </c:pt>
                <c:pt idx="1277">
                  <c:v>0.0120163164231</c:v>
                </c:pt>
                <c:pt idx="1278">
                  <c:v>0.0120038448902</c:v>
                </c:pt>
                <c:pt idx="1279">
                  <c:v>0.0119914450546</c:v>
                </c:pt>
                <c:pt idx="1280">
                  <c:v>0.0119791172014</c:v>
                </c:pt>
                <c:pt idx="1281">
                  <c:v>0.0119668616201</c:v>
                </c:pt>
                <c:pt idx="1282">
                  <c:v>0.0119546786038</c:v>
                </c:pt>
                <c:pt idx="1283">
                  <c:v>0.0119425684492</c:v>
                </c:pt>
                <c:pt idx="1284">
                  <c:v>0.0119305314552</c:v>
                </c:pt>
                <c:pt idx="1285">
                  <c:v>0.0119185679233</c:v>
                </c:pt>
                <c:pt idx="1286">
                  <c:v>0.0119066781563</c:v>
                </c:pt>
                <c:pt idx="1287">
                  <c:v>0.011894862458</c:v>
                </c:pt>
                <c:pt idx="1288">
                  <c:v>0.0118831211327</c:v>
                </c:pt>
                <c:pt idx="1289">
                  <c:v>0.0118714544844</c:v>
                </c:pt>
                <c:pt idx="1290">
                  <c:v>0.0118598628163</c:v>
                </c:pt>
                <c:pt idx="1291">
                  <c:v>0.0118483464304</c:v>
                </c:pt>
                <c:pt idx="1292">
                  <c:v>0.0118369056265</c:v>
                </c:pt>
                <c:pt idx="1293">
                  <c:v>0.0118255407019</c:v>
                </c:pt>
                <c:pt idx="1294">
                  <c:v>0.0118142519506</c:v>
                </c:pt>
                <c:pt idx="1295">
                  <c:v>0.0118030396627</c:v>
                </c:pt>
                <c:pt idx="1296">
                  <c:v>0.0117919041237</c:v>
                </c:pt>
                <c:pt idx="1297">
                  <c:v>0.011780845614</c:v>
                </c:pt>
                <c:pt idx="1298">
                  <c:v>0.0117698644079</c:v>
                </c:pt>
                <c:pt idx="1299">
                  <c:v>0.0117589607733</c:v>
                </c:pt>
                <c:pt idx="1300">
                  <c:v>0.0117481349707</c:v>
                </c:pt>
                <c:pt idx="1301">
                  <c:v>0.0117373872524</c:v>
                </c:pt>
                <c:pt idx="1302">
                  <c:v>0.0117267178622</c:v>
                </c:pt>
                <c:pt idx="1303">
                  <c:v>0.0117161270343</c:v>
                </c:pt>
                <c:pt idx="1304">
                  <c:v>0.0117056149927</c:v>
                </c:pt>
                <c:pt idx="1305">
                  <c:v>0.0116951819504</c:v>
                </c:pt>
                <c:pt idx="1306">
                  <c:v>0.0116848281085</c:v>
                </c:pt>
                <c:pt idx="1307">
                  <c:v>0.0116745536556</c:v>
                </c:pt>
                <c:pt idx="1308">
                  <c:v>0.0116643587672</c:v>
                </c:pt>
                <c:pt idx="1309">
                  <c:v>0.0116542436044</c:v>
                </c:pt>
                <c:pt idx="1310">
                  <c:v>0.0116442083136</c:v>
                </c:pt>
                <c:pt idx="1311">
                  <c:v>0.0116342530255</c:v>
                </c:pt>
                <c:pt idx="1312">
                  <c:v>0.0116243778541</c:v>
                </c:pt>
                <c:pt idx="1313">
                  <c:v>0.0116145828964</c:v>
                </c:pt>
                <c:pt idx="1314">
                  <c:v>0.0116048682311</c:v>
                </c:pt>
                <c:pt idx="1315">
                  <c:v>0.0115952339184</c:v>
                </c:pt>
                <c:pt idx="1316">
                  <c:v>0.0115856799986</c:v>
                </c:pt>
                <c:pt idx="1317">
                  <c:v>0.0115762064917</c:v>
                </c:pt>
                <c:pt idx="1318">
                  <c:v>0.0115668133965</c:v>
                </c:pt>
                <c:pt idx="1319">
                  <c:v>0.01155750069</c:v>
                </c:pt>
                <c:pt idx="1320">
                  <c:v>0.0115482683265</c:v>
                </c:pt>
                <c:pt idx="1321">
                  <c:v>0.0115391162371</c:v>
                </c:pt>
                <c:pt idx="1322">
                  <c:v>0.0115300443287</c:v>
                </c:pt>
                <c:pt idx="1323">
                  <c:v>0.0115210524836</c:v>
                </c:pt>
                <c:pt idx="1324">
                  <c:v>0.0115121405587</c:v>
                </c:pt>
                <c:pt idx="1325">
                  <c:v>0.0115033083849</c:v>
                </c:pt>
                <c:pt idx="1326">
                  <c:v>0.0114945557664</c:v>
                </c:pt>
                <c:pt idx="1327">
                  <c:v>0.0114858824805</c:v>
                </c:pt>
                <c:pt idx="1328">
                  <c:v>0.0114772882765</c:v>
                </c:pt>
                <c:pt idx="1329">
                  <c:v>0.0114687728756</c:v>
                </c:pt>
                <c:pt idx="1330">
                  <c:v>0.0114603359702</c:v>
                </c:pt>
                <c:pt idx="1331">
                  <c:v>0.0114519772236</c:v>
                </c:pt>
                <c:pt idx="1332">
                  <c:v>0.0114436962696</c:v>
                </c:pt>
                <c:pt idx="1333">
                  <c:v>0.011435492712</c:v>
                </c:pt>
                <c:pt idx="1334">
                  <c:v>0.0114273661243</c:v>
                </c:pt>
                <c:pt idx="1335">
                  <c:v>0.0114193160495</c:v>
                </c:pt>
                <c:pt idx="1336">
                  <c:v>0.0114113419999</c:v>
                </c:pt>
                <c:pt idx="1337">
                  <c:v>0.0114034434567</c:v>
                </c:pt>
                <c:pt idx="1338">
                  <c:v>0.0113956198702</c:v>
                </c:pt>
                <c:pt idx="1339">
                  <c:v>0.0113878706593</c:v>
                </c:pt>
                <c:pt idx="1340">
                  <c:v>0.0113801952118</c:v>
                </c:pt>
                <c:pt idx="1341">
                  <c:v>0.0113725928841</c:v>
                </c:pt>
                <c:pt idx="1342">
                  <c:v>0.0113650630018</c:v>
                </c:pt>
                <c:pt idx="1343">
                  <c:v>0.0113576048592</c:v>
                </c:pt>
                <c:pt idx="1344">
                  <c:v>0.0113502177197</c:v>
                </c:pt>
                <c:pt idx="1345">
                  <c:v>0.0113429008164</c:v>
                </c:pt>
                <c:pt idx="1346">
                  <c:v>0.0113356533517</c:v>
                </c:pt>
                <c:pt idx="1347">
                  <c:v>0.0113284744985</c:v>
                </c:pt>
                <c:pt idx="1348">
                  <c:v>0.0113213633996</c:v>
                </c:pt>
                <c:pt idx="1349">
                  <c:v>0.0113143191694</c:v>
                </c:pt>
                <c:pt idx="1350">
                  <c:v>0.0113073408933</c:v>
                </c:pt>
                <c:pt idx="1351">
                  <c:v>0.0113004276289</c:v>
                </c:pt>
                <c:pt idx="1352">
                  <c:v>0.0112935784067</c:v>
                </c:pt>
                <c:pt idx="1353">
                  <c:v>0.0112867922306</c:v>
                </c:pt>
                <c:pt idx="1354">
                  <c:v>0.0112800680789</c:v>
                </c:pt>
                <c:pt idx="1355">
                  <c:v>0.0112734049047</c:v>
                </c:pt>
                <c:pt idx="1356">
                  <c:v>0.0112668016375</c:v>
                </c:pt>
                <c:pt idx="1357">
                  <c:v>0.0112602571837</c:v>
                </c:pt>
                <c:pt idx="1358">
                  <c:v>0.0112537704277</c:v>
                </c:pt>
                <c:pt idx="1359">
                  <c:v>0.011247340233</c:v>
                </c:pt>
                <c:pt idx="1360">
                  <c:v>0.0112409654435</c:v>
                </c:pt>
                <c:pt idx="1361">
                  <c:v>0.0112346448844</c:v>
                </c:pt>
                <c:pt idx="1362">
                  <c:v>0.0112283773635</c:v>
                </c:pt>
                <c:pt idx="1363">
                  <c:v>0.011222161673</c:v>
                </c:pt>
                <c:pt idx="1364">
                  <c:v>0.0112159965898</c:v>
                </c:pt>
                <c:pt idx="1365">
                  <c:v>0.0112098808778</c:v>
                </c:pt>
                <c:pt idx="1366">
                  <c:v>0.011203813289</c:v>
                </c:pt>
                <c:pt idx="1367">
                  <c:v>0.0111977925646</c:v>
                </c:pt>
                <c:pt idx="1368">
                  <c:v>0.011191817437</c:v>
                </c:pt>
                <c:pt idx="1369">
                  <c:v>0.0111858866307</c:v>
                </c:pt>
                <c:pt idx="1370">
                  <c:v>0.0111799988643</c:v>
                </c:pt>
                <c:pt idx="1371">
                  <c:v>0.0111741528517</c:v>
                </c:pt>
                <c:pt idx="1372">
                  <c:v>0.0111683473038</c:v>
                </c:pt>
                <c:pt idx="1373">
                  <c:v>0.0111625809297</c:v>
                </c:pt>
                <c:pt idx="1374">
                  <c:v>0.0111568524386</c:v>
                </c:pt>
                <c:pt idx="1375">
                  <c:v>0.011151160541</c:v>
                </c:pt>
                <c:pt idx="1376">
                  <c:v>0.0111455039503</c:v>
                </c:pt>
                <c:pt idx="1377">
                  <c:v>0.0111398813844</c:v>
                </c:pt>
                <c:pt idx="1378">
                  <c:v>0.0111342915668</c:v>
                </c:pt>
                <c:pt idx="1379">
                  <c:v>0.0111287332282</c:v>
                </c:pt>
                <c:pt idx="1380">
                  <c:v>0.0111232051081</c:v>
                </c:pt>
                <c:pt idx="1381">
                  <c:v>0.0111177059557</c:v>
                </c:pt>
                <c:pt idx="1382">
                  <c:v>0.0111122345315</c:v>
                </c:pt>
                <c:pt idx="1383">
                  <c:v>0.0111067896085</c:v>
                </c:pt>
                <c:pt idx="1384">
                  <c:v>0.0111013699733</c:v>
                </c:pt>
                <c:pt idx="1385">
                  <c:v>0.0110959744272</c:v>
                </c:pt>
                <c:pt idx="1386">
                  <c:v>0.0110906017877</c:v>
                </c:pt>
                <c:pt idx="1387">
                  <c:v>0.0110852508889</c:v>
                </c:pt>
                <c:pt idx="1388">
                  <c:v>0.0110799205829</c:v>
                </c:pt>
                <c:pt idx="1389">
                  <c:v>0.0110746097405</c:v>
                </c:pt>
                <c:pt idx="1390">
                  <c:v>0.0110693172523</c:v>
                </c:pt>
                <c:pt idx="1391">
                  <c:v>0.0110640420289</c:v>
                </c:pt>
                <c:pt idx="1392">
                  <c:v>0.0110587830023</c:v>
                </c:pt>
                <c:pt idx="1393">
                  <c:v>0.011053539126</c:v>
                </c:pt>
                <c:pt idx="1394">
                  <c:v>0.0110483093757</c:v>
                </c:pt>
                <c:pt idx="1395">
                  <c:v>0.0110430927499</c:v>
                </c:pt>
                <c:pt idx="1396">
                  <c:v>0.0110378882703</c:v>
                </c:pt>
                <c:pt idx="1397">
                  <c:v>0.0110326949817</c:v>
                </c:pt>
                <c:pt idx="1398">
                  <c:v>0.0110275119531</c:v>
                </c:pt>
                <c:pt idx="1399">
                  <c:v>0.0110223382773</c:v>
                </c:pt>
                <c:pt idx="1400">
                  <c:v>0.0110171730711</c:v>
                </c:pt>
                <c:pt idx="1401">
                  <c:v>0.0110120154755</c:v>
                </c:pt>
                <c:pt idx="1402">
                  <c:v>0.0110068646561</c:v>
                </c:pt>
                <c:pt idx="1403">
                  <c:v>0.0110017198023</c:v>
                </c:pt>
                <c:pt idx="1404">
                  <c:v>0.0109965801277</c:v>
                </c:pt>
                <c:pt idx="1405">
                  <c:v>0.0109914448702</c:v>
                </c:pt>
                <c:pt idx="1406">
                  <c:v>0.0109863132911</c:v>
                </c:pt>
                <c:pt idx="1407">
                  <c:v>0.0109811846756</c:v>
                </c:pt>
                <c:pt idx="1408">
                  <c:v>0.0109760583322</c:v>
                </c:pt>
                <c:pt idx="1409">
                  <c:v>0.0109709335924</c:v>
                </c:pt>
                <c:pt idx="1410">
                  <c:v>0.0109658098102</c:v>
                </c:pt>
                <c:pt idx="1411">
                  <c:v>0.0109606863622</c:v>
                </c:pt>
                <c:pt idx="1412">
                  <c:v>0.0109555626468</c:v>
                </c:pt>
                <c:pt idx="1413">
                  <c:v>0.0109504380838</c:v>
                </c:pt>
                <c:pt idx="1414">
                  <c:v>0.0109453121141</c:v>
                </c:pt>
                <c:pt idx="1415">
                  <c:v>0.0109401841992</c:v>
                </c:pt>
                <c:pt idx="1416">
                  <c:v>0.0109350538205</c:v>
                </c:pt>
                <c:pt idx="1417">
                  <c:v>0.0109299204789</c:v>
                </c:pt>
                <c:pt idx="1418">
                  <c:v>0.0109247836945</c:v>
                </c:pt>
                <c:pt idx="1419">
                  <c:v>0.0109196430058</c:v>
                </c:pt>
                <c:pt idx="1420">
                  <c:v>0.0109144979691</c:v>
                </c:pt>
                <c:pt idx="1421">
                  <c:v>0.010909348158</c:v>
                </c:pt>
                <c:pt idx="1422">
                  <c:v>0.0109041931631</c:v>
                </c:pt>
                <c:pt idx="1423">
                  <c:v>0.0108990325911</c:v>
                </c:pt>
                <c:pt idx="1424">
                  <c:v>0.0108938660641</c:v>
                </c:pt>
                <c:pt idx="1425">
                  <c:v>0.0108886932196</c:v>
                </c:pt>
                <c:pt idx="1426">
                  <c:v>0.0108835137094</c:v>
                </c:pt>
                <c:pt idx="1427">
                  <c:v>0.010878327199</c:v>
                </c:pt>
                <c:pt idx="1428">
                  <c:v>0.0108731333675</c:v>
                </c:pt>
                <c:pt idx="1429">
                  <c:v>0.0108679319065</c:v>
                </c:pt>
                <c:pt idx="1430">
                  <c:v>0.0108627225196</c:v>
                </c:pt>
                <c:pt idx="1431">
                  <c:v>0.0108575049222</c:v>
                </c:pt>
                <c:pt idx="1432">
                  <c:v>0.0108522788405</c:v>
                </c:pt>
                <c:pt idx="1433">
                  <c:v>0.0108470440109</c:v>
                </c:pt>
                <c:pt idx="1434">
                  <c:v>0.0108418001797</c:v>
                </c:pt>
                <c:pt idx="1435">
                  <c:v>0.0108365471024</c:v>
                </c:pt>
                <c:pt idx="1436">
                  <c:v>0.010831284543</c:v>
                </c:pt>
                <c:pt idx="1437">
                  <c:v>0.0108260122735</c:v>
                </c:pt>
                <c:pt idx="1438">
                  <c:v>0.0108207300733</c:v>
                </c:pt>
                <c:pt idx="1439">
                  <c:v>0.0108154377286</c:v>
                </c:pt>
                <c:pt idx="1440">
                  <c:v>0.0108101350317</c:v>
                </c:pt>
                <c:pt idx="1441">
                  <c:v>0.0108048217807</c:v>
                </c:pt>
                <c:pt idx="1442">
                  <c:v>0.0107994977786</c:v>
                </c:pt>
                <c:pt idx="1443">
                  <c:v>0.0107941628329</c:v>
                </c:pt>
                <c:pt idx="1444">
                  <c:v>0.0107888167547</c:v>
                </c:pt>
                <c:pt idx="1445">
                  <c:v>0.0107834593586</c:v>
                </c:pt>
                <c:pt idx="1446">
                  <c:v>0.0107780904614</c:v>
                </c:pt>
                <c:pt idx="1447">
                  <c:v>0.0107727098822</c:v>
                </c:pt>
                <c:pt idx="1448">
                  <c:v>0.0107673174413</c:v>
                </c:pt>
                <c:pt idx="1449">
                  <c:v>0.0107619129598</c:v>
                </c:pt>
                <c:pt idx="1450">
                  <c:v>0.0107564962585</c:v>
                </c:pt>
                <c:pt idx="1451">
                  <c:v>0.0107510671583</c:v>
                </c:pt>
                <c:pt idx="1452">
                  <c:v>0.0107456254783</c:v>
                </c:pt>
                <c:pt idx="1453">
                  <c:v>0.0107401710361</c:v>
                </c:pt>
                <c:pt idx="1454">
                  <c:v>0.0107347036467</c:v>
                </c:pt>
                <c:pt idx="1455">
                  <c:v>0.010729223122</c:v>
                </c:pt>
                <c:pt idx="1456">
                  <c:v>0.0107237292701</c:v>
                </c:pt>
                <c:pt idx="1457">
                  <c:v>0.0107182218945</c:v>
                </c:pt>
                <c:pt idx="1458">
                  <c:v>0.010712700794</c:v>
                </c:pt>
                <c:pt idx="1459">
                  <c:v>0.0107071657612</c:v>
                </c:pt>
                <c:pt idx="1460">
                  <c:v>0.0107016165825</c:v>
                </c:pt>
                <c:pt idx="1461">
                  <c:v>0.0106960530372</c:v>
                </c:pt>
                <c:pt idx="1462">
                  <c:v>0.0106904748969</c:v>
                </c:pt>
                <c:pt idx="1463">
                  <c:v>0.0106848819248</c:v>
                </c:pt>
                <c:pt idx="1464">
                  <c:v>0.0106792738752</c:v>
                </c:pt>
                <c:pt idx="1465">
                  <c:v>0.0106736504926</c:v>
                </c:pt>
                <c:pt idx="1466">
                  <c:v>0.0106680115112</c:v>
                </c:pt>
                <c:pt idx="1467">
                  <c:v>0.0106623566547</c:v>
                </c:pt>
                <c:pt idx="1468">
                  <c:v>0.0106566856349</c:v>
                </c:pt>
                <c:pt idx="1469">
                  <c:v>0.0106509981517</c:v>
                </c:pt>
                <c:pt idx="1470">
                  <c:v>0.0106452938924</c:v>
                </c:pt>
                <c:pt idx="1471">
                  <c:v>0.0106395725311</c:v>
                </c:pt>
                <c:pt idx="1472">
                  <c:v>0.0106338337282</c:v>
                </c:pt>
                <c:pt idx="1473">
                  <c:v>0.0106280771296</c:v>
                </c:pt>
                <c:pt idx="1474">
                  <c:v>0.0106223023668</c:v>
                </c:pt>
                <c:pt idx="1475">
                  <c:v>0.0106165090559</c:v>
                </c:pt>
                <c:pt idx="1476">
                  <c:v>0.0106106967974</c:v>
                </c:pt>
                <c:pt idx="1477">
                  <c:v>0.0106048651759</c:v>
                </c:pt>
                <c:pt idx="1478">
                  <c:v>0.0105990137592</c:v>
                </c:pt>
                <c:pt idx="1479">
                  <c:v>0.0105931420986</c:v>
                </c:pt>
                <c:pt idx="1480">
                  <c:v>0.0105872497282</c:v>
                </c:pt>
                <c:pt idx="1481">
                  <c:v>0.0105813361647</c:v>
                </c:pt>
                <c:pt idx="1482">
                  <c:v>0.0105754009071</c:v>
                </c:pt>
                <c:pt idx="1483">
                  <c:v>0.0105694434367</c:v>
                </c:pt>
                <c:pt idx="1484">
                  <c:v>0.0105634632165</c:v>
                </c:pt>
                <c:pt idx="1485">
                  <c:v>0.0105574596916</c:v>
                </c:pt>
                <c:pt idx="1486">
                  <c:v>0.0105514322887</c:v>
                </c:pt>
                <c:pt idx="1487">
                  <c:v>0.0105453804164</c:v>
                </c:pt>
                <c:pt idx="1488">
                  <c:v>0.0105393034648</c:v>
                </c:pt>
                <c:pt idx="1489">
                  <c:v>0.0105332008057</c:v>
                </c:pt>
                <c:pt idx="1490">
                  <c:v>0.0105270717931</c:v>
                </c:pt>
                <c:pt idx="1491">
                  <c:v>0.0105209157625</c:v>
                </c:pt>
                <c:pt idx="1492">
                  <c:v>0.010514732032</c:v>
                </c:pt>
                <c:pt idx="1493">
                  <c:v>0.0105085199018</c:v>
                </c:pt>
                <c:pt idx="1494">
                  <c:v>0.0105022786547</c:v>
                </c:pt>
                <c:pt idx="1495">
                  <c:v>0.0104960075569</c:v>
                </c:pt>
                <c:pt idx="1496">
                  <c:v>0.0104897058575</c:v>
                </c:pt>
                <c:pt idx="1497">
                  <c:v>0.0104833727896</c:v>
                </c:pt>
                <c:pt idx="1498">
                  <c:v>0.0104770075706</c:v>
                </c:pt>
                <c:pt idx="1499">
                  <c:v>0.0104706094027</c:v>
                </c:pt>
                <c:pt idx="1500">
                  <c:v>0.0104641774732</c:v>
                </c:pt>
                <c:pt idx="1501">
                  <c:v>0.0104577109556</c:v>
                </c:pt>
                <c:pt idx="1502">
                  <c:v>0.01045120901</c:v>
                </c:pt>
                <c:pt idx="1503">
                  <c:v>0.0104446707838</c:v>
                </c:pt>
                <c:pt idx="1504">
                  <c:v>0.0104380954125</c:v>
                </c:pt>
                <c:pt idx="1505">
                  <c:v>0.0104314820205</c:v>
                </c:pt>
                <c:pt idx="1506">
                  <c:v>0.0104248297219</c:v>
                </c:pt>
                <c:pt idx="1507">
                  <c:v>0.0104181376215</c:v>
                </c:pt>
                <c:pt idx="1508">
                  <c:v>0.0104114048158</c:v>
                </c:pt>
                <c:pt idx="1509">
                  <c:v>0.0104046303936</c:v>
                </c:pt>
                <c:pt idx="1510">
                  <c:v>0.0103978134375</c:v>
                </c:pt>
                <c:pt idx="1511">
                  <c:v>0.0103909530245</c:v>
                </c:pt>
                <c:pt idx="1512">
                  <c:v>0.0103840482276</c:v>
                </c:pt>
                <c:pt idx="1513">
                  <c:v>0.0103770981163</c:v>
                </c:pt>
                <c:pt idx="1514">
                  <c:v>0.0103701017583</c:v>
                </c:pt>
                <c:pt idx="1515">
                  <c:v>0.0103630582207</c:v>
                </c:pt>
                <c:pt idx="1516">
                  <c:v>0.0103559665705</c:v>
                </c:pt>
                <c:pt idx="1517">
                  <c:v>0.0103488258769</c:v>
                </c:pt>
                <c:pt idx="1518">
                  <c:v>0.0103416352117</c:v>
                </c:pt>
                <c:pt idx="1519">
                  <c:v>0.0103343936511</c:v>
                </c:pt>
                <c:pt idx="1520">
                  <c:v>0.0103271002767</c:v>
                </c:pt>
                <c:pt idx="1521">
                  <c:v>0.0103197541773</c:v>
                </c:pt>
                <c:pt idx="1522">
                  <c:v>0.0103123544496</c:v>
                </c:pt>
                <c:pt idx="1523">
                  <c:v>0.0103049002</c:v>
                </c:pt>
                <c:pt idx="1524">
                  <c:v>0.010297390546</c:v>
                </c:pt>
                <c:pt idx="1525">
                  <c:v>0.0102898246174</c:v>
                </c:pt>
                <c:pt idx="1526">
                  <c:v>0.0102822015577</c:v>
                </c:pt>
                <c:pt idx="1527">
                  <c:v>0.0102745205254</c:v>
                </c:pt>
                <c:pt idx="1528">
                  <c:v>0.0102667806957</c:v>
                </c:pt>
                <c:pt idx="1529">
                  <c:v>0.0102589812616</c:v>
                </c:pt>
                <c:pt idx="1530">
                  <c:v>0.0102511214352</c:v>
                </c:pt>
                <c:pt idx="1531">
                  <c:v>0.0102432004494</c:v>
                </c:pt>
                <c:pt idx="1532">
                  <c:v>0.0102352175588</c:v>
                </c:pt>
                <c:pt idx="1533">
                  <c:v>0.0102271720415</c:v>
                </c:pt>
                <c:pt idx="1534">
                  <c:v>0.0102190632001</c:v>
                </c:pt>
                <c:pt idx="1535">
                  <c:v>0.0102108903628</c:v>
                </c:pt>
                <c:pt idx="1536">
                  <c:v>0.0102026528851</c:v>
                </c:pt>
                <c:pt idx="1537">
                  <c:v>0.0101943501508</c:v>
                </c:pt>
                <c:pt idx="1538">
                  <c:v>0.0101859815732</c:v>
                </c:pt>
                <c:pt idx="1539">
                  <c:v>0.0101775465963</c:v>
                </c:pt>
                <c:pt idx="1540">
                  <c:v>0.0101690446959</c:v>
                </c:pt>
                <c:pt idx="1541">
                  <c:v>0.0101604753807</c:v>
                </c:pt>
                <c:pt idx="1542">
                  <c:v>0.0101518381933</c:v>
                </c:pt>
                <c:pt idx="1543">
                  <c:v>0.0101431327114</c:v>
                </c:pt>
                <c:pt idx="1544">
                  <c:v>0.0101343585485</c:v>
                </c:pt>
                <c:pt idx="1545">
                  <c:v>0.010125515355</c:v>
                </c:pt>
                <c:pt idx="1546">
                  <c:v>0.0101166028191</c:v>
                </c:pt>
                <c:pt idx="1547">
                  <c:v>0.0101076206675</c:v>
                </c:pt>
                <c:pt idx="1548">
                  <c:v>0.0100985686663</c:v>
                </c:pt>
                <c:pt idx="1549">
                  <c:v>0.0100894466217</c:v>
                </c:pt>
                <c:pt idx="1550">
                  <c:v>0.0100802543805</c:v>
                </c:pt>
                <c:pt idx="1551">
                  <c:v>0.010070991831</c:v>
                </c:pt>
                <c:pt idx="1552">
                  <c:v>0.0100616589035</c:v>
                </c:pt>
                <c:pt idx="1553">
                  <c:v>0.0100522555705</c:v>
                </c:pt>
                <c:pt idx="1554">
                  <c:v>0.0100427818477</c:v>
                </c:pt>
                <c:pt idx="1555">
                  <c:v>0.0100332377939</c:v>
                </c:pt>
                <c:pt idx="1556">
                  <c:v>0.0100236235118</c:v>
                </c:pt>
                <c:pt idx="1557">
                  <c:v>0.0100139391477</c:v>
                </c:pt>
                <c:pt idx="1558">
                  <c:v>0.0100041848924</c:v>
                </c:pt>
                <c:pt idx="1559">
                  <c:v>0.00999436098076</c:v>
                </c:pt>
                <c:pt idx="1560">
                  <c:v>0.00998446769218</c:v>
                </c:pt>
                <c:pt idx="1561">
                  <c:v>0.00997450535051</c:v>
                </c:pt>
                <c:pt idx="1562">
                  <c:v>0.009964474324</c:v>
                </c:pt>
                <c:pt idx="1563">
                  <c:v>0.00995437502528</c:v>
                </c:pt>
                <c:pt idx="1564">
                  <c:v>0.00994420791113</c:v>
                </c:pt>
                <c:pt idx="1565">
                  <c:v>0.00993397348233</c:v>
                </c:pt>
                <c:pt idx="1566">
                  <c:v>0.00992367228334</c:v>
                </c:pt>
                <c:pt idx="1567">
                  <c:v>0.00991330490196</c:v>
                </c:pt>
                <c:pt idx="1568">
                  <c:v>0.00990287196888</c:v>
                </c:pt>
                <c:pt idx="1569">
                  <c:v>0.00989237415726</c:v>
                </c:pt>
                <c:pt idx="1570">
                  <c:v>0.00988181218211</c:v>
                </c:pt>
                <c:pt idx="1571">
                  <c:v>0.00987118679971</c:v>
                </c:pt>
                <c:pt idx="1572">
                  <c:v>0.00986049880691</c:v>
                </c:pt>
                <c:pt idx="1573">
                  <c:v>0.00984974904036</c:v>
                </c:pt>
                <c:pt idx="1574">
                  <c:v>0.0098389383757</c:v>
                </c:pt>
                <c:pt idx="1575">
                  <c:v>0.00982806772666</c:v>
                </c:pt>
                <c:pt idx="1576">
                  <c:v>0.00981713804408</c:v>
                </c:pt>
                <c:pt idx="1577">
                  <c:v>0.00980615031493</c:v>
                </c:pt>
                <c:pt idx="1578">
                  <c:v>0.00979510556114</c:v>
                </c:pt>
                <c:pt idx="1579">
                  <c:v>0.00978400483851</c:v>
                </c:pt>
                <c:pt idx="1580">
                  <c:v>0.00977284923546</c:v>
                </c:pt>
                <c:pt idx="1581">
                  <c:v>0.00976163987173</c:v>
                </c:pt>
                <c:pt idx="1582">
                  <c:v>0.00975037789706</c:v>
                </c:pt>
                <c:pt idx="1583">
                  <c:v>0.00973906448976</c:v>
                </c:pt>
                <c:pt idx="1584">
                  <c:v>0.00972770085526</c:v>
                </c:pt>
                <c:pt idx="1585">
                  <c:v>0.00971628822462</c:v>
                </c:pt>
                <c:pt idx="1586">
                  <c:v>0.00970482785295</c:v>
                </c:pt>
                <c:pt idx="1587">
                  <c:v>0.00969332101777</c:v>
                </c:pt>
                <c:pt idx="1588">
                  <c:v>0.00968176901743</c:v>
                </c:pt>
                <c:pt idx="1589">
                  <c:v>0.00967017316935</c:v>
                </c:pt>
                <c:pt idx="1590">
                  <c:v>0.00965853480834</c:v>
                </c:pt>
                <c:pt idx="1591">
                  <c:v>0.00964685528482</c:v>
                </c:pt>
                <c:pt idx="1592">
                  <c:v>0.00963513596306</c:v>
                </c:pt>
                <c:pt idx="1593">
                  <c:v>0.00962337821933</c:v>
                </c:pt>
                <c:pt idx="1594">
                  <c:v>0.00961158344014</c:v>
                </c:pt>
                <c:pt idx="1595">
                  <c:v>0.00959975302037</c:v>
                </c:pt>
                <c:pt idx="1596">
                  <c:v>0.00958788836145</c:v>
                </c:pt>
                <c:pt idx="1597">
                  <c:v>0.00957599086949</c:v>
                </c:pt>
                <c:pt idx="1598">
                  <c:v>0.00956406195349</c:v>
                </c:pt>
                <c:pt idx="1599">
                  <c:v>0.00955210302348</c:v>
                </c:pt>
                <c:pt idx="1600">
                  <c:v>0.00954011548874</c:v>
                </c:pt>
                <c:pt idx="1601">
                  <c:v>0.00952810075596</c:v>
                </c:pt>
                <c:pt idx="1602">
                  <c:v>0.00951606022753</c:v>
                </c:pt>
                <c:pt idx="1603">
                  <c:v>0.00950399529977</c:v>
                </c:pt>
                <c:pt idx="1604">
                  <c:v>0.00949190736127</c:v>
                </c:pt>
                <c:pt idx="1605">
                  <c:v>0.00947979779116</c:v>
                </c:pt>
                <c:pt idx="1606">
                  <c:v>0.00946766795756</c:v>
                </c:pt>
                <c:pt idx="1607">
                  <c:v>0.00945551921601</c:v>
                </c:pt>
                <c:pt idx="1608">
                  <c:v>0.00944335290792</c:v>
                </c:pt>
                <c:pt idx="1609">
                  <c:v>0.00943117035913</c:v>
                </c:pt>
                <c:pt idx="1610">
                  <c:v>0.00941897287853</c:v>
                </c:pt>
                <c:pt idx="1611">
                  <c:v>0.00940676175672</c:v>
                </c:pt>
                <c:pt idx="1612">
                  <c:v>0.00939453826472</c:v>
                </c:pt>
                <c:pt idx="1613">
                  <c:v>0.00938230365282</c:v>
                </c:pt>
                <c:pt idx="1614">
                  <c:v>0.0093700591494</c:v>
                </c:pt>
                <c:pt idx="1615">
                  <c:v>0.00935780595991</c:v>
                </c:pt>
                <c:pt idx="1616">
                  <c:v>0.00934554526588</c:v>
                </c:pt>
                <c:pt idx="1617">
                  <c:v>0.009333278224</c:v>
                </c:pt>
                <c:pt idx="1618">
                  <c:v>0.00932100596534</c:v>
                </c:pt>
                <c:pt idx="1619">
                  <c:v>0.00930872959451</c:v>
                </c:pt>
                <c:pt idx="1620">
                  <c:v>0.00929645018905</c:v>
                </c:pt>
                <c:pt idx="1621">
                  <c:v>0.00928416879881</c:v>
                </c:pt>
                <c:pt idx="1622">
                  <c:v>0.00927188644541</c:v>
                </c:pt>
                <c:pt idx="1623">
                  <c:v>0.00925960412177</c:v>
                </c:pt>
                <c:pt idx="1624">
                  <c:v>0.00924732279176</c:v>
                </c:pt>
                <c:pt idx="1625">
                  <c:v>0.00923504338986</c:v>
                </c:pt>
                <c:pt idx="1626">
                  <c:v>0.00922276682092</c:v>
                </c:pt>
                <c:pt idx="1627">
                  <c:v>0.00921049396</c:v>
                </c:pt>
                <c:pt idx="1628">
                  <c:v>0.0091982256522</c:v>
                </c:pt>
                <c:pt idx="1629">
                  <c:v>0.00918596271266</c:v>
                </c:pt>
                <c:pt idx="1630">
                  <c:v>0.00917370592654</c:v>
                </c:pt>
                <c:pt idx="1631">
                  <c:v>0.00916145604909</c:v>
                </c:pt>
                <c:pt idx="1632">
                  <c:v>0.00914921380573</c:v>
                </c:pt>
                <c:pt idx="1633">
                  <c:v>0.00913697989226</c:v>
                </c:pt>
                <c:pt idx="1634">
                  <c:v>0.00912475497501</c:v>
                </c:pt>
                <c:pt idx="1635">
                  <c:v>0.00911253969115</c:v>
                </c:pt>
                <c:pt idx="1636">
                  <c:v>0.00910033464893</c:v>
                </c:pt>
                <c:pt idx="1637">
                  <c:v>0.00908814042804</c:v>
                </c:pt>
                <c:pt idx="1638">
                  <c:v>0.00907595757995</c:v>
                </c:pt>
                <c:pt idx="1639">
                  <c:v>0.00906378662832</c:v>
                </c:pt>
                <c:pt idx="1640">
                  <c:v>0.00905162806939</c:v>
                </c:pt>
                <c:pt idx="1641">
                  <c:v>0.00903948237245</c:v>
                </c:pt>
                <c:pt idx="1642">
                  <c:v>0.00902734998029</c:v>
                </c:pt>
                <c:pt idx="1643">
                  <c:v>0.00901523130968</c:v>
                </c:pt>
                <c:pt idx="1644">
                  <c:v>0.0090031267519</c:v>
                </c:pt>
                <c:pt idx="1645">
                  <c:v>0.00899103667321</c:v>
                </c:pt>
                <c:pt idx="1646">
                  <c:v>0.00897896141539</c:v>
                </c:pt>
                <c:pt idx="1647">
                  <c:v>0.00896690129629</c:v>
                </c:pt>
                <c:pt idx="1648">
                  <c:v>0.00895485661038</c:v>
                </c:pt>
                <c:pt idx="1649">
                  <c:v>0.00894282762927</c:v>
                </c:pt>
                <c:pt idx="1650">
                  <c:v>0.00893081460227</c:v>
                </c:pt>
                <c:pt idx="1651">
                  <c:v>0.00891881775698</c:v>
                </c:pt>
                <c:pt idx="1652">
                  <c:v>0.00890683729984</c:v>
                </c:pt>
                <c:pt idx="1653">
                  <c:v>0.00889487341665</c:v>
                </c:pt>
                <c:pt idx="1654">
                  <c:v>0.00888292627321</c:v>
                </c:pt>
                <c:pt idx="1655">
                  <c:v>0.00887099601585</c:v>
                </c:pt>
                <c:pt idx="1656">
                  <c:v>0.00885908277199</c:v>
                </c:pt>
                <c:pt idx="1657">
                  <c:v>0.00884718665072</c:v>
                </c:pt>
                <c:pt idx="1658">
                  <c:v>0.00883530774339</c:v>
                </c:pt>
                <c:pt idx="1659">
                  <c:v>0.00882344612414</c:v>
                </c:pt>
                <c:pt idx="1660">
                  <c:v>0.00881160185053</c:v>
                </c:pt>
                <c:pt idx="1661">
                  <c:v>0.00879977496407</c:v>
                </c:pt>
                <c:pt idx="1662">
                  <c:v>0.00878796549083</c:v>
                </c:pt>
                <c:pt idx="1663">
                  <c:v>0.008776173442</c:v>
                </c:pt>
                <c:pt idx="1664">
                  <c:v>0.00876439881449</c:v>
                </c:pt>
                <c:pt idx="1665">
                  <c:v>0.00875264159155</c:v>
                </c:pt>
                <c:pt idx="1666">
                  <c:v>0.00874090174331</c:v>
                </c:pt>
                <c:pt idx="1667">
                  <c:v>0.00872917922745</c:v>
                </c:pt>
                <c:pt idx="1668">
                  <c:v>0.00871747398976</c:v>
                </c:pt>
                <c:pt idx="1669">
                  <c:v>0.0087057859648</c:v>
                </c:pt>
                <c:pt idx="1670">
                  <c:v>0.0086941150765</c:v>
                </c:pt>
                <c:pt idx="1671">
                  <c:v>0.00868246123881</c:v>
                </c:pt>
                <c:pt idx="1672">
                  <c:v>0.00867082435637</c:v>
                </c:pt>
                <c:pt idx="1673">
                  <c:v>0.00865920432513</c:v>
                </c:pt>
                <c:pt idx="1674">
                  <c:v>0.00864760103304</c:v>
                </c:pt>
                <c:pt idx="1675">
                  <c:v>0.00863601436071</c:v>
                </c:pt>
                <c:pt idx="1676">
                  <c:v>0.00862444418214</c:v>
                </c:pt>
                <c:pt idx="1677">
                  <c:v>0.00861289036535</c:v>
                </c:pt>
                <c:pt idx="1678">
                  <c:v>0.00860135277314</c:v>
                </c:pt>
                <c:pt idx="1679">
                  <c:v>0.00858983126378</c:v>
                </c:pt>
                <c:pt idx="1680">
                  <c:v>0.00857832569173</c:v>
                </c:pt>
                <c:pt idx="1681">
                  <c:v>0.00856683590836</c:v>
                </c:pt>
                <c:pt idx="1682">
                  <c:v>0.00855536176273</c:v>
                </c:pt>
                <c:pt idx="1683">
                  <c:v>0.00854390310225</c:v>
                </c:pt>
                <c:pt idx="1684">
                  <c:v>0.00853245977347</c:v>
                </c:pt>
                <c:pt idx="1685">
                  <c:v>0.00852103162284</c:v>
                </c:pt>
                <c:pt idx="1686">
                  <c:v>0.00850961849737</c:v>
                </c:pt>
                <c:pt idx="1687">
                  <c:v>0.00849822024547</c:v>
                </c:pt>
                <c:pt idx="1688">
                  <c:v>0.00848683671758</c:v>
                </c:pt>
                <c:pt idx="1689">
                  <c:v>0.00847546776698</c:v>
                </c:pt>
                <c:pt idx="1690">
                  <c:v>0.00846411325046</c:v>
                </c:pt>
                <c:pt idx="1691">
                  <c:v>0.00845277302906</c:v>
                </c:pt>
                <c:pt idx="1692">
                  <c:v>0.00844144696873</c:v>
                </c:pt>
                <c:pt idx="1693">
                  <c:v>0.00843013494102</c:v>
                </c:pt>
                <c:pt idx="1694">
                  <c:v>0.00841883682377</c:v>
                </c:pt>
                <c:pt idx="1695">
                  <c:v>0.00840755250172</c:v>
                </c:pt>
                <c:pt idx="1696">
                  <c:v>0.00839628186713</c:v>
                </c:pt>
                <c:pt idx="1697">
                  <c:v>0.0083850248204</c:v>
                </c:pt>
                <c:pt idx="1698">
                  <c:v>0.00837378127063</c:v>
                </c:pt>
                <c:pt idx="1699">
                  <c:v>0.00836255113614</c:v>
                </c:pt>
                <c:pt idx="1700">
                  <c:v>0.00835133434501</c:v>
                </c:pt>
                <c:pt idx="1701">
                  <c:v>0.00834013083553</c:v>
                </c:pt>
                <c:pt idx="1702">
                  <c:v>0.00832894055668</c:v>
                </c:pt>
                <c:pt idx="1703">
                  <c:v>0.0083177634685</c:v>
                </c:pt>
                <c:pt idx="1704">
                  <c:v>0.00830659954247</c:v>
                </c:pt>
                <c:pt idx="1705">
                  <c:v>0.00829544876186</c:v>
                </c:pt>
                <c:pt idx="1706">
                  <c:v>0.00828431112197</c:v>
                </c:pt>
                <c:pt idx="1707">
                  <c:v>0.00827318663043</c:v>
                </c:pt>
                <c:pt idx="1708">
                  <c:v>0.00826207530737</c:v>
                </c:pt>
                <c:pt idx="1709">
                  <c:v>0.00825097718558</c:v>
                </c:pt>
                <c:pt idx="1710">
                  <c:v>0.00823989231062</c:v>
                </c:pt>
                <c:pt idx="1711">
                  <c:v>0.00822882074092</c:v>
                </c:pt>
                <c:pt idx="1712">
                  <c:v>0.00821776254773</c:v>
                </c:pt>
                <c:pt idx="1713">
                  <c:v>0.00820671781517</c:v>
                </c:pt>
                <c:pt idx="1714">
                  <c:v>0.0081956866401</c:v>
                </c:pt>
                <c:pt idx="1715">
                  <c:v>0.008184669132</c:v>
                </c:pt>
                <c:pt idx="1716">
                  <c:v>0.00817366541285</c:v>
                </c:pt>
                <c:pt idx="1717">
                  <c:v>0.00816267561686</c:v>
                </c:pt>
                <c:pt idx="1718">
                  <c:v>0.00815169989022</c:v>
                </c:pt>
                <c:pt idx="1719">
                  <c:v>0.00814073839081</c:v>
                </c:pt>
                <c:pt idx="1720">
                  <c:v>0.00812979128782</c:v>
                </c:pt>
                <c:pt idx="1721">
                  <c:v>0.00811885876138</c:v>
                </c:pt>
                <c:pt idx="1722">
                  <c:v>0.00810794100208</c:v>
                </c:pt>
                <c:pt idx="1723">
                  <c:v>0.00809703821052</c:v>
                </c:pt>
                <c:pt idx="1724">
                  <c:v>0.0080861505968</c:v>
                </c:pt>
                <c:pt idx="1725">
                  <c:v>0.00807527837989</c:v>
                </c:pt>
                <c:pt idx="1726">
                  <c:v>0.0080644217871</c:v>
                </c:pt>
                <c:pt idx="1727">
                  <c:v>0.00805358105342</c:v>
                </c:pt>
                <c:pt idx="1728">
                  <c:v>0.00804275642085</c:v>
                </c:pt>
                <c:pt idx="1729">
                  <c:v>0.00803194813768</c:v>
                </c:pt>
                <c:pt idx="1730">
                  <c:v>0.0080211564578</c:v>
                </c:pt>
                <c:pt idx="1731">
                  <c:v>0.00801038163994</c:v>
                </c:pt>
                <c:pt idx="1732">
                  <c:v>0.00799962394683</c:v>
                </c:pt>
                <c:pt idx="1733">
                  <c:v>0.0079888836445</c:v>
                </c:pt>
                <c:pt idx="1734">
                  <c:v>0.00797816100136</c:v>
                </c:pt>
                <c:pt idx="1735">
                  <c:v>0.00796745628741</c:v>
                </c:pt>
                <c:pt idx="1736">
                  <c:v>0.00795676977341</c:v>
                </c:pt>
                <c:pt idx="1737">
                  <c:v>0.00794610172997</c:v>
                </c:pt>
                <c:pt idx="1738">
                  <c:v>0.00793545242669</c:v>
                </c:pt>
                <c:pt idx="1739">
                  <c:v>0.0079248221313</c:v>
                </c:pt>
                <c:pt idx="1740">
                  <c:v>0.00791421110879</c:v>
                </c:pt>
                <c:pt idx="1741">
                  <c:v>0.00790361962048</c:v>
                </c:pt>
                <c:pt idx="1742">
                  <c:v>0.00789304792319</c:v>
                </c:pt>
                <c:pt idx="1743">
                  <c:v>0.00788249626836</c:v>
                </c:pt>
                <c:pt idx="1744">
                  <c:v>0.00787196490119</c:v>
                </c:pt>
                <c:pt idx="1745">
                  <c:v>0.00786145405975</c:v>
                </c:pt>
                <c:pt idx="1746">
                  <c:v>0.00785096397422</c:v>
                </c:pt>
                <c:pt idx="1747">
                  <c:v>0.00784049486597</c:v>
                </c:pt>
                <c:pt idx="1748">
                  <c:v>0.00783004694686</c:v>
                </c:pt>
                <c:pt idx="1749">
                  <c:v>0.00781962041838</c:v>
                </c:pt>
                <c:pt idx="1750">
                  <c:v>0.00780921547094</c:v>
                </c:pt>
                <c:pt idx="1751">
                  <c:v>0.00779883228311</c:v>
                </c:pt>
                <c:pt idx="1752">
                  <c:v>0.00778847102092</c:v>
                </c:pt>
                <c:pt idx="1753">
                  <c:v>0.00777813183721</c:v>
                </c:pt>
                <c:pt idx="1754">
                  <c:v>0.00776781487095</c:v>
                </c:pt>
                <c:pt idx="1755">
                  <c:v>0.00775752024665</c:v>
                </c:pt>
                <c:pt idx="1756">
                  <c:v>0.00774724807376</c:v>
                </c:pt>
                <c:pt idx="1757">
                  <c:v>0.00773699844617</c:v>
                </c:pt>
                <c:pt idx="1758">
                  <c:v>0.00772677144164</c:v>
                </c:pt>
                <c:pt idx="1759">
                  <c:v>0.00771656712138</c:v>
                </c:pt>
                <c:pt idx="1760">
                  <c:v>0.00770638552961</c:v>
                </c:pt>
                <c:pt idx="1761">
                  <c:v>0.00769622669312</c:v>
                </c:pt>
                <c:pt idx="1762">
                  <c:v>0.00768609062098</c:v>
                </c:pt>
                <c:pt idx="1763">
                  <c:v>0.00767597730416</c:v>
                </c:pt>
                <c:pt idx="1764">
                  <c:v>0.00766588671528</c:v>
                </c:pt>
                <c:pt idx="1765">
                  <c:v>0.00765581880838</c:v>
                </c:pt>
                <c:pt idx="1766">
                  <c:v>0.00764577351866</c:v>
                </c:pt>
                <c:pt idx="1767">
                  <c:v>0.00763575076239</c:v>
                </c:pt>
                <c:pt idx="1768">
                  <c:v>0.00762575043669</c:v>
                </c:pt>
                <c:pt idx="1769">
                  <c:v>0.00761577241952</c:v>
                </c:pt>
                <c:pt idx="1770">
                  <c:v>0.00760581656955</c:v>
                </c:pt>
                <c:pt idx="1771">
                  <c:v>0.00759588272616</c:v>
                </c:pt>
                <c:pt idx="1772">
                  <c:v>0.00758597070948</c:v>
                </c:pt>
                <c:pt idx="1773">
                  <c:v>0.00757608032033</c:v>
                </c:pt>
                <c:pt idx="1774">
                  <c:v>0.00756621134039</c:v>
                </c:pt>
                <c:pt idx="1775">
                  <c:v>0.00755636353224</c:v>
                </c:pt>
                <c:pt idx="1776">
                  <c:v>0.00754653663948</c:v>
                </c:pt>
                <c:pt idx="1777">
                  <c:v>0.00753673038689</c:v>
                </c:pt>
                <c:pt idx="1778">
                  <c:v>0.0075269444806</c:v>
                </c:pt>
                <c:pt idx="1779">
                  <c:v>0.00751717860827</c:v>
                </c:pt>
                <c:pt idx="1780">
                  <c:v>0.00750743243931</c:v>
                </c:pt>
                <c:pt idx="1781">
                  <c:v>0.00749770562512</c:v>
                </c:pt>
                <c:pt idx="1782">
                  <c:v>0.00748799779932</c:v>
                </c:pt>
                <c:pt idx="1783">
                  <c:v>0.00747830857802</c:v>
                </c:pt>
                <c:pt idx="1784">
                  <c:v>0.00746863756009</c:v>
                </c:pt>
                <c:pt idx="1785">
                  <c:v>0.00745898432747</c:v>
                </c:pt>
                <c:pt idx="1786">
                  <c:v>0.00744934844544</c:v>
                </c:pt>
                <c:pt idx="1787">
                  <c:v>0.00743972946296</c:v>
                </c:pt>
                <c:pt idx="1788">
                  <c:v>0.00743012691294</c:v>
                </c:pt>
                <c:pt idx="1789">
                  <c:v>0.0074205403126</c:v>
                </c:pt>
                <c:pt idx="1790">
                  <c:v>0.00741096916379</c:v>
                </c:pt>
                <c:pt idx="1791">
                  <c:v>0.00740141295327</c:v>
                </c:pt>
                <c:pt idx="1792">
                  <c:v>0.00739187115313</c:v>
                </c:pt>
                <c:pt idx="1793">
                  <c:v>0.00738234322103</c:v>
                </c:pt>
                <c:pt idx="1794">
                  <c:v>0.00737282860057</c:v>
                </c:pt>
                <c:pt idx="1795">
                  <c:v>0.00736332672163</c:v>
                </c:pt>
                <c:pt idx="1796">
                  <c:v>0.00735383700068</c:v>
                </c:pt>
                <c:pt idx="1797">
                  <c:v>0.0073443588411</c:v>
                </c:pt>
                <c:pt idx="1798">
                  <c:v>0.0073348916335</c:v>
                </c:pt>
                <c:pt idx="1799">
                  <c:v>0.00732543475604</c:v>
                </c:pt>
                <c:pt idx="1800">
                  <c:v>0.00731598757476</c:v>
                </c:pt>
                <c:pt idx="1801">
                  <c:v>0.00730654944385</c:v>
                </c:pt>
                <c:pt idx="1802">
                  <c:v>0.00729711970596</c:v>
                </c:pt>
                <c:pt idx="1803">
                  <c:v>0.00728769769252</c:v>
                </c:pt>
                <c:pt idx="1804">
                  <c:v>0.00727828272399</c:v>
                </c:pt>
                <c:pt idx="1805">
                  <c:v>0.00726887411016</c:v>
                </c:pt>
                <c:pt idx="1806">
                  <c:v>0.00725947115045</c:v>
                </c:pt>
                <c:pt idx="1807">
                  <c:v>0.00725007313411</c:v>
                </c:pt>
                <c:pt idx="1808">
                  <c:v>0.00724067934057</c:v>
                </c:pt>
                <c:pt idx="1809">
                  <c:v>0.00723128903963</c:v>
                </c:pt>
                <c:pt idx="1810">
                  <c:v>0.00722190149174</c:v>
                </c:pt>
                <c:pt idx="1811">
                  <c:v>0.00721251594825</c:v>
                </c:pt>
                <c:pt idx="1812">
                  <c:v>0.00720313165162</c:v>
                </c:pt>
                <c:pt idx="1813">
                  <c:v>0.00719374783569</c:v>
                </c:pt>
                <c:pt idx="1814">
                  <c:v>0.00718436372588</c:v>
                </c:pt>
                <c:pt idx="1815">
                  <c:v>0.00717497853944</c:v>
                </c:pt>
                <c:pt idx="1816">
                  <c:v>0.00716559148563</c:v>
                </c:pt>
                <c:pt idx="1817">
                  <c:v>0.00715620176596</c:v>
                </c:pt>
                <c:pt idx="1818">
                  <c:v>0.0071468085744</c:v>
                </c:pt>
                <c:pt idx="1819">
                  <c:v>0.00713741109756</c:v>
                </c:pt>
                <c:pt idx="1820">
                  <c:v>0.00712800851493</c:v>
                </c:pt>
                <c:pt idx="1821">
                  <c:v>0.00711859999902</c:v>
                </c:pt>
                <c:pt idx="1822">
                  <c:v>0.00710918471558</c:v>
                </c:pt>
                <c:pt idx="1823">
                  <c:v>0.0070997618238</c:v>
                </c:pt>
                <c:pt idx="1824">
                  <c:v>0.00709033047646</c:v>
                </c:pt>
                <c:pt idx="1825">
                  <c:v>0.00708088982012</c:v>
                </c:pt>
                <c:pt idx="1826">
                  <c:v>0.0070714389953</c:v>
                </c:pt>
                <c:pt idx="1827">
                  <c:v>0.00706197713665</c:v>
                </c:pt>
                <c:pt idx="1828">
                  <c:v>0.00705250337308</c:v>
                </c:pt>
                <c:pt idx="1829">
                  <c:v>0.00704301682799</c:v>
                </c:pt>
                <c:pt idx="1830">
                  <c:v>0.00703351661934</c:v>
                </c:pt>
                <c:pt idx="1831">
                  <c:v>0.0070240018599</c:v>
                </c:pt>
                <c:pt idx="1832">
                  <c:v>0.00701447165732</c:v>
                </c:pt>
                <c:pt idx="1833">
                  <c:v>0.00700492511432</c:v>
                </c:pt>
                <c:pt idx="1834">
                  <c:v>0.00699536132882</c:v>
                </c:pt>
                <c:pt idx="1835">
                  <c:v>0.00698577939412</c:v>
                </c:pt>
                <c:pt idx="1836">
                  <c:v>0.00697617839896</c:v>
                </c:pt>
                <c:pt idx="1837">
                  <c:v>0.00696655742776</c:v>
                </c:pt>
                <c:pt idx="1838">
                  <c:v>0.00695691556068</c:v>
                </c:pt>
                <c:pt idx="1839">
                  <c:v>0.0069472518738</c:v>
                </c:pt>
                <c:pt idx="1840">
                  <c:v>0.00693756543924</c:v>
                </c:pt>
                <c:pt idx="1841">
                  <c:v>0.00692785532532</c:v>
                </c:pt>
                <c:pt idx="1842">
                  <c:v>0.00691812059668</c:v>
                </c:pt>
                <c:pt idx="1843">
                  <c:v>0.00690836031445</c:v>
                </c:pt>
                <c:pt idx="1844">
                  <c:v>0.00689857353639</c:v>
                </c:pt>
                <c:pt idx="1845">
                  <c:v>0.00688875931702</c:v>
                </c:pt>
                <c:pt idx="1846">
                  <c:v>0.00687891670784</c:v>
                </c:pt>
                <c:pt idx="1847">
                  <c:v>0.00686904475744</c:v>
                </c:pt>
                <c:pt idx="1848">
                  <c:v>0.00685914251171</c:v>
                </c:pt>
                <c:pt idx="1849">
                  <c:v>0.00684920901403</c:v>
                </c:pt>
                <c:pt idx="1850">
                  <c:v>0.00683924330546</c:v>
                </c:pt>
                <c:pt idx="1851">
                  <c:v>0.00682924442495</c:v>
                </c:pt>
                <c:pt idx="1852">
                  <c:v>0.00681921140958</c:v>
                </c:pt>
                <c:pt idx="1853">
                  <c:v>0.0068091432948</c:v>
                </c:pt>
                <c:pt idx="1854">
                  <c:v>0.00679903911468</c:v>
                </c:pt>
                <c:pt idx="1855">
                  <c:v>0.0067888979022</c:v>
                </c:pt>
                <c:pt idx="1856">
                  <c:v>0.00677871868954</c:v>
                </c:pt>
                <c:pt idx="1857">
                  <c:v>0.00676850050841</c:v>
                </c:pt>
                <c:pt idx="1858">
                  <c:v>0.00675824239037</c:v>
                </c:pt>
                <c:pt idx="1859">
                  <c:v>0.00674794336723</c:v>
                </c:pt>
                <c:pt idx="1860">
                  <c:v>0.0067376024714</c:v>
                </c:pt>
                <c:pt idx="1861">
                  <c:v>0.00672721873634</c:v>
                </c:pt>
                <c:pt idx="1862">
                  <c:v>0.00671679119698</c:v>
                </c:pt>
                <c:pt idx="1863">
                  <c:v>0.00670631889018</c:v>
                </c:pt>
                <c:pt idx="1864">
                  <c:v>0.00669580085528</c:v>
                </c:pt>
                <c:pt idx="1865">
                  <c:v>0.00668523613455</c:v>
                </c:pt>
                <c:pt idx="1866">
                  <c:v>0.00667462377381</c:v>
                </c:pt>
                <c:pt idx="1867">
                  <c:v>0.00666396282299</c:v>
                </c:pt>
                <c:pt idx="1868">
                  <c:v>0.00665325233674</c:v>
                </c:pt>
                <c:pt idx="1869">
                  <c:v>0.0066424913751</c:v>
                </c:pt>
                <c:pt idx="1870">
                  <c:v>0.00663167900417</c:v>
                </c:pt>
                <c:pt idx="1871">
                  <c:v>0.00662081429681</c:v>
                </c:pt>
                <c:pt idx="1872">
                  <c:v>0.00660989633339</c:v>
                </c:pt>
                <c:pt idx="1873">
                  <c:v>0.00659892420259</c:v>
                </c:pt>
                <c:pt idx="1874">
                  <c:v>0.00658789700217</c:v>
                </c:pt>
                <c:pt idx="1875">
                  <c:v>0.00657681383982</c:v>
                </c:pt>
                <c:pt idx="1876">
                  <c:v>0.00656567383404</c:v>
                </c:pt>
                <c:pt idx="1877">
                  <c:v>0.00655447611504</c:v>
                </c:pt>
                <c:pt idx="1878">
                  <c:v>0.00654321982565</c:v>
                </c:pt>
                <c:pt idx="1879">
                  <c:v>0.00653190412232</c:v>
                </c:pt>
                <c:pt idx="1880">
                  <c:v>0.00652052817608</c:v>
                </c:pt>
                <c:pt idx="1881">
                  <c:v>0.0065090911736</c:v>
                </c:pt>
                <c:pt idx="1882">
                  <c:v>0.00649759231818</c:v>
                </c:pt>
                <c:pt idx="1883">
                  <c:v>0.00648603083091</c:v>
                </c:pt>
                <c:pt idx="1884">
                  <c:v>0.00647440595173</c:v>
                </c:pt>
                <c:pt idx="1885">
                  <c:v>0.00646271694058</c:v>
                </c:pt>
                <c:pt idx="1886">
                  <c:v>0.00645096307858</c:v>
                </c:pt>
                <c:pt idx="1887">
                  <c:v>0.00643914366921</c:v>
                </c:pt>
                <c:pt idx="1888">
                  <c:v>0.00642725803952</c:v>
                </c:pt>
                <c:pt idx="1889">
                  <c:v>0.0064153055414</c:v>
                </c:pt>
                <c:pt idx="1890">
                  <c:v>0.00640328555283</c:v>
                </c:pt>
                <c:pt idx="1891">
                  <c:v>0.00639119747917</c:v>
                </c:pt>
                <c:pt idx="1892">
                  <c:v>0.00637904075449</c:v>
                </c:pt>
                <c:pt idx="1893">
                  <c:v>0.0063668148429</c:v>
                </c:pt>
                <c:pt idx="1894">
                  <c:v>0.00635451923988</c:v>
                </c:pt>
                <c:pt idx="1895">
                  <c:v>0.00634215347369</c:v>
                </c:pt>
                <c:pt idx="1896">
                  <c:v>0.00632971710673</c:v>
                </c:pt>
                <c:pt idx="1897">
                  <c:v>0.00631720973696</c:v>
                </c:pt>
                <c:pt idx="1898">
                  <c:v>0.00630463099933</c:v>
                </c:pt>
                <c:pt idx="1899">
                  <c:v>0.00629198056716</c:v>
                </c:pt>
                <c:pt idx="1900">
                  <c:v>0.00627925815364</c:v>
                </c:pt>
                <c:pt idx="1901">
                  <c:v>0.00626646351322</c:v>
                </c:pt>
                <c:pt idx="1902">
                  <c:v>0.00625359644308</c:v>
                </c:pt>
                <c:pt idx="1903">
                  <c:v>0.00624065678457</c:v>
                </c:pt>
                <c:pt idx="1904">
                  <c:v>0.00622764442466</c:v>
                </c:pt>
                <c:pt idx="1905">
                  <c:v>0.00621455929737</c:v>
                </c:pt>
                <c:pt idx="1906">
                  <c:v>0.00620140138521</c:v>
                </c:pt>
                <c:pt idx="1907">
                  <c:v>0.00618817072054</c:v>
                </c:pt>
                <c:pt idx="1908">
                  <c:v>0.00617486738706</c:v>
                </c:pt>
                <c:pt idx="1909">
                  <c:v>0.00616149152108</c:v>
                </c:pt>
                <c:pt idx="1910">
                  <c:v>0.00614804331294</c:v>
                </c:pt>
                <c:pt idx="1911">
                  <c:v>0.0061345230083</c:v>
                </c:pt>
                <c:pt idx="1912">
                  <c:v>0.00612093090938</c:v>
                </c:pt>
                <c:pt idx="1913">
                  <c:v>0.00610726737626</c:v>
                </c:pt>
                <c:pt idx="1914">
                  <c:v>0.00609353282801</c:v>
                </c:pt>
                <c:pt idx="1915">
                  <c:v>0.00607972774388</c:v>
                </c:pt>
                <c:pt idx="1916">
                  <c:v>0.00606585266429</c:v>
                </c:pt>
                <c:pt idx="1917">
                  <c:v>0.00605190819195</c:v>
                </c:pt>
                <c:pt idx="1918">
                  <c:v>0.00603789499271</c:v>
                </c:pt>
                <c:pt idx="1919">
                  <c:v>0.00602381379647</c:v>
                </c:pt>
                <c:pt idx="1920">
                  <c:v>0.00600966539795</c:v>
                </c:pt>
                <c:pt idx="1921">
                  <c:v>0.0059954506574</c:v>
                </c:pt>
                <c:pt idx="1922">
                  <c:v>0.00598117050118</c:v>
                </c:pt>
                <c:pt idx="1923">
                  <c:v>0.00596682592226</c:v>
                </c:pt>
                <c:pt idx="1924">
                  <c:v>0.00595241798065</c:v>
                </c:pt>
                <c:pt idx="1925">
                  <c:v>0.00593794780366</c:v>
                </c:pt>
                <c:pt idx="1926">
                  <c:v>0.00592341658608</c:v>
                </c:pt>
                <c:pt idx="1927">
                  <c:v>0.00590882559023</c:v>
                </c:pt>
                <c:pt idx="1928">
                  <c:v>0.0058941761459</c:v>
                </c:pt>
                <c:pt idx="1929">
                  <c:v>0.00587946965012</c:v>
                </c:pt>
                <c:pt idx="1930">
                  <c:v>0.00586470756686</c:v>
                </c:pt>
                <c:pt idx="1931">
                  <c:v>0.00584989142654</c:v>
                </c:pt>
                <c:pt idx="1932">
                  <c:v>0.00583502282542</c:v>
                </c:pt>
                <c:pt idx="1933">
                  <c:v>0.00582010342487</c:v>
                </c:pt>
                <c:pt idx="1934">
                  <c:v>0.00580513495044</c:v>
                </c:pt>
                <c:pt idx="1935">
                  <c:v>0.00579011919086</c:v>
                </c:pt>
                <c:pt idx="1936">
                  <c:v>0.00577505799683</c:v>
                </c:pt>
                <c:pt idx="1937">
                  <c:v>0.0057599532797</c:v>
                </c:pt>
                <c:pt idx="1938">
                  <c:v>0.00574480700998</c:v>
                </c:pt>
                <c:pt idx="1939">
                  <c:v>0.00572962121577</c:v>
                </c:pt>
                <c:pt idx="1940">
                  <c:v>0.00571439798093</c:v>
                </c:pt>
                <c:pt idx="1941">
                  <c:v>0.00569913944321</c:v>
                </c:pt>
                <c:pt idx="1942">
                  <c:v>0.00568384779224</c:v>
                </c:pt>
                <c:pt idx="1943">
                  <c:v>0.00566852526732</c:v>
                </c:pt>
                <c:pt idx="1944">
                  <c:v>0.00565317415511</c:v>
                </c:pt>
                <c:pt idx="1945">
                  <c:v>0.00563779678727</c:v>
                </c:pt>
                <c:pt idx="1946">
                  <c:v>0.00562239553783</c:v>
                </c:pt>
                <c:pt idx="1947">
                  <c:v>0.00560697282064</c:v>
                </c:pt>
                <c:pt idx="1948">
                  <c:v>0.00559153108649</c:v>
                </c:pt>
                <c:pt idx="1949">
                  <c:v>0.00557607282036</c:v>
                </c:pt>
                <c:pt idx="1950">
                  <c:v>0.00556060053843</c:v>
                </c:pt>
                <c:pt idx="1951">
                  <c:v>0.00554511678502</c:v>
                </c:pt>
                <c:pt idx="1952">
                  <c:v>0.00552962412954</c:v>
                </c:pt>
                <c:pt idx="1953">
                  <c:v>0.0055141251633</c:v>
                </c:pt>
                <c:pt idx="1954">
                  <c:v>0.00549862249629</c:v>
                </c:pt>
                <c:pt idx="1955">
                  <c:v>0.0054831187539</c:v>
                </c:pt>
                <c:pt idx="1956">
                  <c:v>0.00546761657363</c:v>
                </c:pt>
                <c:pt idx="1957">
                  <c:v>0.00545211860176</c:v>
                </c:pt>
                <c:pt idx="1958">
                  <c:v>0.00543662749002</c:v>
                </c:pt>
                <c:pt idx="1959">
                  <c:v>0.00542114589217</c:v>
                </c:pt>
                <c:pt idx="1960">
                  <c:v>0.00540567646076</c:v>
                </c:pt>
                <c:pt idx="1961">
                  <c:v>0.0053902218437</c:v>
                </c:pt>
                <c:pt idx="1962">
                  <c:v>0.00537478468099</c:v>
                </c:pt>
                <c:pt idx="1963">
                  <c:v>0.00535936760145</c:v>
                </c:pt>
                <c:pt idx="1964">
                  <c:v>0.00534397321945</c:v>
                </c:pt>
                <c:pt idx="1965">
                  <c:v>0.00532860413176</c:v>
                </c:pt>
                <c:pt idx="1966">
                  <c:v>0.00531326291443</c:v>
                </c:pt>
                <c:pt idx="1967">
                  <c:v>0.00529795211969</c:v>
                </c:pt>
                <c:pt idx="1968">
                  <c:v>0.00528267427302</c:v>
                </c:pt>
                <c:pt idx="1969">
                  <c:v>0.00526743187021</c:v>
                </c:pt>
                <c:pt idx="1970">
                  <c:v>0.00525222737462</c:v>
                </c:pt>
                <c:pt idx="1971">
                  <c:v>0.0052370632144</c:v>
                </c:pt>
                <c:pt idx="1972">
                  <c:v>0.00522194177996</c:v>
                </c:pt>
                <c:pt idx="1973">
                  <c:v>0.00520686542141</c:v>
                </c:pt>
                <c:pt idx="1974">
                  <c:v>0.00519183644624</c:v>
                </c:pt>
                <c:pt idx="1975">
                  <c:v>0.00517685711705</c:v>
                </c:pt>
                <c:pt idx="1976">
                  <c:v>0.00516192964939</c:v>
                </c:pt>
                <c:pt idx="1977">
                  <c:v>0.00514705620977</c:v>
                </c:pt>
                <c:pt idx="1978">
                  <c:v>0.00513223891381</c:v>
                </c:pt>
                <c:pt idx="1979">
                  <c:v>0.00511747982445</c:v>
                </c:pt>
                <c:pt idx="1980">
                  <c:v>0.00510278095036</c:v>
                </c:pt>
                <c:pt idx="1981">
                  <c:v>0.00508814424447</c:v>
                </c:pt>
                <c:pt idx="1982">
                  <c:v>0.00507357160263</c:v>
                </c:pt>
                <c:pt idx="1983">
                  <c:v>0.00505906486239</c:v>
                </c:pt>
                <c:pt idx="1984">
                  <c:v>0.00504462580196</c:v>
                </c:pt>
                <c:pt idx="1985">
                  <c:v>0.00503025613923</c:v>
                </c:pt>
                <c:pt idx="1986">
                  <c:v>0.00501595753104</c:v>
                </c:pt>
                <c:pt idx="1987">
                  <c:v>0.00500173157245</c:v>
                </c:pt>
                <c:pt idx="1988">
                  <c:v>0.00498757979625</c:v>
                </c:pt>
                <c:pt idx="1989">
                  <c:v>0.00497350367253</c:v>
                </c:pt>
                <c:pt idx="1990">
                  <c:v>0.00495950460839</c:v>
                </c:pt>
                <c:pt idx="1991">
                  <c:v>0.0049455839478</c:v>
                </c:pt>
                <c:pt idx="1992">
                  <c:v>0.00493174297157</c:v>
                </c:pt>
                <c:pt idx="1993">
                  <c:v>0.00491798289738</c:v>
                </c:pt>
                <c:pt idx="1994">
                  <c:v>0.00490430487998</c:v>
                </c:pt>
                <c:pt idx="1995">
                  <c:v>0.00489071001153</c:v>
                </c:pt>
                <c:pt idx="1996">
                  <c:v>0.00487719932191</c:v>
                </c:pt>
                <c:pt idx="1997">
                  <c:v>0.00486377377929</c:v>
                </c:pt>
                <c:pt idx="1998">
                  <c:v>0.00485043429064</c:v>
                </c:pt>
                <c:pt idx="1999">
                  <c:v>0.00483718170247</c:v>
                </c:pt>
                <c:pt idx="2000">
                  <c:v>0.00482401680152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0.75"/>
          <c:min val="0"/>
        </c:scaling>
        <c:delete val="0"/>
        <c:axPos val="l"/>
        <c:majorGridlines>
          <c:spPr>
            <a:ln xmlns:a="http://schemas.openxmlformats.org/drawingml/2006/main" w="4763">
              <a:solidFill>
                <a:srgbClr val="EEEEEE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2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majorUnit val="1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30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U/t = 0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222222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scatterChart>
        <c:scatterStyle val="lineMarker"/>
        <c:varyColors val="0"/>
        <c:ser>
          <c:idx val="0"/>
          <c:order val="0"/>
          <c:tx>
            <c:v>charge</c:v>
          </c:tx>
          <c:spPr>
            <a:ln xmlns:a="http://schemas.openxmlformats.org/drawingml/2006/main" w="15240">
              <a:solidFill>
                <a:srgbClr val="C43C64"/>
              </a:solidFill>
              <a:prstDash val="solid"/>
            </a:ln>
          </c:spPr>
          <c:marker>
            <c:symbol val="none"/>
            <c:size val="5"/>
            <c:spPr>
              <a:solidFill xmlns:a="http://schemas.openxmlformats.org/drawingml/2006/main">
                <a:srgbClr val="C43C64"/>
              </a:solidFill>
            </c:spPr>
          </c:marker>
          <c:xVal>
            <c:numRef>
              <c:f>'Chart Data'!$A$2:$A$2002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Data'!$B$2:$B$2002</c:f>
              <c:numCache>
                <c:formatCode>0.0</c:formatCode>
                <c:ptCount val="2001"/>
                <c:pt idx="0">
                  <c:v>0.0055306056346</c:v>
                </c:pt>
                <c:pt idx="1">
                  <c:v>0.00554103442062</c:v>
                </c:pt>
                <c:pt idx="2">
                  <c:v>0.00555149293232</c:v>
                </c:pt>
                <c:pt idx="3">
                  <c:v>0.00556198128353</c:v>
                </c:pt>
                <c:pt idx="4">
                  <c:v>0.00557249958861</c:v>
                </c:pt>
                <c:pt idx="5">
                  <c:v>0.0055830479625</c:v>
                </c:pt>
                <c:pt idx="6">
                  <c:v>0.00559362652069</c:v>
                </c:pt>
                <c:pt idx="7">
                  <c:v>0.00560423537921</c:v>
                </c:pt>
                <c:pt idx="8">
                  <c:v>0.00561487465468</c:v>
                </c:pt>
                <c:pt idx="9">
                  <c:v>0.00562554446426</c:v>
                </c:pt>
                <c:pt idx="10">
                  <c:v>0.00563624492569</c:v>
                </c:pt>
                <c:pt idx="11">
                  <c:v>0.00564697615728</c:v>
                </c:pt>
                <c:pt idx="12">
                  <c:v>0.00565773827792</c:v>
                </c:pt>
                <c:pt idx="13">
                  <c:v>0.00566853140707</c:v>
                </c:pt>
                <c:pt idx="14">
                  <c:v>0.00567935566477</c:v>
                </c:pt>
                <c:pt idx="15">
                  <c:v>0.00569021117166</c:v>
                </c:pt>
                <c:pt idx="16">
                  <c:v>0.00570109804896</c:v>
                </c:pt>
                <c:pt idx="17">
                  <c:v>0.00571201641847</c:v>
                </c:pt>
                <c:pt idx="18">
                  <c:v>0.00572296640261</c:v>
                </c:pt>
                <c:pt idx="19">
                  <c:v>0.00573394812437</c:v>
                </c:pt>
                <c:pt idx="20">
                  <c:v>0.00574496170738</c:v>
                </c:pt>
                <c:pt idx="21">
                  <c:v>0.00575600727584</c:v>
                </c:pt>
                <c:pt idx="22">
                  <c:v>0.00576708495458</c:v>
                </c:pt>
                <c:pt idx="23">
                  <c:v>0.00577819486904</c:v>
                </c:pt>
                <c:pt idx="24">
                  <c:v>0.00578933714527</c:v>
                </c:pt>
                <c:pt idx="25">
                  <c:v>0.00580051190996</c:v>
                </c:pt>
                <c:pt idx="26">
                  <c:v>0.00581171929039</c:v>
                </c:pt>
                <c:pt idx="27">
                  <c:v>0.00582295941451</c:v>
                </c:pt>
                <c:pt idx="28">
                  <c:v>0.00583423241087</c:v>
                </c:pt>
                <c:pt idx="29">
                  <c:v>0.00584553840867</c:v>
                </c:pt>
                <c:pt idx="30">
                  <c:v>0.00585687753774</c:v>
                </c:pt>
                <c:pt idx="31">
                  <c:v>0.00586824992857</c:v>
                </c:pt>
                <c:pt idx="32">
                  <c:v>0.00587965571229</c:v>
                </c:pt>
                <c:pt idx="33">
                  <c:v>0.00589109502066</c:v>
                </c:pt>
                <c:pt idx="34">
                  <c:v>0.00590256798613</c:v>
                </c:pt>
                <c:pt idx="35">
                  <c:v>0.00591407474178</c:v>
                </c:pt>
                <c:pt idx="36">
                  <c:v>0.00592561542138</c:v>
                </c:pt>
                <c:pt idx="37">
                  <c:v>0.00593719015934</c:v>
                </c:pt>
                <c:pt idx="38">
                  <c:v>0.00594879909076</c:v>
                </c:pt>
                <c:pt idx="39">
                  <c:v>0.0059604423514</c:v>
                </c:pt>
                <c:pt idx="40">
                  <c:v>0.00597212007771</c:v>
                </c:pt>
                <c:pt idx="41">
                  <c:v>0.00598383240683</c:v>
                </c:pt>
                <c:pt idx="42">
                  <c:v>0.00599557947656</c:v>
                </c:pt>
                <c:pt idx="43">
                  <c:v>0.00600736142542</c:v>
                </c:pt>
                <c:pt idx="44">
                  <c:v>0.00601917839261</c:v>
                </c:pt>
                <c:pt idx="45">
                  <c:v>0.00603103051803</c:v>
                </c:pt>
                <c:pt idx="46">
                  <c:v>0.0060429179423</c:v>
                </c:pt>
                <c:pt idx="47">
                  <c:v>0.00605484080674</c:v>
                </c:pt>
                <c:pt idx="48">
                  <c:v>0.00606679925336</c:v>
                </c:pt>
                <c:pt idx="49">
                  <c:v>0.00607879342491</c:v>
                </c:pt>
                <c:pt idx="50">
                  <c:v>0.00609082346488</c:v>
                </c:pt>
                <c:pt idx="51">
                  <c:v>0.00610288951744</c:v>
                </c:pt>
                <c:pt idx="52">
                  <c:v>0.00611499172752</c:v>
                </c:pt>
                <c:pt idx="53">
                  <c:v>0.00612713024078</c:v>
                </c:pt>
                <c:pt idx="54">
                  <c:v>0.00613930520362</c:v>
                </c:pt>
                <c:pt idx="55">
                  <c:v>0.00615151676318</c:v>
                </c:pt>
                <c:pt idx="56">
                  <c:v>0.00616376506735</c:v>
                </c:pt>
                <c:pt idx="57">
                  <c:v>0.00617605026477</c:v>
                </c:pt>
                <c:pt idx="58">
                  <c:v>0.00618837250485</c:v>
                </c:pt>
                <c:pt idx="59">
                  <c:v>0.00620073193775</c:v>
                </c:pt>
                <c:pt idx="60">
                  <c:v>0.00621312871439</c:v>
                </c:pt>
                <c:pt idx="61">
                  <c:v>0.00622556298647</c:v>
                </c:pt>
                <c:pt idx="62">
                  <c:v>0.00623803490649</c:v>
                </c:pt>
                <c:pt idx="63">
                  <c:v>0.00625054462769</c:v>
                </c:pt>
                <c:pt idx="64">
                  <c:v>0.00626309230411</c:v>
                </c:pt>
                <c:pt idx="65">
                  <c:v>0.00627567809061</c:v>
                </c:pt>
                <c:pt idx="66">
                  <c:v>0.0062883021428</c:v>
                </c:pt>
                <c:pt idx="67">
                  <c:v>0.00630096461712</c:v>
                </c:pt>
                <c:pt idx="68">
                  <c:v>0.00631366567081</c:v>
                </c:pt>
                <c:pt idx="69">
                  <c:v>0.00632640546192</c:v>
                </c:pt>
                <c:pt idx="70">
                  <c:v>0.00633918414932</c:v>
                </c:pt>
                <c:pt idx="71">
                  <c:v>0.00635200189268</c:v>
                </c:pt>
                <c:pt idx="72">
                  <c:v>0.00636485885253</c:v>
                </c:pt>
                <c:pt idx="73">
                  <c:v>0.00637775519021</c:v>
                </c:pt>
                <c:pt idx="74">
                  <c:v>0.00639069106789</c:v>
                </c:pt>
                <c:pt idx="75">
                  <c:v>0.0064036666486</c:v>
                </c:pt>
                <c:pt idx="76">
                  <c:v>0.00641668209621</c:v>
                </c:pt>
                <c:pt idx="77">
                  <c:v>0.00642973757544</c:v>
                </c:pt>
                <c:pt idx="78">
                  <c:v>0.00644283325186</c:v>
                </c:pt>
                <c:pt idx="79">
                  <c:v>0.00645596929193</c:v>
                </c:pt>
                <c:pt idx="80">
                  <c:v>0.00646914586295</c:v>
                </c:pt>
                <c:pt idx="81">
                  <c:v>0.0064823631331</c:v>
                </c:pt>
                <c:pt idx="82">
                  <c:v>0.00649562127144</c:v>
                </c:pt>
                <c:pt idx="83">
                  <c:v>0.00650892044794</c:v>
                </c:pt>
                <c:pt idx="84">
                  <c:v>0.00652226083342</c:v>
                </c:pt>
                <c:pt idx="85">
                  <c:v>0.00653564259963</c:v>
                </c:pt>
                <c:pt idx="86">
                  <c:v>0.00654906591919</c:v>
                </c:pt>
                <c:pt idx="87">
                  <c:v>0.00656253096567</c:v>
                </c:pt>
                <c:pt idx="88">
                  <c:v>0.00657603791351</c:v>
                </c:pt>
                <c:pt idx="89">
                  <c:v>0.00658958693809</c:v>
                </c:pt>
                <c:pt idx="90">
                  <c:v>0.00660317821572</c:v>
                </c:pt>
                <c:pt idx="91">
                  <c:v>0.00661681192364</c:v>
                </c:pt>
                <c:pt idx="92">
                  <c:v>0.00663048824001</c:v>
                </c:pt>
                <c:pt idx="93">
                  <c:v>0.00664420734395</c:v>
                </c:pt>
                <c:pt idx="94">
                  <c:v>0.00665796941552</c:v>
                </c:pt>
                <c:pt idx="95">
                  <c:v>0.00667177463575</c:v>
                </c:pt>
                <c:pt idx="96">
                  <c:v>0.00668562318661</c:v>
                </c:pt>
                <c:pt idx="97">
                  <c:v>0.00669951525104</c:v>
                </c:pt>
                <c:pt idx="98">
                  <c:v>0.00671345101298</c:v>
                </c:pt>
                <c:pt idx="99">
                  <c:v>0.00672743065733</c:v>
                </c:pt>
                <c:pt idx="100">
                  <c:v>0.00674145436996</c:v>
                </c:pt>
                <c:pt idx="101">
                  <c:v>0.00675552233777</c:v>
                </c:pt>
                <c:pt idx="102">
                  <c:v>0.00676963474862</c:v>
                </c:pt>
                <c:pt idx="103">
                  <c:v>0.00678379179141</c:v>
                </c:pt>
                <c:pt idx="104">
                  <c:v>0.00679799365603</c:v>
                </c:pt>
                <c:pt idx="105">
                  <c:v>0.00681224053339</c:v>
                </c:pt>
                <c:pt idx="106">
                  <c:v>0.00682653261544</c:v>
                </c:pt>
                <c:pt idx="107">
                  <c:v>0.00684087009514</c:v>
                </c:pt>
                <c:pt idx="108">
                  <c:v>0.00685525316652</c:v>
                </c:pt>
                <c:pt idx="109">
                  <c:v>0.00686968202462</c:v>
                </c:pt>
                <c:pt idx="110">
                  <c:v>0.00688415686554</c:v>
                </c:pt>
                <c:pt idx="111">
                  <c:v>0.00689867788647</c:v>
                </c:pt>
                <c:pt idx="112">
                  <c:v>0.00691324528562</c:v>
                </c:pt>
                <c:pt idx="113">
                  <c:v>0.00692785926231</c:v>
                </c:pt>
                <c:pt idx="114">
                  <c:v>0.00694252001693</c:v>
                </c:pt>
                <c:pt idx="115">
                  <c:v>0.00695722775093</c:v>
                </c:pt>
                <c:pt idx="116">
                  <c:v>0.00697198266689</c:v>
                </c:pt>
                <c:pt idx="117">
                  <c:v>0.00698678496847</c:v>
                </c:pt>
                <c:pt idx="118">
                  <c:v>0.00700163486046</c:v>
                </c:pt>
                <c:pt idx="119">
                  <c:v>0.00701653254874</c:v>
                </c:pt>
                <c:pt idx="120">
                  <c:v>0.00703147824032</c:v>
                </c:pt>
                <c:pt idx="121">
                  <c:v>0.00704647214336</c:v>
                </c:pt>
                <c:pt idx="122">
                  <c:v>0.00706151446713</c:v>
                </c:pt>
                <c:pt idx="123">
                  <c:v>0.00707660542207</c:v>
                </c:pt>
                <c:pt idx="124">
                  <c:v>0.00709174521974</c:v>
                </c:pt>
                <c:pt idx="125">
                  <c:v>0.00710693407291</c:v>
                </c:pt>
                <c:pt idx="126">
                  <c:v>0.00712217219547</c:v>
                </c:pt>
                <c:pt idx="127">
                  <c:v>0.00713745980252</c:v>
                </c:pt>
                <c:pt idx="128">
                  <c:v>0.00715279711033</c:v>
                </c:pt>
                <c:pt idx="129">
                  <c:v>0.00716818433635</c:v>
                </c:pt>
                <c:pt idx="130">
                  <c:v>0.00718362169925</c:v>
                </c:pt>
                <c:pt idx="131">
                  <c:v>0.00719910941891</c:v>
                </c:pt>
                <c:pt idx="132">
                  <c:v>0.0072146477164</c:v>
                </c:pt>
                <c:pt idx="133">
                  <c:v>0.00723023681404</c:v>
                </c:pt>
                <c:pt idx="134">
                  <c:v>0.00724587693538</c:v>
                </c:pt>
                <c:pt idx="135">
                  <c:v>0.00726156830518</c:v>
                </c:pt>
                <c:pt idx="136">
                  <c:v>0.0072773111495</c:v>
                </c:pt>
                <c:pt idx="137">
                  <c:v>0.00729310569561</c:v>
                </c:pt>
                <c:pt idx="138">
                  <c:v>0.00730895217207</c:v>
                </c:pt>
                <c:pt idx="139">
                  <c:v>0.00732485080872</c:v>
                </c:pt>
                <c:pt idx="140">
                  <c:v>0.00734080183666</c:v>
                </c:pt>
                <c:pt idx="141">
                  <c:v>0.00735680548829</c:v>
                </c:pt>
                <c:pt idx="142">
                  <c:v>0.00737286199733</c:v>
                </c:pt>
                <c:pt idx="143">
                  <c:v>0.00738897159878</c:v>
                </c:pt>
                <c:pt idx="144">
                  <c:v>0.00740513452897</c:v>
                </c:pt>
                <c:pt idx="145">
                  <c:v>0.00742135102556</c:v>
                </c:pt>
                <c:pt idx="146">
                  <c:v>0.00743762132755</c:v>
                </c:pt>
                <c:pt idx="147">
                  <c:v>0.00745394567528</c:v>
                </c:pt>
                <c:pt idx="148">
                  <c:v>0.00747032431043</c:v>
                </c:pt>
                <c:pt idx="149">
                  <c:v>0.00748675747606</c:v>
                </c:pt>
                <c:pt idx="150">
                  <c:v>0.0075032454166</c:v>
                </c:pt>
                <c:pt idx="151">
                  <c:v>0.00751978837787</c:v>
                </c:pt>
                <c:pt idx="152">
                  <c:v>0.00753638660705</c:v>
                </c:pt>
                <c:pt idx="153">
                  <c:v>0.00755304035276</c:v>
                </c:pt>
                <c:pt idx="154">
                  <c:v>0.00756974986501</c:v>
                </c:pt>
                <c:pt idx="155">
                  <c:v>0.00758651539523</c:v>
                </c:pt>
                <c:pt idx="156">
                  <c:v>0.00760333719629</c:v>
                </c:pt>
                <c:pt idx="157">
                  <c:v>0.00762021552249</c:v>
                </c:pt>
                <c:pt idx="158">
                  <c:v>0.00763715062957</c:v>
                </c:pt>
                <c:pt idx="159">
                  <c:v>0.00765414277477</c:v>
                </c:pt>
                <c:pt idx="160">
                  <c:v>0.00767119221675</c:v>
                </c:pt>
                <c:pt idx="161">
                  <c:v>0.00768829921568</c:v>
                </c:pt>
                <c:pt idx="162">
                  <c:v>0.00770546403321</c:v>
                </c:pt>
                <c:pt idx="163">
                  <c:v>0.00772268693251</c:v>
                </c:pt>
                <c:pt idx="164">
                  <c:v>0.00773996817822</c:v>
                </c:pt>
                <c:pt idx="165">
                  <c:v>0.00775730803655</c:v>
                </c:pt>
                <c:pt idx="166">
                  <c:v>0.0077747067752</c:v>
                </c:pt>
                <c:pt idx="167">
                  <c:v>0.00779216466344</c:v>
                </c:pt>
                <c:pt idx="168">
                  <c:v>0.00780968197209</c:v>
                </c:pt>
                <c:pt idx="169">
                  <c:v>0.00782725897351</c:v>
                </c:pt>
                <c:pt idx="170">
                  <c:v>0.00784489594167</c:v>
                </c:pt>
                <c:pt idx="171">
                  <c:v>0.00786259315211</c:v>
                </c:pt>
                <c:pt idx="172">
                  <c:v>0.00788035088197</c:v>
                </c:pt>
                <c:pt idx="173">
                  <c:v>0.00789816940998</c:v>
                </c:pt>
                <c:pt idx="174">
                  <c:v>0.00791604901653</c:v>
                </c:pt>
                <c:pt idx="175">
                  <c:v>0.0079339899836</c:v>
                </c:pt>
                <c:pt idx="176">
                  <c:v>0.00795199259484</c:v>
                </c:pt>
                <c:pt idx="177">
                  <c:v>0.00797005713554</c:v>
                </c:pt>
                <c:pt idx="178">
                  <c:v>0.00798818389266</c:v>
                </c:pt>
                <c:pt idx="179">
                  <c:v>0.00800637315485</c:v>
                </c:pt>
                <c:pt idx="180">
                  <c:v>0.00802462521243</c:v>
                </c:pt>
                <c:pt idx="181">
                  <c:v>0.00804294035743</c:v>
                </c:pt>
                <c:pt idx="182">
                  <c:v>0.0080613188836</c:v>
                </c:pt>
                <c:pt idx="183">
                  <c:v>0.00807976108641</c:v>
                </c:pt>
                <c:pt idx="184">
                  <c:v>0.00809826726306</c:v>
                </c:pt>
                <c:pt idx="185">
                  <c:v>0.00811683771251</c:v>
                </c:pt>
                <c:pt idx="186">
                  <c:v>0.00813547273549</c:v>
                </c:pt>
                <c:pt idx="187">
                  <c:v>0.0081541726345</c:v>
                </c:pt>
                <c:pt idx="188">
                  <c:v>0.00817293771382</c:v>
                </c:pt>
                <c:pt idx="189">
                  <c:v>0.00819176827953</c:v>
                </c:pt>
                <c:pt idx="190">
                  <c:v>0.00821066463955</c:v>
                </c:pt>
                <c:pt idx="191">
                  <c:v>0.00822962710359</c:v>
                </c:pt>
                <c:pt idx="192">
                  <c:v>0.00824865598323</c:v>
                </c:pt>
                <c:pt idx="193">
                  <c:v>0.00826775159188</c:v>
                </c:pt>
                <c:pt idx="194">
                  <c:v>0.00828691424484</c:v>
                </c:pt>
                <c:pt idx="195">
                  <c:v>0.00830614425928</c:v>
                </c:pt>
                <c:pt idx="196">
                  <c:v>0.00832544195425</c:v>
                </c:pt>
                <c:pt idx="197">
                  <c:v>0.00834480765074</c:v>
                </c:pt>
                <c:pt idx="198">
                  <c:v>0.00836424167162</c:v>
                </c:pt>
                <c:pt idx="199">
                  <c:v>0.00838374434172</c:v>
                </c:pt>
                <c:pt idx="200">
                  <c:v>0.00840331598783</c:v>
                </c:pt>
                <c:pt idx="201">
                  <c:v>0.00842295693868</c:v>
                </c:pt>
                <c:pt idx="202">
                  <c:v>0.00844266752498</c:v>
                </c:pt>
                <c:pt idx="203">
                  <c:v>0.00846244807945</c:v>
                </c:pt>
                <c:pt idx="204">
                  <c:v>0.0084822989368</c:v>
                </c:pt>
                <c:pt idx="205">
                  <c:v>0.00850222043377</c:v>
                </c:pt>
                <c:pt idx="206">
                  <c:v>0.00852221290912</c:v>
                </c:pt>
                <c:pt idx="207">
                  <c:v>0.00854227670369</c:v>
                </c:pt>
                <c:pt idx="208">
                  <c:v>0.00856241216036</c:v>
                </c:pt>
                <c:pt idx="209">
                  <c:v>0.00858261962411</c:v>
                </c:pt>
                <c:pt idx="210">
                  <c:v>0.00860289944199</c:v>
                </c:pt>
                <c:pt idx="211">
                  <c:v>0.00862325196319</c:v>
                </c:pt>
                <c:pt idx="212">
                  <c:v>0.00864367753901</c:v>
                </c:pt>
                <c:pt idx="213">
                  <c:v>0.0086641765229</c:v>
                </c:pt>
                <c:pt idx="214">
                  <c:v>0.00868474927047</c:v>
                </c:pt>
                <c:pt idx="215">
                  <c:v>0.00870539613951</c:v>
                </c:pt>
                <c:pt idx="216">
                  <c:v>0.00872611748997</c:v>
                </c:pt>
                <c:pt idx="217">
                  <c:v>0.00874691368406</c:v>
                </c:pt>
                <c:pt idx="218">
                  <c:v>0.00876778508616</c:v>
                </c:pt>
                <c:pt idx="219">
                  <c:v>0.00878873206293</c:v>
                </c:pt>
                <c:pt idx="220">
                  <c:v>0.00880975498326</c:v>
                </c:pt>
                <c:pt idx="221">
                  <c:v>0.00883085421833</c:v>
                </c:pt>
                <c:pt idx="222">
                  <c:v>0.0088520301416</c:v>
                </c:pt>
                <c:pt idx="223">
                  <c:v>0.00887328312885</c:v>
                </c:pt>
                <c:pt idx="224">
                  <c:v>0.00889461355816</c:v>
                </c:pt>
                <c:pt idx="225">
                  <c:v>0.00891602180999</c:v>
                </c:pt>
                <c:pt idx="226">
                  <c:v>0.00893750826714</c:v>
                </c:pt>
                <c:pt idx="227">
                  <c:v>0.00895907331477</c:v>
                </c:pt>
                <c:pt idx="228">
                  <c:v>0.00898071734046</c:v>
                </c:pt>
                <c:pt idx="229">
                  <c:v>0.00900244073419</c:v>
                </c:pt>
                <c:pt idx="230">
                  <c:v>0.00902424388839</c:v>
                </c:pt>
                <c:pt idx="231">
                  <c:v>0.00904612719792</c:v>
                </c:pt>
                <c:pt idx="232">
                  <c:v>0.00906809106012</c:v>
                </c:pt>
                <c:pt idx="233">
                  <c:v>0.00909013587481</c:v>
                </c:pt>
                <c:pt idx="234">
                  <c:v>0.00911226204431</c:v>
                </c:pt>
                <c:pt idx="235">
                  <c:v>0.00913446997349</c:v>
                </c:pt>
                <c:pt idx="236">
                  <c:v>0.00915676006974</c:v>
                </c:pt>
                <c:pt idx="237">
                  <c:v>0.00917913274303</c:v>
                </c:pt>
                <c:pt idx="238">
                  <c:v>0.00920158840589</c:v>
                </c:pt>
                <c:pt idx="239">
                  <c:v>0.00922412747348</c:v>
                </c:pt>
                <c:pt idx="240">
                  <c:v>0.00924675036357</c:v>
                </c:pt>
                <c:pt idx="241">
                  <c:v>0.00926945749657</c:v>
                </c:pt>
                <c:pt idx="242">
                  <c:v>0.00929224929557</c:v>
                </c:pt>
                <c:pt idx="243">
                  <c:v>0.00931512618631</c:v>
                </c:pt>
                <c:pt idx="244">
                  <c:v>0.00933808859726</c:v>
                </c:pt>
                <c:pt idx="245">
                  <c:v>0.00936113695962</c:v>
                </c:pt>
                <c:pt idx="246">
                  <c:v>0.00938427170731</c:v>
                </c:pt>
                <c:pt idx="247">
                  <c:v>0.00940749327705</c:v>
                </c:pt>
                <c:pt idx="248">
                  <c:v>0.00943080210831</c:v>
                </c:pt>
                <c:pt idx="249">
                  <c:v>0.0094541986434</c:v>
                </c:pt>
                <c:pt idx="250">
                  <c:v>0.00947768332746</c:v>
                </c:pt>
                <c:pt idx="251">
                  <c:v>0.00950125660846</c:v>
                </c:pt>
                <c:pt idx="252">
                  <c:v>0.00952491893728</c:v>
                </c:pt>
                <c:pt idx="253">
                  <c:v>0.00954867076766</c:v>
                </c:pt>
                <c:pt idx="254">
                  <c:v>0.00957251255629</c:v>
                </c:pt>
                <c:pt idx="255">
                  <c:v>0.00959644476279</c:v>
                </c:pt>
                <c:pt idx="256">
                  <c:v>0.00962046784976</c:v>
                </c:pt>
                <c:pt idx="257">
                  <c:v>0.00964458228276</c:v>
                </c:pt>
                <c:pt idx="258">
                  <c:v>0.00966878853041</c:v>
                </c:pt>
                <c:pt idx="259">
                  <c:v>0.00969308706431</c:v>
                </c:pt>
                <c:pt idx="260">
                  <c:v>0.00971747835917</c:v>
                </c:pt>
                <c:pt idx="261">
                  <c:v>0.00974196289275</c:v>
                </c:pt>
                <c:pt idx="262">
                  <c:v>0.00976654114595</c:v>
                </c:pt>
                <c:pt idx="263">
                  <c:v>0.00979121360277</c:v>
                </c:pt>
                <c:pt idx="264">
                  <c:v>0.00981598075039</c:v>
                </c:pt>
                <c:pt idx="265">
                  <c:v>0.00984084307917</c:v>
                </c:pt>
                <c:pt idx="266">
                  <c:v>0.00986580108267</c:v>
                </c:pt>
                <c:pt idx="267">
                  <c:v>0.00989085525769</c:v>
                </c:pt>
                <c:pt idx="268">
                  <c:v>0.00991600610429</c:v>
                </c:pt>
                <c:pt idx="269">
                  <c:v>0.00994125412581</c:v>
                </c:pt>
                <c:pt idx="270">
                  <c:v>0.0099665998289</c:v>
                </c:pt>
                <c:pt idx="271">
                  <c:v>0.00999204372356</c:v>
                </c:pt>
                <c:pt idx="272">
                  <c:v>0.0100175863231</c:v>
                </c:pt>
                <c:pt idx="273">
                  <c:v>0.0100432281444</c:v>
                </c:pt>
                <c:pt idx="274">
                  <c:v>0.0100689697075</c:v>
                </c:pt>
                <c:pt idx="275">
                  <c:v>0.010094811536</c:v>
                </c:pt>
                <c:pt idx="276">
                  <c:v>0.010120754157</c:v>
                </c:pt>
                <c:pt idx="277">
                  <c:v>0.0101467981012</c:v>
                </c:pt>
                <c:pt idx="278">
                  <c:v>0.0101729439025</c:v>
                </c:pt>
                <c:pt idx="279">
                  <c:v>0.0101991920988</c:v>
                </c:pt>
                <c:pt idx="280">
                  <c:v>0.0102255432312</c:v>
                </c:pt>
                <c:pt idx="281">
                  <c:v>0.0102519978446</c:v>
                </c:pt>
                <c:pt idx="282">
                  <c:v>0.0102785564876</c:v>
                </c:pt>
                <c:pt idx="283">
                  <c:v>0.0103052197123</c:v>
                </c:pt>
                <c:pt idx="284">
                  <c:v>0.0103319880746</c:v>
                </c:pt>
                <c:pt idx="285">
                  <c:v>0.0103588621342</c:v>
                </c:pt>
                <c:pt idx="286">
                  <c:v>0.0103858424545</c:v>
                </c:pt>
                <c:pt idx="287">
                  <c:v>0.0104129296025</c:v>
                </c:pt>
                <c:pt idx="288">
                  <c:v>0.0104401241495</c:v>
                </c:pt>
                <c:pt idx="289">
                  <c:v>0.0104674266701</c:v>
                </c:pt>
                <c:pt idx="290">
                  <c:v>0.0104948377432</c:v>
                </c:pt>
                <c:pt idx="291">
                  <c:v>0.0105223579515</c:v>
                </c:pt>
                <c:pt idx="292">
                  <c:v>0.0105499878816</c:v>
                </c:pt>
                <c:pt idx="293">
                  <c:v>0.0105777281241</c:v>
                </c:pt>
                <c:pt idx="294">
                  <c:v>0.0106055792736</c:v>
                </c:pt>
                <c:pt idx="295">
                  <c:v>0.0106335419289</c:v>
                </c:pt>
                <c:pt idx="296">
                  <c:v>0.0106616166927</c:v>
                </c:pt>
                <c:pt idx="297">
                  <c:v>0.0106898041719</c:v>
                </c:pt>
                <c:pt idx="298">
                  <c:v>0.0107181049775</c:v>
                </c:pt>
                <c:pt idx="299">
                  <c:v>0.0107465197248</c:v>
                </c:pt>
                <c:pt idx="300">
                  <c:v>0.0107750490332</c:v>
                </c:pt>
                <c:pt idx="301">
                  <c:v>0.0108036935264</c:v>
                </c:pt>
                <c:pt idx="302">
                  <c:v>0.0108324538325</c:v>
                </c:pt>
                <c:pt idx="303">
                  <c:v>0.0108613305837</c:v>
                </c:pt>
                <c:pt idx="304">
                  <c:v>0.0108903244168</c:v>
                </c:pt>
                <c:pt idx="305">
                  <c:v>0.0109194359728</c:v>
                </c:pt>
                <c:pt idx="306">
                  <c:v>0.0109486658973</c:v>
                </c:pt>
                <c:pt idx="307">
                  <c:v>0.0109780148402</c:v>
                </c:pt>
                <c:pt idx="308">
                  <c:v>0.0110074834561</c:v>
                </c:pt>
                <c:pt idx="309">
                  <c:v>0.0110370724041</c:v>
                </c:pt>
                <c:pt idx="310">
                  <c:v>0.0110667823477</c:v>
                </c:pt>
                <c:pt idx="311">
                  <c:v>0.0110966139554</c:v>
                </c:pt>
                <c:pt idx="312">
                  <c:v>0.0111265678999</c:v>
                </c:pt>
                <c:pt idx="313">
                  <c:v>0.011156644859</c:v>
                </c:pt>
                <c:pt idx="314">
                  <c:v>0.0111868455151</c:v>
                </c:pt>
                <c:pt idx="315">
                  <c:v>0.0112171705553</c:v>
                </c:pt>
                <c:pt idx="316">
                  <c:v>0.0112476206717</c:v>
                </c:pt>
                <c:pt idx="317">
                  <c:v>0.011278196561</c:v>
                </c:pt>
                <c:pt idx="318">
                  <c:v>0.0113088989252</c:v>
                </c:pt>
                <c:pt idx="319">
                  <c:v>0.011339728471</c:v>
                </c:pt>
                <c:pt idx="320">
                  <c:v>0.0113706859099</c:v>
                </c:pt>
                <c:pt idx="321">
                  <c:v>0.0114017719589</c:v>
                </c:pt>
                <c:pt idx="322">
                  <c:v>0.0114329873398</c:v>
                </c:pt>
                <c:pt idx="323">
                  <c:v>0.0114643327794</c:v>
                </c:pt>
                <c:pt idx="324">
                  <c:v>0.0114958090101</c:v>
                </c:pt>
                <c:pt idx="325">
                  <c:v>0.0115274167689</c:v>
                </c:pt>
                <c:pt idx="326">
                  <c:v>0.0115591567987</c:v>
                </c:pt>
                <c:pt idx="327">
                  <c:v>0.0115910298472</c:v>
                </c:pt>
                <c:pt idx="328">
                  <c:v>0.0116230366677</c:v>
                </c:pt>
                <c:pt idx="329">
                  <c:v>0.0116551780189</c:v>
                </c:pt>
                <c:pt idx="330">
                  <c:v>0.0116874546648</c:v>
                </c:pt>
                <c:pt idx="331">
                  <c:v>0.0117198673749</c:v>
                </c:pt>
                <c:pt idx="332">
                  <c:v>0.0117524169244</c:v>
                </c:pt>
                <c:pt idx="333">
                  <c:v>0.0117851040939</c:v>
                </c:pt>
                <c:pt idx="334">
                  <c:v>0.0118179296697</c:v>
                </c:pt>
                <c:pt idx="335">
                  <c:v>0.0118508944439</c:v>
                </c:pt>
                <c:pt idx="336">
                  <c:v>0.0118839992141</c:v>
                </c:pt>
                <c:pt idx="337">
                  <c:v>0.0119172447839</c:v>
                </c:pt>
                <c:pt idx="338">
                  <c:v>0.0119506319626</c:v>
                </c:pt>
                <c:pt idx="339">
                  <c:v>0.0119841615653</c:v>
                </c:pt>
                <c:pt idx="340">
                  <c:v>0.0120178344132</c:v>
                </c:pt>
                <c:pt idx="341">
                  <c:v>0.0120516513335</c:v>
                </c:pt>
                <c:pt idx="342">
                  <c:v>0.0120856131594</c:v>
                </c:pt>
                <c:pt idx="343">
                  <c:v>0.01211972073</c:v>
                </c:pt>
                <c:pt idx="344">
                  <c:v>0.0121539748909</c:v>
                </c:pt>
                <c:pt idx="345">
                  <c:v>0.0121883764935</c:v>
                </c:pt>
                <c:pt idx="346">
                  <c:v>0.0122229263959</c:v>
                </c:pt>
                <c:pt idx="347">
                  <c:v>0.0122576254621</c:v>
                </c:pt>
                <c:pt idx="348">
                  <c:v>0.0122924745628</c:v>
                </c:pt>
                <c:pt idx="349">
                  <c:v>0.0123274745748</c:v>
                </c:pt>
                <c:pt idx="350">
                  <c:v>0.0123626263817</c:v>
                </c:pt>
                <c:pt idx="351">
                  <c:v>0.0123979308734</c:v>
                </c:pt>
                <c:pt idx="352">
                  <c:v>0.0124333889466</c:v>
                </c:pt>
                <c:pt idx="353">
                  <c:v>0.0124690015045</c:v>
                </c:pt>
                <c:pt idx="354">
                  <c:v>0.012504769457</c:v>
                </c:pt>
                <c:pt idx="355">
                  <c:v>0.0125406937209</c:v>
                </c:pt>
                <c:pt idx="356">
                  <c:v>0.0125767752199</c:v>
                </c:pt>
                <c:pt idx="357">
                  <c:v>0.0126130148843</c:v>
                </c:pt>
                <c:pt idx="358">
                  <c:v>0.0126494136517</c:v>
                </c:pt>
                <c:pt idx="359">
                  <c:v>0.0126859724665</c:v>
                </c:pt>
                <c:pt idx="360">
                  <c:v>0.0127226922804</c:v>
                </c:pt>
                <c:pt idx="361">
                  <c:v>0.0127595740519</c:v>
                </c:pt>
                <c:pt idx="362">
                  <c:v>0.0127966187472</c:v>
                </c:pt>
                <c:pt idx="363">
                  <c:v>0.0128338273393</c:v>
                </c:pt>
                <c:pt idx="364">
                  <c:v>0.012871200809</c:v>
                </c:pt>
                <c:pt idx="365">
                  <c:v>0.0129087401442</c:v>
                </c:pt>
                <c:pt idx="366">
                  <c:v>0.0129464463404</c:v>
                </c:pt>
                <c:pt idx="367">
                  <c:v>0.0129843204006</c:v>
                </c:pt>
                <c:pt idx="368">
                  <c:v>0.0130223633356</c:v>
                </c:pt>
                <c:pt idx="369">
                  <c:v>0.0130605761637</c:v>
                </c:pt>
                <c:pt idx="370">
                  <c:v>0.013098959911</c:v>
                </c:pt>
                <c:pt idx="371">
                  <c:v>0.0131375156116</c:v>
                </c:pt>
                <c:pt idx="372">
                  <c:v>0.0131762443072</c:v>
                </c:pt>
                <c:pt idx="373">
                  <c:v>0.0132151470479</c:v>
                </c:pt>
                <c:pt idx="374">
                  <c:v>0.0132542248915</c:v>
                </c:pt>
                <c:pt idx="375">
                  <c:v>0.0132934789042</c:v>
                </c:pt>
                <c:pt idx="376">
                  <c:v>0.0133329101601</c:v>
                </c:pt>
                <c:pt idx="377">
                  <c:v>0.0133725197418</c:v>
                </c:pt>
                <c:pt idx="378">
                  <c:v>0.0134123087403</c:v>
                </c:pt>
                <c:pt idx="379">
                  <c:v>0.013452278255</c:v>
                </c:pt>
                <c:pt idx="380">
                  <c:v>0.0134924293937</c:v>
                </c:pt>
                <c:pt idx="381">
                  <c:v>0.0135327632728</c:v>
                </c:pt>
                <c:pt idx="382">
                  <c:v>0.0135732810177</c:v>
                </c:pt>
                <c:pt idx="383">
                  <c:v>0.0136139837622</c:v>
                </c:pt>
                <c:pt idx="384">
                  <c:v>0.0136548726491</c:v>
                </c:pt>
                <c:pt idx="385">
                  <c:v>0.01369594883</c:v>
                </c:pt>
                <c:pt idx="386">
                  <c:v>0.0137372134658</c:v>
                </c:pt>
                <c:pt idx="387">
                  <c:v>0.0137786677263</c:v>
                </c:pt>
                <c:pt idx="388">
                  <c:v>0.0138203127903</c:v>
                </c:pt>
                <c:pt idx="389">
                  <c:v>0.0138621498463</c:v>
                </c:pt>
                <c:pt idx="390">
                  <c:v>0.0139041800919</c:v>
                </c:pt>
                <c:pt idx="391">
                  <c:v>0.013946404734</c:v>
                </c:pt>
                <c:pt idx="392">
                  <c:v>0.0139888249895</c:v>
                </c:pt>
                <c:pt idx="393">
                  <c:v>0.0140314420844</c:v>
                </c:pt>
                <c:pt idx="394">
                  <c:v>0.0140742572549</c:v>
                </c:pt>
                <c:pt idx="395">
                  <c:v>0.0141172717466</c:v>
                </c:pt>
                <c:pt idx="396">
                  <c:v>0.0141604868154</c:v>
                </c:pt>
                <c:pt idx="397">
                  <c:v>0.0142039037268</c:v>
                </c:pt>
                <c:pt idx="398">
                  <c:v>0.0142475237568</c:v>
                </c:pt>
                <c:pt idx="399">
                  <c:v>0.0142913481914</c:v>
                </c:pt>
                <c:pt idx="400">
                  <c:v>0.0143353783268</c:v>
                </c:pt>
                <c:pt idx="401">
                  <c:v>0.0143796154697</c:v>
                </c:pt>
                <c:pt idx="402">
                  <c:v>0.0144240609375</c:v>
                </c:pt>
                <c:pt idx="403">
                  <c:v>0.0144687160579</c:v>
                </c:pt>
                <c:pt idx="404">
                  <c:v>0.0145135821694</c:v>
                </c:pt>
                <c:pt idx="405">
                  <c:v>0.0145586606214</c:v>
                </c:pt>
                <c:pt idx="406">
                  <c:v>0.0146039527741</c:v>
                </c:pt>
                <c:pt idx="407">
                  <c:v>0.0146494599988</c:v>
                </c:pt>
                <c:pt idx="408">
                  <c:v>0.0146951836778</c:v>
                </c:pt>
                <c:pt idx="409">
                  <c:v>0.0147411252048</c:v>
                </c:pt>
                <c:pt idx="410">
                  <c:v>0.0147872859849</c:v>
                </c:pt>
                <c:pt idx="411">
                  <c:v>0.0148336674344</c:v>
                </c:pt>
                <c:pt idx="412">
                  <c:v>0.0148802709813</c:v>
                </c:pt>
                <c:pt idx="413">
                  <c:v>0.0149270980654</c:v>
                </c:pt>
                <c:pt idx="414">
                  <c:v>0.0149741501382</c:v>
                </c:pt>
                <c:pt idx="415">
                  <c:v>0.0150214286632</c:v>
                </c:pt>
                <c:pt idx="416">
                  <c:v>0.0150689351157</c:v>
                </c:pt>
                <c:pt idx="417">
                  <c:v>0.0151166709835</c:v>
                </c:pt>
                <c:pt idx="418">
                  <c:v>0.0151646377664</c:v>
                </c:pt>
                <c:pt idx="419">
                  <c:v>0.0152128369768</c:v>
                </c:pt>
                <c:pt idx="420">
                  <c:v>0.0152612701396</c:v>
                </c:pt>
                <c:pt idx="421">
                  <c:v>0.0153099387922</c:v>
                </c:pt>
                <c:pt idx="422">
                  <c:v>0.0153588444848</c:v>
                </c:pt>
                <c:pt idx="423">
                  <c:v>0.0154079887808</c:v>
                </c:pt>
                <c:pt idx="424">
                  <c:v>0.0154573732563</c:v>
                </c:pt>
                <c:pt idx="425">
                  <c:v>0.0155069995007</c:v>
                </c:pt>
                <c:pt idx="426">
                  <c:v>0.0155568691168</c:v>
                </c:pt>
                <c:pt idx="427">
                  <c:v>0.0156069837206</c:v>
                </c:pt>
                <c:pt idx="428">
                  <c:v>0.0156573449419</c:v>
                </c:pt>
                <c:pt idx="429">
                  <c:v>0.0157079544241</c:v>
                </c:pt>
                <c:pt idx="430">
                  <c:v>0.0157588138244</c:v>
                </c:pt>
                <c:pt idx="431">
                  <c:v>0.0158099248142</c:v>
                </c:pt>
                <c:pt idx="432">
                  <c:v>0.0158612890789</c:v>
                </c:pt>
                <c:pt idx="433">
                  <c:v>0.015912908318</c:v>
                </c:pt>
                <c:pt idx="434">
                  <c:v>0.0159647842458</c:v>
                </c:pt>
                <c:pt idx="435">
                  <c:v>0.0160169185908</c:v>
                </c:pt>
                <c:pt idx="436">
                  <c:v>0.0160693130966</c:v>
                </c:pt>
                <c:pt idx="437">
                  <c:v>0.0161219695213</c:v>
                </c:pt>
                <c:pt idx="438">
                  <c:v>0.0161748896383</c:v>
                </c:pt>
                <c:pt idx="439">
                  <c:v>0.016228075236</c:v>
                </c:pt>
                <c:pt idx="440">
                  <c:v>0.0162815281183</c:v>
                </c:pt>
                <c:pt idx="441">
                  <c:v>0.0163352501046</c:v>
                </c:pt>
                <c:pt idx="442">
                  <c:v>0.0163892430297</c:v>
                </c:pt>
                <c:pt idx="443">
                  <c:v>0.0164435087445</c:v>
                </c:pt>
                <c:pt idx="444">
                  <c:v>0.0164980491158</c:v>
                </c:pt>
                <c:pt idx="445">
                  <c:v>0.0165528660265</c:v>
                </c:pt>
                <c:pt idx="446">
                  <c:v>0.0166079613759</c:v>
                </c:pt>
                <c:pt idx="447">
                  <c:v>0.0166633370799</c:v>
                </c:pt>
                <c:pt idx="448">
                  <c:v>0.0167189950707</c:v>
                </c:pt>
                <c:pt idx="449">
                  <c:v>0.0167749372976</c:v>
                </c:pt>
                <c:pt idx="450">
                  <c:v>0.0168311657271</c:v>
                </c:pt>
                <c:pt idx="451">
                  <c:v>0.0168876823425</c:v>
                </c:pt>
                <c:pt idx="452">
                  <c:v>0.0169444891447</c:v>
                </c:pt>
                <c:pt idx="453">
                  <c:v>0.0170015881522</c:v>
                </c:pt>
                <c:pt idx="454">
                  <c:v>0.0170589814011</c:v>
                </c:pt>
                <c:pt idx="455">
                  <c:v>0.0171166709456</c:v>
                </c:pt>
                <c:pt idx="456">
                  <c:v>0.0171746588579</c:v>
                </c:pt>
                <c:pt idx="457">
                  <c:v>0.0172329472286</c:v>
                </c:pt>
                <c:pt idx="458">
                  <c:v>0.0172915381668</c:v>
                </c:pt>
                <c:pt idx="459">
                  <c:v>0.0173504338003</c:v>
                </c:pt>
                <c:pt idx="460">
                  <c:v>0.0174096362759</c:v>
                </c:pt>
                <c:pt idx="461">
                  <c:v>0.0174691477593</c:v>
                </c:pt>
                <c:pt idx="462">
                  <c:v>0.0175289704357</c:v>
                </c:pt>
                <c:pt idx="463">
                  <c:v>0.0175891065099</c:v>
                </c:pt>
                <c:pt idx="464">
                  <c:v>0.0176495582063</c:v>
                </c:pt>
                <c:pt idx="465">
                  <c:v>0.0177103277692</c:v>
                </c:pt>
                <c:pt idx="466">
                  <c:v>0.0177714174634</c:v>
                </c:pt>
                <c:pt idx="467">
                  <c:v>0.0178328295736</c:v>
                </c:pt>
                <c:pt idx="468">
                  <c:v>0.0178945664056</c:v>
                </c:pt>
                <c:pt idx="469">
                  <c:v>0.0179566302858</c:v>
                </c:pt>
                <c:pt idx="470">
                  <c:v>0.0180190235615</c:v>
                </c:pt>
                <c:pt idx="471">
                  <c:v>0.0180817486016</c:v>
                </c:pt>
                <c:pt idx="472">
                  <c:v>0.0181448077964</c:v>
                </c:pt>
                <c:pt idx="473">
                  <c:v>0.018208203558</c:v>
                </c:pt>
                <c:pt idx="474">
                  <c:v>0.0182719383203</c:v>
                </c:pt>
                <c:pt idx="475">
                  <c:v>0.0183360145399</c:v>
                </c:pt>
                <c:pt idx="476">
                  <c:v>0.0184004346953</c:v>
                </c:pt>
                <c:pt idx="477">
                  <c:v>0.0184652012882</c:v>
                </c:pt>
                <c:pt idx="478">
                  <c:v>0.0185303168432</c:v>
                </c:pt>
                <c:pt idx="479">
                  <c:v>0.0185957839078</c:v>
                </c:pt>
                <c:pt idx="480">
                  <c:v>0.0186616050535</c:v>
                </c:pt>
                <c:pt idx="481">
                  <c:v>0.0187277828753</c:v>
                </c:pt>
                <c:pt idx="482">
                  <c:v>0.0187943199922</c:v>
                </c:pt>
                <c:pt idx="483">
                  <c:v>0.0188612190476</c:v>
                </c:pt>
                <c:pt idx="484">
                  <c:v>0.0189284827093</c:v>
                </c:pt>
                <c:pt idx="485">
                  <c:v>0.0189961136702</c:v>
                </c:pt>
                <c:pt idx="486">
                  <c:v>0.0190641146482</c:v>
                </c:pt>
                <c:pt idx="487">
                  <c:v>0.0191324883864</c:v>
                </c:pt>
                <c:pt idx="488">
                  <c:v>0.0192012376539</c:v>
                </c:pt>
                <c:pt idx="489">
                  <c:v>0.0192703652456</c:v>
                </c:pt>
                <c:pt idx="490">
                  <c:v>0.0193398739827</c:v>
                </c:pt>
                <c:pt idx="491">
                  <c:v>0.0194097667131</c:v>
                </c:pt>
                <c:pt idx="492">
                  <c:v>0.0194800463113</c:v>
                </c:pt>
                <c:pt idx="493">
                  <c:v>0.0195507156792</c:v>
                </c:pt>
                <c:pt idx="494">
                  <c:v>0.0196217777461</c:v>
                </c:pt>
                <c:pt idx="495">
                  <c:v>0.0196932354691</c:v>
                </c:pt>
                <c:pt idx="496">
                  <c:v>0.0197650918334</c:v>
                </c:pt>
                <c:pt idx="497">
                  <c:v>0.0198373498526</c:v>
                </c:pt>
                <c:pt idx="498">
                  <c:v>0.0199100125693</c:v>
                </c:pt>
                <c:pt idx="499">
                  <c:v>0.0199830830548</c:v>
                </c:pt>
                <c:pt idx="500">
                  <c:v>0.0200565644102</c:v>
                </c:pt>
                <c:pt idx="501">
                  <c:v>0.020130459766</c:v>
                </c:pt>
                <c:pt idx="502">
                  <c:v>0.0202047722832</c:v>
                </c:pt>
                <c:pt idx="503">
                  <c:v>0.0202795051529</c:v>
                </c:pt>
                <c:pt idx="504">
                  <c:v>0.0203546615972</c:v>
                </c:pt>
                <c:pt idx="505">
                  <c:v>0.0204302448694</c:v>
                </c:pt>
                <c:pt idx="506">
                  <c:v>0.0205062582543</c:v>
                </c:pt>
                <c:pt idx="507">
                  <c:v>0.0205827050684</c:v>
                </c:pt>
                <c:pt idx="508">
                  <c:v>0.0206595886607</c:v>
                </c:pt>
                <c:pt idx="509">
                  <c:v>0.0207369124128</c:v>
                </c:pt>
                <c:pt idx="510">
                  <c:v>0.0208146797392</c:v>
                </c:pt>
                <c:pt idx="511">
                  <c:v>0.0208928940881</c:v>
                </c:pt>
                <c:pt idx="512">
                  <c:v>0.0209715589411</c:v>
                </c:pt>
                <c:pt idx="513">
                  <c:v>0.0210506778143</c:v>
                </c:pt>
                <c:pt idx="514">
                  <c:v>0.0211302542584</c:v>
                </c:pt>
                <c:pt idx="515">
                  <c:v>0.021210291859</c:v>
                </c:pt>
                <c:pt idx="516">
                  <c:v>0.0212907942371</c:v>
                </c:pt>
                <c:pt idx="517">
                  <c:v>0.0213717650498</c:v>
                </c:pt>
                <c:pt idx="518">
                  <c:v>0.0214532079901</c:v>
                </c:pt>
                <c:pt idx="519">
                  <c:v>0.0215351267881</c:v>
                </c:pt>
                <c:pt idx="520">
                  <c:v>0.0216175252108</c:v>
                </c:pt>
                <c:pt idx="521">
                  <c:v>0.0217004070628</c:v>
                </c:pt>
                <c:pt idx="522">
                  <c:v>0.0217837761869</c:v>
                </c:pt>
                <c:pt idx="523">
                  <c:v>0.0218676364641</c:v>
                </c:pt>
                <c:pt idx="524">
                  <c:v>0.0219519918148</c:v>
                </c:pt>
                <c:pt idx="525">
                  <c:v>0.0220368461984</c:v>
                </c:pt>
                <c:pt idx="526">
                  <c:v>0.0221222036144</c:v>
                </c:pt>
                <c:pt idx="527">
                  <c:v>0.0222080681027</c:v>
                </c:pt>
                <c:pt idx="528">
                  <c:v>0.0222944437441</c:v>
                </c:pt>
                <c:pt idx="529">
                  <c:v>0.0223813346605</c:v>
                </c:pt>
                <c:pt idx="530">
                  <c:v>0.0224687450161</c:v>
                </c:pt>
                <c:pt idx="531">
                  <c:v>0.0225566790171</c:v>
                </c:pt>
                <c:pt idx="532">
                  <c:v>0.0226451409128</c:v>
                </c:pt>
                <c:pt idx="533">
                  <c:v>0.0227341349958</c:v>
                </c:pt>
                <c:pt idx="534">
                  <c:v>0.0228236656028</c:v>
                </c:pt>
                <c:pt idx="535">
                  <c:v>0.0229137371149</c:v>
                </c:pt>
                <c:pt idx="536">
                  <c:v>0.0230043539582</c:v>
                </c:pt>
                <c:pt idx="537">
                  <c:v>0.0230955206043</c:v>
                </c:pt>
                <c:pt idx="538">
                  <c:v>0.0231872415713</c:v>
                </c:pt>
                <c:pt idx="539">
                  <c:v>0.0232795214236</c:v>
                </c:pt>
                <c:pt idx="540">
                  <c:v>0.0233723647732</c:v>
                </c:pt>
                <c:pt idx="541">
                  <c:v>0.0234657762797</c:v>
                </c:pt>
                <c:pt idx="542">
                  <c:v>0.0235597606515</c:v>
                </c:pt>
                <c:pt idx="543">
                  <c:v>0.0236543226458</c:v>
                </c:pt>
                <c:pt idx="544">
                  <c:v>0.0237494670697</c:v>
                </c:pt>
                <c:pt idx="545">
                  <c:v>0.0238451987804</c:v>
                </c:pt>
                <c:pt idx="546">
                  <c:v>0.0239415226863</c:v>
                </c:pt>
                <c:pt idx="547">
                  <c:v>0.0240384437469</c:v>
                </c:pt>
                <c:pt idx="548">
                  <c:v>0.0241359669746</c:v>
                </c:pt>
                <c:pt idx="549">
                  <c:v>0.024234097434</c:v>
                </c:pt>
                <c:pt idx="550">
                  <c:v>0.0243328402437</c:v>
                </c:pt>
                <c:pt idx="551">
                  <c:v>0.0244322005763</c:v>
                </c:pt>
                <c:pt idx="552">
                  <c:v>0.0245321836594</c:v>
                </c:pt>
                <c:pt idx="553">
                  <c:v>0.0246327947761</c:v>
                </c:pt>
                <c:pt idx="554">
                  <c:v>0.0247340392659</c:v>
                </c:pt>
                <c:pt idx="555">
                  <c:v>0.0248359225251</c:v>
                </c:pt>
                <c:pt idx="556">
                  <c:v>0.0249384500081</c:v>
                </c:pt>
                <c:pt idx="557">
                  <c:v>0.0250416272274</c:v>
                </c:pt>
                <c:pt idx="558">
                  <c:v>0.025145459755</c:v>
                </c:pt>
                <c:pt idx="559">
                  <c:v>0.0252499532227</c:v>
                </c:pt>
                <c:pt idx="560">
                  <c:v>0.025355113323</c:v>
                </c:pt>
                <c:pt idx="561">
                  <c:v>0.0254609458101</c:v>
                </c:pt>
                <c:pt idx="562">
                  <c:v>0.0255674565005</c:v>
                </c:pt>
                <c:pt idx="563">
                  <c:v>0.0256746512736</c:v>
                </c:pt>
                <c:pt idx="564">
                  <c:v>0.0257825360729</c:v>
                </c:pt>
                <c:pt idx="565">
                  <c:v>0.0258911169066</c:v>
                </c:pt>
                <c:pt idx="566">
                  <c:v>0.0260003998485</c:v>
                </c:pt>
                <c:pt idx="567">
                  <c:v>0.0261103910389</c:v>
                </c:pt>
                <c:pt idx="568">
                  <c:v>0.0262210966852</c:v>
                </c:pt>
                <c:pt idx="569">
                  <c:v>0.0263325230633</c:v>
                </c:pt>
                <c:pt idx="570">
                  <c:v>0.0264446765178</c:v>
                </c:pt>
                <c:pt idx="571">
                  <c:v>0.0265575634635</c:v>
                </c:pt>
                <c:pt idx="572">
                  <c:v>0.026671190386</c:v>
                </c:pt>
                <c:pt idx="573">
                  <c:v>0.0267855638427</c:v>
                </c:pt>
                <c:pt idx="574">
                  <c:v>0.0269006904639</c:v>
                </c:pt>
                <c:pt idx="575">
                  <c:v>0.0270165769532</c:v>
                </c:pt>
                <c:pt idx="576">
                  <c:v>0.0271332300894</c:v>
                </c:pt>
                <c:pt idx="577">
                  <c:v>0.0272506567265</c:v>
                </c:pt>
                <c:pt idx="578">
                  <c:v>0.0273688637955</c:v>
                </c:pt>
                <c:pt idx="579">
                  <c:v>0.0274878583047</c:v>
                </c:pt>
                <c:pt idx="580">
                  <c:v>0.0276076473415</c:v>
                </c:pt>
                <c:pt idx="581">
                  <c:v>0.0277282380728</c:v>
                </c:pt>
                <c:pt idx="582">
                  <c:v>0.0278496377462</c:v>
                </c:pt>
                <c:pt idx="583">
                  <c:v>0.0279718536913</c:v>
                </c:pt>
                <c:pt idx="584">
                  <c:v>0.0280948933208</c:v>
                </c:pt>
                <c:pt idx="585">
                  <c:v>0.0282187641313</c:v>
                </c:pt>
                <c:pt idx="586">
                  <c:v>0.0283434737046</c:v>
                </c:pt>
                <c:pt idx="587">
                  <c:v>0.0284690297087</c:v>
                </c:pt>
                <c:pt idx="588">
                  <c:v>0.0285954398995</c:v>
                </c:pt>
                <c:pt idx="589">
                  <c:v>0.0287227121211</c:v>
                </c:pt>
                <c:pt idx="590">
                  <c:v>0.0288508543077</c:v>
                </c:pt>
                <c:pt idx="591">
                  <c:v>0.0289798744846</c:v>
                </c:pt>
                <c:pt idx="592">
                  <c:v>0.0291097807692</c:v>
                </c:pt>
                <c:pt idx="593">
                  <c:v>0.0292405813726</c:v>
                </c:pt>
                <c:pt idx="594">
                  <c:v>0.0293722846008</c:v>
                </c:pt>
                <c:pt idx="595">
                  <c:v>0.0295048988555</c:v>
                </c:pt>
                <c:pt idx="596">
                  <c:v>0.0296384326362</c:v>
                </c:pt>
                <c:pt idx="597">
                  <c:v>0.029772894541</c:v>
                </c:pt>
                <c:pt idx="598">
                  <c:v>0.0299082932679</c:v>
                </c:pt>
                <c:pt idx="599">
                  <c:v>0.0300446376165</c:v>
                </c:pt>
                <c:pt idx="600">
                  <c:v>0.0301819364892</c:v>
                </c:pt>
                <c:pt idx="601">
                  <c:v>0.0303201988925</c:v>
                </c:pt>
                <c:pt idx="602">
                  <c:v>0.0304594339387</c:v>
                </c:pt>
                <c:pt idx="603">
                  <c:v>0.030599650847</c:v>
                </c:pt>
                <c:pt idx="604">
                  <c:v>0.0307408589453</c:v>
                </c:pt>
                <c:pt idx="605">
                  <c:v>0.0308830676715</c:v>
                </c:pt>
                <c:pt idx="606">
                  <c:v>0.031026286575</c:v>
                </c:pt>
                <c:pt idx="607">
                  <c:v>0.0311705253184</c:v>
                </c:pt>
                <c:pt idx="608">
                  <c:v>0.031315793679</c:v>
                </c:pt>
                <c:pt idx="609">
                  <c:v>0.0314621015501</c:v>
                </c:pt>
                <c:pt idx="610">
                  <c:v>0.0316094589431</c:v>
                </c:pt>
                <c:pt idx="611">
                  <c:v>0.0317578759888</c:v>
                </c:pt>
                <c:pt idx="612">
                  <c:v>0.0319073629391</c:v>
                </c:pt>
                <c:pt idx="613">
                  <c:v>0.0320579301688</c:v>
                </c:pt>
                <c:pt idx="614">
                  <c:v>0.032209588177</c:v>
                </c:pt>
                <c:pt idx="615">
                  <c:v>0.0323623475894</c:v>
                </c:pt>
                <c:pt idx="616">
                  <c:v>0.0325162191594</c:v>
                </c:pt>
                <c:pt idx="617">
                  <c:v>0.0326712137705</c:v>
                </c:pt>
                <c:pt idx="618">
                  <c:v>0.0328273424376</c:v>
                </c:pt>
                <c:pt idx="619">
                  <c:v>0.0329846163091</c:v>
                </c:pt>
                <c:pt idx="620">
                  <c:v>0.0331430466687</c:v>
                </c:pt>
                <c:pt idx="621">
                  <c:v>0.0333026449373</c:v>
                </c:pt>
                <c:pt idx="622">
                  <c:v>0.0334634226751</c:v>
                </c:pt>
                <c:pt idx="623">
                  <c:v>0.0336253915832</c:v>
                </c:pt>
                <c:pt idx="624">
                  <c:v>0.0337885635059</c:v>
                </c:pt>
                <c:pt idx="625">
                  <c:v>0.0339529504324</c:v>
                </c:pt>
                <c:pt idx="626">
                  <c:v>0.0341185644993</c:v>
                </c:pt>
                <c:pt idx="627">
                  <c:v>0.0342854179921</c:v>
                </c:pt>
                <c:pt idx="628">
                  <c:v>0.0344535233478</c:v>
                </c:pt>
                <c:pt idx="629">
                  <c:v>0.0346228931568</c:v>
                </c:pt>
                <c:pt idx="630">
                  <c:v>0.034793540165</c:v>
                </c:pt>
                <c:pt idx="631">
                  <c:v>0.0349654772762</c:v>
                </c:pt>
                <c:pt idx="632">
                  <c:v>0.0351387175541</c:v>
                </c:pt>
                <c:pt idx="633">
                  <c:v>0.035313274225</c:v>
                </c:pt>
                <c:pt idx="634">
                  <c:v>0.0354891606794</c:v>
                </c:pt>
                <c:pt idx="635">
                  <c:v>0.0356663904748</c:v>
                </c:pt>
                <c:pt idx="636">
                  <c:v>0.0358449773383</c:v>
                </c:pt>
                <c:pt idx="637">
                  <c:v>0.0360249351683</c:v>
                </c:pt>
                <c:pt idx="638">
                  <c:v>0.0362062780376</c:v>
                </c:pt>
                <c:pt idx="639">
                  <c:v>0.0363890201953</c:v>
                </c:pt>
                <c:pt idx="640">
                  <c:v>0.0365731760699</c:v>
                </c:pt>
                <c:pt idx="641">
                  <c:v>0.0367587602714</c:v>
                </c:pt>
                <c:pt idx="642">
                  <c:v>0.036945787594</c:v>
                </c:pt>
                <c:pt idx="643">
                  <c:v>0.0371342730188</c:v>
                </c:pt>
                <c:pt idx="644">
                  <c:v>0.0373242317164</c:v>
                </c:pt>
                <c:pt idx="645">
                  <c:v>0.0375156790496</c:v>
                </c:pt>
                <c:pt idx="646">
                  <c:v>0.037708630576</c:v>
                </c:pt>
                <c:pt idx="647">
                  <c:v>0.0379031020512</c:v>
                </c:pt>
                <c:pt idx="648">
                  <c:v>0.0380991094309</c:v>
                </c:pt>
                <c:pt idx="649">
                  <c:v>0.0382966688745</c:v>
                </c:pt>
                <c:pt idx="650">
                  <c:v>0.0384957967476</c:v>
                </c:pt>
                <c:pt idx="651">
                  <c:v>0.0386965096249</c:v>
                </c:pt>
                <c:pt idx="652">
                  <c:v>0.0388988242933</c:v>
                </c:pt>
                <c:pt idx="653">
                  <c:v>0.0391027577548</c:v>
                </c:pt>
                <c:pt idx="654">
                  <c:v>0.0393083272299</c:v>
                </c:pt>
                <c:pt idx="655">
                  <c:v>0.0395155501601</c:v>
                </c:pt>
                <c:pt idx="656">
                  <c:v>0.0397244442117</c:v>
                </c:pt>
                <c:pt idx="657">
                  <c:v>0.0399350272783</c:v>
                </c:pt>
                <c:pt idx="658">
                  <c:v>0.0401473174848</c:v>
                </c:pt>
                <c:pt idx="659">
                  <c:v>0.0403613331901</c:v>
                </c:pt>
                <c:pt idx="660">
                  <c:v>0.0405770929904</c:v>
                </c:pt>
                <c:pt idx="661">
                  <c:v>0.040794615723</c:v>
                </c:pt>
                <c:pt idx="662">
                  <c:v>0.0410139204694</c:v>
                </c:pt>
                <c:pt idx="663">
                  <c:v>0.0412350265588</c:v>
                </c:pt>
                <c:pt idx="664">
                  <c:v>0.0414579535715</c:v>
                </c:pt>
                <c:pt idx="665">
                  <c:v>0.0416827213426</c:v>
                </c:pt>
                <c:pt idx="666">
                  <c:v>0.0419093499655</c:v>
                </c:pt>
                <c:pt idx="667">
                  <c:v>0.0421378597957</c:v>
                </c:pt>
                <c:pt idx="668">
                  <c:v>0.0423682714542</c:v>
                </c:pt>
                <c:pt idx="669">
                  <c:v>0.0426006058313</c:v>
                </c:pt>
                <c:pt idx="670">
                  <c:v>0.0428348840905</c:v>
                </c:pt>
                <c:pt idx="671">
                  <c:v>0.0430711276723</c:v>
                </c:pt>
                <c:pt idx="672">
                  <c:v>0.0433093582979</c:v>
                </c:pt>
                <c:pt idx="673">
                  <c:v>0.0435495979732</c:v>
                </c:pt>
                <c:pt idx="674">
                  <c:v>0.0437918689928</c:v>
                </c:pt>
                <c:pt idx="675">
                  <c:v>0.044036193944</c:v>
                </c:pt>
                <c:pt idx="676">
                  <c:v>0.0442825957106</c:v>
                </c:pt>
                <c:pt idx="677">
                  <c:v>0.0445310974775</c:v>
                </c:pt>
                <c:pt idx="678">
                  <c:v>0.0447817227343</c:v>
                </c:pt>
                <c:pt idx="679">
                  <c:v>0.0450344952796</c:v>
                </c:pt>
                <c:pt idx="680">
                  <c:v>0.0452894392256</c:v>
                </c:pt>
                <c:pt idx="681">
                  <c:v>0.0455465790019</c:v>
                </c:pt>
                <c:pt idx="682">
                  <c:v>0.04580593936</c:v>
                </c:pt>
                <c:pt idx="683">
                  <c:v>0.0460675453778</c:v>
                </c:pt>
                <c:pt idx="684">
                  <c:v>0.0463314224637</c:v>
                </c:pt>
                <c:pt idx="685">
                  <c:v>0.0465975963611</c:v>
                </c:pt>
                <c:pt idx="686">
                  <c:v>0.0468660931533</c:v>
                </c:pt>
                <c:pt idx="687">
                  <c:v>0.0471369392673</c:v>
                </c:pt>
                <c:pt idx="688">
                  <c:v>0.0474101614789</c:v>
                </c:pt>
                <c:pt idx="689">
                  <c:v>0.0476857869173</c:v>
                </c:pt>
                <c:pt idx="690">
                  <c:v>0.0479638430693</c:v>
                </c:pt>
                <c:pt idx="691">
                  <c:v>0.0482443577844</c:v>
                </c:pt>
                <c:pt idx="692">
                  <c:v>0.0485273592792</c:v>
                </c:pt>
                <c:pt idx="693">
                  <c:v>0.0488128761424</c:v>
                </c:pt>
                <c:pt idx="694">
                  <c:v>0.0491009373394</c:v>
                </c:pt>
                <c:pt idx="695">
                  <c:v>0.0493915722173</c:v>
                </c:pt>
                <c:pt idx="696">
                  <c:v>0.0496848105092</c:v>
                </c:pt>
                <c:pt idx="697">
                  <c:v>0.0499806823398</c:v>
                </c:pt>
                <c:pt idx="698">
                  <c:v>0.0502792182296</c:v>
                </c:pt>
                <c:pt idx="699">
                  <c:v>0.0505804491004</c:v>
                </c:pt>
                <c:pt idx="700">
                  <c:v>0.0508844062795</c:v>
                </c:pt>
                <c:pt idx="701">
                  <c:v>0.0511911215055</c:v>
                </c:pt>
                <c:pt idx="702">
                  <c:v>0.0515006269325</c:v>
                </c:pt>
                <c:pt idx="703">
                  <c:v>0.0518129551353</c:v>
                </c:pt>
                <c:pt idx="704">
                  <c:v>0.0521281391147</c:v>
                </c:pt>
                <c:pt idx="705">
                  <c:v>0.052446212302</c:v>
                </c:pt>
                <c:pt idx="706">
                  <c:v>0.052767208564</c:v>
                </c:pt>
                <c:pt idx="707">
                  <c:v>0.0530911622085</c:v>
                </c:pt>
                <c:pt idx="708">
                  <c:v>0.0534181079886</c:v>
                </c:pt>
                <c:pt idx="709">
                  <c:v>0.0537480811081</c:v>
                </c:pt>
                <c:pt idx="710">
                  <c:v>0.0540811172261</c:v>
                </c:pt>
                <c:pt idx="711">
                  <c:v>0.0544172524623</c:v>
                </c:pt>
                <c:pt idx="712">
                  <c:v>0.0547565234016</c:v>
                </c:pt>
                <c:pt idx="713">
                  <c:v>0.0550989670991</c:v>
                </c:pt>
                <c:pt idx="714">
                  <c:v>0.0554446210847</c:v>
                </c:pt>
                <c:pt idx="715">
                  <c:v>0.0557935233682</c:v>
                </c:pt>
                <c:pt idx="716">
                  <c:v>0.0561457124439</c:v>
                </c:pt>
                <c:pt idx="717">
                  <c:v>0.0565012272954</c:v>
                </c:pt>
                <c:pt idx="718">
                  <c:v>0.0568601073997</c:v>
                </c:pt>
                <c:pt idx="719">
                  <c:v>0.0572223927325</c:v>
                </c:pt>
                <c:pt idx="720">
                  <c:v>0.0575881237722</c:v>
                </c:pt>
                <c:pt idx="721">
                  <c:v>0.0579573415043</c:v>
                </c:pt>
                <c:pt idx="722">
                  <c:v>0.0583300874261</c:v>
                </c:pt>
                <c:pt idx="723">
                  <c:v>0.0587064035502</c:v>
                </c:pt>
                <c:pt idx="724">
                  <c:v>0.0590863324093</c:v>
                </c:pt>
                <c:pt idx="725">
                  <c:v>0.0594699170596</c:v>
                </c:pt>
                <c:pt idx="726">
                  <c:v>0.0598572010849</c:v>
                </c:pt>
                <c:pt idx="727">
                  <c:v>0.0602482286003</c:v>
                </c:pt>
                <c:pt idx="728">
                  <c:v>0.0606430442558</c:v>
                </c:pt>
                <c:pt idx="729">
                  <c:v>0.0610416932392</c:v>
                </c:pt>
                <c:pt idx="730">
                  <c:v>0.0614442212798</c:v>
                </c:pt>
                <c:pt idx="731">
                  <c:v>0.0618506746513</c:v>
                </c:pt>
                <c:pt idx="732">
                  <c:v>0.0622611001743</c:v>
                </c:pt>
                <c:pt idx="733">
                  <c:v>0.0626755452192</c:v>
                </c:pt>
                <c:pt idx="734">
                  <c:v>0.0630940577082</c:v>
                </c:pt>
                <c:pt idx="735">
                  <c:v>0.0635166861177</c:v>
                </c:pt>
                <c:pt idx="736">
                  <c:v>0.06394347948</c:v>
                </c:pt>
                <c:pt idx="737">
                  <c:v>0.0643744873847</c:v>
                </c:pt>
                <c:pt idx="738">
                  <c:v>0.0648097599799</c:v>
                </c:pt>
                <c:pt idx="739">
                  <c:v>0.0652493479734</c:v>
                </c:pt>
                <c:pt idx="740">
                  <c:v>0.065693302633</c:v>
                </c:pt>
                <c:pt idx="741">
                  <c:v>0.0661416757868</c:v>
                </c:pt>
                <c:pt idx="742">
                  <c:v>0.0665945198228</c:v>
                </c:pt>
                <c:pt idx="743">
                  <c:v>0.0670518876886</c:v>
                </c:pt>
                <c:pt idx="744">
                  <c:v>0.0675138328902</c:v>
                </c:pt>
                <c:pt idx="745">
                  <c:v>0.0679804094907</c:v>
                </c:pt>
                <c:pt idx="746">
                  <c:v>0.068451672108</c:v>
                </c:pt>
                <c:pt idx="747">
                  <c:v>0.0689276759127</c:v>
                </c:pt>
                <c:pt idx="748">
                  <c:v>0.069408476625</c:v>
                </c:pt>
                <c:pt idx="749">
                  <c:v>0.069894130511</c:v>
                </c:pt>
                <c:pt idx="750">
                  <c:v>0.0703846943788</c:v>
                </c:pt>
                <c:pt idx="751">
                  <c:v>0.0708802255736</c:v>
                </c:pt>
                <c:pt idx="752">
                  <c:v>0.0713807819724</c:v>
                </c:pt>
                <c:pt idx="753">
                  <c:v>0.0718864219778</c:v>
                </c:pt>
                <c:pt idx="754">
                  <c:v>0.0723972045113</c:v>
                </c:pt>
                <c:pt idx="755">
                  <c:v>0.0729131890057</c:v>
                </c:pt>
                <c:pt idx="756">
                  <c:v>0.073434435397</c:v>
                </c:pt>
                <c:pt idx="757">
                  <c:v>0.0739610041148</c:v>
                </c:pt>
                <c:pt idx="758">
                  <c:v>0.0744929560728</c:v>
                </c:pt>
                <c:pt idx="759">
                  <c:v>0.0750303526575</c:v>
                </c:pt>
                <c:pt idx="760">
                  <c:v>0.0755732557165</c:v>
                </c:pt>
                <c:pt idx="761">
                  <c:v>0.076121727546</c:v>
                </c:pt>
                <c:pt idx="762">
                  <c:v>0.0766758308763</c:v>
                </c:pt>
                <c:pt idx="763">
                  <c:v>0.0772356288575</c:v>
                </c:pt>
                <c:pt idx="764">
                  <c:v>0.0778011850432</c:v>
                </c:pt>
                <c:pt idx="765">
                  <c:v>0.0783725633734</c:v>
                </c:pt>
                <c:pt idx="766">
                  <c:v>0.078949828156</c:v>
                </c:pt>
                <c:pt idx="767">
                  <c:v>0.0795330440476</c:v>
                </c:pt>
                <c:pt idx="768">
                  <c:v>0.0801222760319</c:v>
                </c:pt>
                <c:pt idx="769">
                  <c:v>0.080717589398</c:v>
                </c:pt>
                <c:pt idx="770">
                  <c:v>0.0813190497167</c:v>
                </c:pt>
                <c:pt idx="771">
                  <c:v>0.0819267228148</c:v>
                </c:pt>
                <c:pt idx="772">
                  <c:v>0.0825406747493</c:v>
                </c:pt>
                <c:pt idx="773">
                  <c:v>0.0831609717785</c:v>
                </c:pt>
                <c:pt idx="774">
                  <c:v>0.0837876803327</c:v>
                </c:pt>
                <c:pt idx="775">
                  <c:v>0.0844208669825</c:v>
                </c:pt>
                <c:pt idx="776">
                  <c:v>0.0850605984056</c:v>
                </c:pt>
                <c:pt idx="777">
                  <c:v>0.085706941352</c:v>
                </c:pt>
                <c:pt idx="778">
                  <c:v>0.086359962607</c:v>
                </c:pt>
                <c:pt idx="779">
                  <c:v>0.0870197289529</c:v>
                </c:pt>
                <c:pt idx="780">
                  <c:v>0.0876863071278</c:v>
                </c:pt>
                <c:pt idx="781">
                  <c:v>0.0883597637837</c:v>
                </c:pt>
                <c:pt idx="782">
                  <c:v>0.0890401654412</c:v>
                </c:pt>
                <c:pt idx="783">
                  <c:v>0.0897275784431</c:v>
                </c:pt>
                <c:pt idx="784">
                  <c:v>0.0904220689055</c:v>
                </c:pt>
                <c:pt idx="785">
                  <c:v>0.0911237026665</c:v>
                </c:pt>
                <c:pt idx="786">
                  <c:v>0.0918325452329</c:v>
                </c:pt>
                <c:pt idx="787">
                  <c:v>0.0925486617248</c:v>
                </c:pt>
                <c:pt idx="788">
                  <c:v>0.0932721168169</c:v>
                </c:pt>
                <c:pt idx="789">
                  <c:v>0.094002974679</c:v>
                </c:pt>
                <c:pt idx="790">
                  <c:v>0.0947412989124</c:v>
                </c:pt>
                <c:pt idx="791">
                  <c:v>0.0954871524848</c:v>
                </c:pt>
                <c:pt idx="792">
                  <c:v>0.0962405976627</c:v>
                </c:pt>
                <c:pt idx="793">
                  <c:v>0.0970016959408</c:v>
                </c:pt>
                <c:pt idx="794">
                  <c:v>0.0977705079693</c:v>
                </c:pt>
                <c:pt idx="795">
                  <c:v>0.0985470934782</c:v>
                </c:pt>
                <c:pt idx="796">
                  <c:v>0.0993315111993</c:v>
                </c:pt>
                <c:pt idx="797">
                  <c:v>0.100123818785</c:v>
                </c:pt>
                <c:pt idx="798">
                  <c:v>0.100924072727</c:v>
                </c:pt>
                <c:pt idx="799">
                  <c:v>0.101732328267</c:v>
                </c:pt>
                <c:pt idx="800">
                  <c:v>0.102548639311</c:v>
                </c:pt>
                <c:pt idx="801">
                  <c:v>0.103373058338</c:v>
                </c:pt>
                <c:pt idx="802">
                  <c:v>0.104205636303</c:v>
                </c:pt>
                <c:pt idx="803">
                  <c:v>0.105046422546</c:v>
                </c:pt>
                <c:pt idx="804">
                  <c:v>0.10589546469</c:v>
                </c:pt>
                <c:pt idx="805">
                  <c:v>0.106752808541</c:v>
                </c:pt>
                <c:pt idx="806">
                  <c:v>0.107618497982</c:v>
                </c:pt>
                <c:pt idx="807">
                  <c:v>0.108492574872</c:v>
                </c:pt>
                <c:pt idx="808">
                  <c:v>0.109375078934</c:v>
                </c:pt>
                <c:pt idx="809">
                  <c:v>0.110266047648</c:v>
                </c:pt>
                <c:pt idx="810">
                  <c:v>0.111165516136</c:v>
                </c:pt>
                <c:pt idx="811">
                  <c:v>0.11207351705</c:v>
                </c:pt>
                <c:pt idx="812">
                  <c:v>0.112990080456</c:v>
                </c:pt>
                <c:pt idx="813">
                  <c:v>0.113915233717</c:v>
                </c:pt>
                <c:pt idx="814">
                  <c:v>0.114849001374</c:v>
                </c:pt>
                <c:pt idx="815">
                  <c:v>0.115791405027</c:v>
                </c:pt>
                <c:pt idx="816">
                  <c:v>0.116742463213</c:v>
                </c:pt>
                <c:pt idx="817">
                  <c:v>0.117702191286</c:v>
                </c:pt>
                <c:pt idx="818">
                  <c:v>0.118670601293</c:v>
                </c:pt>
                <c:pt idx="819">
                  <c:v>0.119647701854</c:v>
                </c:pt>
                <c:pt idx="820">
                  <c:v>0.120633498036</c:v>
                </c:pt>
                <c:pt idx="821">
                  <c:v>0.121627991235</c:v>
                </c:pt>
                <c:pt idx="822">
                  <c:v>0.122631179051</c:v>
                </c:pt>
                <c:pt idx="823">
                  <c:v>0.123643055169</c:v>
                </c:pt>
                <c:pt idx="824">
                  <c:v>0.124663609238</c:v>
                </c:pt>
                <c:pt idx="825">
                  <c:v>0.125692826754</c:v>
                </c:pt>
                <c:pt idx="826">
                  <c:v>0.126730688943</c:v>
                </c:pt>
                <c:pt idx="827">
                  <c:v>0.127777172649</c:v>
                </c:pt>
                <c:pt idx="828">
                  <c:v>0.128832250219</c:v>
                </c:pt>
                <c:pt idx="829">
                  <c:v>0.129895889397</c:v>
                </c:pt>
                <c:pt idx="830">
                  <c:v>0.130968053222</c:v>
                </c:pt>
                <c:pt idx="831">
                  <c:v>0.132048699923</c:v>
                </c:pt>
                <c:pt idx="832">
                  <c:v>0.133137782823</c:v>
                </c:pt>
                <c:pt idx="833">
                  <c:v>0.134235250251</c:v>
                </c:pt>
                <c:pt idx="834">
                  <c:v>0.135341045451</c:v>
                </c:pt>
                <c:pt idx="835">
                  <c:v>0.136455106506</c:v>
                </c:pt>
                <c:pt idx="836">
                  <c:v>0.137577366259</c:v>
                </c:pt>
                <c:pt idx="837">
                  <c:v>0.13870775225</c:v>
                </c:pt>
                <c:pt idx="838">
                  <c:v>0.139846186652</c:v>
                </c:pt>
                <c:pt idx="839">
                  <c:v>0.140992586218</c:v>
                </c:pt>
                <c:pt idx="840">
                  <c:v>0.142146862237</c:v>
                </c:pt>
                <c:pt idx="841">
                  <c:v>0.143308920498</c:v>
                </c:pt>
                <c:pt idx="842">
                  <c:v>0.14447866126</c:v>
                </c:pt>
                <c:pt idx="843">
                  <c:v>0.145655979234</c:v>
                </c:pt>
                <c:pt idx="844">
                  <c:v>0.146840763577</c:v>
                </c:pt>
                <c:pt idx="845">
                  <c:v>0.148032897888</c:v>
                </c:pt>
                <c:pt idx="846">
                  <c:v>0.149232260225</c:v>
                </c:pt>
                <c:pt idx="847">
                  <c:v>0.150438723123</c:v>
                </c:pt>
                <c:pt idx="848">
                  <c:v>0.151652153628</c:v>
                </c:pt>
                <c:pt idx="849">
                  <c:v>0.152872413343</c:v>
                </c:pt>
                <c:pt idx="850">
                  <c:v>0.154099358484</c:v>
                </c:pt>
                <c:pt idx="851">
                  <c:v>0.155332839945</c:v>
                </c:pt>
                <c:pt idx="852">
                  <c:v>0.156572703379</c:v>
                </c:pt>
                <c:pt idx="853">
                  <c:v>0.15781878929</c:v>
                </c:pt>
                <c:pt idx="854">
                  <c:v>0.159070933136</c:v>
                </c:pt>
                <c:pt idx="855">
                  <c:v>0.160328965441</c:v>
                </c:pt>
                <c:pt idx="856">
                  <c:v>0.161592711928</c:v>
                </c:pt>
                <c:pt idx="857">
                  <c:v>0.162861993651</c:v>
                </c:pt>
                <c:pt idx="858">
                  <c:v>0.164136627151</c:v>
                </c:pt>
                <c:pt idx="859">
                  <c:v>0.165416424616</c:v>
                </c:pt>
                <c:pt idx="860">
                  <c:v>0.166701194055</c:v>
                </c:pt>
                <c:pt idx="861">
                  <c:v>0.16799073948</c:v>
                </c:pt>
                <c:pt idx="862">
                  <c:v>0.169284861103</c:v>
                </c:pt>
                <c:pt idx="863">
                  <c:v>0.170583355541</c:v>
                </c:pt>
                <c:pt idx="864">
                  <c:v>0.171886016031</c:v>
                </c:pt>
                <c:pt idx="865">
                  <c:v>0.17319263265</c:v>
                </c:pt>
                <c:pt idx="866">
                  <c:v>0.174502992554</c:v>
                </c:pt>
                <c:pt idx="867">
                  <c:v>0.175816880213</c:v>
                </c:pt>
                <c:pt idx="868">
                  <c:v>0.177134077663</c:v>
                </c:pt>
                <c:pt idx="869">
                  <c:v>0.178454364757</c:v>
                </c:pt>
                <c:pt idx="870">
                  <c:v>0.17977751943</c:v>
                </c:pt>
                <c:pt idx="871">
                  <c:v>0.181103317962</c:v>
                </c:pt>
                <c:pt idx="872">
                  <c:v>0.182431535249</c:v>
                </c:pt>
                <c:pt idx="873">
                  <c:v>0.18376194508</c:v>
                </c:pt>
                <c:pt idx="874">
                  <c:v>0.185094320411</c:v>
                </c:pt>
                <c:pt idx="875">
                  <c:v>0.186428433643</c:v>
                </c:pt>
                <c:pt idx="876">
                  <c:v>0.187764056907</c:v>
                </c:pt>
                <c:pt idx="877">
                  <c:v>0.189100962342</c:v>
                </c:pt>
                <c:pt idx="878">
                  <c:v>0.190438922374</c:v>
                </c:pt>
                <c:pt idx="879">
                  <c:v>0.191777709998</c:v>
                </c:pt>
                <c:pt idx="880">
                  <c:v>0.193117099051</c:v>
                </c:pt>
                <c:pt idx="881">
                  <c:v>0.194456864488</c:v>
                </c:pt>
                <c:pt idx="882">
                  <c:v>0.195796782649</c:v>
                </c:pt>
                <c:pt idx="883">
                  <c:v>0.197136631527</c:v>
                </c:pt>
                <c:pt idx="884">
                  <c:v>0.198476191027</c:v>
                </c:pt>
                <c:pt idx="885">
                  <c:v>0.199815243217</c:v>
                </c:pt>
                <c:pt idx="886">
                  <c:v>0.201153572576</c:v>
                </c:pt>
                <c:pt idx="887">
                  <c:v>0.202490966233</c:v>
                </c:pt>
                <c:pt idx="888">
                  <c:v>0.203827214198</c:v>
                </c:pt>
                <c:pt idx="889">
                  <c:v>0.205162109584</c:v>
                </c:pt>
                <c:pt idx="890">
                  <c:v>0.206495448819</c:v>
                </c:pt>
                <c:pt idx="891">
                  <c:v>0.207827031851</c:v>
                </c:pt>
                <c:pt idx="892">
                  <c:v>0.209156662339</c:v>
                </c:pt>
                <c:pt idx="893">
                  <c:v>0.210484147837</c:v>
                </c:pt>
                <c:pt idx="894">
                  <c:v>0.211809299964</c:v>
                </c:pt>
                <c:pt idx="895">
                  <c:v>0.213131934566</c:v>
                </c:pt>
                <c:pt idx="896">
                  <c:v>0.214451871865</c:v>
                </c:pt>
                <c:pt idx="897">
                  <c:v>0.215768936595</c:v>
                </c:pt>
                <c:pt idx="898">
                  <c:v>0.217082958131</c:v>
                </c:pt>
                <c:pt idx="899">
                  <c:v>0.218393770597</c:v>
                </c:pt>
                <c:pt idx="900">
                  <c:v>0.219701212978</c:v>
                </c:pt>
                <c:pt idx="901">
                  <c:v>0.2210051292</c:v>
                </c:pt>
                <c:pt idx="902">
                  <c:v>0.222305368217</c:v>
                </c:pt>
                <c:pt idx="903">
                  <c:v>0.223601784075</c:v>
                </c:pt>
                <c:pt idx="904">
                  <c:v>0.224894235969</c:v>
                </c:pt>
                <c:pt idx="905">
                  <c:v>0.226182588287</c:v>
                </c:pt>
                <c:pt idx="906">
                  <c:v>0.227466710644</c:v>
                </c:pt>
                <c:pt idx="907">
                  <c:v>0.228746477907</c:v>
                </c:pt>
                <c:pt idx="908">
                  <c:v>0.230021770206</c:v>
                </c:pt>
                <c:pt idx="909">
                  <c:v>0.231292472937</c:v>
                </c:pt>
                <c:pt idx="910">
                  <c:v>0.232558476754</c:v>
                </c:pt>
                <c:pt idx="911">
                  <c:v>0.233819677557</c:v>
                </c:pt>
                <c:pt idx="912">
                  <c:v>0.235075976459</c:v>
                </c:pt>
                <c:pt idx="913">
                  <c:v>0.236327279761</c:v>
                </c:pt>
                <c:pt idx="914">
                  <c:v>0.237573498902</c:v>
                </c:pt>
                <c:pt idx="915">
                  <c:v>0.238814550413</c:v>
                </c:pt>
                <c:pt idx="916">
                  <c:v>0.240050355861</c:v>
                </c:pt>
                <c:pt idx="917">
                  <c:v>0.241280841782</c:v>
                </c:pt>
                <c:pt idx="918">
                  <c:v>0.242505939611</c:v>
                </c:pt>
                <c:pt idx="919">
                  <c:v>0.243725585609</c:v>
                </c:pt>
                <c:pt idx="920">
                  <c:v>0.244939720776</c:v>
                </c:pt>
                <c:pt idx="921">
                  <c:v>0.246148290769</c:v>
                </c:pt>
                <c:pt idx="922">
                  <c:v>0.247351245805</c:v>
                </c:pt>
                <c:pt idx="923">
                  <c:v>0.248548540572</c:v>
                </c:pt>
                <c:pt idx="924">
                  <c:v>0.249740134122</c:v>
                </c:pt>
                <c:pt idx="925">
                  <c:v>0.250925989773</c:v>
                </c:pt>
                <c:pt idx="926">
                  <c:v>0.252106075001</c:v>
                </c:pt>
                <c:pt idx="927">
                  <c:v>0.253280361331</c:v>
                </c:pt>
                <c:pt idx="928">
                  <c:v>0.254448824229</c:v>
                </c:pt>
                <c:pt idx="929">
                  <c:v>0.255611442985</c:v>
                </c:pt>
                <c:pt idx="930">
                  <c:v>0.256768200601</c:v>
                </c:pt>
                <c:pt idx="931">
                  <c:v>0.257919083676</c:v>
                </c:pt>
                <c:pt idx="932">
                  <c:v>0.25906408229</c:v>
                </c:pt>
                <c:pt idx="933">
                  <c:v>0.260203189883</c:v>
                </c:pt>
                <c:pt idx="934">
                  <c:v>0.261336403143</c:v>
                </c:pt>
                <c:pt idx="935">
                  <c:v>0.262463721887</c:v>
                </c:pt>
                <c:pt idx="936">
                  <c:v>0.263585148943</c:v>
                </c:pt>
                <c:pt idx="937">
                  <c:v>0.264700690033</c:v>
                </c:pt>
                <c:pt idx="938">
                  <c:v>0.265810353658</c:v>
                </c:pt>
                <c:pt idx="939">
                  <c:v>0.266914150985</c:v>
                </c:pt>
                <c:pt idx="940">
                  <c:v>0.268012095729</c:v>
                </c:pt>
                <c:pt idx="941">
                  <c:v>0.269104204042</c:v>
                </c:pt>
                <c:pt idx="942">
                  <c:v>0.270190494404</c:v>
                </c:pt>
                <c:pt idx="943">
                  <c:v>0.271270987509</c:v>
                </c:pt>
                <c:pt idx="944">
                  <c:v>0.272345706159</c:v>
                </c:pt>
                <c:pt idx="945">
                  <c:v>0.273414675158</c:v>
                </c:pt>
                <c:pt idx="946">
                  <c:v>0.274477921206</c:v>
                </c:pt>
                <c:pt idx="947">
                  <c:v>0.2755354728</c:v>
                </c:pt>
                <c:pt idx="948">
                  <c:v>0.276587360128</c:v>
                </c:pt>
                <c:pt idx="949">
                  <c:v>0.277633614975</c:v>
                </c:pt>
                <c:pt idx="950">
                  <c:v>0.278674270625</c:v>
                </c:pt>
                <c:pt idx="951">
                  <c:v>0.279709361767</c:v>
                </c:pt>
                <c:pt idx="952">
                  <c:v>0.280738924404</c:v>
                </c:pt>
                <c:pt idx="953">
                  <c:v>0.281762995765</c:v>
                </c:pt>
                <c:pt idx="954">
                  <c:v>0.282781614215</c:v>
                </c:pt>
                <c:pt idx="955">
                  <c:v>0.28379481917</c:v>
                </c:pt>
                <c:pt idx="956">
                  <c:v>0.28480265102</c:v>
                </c:pt>
                <c:pt idx="957">
                  <c:v>0.285805151041</c:v>
                </c:pt>
                <c:pt idx="958">
                  <c:v>0.286802361326</c:v>
                </c:pt>
                <c:pt idx="959">
                  <c:v>0.287794324702</c:v>
                </c:pt>
                <c:pt idx="960">
                  <c:v>0.28878108466</c:v>
                </c:pt>
                <c:pt idx="961">
                  <c:v>0.289762685286</c:v>
                </c:pt>
                <c:pt idx="962">
                  <c:v>0.29073917119</c:v>
                </c:pt>
                <c:pt idx="963">
                  <c:v>0.29171058744</c:v>
                </c:pt>
                <c:pt idx="964">
                  <c:v>0.292676979499</c:v>
                </c:pt>
                <c:pt idx="965">
                  <c:v>0.293638393162</c:v>
                </c:pt>
                <c:pt idx="966">
                  <c:v>0.294594874495</c:v>
                </c:pt>
                <c:pt idx="967">
                  <c:v>0.295546469782</c:v>
                </c:pt>
                <c:pt idx="968">
                  <c:v>0.296493225463</c:v>
                </c:pt>
                <c:pt idx="969">
                  <c:v>0.297435188085</c:v>
                </c:pt>
                <c:pt idx="970">
                  <c:v>0.298372404247</c:v>
                </c:pt>
                <c:pt idx="971">
                  <c:v>0.299304920551</c:v>
                </c:pt>
                <c:pt idx="972">
                  <c:v>0.300232783557</c:v>
                </c:pt>
                <c:pt idx="973">
                  <c:v>0.30115603973</c:v>
                </c:pt>
                <c:pt idx="974">
                  <c:v>0.302074735402</c:v>
                </c:pt>
                <c:pt idx="975">
                  <c:v>0.302988916726</c:v>
                </c:pt>
                <c:pt idx="976">
                  <c:v>0.303898629633</c:v>
                </c:pt>
                <c:pt idx="977">
                  <c:v>0.304803919795</c:v>
                </c:pt>
                <c:pt idx="978">
                  <c:v>0.305704832587</c:v>
                </c:pt>
                <c:pt idx="979">
                  <c:v>0.306601413047</c:v>
                </c:pt>
                <c:pt idx="980">
                  <c:v>0.307493705845</c:v>
                </c:pt>
                <c:pt idx="981">
                  <c:v>0.308381755243</c:v>
                </c:pt>
                <c:pt idx="982">
                  <c:v>0.309265605069</c:v>
                </c:pt>
                <c:pt idx="983">
                  <c:v>0.31014529868</c:v>
                </c:pt>
                <c:pt idx="984">
                  <c:v>0.311020878934</c:v>
                </c:pt>
                <c:pt idx="985">
                  <c:v>0.311892388161</c:v>
                </c:pt>
                <c:pt idx="986">
                  <c:v>0.312759868134</c:v>
                </c:pt>
                <c:pt idx="987">
                  <c:v>0.313623360043</c:v>
                </c:pt>
                <c:pt idx="988">
                  <c:v>0.314482904467</c:v>
                </c:pt>
                <c:pt idx="989">
                  <c:v>0.315338541351</c:v>
                </c:pt>
                <c:pt idx="990">
                  <c:v>0.316190309979</c:v>
                </c:pt>
                <c:pt idx="991">
                  <c:v>0.317038248953</c:v>
                </c:pt>
                <c:pt idx="992">
                  <c:v>0.317882396172</c:v>
                </c:pt>
                <c:pt idx="993">
                  <c:v>0.318722788803</c:v>
                </c:pt>
                <c:pt idx="994">
                  <c:v>0.319559463268</c:v>
                </c:pt>
                <c:pt idx="995">
                  <c:v>0.320392455219</c:v>
                </c:pt>
                <c:pt idx="996">
                  <c:v>0.321221799519</c:v>
                </c:pt>
                <c:pt idx="997">
                  <c:v>0.322047530223</c:v>
                </c:pt>
                <c:pt idx="998">
                  <c:v>0.322869680559</c:v>
                </c:pt>
                <c:pt idx="999">
                  <c:v>0.323688282909</c:v>
                </c:pt>
                <c:pt idx="1000">
                  <c:v>0.324503368793</c:v>
                </c:pt>
                <c:pt idx="1001">
                  <c:v>0.325314968851</c:v>
                </c:pt>
                <c:pt idx="1002">
                  <c:v>0.326123112825</c:v>
                </c:pt>
                <c:pt idx="1003">
                  <c:v>0.326927829544</c:v>
                </c:pt>
                <c:pt idx="1004">
                  <c:v>0.327729146906</c:v>
                </c:pt>
                <c:pt idx="1005">
                  <c:v>0.328527091863</c:v>
                </c:pt>
                <c:pt idx="1006">
                  <c:v>0.329321690408</c:v>
                </c:pt>
                <c:pt idx="1007">
                  <c:v>0.330112967553</c:v>
                </c:pt>
                <c:pt idx="1008">
                  <c:v>0.330900947321</c:v>
                </c:pt>
                <c:pt idx="1009">
                  <c:v>0.331685652725</c:v>
                </c:pt>
                <c:pt idx="1010">
                  <c:v>0.332467105758</c:v>
                </c:pt>
                <c:pt idx="1011">
                  <c:v>0.333245327375</c:v>
                </c:pt>
                <c:pt idx="1012">
                  <c:v>0.334020337478</c:v>
                </c:pt>
                <c:pt idx="1013">
                  <c:v>0.334792154904</c:v>
                </c:pt>
                <c:pt idx="1014">
                  <c:v>0.33556079741</c:v>
                </c:pt>
                <c:pt idx="1015">
                  <c:v>0.336326281655</c:v>
                </c:pt>
                <c:pt idx="1016">
                  <c:v>0.337088623189</c:v>
                </c:pt>
                <c:pt idx="1017">
                  <c:v>0.337847836438</c:v>
                </c:pt>
                <c:pt idx="1018">
                  <c:v>0.338603934686</c:v>
                </c:pt>
                <c:pt idx="1019">
                  <c:v>0.339356930066</c:v>
                </c:pt>
                <c:pt idx="1020">
                  <c:v>0.34010683354</c:v>
                </c:pt>
                <c:pt idx="1021">
                  <c:v>0.340853654885</c:v>
                </c:pt>
                <c:pt idx="1022">
                  <c:v>0.341597402681</c:v>
                </c:pt>
                <c:pt idx="1023">
                  <c:v>0.342338084291</c:v>
                </c:pt>
                <c:pt idx="1024">
                  <c:v>0.343075705851</c:v>
                </c:pt>
                <c:pt idx="1025">
                  <c:v>0.343810272249</c:v>
                </c:pt>
                <c:pt idx="1026">
                  <c:v>0.344541787112</c:v>
                </c:pt>
                <c:pt idx="1027">
                  <c:v>0.345270252791</c:v>
                </c:pt>
                <c:pt idx="1028">
                  <c:v>0.34599567034</c:v>
                </c:pt>
                <c:pt idx="1029">
                  <c:v>0.346718039506</c:v>
                </c:pt>
                <c:pt idx="1030">
                  <c:v>0.347437358704</c:v>
                </c:pt>
                <c:pt idx="1031">
                  <c:v>0.34815362501</c:v>
                </c:pt>
                <c:pt idx="1032">
                  <c:v>0.348866834133</c:v>
                </c:pt>
                <c:pt idx="1033">
                  <c:v>0.349576980403</c:v>
                </c:pt>
                <c:pt idx="1034">
                  <c:v>0.350284056754</c:v>
                </c:pt>
                <c:pt idx="1035">
                  <c:v>0.350988054701</c:v>
                </c:pt>
                <c:pt idx="1036">
                  <c:v>0.351688964324</c:v>
                </c:pt>
                <c:pt idx="1037">
                  <c:v>0.352386774247</c:v>
                </c:pt>
                <c:pt idx="1038">
                  <c:v>0.35308147162</c:v>
                </c:pt>
                <c:pt idx="1039">
                  <c:v>0.353773042099</c:v>
                </c:pt>
                <c:pt idx="1040">
                  <c:v>0.354461469824</c:v>
                </c:pt>
                <c:pt idx="1041">
                  <c:v>0.355146737397</c:v>
                </c:pt>
                <c:pt idx="1042">
                  <c:v>0.355828825865</c:v>
                </c:pt>
                <c:pt idx="1043">
                  <c:v>0.356507714694</c:v>
                </c:pt>
                <c:pt idx="1044">
                  <c:v>0.357183381747</c:v>
                </c:pt>
                <c:pt idx="1045">
                  <c:v>0.357855803265</c:v>
                </c:pt>
                <c:pt idx="1046">
                  <c:v>0.358524953839</c:v>
                </c:pt>
                <c:pt idx="1047">
                  <c:v>0.359190806388</c:v>
                </c:pt>
                <c:pt idx="1048">
                  <c:v>0.359853332137</c:v>
                </c:pt>
                <c:pt idx="1049">
                  <c:v>0.360512500589</c:v>
                </c:pt>
                <c:pt idx="1050">
                  <c:v>0.361168279501</c:v>
                </c:pt>
                <c:pt idx="1051">
                  <c:v>0.361820634859</c:v>
                </c:pt>
                <c:pt idx="1052">
                  <c:v>0.362469530849</c:v>
                </c:pt>
                <c:pt idx="1053">
                  <c:v>0.363114929835</c:v>
                </c:pt>
                <c:pt idx="1054">
                  <c:v>0.363756792326</c:v>
                </c:pt>
                <c:pt idx="1055">
                  <c:v>0.364395076954</c:v>
                </c:pt>
                <c:pt idx="1056">
                  <c:v>0.365029740439</c:v>
                </c:pt>
                <c:pt idx="1057">
                  <c:v>0.365660737567</c:v>
                </c:pt>
                <c:pt idx="1058">
                  <c:v>0.366288021154</c:v>
                </c:pt>
                <c:pt idx="1059">
                  <c:v>0.36691154202</c:v>
                </c:pt>
                <c:pt idx="1060">
                  <c:v>0.367531248959</c:v>
                </c:pt>
                <c:pt idx="1061">
                  <c:v>0.368147088704</c:v>
                </c:pt>
                <c:pt idx="1062">
                  <c:v>0.368759005898</c:v>
                </c:pt>
                <c:pt idx="1063">
                  <c:v>0.369366943063</c:v>
                </c:pt>
                <c:pt idx="1064">
                  <c:v>0.369970840565</c:v>
                </c:pt>
                <c:pt idx="1065">
                  <c:v>0.370570636581</c:v>
                </c:pt>
                <c:pt idx="1066">
                  <c:v>0.371166267065</c:v>
                </c:pt>
                <c:pt idx="1067">
                  <c:v>0.371757665717</c:v>
                </c:pt>
                <c:pt idx="1068">
                  <c:v>0.372344763943</c:v>
                </c:pt>
                <c:pt idx="1069">
                  <c:v>0.372927490824</c:v>
                </c:pt>
                <c:pt idx="1070">
                  <c:v>0.37350577308</c:v>
                </c:pt>
                <c:pt idx="1071">
                  <c:v>0.37407953503</c:v>
                </c:pt>
                <c:pt idx="1072">
                  <c:v>0.374648698559</c:v>
                </c:pt>
                <c:pt idx="1073">
                  <c:v>0.375213183081</c:v>
                </c:pt>
                <c:pt idx="1074">
                  <c:v>0.3757729055</c:v>
                </c:pt>
                <c:pt idx="1075">
                  <c:v>0.376327780172</c:v>
                </c:pt>
                <c:pt idx="1076">
                  <c:v>0.376877718868</c:v>
                </c:pt>
                <c:pt idx="1077">
                  <c:v>0.377422630735</c:v>
                </c:pt>
                <c:pt idx="1078">
                  <c:v>0.377962422257</c:v>
                </c:pt>
                <c:pt idx="1079">
                  <c:v>0.378496997216</c:v>
                </c:pt>
                <c:pt idx="1080">
                  <c:v>0.379026256654</c:v>
                </c:pt>
                <c:pt idx="1081">
                  <c:v>0.37955009883</c:v>
                </c:pt>
                <c:pt idx="1082">
                  <c:v>0.380068419182</c:v>
                </c:pt>
                <c:pt idx="1083">
                  <c:v>0.38058111029</c:v>
                </c:pt>
                <c:pt idx="1084">
                  <c:v>0.381088061831</c:v>
                </c:pt>
                <c:pt idx="1085">
                  <c:v>0.381589160543</c:v>
                </c:pt>
                <c:pt idx="1086">
                  <c:v>0.382084290182</c:v>
                </c:pt>
                <c:pt idx="1087">
                  <c:v>0.382573331485</c:v>
                </c:pt>
                <c:pt idx="1088">
                  <c:v>0.383056162127</c:v>
                </c:pt>
                <c:pt idx="1089">
                  <c:v>0.383532656682</c:v>
                </c:pt>
                <c:pt idx="1090">
                  <c:v>0.384002686588</c:v>
                </c:pt>
                <c:pt idx="1091">
                  <c:v>0.384466120101</c:v>
                </c:pt>
                <c:pt idx="1092">
                  <c:v>0.384922822261</c:v>
                </c:pt>
                <c:pt idx="1093">
                  <c:v>0.385372654851</c:v>
                </c:pt>
                <c:pt idx="1094">
                  <c:v>0.385815476363</c:v>
                </c:pt>
                <c:pt idx="1095">
                  <c:v>0.386251141955</c:v>
                </c:pt>
                <c:pt idx="1096">
                  <c:v>0.386679503422</c:v>
                </c:pt>
                <c:pt idx="1097">
                  <c:v>0.387100409151</c:v>
                </c:pt>
                <c:pt idx="1098">
                  <c:v>0.387513704098</c:v>
                </c:pt>
                <c:pt idx="1099">
                  <c:v>0.387919229743</c:v>
                </c:pt>
                <c:pt idx="1100">
                  <c:v>0.388316824064</c:v>
                </c:pt>
                <c:pt idx="1101">
                  <c:v>0.388706321507</c:v>
                </c:pt>
                <c:pt idx="1102">
                  <c:v>0.389087552949</c:v>
                </c:pt>
                <c:pt idx="1103">
                  <c:v>0.389460345676</c:v>
                </c:pt>
                <c:pt idx="1104">
                  <c:v>0.389824523356</c:v>
                </c:pt>
                <c:pt idx="1105">
                  <c:v>0.390179906009</c:v>
                </c:pt>
                <c:pt idx="1106">
                  <c:v>0.39052630999</c:v>
                </c:pt>
                <c:pt idx="1107">
                  <c:v>0.390863547964</c:v>
                </c:pt>
                <c:pt idx="1108">
                  <c:v>0.39119142889</c:v>
                </c:pt>
                <c:pt idx="1109">
                  <c:v>0.391509758001</c:v>
                </c:pt>
                <c:pt idx="1110">
                  <c:v>0.391818336795</c:v>
                </c:pt>
                <c:pt idx="1111">
                  <c:v>0.392116963024</c:v>
                </c:pt>
                <c:pt idx="1112">
                  <c:v>0.392405430679</c:v>
                </c:pt>
                <c:pt idx="1113">
                  <c:v>0.392683529997</c:v>
                </c:pt>
                <c:pt idx="1114">
                  <c:v>0.392951047449</c:v>
                </c:pt>
                <c:pt idx="1115">
                  <c:v>0.393207765748</c:v>
                </c:pt>
                <c:pt idx="1116">
                  <c:v>0.393453463855</c:v>
                </c:pt>
                <c:pt idx="1117">
                  <c:v>0.393687916989</c:v>
                </c:pt>
                <c:pt idx="1118">
                  <c:v>0.393910896639</c:v>
                </c:pt>
                <c:pt idx="1119">
                  <c:v>0.394122170587</c:v>
                </c:pt>
                <c:pt idx="1120">
                  <c:v>0.39432150293</c:v>
                </c:pt>
                <c:pt idx="1121">
                  <c:v>0.39450865411</c:v>
                </c:pt>
                <c:pt idx="1122">
                  <c:v>0.394683380948</c:v>
                </c:pt>
                <c:pt idx="1123">
                  <c:v>0.394845436682</c:v>
                </c:pt>
                <c:pt idx="1124">
                  <c:v>0.394994571018</c:v>
                </c:pt>
                <c:pt idx="1125">
                  <c:v>0.395130530178</c:v>
                </c:pt>
                <c:pt idx="1126">
                  <c:v>0.39525305696</c:v>
                </c:pt>
                <c:pt idx="1127">
                  <c:v>0.395361890804</c:v>
                </c:pt>
                <c:pt idx="1128">
                  <c:v>0.395456767864</c:v>
                </c:pt>
                <c:pt idx="1129">
                  <c:v>0.395537421089</c:v>
                </c:pt>
                <c:pt idx="1130">
                  <c:v>0.39560358031</c:v>
                </c:pt>
                <c:pt idx="1131">
                  <c:v>0.395654972337</c:v>
                </c:pt>
                <c:pt idx="1132">
                  <c:v>0.39569132106</c:v>
                </c:pt>
                <c:pt idx="1133">
                  <c:v>0.395712347568</c:v>
                </c:pt>
                <c:pt idx="1134">
                  <c:v>0.395717770266</c:v>
                </c:pt>
                <c:pt idx="1135">
                  <c:v>0.395707305009</c:v>
                </c:pt>
                <c:pt idx="1136">
                  <c:v>0.395680665242</c:v>
                </c:pt>
                <c:pt idx="1137">
                  <c:v>0.395637562152</c:v>
                </c:pt>
                <c:pt idx="1138">
                  <c:v>0.39557770483</c:v>
                </c:pt>
                <c:pt idx="1139">
                  <c:v>0.395500800442</c:v>
                </c:pt>
                <c:pt idx="1140">
                  <c:v>0.395406554415</c:v>
                </c:pt>
                <c:pt idx="1141">
                  <c:v>0.395294670626</c:v>
                </c:pt>
                <c:pt idx="1142">
                  <c:v>0.395164851616</c:v>
                </c:pt>
                <c:pt idx="1143">
                  <c:v>0.3950167988</c:v>
                </c:pt>
                <c:pt idx="1144">
                  <c:v>0.394850212705</c:v>
                </c:pt>
                <c:pt idx="1145">
                  <c:v>0.394664793204</c:v>
                </c:pt>
                <c:pt idx="1146">
                  <c:v>0.394460239781</c:v>
                </c:pt>
                <c:pt idx="1147">
                  <c:v>0.394236251789</c:v>
                </c:pt>
                <c:pt idx="1148">
                  <c:v>0.393992528738</c:v>
                </c:pt>
                <c:pt idx="1149">
                  <c:v>0.393728770586</c:v>
                </c:pt>
                <c:pt idx="1150">
                  <c:v>0.393444678049</c:v>
                </c:pt>
                <c:pt idx="1151">
                  <c:v>0.393139952918</c:v>
                </c:pt>
                <c:pt idx="1152">
                  <c:v>0.392814298398</c:v>
                </c:pt>
                <c:pt idx="1153">
                  <c:v>0.392467419451</c:v>
                </c:pt>
                <c:pt idx="1154">
                  <c:v>0.392099023163</c:v>
                </c:pt>
                <c:pt idx="1155">
                  <c:v>0.391708819115</c:v>
                </c:pt>
                <c:pt idx="1156">
                  <c:v>0.391296519771</c:v>
                </c:pt>
                <c:pt idx="1157">
                  <c:v>0.390861840885</c:v>
                </c:pt>
                <c:pt idx="1158">
                  <c:v>0.390404501909</c:v>
                </c:pt>
                <c:pt idx="1159">
                  <c:v>0.389924226425</c:v>
                </c:pt>
                <c:pt idx="1160">
                  <c:v>0.389420742583</c:v>
                </c:pt>
                <c:pt idx="1161">
                  <c:v>0.388893783556</c:v>
                </c:pt>
                <c:pt idx="1162">
                  <c:v>0.388343087998</c:v>
                </c:pt>
                <c:pt idx="1163">
                  <c:v>0.387768400529</c:v>
                </c:pt>
                <c:pt idx="1164">
                  <c:v>0.387169472212</c:v>
                </c:pt>
                <c:pt idx="1165">
                  <c:v>0.386546061054</c:v>
                </c:pt>
                <c:pt idx="1166">
                  <c:v>0.38589793251</c:v>
                </c:pt>
                <c:pt idx="1167">
                  <c:v>0.385224859997</c:v>
                </c:pt>
                <c:pt idx="1168">
                  <c:v>0.384526625418</c:v>
                </c:pt>
                <c:pt idx="1169">
                  <c:v>0.383803019687</c:v>
                </c:pt>
                <c:pt idx="1170">
                  <c:v>0.383053843267</c:v>
                </c:pt>
                <c:pt idx="1171">
                  <c:v>0.382278906708</c:v>
                </c:pt>
                <c:pt idx="1172">
                  <c:v>0.381478031188</c:v>
                </c:pt>
                <c:pt idx="1173">
                  <c:v>0.380651049063</c:v>
                </c:pt>
                <c:pt idx="1174">
                  <c:v>0.379797804407</c:v>
                </c:pt>
                <c:pt idx="1175">
                  <c:v>0.378918153562</c:v>
                </c:pt>
                <c:pt idx="1176">
                  <c:v>0.378011965682</c:v>
                </c:pt>
                <c:pt idx="1177">
                  <c:v>0.377079123269</c:v>
                </c:pt>
                <c:pt idx="1178">
                  <c:v>0.376119522714</c:v>
                </c:pt>
                <c:pt idx="1179">
                  <c:v>0.375133074823</c:v>
                </c:pt>
                <c:pt idx="1180">
                  <c:v>0.374119705335</c:v>
                </c:pt>
                <c:pt idx="1181">
                  <c:v>0.373079355434</c:v>
                </c:pt>
                <c:pt idx="1182">
                  <c:v>0.372011982249</c:v>
                </c:pt>
                <c:pt idx="1183">
                  <c:v>0.370917559333</c:v>
                </c:pt>
                <c:pt idx="1184">
                  <c:v>0.369796077131</c:v>
                </c:pt>
                <c:pt idx="1185">
                  <c:v>0.368647543434</c:v>
                </c:pt>
                <c:pt idx="1186">
                  <c:v>0.367471983804</c:v>
                </c:pt>
                <c:pt idx="1187">
                  <c:v>0.366269441983</c:v>
                </c:pt>
                <c:pt idx="1188">
                  <c:v>0.365039980277</c:v>
                </c:pt>
                <c:pt idx="1189">
                  <c:v>0.363783679915</c:v>
                </c:pt>
                <c:pt idx="1190">
                  <c:v>0.362500641378</c:v>
                </c:pt>
                <c:pt idx="1191">
                  <c:v>0.361190984696</c:v>
                </c:pt>
                <c:pt idx="1192">
                  <c:v>0.359854849722</c:v>
                </c:pt>
                <c:pt idx="1193">
                  <c:v>0.358492396363</c:v>
                </c:pt>
                <c:pt idx="1194">
                  <c:v>0.357103804782</c:v>
                </c:pt>
                <c:pt idx="1195">
                  <c:v>0.355689275556</c:v>
                </c:pt>
                <c:pt idx="1196">
                  <c:v>0.354249029806</c:v>
                </c:pt>
                <c:pt idx="1197">
                  <c:v>0.352783309279</c:v>
                </c:pt>
                <c:pt idx="1198">
                  <c:v>0.351292376386</c:v>
                </c:pt>
                <c:pt idx="1199">
                  <c:v>0.349776514208</c:v>
                </c:pt>
                <c:pt idx="1200">
                  <c:v>0.348236026452</c:v>
                </c:pt>
                <c:pt idx="1201">
                  <c:v>0.346671237356</c:v>
                </c:pt>
                <c:pt idx="1202">
                  <c:v>0.345082491564</c:v>
                </c:pt>
                <c:pt idx="1203">
                  <c:v>0.343470153938</c:v>
                </c:pt>
                <c:pt idx="1204">
                  <c:v>0.341834609339</c:v>
                </c:pt>
                <c:pt idx="1205">
                  <c:v>0.34017626235</c:v>
                </c:pt>
                <c:pt idx="1206">
                  <c:v>0.338495536956</c:v>
                </c:pt>
                <c:pt idx="1207">
                  <c:v>0.336792876181</c:v>
                </c:pt>
                <c:pt idx="1208">
                  <c:v>0.335068741673</c:v>
                </c:pt>
                <c:pt idx="1209">
                  <c:v>0.33332361325</c:v>
                </c:pt>
                <c:pt idx="1210">
                  <c:v>0.331557988395</c:v>
                </c:pt>
                <c:pt idx="1211">
                  <c:v>0.32977238171</c:v>
                </c:pt>
                <c:pt idx="1212">
                  <c:v>0.327967324329</c:v>
                </c:pt>
                <c:pt idx="1213">
                  <c:v>0.32614336329</c:v>
                </c:pt>
                <c:pt idx="1214">
                  <c:v>0.324301060864</c:v>
                </c:pt>
                <c:pt idx="1215">
                  <c:v>0.322440993848</c:v>
                </c:pt>
                <c:pt idx="1216">
                  <c:v>0.320563752828</c:v>
                </c:pt>
                <c:pt idx="1217">
                  <c:v>0.318669941397</c:v>
                </c:pt>
                <c:pt idx="1218">
                  <c:v>0.316760175356</c:v>
                </c:pt>
                <c:pt idx="1219">
                  <c:v>0.314835081873</c:v>
                </c:pt>
                <c:pt idx="1220">
                  <c:v>0.312895298626</c:v>
                </c:pt>
                <c:pt idx="1221">
                  <c:v>0.310941472917</c:v>
                </c:pt>
                <c:pt idx="1222">
                  <c:v>0.308974260769</c:v>
                </c:pt>
                <c:pt idx="1223">
                  <c:v>0.306994326003</c:v>
                </c:pt>
                <c:pt idx="1224">
                  <c:v>0.305002339305</c:v>
                </c:pt>
                <c:pt idx="1225">
                  <c:v>0.302998977272</c:v>
                </c:pt>
                <c:pt idx="1226">
                  <c:v>0.300984921463</c:v>
                </c:pt>
                <c:pt idx="1227">
                  <c:v>0.298960857434</c:v>
                </c:pt>
                <c:pt idx="1228">
                  <c:v>0.296927473777</c:v>
                </c:pt>
                <c:pt idx="1229">
                  <c:v>0.294885461157</c:v>
                </c:pt>
                <c:pt idx="1230">
                  <c:v>0.292835511356</c:v>
                </c:pt>
                <c:pt idx="1231">
                  <c:v>0.290778316322</c:v>
                </c:pt>
                <c:pt idx="1232">
                  <c:v>0.288714567225</c:v>
                </c:pt>
                <c:pt idx="1233">
                  <c:v>0.286644953536</c:v>
                </c:pt>
                <c:pt idx="1234">
                  <c:v>0.284570162111</c:v>
                </c:pt>
                <c:pt idx="1235">
                  <c:v>0.2824908763</c:v>
                </c:pt>
                <c:pt idx="1236">
                  <c:v>0.280407775072</c:v>
                </c:pt>
                <c:pt idx="1237">
                  <c:v>0.278321532168</c:v>
                </c:pt>
                <c:pt idx="1238">
                  <c:v>0.276232815278</c:v>
                </c:pt>
                <c:pt idx="1239">
                  <c:v>0.274142285242</c:v>
                </c:pt>
                <c:pt idx="1240">
                  <c:v>0.272050595286</c:v>
                </c:pt>
                <c:pt idx="1241">
                  <c:v>0.269958390286</c:v>
                </c:pt>
                <c:pt idx="1242">
                  <c:v>0.267866306064</c:v>
                </c:pt>
                <c:pt idx="1243">
                  <c:v>0.26577496872</c:v>
                </c:pt>
                <c:pt idx="1244">
                  <c:v>0.263684993999</c:v>
                </c:pt>
                <c:pt idx="1245">
                  <c:v>0.261596986692</c:v>
                </c:pt>
                <c:pt idx="1246">
                  <c:v>0.25951154008</c:v>
                </c:pt>
                <c:pt idx="1247">
                  <c:v>0.257429235404</c:v>
                </c:pt>
                <c:pt idx="1248">
                  <c:v>0.255350641391</c:v>
                </c:pt>
                <c:pt idx="1249">
                  <c:v>0.253276313797</c:v>
                </c:pt>
                <c:pt idx="1250">
                  <c:v>0.251206795009</c:v>
                </c:pt>
                <c:pt idx="1251">
                  <c:v>0.249142613671</c:v>
                </c:pt>
                <c:pt idx="1252">
                  <c:v>0.247084284355</c:v>
                </c:pt>
                <c:pt idx="1253">
                  <c:v>0.245032307269</c:v>
                </c:pt>
                <c:pt idx="1254">
                  <c:v>0.242987167999</c:v>
                </c:pt>
                <c:pt idx="1255">
                  <c:v>0.240949337298</c:v>
                </c:pt>
                <c:pt idx="1256">
                  <c:v>0.238919270894</c:v>
                </c:pt>
                <c:pt idx="1257">
                  <c:v>0.236897409353</c:v>
                </c:pt>
                <c:pt idx="1258">
                  <c:v>0.23488417796</c:v>
                </c:pt>
                <c:pt idx="1259">
                  <c:v>0.232879986642</c:v>
                </c:pt>
                <c:pt idx="1260">
                  <c:v>0.230885229924</c:v>
                </c:pt>
                <c:pt idx="1261">
                  <c:v>0.228900286907</c:v>
                </c:pt>
                <c:pt idx="1262">
                  <c:v>0.226925521287</c:v>
                </c:pt>
                <c:pt idx="1263">
                  <c:v>0.224961281397</c:v>
                </c:pt>
                <c:pt idx="1264">
                  <c:v>0.223007900274</c:v>
                </c:pt>
                <c:pt idx="1265">
                  <c:v>0.221065695753</c:v>
                </c:pt>
                <c:pt idx="1266">
                  <c:v>0.219134970592</c:v>
                </c:pt>
                <c:pt idx="1267">
                  <c:v>0.21721601261</c:v>
                </c:pt>
                <c:pt idx="1268">
                  <c:v>0.21530909485</c:v>
                </c:pt>
                <c:pt idx="1269">
                  <c:v>0.213414475766</c:v>
                </c:pt>
                <c:pt idx="1270">
                  <c:v>0.211532399423</c:v>
                </c:pt>
                <c:pt idx="1271">
                  <c:v>0.209663095718</c:v>
                </c:pt>
                <c:pt idx="1272">
                  <c:v>0.207806780612</c:v>
                </c:pt>
                <c:pt idx="1273">
                  <c:v>0.205963656385</c:v>
                </c:pt>
                <c:pt idx="1274">
                  <c:v>0.204133911895</c:v>
                </c:pt>
                <c:pt idx="1275">
                  <c:v>0.202317722853</c:v>
                </c:pt>
                <c:pt idx="1276">
                  <c:v>0.200515252107</c:v>
                </c:pt>
                <c:pt idx="1277">
                  <c:v>0.19872664994</c:v>
                </c:pt>
                <c:pt idx="1278">
                  <c:v>0.196952054368</c:v>
                </c:pt>
                <c:pt idx="1279">
                  <c:v>0.19519159145</c:v>
                </c:pt>
                <c:pt idx="1280">
                  <c:v>0.193445375605</c:v>
                </c:pt>
                <c:pt idx="1281">
                  <c:v>0.191713509927</c:v>
                </c:pt>
                <c:pt idx="1282">
                  <c:v>0.189996086514</c:v>
                </c:pt>
                <c:pt idx="1283">
                  <c:v>0.18829318679</c:v>
                </c:pt>
                <c:pt idx="1284">
                  <c:v>0.186604881833</c:v>
                </c:pt>
                <c:pt idx="1285">
                  <c:v>0.184931232705</c:v>
                </c:pt>
                <c:pt idx="1286">
                  <c:v>0.18327229078</c:v>
                </c:pt>
                <c:pt idx="1287">
                  <c:v>0.181628098072</c:v>
                </c:pt>
                <c:pt idx="1288">
                  <c:v>0.179998687565</c:v>
                </c:pt>
                <c:pt idx="1289">
                  <c:v>0.178384083535</c:v>
                </c:pt>
                <c:pt idx="1290">
                  <c:v>0.17678430187</c:v>
                </c:pt>
                <c:pt idx="1291">
                  <c:v>0.175199350399</c:v>
                </c:pt>
                <c:pt idx="1292">
                  <c:v>0.173629229197</c:v>
                </c:pt>
                <c:pt idx="1293">
                  <c:v>0.172073930904</c:v>
                </c:pt>
                <c:pt idx="1294">
                  <c:v>0.170533441028</c:v>
                </c:pt>
                <c:pt idx="1295">
                  <c:v>0.16900773825</c:v>
                </c:pt>
                <c:pt idx="1296">
                  <c:v>0.167496794723</c:v>
                </c:pt>
                <c:pt idx="1297">
                  <c:v>0.166000576355</c:v>
                </c:pt>
                <c:pt idx="1298">
                  <c:v>0.164519043107</c:v>
                </c:pt>
                <c:pt idx="1299">
                  <c:v>0.163052149261</c:v>
                </c:pt>
                <c:pt idx="1300">
                  <c:v>0.161599843704</c:v>
                </c:pt>
                <c:pt idx="1301">
                  <c:v>0.160162070185</c:v>
                </c:pt>
                <c:pt idx="1302">
                  <c:v>0.158738767585</c:v>
                </c:pt>
                <c:pt idx="1303">
                  <c:v>0.157329870161</c:v>
                </c:pt>
                <c:pt idx="1304">
                  <c:v>0.155935307804</c:v>
                </c:pt>
                <c:pt idx="1305">
                  <c:v>0.154555006268</c:v>
                </c:pt>
                <c:pt idx="1306">
                  <c:v>0.153188887412</c:v>
                </c:pt>
                <c:pt idx="1307">
                  <c:v>0.151836869421</c:v>
                </c:pt>
                <c:pt idx="1308">
                  <c:v>0.15049886703</c:v>
                </c:pt>
                <c:pt idx="1309">
                  <c:v>0.149174791731</c:v>
                </c:pt>
                <c:pt idx="1310">
                  <c:v>0.147864551982</c:v>
                </c:pt>
                <c:pt idx="1311">
                  <c:v>0.146568053408</c:v>
                </c:pt>
                <c:pt idx="1312">
                  <c:v>0.145285198989</c:v>
                </c:pt>
                <c:pt idx="1313">
                  <c:v>0.144015889246</c:v>
                </c:pt>
                <c:pt idx="1314">
                  <c:v>0.142760022421</c:v>
                </c:pt>
                <c:pt idx="1315">
                  <c:v>0.141517494651</c:v>
                </c:pt>
                <c:pt idx="1316">
                  <c:v>0.14028820013</c:v>
                </c:pt>
                <c:pt idx="1317">
                  <c:v>0.139072031271</c:v>
                </c:pt>
                <c:pt idx="1318">
                  <c:v>0.137868878858</c:v>
                </c:pt>
                <c:pt idx="1319">
                  <c:v>0.136678632195</c:v>
                </c:pt>
                <c:pt idx="1320">
                  <c:v>0.135501179245</c:v>
                </c:pt>
                <c:pt idx="1321">
                  <c:v>0.134336406769</c:v>
                </c:pt>
                <c:pt idx="1322">
                  <c:v>0.133184200452</c:v>
                </c:pt>
                <c:pt idx="1323">
                  <c:v>0.132044445028</c:v>
                </c:pt>
                <c:pt idx="1324">
                  <c:v>0.130917024403</c:v>
                </c:pt>
                <c:pt idx="1325">
                  <c:v>0.129801821761</c:v>
                </c:pt>
                <c:pt idx="1326">
                  <c:v>0.128698719682</c:v>
                </c:pt>
                <c:pt idx="1327">
                  <c:v>0.127607600236</c:v>
                </c:pt>
                <c:pt idx="1328">
                  <c:v>0.12652834509</c:v>
                </c:pt>
                <c:pt idx="1329">
                  <c:v>0.125460835595</c:v>
                </c:pt>
                <c:pt idx="1330">
                  <c:v>0.124404952881</c:v>
                </c:pt>
                <c:pt idx="1331">
                  <c:v>0.123360577941</c:v>
                </c:pt>
                <c:pt idx="1332">
                  <c:v>0.122327591707</c:v>
                </c:pt>
                <c:pt idx="1333">
                  <c:v>0.121305875135</c:v>
                </c:pt>
                <c:pt idx="1334">
                  <c:v>0.12029530927</c:v>
                </c:pt>
                <c:pt idx="1335">
                  <c:v>0.119295775322</c:v>
                </c:pt>
                <c:pt idx="1336">
                  <c:v>0.118307154723</c:v>
                </c:pt>
                <c:pt idx="1337">
                  <c:v>0.117329329199</c:v>
                </c:pt>
                <c:pt idx="1338">
                  <c:v>0.116362180818</c:v>
                </c:pt>
                <c:pt idx="1339">
                  <c:v>0.115405592052</c:v>
                </c:pt>
                <c:pt idx="1340">
                  <c:v>0.114459445827</c:v>
                </c:pt>
                <c:pt idx="1341">
                  <c:v>0.11352362557</c:v>
                </c:pt>
                <c:pt idx="1342">
                  <c:v>0.112598015256</c:v>
                </c:pt>
                <c:pt idx="1343">
                  <c:v>0.111682499452</c:v>
                </c:pt>
                <c:pt idx="1344">
                  <c:v>0.110776963356</c:v>
                </c:pt>
                <c:pt idx="1345">
                  <c:v>0.109881292833</c:v>
                </c:pt>
                <c:pt idx="1346">
                  <c:v>0.108995374457</c:v>
                </c:pt>
                <c:pt idx="1347">
                  <c:v>0.108119095532</c:v>
                </c:pt>
                <c:pt idx="1348">
                  <c:v>0.107252344136</c:v>
                </c:pt>
                <c:pt idx="1349">
                  <c:v>0.106395009139</c:v>
                </c:pt>
                <c:pt idx="1350">
                  <c:v>0.105546980233</c:v>
                </c:pt>
                <c:pt idx="1351">
                  <c:v>0.104708147957</c:v>
                </c:pt>
                <c:pt idx="1352">
                  <c:v>0.103878403718</c:v>
                </c:pt>
                <c:pt idx="1353">
                  <c:v>0.103057639813</c:v>
                </c:pt>
                <c:pt idx="1354">
                  <c:v>0.102245749444</c:v>
                </c:pt>
                <c:pt idx="1355">
                  <c:v>0.10144262674</c:v>
                </c:pt>
                <c:pt idx="1356">
                  <c:v>0.100648166769</c:v>
                </c:pt>
                <c:pt idx="1357">
                  <c:v>0.0998622655528</c:v>
                </c:pt>
                <c:pt idx="1358">
                  <c:v>0.0990848200813</c:v>
                </c:pt>
                <c:pt idx="1359">
                  <c:v>0.0983157283205</c:v>
                </c:pt>
                <c:pt idx="1360">
                  <c:v>0.0975548892247</c:v>
                </c:pt>
                <c:pt idx="1361">
                  <c:v>0.0968022027443</c:v>
                </c:pt>
                <c:pt idx="1362">
                  <c:v>0.0960575698333</c:v>
                </c:pt>
                <c:pt idx="1363">
                  <c:v>0.0953208924559</c:v>
                </c:pt>
                <c:pt idx="1364">
                  <c:v>0.0945920735912</c:v>
                </c:pt>
                <c:pt idx="1365">
                  <c:v>0.0938710172383</c:v>
                </c:pt>
                <c:pt idx="1366">
                  <c:v>0.0931576284187</c:v>
                </c:pt>
                <c:pt idx="1367">
                  <c:v>0.0924518131796</c:v>
                </c:pt>
                <c:pt idx="1368">
                  <c:v>0.0917534785948</c:v>
                </c:pt>
                <c:pt idx="1369">
                  <c:v>0.091062532766</c:v>
                </c:pt>
                <c:pt idx="1370">
                  <c:v>0.0903788848222</c:v>
                </c:pt>
                <c:pt idx="1371">
                  <c:v>0.0897024449197</c:v>
                </c:pt>
                <c:pt idx="1372">
                  <c:v>0.0890331242403</c:v>
                </c:pt>
                <c:pt idx="1373">
                  <c:v>0.0883708349894</c:v>
                </c:pt>
                <c:pt idx="1374">
                  <c:v>0.0877154903933</c:v>
                </c:pt>
                <c:pt idx="1375">
                  <c:v>0.0870670046964</c:v>
                </c:pt>
                <c:pt idx="1376">
                  <c:v>0.0864252931571</c:v>
                </c:pt>
                <c:pt idx="1377">
                  <c:v>0.0857902720438</c:v>
                </c:pt>
                <c:pt idx="1378">
                  <c:v>0.0851618586302</c:v>
                </c:pt>
                <c:pt idx="1379">
                  <c:v>0.0845399711905</c:v>
                </c:pt>
                <c:pt idx="1380">
                  <c:v>0.0839245289935</c:v>
                </c:pt>
                <c:pt idx="1381">
                  <c:v>0.0833154522971</c:v>
                </c:pt>
                <c:pt idx="1382">
                  <c:v>0.0827126623418</c:v>
                </c:pt>
                <c:pt idx="1383">
                  <c:v>0.0821160813446</c:v>
                </c:pt>
                <c:pt idx="1384">
                  <c:v>0.0815256324918</c:v>
                </c:pt>
                <c:pt idx="1385">
                  <c:v>0.0809412399321</c:v>
                </c:pt>
                <c:pt idx="1386">
                  <c:v>0.0803628287691</c:v>
                </c:pt>
                <c:pt idx="1387">
                  <c:v>0.0797903250539</c:v>
                </c:pt>
                <c:pt idx="1388">
                  <c:v>0.0792236557772</c:v>
                </c:pt>
                <c:pt idx="1389">
                  <c:v>0.0786627488611</c:v>
                </c:pt>
                <c:pt idx="1390">
                  <c:v>0.0781075331513</c:v>
                </c:pt>
                <c:pt idx="1391">
                  <c:v>0.0775579384086</c:v>
                </c:pt>
                <c:pt idx="1392">
                  <c:v>0.0770138953001</c:v>
                </c:pt>
                <c:pt idx="1393">
                  <c:v>0.076475335391</c:v>
                </c:pt>
                <c:pt idx="1394">
                  <c:v>0.0759421911358</c:v>
                </c:pt>
                <c:pt idx="1395">
                  <c:v>0.075414395869</c:v>
                </c:pt>
                <c:pt idx="1396">
                  <c:v>0.0748918837968</c:v>
                </c:pt>
                <c:pt idx="1397">
                  <c:v>0.0743745899874</c:v>
                </c:pt>
                <c:pt idx="1398">
                  <c:v>0.0738624503627</c:v>
                </c:pt>
                <c:pt idx="1399">
                  <c:v>0.0733554016883</c:v>
                </c:pt>
                <c:pt idx="1400">
                  <c:v>0.0728533815648</c:v>
                </c:pt>
                <c:pt idx="1401">
                  <c:v>0.0723563284186</c:v>
                </c:pt>
                <c:pt idx="1402">
                  <c:v>0.0718641814922</c:v>
                </c:pt>
                <c:pt idx="1403">
                  <c:v>0.0713768808356</c:v>
                </c:pt>
                <c:pt idx="1404">
                  <c:v>0.0708943672962</c:v>
                </c:pt>
                <c:pt idx="1405">
                  <c:v>0.07041658251</c:v>
                </c:pt>
                <c:pt idx="1406">
                  <c:v>0.0699434688923</c:v>
                </c:pt>
                <c:pt idx="1407">
                  <c:v>0.0694749696281</c:v>
                </c:pt>
                <c:pt idx="1408">
                  <c:v>0.0690110286632</c:v>
                </c:pt>
                <c:pt idx="1409">
                  <c:v>0.0685515906945</c:v>
                </c:pt>
                <c:pt idx="1410">
                  <c:v>0.0680966011612</c:v>
                </c:pt>
                <c:pt idx="1411">
                  <c:v>0.0676460062353</c:v>
                </c:pt>
                <c:pt idx="1412">
                  <c:v>0.0671997528126</c:v>
                </c:pt>
                <c:pt idx="1413">
                  <c:v>0.0667577885036</c:v>
                </c:pt>
                <c:pt idx="1414">
                  <c:v>0.0663200616241</c:v>
                </c:pt>
                <c:pt idx="1415">
                  <c:v>0.0658865211866</c:v>
                </c:pt>
                <c:pt idx="1416">
                  <c:v>0.0654571168913</c:v>
                </c:pt>
                <c:pt idx="1417">
                  <c:v>0.0650317991168</c:v>
                </c:pt>
                <c:pt idx="1418">
                  <c:v>0.0646105189116</c:v>
                </c:pt>
                <c:pt idx="1419">
                  <c:v>0.0641932279852</c:v>
                </c:pt>
                <c:pt idx="1420">
                  <c:v>0.0637798786994</c:v>
                </c:pt>
                <c:pt idx="1421">
                  <c:v>0.0633704240595</c:v>
                </c:pt>
                <c:pt idx="1422">
                  <c:v>0.062964817706</c:v>
                </c:pt>
                <c:pt idx="1423">
                  <c:v>0.0625630139059</c:v>
                </c:pt>
                <c:pt idx="1424">
                  <c:v>0.0621649675442</c:v>
                </c:pt>
                <c:pt idx="1425">
                  <c:v>0.0617706341157</c:v>
                </c:pt>
                <c:pt idx="1426">
                  <c:v>0.0613799697167</c:v>
                </c:pt>
                <c:pt idx="1427">
                  <c:v>0.0609929310368</c:v>
                </c:pt>
                <c:pt idx="1428">
                  <c:v>0.0606094753505</c:v>
                </c:pt>
                <c:pt idx="1429">
                  <c:v>0.0602295605095</c:v>
                </c:pt>
                <c:pt idx="1430">
                  <c:v>0.0598531449349</c:v>
                </c:pt>
                <c:pt idx="1431">
                  <c:v>0.0594801876086</c:v>
                </c:pt>
                <c:pt idx="1432">
                  <c:v>0.0591106480664</c:v>
                </c:pt>
                <c:pt idx="1433">
                  <c:v>0.0587444863897</c:v>
                </c:pt>
                <c:pt idx="1434">
                  <c:v>0.0583816631981</c:v>
                </c:pt>
                <c:pt idx="1435">
                  <c:v>0.0580221396417</c:v>
                </c:pt>
                <c:pt idx="1436">
                  <c:v>0.0576658773939</c:v>
                </c:pt>
                <c:pt idx="1437">
                  <c:v>0.0573128386442</c:v>
                </c:pt>
                <c:pt idx="1438">
                  <c:v>0.0569629860901</c:v>
                </c:pt>
                <c:pt idx="1439">
                  <c:v>0.0566162829311</c:v>
                </c:pt>
                <c:pt idx="1440">
                  <c:v>0.0562726928605</c:v>
                </c:pt>
                <c:pt idx="1441">
                  <c:v>0.0559321800593</c:v>
                </c:pt>
                <c:pt idx="1442">
                  <c:v>0.0555947091884</c:v>
                </c:pt>
                <c:pt idx="1443">
                  <c:v>0.0552602453828</c:v>
                </c:pt>
                <c:pt idx="1444">
                  <c:v>0.0549287542438</c:v>
                </c:pt>
                <c:pt idx="1445">
                  <c:v>0.0546002018332</c:v>
                </c:pt>
                <c:pt idx="1446">
                  <c:v>0.054274554666</c:v>
                </c:pt>
                <c:pt idx="1447">
                  <c:v>0.0539517797047</c:v>
                </c:pt>
                <c:pt idx="1448">
                  <c:v>0.053631844352</c:v>
                </c:pt>
                <c:pt idx="1449">
                  <c:v>0.0533147164453</c:v>
                </c:pt>
                <c:pt idx="1450">
                  <c:v>0.05300036425</c:v>
                </c:pt>
                <c:pt idx="1451">
                  <c:v>0.0526887564535</c:v>
                </c:pt>
                <c:pt idx="1452">
                  <c:v>0.0523798621591</c:v>
                </c:pt>
                <c:pt idx="1453">
                  <c:v>0.0520736508799</c:v>
                </c:pt>
                <c:pt idx="1454">
                  <c:v>0.0517700925332</c:v>
                </c:pt>
                <c:pt idx="1455">
                  <c:v>0.0514691574343</c:v>
                </c:pt>
                <c:pt idx="1456">
                  <c:v>0.0511708162912</c:v>
                </c:pt>
                <c:pt idx="1457">
                  <c:v>0.0508750401984</c:v>
                </c:pt>
                <c:pt idx="1458">
                  <c:v>0.0505818006319</c:v>
                </c:pt>
                <c:pt idx="1459">
                  <c:v>0.0502910694433</c:v>
                </c:pt>
                <c:pt idx="1460">
                  <c:v>0.0500028188544</c:v>
                </c:pt>
                <c:pt idx="1461">
                  <c:v>0.0497170214521</c:v>
                </c:pt>
                <c:pt idx="1462">
                  <c:v>0.0494336501829</c:v>
                </c:pt>
                <c:pt idx="1463">
                  <c:v>0.0491526783476</c:v>
                </c:pt>
                <c:pt idx="1464">
                  <c:v>0.0488740795968</c:v>
                </c:pt>
                <c:pt idx="1465">
                  <c:v>0.0485978279249</c:v>
                </c:pt>
                <c:pt idx="1466">
                  <c:v>0.0483238976659</c:v>
                </c:pt>
                <c:pt idx="1467">
                  <c:v>0.0480522634883</c:v>
                </c:pt>
                <c:pt idx="1468">
                  <c:v>0.0477829003901</c:v>
                </c:pt>
                <c:pt idx="1469">
                  <c:v>0.0475157836941</c:v>
                </c:pt>
                <c:pt idx="1470">
                  <c:v>0.0472508890432</c:v>
                </c:pt>
                <c:pt idx="1471">
                  <c:v>0.0469881923961</c:v>
                </c:pt>
                <c:pt idx="1472">
                  <c:v>0.0467276700221</c:v>
                </c:pt>
                <c:pt idx="1473">
                  <c:v>0.0464692984974</c:v>
                </c:pt>
                <c:pt idx="1474">
                  <c:v>0.0462130546999</c:v>
                </c:pt>
                <c:pt idx="1475">
                  <c:v>0.0459589158054</c:v>
                </c:pt>
                <c:pt idx="1476">
                  <c:v>0.0457068592832</c:v>
                </c:pt>
                <c:pt idx="1477">
                  <c:v>0.0454568628917</c:v>
                </c:pt>
                <c:pt idx="1478">
                  <c:v>0.0452089046742</c:v>
                </c:pt>
                <c:pt idx="1479">
                  <c:v>0.0449629629553</c:v>
                </c:pt>
                <c:pt idx="1480">
                  <c:v>0.0447190163361</c:v>
                </c:pt>
                <c:pt idx="1481">
                  <c:v>0.0444770436909</c:v>
                </c:pt>
                <c:pt idx="1482">
                  <c:v>0.0442370241629</c:v>
                </c:pt>
                <c:pt idx="1483">
                  <c:v>0.0439989371604</c:v>
                </c:pt>
                <c:pt idx="1484">
                  <c:v>0.0437627623532</c:v>
                </c:pt>
                <c:pt idx="1485">
                  <c:v>0.0435284796685</c:v>
                </c:pt>
                <c:pt idx="1486">
                  <c:v>0.0432960692876</c:v>
                </c:pt>
                <c:pt idx="1487">
                  <c:v>0.0430655116419</c:v>
                </c:pt>
                <c:pt idx="1488">
                  <c:v>0.0428367874096</c:v>
                </c:pt>
                <c:pt idx="1489">
                  <c:v>0.042609877512</c:v>
                </c:pt>
                <c:pt idx="1490">
                  <c:v>0.0423847631103</c:v>
                </c:pt>
                <c:pt idx="1491">
                  <c:v>0.0421614256018</c:v>
                </c:pt>
                <c:pt idx="1492">
                  <c:v>0.0419398466168</c:v>
                </c:pt>
                <c:pt idx="1493">
                  <c:v>0.0417200080151</c:v>
                </c:pt>
                <c:pt idx="1494">
                  <c:v>0.0415018918829</c:v>
                </c:pt>
                <c:pt idx="1495">
                  <c:v>0.0412854805298</c:v>
                </c:pt>
                <c:pt idx="1496">
                  <c:v>0.0410707564849</c:v>
                </c:pt>
                <c:pt idx="1497">
                  <c:v>0.0408577024945</c:v>
                </c:pt>
                <c:pt idx="1498">
                  <c:v>0.0406463015186</c:v>
                </c:pt>
                <c:pt idx="1499">
                  <c:v>0.0404365367277</c:v>
                </c:pt>
                <c:pt idx="1500">
                  <c:v>0.0402283915006</c:v>
                </c:pt>
                <c:pt idx="1501">
                  <c:v>0.0400218494204</c:v>
                </c:pt>
                <c:pt idx="1502">
                  <c:v>0.0398168942725</c:v>
                </c:pt>
                <c:pt idx="1503">
                  <c:v>0.0396135100413</c:v>
                </c:pt>
                <c:pt idx="1504">
                  <c:v>0.0394116809076</c:v>
                </c:pt>
                <c:pt idx="1505">
                  <c:v>0.0392113912456</c:v>
                </c:pt>
                <c:pt idx="1506">
                  <c:v>0.0390126256204</c:v>
                </c:pt>
                <c:pt idx="1507">
                  <c:v>0.0388153687854</c:v>
                </c:pt>
                <c:pt idx="1508">
                  <c:v>0.0386196056795</c:v>
                </c:pt>
                <c:pt idx="1509">
                  <c:v>0.0384253214243</c:v>
                </c:pt>
                <c:pt idx="1510">
                  <c:v>0.038232501322</c:v>
                </c:pt>
                <c:pt idx="1511">
                  <c:v>0.0380411308528</c:v>
                </c:pt>
                <c:pt idx="1512">
                  <c:v>0.0378511956721</c:v>
                </c:pt>
                <c:pt idx="1513">
                  <c:v>0.0376626816082</c:v>
                </c:pt>
                <c:pt idx="1514">
                  <c:v>0.03747557466</c:v>
                </c:pt>
                <c:pt idx="1515">
                  <c:v>0.0372898609949</c:v>
                </c:pt>
                <c:pt idx="1516">
                  <c:v>0.0371055269457</c:v>
                </c:pt>
                <c:pt idx="1517">
                  <c:v>0.036922559009</c:v>
                </c:pt>
                <c:pt idx="1518">
                  <c:v>0.0367409438427</c:v>
                </c:pt>
                <c:pt idx="1519">
                  <c:v>0.0365606682639</c:v>
                </c:pt>
                <c:pt idx="1520">
                  <c:v>0.0363817192462</c:v>
                </c:pt>
                <c:pt idx="1521">
                  <c:v>0.0362040839184</c:v>
                </c:pt>
                <c:pt idx="1522">
                  <c:v>0.0360277495616</c:v>
                </c:pt>
                <c:pt idx="1523">
                  <c:v>0.0358527036076</c:v>
                </c:pt>
                <c:pt idx="1524">
                  <c:v>0.0356789336364</c:v>
                </c:pt>
                <c:pt idx="1525">
                  <c:v>0.0355064273747</c:v>
                </c:pt>
                <c:pt idx="1526">
                  <c:v>0.0353351726935</c:v>
                </c:pt>
                <c:pt idx="1527">
                  <c:v>0.0351651576063</c:v>
                </c:pt>
                <c:pt idx="1528">
                  <c:v>0.034996370267</c:v>
                </c:pt>
                <c:pt idx="1529">
                  <c:v>0.0348287989682</c:v>
                </c:pt>
                <c:pt idx="1530">
                  <c:v>0.0346624321393</c:v>
                </c:pt>
                <c:pt idx="1531">
                  <c:v>0.0344972583442</c:v>
                </c:pt>
                <c:pt idx="1532">
                  <c:v>0.0343332662804</c:v>
                </c:pt>
                <c:pt idx="1533">
                  <c:v>0.0341704447762</c:v>
                </c:pt>
                <c:pt idx="1534">
                  <c:v>0.0340087827895</c:v>
                </c:pt>
                <c:pt idx="1535">
                  <c:v>0.0338482694061</c:v>
                </c:pt>
                <c:pt idx="1536">
                  <c:v>0.0336888938375</c:v>
                </c:pt>
                <c:pt idx="1537">
                  <c:v>0.0335306454197</c:v>
                </c:pt>
                <c:pt idx="1538">
                  <c:v>0.0333735136113</c:v>
                </c:pt>
                <c:pt idx="1539">
                  <c:v>0.0332174879921</c:v>
                </c:pt>
                <c:pt idx="1540">
                  <c:v>0.0330625582609</c:v>
                </c:pt>
                <c:pt idx="1541">
                  <c:v>0.0329087142346</c:v>
                </c:pt>
                <c:pt idx="1542">
                  <c:v>0.0327559458462</c:v>
                </c:pt>
                <c:pt idx="1543">
                  <c:v>0.0326042431435</c:v>
                </c:pt>
                <c:pt idx="1544">
                  <c:v>0.0324535962872</c:v>
                </c:pt>
                <c:pt idx="1545">
                  <c:v>0.03230399555</c:v>
                </c:pt>
                <c:pt idx="1546">
                  <c:v>0.0321554313144</c:v>
                </c:pt>
                <c:pt idx="1547">
                  <c:v>0.0320078940719</c:v>
                </c:pt>
                <c:pt idx="1548">
                  <c:v>0.0318613744212</c:v>
                </c:pt>
                <c:pt idx="1549">
                  <c:v>0.0317158630667</c:v>
                </c:pt>
                <c:pt idx="1550">
                  <c:v>0.0315713508176</c:v>
                </c:pt>
                <c:pt idx="1551">
                  <c:v>0.0314278285859</c:v>
                </c:pt>
                <c:pt idx="1552">
                  <c:v>0.0312852873856</c:v>
                </c:pt>
                <c:pt idx="1553">
                  <c:v>0.0311437183308</c:v>
                </c:pt>
                <c:pt idx="1554">
                  <c:v>0.031003112635</c:v>
                </c:pt>
                <c:pt idx="1555">
                  <c:v>0.0308634616093</c:v>
                </c:pt>
                <c:pt idx="1556">
                  <c:v>0.0307247566615</c:v>
                </c:pt>
                <c:pt idx="1557">
                  <c:v>0.0305869892946</c:v>
                </c:pt>
                <c:pt idx="1558">
                  <c:v>0.0304501511056</c:v>
                </c:pt>
                <c:pt idx="1559">
                  <c:v>0.0303142337843</c:v>
                </c:pt>
                <c:pt idx="1560">
                  <c:v>0.0301792291123</c:v>
                </c:pt>
                <c:pt idx="1561">
                  <c:v>0.0300451289615</c:v>
                </c:pt>
                <c:pt idx="1562">
                  <c:v>0.029911925293</c:v>
                </c:pt>
                <c:pt idx="1563">
                  <c:v>0.0297796101561</c:v>
                </c:pt>
                <c:pt idx="1564">
                  <c:v>0.0296481756872</c:v>
                </c:pt>
                <c:pt idx="1565">
                  <c:v>0.0295176141083</c:v>
                </c:pt>
                <c:pt idx="1566">
                  <c:v>0.0293879177263</c:v>
                </c:pt>
                <c:pt idx="1567">
                  <c:v>0.0292590789319</c:v>
                </c:pt>
                <c:pt idx="1568">
                  <c:v>0.0291310901983</c:v>
                </c:pt>
                <c:pt idx="1569">
                  <c:v>0.0290039440802</c:v>
                </c:pt>
                <c:pt idx="1570">
                  <c:v>0.0288776332129</c:v>
                </c:pt>
                <c:pt idx="1571">
                  <c:v>0.0287521503112</c:v>
                </c:pt>
                <c:pt idx="1572">
                  <c:v>0.0286274881683</c:v>
                </c:pt>
                <c:pt idx="1573">
                  <c:v>0.028503639655</c:v>
                </c:pt>
                <c:pt idx="1574">
                  <c:v>0.0283805977186</c:v>
                </c:pt>
                <c:pt idx="1575">
                  <c:v>0.0282583553819</c:v>
                </c:pt>
                <c:pt idx="1576">
                  <c:v>0.0281369057423</c:v>
                </c:pt>
                <c:pt idx="1577">
                  <c:v>0.0280162419708</c:v>
                </c:pt>
                <c:pt idx="1578">
                  <c:v>0.0278963573114</c:v>
                </c:pt>
                <c:pt idx="1579">
                  <c:v>0.0277772450795</c:v>
                </c:pt>
                <c:pt idx="1580">
                  <c:v>0.0276588986618</c:v>
                </c:pt>
                <c:pt idx="1581">
                  <c:v>0.0275413115148</c:v>
                </c:pt>
                <c:pt idx="1582">
                  <c:v>0.0274244771642</c:v>
                </c:pt>
                <c:pt idx="1583">
                  <c:v>0.027308389204</c:v>
                </c:pt>
                <c:pt idx="1584">
                  <c:v>0.0271930412959</c:v>
                </c:pt>
                <c:pt idx="1585">
                  <c:v>0.0270784271677</c:v>
                </c:pt>
                <c:pt idx="1586">
                  <c:v>0.0269645406135</c:v>
                </c:pt>
                <c:pt idx="1587">
                  <c:v>0.026851375492</c:v>
                </c:pt>
                <c:pt idx="1588">
                  <c:v>0.0267389257264</c:v>
                </c:pt>
                <c:pt idx="1589">
                  <c:v>0.0266271853029</c:v>
                </c:pt>
                <c:pt idx="1590">
                  <c:v>0.0265161482706</c:v>
                </c:pt>
                <c:pt idx="1591">
                  <c:v>0.0264058087402</c:v>
                </c:pt>
                <c:pt idx="1592">
                  <c:v>0.0262961608839</c:v>
                </c:pt>
                <c:pt idx="1593">
                  <c:v>0.0261871989336</c:v>
                </c:pt>
                <c:pt idx="1594">
                  <c:v>0.0260789171813</c:v>
                </c:pt>
                <c:pt idx="1595">
                  <c:v>0.0259713099776</c:v>
                </c:pt>
                <c:pt idx="1596">
                  <c:v>0.0258643717313</c:v>
                </c:pt>
                <c:pt idx="1597">
                  <c:v>0.0257580969087</c:v>
                </c:pt>
                <c:pt idx="1598">
                  <c:v>0.0256524800327</c:v>
                </c:pt>
                <c:pt idx="1599">
                  <c:v>0.0255475156825</c:v>
                </c:pt>
                <c:pt idx="1600">
                  <c:v>0.0254431984924</c:v>
                </c:pt>
                <c:pt idx="1601">
                  <c:v>0.0253395231515</c:v>
                </c:pt>
                <c:pt idx="1602">
                  <c:v>0.0252364844029</c:v>
                </c:pt>
                <c:pt idx="1603">
                  <c:v>0.0251340770433</c:v>
                </c:pt>
                <c:pt idx="1604">
                  <c:v>0.025032295922</c:v>
                </c:pt>
                <c:pt idx="1605">
                  <c:v>0.0249311359403</c:v>
                </c:pt>
                <c:pt idx="1606">
                  <c:v>0.0248305920513</c:v>
                </c:pt>
                <c:pt idx="1607">
                  <c:v>0.0247306592586</c:v>
                </c:pt>
                <c:pt idx="1608">
                  <c:v>0.0246313326164</c:v>
                </c:pt>
                <c:pt idx="1609">
                  <c:v>0.0245326072284</c:v>
                </c:pt>
                <c:pt idx="1610">
                  <c:v>0.0244344782474</c:v>
                </c:pt>
                <c:pt idx="1611">
                  <c:v>0.0243369408749</c:v>
                </c:pt>
                <c:pt idx="1612">
                  <c:v>0.02423999036</c:v>
                </c:pt>
                <c:pt idx="1613">
                  <c:v>0.0241436219995</c:v>
                </c:pt>
                <c:pt idx="1614">
                  <c:v>0.0240478311366</c:v>
                </c:pt>
                <c:pt idx="1615">
                  <c:v>0.0239526131611</c:v>
                </c:pt>
                <c:pt idx="1616">
                  <c:v>0.0238579635083</c:v>
                </c:pt>
                <c:pt idx="1617">
                  <c:v>0.0237638776589</c:v>
                </c:pt>
                <c:pt idx="1618">
                  <c:v>0.0236703511379</c:v>
                </c:pt>
                <c:pt idx="1619">
                  <c:v>0.0235773795147</c:v>
                </c:pt>
                <c:pt idx="1620">
                  <c:v>0.0234849584021</c:v>
                </c:pt>
                <c:pt idx="1621">
                  <c:v>0.0233930834563</c:v>
                </c:pt>
                <c:pt idx="1622">
                  <c:v>0.0233017503756</c:v>
                </c:pt>
                <c:pt idx="1623">
                  <c:v>0.0232109549009</c:v>
                </c:pt>
                <c:pt idx="1624">
                  <c:v>0.0231206928143</c:v>
                </c:pt>
                <c:pt idx="1625">
                  <c:v>0.0230309599394</c:v>
                </c:pt>
                <c:pt idx="1626">
                  <c:v>0.02294175214</c:v>
                </c:pt>
                <c:pt idx="1627">
                  <c:v>0.0228530653205</c:v>
                </c:pt>
                <c:pt idx="1628">
                  <c:v>0.0227648954248</c:v>
                </c:pt>
                <c:pt idx="1629">
                  <c:v>0.022677238436</c:v>
                </c:pt>
                <c:pt idx="1630">
                  <c:v>0.0225900903762</c:v>
                </c:pt>
                <c:pt idx="1631">
                  <c:v>0.0225034473058</c:v>
                </c:pt>
                <c:pt idx="1632">
                  <c:v>0.022417305323</c:v>
                </c:pt>
                <c:pt idx="1633">
                  <c:v>0.0223316605637</c:v>
                </c:pt>
                <c:pt idx="1634">
                  <c:v>0.0222465092005</c:v>
                </c:pt>
                <c:pt idx="1635">
                  <c:v>0.0221618474431</c:v>
                </c:pt>
                <c:pt idx="1636">
                  <c:v>0.0220776715371</c:v>
                </c:pt>
                <c:pt idx="1637">
                  <c:v>0.021993977764</c:v>
                </c:pt>
                <c:pt idx="1638">
                  <c:v>0.0219107624408</c:v>
                </c:pt>
                <c:pt idx="1639">
                  <c:v>0.0218280219193</c:v>
                </c:pt>
                <c:pt idx="1640">
                  <c:v>0.0217457525861</c:v>
                </c:pt>
                <c:pt idx="1641">
                  <c:v>0.0216639508619</c:v>
                </c:pt>
                <c:pt idx="1642">
                  <c:v>0.0215826132013</c:v>
                </c:pt>
                <c:pt idx="1643">
                  <c:v>0.0215017360924</c:v>
                </c:pt>
                <c:pt idx="1644">
                  <c:v>0.0214213160563</c:v>
                </c:pt>
                <c:pt idx="1645">
                  <c:v>0.0213413496467</c:v>
                </c:pt>
                <c:pt idx="1646">
                  <c:v>0.0212618334499</c:v>
                </c:pt>
                <c:pt idx="1647">
                  <c:v>0.021182764084</c:v>
                </c:pt>
                <c:pt idx="1648">
                  <c:v>0.0211041381987</c:v>
                </c:pt>
                <c:pt idx="1649">
                  <c:v>0.0210259524751</c:v>
                </c:pt>
                <c:pt idx="1650">
                  <c:v>0.0209482036253</c:v>
                </c:pt>
                <c:pt idx="1651">
                  <c:v>0.0208708883916</c:v>
                </c:pt>
                <c:pt idx="1652">
                  <c:v>0.020794003547</c:v>
                </c:pt>
                <c:pt idx="1653">
                  <c:v>0.0207175458941</c:v>
                </c:pt>
                <c:pt idx="1654">
                  <c:v>0.0206415122653</c:v>
                </c:pt>
                <c:pt idx="1655">
                  <c:v>0.020565899522</c:v>
                </c:pt>
                <c:pt idx="1656">
                  <c:v>0.0204907045548</c:v>
                </c:pt>
                <c:pt idx="1657">
                  <c:v>0.0204159242828</c:v>
                </c:pt>
                <c:pt idx="1658">
                  <c:v>0.0203415556533</c:v>
                </c:pt>
                <c:pt idx="1659">
                  <c:v>0.0202675956417</c:v>
                </c:pt>
                <c:pt idx="1660">
                  <c:v>0.0201940412512</c:v>
                </c:pt>
                <c:pt idx="1661">
                  <c:v>0.0201208895122</c:v>
                </c:pt>
                <c:pt idx="1662">
                  <c:v>0.0200481374821</c:v>
                </c:pt>
                <c:pt idx="1663">
                  <c:v>0.0199757822455</c:v>
                </c:pt>
                <c:pt idx="1664">
                  <c:v>0.0199038209131</c:v>
                </c:pt>
                <c:pt idx="1665">
                  <c:v>0.019832250622</c:v>
                </c:pt>
                <c:pt idx="1666">
                  <c:v>0.0197610685352</c:v>
                </c:pt>
                <c:pt idx="1667">
                  <c:v>0.0196902718413</c:v>
                </c:pt>
                <c:pt idx="1668">
                  <c:v>0.0196198577544</c:v>
                </c:pt>
                <c:pt idx="1669">
                  <c:v>0.0195498235136</c:v>
                </c:pt>
                <c:pt idx="1670">
                  <c:v>0.0194801663829</c:v>
                </c:pt>
                <c:pt idx="1671">
                  <c:v>0.0194108836507</c:v>
                </c:pt>
                <c:pt idx="1672">
                  <c:v>0.01934197263</c:v>
                </c:pt>
                <c:pt idx="1673">
                  <c:v>0.0192734306576</c:v>
                </c:pt>
                <c:pt idx="1674">
                  <c:v>0.0192052550941</c:v>
                </c:pt>
                <c:pt idx="1675">
                  <c:v>0.0191374433239</c:v>
                </c:pt>
                <c:pt idx="1676">
                  <c:v>0.0190699927543</c:v>
                </c:pt>
                <c:pt idx="1677">
                  <c:v>0.0190029008159</c:v>
                </c:pt>
                <c:pt idx="1678">
                  <c:v>0.0189361649621</c:v>
                </c:pt>
                <c:pt idx="1679">
                  <c:v>0.0188697826686</c:v>
                </c:pt>
                <c:pt idx="1680">
                  <c:v>0.0188037514337</c:v>
                </c:pt>
                <c:pt idx="1681">
                  <c:v>0.0187380687777</c:v>
                </c:pt>
                <c:pt idx="1682">
                  <c:v>0.0186727322427</c:v>
                </c:pt>
                <c:pt idx="1683">
                  <c:v>0.0186077393924</c:v>
                </c:pt>
                <c:pt idx="1684">
                  <c:v>0.0185430878119</c:v>
                </c:pt>
                <c:pt idx="1685">
                  <c:v>0.0184787751076</c:v>
                </c:pt>
                <c:pt idx="1686">
                  <c:v>0.0184147989066</c:v>
                </c:pt>
                <c:pt idx="1687">
                  <c:v>0.0183511568569</c:v>
                </c:pt>
                <c:pt idx="1688">
                  <c:v>0.0182878466271</c:v>
                </c:pt>
                <c:pt idx="1689">
                  <c:v>0.0182248659058</c:v>
                </c:pt>
                <c:pt idx="1690">
                  <c:v>0.0181622124019</c:v>
                </c:pt>
                <c:pt idx="1691">
                  <c:v>0.0180998838442</c:v>
                </c:pt>
                <c:pt idx="1692">
                  <c:v>0.0180378779811</c:v>
                </c:pt>
                <c:pt idx="1693">
                  <c:v>0.0179761925805</c:v>
                </c:pt>
                <c:pt idx="1694">
                  <c:v>0.0179148254294</c:v>
                </c:pt>
                <c:pt idx="1695">
                  <c:v>0.0178537743342</c:v>
                </c:pt>
                <c:pt idx="1696">
                  <c:v>0.0177930371199</c:v>
                </c:pt>
                <c:pt idx="1697">
                  <c:v>0.0177326116302</c:v>
                </c:pt>
                <c:pt idx="1698">
                  <c:v>0.0176724957275</c:v>
                </c:pt>
                <c:pt idx="1699">
                  <c:v>0.0176126872922</c:v>
                </c:pt>
                <c:pt idx="1700">
                  <c:v>0.0175531842231</c:v>
                </c:pt>
                <c:pt idx="1701">
                  <c:v>0.0174939844368</c:v>
                </c:pt>
                <c:pt idx="1702">
                  <c:v>0.0174350858675</c:v>
                </c:pt>
                <c:pt idx="1703">
                  <c:v>0.0173764864672</c:v>
                </c:pt>
                <c:pt idx="1704">
                  <c:v>0.0173181842051</c:v>
                </c:pt>
                <c:pt idx="1705">
                  <c:v>0.0172601770678</c:v>
                </c:pt>
                <c:pt idx="1706">
                  <c:v>0.0172024630588</c:v>
                </c:pt>
                <c:pt idx="1707">
                  <c:v>0.0171450401985</c:v>
                </c:pt>
                <c:pt idx="1708">
                  <c:v>0.017087906524</c:v>
                </c:pt>
                <c:pt idx="1709">
                  <c:v>0.0170310600888</c:v>
                </c:pt>
                <c:pt idx="1710">
                  <c:v>0.016974498963</c:v>
                </c:pt>
                <c:pt idx="1711">
                  <c:v>0.0169182212327</c:v>
                </c:pt>
                <c:pt idx="1712">
                  <c:v>0.0168622250001</c:v>
                </c:pt>
                <c:pt idx="1713">
                  <c:v>0.0168065083833</c:v>
                </c:pt>
                <c:pt idx="1714">
                  <c:v>0.0167510695161</c:v>
                </c:pt>
                <c:pt idx="1715">
                  <c:v>0.0166959065477</c:v>
                </c:pt>
                <c:pt idx="1716">
                  <c:v>0.016641017643</c:v>
                </c:pt>
                <c:pt idx="1717">
                  <c:v>0.0165864009818</c:v>
                </c:pt>
                <c:pt idx="1718">
                  <c:v>0.0165320547594</c:v>
                </c:pt>
                <c:pt idx="1719">
                  <c:v>0.0164779771856</c:v>
                </c:pt>
                <c:pt idx="1720">
                  <c:v>0.0164241664854</c:v>
                </c:pt>
                <c:pt idx="1721">
                  <c:v>0.0163706208982</c:v>
                </c:pt>
                <c:pt idx="1722">
                  <c:v>0.016317338678</c:v>
                </c:pt>
                <c:pt idx="1723">
                  <c:v>0.0162643180932</c:v>
                </c:pt>
                <c:pt idx="1724">
                  <c:v>0.0162115574263</c:v>
                </c:pt>
                <c:pt idx="1725">
                  <c:v>0.016159054974</c:v>
                </c:pt>
                <c:pt idx="1726">
                  <c:v>0.0161068090469</c:v>
                </c:pt>
                <c:pt idx="1727">
                  <c:v>0.0160548179693</c:v>
                </c:pt>
                <c:pt idx="1728">
                  <c:v>0.0160030800795</c:v>
                </c:pt>
                <c:pt idx="1729">
                  <c:v>0.015951593729</c:v>
                </c:pt>
                <c:pt idx="1730">
                  <c:v>0.0159003572829</c:v>
                </c:pt>
                <c:pt idx="1731">
                  <c:v>0.0158493691194</c:v>
                </c:pt>
                <c:pt idx="1732">
                  <c:v>0.0157986276301</c:v>
                </c:pt>
                <c:pt idx="1733">
                  <c:v>0.0157481312194</c:v>
                </c:pt>
                <c:pt idx="1734">
                  <c:v>0.0156978783048</c:v>
                </c:pt>
                <c:pt idx="1735">
                  <c:v>0.0156478673163</c:v>
                </c:pt>
                <c:pt idx="1736">
                  <c:v>0.0155980966969</c:v>
                </c:pt>
                <c:pt idx="1737">
                  <c:v>0.0155485649017</c:v>
                </c:pt>
                <c:pt idx="1738">
                  <c:v>0.0154992703986</c:v>
                </c:pt>
                <c:pt idx="1739">
                  <c:v>0.0154502116676</c:v>
                </c:pt>
                <c:pt idx="1740">
                  <c:v>0.0154013872008</c:v>
                </c:pt>
                <c:pt idx="1741">
                  <c:v>0.0153527955026</c:v>
                </c:pt>
                <c:pt idx="1742">
                  <c:v>0.015304435089</c:v>
                </c:pt>
                <c:pt idx="1743">
                  <c:v>0.0152563044882</c:v>
                </c:pt>
                <c:pt idx="1744">
                  <c:v>0.0152084022398</c:v>
                </c:pt>
                <c:pt idx="1745">
                  <c:v>0.0151607268951</c:v>
                </c:pt>
                <c:pt idx="1746">
                  <c:v>0.0151132770169</c:v>
                </c:pt>
                <c:pt idx="1747">
                  <c:v>0.0150660511795</c:v>
                </c:pt>
                <c:pt idx="1748">
                  <c:v>0.0150190479682</c:v>
                </c:pt>
                <c:pt idx="1749">
                  <c:v>0.0149722659796</c:v>
                </c:pt>
                <c:pt idx="1750">
                  <c:v>0.0149257038216</c:v>
                </c:pt>
                <c:pt idx="1751">
                  <c:v>0.0148793601126</c:v>
                </c:pt>
                <c:pt idx="1752">
                  <c:v>0.0148332334822</c:v>
                </c:pt>
                <c:pt idx="1753">
                  <c:v>0.0147873225706</c:v>
                </c:pt>
                <c:pt idx="1754">
                  <c:v>0.0147416260287</c:v>
                </c:pt>
                <c:pt idx="1755">
                  <c:v>0.0146961425179</c:v>
                </c:pt>
                <c:pt idx="1756">
                  <c:v>0.0146508707102</c:v>
                </c:pt>
                <c:pt idx="1757">
                  <c:v>0.0146058092876</c:v>
                </c:pt>
                <c:pt idx="1758">
                  <c:v>0.0145609569428</c:v>
                </c:pt>
                <c:pt idx="1759">
                  <c:v>0.0145163123784</c:v>
                </c:pt>
                <c:pt idx="1760">
                  <c:v>0.0144718743071</c:v>
                </c:pt>
                <c:pt idx="1761">
                  <c:v>0.0144276414516</c:v>
                </c:pt>
                <c:pt idx="1762">
                  <c:v>0.0143836125445</c:v>
                </c:pt>
                <c:pt idx="1763">
                  <c:v>0.0143397863281</c:v>
                </c:pt>
                <c:pt idx="1764">
                  <c:v>0.0142961615544</c:v>
                </c:pt>
                <c:pt idx="1765">
                  <c:v>0.0142527369853</c:v>
                </c:pt>
                <c:pt idx="1766">
                  <c:v>0.0142095113917</c:v>
                </c:pt>
                <c:pt idx="1767">
                  <c:v>0.0141664835544</c:v>
                </c:pt>
                <c:pt idx="1768">
                  <c:v>0.0141236522634</c:v>
                </c:pt>
                <c:pt idx="1769">
                  <c:v>0.0140810163178</c:v>
                </c:pt>
                <c:pt idx="1770">
                  <c:v>0.014038574526</c:v>
                </c:pt>
                <c:pt idx="1771">
                  <c:v>0.0139963257056</c:v>
                </c:pt>
                <c:pt idx="1772">
                  <c:v>0.013954268683</c:v>
                </c:pt>
                <c:pt idx="1773">
                  <c:v>0.0139124022937</c:v>
                </c:pt>
                <c:pt idx="1774">
                  <c:v>0.0138707253819</c:v>
                </c:pt>
                <c:pt idx="1775">
                  <c:v>0.0138292368006</c:v>
                </c:pt>
                <c:pt idx="1776">
                  <c:v>0.0137879354117</c:v>
                </c:pt>
                <c:pt idx="1777">
                  <c:v>0.0137468200853</c:v>
                </c:pt>
                <c:pt idx="1778">
                  <c:v>0.0137058897004</c:v>
                </c:pt>
                <c:pt idx="1779">
                  <c:v>0.0136651431442</c:v>
                </c:pt>
                <c:pt idx="1780">
                  <c:v>0.0136245793125</c:v>
                </c:pt>
                <c:pt idx="1781">
                  <c:v>0.0135841971091</c:v>
                </c:pt>
                <c:pt idx="1782">
                  <c:v>0.0135439954464</c:v>
                </c:pt>
                <c:pt idx="1783">
                  <c:v>0.0135039732446</c:v>
                </c:pt>
                <c:pt idx="1784">
                  <c:v>0.0134641294321</c:v>
                </c:pt>
                <c:pt idx="1785">
                  <c:v>0.0134244629455</c:v>
                </c:pt>
                <c:pt idx="1786">
                  <c:v>0.013384972729</c:v>
                </c:pt>
                <c:pt idx="1787">
                  <c:v>0.0133456577349</c:v>
                </c:pt>
                <c:pt idx="1788">
                  <c:v>0.0133065169232</c:v>
                </c:pt>
                <c:pt idx="1789">
                  <c:v>0.0132675492617</c:v>
                </c:pt>
                <c:pt idx="1790">
                  <c:v>0.0132287537256</c:v>
                </c:pt>
                <c:pt idx="1791">
                  <c:v>0.0131901292981</c:v>
                </c:pt>
                <c:pt idx="1792">
                  <c:v>0.0131516749696</c:v>
                </c:pt>
                <c:pt idx="1793">
                  <c:v>0.0131133897381</c:v>
                </c:pt>
                <c:pt idx="1794">
                  <c:v>0.0130752726088</c:v>
                </c:pt>
                <c:pt idx="1795">
                  <c:v>0.0130373225945</c:v>
                </c:pt>
                <c:pt idx="1796">
                  <c:v>0.012999538715</c:v>
                </c:pt>
                <c:pt idx="1797">
                  <c:v>0.0129619199975</c:v>
                </c:pt>
                <c:pt idx="1798">
                  <c:v>0.0129244654762</c:v>
                </c:pt>
                <c:pt idx="1799">
                  <c:v>0.0128871741924</c:v>
                </c:pt>
                <c:pt idx="1800">
                  <c:v>0.0128500451944</c:v>
                </c:pt>
                <c:pt idx="1801">
                  <c:v>0.0128130775374</c:v>
                </c:pt>
                <c:pt idx="1802">
                  <c:v>0.0127762702835</c:v>
                </c:pt>
                <c:pt idx="1803">
                  <c:v>0.0127396225018</c:v>
                </c:pt>
                <c:pt idx="1804">
                  <c:v>0.0127031332679</c:v>
                </c:pt>
                <c:pt idx="1805">
                  <c:v>0.0126668016643</c:v>
                </c:pt>
                <c:pt idx="1806">
                  <c:v>0.0126306267799</c:v>
                </c:pt>
                <c:pt idx="1807">
                  <c:v>0.0125946077105</c:v>
                </c:pt>
                <c:pt idx="1808">
                  <c:v>0.0125587435583</c:v>
                </c:pt>
                <c:pt idx="1809">
                  <c:v>0.0125230334318</c:v>
                </c:pt>
                <c:pt idx="1810">
                  <c:v>0.0124874764462</c:v>
                </c:pt>
                <c:pt idx="1811">
                  <c:v>0.0124520717229</c:v>
                </c:pt>
                <c:pt idx="1812">
                  <c:v>0.0124168183897</c:v>
                </c:pt>
                <c:pt idx="1813">
                  <c:v>0.0123817155805</c:v>
                </c:pt>
                <c:pt idx="1814">
                  <c:v>0.0123467624355</c:v>
                </c:pt>
                <c:pt idx="1815">
                  <c:v>0.0123119581011</c:v>
                </c:pt>
                <c:pt idx="1816">
                  <c:v>0.0122773017298</c:v>
                </c:pt>
                <c:pt idx="1817">
                  <c:v>0.0122427924799</c:v>
                </c:pt>
                <c:pt idx="1818">
                  <c:v>0.012208429516</c:v>
                </c:pt>
                <c:pt idx="1819">
                  <c:v>0.0121742120085</c:v>
                </c:pt>
                <c:pt idx="1820">
                  <c:v>0.0121401391337</c:v>
                </c:pt>
                <c:pt idx="1821">
                  <c:v>0.0121062100736</c:v>
                </c:pt>
                <c:pt idx="1822">
                  <c:v>0.0120724240163</c:v>
                </c:pt>
                <c:pt idx="1823">
                  <c:v>0.0120387801555</c:v>
                </c:pt>
                <c:pt idx="1824">
                  <c:v>0.0120052776903</c:v>
                </c:pt>
                <c:pt idx="1825">
                  <c:v>0.011971915826</c:v>
                </c:pt>
                <c:pt idx="1826">
                  <c:v>0.0119386937729</c:v>
                </c:pt>
                <c:pt idx="1827">
                  <c:v>0.0119056107474</c:v>
                </c:pt>
                <c:pt idx="1828">
                  <c:v>0.011872665971</c:v>
                </c:pt>
                <c:pt idx="1829">
                  <c:v>0.0118398586708</c:v>
                </c:pt>
                <c:pt idx="1830">
                  <c:v>0.0118071880794</c:v>
                </c:pt>
                <c:pt idx="1831">
                  <c:v>0.0117746534346</c:v>
                </c:pt>
                <c:pt idx="1832">
                  <c:v>0.0117422539795</c:v>
                </c:pt>
                <c:pt idx="1833">
                  <c:v>0.0117099889627</c:v>
                </c:pt>
                <c:pt idx="1834">
                  <c:v>0.0116778576378</c:v>
                </c:pt>
                <c:pt idx="1835">
                  <c:v>0.0116458592638</c:v>
                </c:pt>
                <c:pt idx="1836">
                  <c:v>0.0116139931046</c:v>
                </c:pt>
                <c:pt idx="1837">
                  <c:v>0.0115822584294</c:v>
                </c:pt>
                <c:pt idx="1838">
                  <c:v>0.0115506545123</c:v>
                </c:pt>
                <c:pt idx="1839">
                  <c:v>0.0115191806325</c:v>
                </c:pt>
                <c:pt idx="1840">
                  <c:v>0.0114878360743</c:v>
                </c:pt>
                <c:pt idx="1841">
                  <c:v>0.0114566201267</c:v>
                </c:pt>
                <c:pt idx="1842">
                  <c:v>0.0114255320836</c:v>
                </c:pt>
                <c:pt idx="1843">
                  <c:v>0.0113945712441</c:v>
                </c:pt>
                <c:pt idx="1844">
                  <c:v>0.0113637369116</c:v>
                </c:pt>
                <c:pt idx="1845">
                  <c:v>0.0113330283947</c:v>
                </c:pt>
                <c:pt idx="1846">
                  <c:v>0.0113024450064</c:v>
                </c:pt>
                <c:pt idx="1847">
                  <c:v>0.0112719860648</c:v>
                </c:pt>
                <c:pt idx="1848">
                  <c:v>0.0112416508922</c:v>
                </c:pt>
                <c:pt idx="1849">
                  <c:v>0.0112114388158</c:v>
                </c:pt>
                <c:pt idx="1850">
                  <c:v>0.0111813491674</c:v>
                </c:pt>
                <c:pt idx="1851">
                  <c:v>0.0111513812831</c:v>
                </c:pt>
                <c:pt idx="1852">
                  <c:v>0.0111215345037</c:v>
                </c:pt>
                <c:pt idx="1853">
                  <c:v>0.0110918081746</c:v>
                </c:pt>
                <c:pt idx="1854">
                  <c:v>0.0110622016452</c:v>
                </c:pt>
                <c:pt idx="1855">
                  <c:v>0.0110327142697</c:v>
                </c:pt>
                <c:pt idx="1856">
                  <c:v>0.0110033454066</c:v>
                </c:pt>
                <c:pt idx="1857">
                  <c:v>0.0109740944184</c:v>
                </c:pt>
                <c:pt idx="1858">
                  <c:v>0.0109449606724</c:v>
                </c:pt>
                <c:pt idx="1859">
                  <c:v>0.0109159435397</c:v>
                </c:pt>
                <c:pt idx="1860">
                  <c:v>0.0108870423959</c:v>
                </c:pt>
                <c:pt idx="1861">
                  <c:v>0.0108582566207</c:v>
                </c:pt>
                <c:pt idx="1862">
                  <c:v>0.0108295855978</c:v>
                </c:pt>
                <c:pt idx="1863">
                  <c:v>0.0108010287154</c:v>
                </c:pt>
                <c:pt idx="1864">
                  <c:v>0.0107725853655</c:v>
                </c:pt>
                <c:pt idx="1865">
                  <c:v>0.0107442549441</c:v>
                </c:pt>
                <c:pt idx="1866">
                  <c:v>0.0107160368514</c:v>
                </c:pt>
                <c:pt idx="1867">
                  <c:v>0.0106879304916</c:v>
                </c:pt>
                <c:pt idx="1868">
                  <c:v>0.0106599352727</c:v>
                </c:pt>
                <c:pt idx="1869">
                  <c:v>0.0106320506067</c:v>
                </c:pt>
                <c:pt idx="1870">
                  <c:v>0.0106042759095</c:v>
                </c:pt>
                <c:pt idx="1871">
                  <c:v>0.010576610601</c:v>
                </c:pt>
                <c:pt idx="1872">
                  <c:v>0.0105490541046</c:v>
                </c:pt>
                <c:pt idx="1873">
                  <c:v>0.0105216058479</c:v>
                </c:pt>
                <c:pt idx="1874">
                  <c:v>0.010494265262</c:v>
                </c:pt>
                <c:pt idx="1875">
                  <c:v>0.0104670317818</c:v>
                </c:pt>
                <c:pt idx="1876">
                  <c:v>0.0104399048459</c:v>
                </c:pt>
                <c:pt idx="1877">
                  <c:v>0.0104128838968</c:v>
                </c:pt>
                <c:pt idx="1878">
                  <c:v>0.0103859683802</c:v>
                </c:pt>
                <c:pt idx="1879">
                  <c:v>0.010359157746</c:v>
                </c:pt>
                <c:pt idx="1880">
                  <c:v>0.0103324514472</c:v>
                </c:pt>
                <c:pt idx="1881">
                  <c:v>0.0103058489406</c:v>
                </c:pt>
                <c:pt idx="1882">
                  <c:v>0.0102793496866</c:v>
                </c:pt>
                <c:pt idx="1883">
                  <c:v>0.0102529531489</c:v>
                </c:pt>
                <c:pt idx="1884">
                  <c:v>0.010226658795</c:v>
                </c:pt>
                <c:pt idx="1885">
                  <c:v>0.0102004660955</c:v>
                </c:pt>
                <c:pt idx="1886">
                  <c:v>0.0101743745246</c:v>
                </c:pt>
                <c:pt idx="1887">
                  <c:v>0.0101483835601</c:v>
                </c:pt>
                <c:pt idx="1888">
                  <c:v>0.0101224926828</c:v>
                </c:pt>
                <c:pt idx="1889">
                  <c:v>0.0100967013771</c:v>
                </c:pt>
                <c:pt idx="1890">
                  <c:v>0.0100710091307</c:v>
                </c:pt>
                <c:pt idx="1891">
                  <c:v>0.0100454154346</c:v>
                </c:pt>
                <c:pt idx="1892">
                  <c:v>0.0100199197829</c:v>
                </c:pt>
                <c:pt idx="1893">
                  <c:v>0.00999452167333</c:v>
                </c:pt>
                <c:pt idx="1894">
                  <c:v>0.00996922060644</c:v>
                </c:pt>
                <c:pt idx="1895">
                  <c:v>0.00994401608621</c:v>
                </c:pt>
                <c:pt idx="1896">
                  <c:v>0.00991890761973</c:v>
                </c:pt>
                <c:pt idx="1897">
                  <c:v>0.00989389471727</c:v>
                </c:pt>
                <c:pt idx="1898">
                  <c:v>0.00986897689219</c:v>
                </c:pt>
                <c:pt idx="1899">
                  <c:v>0.00984415366099</c:v>
                </c:pt>
                <c:pt idx="1900">
                  <c:v>0.00981942454322</c:v>
                </c:pt>
                <c:pt idx="1901">
                  <c:v>0.00979478906151</c:v>
                </c:pt>
                <c:pt idx="1902">
                  <c:v>0.00977024674151</c:v>
                </c:pt>
                <c:pt idx="1903">
                  <c:v>0.00974579711187</c:v>
                </c:pt>
                <c:pt idx="1904">
                  <c:v>0.00972143970425</c:v>
                </c:pt>
                <c:pt idx="1905">
                  <c:v>0.00969717405325</c:v>
                </c:pt>
                <c:pt idx="1906">
                  <c:v>0.00967299969643</c:v>
                </c:pt>
                <c:pt idx="1907">
                  <c:v>0.00964891617427</c:v>
                </c:pt>
                <c:pt idx="1908">
                  <c:v>0.00962492303013</c:v>
                </c:pt>
                <c:pt idx="1909">
                  <c:v>0.00960101981025</c:v>
                </c:pt>
                <c:pt idx="1910">
                  <c:v>0.00957720606373</c:v>
                </c:pt>
                <c:pt idx="1911">
                  <c:v>0.00955348134251</c:v>
                </c:pt>
                <c:pt idx="1912">
                  <c:v>0.00952984520132</c:v>
                </c:pt>
                <c:pt idx="1913">
                  <c:v>0.00950629719769</c:v>
                </c:pt>
                <c:pt idx="1914">
                  <c:v>0.00948283689191</c:v>
                </c:pt>
                <c:pt idx="1915">
                  <c:v>0.00945946384704</c:v>
                </c:pt>
                <c:pt idx="1916">
                  <c:v>0.00943617762884</c:v>
                </c:pt>
                <c:pt idx="1917">
                  <c:v>0.0094129778058</c:v>
                </c:pt>
                <c:pt idx="1918">
                  <c:v>0.00938986394906</c:v>
                </c:pt>
                <c:pt idx="1919">
                  <c:v>0.00936683563248</c:v>
                </c:pt>
                <c:pt idx="1920">
                  <c:v>0.00934389243251</c:v>
                </c:pt>
                <c:pt idx="1921">
                  <c:v>0.00932103392827</c:v>
                </c:pt>
                <c:pt idx="1922">
                  <c:v>0.00929825970146</c:v>
                </c:pt>
                <c:pt idx="1923">
                  <c:v>0.00927556933639</c:v>
                </c:pt>
                <c:pt idx="1924">
                  <c:v>0.00925296241991</c:v>
                </c:pt>
                <c:pt idx="1925">
                  <c:v>0.00923043854144</c:v>
                </c:pt>
                <c:pt idx="1926">
                  <c:v>0.00920799729293</c:v>
                </c:pt>
                <c:pt idx="1927">
                  <c:v>0.00918563826883</c:v>
                </c:pt>
                <c:pt idx="1928">
                  <c:v>0.00916336106609</c:v>
                </c:pt>
                <c:pt idx="1929">
                  <c:v>0.00914116528414</c:v>
                </c:pt>
                <c:pt idx="1930">
                  <c:v>0.00911905052485</c:v>
                </c:pt>
                <c:pt idx="1931">
                  <c:v>0.00909701639256</c:v>
                </c:pt>
                <c:pt idx="1932">
                  <c:v>0.00907506249399</c:v>
                </c:pt>
                <c:pt idx="1933">
                  <c:v>0.00905318843828</c:v>
                </c:pt>
                <c:pt idx="1934">
                  <c:v>0.00903139383697</c:v>
                </c:pt>
                <c:pt idx="1935">
                  <c:v>0.00900967830395</c:v>
                </c:pt>
                <c:pt idx="1936">
                  <c:v>0.00898804145547</c:v>
                </c:pt>
                <c:pt idx="1937">
                  <c:v>0.0089664829101</c:v>
                </c:pt>
                <c:pt idx="1938">
                  <c:v>0.00894500228873</c:v>
                </c:pt>
                <c:pt idx="1939">
                  <c:v>0.00892359921456</c:v>
                </c:pt>
                <c:pt idx="1940">
                  <c:v>0.00890227331306</c:v>
                </c:pt>
                <c:pt idx="1941">
                  <c:v>0.00888102421198</c:v>
                </c:pt>
                <c:pt idx="1942">
                  <c:v>0.0088598515413</c:v>
                </c:pt>
                <c:pt idx="1943">
                  <c:v>0.00883875493324</c:v>
                </c:pt>
                <c:pt idx="1944">
                  <c:v>0.00881773402226</c:v>
                </c:pt>
                <c:pt idx="1945">
                  <c:v>0.00879678844498</c:v>
                </c:pt>
                <c:pt idx="1946">
                  <c:v>0.00877591784023</c:v>
                </c:pt>
                <c:pt idx="1947">
                  <c:v>0.00875512184901</c:v>
                </c:pt>
                <c:pt idx="1948">
                  <c:v>0.00873440011446</c:v>
                </c:pt>
                <c:pt idx="1949">
                  <c:v>0.00871375228187</c:v>
                </c:pt>
                <c:pt idx="1950">
                  <c:v>0.00869317799865</c:v>
                </c:pt>
                <c:pt idx="1951">
                  <c:v>0.00867267691432</c:v>
                </c:pt>
                <c:pt idx="1952">
                  <c:v>0.00865224868047</c:v>
                </c:pt>
                <c:pt idx="1953">
                  <c:v>0.0086318929508</c:v>
                </c:pt>
                <c:pt idx="1954">
                  <c:v>0.00861160938104</c:v>
                </c:pt>
                <c:pt idx="1955">
                  <c:v>0.00859139762901</c:v>
                </c:pt>
                <c:pt idx="1956">
                  <c:v>0.00857125735451</c:v>
                </c:pt>
                <c:pt idx="1957">
                  <c:v>0.0085511882194</c:v>
                </c:pt>
                <c:pt idx="1958">
                  <c:v>0.00853118988753</c:v>
                </c:pt>
                <c:pt idx="1959">
                  <c:v>0.00851126202474</c:v>
                </c:pt>
                <c:pt idx="1960">
                  <c:v>0.00849140429883</c:v>
                </c:pt>
                <c:pt idx="1961">
                  <c:v>0.00847161637959</c:v>
                </c:pt>
                <c:pt idx="1962">
                  <c:v>0.00845189793875</c:v>
                </c:pt>
                <c:pt idx="1963">
                  <c:v>0.00843224864994</c:v>
                </c:pt>
                <c:pt idx="1964">
                  <c:v>0.00841266818877</c:v>
                </c:pt>
                <c:pt idx="1965">
                  <c:v>0.0083931562327</c:v>
                </c:pt>
                <c:pt idx="1966">
                  <c:v>0.00837371246112</c:v>
                </c:pt>
                <c:pt idx="1967">
                  <c:v>0.00835433655529</c:v>
                </c:pt>
                <c:pt idx="1968">
                  <c:v>0.00833502819832</c:v>
                </c:pt>
                <c:pt idx="1969">
                  <c:v>0.00831578707519</c:v>
                </c:pt>
                <c:pt idx="1970">
                  <c:v>0.00829661287273</c:v>
                </c:pt>
                <c:pt idx="1971">
                  <c:v>0.00827750527958</c:v>
                </c:pt>
                <c:pt idx="1972">
                  <c:v>0.00825846398619</c:v>
                </c:pt>
                <c:pt idx="1973">
                  <c:v>0.00823948868483</c:v>
                </c:pt>
                <c:pt idx="1974">
                  <c:v>0.00822057906954</c:v>
                </c:pt>
                <c:pt idx="1975">
                  <c:v>0.00820173483617</c:v>
                </c:pt>
                <c:pt idx="1976">
                  <c:v>0.00818295568229</c:v>
                </c:pt>
                <c:pt idx="1977">
                  <c:v>0.00816424130725</c:v>
                </c:pt>
                <c:pt idx="1978">
                  <c:v>0.00814559141214</c:v>
                </c:pt>
                <c:pt idx="1979">
                  <c:v>0.00812700569977</c:v>
                </c:pt>
                <c:pt idx="1980">
                  <c:v>0.00810848387467</c:v>
                </c:pt>
                <c:pt idx="1981">
                  <c:v>0.00809002564306</c:v>
                </c:pt>
                <c:pt idx="1982">
                  <c:v>0.00807163071288</c:v>
                </c:pt>
                <c:pt idx="1983">
                  <c:v>0.00805329879372</c:v>
                </c:pt>
                <c:pt idx="1984">
                  <c:v>0.00803502959686</c:v>
                </c:pt>
                <c:pt idx="1985">
                  <c:v>0.00801682283523</c:v>
                </c:pt>
                <c:pt idx="1986">
                  <c:v>0.00799867822342</c:v>
                </c:pt>
                <c:pt idx="1987">
                  <c:v>0.00798059547762</c:v>
                </c:pt>
                <c:pt idx="1988">
                  <c:v>0.00796257431567</c:v>
                </c:pt>
                <c:pt idx="1989">
                  <c:v>0.00794461445702</c:v>
                </c:pt>
                <c:pt idx="1990">
                  <c:v>0.00792671562272</c:v>
                </c:pt>
                <c:pt idx="1991">
                  <c:v>0.0079088775354</c:v>
                </c:pt>
                <c:pt idx="1992">
                  <c:v>0.00789109991929</c:v>
                </c:pt>
                <c:pt idx="1993">
                  <c:v>0.00787338250016</c:v>
                </c:pt>
                <c:pt idx="1994">
                  <c:v>0.00785572500537</c:v>
                </c:pt>
                <c:pt idx="1995">
                  <c:v>0.00783812716379</c:v>
                </c:pt>
                <c:pt idx="1996">
                  <c:v>0.00782058870586</c:v>
                </c:pt>
                <c:pt idx="1997">
                  <c:v>0.00780310936354</c:v>
                </c:pt>
                <c:pt idx="1998">
                  <c:v>0.00778568887028</c:v>
                </c:pt>
                <c:pt idx="1999">
                  <c:v>0.00776832696106</c:v>
                </c:pt>
                <c:pt idx="2000">
                  <c:v>0.00775102337235</c:v>
                </c:pt>
              </c:numCache>
            </c:numRef>
          </c:yVal>
        </c:ser>
        <c:ser>
          <c:idx val="1"/>
          <c:order val="1"/>
          <c:tx>
            <c:v>spin</c:v>
          </c:tx>
          <c:spPr>
            <a:ln xmlns:a="http://schemas.openxmlformats.org/drawingml/2006/main" w="15240">
              <a:solidFill>
                <a:srgbClr val="234F91"/>
              </a:solidFill>
              <a:prstDash val="dash"/>
            </a:ln>
          </c:spPr>
          <c:marker>
            <c:symbol val="none"/>
            <c:size val="5"/>
            <c:spPr>
              <a:solidFill xmlns:a="http://schemas.openxmlformats.org/drawingml/2006/main">
                <a:srgbClr val="234F91"/>
              </a:solidFill>
            </c:spPr>
          </c:marker>
          <c:xVal>
            <c:numRef>
              <c:f>'Chart Data'!$C$2:$C$2002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Data'!$D$2:$D$2002</c:f>
              <c:numCache>
                <c:formatCode>0.0</c:formatCode>
                <c:ptCount val="2001"/>
                <c:pt idx="0">
                  <c:v>0.0055306056346</c:v>
                </c:pt>
                <c:pt idx="1">
                  <c:v>0.00554103442062</c:v>
                </c:pt>
                <c:pt idx="2">
                  <c:v>0.00555149293232</c:v>
                </c:pt>
                <c:pt idx="3">
                  <c:v>0.00556198128353</c:v>
                </c:pt>
                <c:pt idx="4">
                  <c:v>0.00557249958861</c:v>
                </c:pt>
                <c:pt idx="5">
                  <c:v>0.0055830479625</c:v>
                </c:pt>
                <c:pt idx="6">
                  <c:v>0.00559362652069</c:v>
                </c:pt>
                <c:pt idx="7">
                  <c:v>0.00560423537921</c:v>
                </c:pt>
                <c:pt idx="8">
                  <c:v>0.00561487465468</c:v>
                </c:pt>
                <c:pt idx="9">
                  <c:v>0.00562554446426</c:v>
                </c:pt>
                <c:pt idx="10">
                  <c:v>0.00563624492569</c:v>
                </c:pt>
                <c:pt idx="11">
                  <c:v>0.00564697615728</c:v>
                </c:pt>
                <c:pt idx="12">
                  <c:v>0.00565773827792</c:v>
                </c:pt>
                <c:pt idx="13">
                  <c:v>0.00566853140707</c:v>
                </c:pt>
                <c:pt idx="14">
                  <c:v>0.00567935566477</c:v>
                </c:pt>
                <c:pt idx="15">
                  <c:v>0.00569021117166</c:v>
                </c:pt>
                <c:pt idx="16">
                  <c:v>0.00570109804896</c:v>
                </c:pt>
                <c:pt idx="17">
                  <c:v>0.00571201641847</c:v>
                </c:pt>
                <c:pt idx="18">
                  <c:v>0.00572296640261</c:v>
                </c:pt>
                <c:pt idx="19">
                  <c:v>0.00573394812437</c:v>
                </c:pt>
                <c:pt idx="20">
                  <c:v>0.00574496170738</c:v>
                </c:pt>
                <c:pt idx="21">
                  <c:v>0.00575600727584</c:v>
                </c:pt>
                <c:pt idx="22">
                  <c:v>0.00576708495458</c:v>
                </c:pt>
                <c:pt idx="23">
                  <c:v>0.00577819486904</c:v>
                </c:pt>
                <c:pt idx="24">
                  <c:v>0.00578933714527</c:v>
                </c:pt>
                <c:pt idx="25">
                  <c:v>0.00580051190996</c:v>
                </c:pt>
                <c:pt idx="26">
                  <c:v>0.00581171929039</c:v>
                </c:pt>
                <c:pt idx="27">
                  <c:v>0.00582295941451</c:v>
                </c:pt>
                <c:pt idx="28">
                  <c:v>0.00583423241087</c:v>
                </c:pt>
                <c:pt idx="29">
                  <c:v>0.00584553840867</c:v>
                </c:pt>
                <c:pt idx="30">
                  <c:v>0.00585687753774</c:v>
                </c:pt>
                <c:pt idx="31">
                  <c:v>0.00586824992857</c:v>
                </c:pt>
                <c:pt idx="32">
                  <c:v>0.00587965571229</c:v>
                </c:pt>
                <c:pt idx="33">
                  <c:v>0.00589109502066</c:v>
                </c:pt>
                <c:pt idx="34">
                  <c:v>0.00590256798613</c:v>
                </c:pt>
                <c:pt idx="35">
                  <c:v>0.00591407474178</c:v>
                </c:pt>
                <c:pt idx="36">
                  <c:v>0.00592561542138</c:v>
                </c:pt>
                <c:pt idx="37">
                  <c:v>0.00593719015934</c:v>
                </c:pt>
                <c:pt idx="38">
                  <c:v>0.00594879909076</c:v>
                </c:pt>
                <c:pt idx="39">
                  <c:v>0.0059604423514</c:v>
                </c:pt>
                <c:pt idx="40">
                  <c:v>0.00597212007771</c:v>
                </c:pt>
                <c:pt idx="41">
                  <c:v>0.00598383240683</c:v>
                </c:pt>
                <c:pt idx="42">
                  <c:v>0.00599557947656</c:v>
                </c:pt>
                <c:pt idx="43">
                  <c:v>0.00600736142542</c:v>
                </c:pt>
                <c:pt idx="44">
                  <c:v>0.00601917839261</c:v>
                </c:pt>
                <c:pt idx="45">
                  <c:v>0.00603103051803</c:v>
                </c:pt>
                <c:pt idx="46">
                  <c:v>0.0060429179423</c:v>
                </c:pt>
                <c:pt idx="47">
                  <c:v>0.00605484080674</c:v>
                </c:pt>
                <c:pt idx="48">
                  <c:v>0.00606679925336</c:v>
                </c:pt>
                <c:pt idx="49">
                  <c:v>0.00607879342491</c:v>
                </c:pt>
                <c:pt idx="50">
                  <c:v>0.00609082346488</c:v>
                </c:pt>
                <c:pt idx="51">
                  <c:v>0.00610288951744</c:v>
                </c:pt>
                <c:pt idx="52">
                  <c:v>0.00611499172752</c:v>
                </c:pt>
                <c:pt idx="53">
                  <c:v>0.00612713024078</c:v>
                </c:pt>
                <c:pt idx="54">
                  <c:v>0.00613930520362</c:v>
                </c:pt>
                <c:pt idx="55">
                  <c:v>0.00615151676318</c:v>
                </c:pt>
                <c:pt idx="56">
                  <c:v>0.00616376506735</c:v>
                </c:pt>
                <c:pt idx="57">
                  <c:v>0.00617605026477</c:v>
                </c:pt>
                <c:pt idx="58">
                  <c:v>0.00618837250485</c:v>
                </c:pt>
                <c:pt idx="59">
                  <c:v>0.00620073193775</c:v>
                </c:pt>
                <c:pt idx="60">
                  <c:v>0.00621312871439</c:v>
                </c:pt>
                <c:pt idx="61">
                  <c:v>0.00622556298647</c:v>
                </c:pt>
                <c:pt idx="62">
                  <c:v>0.00623803490649</c:v>
                </c:pt>
                <c:pt idx="63">
                  <c:v>0.00625054462769</c:v>
                </c:pt>
                <c:pt idx="64">
                  <c:v>0.00626309230411</c:v>
                </c:pt>
                <c:pt idx="65">
                  <c:v>0.00627567809061</c:v>
                </c:pt>
                <c:pt idx="66">
                  <c:v>0.0062883021428</c:v>
                </c:pt>
                <c:pt idx="67">
                  <c:v>0.00630096461712</c:v>
                </c:pt>
                <c:pt idx="68">
                  <c:v>0.00631366567081</c:v>
                </c:pt>
                <c:pt idx="69">
                  <c:v>0.00632640546192</c:v>
                </c:pt>
                <c:pt idx="70">
                  <c:v>0.00633918414932</c:v>
                </c:pt>
                <c:pt idx="71">
                  <c:v>0.00635200189268</c:v>
                </c:pt>
                <c:pt idx="72">
                  <c:v>0.00636485885253</c:v>
                </c:pt>
                <c:pt idx="73">
                  <c:v>0.00637775519021</c:v>
                </c:pt>
                <c:pt idx="74">
                  <c:v>0.00639069106789</c:v>
                </c:pt>
                <c:pt idx="75">
                  <c:v>0.0064036666486</c:v>
                </c:pt>
                <c:pt idx="76">
                  <c:v>0.00641668209621</c:v>
                </c:pt>
                <c:pt idx="77">
                  <c:v>0.00642973757544</c:v>
                </c:pt>
                <c:pt idx="78">
                  <c:v>0.00644283325186</c:v>
                </c:pt>
                <c:pt idx="79">
                  <c:v>0.00645596929193</c:v>
                </c:pt>
                <c:pt idx="80">
                  <c:v>0.00646914586295</c:v>
                </c:pt>
                <c:pt idx="81">
                  <c:v>0.0064823631331</c:v>
                </c:pt>
                <c:pt idx="82">
                  <c:v>0.00649562127144</c:v>
                </c:pt>
                <c:pt idx="83">
                  <c:v>0.00650892044794</c:v>
                </c:pt>
                <c:pt idx="84">
                  <c:v>0.00652226083342</c:v>
                </c:pt>
                <c:pt idx="85">
                  <c:v>0.00653564259963</c:v>
                </c:pt>
                <c:pt idx="86">
                  <c:v>0.00654906591919</c:v>
                </c:pt>
                <c:pt idx="87">
                  <c:v>0.00656253096567</c:v>
                </c:pt>
                <c:pt idx="88">
                  <c:v>0.00657603791351</c:v>
                </c:pt>
                <c:pt idx="89">
                  <c:v>0.00658958693809</c:v>
                </c:pt>
                <c:pt idx="90">
                  <c:v>0.00660317821572</c:v>
                </c:pt>
                <c:pt idx="91">
                  <c:v>0.00661681192364</c:v>
                </c:pt>
                <c:pt idx="92">
                  <c:v>0.00663048824001</c:v>
                </c:pt>
                <c:pt idx="93">
                  <c:v>0.00664420734395</c:v>
                </c:pt>
                <c:pt idx="94">
                  <c:v>0.00665796941552</c:v>
                </c:pt>
                <c:pt idx="95">
                  <c:v>0.00667177463575</c:v>
                </c:pt>
                <c:pt idx="96">
                  <c:v>0.00668562318661</c:v>
                </c:pt>
                <c:pt idx="97">
                  <c:v>0.00669951525104</c:v>
                </c:pt>
                <c:pt idx="98">
                  <c:v>0.00671345101298</c:v>
                </c:pt>
                <c:pt idx="99">
                  <c:v>0.00672743065733</c:v>
                </c:pt>
                <c:pt idx="100">
                  <c:v>0.00674145436996</c:v>
                </c:pt>
                <c:pt idx="101">
                  <c:v>0.00675552233777</c:v>
                </c:pt>
                <c:pt idx="102">
                  <c:v>0.00676963474862</c:v>
                </c:pt>
                <c:pt idx="103">
                  <c:v>0.00678379179141</c:v>
                </c:pt>
                <c:pt idx="104">
                  <c:v>0.00679799365603</c:v>
                </c:pt>
                <c:pt idx="105">
                  <c:v>0.00681224053339</c:v>
                </c:pt>
                <c:pt idx="106">
                  <c:v>0.00682653261544</c:v>
                </c:pt>
                <c:pt idx="107">
                  <c:v>0.00684087009514</c:v>
                </c:pt>
                <c:pt idx="108">
                  <c:v>0.00685525316652</c:v>
                </c:pt>
                <c:pt idx="109">
                  <c:v>0.00686968202462</c:v>
                </c:pt>
                <c:pt idx="110">
                  <c:v>0.00688415686554</c:v>
                </c:pt>
                <c:pt idx="111">
                  <c:v>0.00689867788647</c:v>
                </c:pt>
                <c:pt idx="112">
                  <c:v>0.00691324528562</c:v>
                </c:pt>
                <c:pt idx="113">
                  <c:v>0.00692785926231</c:v>
                </c:pt>
                <c:pt idx="114">
                  <c:v>0.00694252001693</c:v>
                </c:pt>
                <c:pt idx="115">
                  <c:v>0.00695722775093</c:v>
                </c:pt>
                <c:pt idx="116">
                  <c:v>0.00697198266689</c:v>
                </c:pt>
                <c:pt idx="117">
                  <c:v>0.00698678496847</c:v>
                </c:pt>
                <c:pt idx="118">
                  <c:v>0.00700163486046</c:v>
                </c:pt>
                <c:pt idx="119">
                  <c:v>0.00701653254874</c:v>
                </c:pt>
                <c:pt idx="120">
                  <c:v>0.00703147824032</c:v>
                </c:pt>
                <c:pt idx="121">
                  <c:v>0.00704647214336</c:v>
                </c:pt>
                <c:pt idx="122">
                  <c:v>0.00706151446713</c:v>
                </c:pt>
                <c:pt idx="123">
                  <c:v>0.00707660542207</c:v>
                </c:pt>
                <c:pt idx="124">
                  <c:v>0.00709174521974</c:v>
                </c:pt>
                <c:pt idx="125">
                  <c:v>0.00710693407291</c:v>
                </c:pt>
                <c:pt idx="126">
                  <c:v>0.00712217219547</c:v>
                </c:pt>
                <c:pt idx="127">
                  <c:v>0.00713745980252</c:v>
                </c:pt>
                <c:pt idx="128">
                  <c:v>0.00715279711033</c:v>
                </c:pt>
                <c:pt idx="129">
                  <c:v>0.00716818433635</c:v>
                </c:pt>
                <c:pt idx="130">
                  <c:v>0.00718362169925</c:v>
                </c:pt>
                <c:pt idx="131">
                  <c:v>0.00719910941891</c:v>
                </c:pt>
                <c:pt idx="132">
                  <c:v>0.0072146477164</c:v>
                </c:pt>
                <c:pt idx="133">
                  <c:v>0.00723023681404</c:v>
                </c:pt>
                <c:pt idx="134">
                  <c:v>0.00724587693538</c:v>
                </c:pt>
                <c:pt idx="135">
                  <c:v>0.00726156830518</c:v>
                </c:pt>
                <c:pt idx="136">
                  <c:v>0.0072773111495</c:v>
                </c:pt>
                <c:pt idx="137">
                  <c:v>0.00729310569561</c:v>
                </c:pt>
                <c:pt idx="138">
                  <c:v>0.00730895217207</c:v>
                </c:pt>
                <c:pt idx="139">
                  <c:v>0.00732485080872</c:v>
                </c:pt>
                <c:pt idx="140">
                  <c:v>0.00734080183666</c:v>
                </c:pt>
                <c:pt idx="141">
                  <c:v>0.00735680548829</c:v>
                </c:pt>
                <c:pt idx="142">
                  <c:v>0.00737286199733</c:v>
                </c:pt>
                <c:pt idx="143">
                  <c:v>0.00738897159878</c:v>
                </c:pt>
                <c:pt idx="144">
                  <c:v>0.00740513452897</c:v>
                </c:pt>
                <c:pt idx="145">
                  <c:v>0.00742135102556</c:v>
                </c:pt>
                <c:pt idx="146">
                  <c:v>0.00743762132755</c:v>
                </c:pt>
                <c:pt idx="147">
                  <c:v>0.00745394567528</c:v>
                </c:pt>
                <c:pt idx="148">
                  <c:v>0.00747032431043</c:v>
                </c:pt>
                <c:pt idx="149">
                  <c:v>0.00748675747606</c:v>
                </c:pt>
                <c:pt idx="150">
                  <c:v>0.0075032454166</c:v>
                </c:pt>
                <c:pt idx="151">
                  <c:v>0.00751978837787</c:v>
                </c:pt>
                <c:pt idx="152">
                  <c:v>0.00753638660705</c:v>
                </c:pt>
                <c:pt idx="153">
                  <c:v>0.00755304035276</c:v>
                </c:pt>
                <c:pt idx="154">
                  <c:v>0.00756974986501</c:v>
                </c:pt>
                <c:pt idx="155">
                  <c:v>0.00758651539523</c:v>
                </c:pt>
                <c:pt idx="156">
                  <c:v>0.00760333719629</c:v>
                </c:pt>
                <c:pt idx="157">
                  <c:v>0.00762021552249</c:v>
                </c:pt>
                <c:pt idx="158">
                  <c:v>0.00763715062957</c:v>
                </c:pt>
                <c:pt idx="159">
                  <c:v>0.00765414277477</c:v>
                </c:pt>
                <c:pt idx="160">
                  <c:v>0.00767119221675</c:v>
                </c:pt>
                <c:pt idx="161">
                  <c:v>0.00768829921568</c:v>
                </c:pt>
                <c:pt idx="162">
                  <c:v>0.00770546403321</c:v>
                </c:pt>
                <c:pt idx="163">
                  <c:v>0.00772268693251</c:v>
                </c:pt>
                <c:pt idx="164">
                  <c:v>0.00773996817822</c:v>
                </c:pt>
                <c:pt idx="165">
                  <c:v>0.00775730803655</c:v>
                </c:pt>
                <c:pt idx="166">
                  <c:v>0.0077747067752</c:v>
                </c:pt>
                <c:pt idx="167">
                  <c:v>0.00779216466344</c:v>
                </c:pt>
                <c:pt idx="168">
                  <c:v>0.00780968197209</c:v>
                </c:pt>
                <c:pt idx="169">
                  <c:v>0.00782725897351</c:v>
                </c:pt>
                <c:pt idx="170">
                  <c:v>0.00784489594167</c:v>
                </c:pt>
                <c:pt idx="171">
                  <c:v>0.00786259315211</c:v>
                </c:pt>
                <c:pt idx="172">
                  <c:v>0.00788035088197</c:v>
                </c:pt>
                <c:pt idx="173">
                  <c:v>0.00789816940998</c:v>
                </c:pt>
                <c:pt idx="174">
                  <c:v>0.00791604901653</c:v>
                </c:pt>
                <c:pt idx="175">
                  <c:v>0.0079339899836</c:v>
                </c:pt>
                <c:pt idx="176">
                  <c:v>0.00795199259484</c:v>
                </c:pt>
                <c:pt idx="177">
                  <c:v>0.00797005713554</c:v>
                </c:pt>
                <c:pt idx="178">
                  <c:v>0.00798818389266</c:v>
                </c:pt>
                <c:pt idx="179">
                  <c:v>0.00800637315485</c:v>
                </c:pt>
                <c:pt idx="180">
                  <c:v>0.00802462521243</c:v>
                </c:pt>
                <c:pt idx="181">
                  <c:v>0.00804294035743</c:v>
                </c:pt>
                <c:pt idx="182">
                  <c:v>0.0080613188836</c:v>
                </c:pt>
                <c:pt idx="183">
                  <c:v>0.00807976108641</c:v>
                </c:pt>
                <c:pt idx="184">
                  <c:v>0.00809826726306</c:v>
                </c:pt>
                <c:pt idx="185">
                  <c:v>0.00811683771251</c:v>
                </c:pt>
                <c:pt idx="186">
                  <c:v>0.00813547273549</c:v>
                </c:pt>
                <c:pt idx="187">
                  <c:v>0.0081541726345</c:v>
                </c:pt>
                <c:pt idx="188">
                  <c:v>0.00817293771382</c:v>
                </c:pt>
                <c:pt idx="189">
                  <c:v>0.00819176827953</c:v>
                </c:pt>
                <c:pt idx="190">
                  <c:v>0.00821066463955</c:v>
                </c:pt>
                <c:pt idx="191">
                  <c:v>0.00822962710359</c:v>
                </c:pt>
                <c:pt idx="192">
                  <c:v>0.00824865598323</c:v>
                </c:pt>
                <c:pt idx="193">
                  <c:v>0.00826775159188</c:v>
                </c:pt>
                <c:pt idx="194">
                  <c:v>0.00828691424484</c:v>
                </c:pt>
                <c:pt idx="195">
                  <c:v>0.00830614425928</c:v>
                </c:pt>
                <c:pt idx="196">
                  <c:v>0.00832544195425</c:v>
                </c:pt>
                <c:pt idx="197">
                  <c:v>0.00834480765074</c:v>
                </c:pt>
                <c:pt idx="198">
                  <c:v>0.00836424167162</c:v>
                </c:pt>
                <c:pt idx="199">
                  <c:v>0.00838374434172</c:v>
                </c:pt>
                <c:pt idx="200">
                  <c:v>0.00840331598783</c:v>
                </c:pt>
                <c:pt idx="201">
                  <c:v>0.00842295693868</c:v>
                </c:pt>
                <c:pt idx="202">
                  <c:v>0.00844266752498</c:v>
                </c:pt>
                <c:pt idx="203">
                  <c:v>0.00846244807945</c:v>
                </c:pt>
                <c:pt idx="204">
                  <c:v>0.0084822989368</c:v>
                </c:pt>
                <c:pt idx="205">
                  <c:v>0.00850222043377</c:v>
                </c:pt>
                <c:pt idx="206">
                  <c:v>0.00852221290912</c:v>
                </c:pt>
                <c:pt idx="207">
                  <c:v>0.00854227670369</c:v>
                </c:pt>
                <c:pt idx="208">
                  <c:v>0.00856241216036</c:v>
                </c:pt>
                <c:pt idx="209">
                  <c:v>0.00858261962411</c:v>
                </c:pt>
                <c:pt idx="210">
                  <c:v>0.00860289944199</c:v>
                </c:pt>
                <c:pt idx="211">
                  <c:v>0.00862325196319</c:v>
                </c:pt>
                <c:pt idx="212">
                  <c:v>0.00864367753901</c:v>
                </c:pt>
                <c:pt idx="213">
                  <c:v>0.0086641765229</c:v>
                </c:pt>
                <c:pt idx="214">
                  <c:v>0.00868474927047</c:v>
                </c:pt>
                <c:pt idx="215">
                  <c:v>0.00870539613951</c:v>
                </c:pt>
                <c:pt idx="216">
                  <c:v>0.00872611748997</c:v>
                </c:pt>
                <c:pt idx="217">
                  <c:v>0.00874691368406</c:v>
                </c:pt>
                <c:pt idx="218">
                  <c:v>0.00876778508616</c:v>
                </c:pt>
                <c:pt idx="219">
                  <c:v>0.00878873206293</c:v>
                </c:pt>
                <c:pt idx="220">
                  <c:v>0.00880975498326</c:v>
                </c:pt>
                <c:pt idx="221">
                  <c:v>0.00883085421833</c:v>
                </c:pt>
                <c:pt idx="222">
                  <c:v>0.0088520301416</c:v>
                </c:pt>
                <c:pt idx="223">
                  <c:v>0.00887328312885</c:v>
                </c:pt>
                <c:pt idx="224">
                  <c:v>0.00889461355816</c:v>
                </c:pt>
                <c:pt idx="225">
                  <c:v>0.00891602180999</c:v>
                </c:pt>
                <c:pt idx="226">
                  <c:v>0.00893750826714</c:v>
                </c:pt>
                <c:pt idx="227">
                  <c:v>0.00895907331477</c:v>
                </c:pt>
                <c:pt idx="228">
                  <c:v>0.00898071734046</c:v>
                </c:pt>
                <c:pt idx="229">
                  <c:v>0.00900244073419</c:v>
                </c:pt>
                <c:pt idx="230">
                  <c:v>0.00902424388839</c:v>
                </c:pt>
                <c:pt idx="231">
                  <c:v>0.00904612719792</c:v>
                </c:pt>
                <c:pt idx="232">
                  <c:v>0.00906809106012</c:v>
                </c:pt>
                <c:pt idx="233">
                  <c:v>0.00909013587481</c:v>
                </c:pt>
                <c:pt idx="234">
                  <c:v>0.00911226204431</c:v>
                </c:pt>
                <c:pt idx="235">
                  <c:v>0.00913446997349</c:v>
                </c:pt>
                <c:pt idx="236">
                  <c:v>0.00915676006974</c:v>
                </c:pt>
                <c:pt idx="237">
                  <c:v>0.00917913274303</c:v>
                </c:pt>
                <c:pt idx="238">
                  <c:v>0.00920158840589</c:v>
                </c:pt>
                <c:pt idx="239">
                  <c:v>0.00922412747348</c:v>
                </c:pt>
                <c:pt idx="240">
                  <c:v>0.00924675036357</c:v>
                </c:pt>
                <c:pt idx="241">
                  <c:v>0.00926945749657</c:v>
                </c:pt>
                <c:pt idx="242">
                  <c:v>0.00929224929557</c:v>
                </c:pt>
                <c:pt idx="243">
                  <c:v>0.00931512618631</c:v>
                </c:pt>
                <c:pt idx="244">
                  <c:v>0.00933808859726</c:v>
                </c:pt>
                <c:pt idx="245">
                  <c:v>0.00936113695962</c:v>
                </c:pt>
                <c:pt idx="246">
                  <c:v>0.00938427170731</c:v>
                </c:pt>
                <c:pt idx="247">
                  <c:v>0.00940749327705</c:v>
                </c:pt>
                <c:pt idx="248">
                  <c:v>0.00943080210831</c:v>
                </c:pt>
                <c:pt idx="249">
                  <c:v>0.0094541986434</c:v>
                </c:pt>
                <c:pt idx="250">
                  <c:v>0.00947768332746</c:v>
                </c:pt>
                <c:pt idx="251">
                  <c:v>0.00950125660846</c:v>
                </c:pt>
                <c:pt idx="252">
                  <c:v>0.00952491893728</c:v>
                </c:pt>
                <c:pt idx="253">
                  <c:v>0.00954867076766</c:v>
                </c:pt>
                <c:pt idx="254">
                  <c:v>0.00957251255629</c:v>
                </c:pt>
                <c:pt idx="255">
                  <c:v>0.00959644476279</c:v>
                </c:pt>
                <c:pt idx="256">
                  <c:v>0.00962046784976</c:v>
                </c:pt>
                <c:pt idx="257">
                  <c:v>0.00964458228276</c:v>
                </c:pt>
                <c:pt idx="258">
                  <c:v>0.00966878853041</c:v>
                </c:pt>
                <c:pt idx="259">
                  <c:v>0.00969308706431</c:v>
                </c:pt>
                <c:pt idx="260">
                  <c:v>0.00971747835917</c:v>
                </c:pt>
                <c:pt idx="261">
                  <c:v>0.00974196289275</c:v>
                </c:pt>
                <c:pt idx="262">
                  <c:v>0.00976654114595</c:v>
                </c:pt>
                <c:pt idx="263">
                  <c:v>0.00979121360277</c:v>
                </c:pt>
                <c:pt idx="264">
                  <c:v>0.00981598075039</c:v>
                </c:pt>
                <c:pt idx="265">
                  <c:v>0.00984084307917</c:v>
                </c:pt>
                <c:pt idx="266">
                  <c:v>0.00986580108267</c:v>
                </c:pt>
                <c:pt idx="267">
                  <c:v>0.00989085525769</c:v>
                </c:pt>
                <c:pt idx="268">
                  <c:v>0.00991600610429</c:v>
                </c:pt>
                <c:pt idx="269">
                  <c:v>0.00994125412581</c:v>
                </c:pt>
                <c:pt idx="270">
                  <c:v>0.0099665998289</c:v>
                </c:pt>
                <c:pt idx="271">
                  <c:v>0.00999204372356</c:v>
                </c:pt>
                <c:pt idx="272">
                  <c:v>0.0100175863231</c:v>
                </c:pt>
                <c:pt idx="273">
                  <c:v>0.0100432281444</c:v>
                </c:pt>
                <c:pt idx="274">
                  <c:v>0.0100689697075</c:v>
                </c:pt>
                <c:pt idx="275">
                  <c:v>0.010094811536</c:v>
                </c:pt>
                <c:pt idx="276">
                  <c:v>0.010120754157</c:v>
                </c:pt>
                <c:pt idx="277">
                  <c:v>0.0101467981012</c:v>
                </c:pt>
                <c:pt idx="278">
                  <c:v>0.0101729439025</c:v>
                </c:pt>
                <c:pt idx="279">
                  <c:v>0.0101991920988</c:v>
                </c:pt>
                <c:pt idx="280">
                  <c:v>0.0102255432312</c:v>
                </c:pt>
                <c:pt idx="281">
                  <c:v>0.0102519978446</c:v>
                </c:pt>
                <c:pt idx="282">
                  <c:v>0.0102785564876</c:v>
                </c:pt>
                <c:pt idx="283">
                  <c:v>0.0103052197123</c:v>
                </c:pt>
                <c:pt idx="284">
                  <c:v>0.0103319880746</c:v>
                </c:pt>
                <c:pt idx="285">
                  <c:v>0.0103588621342</c:v>
                </c:pt>
                <c:pt idx="286">
                  <c:v>0.0103858424545</c:v>
                </c:pt>
                <c:pt idx="287">
                  <c:v>0.0104129296025</c:v>
                </c:pt>
                <c:pt idx="288">
                  <c:v>0.0104401241495</c:v>
                </c:pt>
                <c:pt idx="289">
                  <c:v>0.0104674266701</c:v>
                </c:pt>
                <c:pt idx="290">
                  <c:v>0.0104948377432</c:v>
                </c:pt>
                <c:pt idx="291">
                  <c:v>0.0105223579515</c:v>
                </c:pt>
                <c:pt idx="292">
                  <c:v>0.0105499878816</c:v>
                </c:pt>
                <c:pt idx="293">
                  <c:v>0.0105777281241</c:v>
                </c:pt>
                <c:pt idx="294">
                  <c:v>0.0106055792736</c:v>
                </c:pt>
                <c:pt idx="295">
                  <c:v>0.0106335419289</c:v>
                </c:pt>
                <c:pt idx="296">
                  <c:v>0.0106616166927</c:v>
                </c:pt>
                <c:pt idx="297">
                  <c:v>0.0106898041719</c:v>
                </c:pt>
                <c:pt idx="298">
                  <c:v>0.0107181049775</c:v>
                </c:pt>
                <c:pt idx="299">
                  <c:v>0.0107465197248</c:v>
                </c:pt>
                <c:pt idx="300">
                  <c:v>0.0107750490332</c:v>
                </c:pt>
                <c:pt idx="301">
                  <c:v>0.0108036935264</c:v>
                </c:pt>
                <c:pt idx="302">
                  <c:v>0.0108324538325</c:v>
                </c:pt>
                <c:pt idx="303">
                  <c:v>0.0108613305837</c:v>
                </c:pt>
                <c:pt idx="304">
                  <c:v>0.0108903244168</c:v>
                </c:pt>
                <c:pt idx="305">
                  <c:v>0.0109194359728</c:v>
                </c:pt>
                <c:pt idx="306">
                  <c:v>0.0109486658973</c:v>
                </c:pt>
                <c:pt idx="307">
                  <c:v>0.0109780148402</c:v>
                </c:pt>
                <c:pt idx="308">
                  <c:v>0.0110074834561</c:v>
                </c:pt>
                <c:pt idx="309">
                  <c:v>0.0110370724041</c:v>
                </c:pt>
                <c:pt idx="310">
                  <c:v>0.0110667823477</c:v>
                </c:pt>
                <c:pt idx="311">
                  <c:v>0.0110966139554</c:v>
                </c:pt>
                <c:pt idx="312">
                  <c:v>0.0111265678999</c:v>
                </c:pt>
                <c:pt idx="313">
                  <c:v>0.011156644859</c:v>
                </c:pt>
                <c:pt idx="314">
                  <c:v>0.0111868455151</c:v>
                </c:pt>
                <c:pt idx="315">
                  <c:v>0.0112171705553</c:v>
                </c:pt>
                <c:pt idx="316">
                  <c:v>0.0112476206717</c:v>
                </c:pt>
                <c:pt idx="317">
                  <c:v>0.011278196561</c:v>
                </c:pt>
                <c:pt idx="318">
                  <c:v>0.0113088989252</c:v>
                </c:pt>
                <c:pt idx="319">
                  <c:v>0.011339728471</c:v>
                </c:pt>
                <c:pt idx="320">
                  <c:v>0.0113706859099</c:v>
                </c:pt>
                <c:pt idx="321">
                  <c:v>0.0114017719589</c:v>
                </c:pt>
                <c:pt idx="322">
                  <c:v>0.0114329873398</c:v>
                </c:pt>
                <c:pt idx="323">
                  <c:v>0.0114643327794</c:v>
                </c:pt>
                <c:pt idx="324">
                  <c:v>0.0114958090101</c:v>
                </c:pt>
                <c:pt idx="325">
                  <c:v>0.0115274167689</c:v>
                </c:pt>
                <c:pt idx="326">
                  <c:v>0.0115591567987</c:v>
                </c:pt>
                <c:pt idx="327">
                  <c:v>0.0115910298472</c:v>
                </c:pt>
                <c:pt idx="328">
                  <c:v>0.0116230366677</c:v>
                </c:pt>
                <c:pt idx="329">
                  <c:v>0.0116551780189</c:v>
                </c:pt>
                <c:pt idx="330">
                  <c:v>0.0116874546648</c:v>
                </c:pt>
                <c:pt idx="331">
                  <c:v>0.0117198673749</c:v>
                </c:pt>
                <c:pt idx="332">
                  <c:v>0.0117524169244</c:v>
                </c:pt>
                <c:pt idx="333">
                  <c:v>0.0117851040939</c:v>
                </c:pt>
                <c:pt idx="334">
                  <c:v>0.0118179296697</c:v>
                </c:pt>
                <c:pt idx="335">
                  <c:v>0.0118508944439</c:v>
                </c:pt>
                <c:pt idx="336">
                  <c:v>0.0118839992141</c:v>
                </c:pt>
                <c:pt idx="337">
                  <c:v>0.0119172447839</c:v>
                </c:pt>
                <c:pt idx="338">
                  <c:v>0.0119506319626</c:v>
                </c:pt>
                <c:pt idx="339">
                  <c:v>0.0119841615653</c:v>
                </c:pt>
                <c:pt idx="340">
                  <c:v>0.0120178344132</c:v>
                </c:pt>
                <c:pt idx="341">
                  <c:v>0.0120516513335</c:v>
                </c:pt>
                <c:pt idx="342">
                  <c:v>0.0120856131594</c:v>
                </c:pt>
                <c:pt idx="343">
                  <c:v>0.01211972073</c:v>
                </c:pt>
                <c:pt idx="344">
                  <c:v>0.0121539748909</c:v>
                </c:pt>
                <c:pt idx="345">
                  <c:v>0.0121883764935</c:v>
                </c:pt>
                <c:pt idx="346">
                  <c:v>0.0122229263959</c:v>
                </c:pt>
                <c:pt idx="347">
                  <c:v>0.0122576254621</c:v>
                </c:pt>
                <c:pt idx="348">
                  <c:v>0.0122924745628</c:v>
                </c:pt>
                <c:pt idx="349">
                  <c:v>0.0123274745748</c:v>
                </c:pt>
                <c:pt idx="350">
                  <c:v>0.0123626263817</c:v>
                </c:pt>
                <c:pt idx="351">
                  <c:v>0.0123979308734</c:v>
                </c:pt>
                <c:pt idx="352">
                  <c:v>0.0124333889466</c:v>
                </c:pt>
                <c:pt idx="353">
                  <c:v>0.0124690015045</c:v>
                </c:pt>
                <c:pt idx="354">
                  <c:v>0.012504769457</c:v>
                </c:pt>
                <c:pt idx="355">
                  <c:v>0.0125406937209</c:v>
                </c:pt>
                <c:pt idx="356">
                  <c:v>0.0125767752199</c:v>
                </c:pt>
                <c:pt idx="357">
                  <c:v>0.0126130148843</c:v>
                </c:pt>
                <c:pt idx="358">
                  <c:v>0.0126494136517</c:v>
                </c:pt>
                <c:pt idx="359">
                  <c:v>0.0126859724665</c:v>
                </c:pt>
                <c:pt idx="360">
                  <c:v>0.0127226922804</c:v>
                </c:pt>
                <c:pt idx="361">
                  <c:v>0.0127595740519</c:v>
                </c:pt>
                <c:pt idx="362">
                  <c:v>0.0127966187472</c:v>
                </c:pt>
                <c:pt idx="363">
                  <c:v>0.0128338273393</c:v>
                </c:pt>
                <c:pt idx="364">
                  <c:v>0.012871200809</c:v>
                </c:pt>
                <c:pt idx="365">
                  <c:v>0.0129087401442</c:v>
                </c:pt>
                <c:pt idx="366">
                  <c:v>0.0129464463404</c:v>
                </c:pt>
                <c:pt idx="367">
                  <c:v>0.0129843204006</c:v>
                </c:pt>
                <c:pt idx="368">
                  <c:v>0.0130223633356</c:v>
                </c:pt>
                <c:pt idx="369">
                  <c:v>0.0130605761637</c:v>
                </c:pt>
                <c:pt idx="370">
                  <c:v>0.013098959911</c:v>
                </c:pt>
                <c:pt idx="371">
                  <c:v>0.0131375156116</c:v>
                </c:pt>
                <c:pt idx="372">
                  <c:v>0.0131762443072</c:v>
                </c:pt>
                <c:pt idx="373">
                  <c:v>0.0132151470479</c:v>
                </c:pt>
                <c:pt idx="374">
                  <c:v>0.0132542248915</c:v>
                </c:pt>
                <c:pt idx="375">
                  <c:v>0.0132934789042</c:v>
                </c:pt>
                <c:pt idx="376">
                  <c:v>0.0133329101601</c:v>
                </c:pt>
                <c:pt idx="377">
                  <c:v>0.0133725197418</c:v>
                </c:pt>
                <c:pt idx="378">
                  <c:v>0.0134123087403</c:v>
                </c:pt>
                <c:pt idx="379">
                  <c:v>0.013452278255</c:v>
                </c:pt>
                <c:pt idx="380">
                  <c:v>0.0134924293937</c:v>
                </c:pt>
                <c:pt idx="381">
                  <c:v>0.0135327632728</c:v>
                </c:pt>
                <c:pt idx="382">
                  <c:v>0.0135732810177</c:v>
                </c:pt>
                <c:pt idx="383">
                  <c:v>0.0136139837622</c:v>
                </c:pt>
                <c:pt idx="384">
                  <c:v>0.0136548726491</c:v>
                </c:pt>
                <c:pt idx="385">
                  <c:v>0.01369594883</c:v>
                </c:pt>
                <c:pt idx="386">
                  <c:v>0.0137372134658</c:v>
                </c:pt>
                <c:pt idx="387">
                  <c:v>0.0137786677263</c:v>
                </c:pt>
                <c:pt idx="388">
                  <c:v>0.0138203127903</c:v>
                </c:pt>
                <c:pt idx="389">
                  <c:v>0.0138621498463</c:v>
                </c:pt>
                <c:pt idx="390">
                  <c:v>0.0139041800919</c:v>
                </c:pt>
                <c:pt idx="391">
                  <c:v>0.013946404734</c:v>
                </c:pt>
                <c:pt idx="392">
                  <c:v>0.0139888249895</c:v>
                </c:pt>
                <c:pt idx="393">
                  <c:v>0.0140314420844</c:v>
                </c:pt>
                <c:pt idx="394">
                  <c:v>0.0140742572549</c:v>
                </c:pt>
                <c:pt idx="395">
                  <c:v>0.0141172717466</c:v>
                </c:pt>
                <c:pt idx="396">
                  <c:v>0.0141604868154</c:v>
                </c:pt>
                <c:pt idx="397">
                  <c:v>0.0142039037268</c:v>
                </c:pt>
                <c:pt idx="398">
                  <c:v>0.0142475237568</c:v>
                </c:pt>
                <c:pt idx="399">
                  <c:v>0.0142913481914</c:v>
                </c:pt>
                <c:pt idx="400">
                  <c:v>0.0143353783268</c:v>
                </c:pt>
                <c:pt idx="401">
                  <c:v>0.0143796154697</c:v>
                </c:pt>
                <c:pt idx="402">
                  <c:v>0.0144240609375</c:v>
                </c:pt>
                <c:pt idx="403">
                  <c:v>0.0144687160579</c:v>
                </c:pt>
                <c:pt idx="404">
                  <c:v>0.0145135821694</c:v>
                </c:pt>
                <c:pt idx="405">
                  <c:v>0.0145586606214</c:v>
                </c:pt>
                <c:pt idx="406">
                  <c:v>0.0146039527741</c:v>
                </c:pt>
                <c:pt idx="407">
                  <c:v>0.0146494599988</c:v>
                </c:pt>
                <c:pt idx="408">
                  <c:v>0.0146951836778</c:v>
                </c:pt>
                <c:pt idx="409">
                  <c:v>0.0147411252048</c:v>
                </c:pt>
                <c:pt idx="410">
                  <c:v>0.0147872859849</c:v>
                </c:pt>
                <c:pt idx="411">
                  <c:v>0.0148336674344</c:v>
                </c:pt>
                <c:pt idx="412">
                  <c:v>0.0148802709813</c:v>
                </c:pt>
                <c:pt idx="413">
                  <c:v>0.0149270980654</c:v>
                </c:pt>
                <c:pt idx="414">
                  <c:v>0.0149741501382</c:v>
                </c:pt>
                <c:pt idx="415">
                  <c:v>0.0150214286632</c:v>
                </c:pt>
                <c:pt idx="416">
                  <c:v>0.0150689351157</c:v>
                </c:pt>
                <c:pt idx="417">
                  <c:v>0.0151166709835</c:v>
                </c:pt>
                <c:pt idx="418">
                  <c:v>0.0151646377664</c:v>
                </c:pt>
                <c:pt idx="419">
                  <c:v>0.0152128369768</c:v>
                </c:pt>
                <c:pt idx="420">
                  <c:v>0.0152612701396</c:v>
                </c:pt>
                <c:pt idx="421">
                  <c:v>0.0153099387922</c:v>
                </c:pt>
                <c:pt idx="422">
                  <c:v>0.0153588444848</c:v>
                </c:pt>
                <c:pt idx="423">
                  <c:v>0.0154079887808</c:v>
                </c:pt>
                <c:pt idx="424">
                  <c:v>0.0154573732563</c:v>
                </c:pt>
                <c:pt idx="425">
                  <c:v>0.0155069995007</c:v>
                </c:pt>
                <c:pt idx="426">
                  <c:v>0.0155568691168</c:v>
                </c:pt>
                <c:pt idx="427">
                  <c:v>0.0156069837206</c:v>
                </c:pt>
                <c:pt idx="428">
                  <c:v>0.0156573449419</c:v>
                </c:pt>
                <c:pt idx="429">
                  <c:v>0.0157079544241</c:v>
                </c:pt>
                <c:pt idx="430">
                  <c:v>0.0157588138244</c:v>
                </c:pt>
                <c:pt idx="431">
                  <c:v>0.0158099248142</c:v>
                </c:pt>
                <c:pt idx="432">
                  <c:v>0.0158612890789</c:v>
                </c:pt>
                <c:pt idx="433">
                  <c:v>0.015912908318</c:v>
                </c:pt>
                <c:pt idx="434">
                  <c:v>0.0159647842458</c:v>
                </c:pt>
                <c:pt idx="435">
                  <c:v>0.0160169185908</c:v>
                </c:pt>
                <c:pt idx="436">
                  <c:v>0.0160693130966</c:v>
                </c:pt>
                <c:pt idx="437">
                  <c:v>0.0161219695213</c:v>
                </c:pt>
                <c:pt idx="438">
                  <c:v>0.0161748896383</c:v>
                </c:pt>
                <c:pt idx="439">
                  <c:v>0.016228075236</c:v>
                </c:pt>
                <c:pt idx="440">
                  <c:v>0.0162815281183</c:v>
                </c:pt>
                <c:pt idx="441">
                  <c:v>0.0163352501046</c:v>
                </c:pt>
                <c:pt idx="442">
                  <c:v>0.0163892430297</c:v>
                </c:pt>
                <c:pt idx="443">
                  <c:v>0.0164435087445</c:v>
                </c:pt>
                <c:pt idx="444">
                  <c:v>0.0164980491158</c:v>
                </c:pt>
                <c:pt idx="445">
                  <c:v>0.0165528660265</c:v>
                </c:pt>
                <c:pt idx="446">
                  <c:v>0.0166079613759</c:v>
                </c:pt>
                <c:pt idx="447">
                  <c:v>0.0166633370799</c:v>
                </c:pt>
                <c:pt idx="448">
                  <c:v>0.0167189950707</c:v>
                </c:pt>
                <c:pt idx="449">
                  <c:v>0.0167749372976</c:v>
                </c:pt>
                <c:pt idx="450">
                  <c:v>0.0168311657271</c:v>
                </c:pt>
                <c:pt idx="451">
                  <c:v>0.0168876823425</c:v>
                </c:pt>
                <c:pt idx="452">
                  <c:v>0.0169444891447</c:v>
                </c:pt>
                <c:pt idx="453">
                  <c:v>0.0170015881522</c:v>
                </c:pt>
                <c:pt idx="454">
                  <c:v>0.0170589814011</c:v>
                </c:pt>
                <c:pt idx="455">
                  <c:v>0.0171166709456</c:v>
                </c:pt>
                <c:pt idx="456">
                  <c:v>0.0171746588579</c:v>
                </c:pt>
                <c:pt idx="457">
                  <c:v>0.0172329472286</c:v>
                </c:pt>
                <c:pt idx="458">
                  <c:v>0.0172915381668</c:v>
                </c:pt>
                <c:pt idx="459">
                  <c:v>0.0173504338003</c:v>
                </c:pt>
                <c:pt idx="460">
                  <c:v>0.0174096362759</c:v>
                </c:pt>
                <c:pt idx="461">
                  <c:v>0.0174691477593</c:v>
                </c:pt>
                <c:pt idx="462">
                  <c:v>0.0175289704357</c:v>
                </c:pt>
                <c:pt idx="463">
                  <c:v>0.0175891065099</c:v>
                </c:pt>
                <c:pt idx="464">
                  <c:v>0.0176495582063</c:v>
                </c:pt>
                <c:pt idx="465">
                  <c:v>0.0177103277692</c:v>
                </c:pt>
                <c:pt idx="466">
                  <c:v>0.0177714174634</c:v>
                </c:pt>
                <c:pt idx="467">
                  <c:v>0.0178328295736</c:v>
                </c:pt>
                <c:pt idx="468">
                  <c:v>0.0178945664056</c:v>
                </c:pt>
                <c:pt idx="469">
                  <c:v>0.0179566302858</c:v>
                </c:pt>
                <c:pt idx="470">
                  <c:v>0.0180190235615</c:v>
                </c:pt>
                <c:pt idx="471">
                  <c:v>0.0180817486016</c:v>
                </c:pt>
                <c:pt idx="472">
                  <c:v>0.0181448077964</c:v>
                </c:pt>
                <c:pt idx="473">
                  <c:v>0.018208203558</c:v>
                </c:pt>
                <c:pt idx="474">
                  <c:v>0.0182719383203</c:v>
                </c:pt>
                <c:pt idx="475">
                  <c:v>0.0183360145399</c:v>
                </c:pt>
                <c:pt idx="476">
                  <c:v>0.0184004346953</c:v>
                </c:pt>
                <c:pt idx="477">
                  <c:v>0.0184652012882</c:v>
                </c:pt>
                <c:pt idx="478">
                  <c:v>0.0185303168432</c:v>
                </c:pt>
                <c:pt idx="479">
                  <c:v>0.0185957839078</c:v>
                </c:pt>
                <c:pt idx="480">
                  <c:v>0.0186616050535</c:v>
                </c:pt>
                <c:pt idx="481">
                  <c:v>0.0187277828753</c:v>
                </c:pt>
                <c:pt idx="482">
                  <c:v>0.0187943199922</c:v>
                </c:pt>
                <c:pt idx="483">
                  <c:v>0.0188612190476</c:v>
                </c:pt>
                <c:pt idx="484">
                  <c:v>0.0189284827093</c:v>
                </c:pt>
                <c:pt idx="485">
                  <c:v>0.0189961136702</c:v>
                </c:pt>
                <c:pt idx="486">
                  <c:v>0.0190641146482</c:v>
                </c:pt>
                <c:pt idx="487">
                  <c:v>0.0191324883864</c:v>
                </c:pt>
                <c:pt idx="488">
                  <c:v>0.0192012376539</c:v>
                </c:pt>
                <c:pt idx="489">
                  <c:v>0.0192703652456</c:v>
                </c:pt>
                <c:pt idx="490">
                  <c:v>0.0193398739827</c:v>
                </c:pt>
                <c:pt idx="491">
                  <c:v>0.0194097667131</c:v>
                </c:pt>
                <c:pt idx="492">
                  <c:v>0.0194800463113</c:v>
                </c:pt>
                <c:pt idx="493">
                  <c:v>0.0195507156792</c:v>
                </c:pt>
                <c:pt idx="494">
                  <c:v>0.0196217777461</c:v>
                </c:pt>
                <c:pt idx="495">
                  <c:v>0.0196932354691</c:v>
                </c:pt>
                <c:pt idx="496">
                  <c:v>0.0197650918334</c:v>
                </c:pt>
                <c:pt idx="497">
                  <c:v>0.0198373498526</c:v>
                </c:pt>
                <c:pt idx="498">
                  <c:v>0.0199100125693</c:v>
                </c:pt>
                <c:pt idx="499">
                  <c:v>0.0199830830548</c:v>
                </c:pt>
                <c:pt idx="500">
                  <c:v>0.0200565644102</c:v>
                </c:pt>
                <c:pt idx="501">
                  <c:v>0.020130459766</c:v>
                </c:pt>
                <c:pt idx="502">
                  <c:v>0.0202047722832</c:v>
                </c:pt>
                <c:pt idx="503">
                  <c:v>0.0202795051529</c:v>
                </c:pt>
                <c:pt idx="504">
                  <c:v>0.0203546615972</c:v>
                </c:pt>
                <c:pt idx="505">
                  <c:v>0.0204302448694</c:v>
                </c:pt>
                <c:pt idx="506">
                  <c:v>0.0205062582543</c:v>
                </c:pt>
                <c:pt idx="507">
                  <c:v>0.0205827050684</c:v>
                </c:pt>
                <c:pt idx="508">
                  <c:v>0.0206595886607</c:v>
                </c:pt>
                <c:pt idx="509">
                  <c:v>0.0207369124128</c:v>
                </c:pt>
                <c:pt idx="510">
                  <c:v>0.0208146797392</c:v>
                </c:pt>
                <c:pt idx="511">
                  <c:v>0.0208928940881</c:v>
                </c:pt>
                <c:pt idx="512">
                  <c:v>0.0209715589411</c:v>
                </c:pt>
                <c:pt idx="513">
                  <c:v>0.0210506778143</c:v>
                </c:pt>
                <c:pt idx="514">
                  <c:v>0.0211302542584</c:v>
                </c:pt>
                <c:pt idx="515">
                  <c:v>0.021210291859</c:v>
                </c:pt>
                <c:pt idx="516">
                  <c:v>0.0212907942371</c:v>
                </c:pt>
                <c:pt idx="517">
                  <c:v>0.0213717650498</c:v>
                </c:pt>
                <c:pt idx="518">
                  <c:v>0.0214532079901</c:v>
                </c:pt>
                <c:pt idx="519">
                  <c:v>0.0215351267881</c:v>
                </c:pt>
                <c:pt idx="520">
                  <c:v>0.0216175252108</c:v>
                </c:pt>
                <c:pt idx="521">
                  <c:v>0.0217004070628</c:v>
                </c:pt>
                <c:pt idx="522">
                  <c:v>0.0217837761869</c:v>
                </c:pt>
                <c:pt idx="523">
                  <c:v>0.0218676364641</c:v>
                </c:pt>
                <c:pt idx="524">
                  <c:v>0.0219519918148</c:v>
                </c:pt>
                <c:pt idx="525">
                  <c:v>0.0220368461984</c:v>
                </c:pt>
                <c:pt idx="526">
                  <c:v>0.0221222036144</c:v>
                </c:pt>
                <c:pt idx="527">
                  <c:v>0.0222080681027</c:v>
                </c:pt>
                <c:pt idx="528">
                  <c:v>0.0222944437441</c:v>
                </c:pt>
                <c:pt idx="529">
                  <c:v>0.0223813346605</c:v>
                </c:pt>
                <c:pt idx="530">
                  <c:v>0.0224687450161</c:v>
                </c:pt>
                <c:pt idx="531">
                  <c:v>0.0225566790171</c:v>
                </c:pt>
                <c:pt idx="532">
                  <c:v>0.0226451409128</c:v>
                </c:pt>
                <c:pt idx="533">
                  <c:v>0.0227341349958</c:v>
                </c:pt>
                <c:pt idx="534">
                  <c:v>0.0228236656028</c:v>
                </c:pt>
                <c:pt idx="535">
                  <c:v>0.0229137371149</c:v>
                </c:pt>
                <c:pt idx="536">
                  <c:v>0.0230043539582</c:v>
                </c:pt>
                <c:pt idx="537">
                  <c:v>0.0230955206043</c:v>
                </c:pt>
                <c:pt idx="538">
                  <c:v>0.0231872415713</c:v>
                </c:pt>
                <c:pt idx="539">
                  <c:v>0.0232795214236</c:v>
                </c:pt>
                <c:pt idx="540">
                  <c:v>0.0233723647732</c:v>
                </c:pt>
                <c:pt idx="541">
                  <c:v>0.0234657762797</c:v>
                </c:pt>
                <c:pt idx="542">
                  <c:v>0.0235597606515</c:v>
                </c:pt>
                <c:pt idx="543">
                  <c:v>0.0236543226458</c:v>
                </c:pt>
                <c:pt idx="544">
                  <c:v>0.0237494670697</c:v>
                </c:pt>
                <c:pt idx="545">
                  <c:v>0.0238451987804</c:v>
                </c:pt>
                <c:pt idx="546">
                  <c:v>0.0239415226863</c:v>
                </c:pt>
                <c:pt idx="547">
                  <c:v>0.0240384437469</c:v>
                </c:pt>
                <c:pt idx="548">
                  <c:v>0.0241359669746</c:v>
                </c:pt>
                <c:pt idx="549">
                  <c:v>0.024234097434</c:v>
                </c:pt>
                <c:pt idx="550">
                  <c:v>0.0243328402437</c:v>
                </c:pt>
                <c:pt idx="551">
                  <c:v>0.0244322005763</c:v>
                </c:pt>
                <c:pt idx="552">
                  <c:v>0.0245321836594</c:v>
                </c:pt>
                <c:pt idx="553">
                  <c:v>0.0246327947761</c:v>
                </c:pt>
                <c:pt idx="554">
                  <c:v>0.0247340392659</c:v>
                </c:pt>
                <c:pt idx="555">
                  <c:v>0.0248359225251</c:v>
                </c:pt>
                <c:pt idx="556">
                  <c:v>0.0249384500081</c:v>
                </c:pt>
                <c:pt idx="557">
                  <c:v>0.0250416272274</c:v>
                </c:pt>
                <c:pt idx="558">
                  <c:v>0.025145459755</c:v>
                </c:pt>
                <c:pt idx="559">
                  <c:v>0.0252499532227</c:v>
                </c:pt>
                <c:pt idx="560">
                  <c:v>0.025355113323</c:v>
                </c:pt>
                <c:pt idx="561">
                  <c:v>0.0254609458101</c:v>
                </c:pt>
                <c:pt idx="562">
                  <c:v>0.0255674565005</c:v>
                </c:pt>
                <c:pt idx="563">
                  <c:v>0.0256746512736</c:v>
                </c:pt>
                <c:pt idx="564">
                  <c:v>0.0257825360729</c:v>
                </c:pt>
                <c:pt idx="565">
                  <c:v>0.0258911169066</c:v>
                </c:pt>
                <c:pt idx="566">
                  <c:v>0.0260003998485</c:v>
                </c:pt>
                <c:pt idx="567">
                  <c:v>0.0261103910389</c:v>
                </c:pt>
                <c:pt idx="568">
                  <c:v>0.0262210966852</c:v>
                </c:pt>
                <c:pt idx="569">
                  <c:v>0.0263325230633</c:v>
                </c:pt>
                <c:pt idx="570">
                  <c:v>0.0264446765178</c:v>
                </c:pt>
                <c:pt idx="571">
                  <c:v>0.0265575634635</c:v>
                </c:pt>
                <c:pt idx="572">
                  <c:v>0.026671190386</c:v>
                </c:pt>
                <c:pt idx="573">
                  <c:v>0.0267855638427</c:v>
                </c:pt>
                <c:pt idx="574">
                  <c:v>0.0269006904639</c:v>
                </c:pt>
                <c:pt idx="575">
                  <c:v>0.0270165769532</c:v>
                </c:pt>
                <c:pt idx="576">
                  <c:v>0.0271332300894</c:v>
                </c:pt>
                <c:pt idx="577">
                  <c:v>0.0272506567265</c:v>
                </c:pt>
                <c:pt idx="578">
                  <c:v>0.0273688637955</c:v>
                </c:pt>
                <c:pt idx="579">
                  <c:v>0.0274878583047</c:v>
                </c:pt>
                <c:pt idx="580">
                  <c:v>0.0276076473415</c:v>
                </c:pt>
                <c:pt idx="581">
                  <c:v>0.0277282380728</c:v>
                </c:pt>
                <c:pt idx="582">
                  <c:v>0.0278496377462</c:v>
                </c:pt>
                <c:pt idx="583">
                  <c:v>0.0279718536913</c:v>
                </c:pt>
                <c:pt idx="584">
                  <c:v>0.0280948933208</c:v>
                </c:pt>
                <c:pt idx="585">
                  <c:v>0.0282187641313</c:v>
                </c:pt>
                <c:pt idx="586">
                  <c:v>0.0283434737046</c:v>
                </c:pt>
                <c:pt idx="587">
                  <c:v>0.0284690297087</c:v>
                </c:pt>
                <c:pt idx="588">
                  <c:v>0.0285954398995</c:v>
                </c:pt>
                <c:pt idx="589">
                  <c:v>0.0287227121211</c:v>
                </c:pt>
                <c:pt idx="590">
                  <c:v>0.0288508543077</c:v>
                </c:pt>
                <c:pt idx="591">
                  <c:v>0.0289798744846</c:v>
                </c:pt>
                <c:pt idx="592">
                  <c:v>0.0291097807692</c:v>
                </c:pt>
                <c:pt idx="593">
                  <c:v>0.0292405813726</c:v>
                </c:pt>
                <c:pt idx="594">
                  <c:v>0.0293722846008</c:v>
                </c:pt>
                <c:pt idx="595">
                  <c:v>0.0295048988555</c:v>
                </c:pt>
                <c:pt idx="596">
                  <c:v>0.0296384326362</c:v>
                </c:pt>
                <c:pt idx="597">
                  <c:v>0.029772894541</c:v>
                </c:pt>
                <c:pt idx="598">
                  <c:v>0.0299082932679</c:v>
                </c:pt>
                <c:pt idx="599">
                  <c:v>0.0300446376165</c:v>
                </c:pt>
                <c:pt idx="600">
                  <c:v>0.0301819364892</c:v>
                </c:pt>
                <c:pt idx="601">
                  <c:v>0.0303201988925</c:v>
                </c:pt>
                <c:pt idx="602">
                  <c:v>0.0304594339387</c:v>
                </c:pt>
                <c:pt idx="603">
                  <c:v>0.030599650847</c:v>
                </c:pt>
                <c:pt idx="604">
                  <c:v>0.0307408589453</c:v>
                </c:pt>
                <c:pt idx="605">
                  <c:v>0.0308830676715</c:v>
                </c:pt>
                <c:pt idx="606">
                  <c:v>0.031026286575</c:v>
                </c:pt>
                <c:pt idx="607">
                  <c:v>0.0311705253184</c:v>
                </c:pt>
                <c:pt idx="608">
                  <c:v>0.031315793679</c:v>
                </c:pt>
                <c:pt idx="609">
                  <c:v>0.0314621015501</c:v>
                </c:pt>
                <c:pt idx="610">
                  <c:v>0.0316094589431</c:v>
                </c:pt>
                <c:pt idx="611">
                  <c:v>0.0317578759888</c:v>
                </c:pt>
                <c:pt idx="612">
                  <c:v>0.0319073629391</c:v>
                </c:pt>
                <c:pt idx="613">
                  <c:v>0.0320579301688</c:v>
                </c:pt>
                <c:pt idx="614">
                  <c:v>0.032209588177</c:v>
                </c:pt>
                <c:pt idx="615">
                  <c:v>0.0323623475894</c:v>
                </c:pt>
                <c:pt idx="616">
                  <c:v>0.0325162191594</c:v>
                </c:pt>
                <c:pt idx="617">
                  <c:v>0.0326712137705</c:v>
                </c:pt>
                <c:pt idx="618">
                  <c:v>0.0328273424376</c:v>
                </c:pt>
                <c:pt idx="619">
                  <c:v>0.0329846163091</c:v>
                </c:pt>
                <c:pt idx="620">
                  <c:v>0.0331430466687</c:v>
                </c:pt>
                <c:pt idx="621">
                  <c:v>0.0333026449373</c:v>
                </c:pt>
                <c:pt idx="622">
                  <c:v>0.0334634226751</c:v>
                </c:pt>
                <c:pt idx="623">
                  <c:v>0.0336253915832</c:v>
                </c:pt>
                <c:pt idx="624">
                  <c:v>0.0337885635059</c:v>
                </c:pt>
                <c:pt idx="625">
                  <c:v>0.0339529504324</c:v>
                </c:pt>
                <c:pt idx="626">
                  <c:v>0.0341185644993</c:v>
                </c:pt>
                <c:pt idx="627">
                  <c:v>0.0342854179921</c:v>
                </c:pt>
                <c:pt idx="628">
                  <c:v>0.0344535233478</c:v>
                </c:pt>
                <c:pt idx="629">
                  <c:v>0.0346228931568</c:v>
                </c:pt>
                <c:pt idx="630">
                  <c:v>0.034793540165</c:v>
                </c:pt>
                <c:pt idx="631">
                  <c:v>0.0349654772762</c:v>
                </c:pt>
                <c:pt idx="632">
                  <c:v>0.0351387175541</c:v>
                </c:pt>
                <c:pt idx="633">
                  <c:v>0.035313274225</c:v>
                </c:pt>
                <c:pt idx="634">
                  <c:v>0.0354891606794</c:v>
                </c:pt>
                <c:pt idx="635">
                  <c:v>0.0356663904748</c:v>
                </c:pt>
                <c:pt idx="636">
                  <c:v>0.0358449773383</c:v>
                </c:pt>
                <c:pt idx="637">
                  <c:v>0.0360249351683</c:v>
                </c:pt>
                <c:pt idx="638">
                  <c:v>0.0362062780376</c:v>
                </c:pt>
                <c:pt idx="639">
                  <c:v>0.0363890201953</c:v>
                </c:pt>
                <c:pt idx="640">
                  <c:v>0.0365731760699</c:v>
                </c:pt>
                <c:pt idx="641">
                  <c:v>0.0367587602714</c:v>
                </c:pt>
                <c:pt idx="642">
                  <c:v>0.036945787594</c:v>
                </c:pt>
                <c:pt idx="643">
                  <c:v>0.0371342730188</c:v>
                </c:pt>
                <c:pt idx="644">
                  <c:v>0.0373242317164</c:v>
                </c:pt>
                <c:pt idx="645">
                  <c:v>0.0375156790496</c:v>
                </c:pt>
                <c:pt idx="646">
                  <c:v>0.037708630576</c:v>
                </c:pt>
                <c:pt idx="647">
                  <c:v>0.0379031020512</c:v>
                </c:pt>
                <c:pt idx="648">
                  <c:v>0.0380991094309</c:v>
                </c:pt>
                <c:pt idx="649">
                  <c:v>0.0382966688745</c:v>
                </c:pt>
                <c:pt idx="650">
                  <c:v>0.0384957967476</c:v>
                </c:pt>
                <c:pt idx="651">
                  <c:v>0.0386965096249</c:v>
                </c:pt>
                <c:pt idx="652">
                  <c:v>0.0388988242933</c:v>
                </c:pt>
                <c:pt idx="653">
                  <c:v>0.0391027577548</c:v>
                </c:pt>
                <c:pt idx="654">
                  <c:v>0.0393083272299</c:v>
                </c:pt>
                <c:pt idx="655">
                  <c:v>0.0395155501601</c:v>
                </c:pt>
                <c:pt idx="656">
                  <c:v>0.0397244442117</c:v>
                </c:pt>
                <c:pt idx="657">
                  <c:v>0.0399350272783</c:v>
                </c:pt>
                <c:pt idx="658">
                  <c:v>0.0401473174848</c:v>
                </c:pt>
                <c:pt idx="659">
                  <c:v>0.0403613331901</c:v>
                </c:pt>
                <c:pt idx="660">
                  <c:v>0.0405770929904</c:v>
                </c:pt>
                <c:pt idx="661">
                  <c:v>0.040794615723</c:v>
                </c:pt>
                <c:pt idx="662">
                  <c:v>0.0410139204694</c:v>
                </c:pt>
                <c:pt idx="663">
                  <c:v>0.0412350265588</c:v>
                </c:pt>
                <c:pt idx="664">
                  <c:v>0.0414579535715</c:v>
                </c:pt>
                <c:pt idx="665">
                  <c:v>0.0416827213426</c:v>
                </c:pt>
                <c:pt idx="666">
                  <c:v>0.0419093499655</c:v>
                </c:pt>
                <c:pt idx="667">
                  <c:v>0.0421378597957</c:v>
                </c:pt>
                <c:pt idx="668">
                  <c:v>0.0423682714542</c:v>
                </c:pt>
                <c:pt idx="669">
                  <c:v>0.0426006058313</c:v>
                </c:pt>
                <c:pt idx="670">
                  <c:v>0.0428348840905</c:v>
                </c:pt>
                <c:pt idx="671">
                  <c:v>0.0430711276723</c:v>
                </c:pt>
                <c:pt idx="672">
                  <c:v>0.0433093582979</c:v>
                </c:pt>
                <c:pt idx="673">
                  <c:v>0.0435495979732</c:v>
                </c:pt>
                <c:pt idx="674">
                  <c:v>0.0437918689928</c:v>
                </c:pt>
                <c:pt idx="675">
                  <c:v>0.044036193944</c:v>
                </c:pt>
                <c:pt idx="676">
                  <c:v>0.0442825957106</c:v>
                </c:pt>
                <c:pt idx="677">
                  <c:v>0.0445310974775</c:v>
                </c:pt>
                <c:pt idx="678">
                  <c:v>0.0447817227343</c:v>
                </c:pt>
                <c:pt idx="679">
                  <c:v>0.0450344952796</c:v>
                </c:pt>
                <c:pt idx="680">
                  <c:v>0.0452894392256</c:v>
                </c:pt>
                <c:pt idx="681">
                  <c:v>0.0455465790019</c:v>
                </c:pt>
                <c:pt idx="682">
                  <c:v>0.04580593936</c:v>
                </c:pt>
                <c:pt idx="683">
                  <c:v>0.0460675453778</c:v>
                </c:pt>
                <c:pt idx="684">
                  <c:v>0.0463314224637</c:v>
                </c:pt>
                <c:pt idx="685">
                  <c:v>0.0465975963611</c:v>
                </c:pt>
                <c:pt idx="686">
                  <c:v>0.0468660931533</c:v>
                </c:pt>
                <c:pt idx="687">
                  <c:v>0.0471369392673</c:v>
                </c:pt>
                <c:pt idx="688">
                  <c:v>0.0474101614789</c:v>
                </c:pt>
                <c:pt idx="689">
                  <c:v>0.0476857869173</c:v>
                </c:pt>
                <c:pt idx="690">
                  <c:v>0.0479638430693</c:v>
                </c:pt>
                <c:pt idx="691">
                  <c:v>0.0482443577844</c:v>
                </c:pt>
                <c:pt idx="692">
                  <c:v>0.0485273592792</c:v>
                </c:pt>
                <c:pt idx="693">
                  <c:v>0.0488128761424</c:v>
                </c:pt>
                <c:pt idx="694">
                  <c:v>0.0491009373394</c:v>
                </c:pt>
                <c:pt idx="695">
                  <c:v>0.0493915722173</c:v>
                </c:pt>
                <c:pt idx="696">
                  <c:v>0.0496848105092</c:v>
                </c:pt>
                <c:pt idx="697">
                  <c:v>0.0499806823398</c:v>
                </c:pt>
                <c:pt idx="698">
                  <c:v>0.0502792182296</c:v>
                </c:pt>
                <c:pt idx="699">
                  <c:v>0.0505804491004</c:v>
                </c:pt>
                <c:pt idx="700">
                  <c:v>0.0508844062795</c:v>
                </c:pt>
                <c:pt idx="701">
                  <c:v>0.0511911215055</c:v>
                </c:pt>
                <c:pt idx="702">
                  <c:v>0.0515006269325</c:v>
                </c:pt>
                <c:pt idx="703">
                  <c:v>0.0518129551353</c:v>
                </c:pt>
                <c:pt idx="704">
                  <c:v>0.0521281391147</c:v>
                </c:pt>
                <c:pt idx="705">
                  <c:v>0.052446212302</c:v>
                </c:pt>
                <c:pt idx="706">
                  <c:v>0.052767208564</c:v>
                </c:pt>
                <c:pt idx="707">
                  <c:v>0.0530911622085</c:v>
                </c:pt>
                <c:pt idx="708">
                  <c:v>0.0534181079886</c:v>
                </c:pt>
                <c:pt idx="709">
                  <c:v>0.0537480811081</c:v>
                </c:pt>
                <c:pt idx="710">
                  <c:v>0.0540811172261</c:v>
                </c:pt>
                <c:pt idx="711">
                  <c:v>0.0544172524623</c:v>
                </c:pt>
                <c:pt idx="712">
                  <c:v>0.0547565234016</c:v>
                </c:pt>
                <c:pt idx="713">
                  <c:v>0.0550989670991</c:v>
                </c:pt>
                <c:pt idx="714">
                  <c:v>0.0554446210847</c:v>
                </c:pt>
                <c:pt idx="715">
                  <c:v>0.0557935233682</c:v>
                </c:pt>
                <c:pt idx="716">
                  <c:v>0.0561457124439</c:v>
                </c:pt>
                <c:pt idx="717">
                  <c:v>0.0565012272954</c:v>
                </c:pt>
                <c:pt idx="718">
                  <c:v>0.0568601073997</c:v>
                </c:pt>
                <c:pt idx="719">
                  <c:v>0.0572223927325</c:v>
                </c:pt>
                <c:pt idx="720">
                  <c:v>0.0575881237722</c:v>
                </c:pt>
                <c:pt idx="721">
                  <c:v>0.0579573415043</c:v>
                </c:pt>
                <c:pt idx="722">
                  <c:v>0.0583300874261</c:v>
                </c:pt>
                <c:pt idx="723">
                  <c:v>0.0587064035502</c:v>
                </c:pt>
                <c:pt idx="724">
                  <c:v>0.0590863324093</c:v>
                </c:pt>
                <c:pt idx="725">
                  <c:v>0.0594699170596</c:v>
                </c:pt>
                <c:pt idx="726">
                  <c:v>0.0598572010849</c:v>
                </c:pt>
                <c:pt idx="727">
                  <c:v>0.0602482286003</c:v>
                </c:pt>
                <c:pt idx="728">
                  <c:v>0.0606430442558</c:v>
                </c:pt>
                <c:pt idx="729">
                  <c:v>0.0610416932392</c:v>
                </c:pt>
                <c:pt idx="730">
                  <c:v>0.0614442212798</c:v>
                </c:pt>
                <c:pt idx="731">
                  <c:v>0.0618506746513</c:v>
                </c:pt>
                <c:pt idx="732">
                  <c:v>0.0622611001743</c:v>
                </c:pt>
                <c:pt idx="733">
                  <c:v>0.0626755452192</c:v>
                </c:pt>
                <c:pt idx="734">
                  <c:v>0.0630940577082</c:v>
                </c:pt>
                <c:pt idx="735">
                  <c:v>0.0635166861177</c:v>
                </c:pt>
                <c:pt idx="736">
                  <c:v>0.06394347948</c:v>
                </c:pt>
                <c:pt idx="737">
                  <c:v>0.0643744873847</c:v>
                </c:pt>
                <c:pt idx="738">
                  <c:v>0.0648097599799</c:v>
                </c:pt>
                <c:pt idx="739">
                  <c:v>0.0652493479734</c:v>
                </c:pt>
                <c:pt idx="740">
                  <c:v>0.065693302633</c:v>
                </c:pt>
                <c:pt idx="741">
                  <c:v>0.0661416757868</c:v>
                </c:pt>
                <c:pt idx="742">
                  <c:v>0.0665945198228</c:v>
                </c:pt>
                <c:pt idx="743">
                  <c:v>0.0670518876886</c:v>
                </c:pt>
                <c:pt idx="744">
                  <c:v>0.0675138328902</c:v>
                </c:pt>
                <c:pt idx="745">
                  <c:v>0.0679804094907</c:v>
                </c:pt>
                <c:pt idx="746">
                  <c:v>0.068451672108</c:v>
                </c:pt>
                <c:pt idx="747">
                  <c:v>0.0689276759127</c:v>
                </c:pt>
                <c:pt idx="748">
                  <c:v>0.069408476625</c:v>
                </c:pt>
                <c:pt idx="749">
                  <c:v>0.069894130511</c:v>
                </c:pt>
                <c:pt idx="750">
                  <c:v>0.0703846943788</c:v>
                </c:pt>
                <c:pt idx="751">
                  <c:v>0.0708802255736</c:v>
                </c:pt>
                <c:pt idx="752">
                  <c:v>0.0713807819724</c:v>
                </c:pt>
                <c:pt idx="753">
                  <c:v>0.0718864219778</c:v>
                </c:pt>
                <c:pt idx="754">
                  <c:v>0.0723972045113</c:v>
                </c:pt>
                <c:pt idx="755">
                  <c:v>0.0729131890057</c:v>
                </c:pt>
                <c:pt idx="756">
                  <c:v>0.073434435397</c:v>
                </c:pt>
                <c:pt idx="757">
                  <c:v>0.0739610041148</c:v>
                </c:pt>
                <c:pt idx="758">
                  <c:v>0.0744929560728</c:v>
                </c:pt>
                <c:pt idx="759">
                  <c:v>0.0750303526575</c:v>
                </c:pt>
                <c:pt idx="760">
                  <c:v>0.0755732557165</c:v>
                </c:pt>
                <c:pt idx="761">
                  <c:v>0.076121727546</c:v>
                </c:pt>
                <c:pt idx="762">
                  <c:v>0.0766758308763</c:v>
                </c:pt>
                <c:pt idx="763">
                  <c:v>0.0772356288575</c:v>
                </c:pt>
                <c:pt idx="764">
                  <c:v>0.0778011850432</c:v>
                </c:pt>
                <c:pt idx="765">
                  <c:v>0.0783725633734</c:v>
                </c:pt>
                <c:pt idx="766">
                  <c:v>0.078949828156</c:v>
                </c:pt>
                <c:pt idx="767">
                  <c:v>0.0795330440476</c:v>
                </c:pt>
                <c:pt idx="768">
                  <c:v>0.0801222760319</c:v>
                </c:pt>
                <c:pt idx="769">
                  <c:v>0.080717589398</c:v>
                </c:pt>
                <c:pt idx="770">
                  <c:v>0.0813190497167</c:v>
                </c:pt>
                <c:pt idx="771">
                  <c:v>0.0819267228148</c:v>
                </c:pt>
                <c:pt idx="772">
                  <c:v>0.0825406747493</c:v>
                </c:pt>
                <c:pt idx="773">
                  <c:v>0.0831609717785</c:v>
                </c:pt>
                <c:pt idx="774">
                  <c:v>0.0837876803327</c:v>
                </c:pt>
                <c:pt idx="775">
                  <c:v>0.0844208669825</c:v>
                </c:pt>
                <c:pt idx="776">
                  <c:v>0.0850605984056</c:v>
                </c:pt>
                <c:pt idx="777">
                  <c:v>0.085706941352</c:v>
                </c:pt>
                <c:pt idx="778">
                  <c:v>0.086359962607</c:v>
                </c:pt>
                <c:pt idx="779">
                  <c:v>0.0870197289529</c:v>
                </c:pt>
                <c:pt idx="780">
                  <c:v>0.0876863071278</c:v>
                </c:pt>
                <c:pt idx="781">
                  <c:v>0.0883597637837</c:v>
                </c:pt>
                <c:pt idx="782">
                  <c:v>0.0890401654412</c:v>
                </c:pt>
                <c:pt idx="783">
                  <c:v>0.0897275784431</c:v>
                </c:pt>
                <c:pt idx="784">
                  <c:v>0.0904220689055</c:v>
                </c:pt>
                <c:pt idx="785">
                  <c:v>0.0911237026665</c:v>
                </c:pt>
                <c:pt idx="786">
                  <c:v>0.0918325452329</c:v>
                </c:pt>
                <c:pt idx="787">
                  <c:v>0.0925486617248</c:v>
                </c:pt>
                <c:pt idx="788">
                  <c:v>0.0932721168169</c:v>
                </c:pt>
                <c:pt idx="789">
                  <c:v>0.094002974679</c:v>
                </c:pt>
                <c:pt idx="790">
                  <c:v>0.0947412989124</c:v>
                </c:pt>
                <c:pt idx="791">
                  <c:v>0.0954871524848</c:v>
                </c:pt>
                <c:pt idx="792">
                  <c:v>0.0962405976627</c:v>
                </c:pt>
                <c:pt idx="793">
                  <c:v>0.0970016959408</c:v>
                </c:pt>
                <c:pt idx="794">
                  <c:v>0.0977705079693</c:v>
                </c:pt>
                <c:pt idx="795">
                  <c:v>0.0985470934782</c:v>
                </c:pt>
                <c:pt idx="796">
                  <c:v>0.0993315111993</c:v>
                </c:pt>
                <c:pt idx="797">
                  <c:v>0.100123818785</c:v>
                </c:pt>
                <c:pt idx="798">
                  <c:v>0.100924072727</c:v>
                </c:pt>
                <c:pt idx="799">
                  <c:v>0.101732328267</c:v>
                </c:pt>
                <c:pt idx="800">
                  <c:v>0.102548639311</c:v>
                </c:pt>
                <c:pt idx="801">
                  <c:v>0.103373058338</c:v>
                </c:pt>
                <c:pt idx="802">
                  <c:v>0.104205636303</c:v>
                </c:pt>
                <c:pt idx="803">
                  <c:v>0.105046422546</c:v>
                </c:pt>
                <c:pt idx="804">
                  <c:v>0.10589546469</c:v>
                </c:pt>
                <c:pt idx="805">
                  <c:v>0.106752808541</c:v>
                </c:pt>
                <c:pt idx="806">
                  <c:v>0.107618497982</c:v>
                </c:pt>
                <c:pt idx="807">
                  <c:v>0.108492574872</c:v>
                </c:pt>
                <c:pt idx="808">
                  <c:v>0.109375078934</c:v>
                </c:pt>
                <c:pt idx="809">
                  <c:v>0.110266047648</c:v>
                </c:pt>
                <c:pt idx="810">
                  <c:v>0.111165516136</c:v>
                </c:pt>
                <c:pt idx="811">
                  <c:v>0.11207351705</c:v>
                </c:pt>
                <c:pt idx="812">
                  <c:v>0.112990080456</c:v>
                </c:pt>
                <c:pt idx="813">
                  <c:v>0.113915233717</c:v>
                </c:pt>
                <c:pt idx="814">
                  <c:v>0.114849001374</c:v>
                </c:pt>
                <c:pt idx="815">
                  <c:v>0.115791405027</c:v>
                </c:pt>
                <c:pt idx="816">
                  <c:v>0.116742463213</c:v>
                </c:pt>
                <c:pt idx="817">
                  <c:v>0.117702191286</c:v>
                </c:pt>
                <c:pt idx="818">
                  <c:v>0.118670601293</c:v>
                </c:pt>
                <c:pt idx="819">
                  <c:v>0.119647701854</c:v>
                </c:pt>
                <c:pt idx="820">
                  <c:v>0.120633498036</c:v>
                </c:pt>
                <c:pt idx="821">
                  <c:v>0.121627991235</c:v>
                </c:pt>
                <c:pt idx="822">
                  <c:v>0.122631179051</c:v>
                </c:pt>
                <c:pt idx="823">
                  <c:v>0.123643055169</c:v>
                </c:pt>
                <c:pt idx="824">
                  <c:v>0.124663609238</c:v>
                </c:pt>
                <c:pt idx="825">
                  <c:v>0.125692826754</c:v>
                </c:pt>
                <c:pt idx="826">
                  <c:v>0.126730688943</c:v>
                </c:pt>
                <c:pt idx="827">
                  <c:v>0.127777172649</c:v>
                </c:pt>
                <c:pt idx="828">
                  <c:v>0.128832250219</c:v>
                </c:pt>
                <c:pt idx="829">
                  <c:v>0.129895889397</c:v>
                </c:pt>
                <c:pt idx="830">
                  <c:v>0.130968053222</c:v>
                </c:pt>
                <c:pt idx="831">
                  <c:v>0.132048699923</c:v>
                </c:pt>
                <c:pt idx="832">
                  <c:v>0.133137782823</c:v>
                </c:pt>
                <c:pt idx="833">
                  <c:v>0.134235250251</c:v>
                </c:pt>
                <c:pt idx="834">
                  <c:v>0.135341045451</c:v>
                </c:pt>
                <c:pt idx="835">
                  <c:v>0.136455106506</c:v>
                </c:pt>
                <c:pt idx="836">
                  <c:v>0.137577366259</c:v>
                </c:pt>
                <c:pt idx="837">
                  <c:v>0.13870775225</c:v>
                </c:pt>
                <c:pt idx="838">
                  <c:v>0.139846186652</c:v>
                </c:pt>
                <c:pt idx="839">
                  <c:v>0.140992586218</c:v>
                </c:pt>
                <c:pt idx="840">
                  <c:v>0.142146862237</c:v>
                </c:pt>
                <c:pt idx="841">
                  <c:v>0.143308920498</c:v>
                </c:pt>
                <c:pt idx="842">
                  <c:v>0.14447866126</c:v>
                </c:pt>
                <c:pt idx="843">
                  <c:v>0.145655979234</c:v>
                </c:pt>
                <c:pt idx="844">
                  <c:v>0.146840763577</c:v>
                </c:pt>
                <c:pt idx="845">
                  <c:v>0.148032897888</c:v>
                </c:pt>
                <c:pt idx="846">
                  <c:v>0.149232260225</c:v>
                </c:pt>
                <c:pt idx="847">
                  <c:v>0.150438723123</c:v>
                </c:pt>
                <c:pt idx="848">
                  <c:v>0.151652153628</c:v>
                </c:pt>
                <c:pt idx="849">
                  <c:v>0.152872413343</c:v>
                </c:pt>
                <c:pt idx="850">
                  <c:v>0.154099358484</c:v>
                </c:pt>
                <c:pt idx="851">
                  <c:v>0.155332839945</c:v>
                </c:pt>
                <c:pt idx="852">
                  <c:v>0.156572703379</c:v>
                </c:pt>
                <c:pt idx="853">
                  <c:v>0.15781878929</c:v>
                </c:pt>
                <c:pt idx="854">
                  <c:v>0.159070933136</c:v>
                </c:pt>
                <c:pt idx="855">
                  <c:v>0.160328965441</c:v>
                </c:pt>
                <c:pt idx="856">
                  <c:v>0.161592711928</c:v>
                </c:pt>
                <c:pt idx="857">
                  <c:v>0.162861993651</c:v>
                </c:pt>
                <c:pt idx="858">
                  <c:v>0.164136627151</c:v>
                </c:pt>
                <c:pt idx="859">
                  <c:v>0.165416424616</c:v>
                </c:pt>
                <c:pt idx="860">
                  <c:v>0.166701194055</c:v>
                </c:pt>
                <c:pt idx="861">
                  <c:v>0.16799073948</c:v>
                </c:pt>
                <c:pt idx="862">
                  <c:v>0.169284861103</c:v>
                </c:pt>
                <c:pt idx="863">
                  <c:v>0.170583355541</c:v>
                </c:pt>
                <c:pt idx="864">
                  <c:v>0.171886016031</c:v>
                </c:pt>
                <c:pt idx="865">
                  <c:v>0.17319263265</c:v>
                </c:pt>
                <c:pt idx="866">
                  <c:v>0.174502992554</c:v>
                </c:pt>
                <c:pt idx="867">
                  <c:v>0.175816880213</c:v>
                </c:pt>
                <c:pt idx="868">
                  <c:v>0.177134077663</c:v>
                </c:pt>
                <c:pt idx="869">
                  <c:v>0.178454364757</c:v>
                </c:pt>
                <c:pt idx="870">
                  <c:v>0.17977751943</c:v>
                </c:pt>
                <c:pt idx="871">
                  <c:v>0.181103317962</c:v>
                </c:pt>
                <c:pt idx="872">
                  <c:v>0.182431535249</c:v>
                </c:pt>
                <c:pt idx="873">
                  <c:v>0.18376194508</c:v>
                </c:pt>
                <c:pt idx="874">
                  <c:v>0.185094320411</c:v>
                </c:pt>
                <c:pt idx="875">
                  <c:v>0.186428433643</c:v>
                </c:pt>
                <c:pt idx="876">
                  <c:v>0.187764056907</c:v>
                </c:pt>
                <c:pt idx="877">
                  <c:v>0.189100962342</c:v>
                </c:pt>
                <c:pt idx="878">
                  <c:v>0.190438922374</c:v>
                </c:pt>
                <c:pt idx="879">
                  <c:v>0.191777709998</c:v>
                </c:pt>
                <c:pt idx="880">
                  <c:v>0.193117099051</c:v>
                </c:pt>
                <c:pt idx="881">
                  <c:v>0.194456864488</c:v>
                </c:pt>
                <c:pt idx="882">
                  <c:v>0.195796782649</c:v>
                </c:pt>
                <c:pt idx="883">
                  <c:v>0.197136631527</c:v>
                </c:pt>
                <c:pt idx="884">
                  <c:v>0.198476191027</c:v>
                </c:pt>
                <c:pt idx="885">
                  <c:v>0.199815243217</c:v>
                </c:pt>
                <c:pt idx="886">
                  <c:v>0.201153572576</c:v>
                </c:pt>
                <c:pt idx="887">
                  <c:v>0.202490966233</c:v>
                </c:pt>
                <c:pt idx="888">
                  <c:v>0.203827214198</c:v>
                </c:pt>
                <c:pt idx="889">
                  <c:v>0.205162109584</c:v>
                </c:pt>
                <c:pt idx="890">
                  <c:v>0.206495448819</c:v>
                </c:pt>
                <c:pt idx="891">
                  <c:v>0.207827031851</c:v>
                </c:pt>
                <c:pt idx="892">
                  <c:v>0.209156662339</c:v>
                </c:pt>
                <c:pt idx="893">
                  <c:v>0.210484147837</c:v>
                </c:pt>
                <c:pt idx="894">
                  <c:v>0.211809299964</c:v>
                </c:pt>
                <c:pt idx="895">
                  <c:v>0.213131934566</c:v>
                </c:pt>
                <c:pt idx="896">
                  <c:v>0.214451871865</c:v>
                </c:pt>
                <c:pt idx="897">
                  <c:v>0.215768936595</c:v>
                </c:pt>
                <c:pt idx="898">
                  <c:v>0.217082958131</c:v>
                </c:pt>
                <c:pt idx="899">
                  <c:v>0.218393770597</c:v>
                </c:pt>
                <c:pt idx="900">
                  <c:v>0.219701212978</c:v>
                </c:pt>
                <c:pt idx="901">
                  <c:v>0.2210051292</c:v>
                </c:pt>
                <c:pt idx="902">
                  <c:v>0.222305368217</c:v>
                </c:pt>
                <c:pt idx="903">
                  <c:v>0.223601784075</c:v>
                </c:pt>
                <c:pt idx="904">
                  <c:v>0.224894235969</c:v>
                </c:pt>
                <c:pt idx="905">
                  <c:v>0.226182588287</c:v>
                </c:pt>
                <c:pt idx="906">
                  <c:v>0.227466710644</c:v>
                </c:pt>
                <c:pt idx="907">
                  <c:v>0.228746477907</c:v>
                </c:pt>
                <c:pt idx="908">
                  <c:v>0.230021770206</c:v>
                </c:pt>
                <c:pt idx="909">
                  <c:v>0.231292472937</c:v>
                </c:pt>
                <c:pt idx="910">
                  <c:v>0.232558476754</c:v>
                </c:pt>
                <c:pt idx="911">
                  <c:v>0.233819677557</c:v>
                </c:pt>
                <c:pt idx="912">
                  <c:v>0.235075976459</c:v>
                </c:pt>
                <c:pt idx="913">
                  <c:v>0.236327279761</c:v>
                </c:pt>
                <c:pt idx="914">
                  <c:v>0.237573498902</c:v>
                </c:pt>
                <c:pt idx="915">
                  <c:v>0.238814550413</c:v>
                </c:pt>
                <c:pt idx="916">
                  <c:v>0.240050355861</c:v>
                </c:pt>
                <c:pt idx="917">
                  <c:v>0.241280841782</c:v>
                </c:pt>
                <c:pt idx="918">
                  <c:v>0.242505939611</c:v>
                </c:pt>
                <c:pt idx="919">
                  <c:v>0.243725585609</c:v>
                </c:pt>
                <c:pt idx="920">
                  <c:v>0.244939720776</c:v>
                </c:pt>
                <c:pt idx="921">
                  <c:v>0.246148290769</c:v>
                </c:pt>
                <c:pt idx="922">
                  <c:v>0.247351245805</c:v>
                </c:pt>
                <c:pt idx="923">
                  <c:v>0.248548540572</c:v>
                </c:pt>
                <c:pt idx="924">
                  <c:v>0.249740134122</c:v>
                </c:pt>
                <c:pt idx="925">
                  <c:v>0.250925989773</c:v>
                </c:pt>
                <c:pt idx="926">
                  <c:v>0.252106075001</c:v>
                </c:pt>
                <c:pt idx="927">
                  <c:v>0.253280361331</c:v>
                </c:pt>
                <c:pt idx="928">
                  <c:v>0.254448824229</c:v>
                </c:pt>
                <c:pt idx="929">
                  <c:v>0.255611442985</c:v>
                </c:pt>
                <c:pt idx="930">
                  <c:v>0.256768200601</c:v>
                </c:pt>
                <c:pt idx="931">
                  <c:v>0.257919083676</c:v>
                </c:pt>
                <c:pt idx="932">
                  <c:v>0.25906408229</c:v>
                </c:pt>
                <c:pt idx="933">
                  <c:v>0.260203189883</c:v>
                </c:pt>
                <c:pt idx="934">
                  <c:v>0.261336403143</c:v>
                </c:pt>
                <c:pt idx="935">
                  <c:v>0.262463721887</c:v>
                </c:pt>
                <c:pt idx="936">
                  <c:v>0.263585148943</c:v>
                </c:pt>
                <c:pt idx="937">
                  <c:v>0.264700690033</c:v>
                </c:pt>
                <c:pt idx="938">
                  <c:v>0.265810353658</c:v>
                </c:pt>
                <c:pt idx="939">
                  <c:v>0.266914150985</c:v>
                </c:pt>
                <c:pt idx="940">
                  <c:v>0.268012095729</c:v>
                </c:pt>
                <c:pt idx="941">
                  <c:v>0.269104204042</c:v>
                </c:pt>
                <c:pt idx="942">
                  <c:v>0.270190494404</c:v>
                </c:pt>
                <c:pt idx="943">
                  <c:v>0.271270987509</c:v>
                </c:pt>
                <c:pt idx="944">
                  <c:v>0.272345706159</c:v>
                </c:pt>
                <c:pt idx="945">
                  <c:v>0.273414675158</c:v>
                </c:pt>
                <c:pt idx="946">
                  <c:v>0.274477921206</c:v>
                </c:pt>
                <c:pt idx="947">
                  <c:v>0.2755354728</c:v>
                </c:pt>
                <c:pt idx="948">
                  <c:v>0.276587360128</c:v>
                </c:pt>
                <c:pt idx="949">
                  <c:v>0.277633614975</c:v>
                </c:pt>
                <c:pt idx="950">
                  <c:v>0.278674270625</c:v>
                </c:pt>
                <c:pt idx="951">
                  <c:v>0.279709361767</c:v>
                </c:pt>
                <c:pt idx="952">
                  <c:v>0.280738924404</c:v>
                </c:pt>
                <c:pt idx="953">
                  <c:v>0.281762995765</c:v>
                </c:pt>
                <c:pt idx="954">
                  <c:v>0.282781614215</c:v>
                </c:pt>
                <c:pt idx="955">
                  <c:v>0.28379481917</c:v>
                </c:pt>
                <c:pt idx="956">
                  <c:v>0.28480265102</c:v>
                </c:pt>
                <c:pt idx="957">
                  <c:v>0.285805151041</c:v>
                </c:pt>
                <c:pt idx="958">
                  <c:v>0.286802361326</c:v>
                </c:pt>
                <c:pt idx="959">
                  <c:v>0.287794324702</c:v>
                </c:pt>
                <c:pt idx="960">
                  <c:v>0.28878108466</c:v>
                </c:pt>
                <c:pt idx="961">
                  <c:v>0.289762685286</c:v>
                </c:pt>
                <c:pt idx="962">
                  <c:v>0.29073917119</c:v>
                </c:pt>
                <c:pt idx="963">
                  <c:v>0.29171058744</c:v>
                </c:pt>
                <c:pt idx="964">
                  <c:v>0.292676979499</c:v>
                </c:pt>
                <c:pt idx="965">
                  <c:v>0.293638393162</c:v>
                </c:pt>
                <c:pt idx="966">
                  <c:v>0.294594874495</c:v>
                </c:pt>
                <c:pt idx="967">
                  <c:v>0.295546469782</c:v>
                </c:pt>
                <c:pt idx="968">
                  <c:v>0.296493225463</c:v>
                </c:pt>
                <c:pt idx="969">
                  <c:v>0.297435188085</c:v>
                </c:pt>
                <c:pt idx="970">
                  <c:v>0.298372404247</c:v>
                </c:pt>
                <c:pt idx="971">
                  <c:v>0.299304920551</c:v>
                </c:pt>
                <c:pt idx="972">
                  <c:v>0.300232783557</c:v>
                </c:pt>
                <c:pt idx="973">
                  <c:v>0.30115603973</c:v>
                </c:pt>
                <c:pt idx="974">
                  <c:v>0.302074735402</c:v>
                </c:pt>
                <c:pt idx="975">
                  <c:v>0.302988916726</c:v>
                </c:pt>
                <c:pt idx="976">
                  <c:v>0.303898629633</c:v>
                </c:pt>
                <c:pt idx="977">
                  <c:v>0.304803919795</c:v>
                </c:pt>
                <c:pt idx="978">
                  <c:v>0.305704832587</c:v>
                </c:pt>
                <c:pt idx="979">
                  <c:v>0.306601413047</c:v>
                </c:pt>
                <c:pt idx="980">
                  <c:v>0.307493705845</c:v>
                </c:pt>
                <c:pt idx="981">
                  <c:v>0.308381755243</c:v>
                </c:pt>
                <c:pt idx="982">
                  <c:v>0.309265605069</c:v>
                </c:pt>
                <c:pt idx="983">
                  <c:v>0.31014529868</c:v>
                </c:pt>
                <c:pt idx="984">
                  <c:v>0.311020878934</c:v>
                </c:pt>
                <c:pt idx="985">
                  <c:v>0.311892388161</c:v>
                </c:pt>
                <c:pt idx="986">
                  <c:v>0.312759868134</c:v>
                </c:pt>
                <c:pt idx="987">
                  <c:v>0.313623360043</c:v>
                </c:pt>
                <c:pt idx="988">
                  <c:v>0.314482904467</c:v>
                </c:pt>
                <c:pt idx="989">
                  <c:v>0.315338541351</c:v>
                </c:pt>
                <c:pt idx="990">
                  <c:v>0.316190309979</c:v>
                </c:pt>
                <c:pt idx="991">
                  <c:v>0.317038248953</c:v>
                </c:pt>
                <c:pt idx="992">
                  <c:v>0.317882396172</c:v>
                </c:pt>
                <c:pt idx="993">
                  <c:v>0.318722788803</c:v>
                </c:pt>
                <c:pt idx="994">
                  <c:v>0.319559463268</c:v>
                </c:pt>
                <c:pt idx="995">
                  <c:v>0.320392455219</c:v>
                </c:pt>
                <c:pt idx="996">
                  <c:v>0.321221799519</c:v>
                </c:pt>
                <c:pt idx="997">
                  <c:v>0.322047530223</c:v>
                </c:pt>
                <c:pt idx="998">
                  <c:v>0.322869680559</c:v>
                </c:pt>
                <c:pt idx="999">
                  <c:v>0.323688282909</c:v>
                </c:pt>
                <c:pt idx="1000">
                  <c:v>0.324503368793</c:v>
                </c:pt>
                <c:pt idx="1001">
                  <c:v>0.325314968851</c:v>
                </c:pt>
                <c:pt idx="1002">
                  <c:v>0.326123112825</c:v>
                </c:pt>
                <c:pt idx="1003">
                  <c:v>0.326927829544</c:v>
                </c:pt>
                <c:pt idx="1004">
                  <c:v>0.327729146906</c:v>
                </c:pt>
                <c:pt idx="1005">
                  <c:v>0.328527091863</c:v>
                </c:pt>
                <c:pt idx="1006">
                  <c:v>0.329321690408</c:v>
                </c:pt>
                <c:pt idx="1007">
                  <c:v>0.330112967553</c:v>
                </c:pt>
                <c:pt idx="1008">
                  <c:v>0.330900947321</c:v>
                </c:pt>
                <c:pt idx="1009">
                  <c:v>0.331685652725</c:v>
                </c:pt>
                <c:pt idx="1010">
                  <c:v>0.332467105758</c:v>
                </c:pt>
                <c:pt idx="1011">
                  <c:v>0.333245327375</c:v>
                </c:pt>
                <c:pt idx="1012">
                  <c:v>0.334020337478</c:v>
                </c:pt>
                <c:pt idx="1013">
                  <c:v>0.334792154904</c:v>
                </c:pt>
                <c:pt idx="1014">
                  <c:v>0.33556079741</c:v>
                </c:pt>
                <c:pt idx="1015">
                  <c:v>0.336326281655</c:v>
                </c:pt>
                <c:pt idx="1016">
                  <c:v>0.337088623189</c:v>
                </c:pt>
                <c:pt idx="1017">
                  <c:v>0.337847836438</c:v>
                </c:pt>
                <c:pt idx="1018">
                  <c:v>0.338603934686</c:v>
                </c:pt>
                <c:pt idx="1019">
                  <c:v>0.339356930066</c:v>
                </c:pt>
                <c:pt idx="1020">
                  <c:v>0.34010683354</c:v>
                </c:pt>
                <c:pt idx="1021">
                  <c:v>0.340853654885</c:v>
                </c:pt>
                <c:pt idx="1022">
                  <c:v>0.341597402681</c:v>
                </c:pt>
                <c:pt idx="1023">
                  <c:v>0.342338084291</c:v>
                </c:pt>
                <c:pt idx="1024">
                  <c:v>0.343075705851</c:v>
                </c:pt>
                <c:pt idx="1025">
                  <c:v>0.343810272249</c:v>
                </c:pt>
                <c:pt idx="1026">
                  <c:v>0.344541787112</c:v>
                </c:pt>
                <c:pt idx="1027">
                  <c:v>0.345270252791</c:v>
                </c:pt>
                <c:pt idx="1028">
                  <c:v>0.34599567034</c:v>
                </c:pt>
                <c:pt idx="1029">
                  <c:v>0.346718039506</c:v>
                </c:pt>
                <c:pt idx="1030">
                  <c:v>0.347437358704</c:v>
                </c:pt>
                <c:pt idx="1031">
                  <c:v>0.34815362501</c:v>
                </c:pt>
                <c:pt idx="1032">
                  <c:v>0.348866834133</c:v>
                </c:pt>
                <c:pt idx="1033">
                  <c:v>0.349576980403</c:v>
                </c:pt>
                <c:pt idx="1034">
                  <c:v>0.350284056754</c:v>
                </c:pt>
                <c:pt idx="1035">
                  <c:v>0.350988054701</c:v>
                </c:pt>
                <c:pt idx="1036">
                  <c:v>0.351688964324</c:v>
                </c:pt>
                <c:pt idx="1037">
                  <c:v>0.352386774247</c:v>
                </c:pt>
                <c:pt idx="1038">
                  <c:v>0.35308147162</c:v>
                </c:pt>
                <c:pt idx="1039">
                  <c:v>0.353773042099</c:v>
                </c:pt>
                <c:pt idx="1040">
                  <c:v>0.354461469824</c:v>
                </c:pt>
                <c:pt idx="1041">
                  <c:v>0.355146737397</c:v>
                </c:pt>
                <c:pt idx="1042">
                  <c:v>0.355828825865</c:v>
                </c:pt>
                <c:pt idx="1043">
                  <c:v>0.356507714694</c:v>
                </c:pt>
                <c:pt idx="1044">
                  <c:v>0.357183381747</c:v>
                </c:pt>
                <c:pt idx="1045">
                  <c:v>0.357855803265</c:v>
                </c:pt>
                <c:pt idx="1046">
                  <c:v>0.358524953839</c:v>
                </c:pt>
                <c:pt idx="1047">
                  <c:v>0.359190806388</c:v>
                </c:pt>
                <c:pt idx="1048">
                  <c:v>0.359853332137</c:v>
                </c:pt>
                <c:pt idx="1049">
                  <c:v>0.360512500589</c:v>
                </c:pt>
                <c:pt idx="1050">
                  <c:v>0.361168279501</c:v>
                </c:pt>
                <c:pt idx="1051">
                  <c:v>0.361820634859</c:v>
                </c:pt>
                <c:pt idx="1052">
                  <c:v>0.362469530849</c:v>
                </c:pt>
                <c:pt idx="1053">
                  <c:v>0.363114929835</c:v>
                </c:pt>
                <c:pt idx="1054">
                  <c:v>0.363756792326</c:v>
                </c:pt>
                <c:pt idx="1055">
                  <c:v>0.364395076954</c:v>
                </c:pt>
                <c:pt idx="1056">
                  <c:v>0.365029740439</c:v>
                </c:pt>
                <c:pt idx="1057">
                  <c:v>0.365660737567</c:v>
                </c:pt>
                <c:pt idx="1058">
                  <c:v>0.366288021154</c:v>
                </c:pt>
                <c:pt idx="1059">
                  <c:v>0.36691154202</c:v>
                </c:pt>
                <c:pt idx="1060">
                  <c:v>0.367531248959</c:v>
                </c:pt>
                <c:pt idx="1061">
                  <c:v>0.368147088704</c:v>
                </c:pt>
                <c:pt idx="1062">
                  <c:v>0.368759005898</c:v>
                </c:pt>
                <c:pt idx="1063">
                  <c:v>0.369366943063</c:v>
                </c:pt>
                <c:pt idx="1064">
                  <c:v>0.369970840565</c:v>
                </c:pt>
                <c:pt idx="1065">
                  <c:v>0.370570636581</c:v>
                </c:pt>
                <c:pt idx="1066">
                  <c:v>0.371166267065</c:v>
                </c:pt>
                <c:pt idx="1067">
                  <c:v>0.371757665717</c:v>
                </c:pt>
                <c:pt idx="1068">
                  <c:v>0.372344763943</c:v>
                </c:pt>
                <c:pt idx="1069">
                  <c:v>0.372927490824</c:v>
                </c:pt>
                <c:pt idx="1070">
                  <c:v>0.37350577308</c:v>
                </c:pt>
                <c:pt idx="1071">
                  <c:v>0.37407953503</c:v>
                </c:pt>
                <c:pt idx="1072">
                  <c:v>0.374648698559</c:v>
                </c:pt>
                <c:pt idx="1073">
                  <c:v>0.375213183081</c:v>
                </c:pt>
                <c:pt idx="1074">
                  <c:v>0.3757729055</c:v>
                </c:pt>
                <c:pt idx="1075">
                  <c:v>0.376327780172</c:v>
                </c:pt>
                <c:pt idx="1076">
                  <c:v>0.376877718868</c:v>
                </c:pt>
                <c:pt idx="1077">
                  <c:v>0.377422630735</c:v>
                </c:pt>
                <c:pt idx="1078">
                  <c:v>0.377962422257</c:v>
                </c:pt>
                <c:pt idx="1079">
                  <c:v>0.378496997216</c:v>
                </c:pt>
                <c:pt idx="1080">
                  <c:v>0.379026256654</c:v>
                </c:pt>
                <c:pt idx="1081">
                  <c:v>0.37955009883</c:v>
                </c:pt>
                <c:pt idx="1082">
                  <c:v>0.380068419182</c:v>
                </c:pt>
                <c:pt idx="1083">
                  <c:v>0.38058111029</c:v>
                </c:pt>
                <c:pt idx="1084">
                  <c:v>0.381088061831</c:v>
                </c:pt>
                <c:pt idx="1085">
                  <c:v>0.381589160543</c:v>
                </c:pt>
                <c:pt idx="1086">
                  <c:v>0.382084290182</c:v>
                </c:pt>
                <c:pt idx="1087">
                  <c:v>0.382573331485</c:v>
                </c:pt>
                <c:pt idx="1088">
                  <c:v>0.383056162127</c:v>
                </c:pt>
                <c:pt idx="1089">
                  <c:v>0.383532656682</c:v>
                </c:pt>
                <c:pt idx="1090">
                  <c:v>0.384002686588</c:v>
                </c:pt>
                <c:pt idx="1091">
                  <c:v>0.384466120101</c:v>
                </c:pt>
                <c:pt idx="1092">
                  <c:v>0.384922822261</c:v>
                </c:pt>
                <c:pt idx="1093">
                  <c:v>0.385372654851</c:v>
                </c:pt>
                <c:pt idx="1094">
                  <c:v>0.385815476363</c:v>
                </c:pt>
                <c:pt idx="1095">
                  <c:v>0.386251141955</c:v>
                </c:pt>
                <c:pt idx="1096">
                  <c:v>0.386679503422</c:v>
                </c:pt>
                <c:pt idx="1097">
                  <c:v>0.387100409151</c:v>
                </c:pt>
                <c:pt idx="1098">
                  <c:v>0.387513704098</c:v>
                </c:pt>
                <c:pt idx="1099">
                  <c:v>0.387919229743</c:v>
                </c:pt>
                <c:pt idx="1100">
                  <c:v>0.388316824064</c:v>
                </c:pt>
                <c:pt idx="1101">
                  <c:v>0.388706321507</c:v>
                </c:pt>
                <c:pt idx="1102">
                  <c:v>0.389087552949</c:v>
                </c:pt>
                <c:pt idx="1103">
                  <c:v>0.389460345676</c:v>
                </c:pt>
                <c:pt idx="1104">
                  <c:v>0.389824523356</c:v>
                </c:pt>
                <c:pt idx="1105">
                  <c:v>0.390179906009</c:v>
                </c:pt>
                <c:pt idx="1106">
                  <c:v>0.39052630999</c:v>
                </c:pt>
                <c:pt idx="1107">
                  <c:v>0.390863547964</c:v>
                </c:pt>
                <c:pt idx="1108">
                  <c:v>0.39119142889</c:v>
                </c:pt>
                <c:pt idx="1109">
                  <c:v>0.391509758001</c:v>
                </c:pt>
                <c:pt idx="1110">
                  <c:v>0.391818336795</c:v>
                </c:pt>
                <c:pt idx="1111">
                  <c:v>0.392116963024</c:v>
                </c:pt>
                <c:pt idx="1112">
                  <c:v>0.392405430679</c:v>
                </c:pt>
                <c:pt idx="1113">
                  <c:v>0.392683529997</c:v>
                </c:pt>
                <c:pt idx="1114">
                  <c:v>0.392951047449</c:v>
                </c:pt>
                <c:pt idx="1115">
                  <c:v>0.393207765748</c:v>
                </c:pt>
                <c:pt idx="1116">
                  <c:v>0.393453463855</c:v>
                </c:pt>
                <c:pt idx="1117">
                  <c:v>0.393687916989</c:v>
                </c:pt>
                <c:pt idx="1118">
                  <c:v>0.393910896639</c:v>
                </c:pt>
                <c:pt idx="1119">
                  <c:v>0.394122170587</c:v>
                </c:pt>
                <c:pt idx="1120">
                  <c:v>0.39432150293</c:v>
                </c:pt>
                <c:pt idx="1121">
                  <c:v>0.39450865411</c:v>
                </c:pt>
                <c:pt idx="1122">
                  <c:v>0.394683380948</c:v>
                </c:pt>
                <c:pt idx="1123">
                  <c:v>0.394845436682</c:v>
                </c:pt>
                <c:pt idx="1124">
                  <c:v>0.394994571018</c:v>
                </c:pt>
                <c:pt idx="1125">
                  <c:v>0.395130530178</c:v>
                </c:pt>
                <c:pt idx="1126">
                  <c:v>0.39525305696</c:v>
                </c:pt>
                <c:pt idx="1127">
                  <c:v>0.395361890804</c:v>
                </c:pt>
                <c:pt idx="1128">
                  <c:v>0.395456767864</c:v>
                </c:pt>
                <c:pt idx="1129">
                  <c:v>0.395537421089</c:v>
                </c:pt>
                <c:pt idx="1130">
                  <c:v>0.39560358031</c:v>
                </c:pt>
                <c:pt idx="1131">
                  <c:v>0.395654972337</c:v>
                </c:pt>
                <c:pt idx="1132">
                  <c:v>0.39569132106</c:v>
                </c:pt>
                <c:pt idx="1133">
                  <c:v>0.395712347568</c:v>
                </c:pt>
                <c:pt idx="1134">
                  <c:v>0.395717770266</c:v>
                </c:pt>
                <c:pt idx="1135">
                  <c:v>0.395707305009</c:v>
                </c:pt>
                <c:pt idx="1136">
                  <c:v>0.395680665242</c:v>
                </c:pt>
                <c:pt idx="1137">
                  <c:v>0.395637562152</c:v>
                </c:pt>
                <c:pt idx="1138">
                  <c:v>0.39557770483</c:v>
                </c:pt>
                <c:pt idx="1139">
                  <c:v>0.395500800442</c:v>
                </c:pt>
                <c:pt idx="1140">
                  <c:v>0.395406554415</c:v>
                </c:pt>
                <c:pt idx="1141">
                  <c:v>0.395294670626</c:v>
                </c:pt>
                <c:pt idx="1142">
                  <c:v>0.395164851616</c:v>
                </c:pt>
                <c:pt idx="1143">
                  <c:v>0.3950167988</c:v>
                </c:pt>
                <c:pt idx="1144">
                  <c:v>0.394850212705</c:v>
                </c:pt>
                <c:pt idx="1145">
                  <c:v>0.394664793204</c:v>
                </c:pt>
                <c:pt idx="1146">
                  <c:v>0.394460239781</c:v>
                </c:pt>
                <c:pt idx="1147">
                  <c:v>0.394236251789</c:v>
                </c:pt>
                <c:pt idx="1148">
                  <c:v>0.393992528738</c:v>
                </c:pt>
                <c:pt idx="1149">
                  <c:v>0.393728770586</c:v>
                </c:pt>
                <c:pt idx="1150">
                  <c:v>0.393444678049</c:v>
                </c:pt>
                <c:pt idx="1151">
                  <c:v>0.393139952918</c:v>
                </c:pt>
                <c:pt idx="1152">
                  <c:v>0.392814298398</c:v>
                </c:pt>
                <c:pt idx="1153">
                  <c:v>0.392467419451</c:v>
                </c:pt>
                <c:pt idx="1154">
                  <c:v>0.392099023163</c:v>
                </c:pt>
                <c:pt idx="1155">
                  <c:v>0.391708819115</c:v>
                </c:pt>
                <c:pt idx="1156">
                  <c:v>0.391296519771</c:v>
                </c:pt>
                <c:pt idx="1157">
                  <c:v>0.390861840885</c:v>
                </c:pt>
                <c:pt idx="1158">
                  <c:v>0.390404501909</c:v>
                </c:pt>
                <c:pt idx="1159">
                  <c:v>0.389924226425</c:v>
                </c:pt>
                <c:pt idx="1160">
                  <c:v>0.389420742583</c:v>
                </c:pt>
                <c:pt idx="1161">
                  <c:v>0.388893783556</c:v>
                </c:pt>
                <c:pt idx="1162">
                  <c:v>0.388343087998</c:v>
                </c:pt>
                <c:pt idx="1163">
                  <c:v>0.387768400529</c:v>
                </c:pt>
                <c:pt idx="1164">
                  <c:v>0.387169472212</c:v>
                </c:pt>
                <c:pt idx="1165">
                  <c:v>0.386546061054</c:v>
                </c:pt>
                <c:pt idx="1166">
                  <c:v>0.38589793251</c:v>
                </c:pt>
                <c:pt idx="1167">
                  <c:v>0.385224859997</c:v>
                </c:pt>
                <c:pt idx="1168">
                  <c:v>0.384526625418</c:v>
                </c:pt>
                <c:pt idx="1169">
                  <c:v>0.383803019687</c:v>
                </c:pt>
                <c:pt idx="1170">
                  <c:v>0.383053843267</c:v>
                </c:pt>
                <c:pt idx="1171">
                  <c:v>0.382278906708</c:v>
                </c:pt>
                <c:pt idx="1172">
                  <c:v>0.381478031188</c:v>
                </c:pt>
                <c:pt idx="1173">
                  <c:v>0.380651049063</c:v>
                </c:pt>
                <c:pt idx="1174">
                  <c:v>0.379797804407</c:v>
                </c:pt>
                <c:pt idx="1175">
                  <c:v>0.378918153562</c:v>
                </c:pt>
                <c:pt idx="1176">
                  <c:v>0.378011965682</c:v>
                </c:pt>
                <c:pt idx="1177">
                  <c:v>0.377079123269</c:v>
                </c:pt>
                <c:pt idx="1178">
                  <c:v>0.376119522714</c:v>
                </c:pt>
                <c:pt idx="1179">
                  <c:v>0.375133074823</c:v>
                </c:pt>
                <c:pt idx="1180">
                  <c:v>0.374119705335</c:v>
                </c:pt>
                <c:pt idx="1181">
                  <c:v>0.373079355434</c:v>
                </c:pt>
                <c:pt idx="1182">
                  <c:v>0.372011982249</c:v>
                </c:pt>
                <c:pt idx="1183">
                  <c:v>0.370917559333</c:v>
                </c:pt>
                <c:pt idx="1184">
                  <c:v>0.369796077131</c:v>
                </c:pt>
                <c:pt idx="1185">
                  <c:v>0.368647543434</c:v>
                </c:pt>
                <c:pt idx="1186">
                  <c:v>0.367471983804</c:v>
                </c:pt>
                <c:pt idx="1187">
                  <c:v>0.366269441983</c:v>
                </c:pt>
                <c:pt idx="1188">
                  <c:v>0.365039980277</c:v>
                </c:pt>
                <c:pt idx="1189">
                  <c:v>0.363783679915</c:v>
                </c:pt>
                <c:pt idx="1190">
                  <c:v>0.362500641378</c:v>
                </c:pt>
                <c:pt idx="1191">
                  <c:v>0.361190984696</c:v>
                </c:pt>
                <c:pt idx="1192">
                  <c:v>0.359854849722</c:v>
                </c:pt>
                <c:pt idx="1193">
                  <c:v>0.358492396363</c:v>
                </c:pt>
                <c:pt idx="1194">
                  <c:v>0.357103804782</c:v>
                </c:pt>
                <c:pt idx="1195">
                  <c:v>0.355689275556</c:v>
                </c:pt>
                <c:pt idx="1196">
                  <c:v>0.354249029806</c:v>
                </c:pt>
                <c:pt idx="1197">
                  <c:v>0.352783309279</c:v>
                </c:pt>
                <c:pt idx="1198">
                  <c:v>0.351292376386</c:v>
                </c:pt>
                <c:pt idx="1199">
                  <c:v>0.349776514208</c:v>
                </c:pt>
                <c:pt idx="1200">
                  <c:v>0.348236026452</c:v>
                </c:pt>
                <c:pt idx="1201">
                  <c:v>0.346671237356</c:v>
                </c:pt>
                <c:pt idx="1202">
                  <c:v>0.345082491564</c:v>
                </c:pt>
                <c:pt idx="1203">
                  <c:v>0.343470153938</c:v>
                </c:pt>
                <c:pt idx="1204">
                  <c:v>0.341834609339</c:v>
                </c:pt>
                <c:pt idx="1205">
                  <c:v>0.34017626235</c:v>
                </c:pt>
                <c:pt idx="1206">
                  <c:v>0.338495536956</c:v>
                </c:pt>
                <c:pt idx="1207">
                  <c:v>0.336792876181</c:v>
                </c:pt>
                <c:pt idx="1208">
                  <c:v>0.335068741673</c:v>
                </c:pt>
                <c:pt idx="1209">
                  <c:v>0.33332361325</c:v>
                </c:pt>
                <c:pt idx="1210">
                  <c:v>0.331557988395</c:v>
                </c:pt>
                <c:pt idx="1211">
                  <c:v>0.32977238171</c:v>
                </c:pt>
                <c:pt idx="1212">
                  <c:v>0.327967324329</c:v>
                </c:pt>
                <c:pt idx="1213">
                  <c:v>0.32614336329</c:v>
                </c:pt>
                <c:pt idx="1214">
                  <c:v>0.324301060864</c:v>
                </c:pt>
                <c:pt idx="1215">
                  <c:v>0.322440993848</c:v>
                </c:pt>
                <c:pt idx="1216">
                  <c:v>0.320563752828</c:v>
                </c:pt>
                <c:pt idx="1217">
                  <c:v>0.318669941397</c:v>
                </c:pt>
                <c:pt idx="1218">
                  <c:v>0.316760175356</c:v>
                </c:pt>
                <c:pt idx="1219">
                  <c:v>0.314835081873</c:v>
                </c:pt>
                <c:pt idx="1220">
                  <c:v>0.312895298626</c:v>
                </c:pt>
                <c:pt idx="1221">
                  <c:v>0.310941472917</c:v>
                </c:pt>
                <c:pt idx="1222">
                  <c:v>0.308974260769</c:v>
                </c:pt>
                <c:pt idx="1223">
                  <c:v>0.306994326003</c:v>
                </c:pt>
                <c:pt idx="1224">
                  <c:v>0.305002339305</c:v>
                </c:pt>
                <c:pt idx="1225">
                  <c:v>0.302998977272</c:v>
                </c:pt>
                <c:pt idx="1226">
                  <c:v>0.300984921463</c:v>
                </c:pt>
                <c:pt idx="1227">
                  <c:v>0.298960857434</c:v>
                </c:pt>
                <c:pt idx="1228">
                  <c:v>0.296927473777</c:v>
                </c:pt>
                <c:pt idx="1229">
                  <c:v>0.294885461157</c:v>
                </c:pt>
                <c:pt idx="1230">
                  <c:v>0.292835511356</c:v>
                </c:pt>
                <c:pt idx="1231">
                  <c:v>0.290778316322</c:v>
                </c:pt>
                <c:pt idx="1232">
                  <c:v>0.288714567225</c:v>
                </c:pt>
                <c:pt idx="1233">
                  <c:v>0.286644953536</c:v>
                </c:pt>
                <c:pt idx="1234">
                  <c:v>0.284570162111</c:v>
                </c:pt>
                <c:pt idx="1235">
                  <c:v>0.2824908763</c:v>
                </c:pt>
                <c:pt idx="1236">
                  <c:v>0.280407775072</c:v>
                </c:pt>
                <c:pt idx="1237">
                  <c:v>0.278321532168</c:v>
                </c:pt>
                <c:pt idx="1238">
                  <c:v>0.276232815278</c:v>
                </c:pt>
                <c:pt idx="1239">
                  <c:v>0.274142285242</c:v>
                </c:pt>
                <c:pt idx="1240">
                  <c:v>0.272050595286</c:v>
                </c:pt>
                <c:pt idx="1241">
                  <c:v>0.269958390286</c:v>
                </c:pt>
                <c:pt idx="1242">
                  <c:v>0.267866306064</c:v>
                </c:pt>
                <c:pt idx="1243">
                  <c:v>0.26577496872</c:v>
                </c:pt>
                <c:pt idx="1244">
                  <c:v>0.263684993999</c:v>
                </c:pt>
                <c:pt idx="1245">
                  <c:v>0.261596986692</c:v>
                </c:pt>
                <c:pt idx="1246">
                  <c:v>0.25951154008</c:v>
                </c:pt>
                <c:pt idx="1247">
                  <c:v>0.257429235404</c:v>
                </c:pt>
                <c:pt idx="1248">
                  <c:v>0.255350641391</c:v>
                </c:pt>
                <c:pt idx="1249">
                  <c:v>0.253276313797</c:v>
                </c:pt>
                <c:pt idx="1250">
                  <c:v>0.251206795009</c:v>
                </c:pt>
                <c:pt idx="1251">
                  <c:v>0.249142613671</c:v>
                </c:pt>
                <c:pt idx="1252">
                  <c:v>0.247084284355</c:v>
                </c:pt>
                <c:pt idx="1253">
                  <c:v>0.245032307269</c:v>
                </c:pt>
                <c:pt idx="1254">
                  <c:v>0.242987167999</c:v>
                </c:pt>
                <c:pt idx="1255">
                  <c:v>0.240949337298</c:v>
                </c:pt>
                <c:pt idx="1256">
                  <c:v>0.238919270894</c:v>
                </c:pt>
                <c:pt idx="1257">
                  <c:v>0.236897409353</c:v>
                </c:pt>
                <c:pt idx="1258">
                  <c:v>0.23488417796</c:v>
                </c:pt>
                <c:pt idx="1259">
                  <c:v>0.232879986642</c:v>
                </c:pt>
                <c:pt idx="1260">
                  <c:v>0.230885229924</c:v>
                </c:pt>
                <c:pt idx="1261">
                  <c:v>0.228900286907</c:v>
                </c:pt>
                <c:pt idx="1262">
                  <c:v>0.226925521287</c:v>
                </c:pt>
                <c:pt idx="1263">
                  <c:v>0.224961281397</c:v>
                </c:pt>
                <c:pt idx="1264">
                  <c:v>0.223007900274</c:v>
                </c:pt>
                <c:pt idx="1265">
                  <c:v>0.221065695753</c:v>
                </c:pt>
                <c:pt idx="1266">
                  <c:v>0.219134970592</c:v>
                </c:pt>
                <c:pt idx="1267">
                  <c:v>0.21721601261</c:v>
                </c:pt>
                <c:pt idx="1268">
                  <c:v>0.21530909485</c:v>
                </c:pt>
                <c:pt idx="1269">
                  <c:v>0.213414475766</c:v>
                </c:pt>
                <c:pt idx="1270">
                  <c:v>0.211532399423</c:v>
                </c:pt>
                <c:pt idx="1271">
                  <c:v>0.209663095718</c:v>
                </c:pt>
                <c:pt idx="1272">
                  <c:v>0.207806780612</c:v>
                </c:pt>
                <c:pt idx="1273">
                  <c:v>0.205963656385</c:v>
                </c:pt>
                <c:pt idx="1274">
                  <c:v>0.204133911895</c:v>
                </c:pt>
                <c:pt idx="1275">
                  <c:v>0.202317722853</c:v>
                </c:pt>
                <c:pt idx="1276">
                  <c:v>0.200515252107</c:v>
                </c:pt>
                <c:pt idx="1277">
                  <c:v>0.19872664994</c:v>
                </c:pt>
                <c:pt idx="1278">
                  <c:v>0.196952054368</c:v>
                </c:pt>
                <c:pt idx="1279">
                  <c:v>0.19519159145</c:v>
                </c:pt>
                <c:pt idx="1280">
                  <c:v>0.193445375605</c:v>
                </c:pt>
                <c:pt idx="1281">
                  <c:v>0.191713509927</c:v>
                </c:pt>
                <c:pt idx="1282">
                  <c:v>0.189996086514</c:v>
                </c:pt>
                <c:pt idx="1283">
                  <c:v>0.18829318679</c:v>
                </c:pt>
                <c:pt idx="1284">
                  <c:v>0.186604881833</c:v>
                </c:pt>
                <c:pt idx="1285">
                  <c:v>0.184931232705</c:v>
                </c:pt>
                <c:pt idx="1286">
                  <c:v>0.18327229078</c:v>
                </c:pt>
                <c:pt idx="1287">
                  <c:v>0.181628098072</c:v>
                </c:pt>
                <c:pt idx="1288">
                  <c:v>0.179998687565</c:v>
                </c:pt>
                <c:pt idx="1289">
                  <c:v>0.178384083535</c:v>
                </c:pt>
                <c:pt idx="1290">
                  <c:v>0.17678430187</c:v>
                </c:pt>
                <c:pt idx="1291">
                  <c:v>0.175199350399</c:v>
                </c:pt>
                <c:pt idx="1292">
                  <c:v>0.173629229197</c:v>
                </c:pt>
                <c:pt idx="1293">
                  <c:v>0.172073930904</c:v>
                </c:pt>
                <c:pt idx="1294">
                  <c:v>0.170533441028</c:v>
                </c:pt>
                <c:pt idx="1295">
                  <c:v>0.16900773825</c:v>
                </c:pt>
                <c:pt idx="1296">
                  <c:v>0.167496794723</c:v>
                </c:pt>
                <c:pt idx="1297">
                  <c:v>0.166000576355</c:v>
                </c:pt>
                <c:pt idx="1298">
                  <c:v>0.164519043107</c:v>
                </c:pt>
                <c:pt idx="1299">
                  <c:v>0.163052149261</c:v>
                </c:pt>
                <c:pt idx="1300">
                  <c:v>0.161599843704</c:v>
                </c:pt>
                <c:pt idx="1301">
                  <c:v>0.160162070185</c:v>
                </c:pt>
                <c:pt idx="1302">
                  <c:v>0.158738767585</c:v>
                </c:pt>
                <c:pt idx="1303">
                  <c:v>0.157329870161</c:v>
                </c:pt>
                <c:pt idx="1304">
                  <c:v>0.155935307804</c:v>
                </c:pt>
                <c:pt idx="1305">
                  <c:v>0.154555006268</c:v>
                </c:pt>
                <c:pt idx="1306">
                  <c:v>0.153188887412</c:v>
                </c:pt>
                <c:pt idx="1307">
                  <c:v>0.151836869421</c:v>
                </c:pt>
                <c:pt idx="1308">
                  <c:v>0.15049886703</c:v>
                </c:pt>
                <c:pt idx="1309">
                  <c:v>0.149174791731</c:v>
                </c:pt>
                <c:pt idx="1310">
                  <c:v>0.147864551982</c:v>
                </c:pt>
                <c:pt idx="1311">
                  <c:v>0.146568053408</c:v>
                </c:pt>
                <c:pt idx="1312">
                  <c:v>0.145285198989</c:v>
                </c:pt>
                <c:pt idx="1313">
                  <c:v>0.144015889246</c:v>
                </c:pt>
                <c:pt idx="1314">
                  <c:v>0.142760022421</c:v>
                </c:pt>
                <c:pt idx="1315">
                  <c:v>0.141517494651</c:v>
                </c:pt>
                <c:pt idx="1316">
                  <c:v>0.14028820013</c:v>
                </c:pt>
                <c:pt idx="1317">
                  <c:v>0.139072031271</c:v>
                </c:pt>
                <c:pt idx="1318">
                  <c:v>0.137868878858</c:v>
                </c:pt>
                <c:pt idx="1319">
                  <c:v>0.136678632195</c:v>
                </c:pt>
                <c:pt idx="1320">
                  <c:v>0.135501179245</c:v>
                </c:pt>
                <c:pt idx="1321">
                  <c:v>0.134336406769</c:v>
                </c:pt>
                <c:pt idx="1322">
                  <c:v>0.133184200452</c:v>
                </c:pt>
                <c:pt idx="1323">
                  <c:v>0.132044445028</c:v>
                </c:pt>
                <c:pt idx="1324">
                  <c:v>0.130917024403</c:v>
                </c:pt>
                <c:pt idx="1325">
                  <c:v>0.129801821761</c:v>
                </c:pt>
                <c:pt idx="1326">
                  <c:v>0.128698719682</c:v>
                </c:pt>
                <c:pt idx="1327">
                  <c:v>0.127607600236</c:v>
                </c:pt>
                <c:pt idx="1328">
                  <c:v>0.12652834509</c:v>
                </c:pt>
                <c:pt idx="1329">
                  <c:v>0.125460835595</c:v>
                </c:pt>
                <c:pt idx="1330">
                  <c:v>0.124404952881</c:v>
                </c:pt>
                <c:pt idx="1331">
                  <c:v>0.123360577941</c:v>
                </c:pt>
                <c:pt idx="1332">
                  <c:v>0.122327591707</c:v>
                </c:pt>
                <c:pt idx="1333">
                  <c:v>0.121305875135</c:v>
                </c:pt>
                <c:pt idx="1334">
                  <c:v>0.12029530927</c:v>
                </c:pt>
                <c:pt idx="1335">
                  <c:v>0.119295775322</c:v>
                </c:pt>
                <c:pt idx="1336">
                  <c:v>0.118307154723</c:v>
                </c:pt>
                <c:pt idx="1337">
                  <c:v>0.117329329199</c:v>
                </c:pt>
                <c:pt idx="1338">
                  <c:v>0.116362180818</c:v>
                </c:pt>
                <c:pt idx="1339">
                  <c:v>0.115405592052</c:v>
                </c:pt>
                <c:pt idx="1340">
                  <c:v>0.114459445827</c:v>
                </c:pt>
                <c:pt idx="1341">
                  <c:v>0.11352362557</c:v>
                </c:pt>
                <c:pt idx="1342">
                  <c:v>0.112598015256</c:v>
                </c:pt>
                <c:pt idx="1343">
                  <c:v>0.111682499452</c:v>
                </c:pt>
                <c:pt idx="1344">
                  <c:v>0.110776963356</c:v>
                </c:pt>
                <c:pt idx="1345">
                  <c:v>0.109881292833</c:v>
                </c:pt>
                <c:pt idx="1346">
                  <c:v>0.108995374457</c:v>
                </c:pt>
                <c:pt idx="1347">
                  <c:v>0.108119095532</c:v>
                </c:pt>
                <c:pt idx="1348">
                  <c:v>0.107252344136</c:v>
                </c:pt>
                <c:pt idx="1349">
                  <c:v>0.106395009139</c:v>
                </c:pt>
                <c:pt idx="1350">
                  <c:v>0.105546980233</c:v>
                </c:pt>
                <c:pt idx="1351">
                  <c:v>0.104708147957</c:v>
                </c:pt>
                <c:pt idx="1352">
                  <c:v>0.103878403718</c:v>
                </c:pt>
                <c:pt idx="1353">
                  <c:v>0.103057639813</c:v>
                </c:pt>
                <c:pt idx="1354">
                  <c:v>0.102245749444</c:v>
                </c:pt>
                <c:pt idx="1355">
                  <c:v>0.10144262674</c:v>
                </c:pt>
                <c:pt idx="1356">
                  <c:v>0.100648166769</c:v>
                </c:pt>
                <c:pt idx="1357">
                  <c:v>0.0998622655528</c:v>
                </c:pt>
                <c:pt idx="1358">
                  <c:v>0.0990848200813</c:v>
                </c:pt>
                <c:pt idx="1359">
                  <c:v>0.0983157283205</c:v>
                </c:pt>
                <c:pt idx="1360">
                  <c:v>0.0975548892247</c:v>
                </c:pt>
                <c:pt idx="1361">
                  <c:v>0.0968022027443</c:v>
                </c:pt>
                <c:pt idx="1362">
                  <c:v>0.0960575698333</c:v>
                </c:pt>
                <c:pt idx="1363">
                  <c:v>0.0953208924559</c:v>
                </c:pt>
                <c:pt idx="1364">
                  <c:v>0.0945920735912</c:v>
                </c:pt>
                <c:pt idx="1365">
                  <c:v>0.0938710172383</c:v>
                </c:pt>
                <c:pt idx="1366">
                  <c:v>0.0931576284187</c:v>
                </c:pt>
                <c:pt idx="1367">
                  <c:v>0.0924518131796</c:v>
                </c:pt>
                <c:pt idx="1368">
                  <c:v>0.0917534785948</c:v>
                </c:pt>
                <c:pt idx="1369">
                  <c:v>0.091062532766</c:v>
                </c:pt>
                <c:pt idx="1370">
                  <c:v>0.0903788848222</c:v>
                </c:pt>
                <c:pt idx="1371">
                  <c:v>0.0897024449197</c:v>
                </c:pt>
                <c:pt idx="1372">
                  <c:v>0.0890331242403</c:v>
                </c:pt>
                <c:pt idx="1373">
                  <c:v>0.0883708349894</c:v>
                </c:pt>
                <c:pt idx="1374">
                  <c:v>0.0877154903933</c:v>
                </c:pt>
                <c:pt idx="1375">
                  <c:v>0.0870670046964</c:v>
                </c:pt>
                <c:pt idx="1376">
                  <c:v>0.0864252931571</c:v>
                </c:pt>
                <c:pt idx="1377">
                  <c:v>0.0857902720438</c:v>
                </c:pt>
                <c:pt idx="1378">
                  <c:v>0.0851618586302</c:v>
                </c:pt>
                <c:pt idx="1379">
                  <c:v>0.0845399711905</c:v>
                </c:pt>
                <c:pt idx="1380">
                  <c:v>0.0839245289935</c:v>
                </c:pt>
                <c:pt idx="1381">
                  <c:v>0.0833154522971</c:v>
                </c:pt>
                <c:pt idx="1382">
                  <c:v>0.0827126623418</c:v>
                </c:pt>
                <c:pt idx="1383">
                  <c:v>0.0821160813446</c:v>
                </c:pt>
                <c:pt idx="1384">
                  <c:v>0.0815256324918</c:v>
                </c:pt>
                <c:pt idx="1385">
                  <c:v>0.0809412399321</c:v>
                </c:pt>
                <c:pt idx="1386">
                  <c:v>0.0803628287691</c:v>
                </c:pt>
                <c:pt idx="1387">
                  <c:v>0.0797903250539</c:v>
                </c:pt>
                <c:pt idx="1388">
                  <c:v>0.0792236557772</c:v>
                </c:pt>
                <c:pt idx="1389">
                  <c:v>0.0786627488611</c:v>
                </c:pt>
                <c:pt idx="1390">
                  <c:v>0.0781075331513</c:v>
                </c:pt>
                <c:pt idx="1391">
                  <c:v>0.0775579384086</c:v>
                </c:pt>
                <c:pt idx="1392">
                  <c:v>0.0770138953001</c:v>
                </c:pt>
                <c:pt idx="1393">
                  <c:v>0.076475335391</c:v>
                </c:pt>
                <c:pt idx="1394">
                  <c:v>0.0759421911358</c:v>
                </c:pt>
                <c:pt idx="1395">
                  <c:v>0.075414395869</c:v>
                </c:pt>
                <c:pt idx="1396">
                  <c:v>0.0748918837968</c:v>
                </c:pt>
                <c:pt idx="1397">
                  <c:v>0.0743745899874</c:v>
                </c:pt>
                <c:pt idx="1398">
                  <c:v>0.0738624503627</c:v>
                </c:pt>
                <c:pt idx="1399">
                  <c:v>0.0733554016883</c:v>
                </c:pt>
                <c:pt idx="1400">
                  <c:v>0.0728533815648</c:v>
                </c:pt>
                <c:pt idx="1401">
                  <c:v>0.0723563284186</c:v>
                </c:pt>
                <c:pt idx="1402">
                  <c:v>0.0718641814922</c:v>
                </c:pt>
                <c:pt idx="1403">
                  <c:v>0.0713768808356</c:v>
                </c:pt>
                <c:pt idx="1404">
                  <c:v>0.0708943672962</c:v>
                </c:pt>
                <c:pt idx="1405">
                  <c:v>0.07041658251</c:v>
                </c:pt>
                <c:pt idx="1406">
                  <c:v>0.0699434688923</c:v>
                </c:pt>
                <c:pt idx="1407">
                  <c:v>0.0694749696281</c:v>
                </c:pt>
                <c:pt idx="1408">
                  <c:v>0.0690110286632</c:v>
                </c:pt>
                <c:pt idx="1409">
                  <c:v>0.0685515906945</c:v>
                </c:pt>
                <c:pt idx="1410">
                  <c:v>0.0680966011612</c:v>
                </c:pt>
                <c:pt idx="1411">
                  <c:v>0.0676460062353</c:v>
                </c:pt>
                <c:pt idx="1412">
                  <c:v>0.0671997528126</c:v>
                </c:pt>
                <c:pt idx="1413">
                  <c:v>0.0667577885036</c:v>
                </c:pt>
                <c:pt idx="1414">
                  <c:v>0.0663200616241</c:v>
                </c:pt>
                <c:pt idx="1415">
                  <c:v>0.0658865211866</c:v>
                </c:pt>
                <c:pt idx="1416">
                  <c:v>0.0654571168913</c:v>
                </c:pt>
                <c:pt idx="1417">
                  <c:v>0.0650317991168</c:v>
                </c:pt>
                <c:pt idx="1418">
                  <c:v>0.0646105189116</c:v>
                </c:pt>
                <c:pt idx="1419">
                  <c:v>0.0641932279852</c:v>
                </c:pt>
                <c:pt idx="1420">
                  <c:v>0.0637798786994</c:v>
                </c:pt>
                <c:pt idx="1421">
                  <c:v>0.0633704240595</c:v>
                </c:pt>
                <c:pt idx="1422">
                  <c:v>0.062964817706</c:v>
                </c:pt>
                <c:pt idx="1423">
                  <c:v>0.0625630139059</c:v>
                </c:pt>
                <c:pt idx="1424">
                  <c:v>0.0621649675442</c:v>
                </c:pt>
                <c:pt idx="1425">
                  <c:v>0.0617706341157</c:v>
                </c:pt>
                <c:pt idx="1426">
                  <c:v>0.0613799697167</c:v>
                </c:pt>
                <c:pt idx="1427">
                  <c:v>0.0609929310368</c:v>
                </c:pt>
                <c:pt idx="1428">
                  <c:v>0.0606094753505</c:v>
                </c:pt>
                <c:pt idx="1429">
                  <c:v>0.0602295605095</c:v>
                </c:pt>
                <c:pt idx="1430">
                  <c:v>0.0598531449349</c:v>
                </c:pt>
                <c:pt idx="1431">
                  <c:v>0.0594801876086</c:v>
                </c:pt>
                <c:pt idx="1432">
                  <c:v>0.0591106480664</c:v>
                </c:pt>
                <c:pt idx="1433">
                  <c:v>0.0587444863897</c:v>
                </c:pt>
                <c:pt idx="1434">
                  <c:v>0.0583816631981</c:v>
                </c:pt>
                <c:pt idx="1435">
                  <c:v>0.0580221396417</c:v>
                </c:pt>
                <c:pt idx="1436">
                  <c:v>0.0576658773939</c:v>
                </c:pt>
                <c:pt idx="1437">
                  <c:v>0.0573128386442</c:v>
                </c:pt>
                <c:pt idx="1438">
                  <c:v>0.0569629860901</c:v>
                </c:pt>
                <c:pt idx="1439">
                  <c:v>0.0566162829311</c:v>
                </c:pt>
                <c:pt idx="1440">
                  <c:v>0.0562726928605</c:v>
                </c:pt>
                <c:pt idx="1441">
                  <c:v>0.0559321800593</c:v>
                </c:pt>
                <c:pt idx="1442">
                  <c:v>0.0555947091884</c:v>
                </c:pt>
                <c:pt idx="1443">
                  <c:v>0.0552602453828</c:v>
                </c:pt>
                <c:pt idx="1444">
                  <c:v>0.0549287542438</c:v>
                </c:pt>
                <c:pt idx="1445">
                  <c:v>0.0546002018332</c:v>
                </c:pt>
                <c:pt idx="1446">
                  <c:v>0.054274554666</c:v>
                </c:pt>
                <c:pt idx="1447">
                  <c:v>0.0539517797047</c:v>
                </c:pt>
                <c:pt idx="1448">
                  <c:v>0.053631844352</c:v>
                </c:pt>
                <c:pt idx="1449">
                  <c:v>0.0533147164453</c:v>
                </c:pt>
                <c:pt idx="1450">
                  <c:v>0.05300036425</c:v>
                </c:pt>
                <c:pt idx="1451">
                  <c:v>0.0526887564535</c:v>
                </c:pt>
                <c:pt idx="1452">
                  <c:v>0.0523798621591</c:v>
                </c:pt>
                <c:pt idx="1453">
                  <c:v>0.0520736508799</c:v>
                </c:pt>
                <c:pt idx="1454">
                  <c:v>0.0517700925332</c:v>
                </c:pt>
                <c:pt idx="1455">
                  <c:v>0.0514691574343</c:v>
                </c:pt>
                <c:pt idx="1456">
                  <c:v>0.0511708162912</c:v>
                </c:pt>
                <c:pt idx="1457">
                  <c:v>0.0508750401984</c:v>
                </c:pt>
                <c:pt idx="1458">
                  <c:v>0.0505818006319</c:v>
                </c:pt>
                <c:pt idx="1459">
                  <c:v>0.0502910694433</c:v>
                </c:pt>
                <c:pt idx="1460">
                  <c:v>0.0500028188544</c:v>
                </c:pt>
                <c:pt idx="1461">
                  <c:v>0.0497170214521</c:v>
                </c:pt>
                <c:pt idx="1462">
                  <c:v>0.0494336501829</c:v>
                </c:pt>
                <c:pt idx="1463">
                  <c:v>0.0491526783476</c:v>
                </c:pt>
                <c:pt idx="1464">
                  <c:v>0.0488740795968</c:v>
                </c:pt>
                <c:pt idx="1465">
                  <c:v>0.0485978279249</c:v>
                </c:pt>
                <c:pt idx="1466">
                  <c:v>0.0483238976659</c:v>
                </c:pt>
                <c:pt idx="1467">
                  <c:v>0.0480522634883</c:v>
                </c:pt>
                <c:pt idx="1468">
                  <c:v>0.0477829003901</c:v>
                </c:pt>
                <c:pt idx="1469">
                  <c:v>0.0475157836941</c:v>
                </c:pt>
                <c:pt idx="1470">
                  <c:v>0.0472508890432</c:v>
                </c:pt>
                <c:pt idx="1471">
                  <c:v>0.0469881923961</c:v>
                </c:pt>
                <c:pt idx="1472">
                  <c:v>0.0467276700221</c:v>
                </c:pt>
                <c:pt idx="1473">
                  <c:v>0.0464692984974</c:v>
                </c:pt>
                <c:pt idx="1474">
                  <c:v>0.0462130546999</c:v>
                </c:pt>
                <c:pt idx="1475">
                  <c:v>0.0459589158054</c:v>
                </c:pt>
                <c:pt idx="1476">
                  <c:v>0.0457068592832</c:v>
                </c:pt>
                <c:pt idx="1477">
                  <c:v>0.0454568628917</c:v>
                </c:pt>
                <c:pt idx="1478">
                  <c:v>0.0452089046742</c:v>
                </c:pt>
                <c:pt idx="1479">
                  <c:v>0.0449629629553</c:v>
                </c:pt>
                <c:pt idx="1480">
                  <c:v>0.0447190163361</c:v>
                </c:pt>
                <c:pt idx="1481">
                  <c:v>0.0444770436909</c:v>
                </c:pt>
                <c:pt idx="1482">
                  <c:v>0.0442370241629</c:v>
                </c:pt>
                <c:pt idx="1483">
                  <c:v>0.0439989371604</c:v>
                </c:pt>
                <c:pt idx="1484">
                  <c:v>0.0437627623532</c:v>
                </c:pt>
                <c:pt idx="1485">
                  <c:v>0.0435284796685</c:v>
                </c:pt>
                <c:pt idx="1486">
                  <c:v>0.0432960692876</c:v>
                </c:pt>
                <c:pt idx="1487">
                  <c:v>0.0430655116419</c:v>
                </c:pt>
                <c:pt idx="1488">
                  <c:v>0.0428367874096</c:v>
                </c:pt>
                <c:pt idx="1489">
                  <c:v>0.042609877512</c:v>
                </c:pt>
                <c:pt idx="1490">
                  <c:v>0.0423847631103</c:v>
                </c:pt>
                <c:pt idx="1491">
                  <c:v>0.0421614256018</c:v>
                </c:pt>
                <c:pt idx="1492">
                  <c:v>0.0419398466168</c:v>
                </c:pt>
                <c:pt idx="1493">
                  <c:v>0.0417200080151</c:v>
                </c:pt>
                <c:pt idx="1494">
                  <c:v>0.0415018918829</c:v>
                </c:pt>
                <c:pt idx="1495">
                  <c:v>0.0412854805298</c:v>
                </c:pt>
                <c:pt idx="1496">
                  <c:v>0.0410707564849</c:v>
                </c:pt>
                <c:pt idx="1497">
                  <c:v>0.0408577024945</c:v>
                </c:pt>
                <c:pt idx="1498">
                  <c:v>0.0406463015186</c:v>
                </c:pt>
                <c:pt idx="1499">
                  <c:v>0.0404365367277</c:v>
                </c:pt>
                <c:pt idx="1500">
                  <c:v>0.0402283915006</c:v>
                </c:pt>
                <c:pt idx="1501">
                  <c:v>0.0400218494204</c:v>
                </c:pt>
                <c:pt idx="1502">
                  <c:v>0.0398168942725</c:v>
                </c:pt>
                <c:pt idx="1503">
                  <c:v>0.0396135100413</c:v>
                </c:pt>
                <c:pt idx="1504">
                  <c:v>0.0394116809076</c:v>
                </c:pt>
                <c:pt idx="1505">
                  <c:v>0.0392113912456</c:v>
                </c:pt>
                <c:pt idx="1506">
                  <c:v>0.0390126256204</c:v>
                </c:pt>
                <c:pt idx="1507">
                  <c:v>0.0388153687854</c:v>
                </c:pt>
                <c:pt idx="1508">
                  <c:v>0.0386196056795</c:v>
                </c:pt>
                <c:pt idx="1509">
                  <c:v>0.0384253214243</c:v>
                </c:pt>
                <c:pt idx="1510">
                  <c:v>0.038232501322</c:v>
                </c:pt>
                <c:pt idx="1511">
                  <c:v>0.0380411308528</c:v>
                </c:pt>
                <c:pt idx="1512">
                  <c:v>0.0378511956721</c:v>
                </c:pt>
                <c:pt idx="1513">
                  <c:v>0.0376626816082</c:v>
                </c:pt>
                <c:pt idx="1514">
                  <c:v>0.03747557466</c:v>
                </c:pt>
                <c:pt idx="1515">
                  <c:v>0.0372898609949</c:v>
                </c:pt>
                <c:pt idx="1516">
                  <c:v>0.0371055269457</c:v>
                </c:pt>
                <c:pt idx="1517">
                  <c:v>0.036922559009</c:v>
                </c:pt>
                <c:pt idx="1518">
                  <c:v>0.0367409438427</c:v>
                </c:pt>
                <c:pt idx="1519">
                  <c:v>0.0365606682639</c:v>
                </c:pt>
                <c:pt idx="1520">
                  <c:v>0.0363817192462</c:v>
                </c:pt>
                <c:pt idx="1521">
                  <c:v>0.0362040839184</c:v>
                </c:pt>
                <c:pt idx="1522">
                  <c:v>0.0360277495616</c:v>
                </c:pt>
                <c:pt idx="1523">
                  <c:v>0.0358527036076</c:v>
                </c:pt>
                <c:pt idx="1524">
                  <c:v>0.0356789336364</c:v>
                </c:pt>
                <c:pt idx="1525">
                  <c:v>0.0355064273747</c:v>
                </c:pt>
                <c:pt idx="1526">
                  <c:v>0.0353351726935</c:v>
                </c:pt>
                <c:pt idx="1527">
                  <c:v>0.0351651576063</c:v>
                </c:pt>
                <c:pt idx="1528">
                  <c:v>0.034996370267</c:v>
                </c:pt>
                <c:pt idx="1529">
                  <c:v>0.0348287989682</c:v>
                </c:pt>
                <c:pt idx="1530">
                  <c:v>0.0346624321393</c:v>
                </c:pt>
                <c:pt idx="1531">
                  <c:v>0.0344972583442</c:v>
                </c:pt>
                <c:pt idx="1532">
                  <c:v>0.0343332662804</c:v>
                </c:pt>
                <c:pt idx="1533">
                  <c:v>0.0341704447762</c:v>
                </c:pt>
                <c:pt idx="1534">
                  <c:v>0.0340087827895</c:v>
                </c:pt>
                <c:pt idx="1535">
                  <c:v>0.0338482694061</c:v>
                </c:pt>
                <c:pt idx="1536">
                  <c:v>0.0336888938375</c:v>
                </c:pt>
                <c:pt idx="1537">
                  <c:v>0.0335306454197</c:v>
                </c:pt>
                <c:pt idx="1538">
                  <c:v>0.0333735136113</c:v>
                </c:pt>
                <c:pt idx="1539">
                  <c:v>0.0332174879921</c:v>
                </c:pt>
                <c:pt idx="1540">
                  <c:v>0.0330625582609</c:v>
                </c:pt>
                <c:pt idx="1541">
                  <c:v>0.0329087142346</c:v>
                </c:pt>
                <c:pt idx="1542">
                  <c:v>0.0327559458462</c:v>
                </c:pt>
                <c:pt idx="1543">
                  <c:v>0.0326042431435</c:v>
                </c:pt>
                <c:pt idx="1544">
                  <c:v>0.0324535962872</c:v>
                </c:pt>
                <c:pt idx="1545">
                  <c:v>0.03230399555</c:v>
                </c:pt>
                <c:pt idx="1546">
                  <c:v>0.0321554313144</c:v>
                </c:pt>
                <c:pt idx="1547">
                  <c:v>0.0320078940719</c:v>
                </c:pt>
                <c:pt idx="1548">
                  <c:v>0.0318613744212</c:v>
                </c:pt>
                <c:pt idx="1549">
                  <c:v>0.0317158630667</c:v>
                </c:pt>
                <c:pt idx="1550">
                  <c:v>0.0315713508176</c:v>
                </c:pt>
                <c:pt idx="1551">
                  <c:v>0.0314278285859</c:v>
                </c:pt>
                <c:pt idx="1552">
                  <c:v>0.0312852873856</c:v>
                </c:pt>
                <c:pt idx="1553">
                  <c:v>0.0311437183308</c:v>
                </c:pt>
                <c:pt idx="1554">
                  <c:v>0.031003112635</c:v>
                </c:pt>
                <c:pt idx="1555">
                  <c:v>0.0308634616093</c:v>
                </c:pt>
                <c:pt idx="1556">
                  <c:v>0.0307247566615</c:v>
                </c:pt>
                <c:pt idx="1557">
                  <c:v>0.0305869892946</c:v>
                </c:pt>
                <c:pt idx="1558">
                  <c:v>0.0304501511056</c:v>
                </c:pt>
                <c:pt idx="1559">
                  <c:v>0.0303142337843</c:v>
                </c:pt>
                <c:pt idx="1560">
                  <c:v>0.0301792291123</c:v>
                </c:pt>
                <c:pt idx="1561">
                  <c:v>0.0300451289615</c:v>
                </c:pt>
                <c:pt idx="1562">
                  <c:v>0.029911925293</c:v>
                </c:pt>
                <c:pt idx="1563">
                  <c:v>0.0297796101561</c:v>
                </c:pt>
                <c:pt idx="1564">
                  <c:v>0.0296481756872</c:v>
                </c:pt>
                <c:pt idx="1565">
                  <c:v>0.0295176141083</c:v>
                </c:pt>
                <c:pt idx="1566">
                  <c:v>0.0293879177263</c:v>
                </c:pt>
                <c:pt idx="1567">
                  <c:v>0.0292590789319</c:v>
                </c:pt>
                <c:pt idx="1568">
                  <c:v>0.0291310901983</c:v>
                </c:pt>
                <c:pt idx="1569">
                  <c:v>0.0290039440802</c:v>
                </c:pt>
                <c:pt idx="1570">
                  <c:v>0.0288776332129</c:v>
                </c:pt>
                <c:pt idx="1571">
                  <c:v>0.0287521503112</c:v>
                </c:pt>
                <c:pt idx="1572">
                  <c:v>0.0286274881683</c:v>
                </c:pt>
                <c:pt idx="1573">
                  <c:v>0.028503639655</c:v>
                </c:pt>
                <c:pt idx="1574">
                  <c:v>0.0283805977186</c:v>
                </c:pt>
                <c:pt idx="1575">
                  <c:v>0.0282583553819</c:v>
                </c:pt>
                <c:pt idx="1576">
                  <c:v>0.0281369057423</c:v>
                </c:pt>
                <c:pt idx="1577">
                  <c:v>0.0280162419708</c:v>
                </c:pt>
                <c:pt idx="1578">
                  <c:v>0.0278963573114</c:v>
                </c:pt>
                <c:pt idx="1579">
                  <c:v>0.0277772450795</c:v>
                </c:pt>
                <c:pt idx="1580">
                  <c:v>0.0276588986618</c:v>
                </c:pt>
                <c:pt idx="1581">
                  <c:v>0.0275413115148</c:v>
                </c:pt>
                <c:pt idx="1582">
                  <c:v>0.0274244771642</c:v>
                </c:pt>
                <c:pt idx="1583">
                  <c:v>0.027308389204</c:v>
                </c:pt>
                <c:pt idx="1584">
                  <c:v>0.0271930412959</c:v>
                </c:pt>
                <c:pt idx="1585">
                  <c:v>0.0270784271677</c:v>
                </c:pt>
                <c:pt idx="1586">
                  <c:v>0.0269645406135</c:v>
                </c:pt>
                <c:pt idx="1587">
                  <c:v>0.026851375492</c:v>
                </c:pt>
                <c:pt idx="1588">
                  <c:v>0.0267389257264</c:v>
                </c:pt>
                <c:pt idx="1589">
                  <c:v>0.0266271853029</c:v>
                </c:pt>
                <c:pt idx="1590">
                  <c:v>0.0265161482706</c:v>
                </c:pt>
                <c:pt idx="1591">
                  <c:v>0.0264058087402</c:v>
                </c:pt>
                <c:pt idx="1592">
                  <c:v>0.0262961608839</c:v>
                </c:pt>
                <c:pt idx="1593">
                  <c:v>0.0261871989336</c:v>
                </c:pt>
                <c:pt idx="1594">
                  <c:v>0.0260789171813</c:v>
                </c:pt>
                <c:pt idx="1595">
                  <c:v>0.0259713099776</c:v>
                </c:pt>
                <c:pt idx="1596">
                  <c:v>0.0258643717313</c:v>
                </c:pt>
                <c:pt idx="1597">
                  <c:v>0.0257580969087</c:v>
                </c:pt>
                <c:pt idx="1598">
                  <c:v>0.0256524800327</c:v>
                </c:pt>
                <c:pt idx="1599">
                  <c:v>0.0255475156825</c:v>
                </c:pt>
                <c:pt idx="1600">
                  <c:v>0.0254431984924</c:v>
                </c:pt>
                <c:pt idx="1601">
                  <c:v>0.0253395231515</c:v>
                </c:pt>
                <c:pt idx="1602">
                  <c:v>0.0252364844029</c:v>
                </c:pt>
                <c:pt idx="1603">
                  <c:v>0.0251340770433</c:v>
                </c:pt>
                <c:pt idx="1604">
                  <c:v>0.025032295922</c:v>
                </c:pt>
                <c:pt idx="1605">
                  <c:v>0.0249311359403</c:v>
                </c:pt>
                <c:pt idx="1606">
                  <c:v>0.0248305920513</c:v>
                </c:pt>
                <c:pt idx="1607">
                  <c:v>0.0247306592586</c:v>
                </c:pt>
                <c:pt idx="1608">
                  <c:v>0.0246313326164</c:v>
                </c:pt>
                <c:pt idx="1609">
                  <c:v>0.0245326072284</c:v>
                </c:pt>
                <c:pt idx="1610">
                  <c:v>0.0244344782474</c:v>
                </c:pt>
                <c:pt idx="1611">
                  <c:v>0.0243369408749</c:v>
                </c:pt>
                <c:pt idx="1612">
                  <c:v>0.02423999036</c:v>
                </c:pt>
                <c:pt idx="1613">
                  <c:v>0.0241436219995</c:v>
                </c:pt>
                <c:pt idx="1614">
                  <c:v>0.0240478311366</c:v>
                </c:pt>
                <c:pt idx="1615">
                  <c:v>0.0239526131611</c:v>
                </c:pt>
                <c:pt idx="1616">
                  <c:v>0.0238579635083</c:v>
                </c:pt>
                <c:pt idx="1617">
                  <c:v>0.0237638776589</c:v>
                </c:pt>
                <c:pt idx="1618">
                  <c:v>0.0236703511379</c:v>
                </c:pt>
                <c:pt idx="1619">
                  <c:v>0.0235773795147</c:v>
                </c:pt>
                <c:pt idx="1620">
                  <c:v>0.0234849584021</c:v>
                </c:pt>
                <c:pt idx="1621">
                  <c:v>0.0233930834563</c:v>
                </c:pt>
                <c:pt idx="1622">
                  <c:v>0.0233017503756</c:v>
                </c:pt>
                <c:pt idx="1623">
                  <c:v>0.0232109549009</c:v>
                </c:pt>
                <c:pt idx="1624">
                  <c:v>0.0231206928143</c:v>
                </c:pt>
                <c:pt idx="1625">
                  <c:v>0.0230309599394</c:v>
                </c:pt>
                <c:pt idx="1626">
                  <c:v>0.02294175214</c:v>
                </c:pt>
                <c:pt idx="1627">
                  <c:v>0.0228530653205</c:v>
                </c:pt>
                <c:pt idx="1628">
                  <c:v>0.0227648954248</c:v>
                </c:pt>
                <c:pt idx="1629">
                  <c:v>0.022677238436</c:v>
                </c:pt>
                <c:pt idx="1630">
                  <c:v>0.0225900903762</c:v>
                </c:pt>
                <c:pt idx="1631">
                  <c:v>0.0225034473058</c:v>
                </c:pt>
                <c:pt idx="1632">
                  <c:v>0.022417305323</c:v>
                </c:pt>
                <c:pt idx="1633">
                  <c:v>0.0223316605637</c:v>
                </c:pt>
                <c:pt idx="1634">
                  <c:v>0.0222465092005</c:v>
                </c:pt>
                <c:pt idx="1635">
                  <c:v>0.0221618474431</c:v>
                </c:pt>
                <c:pt idx="1636">
                  <c:v>0.0220776715371</c:v>
                </c:pt>
                <c:pt idx="1637">
                  <c:v>0.021993977764</c:v>
                </c:pt>
                <c:pt idx="1638">
                  <c:v>0.0219107624408</c:v>
                </c:pt>
                <c:pt idx="1639">
                  <c:v>0.0218280219193</c:v>
                </c:pt>
                <c:pt idx="1640">
                  <c:v>0.0217457525861</c:v>
                </c:pt>
                <c:pt idx="1641">
                  <c:v>0.0216639508619</c:v>
                </c:pt>
                <c:pt idx="1642">
                  <c:v>0.0215826132013</c:v>
                </c:pt>
                <c:pt idx="1643">
                  <c:v>0.0215017360924</c:v>
                </c:pt>
                <c:pt idx="1644">
                  <c:v>0.0214213160563</c:v>
                </c:pt>
                <c:pt idx="1645">
                  <c:v>0.0213413496467</c:v>
                </c:pt>
                <c:pt idx="1646">
                  <c:v>0.0212618334499</c:v>
                </c:pt>
                <c:pt idx="1647">
                  <c:v>0.021182764084</c:v>
                </c:pt>
                <c:pt idx="1648">
                  <c:v>0.0211041381987</c:v>
                </c:pt>
                <c:pt idx="1649">
                  <c:v>0.0210259524751</c:v>
                </c:pt>
                <c:pt idx="1650">
                  <c:v>0.0209482036253</c:v>
                </c:pt>
                <c:pt idx="1651">
                  <c:v>0.0208708883916</c:v>
                </c:pt>
                <c:pt idx="1652">
                  <c:v>0.020794003547</c:v>
                </c:pt>
                <c:pt idx="1653">
                  <c:v>0.0207175458941</c:v>
                </c:pt>
                <c:pt idx="1654">
                  <c:v>0.0206415122653</c:v>
                </c:pt>
                <c:pt idx="1655">
                  <c:v>0.020565899522</c:v>
                </c:pt>
                <c:pt idx="1656">
                  <c:v>0.0204907045548</c:v>
                </c:pt>
                <c:pt idx="1657">
                  <c:v>0.0204159242828</c:v>
                </c:pt>
                <c:pt idx="1658">
                  <c:v>0.0203415556533</c:v>
                </c:pt>
                <c:pt idx="1659">
                  <c:v>0.0202675956417</c:v>
                </c:pt>
                <c:pt idx="1660">
                  <c:v>0.0201940412512</c:v>
                </c:pt>
                <c:pt idx="1661">
                  <c:v>0.0201208895122</c:v>
                </c:pt>
                <c:pt idx="1662">
                  <c:v>0.0200481374821</c:v>
                </c:pt>
                <c:pt idx="1663">
                  <c:v>0.0199757822455</c:v>
                </c:pt>
                <c:pt idx="1664">
                  <c:v>0.0199038209131</c:v>
                </c:pt>
                <c:pt idx="1665">
                  <c:v>0.019832250622</c:v>
                </c:pt>
                <c:pt idx="1666">
                  <c:v>0.0197610685352</c:v>
                </c:pt>
                <c:pt idx="1667">
                  <c:v>0.0196902718413</c:v>
                </c:pt>
                <c:pt idx="1668">
                  <c:v>0.0196198577544</c:v>
                </c:pt>
                <c:pt idx="1669">
                  <c:v>0.0195498235136</c:v>
                </c:pt>
                <c:pt idx="1670">
                  <c:v>0.0194801663829</c:v>
                </c:pt>
                <c:pt idx="1671">
                  <c:v>0.0194108836507</c:v>
                </c:pt>
                <c:pt idx="1672">
                  <c:v>0.01934197263</c:v>
                </c:pt>
                <c:pt idx="1673">
                  <c:v>0.0192734306576</c:v>
                </c:pt>
                <c:pt idx="1674">
                  <c:v>0.0192052550941</c:v>
                </c:pt>
                <c:pt idx="1675">
                  <c:v>0.0191374433239</c:v>
                </c:pt>
                <c:pt idx="1676">
                  <c:v>0.0190699927543</c:v>
                </c:pt>
                <c:pt idx="1677">
                  <c:v>0.0190029008159</c:v>
                </c:pt>
                <c:pt idx="1678">
                  <c:v>0.0189361649621</c:v>
                </c:pt>
                <c:pt idx="1679">
                  <c:v>0.0188697826686</c:v>
                </c:pt>
                <c:pt idx="1680">
                  <c:v>0.0188037514337</c:v>
                </c:pt>
                <c:pt idx="1681">
                  <c:v>0.0187380687777</c:v>
                </c:pt>
                <c:pt idx="1682">
                  <c:v>0.0186727322427</c:v>
                </c:pt>
                <c:pt idx="1683">
                  <c:v>0.0186077393924</c:v>
                </c:pt>
                <c:pt idx="1684">
                  <c:v>0.0185430878119</c:v>
                </c:pt>
                <c:pt idx="1685">
                  <c:v>0.0184787751076</c:v>
                </c:pt>
                <c:pt idx="1686">
                  <c:v>0.0184147989066</c:v>
                </c:pt>
                <c:pt idx="1687">
                  <c:v>0.0183511568569</c:v>
                </c:pt>
                <c:pt idx="1688">
                  <c:v>0.0182878466271</c:v>
                </c:pt>
                <c:pt idx="1689">
                  <c:v>0.0182248659058</c:v>
                </c:pt>
                <c:pt idx="1690">
                  <c:v>0.0181622124019</c:v>
                </c:pt>
                <c:pt idx="1691">
                  <c:v>0.0180998838442</c:v>
                </c:pt>
                <c:pt idx="1692">
                  <c:v>0.0180378779811</c:v>
                </c:pt>
                <c:pt idx="1693">
                  <c:v>0.0179761925805</c:v>
                </c:pt>
                <c:pt idx="1694">
                  <c:v>0.0179148254294</c:v>
                </c:pt>
                <c:pt idx="1695">
                  <c:v>0.0178537743342</c:v>
                </c:pt>
                <c:pt idx="1696">
                  <c:v>0.0177930371199</c:v>
                </c:pt>
                <c:pt idx="1697">
                  <c:v>0.0177326116302</c:v>
                </c:pt>
                <c:pt idx="1698">
                  <c:v>0.0176724957275</c:v>
                </c:pt>
                <c:pt idx="1699">
                  <c:v>0.0176126872922</c:v>
                </c:pt>
                <c:pt idx="1700">
                  <c:v>0.0175531842231</c:v>
                </c:pt>
                <c:pt idx="1701">
                  <c:v>0.0174939844368</c:v>
                </c:pt>
                <c:pt idx="1702">
                  <c:v>0.0174350858675</c:v>
                </c:pt>
                <c:pt idx="1703">
                  <c:v>0.0173764864672</c:v>
                </c:pt>
                <c:pt idx="1704">
                  <c:v>0.0173181842051</c:v>
                </c:pt>
                <c:pt idx="1705">
                  <c:v>0.0172601770678</c:v>
                </c:pt>
                <c:pt idx="1706">
                  <c:v>0.0172024630588</c:v>
                </c:pt>
                <c:pt idx="1707">
                  <c:v>0.0171450401985</c:v>
                </c:pt>
                <c:pt idx="1708">
                  <c:v>0.017087906524</c:v>
                </c:pt>
                <c:pt idx="1709">
                  <c:v>0.0170310600888</c:v>
                </c:pt>
                <c:pt idx="1710">
                  <c:v>0.016974498963</c:v>
                </c:pt>
                <c:pt idx="1711">
                  <c:v>0.0169182212327</c:v>
                </c:pt>
                <c:pt idx="1712">
                  <c:v>0.0168622250001</c:v>
                </c:pt>
                <c:pt idx="1713">
                  <c:v>0.0168065083833</c:v>
                </c:pt>
                <c:pt idx="1714">
                  <c:v>0.0167510695161</c:v>
                </c:pt>
                <c:pt idx="1715">
                  <c:v>0.0166959065477</c:v>
                </c:pt>
                <c:pt idx="1716">
                  <c:v>0.016641017643</c:v>
                </c:pt>
                <c:pt idx="1717">
                  <c:v>0.0165864009818</c:v>
                </c:pt>
                <c:pt idx="1718">
                  <c:v>0.0165320547594</c:v>
                </c:pt>
                <c:pt idx="1719">
                  <c:v>0.0164779771856</c:v>
                </c:pt>
                <c:pt idx="1720">
                  <c:v>0.0164241664854</c:v>
                </c:pt>
                <c:pt idx="1721">
                  <c:v>0.0163706208982</c:v>
                </c:pt>
                <c:pt idx="1722">
                  <c:v>0.016317338678</c:v>
                </c:pt>
                <c:pt idx="1723">
                  <c:v>0.0162643180932</c:v>
                </c:pt>
                <c:pt idx="1724">
                  <c:v>0.0162115574263</c:v>
                </c:pt>
                <c:pt idx="1725">
                  <c:v>0.016159054974</c:v>
                </c:pt>
                <c:pt idx="1726">
                  <c:v>0.0161068090469</c:v>
                </c:pt>
                <c:pt idx="1727">
                  <c:v>0.0160548179693</c:v>
                </c:pt>
                <c:pt idx="1728">
                  <c:v>0.0160030800795</c:v>
                </c:pt>
                <c:pt idx="1729">
                  <c:v>0.015951593729</c:v>
                </c:pt>
                <c:pt idx="1730">
                  <c:v>0.0159003572829</c:v>
                </c:pt>
                <c:pt idx="1731">
                  <c:v>0.0158493691194</c:v>
                </c:pt>
                <c:pt idx="1732">
                  <c:v>0.0157986276301</c:v>
                </c:pt>
                <c:pt idx="1733">
                  <c:v>0.0157481312194</c:v>
                </c:pt>
                <c:pt idx="1734">
                  <c:v>0.0156978783048</c:v>
                </c:pt>
                <c:pt idx="1735">
                  <c:v>0.0156478673163</c:v>
                </c:pt>
                <c:pt idx="1736">
                  <c:v>0.0155980966969</c:v>
                </c:pt>
                <c:pt idx="1737">
                  <c:v>0.0155485649017</c:v>
                </c:pt>
                <c:pt idx="1738">
                  <c:v>0.0154992703986</c:v>
                </c:pt>
                <c:pt idx="1739">
                  <c:v>0.0154502116676</c:v>
                </c:pt>
                <c:pt idx="1740">
                  <c:v>0.0154013872008</c:v>
                </c:pt>
                <c:pt idx="1741">
                  <c:v>0.0153527955026</c:v>
                </c:pt>
                <c:pt idx="1742">
                  <c:v>0.015304435089</c:v>
                </c:pt>
                <c:pt idx="1743">
                  <c:v>0.0152563044882</c:v>
                </c:pt>
                <c:pt idx="1744">
                  <c:v>0.0152084022398</c:v>
                </c:pt>
                <c:pt idx="1745">
                  <c:v>0.0151607268951</c:v>
                </c:pt>
                <c:pt idx="1746">
                  <c:v>0.0151132770169</c:v>
                </c:pt>
                <c:pt idx="1747">
                  <c:v>0.0150660511795</c:v>
                </c:pt>
                <c:pt idx="1748">
                  <c:v>0.0150190479682</c:v>
                </c:pt>
                <c:pt idx="1749">
                  <c:v>0.0149722659796</c:v>
                </c:pt>
                <c:pt idx="1750">
                  <c:v>0.0149257038216</c:v>
                </c:pt>
                <c:pt idx="1751">
                  <c:v>0.0148793601126</c:v>
                </c:pt>
                <c:pt idx="1752">
                  <c:v>0.0148332334822</c:v>
                </c:pt>
                <c:pt idx="1753">
                  <c:v>0.0147873225706</c:v>
                </c:pt>
                <c:pt idx="1754">
                  <c:v>0.0147416260287</c:v>
                </c:pt>
                <c:pt idx="1755">
                  <c:v>0.0146961425179</c:v>
                </c:pt>
                <c:pt idx="1756">
                  <c:v>0.0146508707102</c:v>
                </c:pt>
                <c:pt idx="1757">
                  <c:v>0.0146058092876</c:v>
                </c:pt>
                <c:pt idx="1758">
                  <c:v>0.0145609569428</c:v>
                </c:pt>
                <c:pt idx="1759">
                  <c:v>0.0145163123784</c:v>
                </c:pt>
                <c:pt idx="1760">
                  <c:v>0.0144718743071</c:v>
                </c:pt>
                <c:pt idx="1761">
                  <c:v>0.0144276414516</c:v>
                </c:pt>
                <c:pt idx="1762">
                  <c:v>0.0143836125445</c:v>
                </c:pt>
                <c:pt idx="1763">
                  <c:v>0.0143397863281</c:v>
                </c:pt>
                <c:pt idx="1764">
                  <c:v>0.0142961615544</c:v>
                </c:pt>
                <c:pt idx="1765">
                  <c:v>0.0142527369853</c:v>
                </c:pt>
                <c:pt idx="1766">
                  <c:v>0.0142095113917</c:v>
                </c:pt>
                <c:pt idx="1767">
                  <c:v>0.0141664835544</c:v>
                </c:pt>
                <c:pt idx="1768">
                  <c:v>0.0141236522634</c:v>
                </c:pt>
                <c:pt idx="1769">
                  <c:v>0.0140810163178</c:v>
                </c:pt>
                <c:pt idx="1770">
                  <c:v>0.014038574526</c:v>
                </c:pt>
                <c:pt idx="1771">
                  <c:v>0.0139963257056</c:v>
                </c:pt>
                <c:pt idx="1772">
                  <c:v>0.013954268683</c:v>
                </c:pt>
                <c:pt idx="1773">
                  <c:v>0.0139124022937</c:v>
                </c:pt>
                <c:pt idx="1774">
                  <c:v>0.0138707253819</c:v>
                </c:pt>
                <c:pt idx="1775">
                  <c:v>0.0138292368006</c:v>
                </c:pt>
                <c:pt idx="1776">
                  <c:v>0.0137879354117</c:v>
                </c:pt>
                <c:pt idx="1777">
                  <c:v>0.0137468200853</c:v>
                </c:pt>
                <c:pt idx="1778">
                  <c:v>0.0137058897004</c:v>
                </c:pt>
                <c:pt idx="1779">
                  <c:v>0.0136651431442</c:v>
                </c:pt>
                <c:pt idx="1780">
                  <c:v>0.0136245793125</c:v>
                </c:pt>
                <c:pt idx="1781">
                  <c:v>0.0135841971091</c:v>
                </c:pt>
                <c:pt idx="1782">
                  <c:v>0.0135439954464</c:v>
                </c:pt>
                <c:pt idx="1783">
                  <c:v>0.0135039732446</c:v>
                </c:pt>
                <c:pt idx="1784">
                  <c:v>0.0134641294321</c:v>
                </c:pt>
                <c:pt idx="1785">
                  <c:v>0.0134244629455</c:v>
                </c:pt>
                <c:pt idx="1786">
                  <c:v>0.013384972729</c:v>
                </c:pt>
                <c:pt idx="1787">
                  <c:v>0.0133456577349</c:v>
                </c:pt>
                <c:pt idx="1788">
                  <c:v>0.0133065169232</c:v>
                </c:pt>
                <c:pt idx="1789">
                  <c:v>0.0132675492617</c:v>
                </c:pt>
                <c:pt idx="1790">
                  <c:v>0.0132287537256</c:v>
                </c:pt>
                <c:pt idx="1791">
                  <c:v>0.0131901292981</c:v>
                </c:pt>
                <c:pt idx="1792">
                  <c:v>0.0131516749696</c:v>
                </c:pt>
                <c:pt idx="1793">
                  <c:v>0.0131133897381</c:v>
                </c:pt>
                <c:pt idx="1794">
                  <c:v>0.0130752726088</c:v>
                </c:pt>
                <c:pt idx="1795">
                  <c:v>0.0130373225945</c:v>
                </c:pt>
                <c:pt idx="1796">
                  <c:v>0.012999538715</c:v>
                </c:pt>
                <c:pt idx="1797">
                  <c:v>0.0129619199975</c:v>
                </c:pt>
                <c:pt idx="1798">
                  <c:v>0.0129244654762</c:v>
                </c:pt>
                <c:pt idx="1799">
                  <c:v>0.0128871741924</c:v>
                </c:pt>
                <c:pt idx="1800">
                  <c:v>0.0128500451944</c:v>
                </c:pt>
                <c:pt idx="1801">
                  <c:v>0.0128130775374</c:v>
                </c:pt>
                <c:pt idx="1802">
                  <c:v>0.0127762702835</c:v>
                </c:pt>
                <c:pt idx="1803">
                  <c:v>0.0127396225018</c:v>
                </c:pt>
                <c:pt idx="1804">
                  <c:v>0.0127031332679</c:v>
                </c:pt>
                <c:pt idx="1805">
                  <c:v>0.0126668016643</c:v>
                </c:pt>
                <c:pt idx="1806">
                  <c:v>0.0126306267799</c:v>
                </c:pt>
                <c:pt idx="1807">
                  <c:v>0.0125946077105</c:v>
                </c:pt>
                <c:pt idx="1808">
                  <c:v>0.0125587435583</c:v>
                </c:pt>
                <c:pt idx="1809">
                  <c:v>0.0125230334318</c:v>
                </c:pt>
                <c:pt idx="1810">
                  <c:v>0.0124874764462</c:v>
                </c:pt>
                <c:pt idx="1811">
                  <c:v>0.0124520717229</c:v>
                </c:pt>
                <c:pt idx="1812">
                  <c:v>0.0124168183897</c:v>
                </c:pt>
                <c:pt idx="1813">
                  <c:v>0.0123817155805</c:v>
                </c:pt>
                <c:pt idx="1814">
                  <c:v>0.0123467624355</c:v>
                </c:pt>
                <c:pt idx="1815">
                  <c:v>0.0123119581011</c:v>
                </c:pt>
                <c:pt idx="1816">
                  <c:v>0.0122773017298</c:v>
                </c:pt>
                <c:pt idx="1817">
                  <c:v>0.0122427924799</c:v>
                </c:pt>
                <c:pt idx="1818">
                  <c:v>0.012208429516</c:v>
                </c:pt>
                <c:pt idx="1819">
                  <c:v>0.0121742120085</c:v>
                </c:pt>
                <c:pt idx="1820">
                  <c:v>0.0121401391337</c:v>
                </c:pt>
                <c:pt idx="1821">
                  <c:v>0.0121062100736</c:v>
                </c:pt>
                <c:pt idx="1822">
                  <c:v>0.0120724240163</c:v>
                </c:pt>
                <c:pt idx="1823">
                  <c:v>0.0120387801555</c:v>
                </c:pt>
                <c:pt idx="1824">
                  <c:v>0.0120052776903</c:v>
                </c:pt>
                <c:pt idx="1825">
                  <c:v>0.011971915826</c:v>
                </c:pt>
                <c:pt idx="1826">
                  <c:v>0.0119386937729</c:v>
                </c:pt>
                <c:pt idx="1827">
                  <c:v>0.0119056107474</c:v>
                </c:pt>
                <c:pt idx="1828">
                  <c:v>0.011872665971</c:v>
                </c:pt>
                <c:pt idx="1829">
                  <c:v>0.0118398586708</c:v>
                </c:pt>
                <c:pt idx="1830">
                  <c:v>0.0118071880794</c:v>
                </c:pt>
                <c:pt idx="1831">
                  <c:v>0.0117746534346</c:v>
                </c:pt>
                <c:pt idx="1832">
                  <c:v>0.0117422539795</c:v>
                </c:pt>
                <c:pt idx="1833">
                  <c:v>0.0117099889627</c:v>
                </c:pt>
                <c:pt idx="1834">
                  <c:v>0.0116778576378</c:v>
                </c:pt>
                <c:pt idx="1835">
                  <c:v>0.0116458592638</c:v>
                </c:pt>
                <c:pt idx="1836">
                  <c:v>0.0116139931046</c:v>
                </c:pt>
                <c:pt idx="1837">
                  <c:v>0.0115822584294</c:v>
                </c:pt>
                <c:pt idx="1838">
                  <c:v>0.0115506545123</c:v>
                </c:pt>
                <c:pt idx="1839">
                  <c:v>0.0115191806325</c:v>
                </c:pt>
                <c:pt idx="1840">
                  <c:v>0.0114878360743</c:v>
                </c:pt>
                <c:pt idx="1841">
                  <c:v>0.0114566201267</c:v>
                </c:pt>
                <c:pt idx="1842">
                  <c:v>0.0114255320836</c:v>
                </c:pt>
                <c:pt idx="1843">
                  <c:v>0.0113945712441</c:v>
                </c:pt>
                <c:pt idx="1844">
                  <c:v>0.0113637369116</c:v>
                </c:pt>
                <c:pt idx="1845">
                  <c:v>0.0113330283947</c:v>
                </c:pt>
                <c:pt idx="1846">
                  <c:v>0.0113024450064</c:v>
                </c:pt>
                <c:pt idx="1847">
                  <c:v>0.0112719860648</c:v>
                </c:pt>
                <c:pt idx="1848">
                  <c:v>0.0112416508922</c:v>
                </c:pt>
                <c:pt idx="1849">
                  <c:v>0.0112114388158</c:v>
                </c:pt>
                <c:pt idx="1850">
                  <c:v>0.0111813491674</c:v>
                </c:pt>
                <c:pt idx="1851">
                  <c:v>0.0111513812831</c:v>
                </c:pt>
                <c:pt idx="1852">
                  <c:v>0.0111215345037</c:v>
                </c:pt>
                <c:pt idx="1853">
                  <c:v>0.0110918081746</c:v>
                </c:pt>
                <c:pt idx="1854">
                  <c:v>0.0110622016452</c:v>
                </c:pt>
                <c:pt idx="1855">
                  <c:v>0.0110327142697</c:v>
                </c:pt>
                <c:pt idx="1856">
                  <c:v>0.0110033454066</c:v>
                </c:pt>
                <c:pt idx="1857">
                  <c:v>0.0109740944184</c:v>
                </c:pt>
                <c:pt idx="1858">
                  <c:v>0.0109449606724</c:v>
                </c:pt>
                <c:pt idx="1859">
                  <c:v>0.0109159435397</c:v>
                </c:pt>
                <c:pt idx="1860">
                  <c:v>0.0108870423959</c:v>
                </c:pt>
                <c:pt idx="1861">
                  <c:v>0.0108582566207</c:v>
                </c:pt>
                <c:pt idx="1862">
                  <c:v>0.0108295855978</c:v>
                </c:pt>
                <c:pt idx="1863">
                  <c:v>0.0108010287154</c:v>
                </c:pt>
                <c:pt idx="1864">
                  <c:v>0.0107725853655</c:v>
                </c:pt>
                <c:pt idx="1865">
                  <c:v>0.0107442549441</c:v>
                </c:pt>
                <c:pt idx="1866">
                  <c:v>0.0107160368514</c:v>
                </c:pt>
                <c:pt idx="1867">
                  <c:v>0.0106879304916</c:v>
                </c:pt>
                <c:pt idx="1868">
                  <c:v>0.0106599352727</c:v>
                </c:pt>
                <c:pt idx="1869">
                  <c:v>0.0106320506067</c:v>
                </c:pt>
                <c:pt idx="1870">
                  <c:v>0.0106042759095</c:v>
                </c:pt>
                <c:pt idx="1871">
                  <c:v>0.010576610601</c:v>
                </c:pt>
                <c:pt idx="1872">
                  <c:v>0.0105490541046</c:v>
                </c:pt>
                <c:pt idx="1873">
                  <c:v>0.0105216058479</c:v>
                </c:pt>
                <c:pt idx="1874">
                  <c:v>0.010494265262</c:v>
                </c:pt>
                <c:pt idx="1875">
                  <c:v>0.0104670317818</c:v>
                </c:pt>
                <c:pt idx="1876">
                  <c:v>0.0104399048459</c:v>
                </c:pt>
                <c:pt idx="1877">
                  <c:v>0.0104128838968</c:v>
                </c:pt>
                <c:pt idx="1878">
                  <c:v>0.0103859683802</c:v>
                </c:pt>
                <c:pt idx="1879">
                  <c:v>0.010359157746</c:v>
                </c:pt>
                <c:pt idx="1880">
                  <c:v>0.0103324514472</c:v>
                </c:pt>
                <c:pt idx="1881">
                  <c:v>0.0103058489406</c:v>
                </c:pt>
                <c:pt idx="1882">
                  <c:v>0.0102793496866</c:v>
                </c:pt>
                <c:pt idx="1883">
                  <c:v>0.0102529531489</c:v>
                </c:pt>
                <c:pt idx="1884">
                  <c:v>0.010226658795</c:v>
                </c:pt>
                <c:pt idx="1885">
                  <c:v>0.0102004660955</c:v>
                </c:pt>
                <c:pt idx="1886">
                  <c:v>0.0101743745246</c:v>
                </c:pt>
                <c:pt idx="1887">
                  <c:v>0.0101483835601</c:v>
                </c:pt>
                <c:pt idx="1888">
                  <c:v>0.0101224926828</c:v>
                </c:pt>
                <c:pt idx="1889">
                  <c:v>0.0100967013771</c:v>
                </c:pt>
                <c:pt idx="1890">
                  <c:v>0.0100710091307</c:v>
                </c:pt>
                <c:pt idx="1891">
                  <c:v>0.0100454154346</c:v>
                </c:pt>
                <c:pt idx="1892">
                  <c:v>0.0100199197829</c:v>
                </c:pt>
                <c:pt idx="1893">
                  <c:v>0.00999452167333</c:v>
                </c:pt>
                <c:pt idx="1894">
                  <c:v>0.00996922060644</c:v>
                </c:pt>
                <c:pt idx="1895">
                  <c:v>0.00994401608621</c:v>
                </c:pt>
                <c:pt idx="1896">
                  <c:v>0.00991890761973</c:v>
                </c:pt>
                <c:pt idx="1897">
                  <c:v>0.00989389471727</c:v>
                </c:pt>
                <c:pt idx="1898">
                  <c:v>0.00986897689219</c:v>
                </c:pt>
                <c:pt idx="1899">
                  <c:v>0.00984415366099</c:v>
                </c:pt>
                <c:pt idx="1900">
                  <c:v>0.00981942454322</c:v>
                </c:pt>
                <c:pt idx="1901">
                  <c:v>0.00979478906151</c:v>
                </c:pt>
                <c:pt idx="1902">
                  <c:v>0.00977024674151</c:v>
                </c:pt>
                <c:pt idx="1903">
                  <c:v>0.00974579711187</c:v>
                </c:pt>
                <c:pt idx="1904">
                  <c:v>0.00972143970425</c:v>
                </c:pt>
                <c:pt idx="1905">
                  <c:v>0.00969717405325</c:v>
                </c:pt>
                <c:pt idx="1906">
                  <c:v>0.00967299969643</c:v>
                </c:pt>
                <c:pt idx="1907">
                  <c:v>0.00964891617427</c:v>
                </c:pt>
                <c:pt idx="1908">
                  <c:v>0.00962492303013</c:v>
                </c:pt>
                <c:pt idx="1909">
                  <c:v>0.00960101981025</c:v>
                </c:pt>
                <c:pt idx="1910">
                  <c:v>0.00957720606373</c:v>
                </c:pt>
                <c:pt idx="1911">
                  <c:v>0.00955348134251</c:v>
                </c:pt>
                <c:pt idx="1912">
                  <c:v>0.00952984520132</c:v>
                </c:pt>
                <c:pt idx="1913">
                  <c:v>0.00950629719769</c:v>
                </c:pt>
                <c:pt idx="1914">
                  <c:v>0.00948283689191</c:v>
                </c:pt>
                <c:pt idx="1915">
                  <c:v>0.00945946384704</c:v>
                </c:pt>
                <c:pt idx="1916">
                  <c:v>0.00943617762884</c:v>
                </c:pt>
                <c:pt idx="1917">
                  <c:v>0.0094129778058</c:v>
                </c:pt>
                <c:pt idx="1918">
                  <c:v>0.00938986394906</c:v>
                </c:pt>
                <c:pt idx="1919">
                  <c:v>0.00936683563248</c:v>
                </c:pt>
                <c:pt idx="1920">
                  <c:v>0.00934389243251</c:v>
                </c:pt>
                <c:pt idx="1921">
                  <c:v>0.00932103392827</c:v>
                </c:pt>
                <c:pt idx="1922">
                  <c:v>0.00929825970146</c:v>
                </c:pt>
                <c:pt idx="1923">
                  <c:v>0.00927556933639</c:v>
                </c:pt>
                <c:pt idx="1924">
                  <c:v>0.00925296241991</c:v>
                </c:pt>
                <c:pt idx="1925">
                  <c:v>0.00923043854144</c:v>
                </c:pt>
                <c:pt idx="1926">
                  <c:v>0.00920799729293</c:v>
                </c:pt>
                <c:pt idx="1927">
                  <c:v>0.00918563826883</c:v>
                </c:pt>
                <c:pt idx="1928">
                  <c:v>0.00916336106609</c:v>
                </c:pt>
                <c:pt idx="1929">
                  <c:v>0.00914116528414</c:v>
                </c:pt>
                <c:pt idx="1930">
                  <c:v>0.00911905052485</c:v>
                </c:pt>
                <c:pt idx="1931">
                  <c:v>0.00909701639256</c:v>
                </c:pt>
                <c:pt idx="1932">
                  <c:v>0.00907506249399</c:v>
                </c:pt>
                <c:pt idx="1933">
                  <c:v>0.00905318843828</c:v>
                </c:pt>
                <c:pt idx="1934">
                  <c:v>0.00903139383697</c:v>
                </c:pt>
                <c:pt idx="1935">
                  <c:v>0.00900967830395</c:v>
                </c:pt>
                <c:pt idx="1936">
                  <c:v>0.00898804145547</c:v>
                </c:pt>
                <c:pt idx="1937">
                  <c:v>0.0089664829101</c:v>
                </c:pt>
                <c:pt idx="1938">
                  <c:v>0.00894500228873</c:v>
                </c:pt>
                <c:pt idx="1939">
                  <c:v>0.00892359921456</c:v>
                </c:pt>
                <c:pt idx="1940">
                  <c:v>0.00890227331306</c:v>
                </c:pt>
                <c:pt idx="1941">
                  <c:v>0.00888102421198</c:v>
                </c:pt>
                <c:pt idx="1942">
                  <c:v>0.0088598515413</c:v>
                </c:pt>
                <c:pt idx="1943">
                  <c:v>0.00883875493324</c:v>
                </c:pt>
                <c:pt idx="1944">
                  <c:v>0.00881773402226</c:v>
                </c:pt>
                <c:pt idx="1945">
                  <c:v>0.00879678844498</c:v>
                </c:pt>
                <c:pt idx="1946">
                  <c:v>0.00877591784023</c:v>
                </c:pt>
                <c:pt idx="1947">
                  <c:v>0.00875512184901</c:v>
                </c:pt>
                <c:pt idx="1948">
                  <c:v>0.00873440011446</c:v>
                </c:pt>
                <c:pt idx="1949">
                  <c:v>0.00871375228187</c:v>
                </c:pt>
                <c:pt idx="1950">
                  <c:v>0.00869317799865</c:v>
                </c:pt>
                <c:pt idx="1951">
                  <c:v>0.00867267691432</c:v>
                </c:pt>
                <c:pt idx="1952">
                  <c:v>0.00865224868047</c:v>
                </c:pt>
                <c:pt idx="1953">
                  <c:v>0.0086318929508</c:v>
                </c:pt>
                <c:pt idx="1954">
                  <c:v>0.00861160938104</c:v>
                </c:pt>
                <c:pt idx="1955">
                  <c:v>0.00859139762901</c:v>
                </c:pt>
                <c:pt idx="1956">
                  <c:v>0.00857125735451</c:v>
                </c:pt>
                <c:pt idx="1957">
                  <c:v>0.0085511882194</c:v>
                </c:pt>
                <c:pt idx="1958">
                  <c:v>0.00853118988753</c:v>
                </c:pt>
                <c:pt idx="1959">
                  <c:v>0.00851126202474</c:v>
                </c:pt>
                <c:pt idx="1960">
                  <c:v>0.00849140429883</c:v>
                </c:pt>
                <c:pt idx="1961">
                  <c:v>0.00847161637959</c:v>
                </c:pt>
                <c:pt idx="1962">
                  <c:v>0.00845189793875</c:v>
                </c:pt>
                <c:pt idx="1963">
                  <c:v>0.00843224864994</c:v>
                </c:pt>
                <c:pt idx="1964">
                  <c:v>0.00841266818877</c:v>
                </c:pt>
                <c:pt idx="1965">
                  <c:v>0.0083931562327</c:v>
                </c:pt>
                <c:pt idx="1966">
                  <c:v>0.00837371246112</c:v>
                </c:pt>
                <c:pt idx="1967">
                  <c:v>0.00835433655529</c:v>
                </c:pt>
                <c:pt idx="1968">
                  <c:v>0.00833502819832</c:v>
                </c:pt>
                <c:pt idx="1969">
                  <c:v>0.00831578707519</c:v>
                </c:pt>
                <c:pt idx="1970">
                  <c:v>0.00829661287273</c:v>
                </c:pt>
                <c:pt idx="1971">
                  <c:v>0.00827750527958</c:v>
                </c:pt>
                <c:pt idx="1972">
                  <c:v>0.00825846398619</c:v>
                </c:pt>
                <c:pt idx="1973">
                  <c:v>0.00823948868483</c:v>
                </c:pt>
                <c:pt idx="1974">
                  <c:v>0.00822057906954</c:v>
                </c:pt>
                <c:pt idx="1975">
                  <c:v>0.00820173483617</c:v>
                </c:pt>
                <c:pt idx="1976">
                  <c:v>0.00818295568229</c:v>
                </c:pt>
                <c:pt idx="1977">
                  <c:v>0.00816424130725</c:v>
                </c:pt>
                <c:pt idx="1978">
                  <c:v>0.00814559141214</c:v>
                </c:pt>
                <c:pt idx="1979">
                  <c:v>0.00812700569977</c:v>
                </c:pt>
                <c:pt idx="1980">
                  <c:v>0.00810848387467</c:v>
                </c:pt>
                <c:pt idx="1981">
                  <c:v>0.00809002564306</c:v>
                </c:pt>
                <c:pt idx="1982">
                  <c:v>0.00807163071288</c:v>
                </c:pt>
                <c:pt idx="1983">
                  <c:v>0.00805329879372</c:v>
                </c:pt>
                <c:pt idx="1984">
                  <c:v>0.00803502959686</c:v>
                </c:pt>
                <c:pt idx="1985">
                  <c:v>0.00801682283523</c:v>
                </c:pt>
                <c:pt idx="1986">
                  <c:v>0.00799867822342</c:v>
                </c:pt>
                <c:pt idx="1987">
                  <c:v>0.00798059547762</c:v>
                </c:pt>
                <c:pt idx="1988">
                  <c:v>0.00796257431567</c:v>
                </c:pt>
                <c:pt idx="1989">
                  <c:v>0.00794461445702</c:v>
                </c:pt>
                <c:pt idx="1990">
                  <c:v>0.00792671562272</c:v>
                </c:pt>
                <c:pt idx="1991">
                  <c:v>0.0079088775354</c:v>
                </c:pt>
                <c:pt idx="1992">
                  <c:v>0.00789109991929</c:v>
                </c:pt>
                <c:pt idx="1993">
                  <c:v>0.00787338250016</c:v>
                </c:pt>
                <c:pt idx="1994">
                  <c:v>0.00785572500537</c:v>
                </c:pt>
                <c:pt idx="1995">
                  <c:v>0.00783812716379</c:v>
                </c:pt>
                <c:pt idx="1996">
                  <c:v>0.00782058870586</c:v>
                </c:pt>
                <c:pt idx="1997">
                  <c:v>0.00780310936354</c:v>
                </c:pt>
                <c:pt idx="1998">
                  <c:v>0.00778568887028</c:v>
                </c:pt>
                <c:pt idx="1999">
                  <c:v>0.00776832696106</c:v>
                </c:pt>
                <c:pt idx="2000">
                  <c:v>0.00775102337235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0.75"/>
          <c:min val="0"/>
        </c:scaling>
        <c:delete val="0"/>
        <c:axPos val="l"/>
        <c:majorGridlines>
          <c:spPr>
            <a:ln xmlns:a="http://schemas.openxmlformats.org/drawingml/2006/main" w="4763">
              <a:solidFill>
                <a:srgbClr val="EEEEEE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2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majorUnit val="1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31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U/t = 1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222222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scatterChart>
        <c:scatterStyle val="lineMarker"/>
        <c:varyColors val="0"/>
        <c:ser>
          <c:idx val="0"/>
          <c:order val="0"/>
          <c:tx>
            <c:v>charge</c:v>
          </c:tx>
          <c:spPr>
            <a:ln xmlns:a="http://schemas.openxmlformats.org/drawingml/2006/main" w="15240">
              <a:solidFill>
                <a:srgbClr val="C43C64"/>
              </a:solidFill>
              <a:prstDash val="solid"/>
            </a:ln>
          </c:spPr>
          <c:marker>
            <c:symbol val="none"/>
            <c:size val="5"/>
            <c:spPr>
              <a:solidFill xmlns:a="http://schemas.openxmlformats.org/drawingml/2006/main">
                <a:srgbClr val="C43C64"/>
              </a:solidFill>
            </c:spPr>
          </c:marker>
          <c:xVal>
            <c:numRef>
              <c:f>'Chart Data'!$A$2:$A$2002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Data'!$B$2:$B$2002</c:f>
              <c:numCache>
                <c:formatCode>0.0</c:formatCode>
                <c:ptCount val="2001"/>
                <c:pt idx="0">
                  <c:v>0.00428773948252</c:v>
                </c:pt>
                <c:pt idx="1">
                  <c:v>0.00429521469192</c:v>
                </c:pt>
                <c:pt idx="2">
                  <c:v>0.00430270962529</c:v>
                </c:pt>
                <c:pt idx="3">
                  <c:v>0.00431022435268</c:v>
                </c:pt>
                <c:pt idx="4">
                  <c:v>0.00431775894449</c:v>
                </c:pt>
                <c:pt idx="5">
                  <c:v>0.00432531347141</c:v>
                </c:pt>
                <c:pt idx="6">
                  <c:v>0.00433288800448</c:v>
                </c:pt>
                <c:pt idx="7">
                  <c:v>0.00434048261501</c:v>
                </c:pt>
                <c:pt idx="8">
                  <c:v>0.00434809737469</c:v>
                </c:pt>
                <c:pt idx="9">
                  <c:v>0.00435573235548</c:v>
                </c:pt>
                <c:pt idx="10">
                  <c:v>0.0043633876297</c:v>
                </c:pt>
                <c:pt idx="11">
                  <c:v>0.00437106326999</c:v>
                </c:pt>
                <c:pt idx="12">
                  <c:v>0.0043787593493</c:v>
                </c:pt>
                <c:pt idx="13">
                  <c:v>0.00438647594094</c:v>
                </c:pt>
                <c:pt idx="14">
                  <c:v>0.00439421311853</c:v>
                </c:pt>
                <c:pt idx="15">
                  <c:v>0.00440197095602</c:v>
                </c:pt>
                <c:pt idx="16">
                  <c:v>0.00440974952772</c:v>
                </c:pt>
                <c:pt idx="17">
                  <c:v>0.00441754890827</c:v>
                </c:pt>
                <c:pt idx="18">
                  <c:v>0.00442536917262</c:v>
                </c:pt>
                <c:pt idx="19">
                  <c:v>0.0044332103961</c:v>
                </c:pt>
                <c:pt idx="20">
                  <c:v>0.00444107265437</c:v>
                </c:pt>
                <c:pt idx="21">
                  <c:v>0.00444895602342</c:v>
                </c:pt>
                <c:pt idx="22">
                  <c:v>0.00445686057962</c:v>
                </c:pt>
                <c:pt idx="23">
                  <c:v>0.00446478639965</c:v>
                </c:pt>
                <c:pt idx="24">
                  <c:v>0.00447273356057</c:v>
                </c:pt>
                <c:pt idx="25">
                  <c:v>0.00448070213978</c:v>
                </c:pt>
                <c:pt idx="26">
                  <c:v>0.00448869221504</c:v>
                </c:pt>
                <c:pt idx="27">
                  <c:v>0.00449670386446</c:v>
                </c:pt>
                <c:pt idx="28">
                  <c:v>0.00450473716652</c:v>
                </c:pt>
                <c:pt idx="29">
                  <c:v>0.00451279220006</c:v>
                </c:pt>
                <c:pt idx="30">
                  <c:v>0.00452086904426</c:v>
                </c:pt>
                <c:pt idx="31">
                  <c:v>0.00452896777869</c:v>
                </c:pt>
                <c:pt idx="32">
                  <c:v>0.00453708848329</c:v>
                </c:pt>
                <c:pt idx="33">
                  <c:v>0.00454523123834</c:v>
                </c:pt>
                <c:pt idx="34">
                  <c:v>0.00455339612452</c:v>
                </c:pt>
                <c:pt idx="35">
                  <c:v>0.00456158322287</c:v>
                </c:pt>
                <c:pt idx="36">
                  <c:v>0.0045697926148</c:v>
                </c:pt>
                <c:pt idx="37">
                  <c:v>0.00457802438212</c:v>
                </c:pt>
                <c:pt idx="38">
                  <c:v>0.00458627860699</c:v>
                </c:pt>
                <c:pt idx="39">
                  <c:v>0.00459455537197</c:v>
                </c:pt>
                <c:pt idx="40">
                  <c:v>0.00460285476001</c:v>
                </c:pt>
                <c:pt idx="41">
                  <c:v>0.00461117685441</c:v>
                </c:pt>
                <c:pt idx="42">
                  <c:v>0.00461952173891</c:v>
                </c:pt>
                <c:pt idx="43">
                  <c:v>0.0046278894976</c:v>
                </c:pt>
                <c:pt idx="44">
                  <c:v>0.00463628021498</c:v>
                </c:pt>
                <c:pt idx="45">
                  <c:v>0.00464469397594</c:v>
                </c:pt>
                <c:pt idx="46">
                  <c:v>0.00465313086577</c:v>
                </c:pt>
                <c:pt idx="47">
                  <c:v>0.00466159097015</c:v>
                </c:pt>
                <c:pt idx="48">
                  <c:v>0.00467007437518</c:v>
                </c:pt>
                <c:pt idx="49">
                  <c:v>0.00467858116734</c:v>
                </c:pt>
                <c:pt idx="50">
                  <c:v>0.00468711143354</c:v>
                </c:pt>
                <c:pt idx="51">
                  <c:v>0.00469566526108</c:v>
                </c:pt>
                <c:pt idx="52">
                  <c:v>0.00470424273767</c:v>
                </c:pt>
                <c:pt idx="53">
                  <c:v>0.00471284395146</c:v>
                </c:pt>
                <c:pt idx="54">
                  <c:v>0.00472146899098</c:v>
                </c:pt>
                <c:pt idx="55">
                  <c:v>0.0047301179452</c:v>
                </c:pt>
                <c:pt idx="56">
                  <c:v>0.0047387909035</c:v>
                </c:pt>
                <c:pt idx="57">
                  <c:v>0.00474748795569</c:v>
                </c:pt>
                <c:pt idx="58">
                  <c:v>0.00475620919201</c:v>
                </c:pt>
                <c:pt idx="59">
                  <c:v>0.0047649547031</c:v>
                </c:pt>
                <c:pt idx="60">
                  <c:v>0.00477372458007</c:v>
                </c:pt>
                <c:pt idx="61">
                  <c:v>0.00478251891443</c:v>
                </c:pt>
                <c:pt idx="62">
                  <c:v>0.00479133779813</c:v>
                </c:pt>
                <c:pt idx="63">
                  <c:v>0.00480018132358</c:v>
                </c:pt>
                <c:pt idx="64">
                  <c:v>0.0048090495836</c:v>
                </c:pt>
                <c:pt idx="65">
                  <c:v>0.00481794267148</c:v>
                </c:pt>
                <c:pt idx="66">
                  <c:v>0.00482686068093</c:v>
                </c:pt>
                <c:pt idx="67">
                  <c:v>0.00483580370613</c:v>
                </c:pt>
                <c:pt idx="68">
                  <c:v>0.00484477184169</c:v>
                </c:pt>
                <c:pt idx="69">
                  <c:v>0.00485376518268</c:v>
                </c:pt>
                <c:pt idx="70">
                  <c:v>0.00486278382464</c:v>
                </c:pt>
                <c:pt idx="71">
                  <c:v>0.00487182786355</c:v>
                </c:pt>
                <c:pt idx="72">
                  <c:v>0.00488089739586</c:v>
                </c:pt>
                <c:pt idx="73">
                  <c:v>0.00488999251847</c:v>
                </c:pt>
                <c:pt idx="74">
                  <c:v>0.00489911332877</c:v>
                </c:pt>
                <c:pt idx="75">
                  <c:v>0.0049082599246</c:v>
                </c:pt>
                <c:pt idx="76">
                  <c:v>0.00491743240428</c:v>
                </c:pt>
                <c:pt idx="77">
                  <c:v>0.0049266308666</c:v>
                </c:pt>
                <c:pt idx="78">
                  <c:v>0.00493585541083</c:v>
                </c:pt>
                <c:pt idx="79">
                  <c:v>0.00494510613672</c:v>
                </c:pt>
                <c:pt idx="80">
                  <c:v>0.0049543831445</c:v>
                </c:pt>
                <c:pt idx="81">
                  <c:v>0.00496368653488</c:v>
                </c:pt>
                <c:pt idx="82">
                  <c:v>0.00497301640909</c:v>
                </c:pt>
                <c:pt idx="83">
                  <c:v>0.00498237286881</c:v>
                </c:pt>
                <c:pt idx="84">
                  <c:v>0.00499175601624</c:v>
                </c:pt>
                <c:pt idx="85">
                  <c:v>0.00500116595406</c:v>
                </c:pt>
                <c:pt idx="86">
                  <c:v>0.00501060278547</c:v>
                </c:pt>
                <c:pt idx="87">
                  <c:v>0.00502006661416</c:v>
                </c:pt>
                <c:pt idx="88">
                  <c:v>0.00502955754434</c:v>
                </c:pt>
                <c:pt idx="89">
                  <c:v>0.0050390756807</c:v>
                </c:pt>
                <c:pt idx="90">
                  <c:v>0.00504862112847</c:v>
                </c:pt>
                <c:pt idx="91">
                  <c:v>0.00505819399339</c:v>
                </c:pt>
                <c:pt idx="92">
                  <c:v>0.00506779438172</c:v>
                </c:pt>
                <c:pt idx="93">
                  <c:v>0.00507742240022</c:v>
                </c:pt>
                <c:pt idx="94">
                  <c:v>0.0050870781562</c:v>
                </c:pt>
                <c:pt idx="95">
                  <c:v>0.00509676175749</c:v>
                </c:pt>
                <c:pt idx="96">
                  <c:v>0.00510647331245</c:v>
                </c:pt>
                <c:pt idx="97">
                  <c:v>0.00511621292997</c:v>
                </c:pt>
                <c:pt idx="98">
                  <c:v>0.00512598071948</c:v>
                </c:pt>
                <c:pt idx="99">
                  <c:v>0.00513577679096</c:v>
                </c:pt>
                <c:pt idx="100">
                  <c:v>0.00514560125492</c:v>
                </c:pt>
                <c:pt idx="101">
                  <c:v>0.00515545422241</c:v>
                </c:pt>
                <c:pt idx="102">
                  <c:v>0.00516533580507</c:v>
                </c:pt>
                <c:pt idx="103">
                  <c:v>0.00517524611504</c:v>
                </c:pt>
                <c:pt idx="104">
                  <c:v>0.00518518526505</c:v>
                </c:pt>
                <c:pt idx="105">
                  <c:v>0.0051951533684</c:v>
                </c:pt>
                <c:pt idx="106">
                  <c:v>0.00520515053892</c:v>
                </c:pt>
                <c:pt idx="107">
                  <c:v>0.00521517689102</c:v>
                </c:pt>
                <c:pt idx="108">
                  <c:v>0.0052252325397</c:v>
                </c:pt>
                <c:pt idx="109">
                  <c:v>0.00523531760051</c:v>
                </c:pt>
                <c:pt idx="110">
                  <c:v>0.00524543218959</c:v>
                </c:pt>
                <c:pt idx="111">
                  <c:v>0.00525557642366</c:v>
                </c:pt>
                <c:pt idx="112">
                  <c:v>0.00526575042002</c:v>
                </c:pt>
                <c:pt idx="113">
                  <c:v>0.00527595429655</c:v>
                </c:pt>
                <c:pt idx="114">
                  <c:v>0.00528618817175</c:v>
                </c:pt>
                <c:pt idx="115">
                  <c:v>0.00529645216469</c:v>
                </c:pt>
                <c:pt idx="116">
                  <c:v>0.00530674639504</c:v>
                </c:pt>
                <c:pt idx="117">
                  <c:v>0.00531707098309</c:v>
                </c:pt>
                <c:pt idx="118">
                  <c:v>0.00532742604972</c:v>
                </c:pt>
                <c:pt idx="119">
                  <c:v>0.00533781171642</c:v>
                </c:pt>
                <c:pt idx="120">
                  <c:v>0.00534822810532</c:v>
                </c:pt>
                <c:pt idx="121">
                  <c:v>0.00535867533912</c:v>
                </c:pt>
                <c:pt idx="122">
                  <c:v>0.00536915354119</c:v>
                </c:pt>
                <c:pt idx="123">
                  <c:v>0.00537966283549</c:v>
                </c:pt>
                <c:pt idx="124">
                  <c:v>0.00539020334663</c:v>
                </c:pt>
                <c:pt idx="125">
                  <c:v>0.00540077519985</c:v>
                </c:pt>
                <c:pt idx="126">
                  <c:v>0.00541137852102</c:v>
                </c:pt>
                <c:pt idx="127">
                  <c:v>0.00542201343664</c:v>
                </c:pt>
                <c:pt idx="128">
                  <c:v>0.00543268007389</c:v>
                </c:pt>
                <c:pt idx="129">
                  <c:v>0.00544337856057</c:v>
                </c:pt>
                <c:pt idx="130">
                  <c:v>0.00545410902514</c:v>
                </c:pt>
                <c:pt idx="131">
                  <c:v>0.00546487159672</c:v>
                </c:pt>
                <c:pt idx="132">
                  <c:v>0.00547566640508</c:v>
                </c:pt>
                <c:pt idx="133">
                  <c:v>0.00548649358067</c:v>
                </c:pt>
                <c:pt idx="134">
                  <c:v>0.0054973532546</c:v>
                </c:pt>
                <c:pt idx="135">
                  <c:v>0.00550824555867</c:v>
                </c:pt>
                <c:pt idx="136">
                  <c:v>0.00551917062533</c:v>
                </c:pt>
                <c:pt idx="137">
                  <c:v>0.00553012858773</c:v>
                </c:pt>
                <c:pt idx="138">
                  <c:v>0.0055411195797</c:v>
                </c:pt>
                <c:pt idx="139">
                  <c:v>0.00555214373578</c:v>
                </c:pt>
                <c:pt idx="140">
                  <c:v>0.00556320119116</c:v>
                </c:pt>
                <c:pt idx="141">
                  <c:v>0.00557429208178</c:v>
                </c:pt>
                <c:pt idx="142">
                  <c:v>0.00558541654426</c:v>
                </c:pt>
                <c:pt idx="143">
                  <c:v>0.00559657471592</c:v>
                </c:pt>
                <c:pt idx="144">
                  <c:v>0.00560776673481</c:v>
                </c:pt>
                <c:pt idx="145">
                  <c:v>0.00561899273968</c:v>
                </c:pt>
                <c:pt idx="146">
                  <c:v>0.00563025287002</c:v>
                </c:pt>
                <c:pt idx="147">
                  <c:v>0.00564154726603</c:v>
                </c:pt>
                <c:pt idx="148">
                  <c:v>0.00565287606865</c:v>
                </c:pt>
                <c:pt idx="149">
                  <c:v>0.00566423941956</c:v>
                </c:pt>
                <c:pt idx="150">
                  <c:v>0.00567563746118</c:v>
                </c:pt>
                <c:pt idx="151">
                  <c:v>0.00568707033664</c:v>
                </c:pt>
                <c:pt idx="152">
                  <c:v>0.00569853818988</c:v>
                </c:pt>
                <c:pt idx="153">
                  <c:v>0.00571004116555</c:v>
                </c:pt>
                <c:pt idx="154">
                  <c:v>0.00572157940907</c:v>
                </c:pt>
                <c:pt idx="155">
                  <c:v>0.00573315306662</c:v>
                </c:pt>
                <c:pt idx="156">
                  <c:v>0.00574476228518</c:v>
                </c:pt>
                <c:pt idx="157">
                  <c:v>0.00575640721245</c:v>
                </c:pt>
                <c:pt idx="158">
                  <c:v>0.00576808799696</c:v>
                </c:pt>
                <c:pt idx="159">
                  <c:v>0.00577980478799</c:v>
                </c:pt>
                <c:pt idx="160">
                  <c:v>0.00579155773563</c:v>
                </c:pt>
                <c:pt idx="161">
                  <c:v>0.00580334699075</c:v>
                </c:pt>
                <c:pt idx="162">
                  <c:v>0.00581517270502</c:v>
                </c:pt>
                <c:pt idx="163">
                  <c:v>0.00582703503093</c:v>
                </c:pt>
                <c:pt idx="164">
                  <c:v>0.00583893412176</c:v>
                </c:pt>
                <c:pt idx="165">
                  <c:v>0.00585087013162</c:v>
                </c:pt>
                <c:pt idx="166">
                  <c:v>0.00586284321543</c:v>
                </c:pt>
                <c:pt idx="167">
                  <c:v>0.00587485352894</c:v>
                </c:pt>
                <c:pt idx="168">
                  <c:v>0.00588690122872</c:v>
                </c:pt>
                <c:pt idx="169">
                  <c:v>0.00589898647221</c:v>
                </c:pt>
                <c:pt idx="170">
                  <c:v>0.00591110941764</c:v>
                </c:pt>
                <c:pt idx="171">
                  <c:v>0.00592327022414</c:v>
                </c:pt>
                <c:pt idx="172">
                  <c:v>0.00593546905165</c:v>
                </c:pt>
                <c:pt idx="173">
                  <c:v>0.00594770606099</c:v>
                </c:pt>
                <c:pt idx="174">
                  <c:v>0.00595998141385</c:v>
                </c:pt>
                <c:pt idx="175">
                  <c:v>0.00597229527276</c:v>
                </c:pt>
                <c:pt idx="176">
                  <c:v>0.00598464780116</c:v>
                </c:pt>
                <c:pt idx="177">
                  <c:v>0.00599703916335</c:v>
                </c:pt>
                <c:pt idx="178">
                  <c:v>0.00600946952453</c:v>
                </c:pt>
                <c:pt idx="179">
                  <c:v>0.00602193905078</c:v>
                </c:pt>
                <c:pt idx="180">
                  <c:v>0.00603444790908</c:v>
                </c:pt>
                <c:pt idx="181">
                  <c:v>0.00604699626732</c:v>
                </c:pt>
                <c:pt idx="182">
                  <c:v>0.0060595842943</c:v>
                </c:pt>
                <c:pt idx="183">
                  <c:v>0.00607221215974</c:v>
                </c:pt>
                <c:pt idx="184">
                  <c:v>0.00608488003427</c:v>
                </c:pt>
                <c:pt idx="185">
                  <c:v>0.00609758808946</c:v>
                </c:pt>
                <c:pt idx="186">
                  <c:v>0.00611033649781</c:v>
                </c:pt>
                <c:pt idx="187">
                  <c:v>0.00612312543277</c:v>
                </c:pt>
                <c:pt idx="188">
                  <c:v>0.00613595506872</c:v>
                </c:pt>
                <c:pt idx="189">
                  <c:v>0.00614882558101</c:v>
                </c:pt>
                <c:pt idx="190">
                  <c:v>0.00616173714594</c:v>
                </c:pt>
                <c:pt idx="191">
                  <c:v>0.00617468994079</c:v>
                </c:pt>
                <c:pt idx="192">
                  <c:v>0.00618768414379</c:v>
                </c:pt>
                <c:pt idx="193">
                  <c:v>0.00620071993417</c:v>
                </c:pt>
                <c:pt idx="194">
                  <c:v>0.00621379749213</c:v>
                </c:pt>
                <c:pt idx="195">
                  <c:v>0.00622691699889</c:v>
                </c:pt>
                <c:pt idx="196">
                  <c:v>0.00624007863664</c:v>
                </c:pt>
                <c:pt idx="197">
                  <c:v>0.00625328258858</c:v>
                </c:pt>
                <c:pt idx="198">
                  <c:v>0.00626652903894</c:v>
                </c:pt>
                <c:pt idx="199">
                  <c:v>0.00627981817296</c:v>
                </c:pt>
                <c:pt idx="200">
                  <c:v>0.0062931501769</c:v>
                </c:pt>
                <c:pt idx="201">
                  <c:v>0.00630652523806</c:v>
                </c:pt>
                <c:pt idx="202">
                  <c:v>0.00631994354479</c:v>
                </c:pt>
                <c:pt idx="203">
                  <c:v>0.00633340528647</c:v>
                </c:pt>
                <c:pt idx="204">
                  <c:v>0.00634691065355</c:v>
                </c:pt>
                <c:pt idx="205">
                  <c:v>0.00636045983753</c:v>
                </c:pt>
                <c:pt idx="206">
                  <c:v>0.00637405303098</c:v>
                </c:pt>
                <c:pt idx="207">
                  <c:v>0.00638769042755</c:v>
                </c:pt>
                <c:pt idx="208">
                  <c:v>0.00640137222199</c:v>
                </c:pt>
                <c:pt idx="209">
                  <c:v>0.00641509861012</c:v>
                </c:pt>
                <c:pt idx="210">
                  <c:v>0.00642886978886</c:v>
                </c:pt>
                <c:pt idx="211">
                  <c:v>0.00644268595623</c:v>
                </c:pt>
                <c:pt idx="212">
                  <c:v>0.0064565473114</c:v>
                </c:pt>
                <c:pt idx="213">
                  <c:v>0.00647045405462</c:v>
                </c:pt>
                <c:pt idx="214">
                  <c:v>0.0064844063873</c:v>
                </c:pt>
                <c:pt idx="215">
                  <c:v>0.00649840451195</c:v>
                </c:pt>
                <c:pt idx="216">
                  <c:v>0.00651244863227</c:v>
                </c:pt>
                <c:pt idx="217">
                  <c:v>0.00652653895308</c:v>
                </c:pt>
                <c:pt idx="218">
                  <c:v>0.00654067568037</c:v>
                </c:pt>
                <c:pt idx="219">
                  <c:v>0.00655485902131</c:v>
                </c:pt>
                <c:pt idx="220">
                  <c:v>0.00656908918423</c:v>
                </c:pt>
                <c:pt idx="221">
                  <c:v>0.00658336637865</c:v>
                </c:pt>
                <c:pt idx="222">
                  <c:v>0.0065976908153</c:v>
                </c:pt>
                <c:pt idx="223">
                  <c:v>0.00661206270609</c:v>
                </c:pt>
                <c:pt idx="224">
                  <c:v>0.00662648226414</c:v>
                </c:pt>
                <c:pt idx="225">
                  <c:v>0.00664094970381</c:v>
                </c:pt>
                <c:pt idx="226">
                  <c:v>0.00665546524066</c:v>
                </c:pt>
                <c:pt idx="227">
                  <c:v>0.00667002909151</c:v>
                </c:pt>
                <c:pt idx="228">
                  <c:v>0.00668464147442</c:v>
                </c:pt>
                <c:pt idx="229">
                  <c:v>0.00669930260868</c:v>
                </c:pt>
                <c:pt idx="230">
                  <c:v>0.00671401271487</c:v>
                </c:pt>
                <c:pt idx="231">
                  <c:v>0.00672877201483</c:v>
                </c:pt>
                <c:pt idx="232">
                  <c:v>0.00674358073167</c:v>
                </c:pt>
                <c:pt idx="233">
                  <c:v>0.00675843908981</c:v>
                </c:pt>
                <c:pt idx="234">
                  <c:v>0.00677334731495</c:v>
                </c:pt>
                <c:pt idx="235">
                  <c:v>0.00678830563411</c:v>
                </c:pt>
                <c:pt idx="236">
                  <c:v>0.00680331427561</c:v>
                </c:pt>
                <c:pt idx="237">
                  <c:v>0.00681837346911</c:v>
                </c:pt>
                <c:pt idx="238">
                  <c:v>0.00683348344561</c:v>
                </c:pt>
                <c:pt idx="239">
                  <c:v>0.00684864443743</c:v>
                </c:pt>
                <c:pt idx="240">
                  <c:v>0.00686385667827</c:v>
                </c:pt>
                <c:pt idx="241">
                  <c:v>0.00687912040318</c:v>
                </c:pt>
                <c:pt idx="242">
                  <c:v>0.00689443584859</c:v>
                </c:pt>
                <c:pt idx="243">
                  <c:v>0.00690980325231</c:v>
                </c:pt>
                <c:pt idx="244">
                  <c:v>0.00692522285354</c:v>
                </c:pt>
                <c:pt idx="245">
                  <c:v>0.00694069489289</c:v>
                </c:pt>
                <c:pt idx="246">
                  <c:v>0.00695621961238</c:v>
                </c:pt>
                <c:pt idx="247">
                  <c:v>0.00697179725547</c:v>
                </c:pt>
                <c:pt idx="248">
                  <c:v>0.00698742806702</c:v>
                </c:pt>
                <c:pt idx="249">
                  <c:v>0.00700311229335</c:v>
                </c:pt>
                <c:pt idx="250">
                  <c:v>0.00701885018226</c:v>
                </c:pt>
                <c:pt idx="251">
                  <c:v>0.00703464198298</c:v>
                </c:pt>
                <c:pt idx="252">
                  <c:v>0.00705048794623</c:v>
                </c:pt>
                <c:pt idx="253">
                  <c:v>0.00706638832421</c:v>
                </c:pt>
                <c:pt idx="254">
                  <c:v>0.00708234337063</c:v>
                </c:pt>
                <c:pt idx="255">
                  <c:v>0.0070983533407</c:v>
                </c:pt>
                <c:pt idx="256">
                  <c:v>0.00711441849116</c:v>
                </c:pt>
                <c:pt idx="257">
                  <c:v>0.00713053908025</c:v>
                </c:pt>
                <c:pt idx="258">
                  <c:v>0.00714671536779</c:v>
                </c:pt>
                <c:pt idx="259">
                  <c:v>0.00716294761513</c:v>
                </c:pt>
                <c:pt idx="260">
                  <c:v>0.00717923608519</c:v>
                </c:pt>
                <c:pt idx="261">
                  <c:v>0.00719558104246</c:v>
                </c:pt>
                <c:pt idx="262">
                  <c:v>0.00721198275303</c:v>
                </c:pt>
                <c:pt idx="263">
                  <c:v>0.00722844148458</c:v>
                </c:pt>
                <c:pt idx="264">
                  <c:v>0.0072449575064</c:v>
                </c:pt>
                <c:pt idx="265">
                  <c:v>0.0072615310894</c:v>
                </c:pt>
                <c:pt idx="266">
                  <c:v>0.00727816250614</c:v>
                </c:pt>
                <c:pt idx="267">
                  <c:v>0.00729485203081</c:v>
                </c:pt>
                <c:pt idx="268">
                  <c:v>0.00731159993926</c:v>
                </c:pt>
                <c:pt idx="269">
                  <c:v>0.00732840650903</c:v>
                </c:pt>
                <c:pt idx="270">
                  <c:v>0.00734527201931</c:v>
                </c:pt>
                <c:pt idx="271">
                  <c:v>0.00736219675103</c:v>
                </c:pt>
                <c:pt idx="272">
                  <c:v>0.00737918098678</c:v>
                </c:pt>
                <c:pt idx="273">
                  <c:v>0.00739622501092</c:v>
                </c:pt>
                <c:pt idx="274">
                  <c:v>0.0074133291095</c:v>
                </c:pt>
                <c:pt idx="275">
                  <c:v>0.00743049357035</c:v>
                </c:pt>
                <c:pt idx="276">
                  <c:v>0.00744771868304</c:v>
                </c:pt>
                <c:pt idx="277">
                  <c:v>0.00746500473893</c:v>
                </c:pt>
                <c:pt idx="278">
                  <c:v>0.00748235203116</c:v>
                </c:pt>
                <c:pt idx="279">
                  <c:v>0.00749976085466</c:v>
                </c:pt>
                <c:pt idx="280">
                  <c:v>0.00751723150619</c:v>
                </c:pt>
                <c:pt idx="281">
                  <c:v>0.00753476428433</c:v>
                </c:pt>
                <c:pt idx="282">
                  <c:v>0.00755235948951</c:v>
                </c:pt>
                <c:pt idx="283">
                  <c:v>0.007570017424</c:v>
                </c:pt>
                <c:pt idx="284">
                  <c:v>0.00758773839194</c:v>
                </c:pt>
                <c:pt idx="285">
                  <c:v>0.00760552269938</c:v>
                </c:pt>
                <c:pt idx="286">
                  <c:v>0.00762337065424</c:v>
                </c:pt>
                <c:pt idx="287">
                  <c:v>0.00764128256637</c:v>
                </c:pt>
                <c:pt idx="288">
                  <c:v>0.00765925874753</c:v>
                </c:pt>
                <c:pt idx="289">
                  <c:v>0.00767729951143</c:v>
                </c:pt>
                <c:pt idx="290">
                  <c:v>0.00769540517375</c:v>
                </c:pt>
                <c:pt idx="291">
                  <c:v>0.00771357605212</c:v>
                </c:pt>
                <c:pt idx="292">
                  <c:v>0.00773181246616</c:v>
                </c:pt>
                <c:pt idx="293">
                  <c:v>0.00775011473752</c:v>
                </c:pt>
                <c:pt idx="294">
                  <c:v>0.00776848318983</c:v>
                </c:pt>
                <c:pt idx="295">
                  <c:v>0.00778691814878</c:v>
                </c:pt>
                <c:pt idx="296">
                  <c:v>0.00780541994208</c:v>
                </c:pt>
                <c:pt idx="297">
                  <c:v>0.00782398889954</c:v>
                </c:pt>
                <c:pt idx="298">
                  <c:v>0.00784262535303</c:v>
                </c:pt>
                <c:pt idx="299">
                  <c:v>0.00786132963651</c:v>
                </c:pt>
                <c:pt idx="300">
                  <c:v>0.00788010208607</c:v>
                </c:pt>
                <c:pt idx="301">
                  <c:v>0.00789894303992</c:v>
                </c:pt>
                <c:pt idx="302">
                  <c:v>0.00791785283842</c:v>
                </c:pt>
                <c:pt idx="303">
                  <c:v>0.00793683182409</c:v>
                </c:pt>
                <c:pt idx="304">
                  <c:v>0.00795588034163</c:v>
                </c:pt>
                <c:pt idx="305">
                  <c:v>0.00797499873794</c:v>
                </c:pt>
                <c:pt idx="306">
                  <c:v>0.00799418736212</c:v>
                </c:pt>
                <c:pt idx="307">
                  <c:v>0.00801344656552</c:v>
                </c:pt>
                <c:pt idx="308">
                  <c:v>0.00803277670172</c:v>
                </c:pt>
                <c:pt idx="309">
                  <c:v>0.00805217812659</c:v>
                </c:pt>
                <c:pt idx="310">
                  <c:v>0.00807165119827</c:v>
                </c:pt>
                <c:pt idx="311">
                  <c:v>0.0080911962772</c:v>
                </c:pt>
                <c:pt idx="312">
                  <c:v>0.00811081372614</c:v>
                </c:pt>
                <c:pt idx="313">
                  <c:v>0.0081305039102</c:v>
                </c:pt>
                <c:pt idx="314">
                  <c:v>0.00815026719683</c:v>
                </c:pt>
                <c:pt idx="315">
                  <c:v>0.00817010395588</c:v>
                </c:pt>
                <c:pt idx="316">
                  <c:v>0.00819001455957</c:v>
                </c:pt>
                <c:pt idx="317">
                  <c:v>0.00820999938255</c:v>
                </c:pt>
                <c:pt idx="318">
                  <c:v>0.00823005880189</c:v>
                </c:pt>
                <c:pt idx="319">
                  <c:v>0.00825019319714</c:v>
                </c:pt>
                <c:pt idx="320">
                  <c:v>0.00827040295029</c:v>
                </c:pt>
                <c:pt idx="321">
                  <c:v>0.00829068844584</c:v>
                </c:pt>
                <c:pt idx="322">
                  <c:v>0.0083110500708</c:v>
                </c:pt>
                <c:pt idx="323">
                  <c:v>0.0083314882147</c:v>
                </c:pt>
                <c:pt idx="324">
                  <c:v>0.00835200326965</c:v>
                </c:pt>
                <c:pt idx="325">
                  <c:v>0.00837259563032</c:v>
                </c:pt>
                <c:pt idx="326">
                  <c:v>0.00839326569395</c:v>
                </c:pt>
                <c:pt idx="327">
                  <c:v>0.00841401386043</c:v>
                </c:pt>
                <c:pt idx="328">
                  <c:v>0.00843484053228</c:v>
                </c:pt>
                <c:pt idx="329">
                  <c:v>0.00845574611466</c:v>
                </c:pt>
                <c:pt idx="330">
                  <c:v>0.00847673101542</c:v>
                </c:pt>
                <c:pt idx="331">
                  <c:v>0.00849779564512</c:v>
                </c:pt>
                <c:pt idx="332">
                  <c:v>0.00851894041703</c:v>
                </c:pt>
                <c:pt idx="333">
                  <c:v>0.00854016574717</c:v>
                </c:pt>
                <c:pt idx="334">
                  <c:v>0.00856147205433</c:v>
                </c:pt>
                <c:pt idx="335">
                  <c:v>0.00858285976009</c:v>
                </c:pt>
                <c:pt idx="336">
                  <c:v>0.00860432928884</c:v>
                </c:pt>
                <c:pt idx="337">
                  <c:v>0.00862588106782</c:v>
                </c:pt>
                <c:pt idx="338">
                  <c:v>0.0086475155271</c:v>
                </c:pt>
                <c:pt idx="339">
                  <c:v>0.00866923309966</c:v>
                </c:pt>
                <c:pt idx="340">
                  <c:v>0.00869103422139</c:v>
                </c:pt>
                <c:pt idx="341">
                  <c:v>0.00871291933109</c:v>
                </c:pt>
                <c:pt idx="342">
                  <c:v>0.00873488887054</c:v>
                </c:pt>
                <c:pt idx="343">
                  <c:v>0.00875694328447</c:v>
                </c:pt>
                <c:pt idx="344">
                  <c:v>0.00877908302065</c:v>
                </c:pt>
                <c:pt idx="345">
                  <c:v>0.00880130852986</c:v>
                </c:pt>
                <c:pt idx="346">
                  <c:v>0.00882362026593</c:v>
                </c:pt>
                <c:pt idx="347">
                  <c:v>0.00884601868579</c:v>
                </c:pt>
                <c:pt idx="348">
                  <c:v>0.00886850424945</c:v>
                </c:pt>
                <c:pt idx="349">
                  <c:v>0.00889107742009</c:v>
                </c:pt>
                <c:pt idx="350">
                  <c:v>0.00891373866401</c:v>
                </c:pt>
                <c:pt idx="351">
                  <c:v>0.00893648845072</c:v>
                </c:pt>
                <c:pt idx="352">
                  <c:v>0.00895932725294</c:v>
                </c:pt>
                <c:pt idx="353">
                  <c:v>0.00898225554662</c:v>
                </c:pt>
                <c:pt idx="354">
                  <c:v>0.00900527381098</c:v>
                </c:pt>
                <c:pt idx="355">
                  <c:v>0.00902838252854</c:v>
                </c:pt>
                <c:pt idx="356">
                  <c:v>0.00905158218514</c:v>
                </c:pt>
                <c:pt idx="357">
                  <c:v>0.00907487326996</c:v>
                </c:pt>
                <c:pt idx="358">
                  <c:v>0.00909825627558</c:v>
                </c:pt>
                <c:pt idx="359">
                  <c:v>0.00912173169797</c:v>
                </c:pt>
                <c:pt idx="360">
                  <c:v>0.00914530003655</c:v>
                </c:pt>
                <c:pt idx="361">
                  <c:v>0.00916896179419</c:v>
                </c:pt>
                <c:pt idx="362">
                  <c:v>0.00919271747727</c:v>
                </c:pt>
                <c:pt idx="363">
                  <c:v>0.0092165675957</c:v>
                </c:pt>
                <c:pt idx="364">
                  <c:v>0.00924051266293</c:v>
                </c:pt>
                <c:pt idx="365">
                  <c:v>0.009264553196</c:v>
                </c:pt>
                <c:pt idx="366">
                  <c:v>0.00928868971559</c:v>
                </c:pt>
                <c:pt idx="367">
                  <c:v>0.00931292274599</c:v>
                </c:pt>
                <c:pt idx="368">
                  <c:v>0.00933725281521</c:v>
                </c:pt>
                <c:pt idx="369">
                  <c:v>0.00936168045495</c:v>
                </c:pt>
                <c:pt idx="370">
                  <c:v>0.00938620620067</c:v>
                </c:pt>
                <c:pt idx="371">
                  <c:v>0.00941083059157</c:v>
                </c:pt>
                <c:pt idx="372">
                  <c:v>0.00943555417072</c:v>
                </c:pt>
                <c:pt idx="373">
                  <c:v>0.00946037748497</c:v>
                </c:pt>
                <c:pt idx="374">
                  <c:v>0.00948530108511</c:v>
                </c:pt>
                <c:pt idx="375">
                  <c:v>0.00951032552578</c:v>
                </c:pt>
                <c:pt idx="376">
                  <c:v>0.00953545136562</c:v>
                </c:pt>
                <c:pt idx="377">
                  <c:v>0.0095606791672</c:v>
                </c:pt>
                <c:pt idx="378">
                  <c:v>0.00958600949714</c:v>
                </c:pt>
                <c:pt idx="379">
                  <c:v>0.00961144292611</c:v>
                </c:pt>
                <c:pt idx="380">
                  <c:v>0.00963698002884</c:v>
                </c:pt>
                <c:pt idx="381">
                  <c:v>0.0096626213842</c:v>
                </c:pt>
                <c:pt idx="382">
                  <c:v>0.00968836757521</c:v>
                </c:pt>
                <c:pt idx="383">
                  <c:v>0.00971421918911</c:v>
                </c:pt>
                <c:pt idx="384">
                  <c:v>0.00974017681734</c:v>
                </c:pt>
                <c:pt idx="385">
                  <c:v>0.00976624105563</c:v>
                </c:pt>
                <c:pt idx="386">
                  <c:v>0.00979241250402</c:v>
                </c:pt>
                <c:pt idx="387">
                  <c:v>0.00981869176687</c:v>
                </c:pt>
                <c:pt idx="388">
                  <c:v>0.00984507945297</c:v>
                </c:pt>
                <c:pt idx="389">
                  <c:v>0.0098715761755</c:v>
                </c:pt>
                <c:pt idx="390">
                  <c:v>0.00989818255212</c:v>
                </c:pt>
                <c:pt idx="391">
                  <c:v>0.009924899205</c:v>
                </c:pt>
                <c:pt idx="392">
                  <c:v>0.00995172676083</c:v>
                </c:pt>
                <c:pt idx="393">
                  <c:v>0.00997866585093</c:v>
                </c:pt>
                <c:pt idx="394">
                  <c:v>0.0100057171112</c:v>
                </c:pt>
                <c:pt idx="395">
                  <c:v>0.0100328811823</c:v>
                </c:pt>
                <c:pt idx="396">
                  <c:v>0.0100601587094</c:v>
                </c:pt>
                <c:pt idx="397">
                  <c:v>0.0100875503427</c:v>
                </c:pt>
                <c:pt idx="398">
                  <c:v>0.010115056737</c:v>
                </c:pt>
                <c:pt idx="399">
                  <c:v>0.010142678552</c:v>
                </c:pt>
                <c:pt idx="400">
                  <c:v>0.0101704164523</c:v>
                </c:pt>
                <c:pt idx="401">
                  <c:v>0.0101982711074</c:v>
                </c:pt>
                <c:pt idx="402">
                  <c:v>0.0102262431919</c:v>
                </c:pt>
                <c:pt idx="403">
                  <c:v>0.0102543333852</c:v>
                </c:pt>
                <c:pt idx="404">
                  <c:v>0.010282542372</c:v>
                </c:pt>
                <c:pt idx="405">
                  <c:v>0.0103108708419</c:v>
                </c:pt>
                <c:pt idx="406">
                  <c:v>0.0103393194898</c:v>
                </c:pt>
                <c:pt idx="407">
                  <c:v>0.0103678890159</c:v>
                </c:pt>
                <c:pt idx="408">
                  <c:v>0.0103965801254</c:v>
                </c:pt>
                <c:pt idx="409">
                  <c:v>0.010425393529</c:v>
                </c:pt>
                <c:pt idx="410">
                  <c:v>0.0104543299427</c:v>
                </c:pt>
                <c:pt idx="411">
                  <c:v>0.010483390088</c:v>
                </c:pt>
                <c:pt idx="412">
                  <c:v>0.0105125746916</c:v>
                </c:pt>
                <c:pt idx="413">
                  <c:v>0.010541884486</c:v>
                </c:pt>
                <c:pt idx="414">
                  <c:v>0.0105713202092</c:v>
                </c:pt>
                <c:pt idx="415">
                  <c:v>0.0106008826046</c:v>
                </c:pt>
                <c:pt idx="416">
                  <c:v>0.0106305724215</c:v>
                </c:pt>
                <c:pt idx="417">
                  <c:v>0.0106603904148</c:v>
                </c:pt>
                <c:pt idx="418">
                  <c:v>0.0106903373454</c:v>
                </c:pt>
                <c:pt idx="419">
                  <c:v>0.0107204139796</c:v>
                </c:pt>
                <c:pt idx="420">
                  <c:v>0.0107506210899</c:v>
                </c:pt>
                <c:pt idx="421">
                  <c:v>0.0107809594547</c:v>
                </c:pt>
                <c:pt idx="422">
                  <c:v>0.0108114298584</c:v>
                </c:pt>
                <c:pt idx="423">
                  <c:v>0.0108420330913</c:v>
                </c:pt>
                <c:pt idx="424">
                  <c:v>0.0108727699501</c:v>
                </c:pt>
                <c:pt idx="425">
                  <c:v>0.0109036412373</c:v>
                </c:pt>
                <c:pt idx="426">
                  <c:v>0.0109346477619</c:v>
                </c:pt>
                <c:pt idx="427">
                  <c:v>0.0109657903391</c:v>
                </c:pt>
                <c:pt idx="428">
                  <c:v>0.0109970697904</c:v>
                </c:pt>
                <c:pt idx="429">
                  <c:v>0.0110284869439</c:v>
                </c:pt>
                <c:pt idx="430">
                  <c:v>0.011060042634</c:v>
                </c:pt>
                <c:pt idx="431">
                  <c:v>0.0110917377016</c:v>
                </c:pt>
                <c:pt idx="432">
                  <c:v>0.0111235729943</c:v>
                </c:pt>
                <c:pt idx="433">
                  <c:v>0.0111555493663</c:v>
                </c:pt>
                <c:pt idx="434">
                  <c:v>0.0111876676787</c:v>
                </c:pt>
                <c:pt idx="435">
                  <c:v>0.0112199287991</c:v>
                </c:pt>
                <c:pt idx="436">
                  <c:v>0.0112523336022</c:v>
                </c:pt>
                <c:pt idx="437">
                  <c:v>0.0112848829694</c:v>
                </c:pt>
                <c:pt idx="438">
                  <c:v>0.0113175777894</c:v>
                </c:pt>
                <c:pt idx="439">
                  <c:v>0.0113504189577</c:v>
                </c:pt>
                <c:pt idx="440">
                  <c:v>0.011383407377</c:v>
                </c:pt>
                <c:pt idx="441">
                  <c:v>0.0114165439573</c:v>
                </c:pt>
                <c:pt idx="442">
                  <c:v>0.0114498296158</c:v>
                </c:pt>
                <c:pt idx="443">
                  <c:v>0.0114832652769</c:v>
                </c:pt>
                <c:pt idx="444">
                  <c:v>0.0115168518727</c:v>
                </c:pt>
                <c:pt idx="445">
                  <c:v>0.0115505903426</c:v>
                </c:pt>
                <c:pt idx="446">
                  <c:v>0.0115844816336</c:v>
                </c:pt>
                <c:pt idx="447">
                  <c:v>0.0116185267003</c:v>
                </c:pt>
                <c:pt idx="448">
                  <c:v>0.0116527265053</c:v>
                </c:pt>
                <c:pt idx="449">
                  <c:v>0.0116870820186</c:v>
                </c:pt>
                <c:pt idx="450">
                  <c:v>0.0117215942182</c:v>
                </c:pt>
                <c:pt idx="451">
                  <c:v>0.0117562640903</c:v>
                </c:pt>
                <c:pt idx="452">
                  <c:v>0.0117910926287</c:v>
                </c:pt>
                <c:pt idx="453">
                  <c:v>0.0118260808357</c:v>
                </c:pt>
                <c:pt idx="454">
                  <c:v>0.0118612297216</c:v>
                </c:pt>
                <c:pt idx="455">
                  <c:v>0.011896540305</c:v>
                </c:pt>
                <c:pt idx="456">
                  <c:v>0.0119320136129</c:v>
                </c:pt>
                <c:pt idx="457">
                  <c:v>0.0119676506807</c:v>
                </c:pt>
                <c:pt idx="458">
                  <c:v>0.0120034525524</c:v>
                </c:pt>
                <c:pt idx="459">
                  <c:v>0.0120394202806</c:v>
                </c:pt>
                <c:pt idx="460">
                  <c:v>0.0120755549266</c:v>
                </c:pt>
                <c:pt idx="461">
                  <c:v>0.0121118575605</c:v>
                </c:pt>
                <c:pt idx="462">
                  <c:v>0.0121483292612</c:v>
                </c:pt>
                <c:pt idx="463">
                  <c:v>0.0121849711168</c:v>
                </c:pt>
                <c:pt idx="464">
                  <c:v>0.0122217842242</c:v>
                </c:pt>
                <c:pt idx="465">
                  <c:v>0.0122587696896</c:v>
                </c:pt>
                <c:pt idx="466">
                  <c:v>0.0122959286286</c:v>
                </c:pt>
                <c:pt idx="467">
                  <c:v>0.012333262166</c:v>
                </c:pt>
                <c:pt idx="468">
                  <c:v>0.0123707714359</c:v>
                </c:pt>
                <c:pt idx="469">
                  <c:v>0.0124084575824</c:v>
                </c:pt>
                <c:pt idx="470">
                  <c:v>0.0124463217588</c:v>
                </c:pt>
                <c:pt idx="471">
                  <c:v>0.0124843651283</c:v>
                </c:pt>
                <c:pt idx="472">
                  <c:v>0.0125225888642</c:v>
                </c:pt>
                <c:pt idx="473">
                  <c:v>0.0125609941494</c:v>
                </c:pt>
                <c:pt idx="474">
                  <c:v>0.012599582177</c:v>
                </c:pt>
                <c:pt idx="475">
                  <c:v>0.0126383541503</c:v>
                </c:pt>
                <c:pt idx="476">
                  <c:v>0.012677311283</c:v>
                </c:pt>
                <c:pt idx="477">
                  <c:v>0.0127164547989</c:v>
                </c:pt>
                <c:pt idx="478">
                  <c:v>0.0127557859325</c:v>
                </c:pt>
                <c:pt idx="479">
                  <c:v>0.0127953059289</c:v>
                </c:pt>
                <c:pt idx="480">
                  <c:v>0.0128350160438</c:v>
                </c:pt>
                <c:pt idx="481">
                  <c:v>0.0128749175438</c:v>
                </c:pt>
                <c:pt idx="482">
                  <c:v>0.0129150117065</c:v>
                </c:pt>
                <c:pt idx="483">
                  <c:v>0.0129552998206</c:v>
                </c:pt>
                <c:pt idx="484">
                  <c:v>0.0129957831858</c:v>
                </c:pt>
                <c:pt idx="485">
                  <c:v>0.0130364631132</c:v>
                </c:pt>
                <c:pt idx="486">
                  <c:v>0.0130773409254</c:v>
                </c:pt>
                <c:pt idx="487">
                  <c:v>0.0131184179566</c:v>
                </c:pt>
                <c:pt idx="488">
                  <c:v>0.0131596955524</c:v>
                </c:pt>
                <c:pt idx="489">
                  <c:v>0.0132011750705</c:v>
                </c:pt>
                <c:pt idx="490">
                  <c:v>0.0132428578804</c:v>
                </c:pt>
                <c:pt idx="491">
                  <c:v>0.0132847453635</c:v>
                </c:pt>
                <c:pt idx="492">
                  <c:v>0.0133268389138</c:v>
                </c:pt>
                <c:pt idx="493">
                  <c:v>0.0133691399373</c:v>
                </c:pt>
                <c:pt idx="494">
                  <c:v>0.0134116498525</c:v>
                </c:pt>
                <c:pt idx="495">
                  <c:v>0.0134543700905</c:v>
                </c:pt>
                <c:pt idx="496">
                  <c:v>0.0134973020953</c:v>
                </c:pt>
                <c:pt idx="497">
                  <c:v>0.0135404473236</c:v>
                </c:pt>
                <c:pt idx="498">
                  <c:v>0.0135838072451</c:v>
                </c:pt>
                <c:pt idx="499">
                  <c:v>0.0136273833429</c:v>
                </c:pt>
                <c:pt idx="500">
                  <c:v>0.013671177113</c:v>
                </c:pt>
                <c:pt idx="501">
                  <c:v>0.0137151900653</c:v>
                </c:pt>
                <c:pt idx="502">
                  <c:v>0.0137594237229</c:v>
                </c:pt>
                <c:pt idx="503">
                  <c:v>0.013803879623</c:v>
                </c:pt>
                <c:pt idx="504">
                  <c:v>0.0138485593164</c:v>
                </c:pt>
                <c:pt idx="505">
                  <c:v>0.0138934643683</c:v>
                </c:pt>
                <c:pt idx="506">
                  <c:v>0.0139385963577</c:v>
                </c:pt>
                <c:pt idx="507">
                  <c:v>0.0139839568785</c:v>
                </c:pt>
                <c:pt idx="508">
                  <c:v>0.0140295475386</c:v>
                </c:pt>
                <c:pt idx="509">
                  <c:v>0.014075369961</c:v>
                </c:pt>
                <c:pt idx="510">
                  <c:v>0.0141214257833</c:v>
                </c:pt>
                <c:pt idx="511">
                  <c:v>0.0141677166585</c:v>
                </c:pt>
                <c:pt idx="512">
                  <c:v>0.0142142442543</c:v>
                </c:pt>
                <c:pt idx="513">
                  <c:v>0.0142610102543</c:v>
                </c:pt>
                <c:pt idx="514">
                  <c:v>0.0143080163574</c:v>
                </c:pt>
                <c:pt idx="515">
                  <c:v>0.0143552642781</c:v>
                </c:pt>
                <c:pt idx="516">
                  <c:v>0.0144027557471</c:v>
                </c:pt>
                <c:pt idx="517">
                  <c:v>0.014450492511</c:v>
                </c:pt>
                <c:pt idx="518">
                  <c:v>0.0144984763328</c:v>
                </c:pt>
                <c:pt idx="519">
                  <c:v>0.0145467089919</c:v>
                </c:pt>
                <c:pt idx="520">
                  <c:v>0.0145951922843</c:v>
                </c:pt>
                <c:pt idx="521">
                  <c:v>0.0146439280231</c:v>
                </c:pt>
                <c:pt idx="522">
                  <c:v>0.0146929180382</c:v>
                </c:pt>
                <c:pt idx="523">
                  <c:v>0.0147421641767</c:v>
                </c:pt>
                <c:pt idx="524">
                  <c:v>0.0147916683034</c:v>
                </c:pt>
                <c:pt idx="525">
                  <c:v>0.0148414323005</c:v>
                </c:pt>
                <c:pt idx="526">
                  <c:v>0.0148914580682</c:v>
                </c:pt>
                <c:pt idx="527">
                  <c:v>0.0149417475247</c:v>
                </c:pt>
                <c:pt idx="528">
                  <c:v>0.0149923026065</c:v>
                </c:pt>
                <c:pt idx="529">
                  <c:v>0.0150431252685</c:v>
                </c:pt>
                <c:pt idx="530">
                  <c:v>0.0150942174843</c:v>
                </c:pt>
                <c:pt idx="531">
                  <c:v>0.0151455812467</c:v>
                </c:pt>
                <c:pt idx="532">
                  <c:v>0.0151972185672</c:v>
                </c:pt>
                <c:pt idx="533">
                  <c:v>0.0152491314769</c:v>
                </c:pt>
                <c:pt idx="534">
                  <c:v>0.0153013220266</c:v>
                </c:pt>
                <c:pt idx="535">
                  <c:v>0.0153537922867</c:v>
                </c:pt>
                <c:pt idx="536">
                  <c:v>0.0154065443479</c:v>
                </c:pt>
                <c:pt idx="537">
                  <c:v>0.0154595803209</c:v>
                </c:pt>
                <c:pt idx="538">
                  <c:v>0.0155129023373</c:v>
                </c:pt>
                <c:pt idx="539">
                  <c:v>0.0155665125491</c:v>
                </c:pt>
                <c:pt idx="540">
                  <c:v>0.0156204131298</c:v>
                </c:pt>
                <c:pt idx="541">
                  <c:v>0.0156746062737</c:v>
                </c:pt>
                <c:pt idx="542">
                  <c:v>0.015729094197</c:v>
                </c:pt>
                <c:pt idx="543">
                  <c:v>0.0157838791375</c:v>
                </c:pt>
                <c:pt idx="544">
                  <c:v>0.0158389633553</c:v>
                </c:pt>
                <c:pt idx="545">
                  <c:v>0.0158943491325</c:v>
                </c:pt>
                <c:pt idx="546">
                  <c:v>0.015950038774</c:v>
                </c:pt>
                <c:pt idx="547">
                  <c:v>0.0160060346076</c:v>
                </c:pt>
                <c:pt idx="548">
                  <c:v>0.0160623389842</c:v>
                </c:pt>
                <c:pt idx="549">
                  <c:v>0.0161189542781</c:v>
                </c:pt>
                <c:pt idx="550">
                  <c:v>0.0161758828873</c:v>
                </c:pt>
                <c:pt idx="551">
                  <c:v>0.0162331272339</c:v>
                </c:pt>
                <c:pt idx="552">
                  <c:v>0.0162906897643</c:v>
                </c:pt>
                <c:pt idx="553">
                  <c:v>0.0163485729494</c:v>
                </c:pt>
                <c:pt idx="554">
                  <c:v>0.0164067792849</c:v>
                </c:pt>
                <c:pt idx="555">
                  <c:v>0.0164653112921</c:v>
                </c:pt>
                <c:pt idx="556">
                  <c:v>0.0165241715173</c:v>
                </c:pt>
                <c:pt idx="557">
                  <c:v>0.0165833625331</c:v>
                </c:pt>
                <c:pt idx="558">
                  <c:v>0.0166428869378</c:v>
                </c:pt>
                <c:pt idx="559">
                  <c:v>0.0167027473564</c:v>
                </c:pt>
                <c:pt idx="560">
                  <c:v>0.0167629464409</c:v>
                </c:pt>
                <c:pt idx="561">
                  <c:v>0.0168234868699</c:v>
                </c:pt>
                <c:pt idx="562">
                  <c:v>0.0168843713499</c:v>
                </c:pt>
                <c:pt idx="563">
                  <c:v>0.0169456026149</c:v>
                </c:pt>
                <c:pt idx="564">
                  <c:v>0.0170071834274</c:v>
                </c:pt>
                <c:pt idx="565">
                  <c:v>0.0170691165781</c:v>
                </c:pt>
                <c:pt idx="566">
                  <c:v>0.0171314048866</c:v>
                </c:pt>
                <c:pt idx="567">
                  <c:v>0.0171940512017</c:v>
                </c:pt>
                <c:pt idx="568">
                  <c:v>0.0172570584019</c:v>
                </c:pt>
                <c:pt idx="569">
                  <c:v>0.0173204293955</c:v>
                </c:pt>
                <c:pt idx="570">
                  <c:v>0.0173841671212</c:v>
                </c:pt>
                <c:pt idx="571">
                  <c:v>0.0174482745484</c:v>
                </c:pt>
                <c:pt idx="572">
                  <c:v>0.0175127546776</c:v>
                </c:pt>
                <c:pt idx="573">
                  <c:v>0.0175776105406</c:v>
                </c:pt>
                <c:pt idx="574">
                  <c:v>0.0176428452014</c:v>
                </c:pt>
                <c:pt idx="575">
                  <c:v>0.017708461756</c:v>
                </c:pt>
                <c:pt idx="576">
                  <c:v>0.0177744633331</c:v>
                </c:pt>
                <c:pt idx="577">
                  <c:v>0.0178408530947</c:v>
                </c:pt>
                <c:pt idx="578">
                  <c:v>0.0179076342361</c:v>
                </c:pt>
                <c:pt idx="579">
                  <c:v>0.0179748099866</c:v>
                </c:pt>
                <c:pt idx="580">
                  <c:v>0.0180423836099</c:v>
                </c:pt>
                <c:pt idx="581">
                  <c:v>0.0181103584045</c:v>
                </c:pt>
                <c:pt idx="582">
                  <c:v>0.0181787377042</c:v>
                </c:pt>
                <c:pt idx="583">
                  <c:v>0.0182475248784</c:v>
                </c:pt>
                <c:pt idx="584">
                  <c:v>0.0183167233325</c:v>
                </c:pt>
                <c:pt idx="585">
                  <c:v>0.018386336509</c:v>
                </c:pt>
                <c:pt idx="586">
                  <c:v>0.0184563678869</c:v>
                </c:pt>
                <c:pt idx="587">
                  <c:v>0.0185268209832</c:v>
                </c:pt>
                <c:pt idx="588">
                  <c:v>0.0185976993526</c:v>
                </c:pt>
                <c:pt idx="589">
                  <c:v>0.0186690065885</c:v>
                </c:pt>
                <c:pt idx="590">
                  <c:v>0.0187407463232</c:v>
                </c:pt>
                <c:pt idx="591">
                  <c:v>0.0188129222287</c:v>
                </c:pt>
                <c:pt idx="592">
                  <c:v>0.0188855380168</c:v>
                </c:pt>
                <c:pt idx="593">
                  <c:v>0.0189585974399</c:v>
                </c:pt>
                <c:pt idx="594">
                  <c:v>0.0190321042915</c:v>
                </c:pt>
                <c:pt idx="595">
                  <c:v>0.0191060624064</c:v>
                </c:pt>
                <c:pt idx="596">
                  <c:v>0.019180475662</c:v>
                </c:pt>
                <c:pt idx="597">
                  <c:v>0.0192553479778</c:v>
                </c:pt>
                <c:pt idx="598">
                  <c:v>0.0193306833168</c:v>
                </c:pt>
                <c:pt idx="599">
                  <c:v>0.0194064856857</c:v>
                </c:pt>
                <c:pt idx="600">
                  <c:v>0.0194827591356</c:v>
                </c:pt>
                <c:pt idx="601">
                  <c:v>0.0195595077621</c:v>
                </c:pt>
                <c:pt idx="602">
                  <c:v>0.0196367357066</c:v>
                </c:pt>
                <c:pt idx="603">
                  <c:v>0.0197144471565</c:v>
                </c:pt>
                <c:pt idx="604">
                  <c:v>0.0197926463456</c:v>
                </c:pt>
                <c:pt idx="605">
                  <c:v>0.0198713375551</c:v>
                </c:pt>
                <c:pt idx="606">
                  <c:v>0.0199505251141</c:v>
                </c:pt>
                <c:pt idx="607">
                  <c:v>0.0200302133998</c:v>
                </c:pt>
                <c:pt idx="608">
                  <c:v>0.0201104068388</c:v>
                </c:pt>
                <c:pt idx="609">
                  <c:v>0.0201911099073</c:v>
                </c:pt>
                <c:pt idx="610">
                  <c:v>0.0202723271316</c:v>
                </c:pt>
                <c:pt idx="611">
                  <c:v>0.0203540630892</c:v>
                </c:pt>
                <c:pt idx="612">
                  <c:v>0.0204363224092</c:v>
                </c:pt>
                <c:pt idx="613">
                  <c:v>0.0205191097728</c:v>
                </c:pt>
                <c:pt idx="614">
                  <c:v>0.0206024299144</c:v>
                </c:pt>
                <c:pt idx="615">
                  <c:v>0.0206862876217</c:v>
                </c:pt>
                <c:pt idx="616">
                  <c:v>0.0207706877369</c:v>
                </c:pt>
                <c:pt idx="617">
                  <c:v>0.0208556351571</c:v>
                </c:pt>
                <c:pt idx="618">
                  <c:v>0.0209411348352</c:v>
                </c:pt>
                <c:pt idx="619">
                  <c:v>0.0210271917802</c:v>
                </c:pt>
                <c:pt idx="620">
                  <c:v>0.0211138110586</c:v>
                </c:pt>
                <c:pt idx="621">
                  <c:v>0.0212009977944</c:v>
                </c:pt>
                <c:pt idx="622">
                  <c:v>0.0212887571702</c:v>
                </c:pt>
                <c:pt idx="623">
                  <c:v>0.021377094428</c:v>
                </c:pt>
                <c:pt idx="624">
                  <c:v>0.0214660148697</c:v>
                </c:pt>
                <c:pt idx="625">
                  <c:v>0.021555523858</c:v>
                </c:pt>
                <c:pt idx="626">
                  <c:v>0.0216456268171</c:v>
                </c:pt>
                <c:pt idx="627">
                  <c:v>0.0217363292336</c:v>
                </c:pt>
                <c:pt idx="628">
                  <c:v>0.021827636657</c:v>
                </c:pt>
                <c:pt idx="629">
                  <c:v>0.0219195547008</c:v>
                </c:pt>
                <c:pt idx="630">
                  <c:v>0.0220120890431</c:v>
                </c:pt>
                <c:pt idx="631">
                  <c:v>0.0221052454274</c:v>
                </c:pt>
                <c:pt idx="632">
                  <c:v>0.0221990296633</c:v>
                </c:pt>
                <c:pt idx="633">
                  <c:v>0.0222934476277</c:v>
                </c:pt>
                <c:pt idx="634">
                  <c:v>0.022388505265</c:v>
                </c:pt>
                <c:pt idx="635">
                  <c:v>0.0224842085886</c:v>
                </c:pt>
                <c:pt idx="636">
                  <c:v>0.0225805636812</c:v>
                </c:pt>
                <c:pt idx="637">
                  <c:v>0.0226775766958</c:v>
                </c:pt>
                <c:pt idx="638">
                  <c:v>0.0227752538566</c:v>
                </c:pt>
                <c:pt idx="639">
                  <c:v>0.0228736014599</c:v>
                </c:pt>
                <c:pt idx="640">
                  <c:v>0.0229726258747</c:v>
                </c:pt>
                <c:pt idx="641">
                  <c:v>0.0230723335437</c:v>
                </c:pt>
                <c:pt idx="642">
                  <c:v>0.0231727309842</c:v>
                </c:pt>
                <c:pt idx="643">
                  <c:v>0.023273824789</c:v>
                </c:pt>
                <c:pt idx="644">
                  <c:v>0.0233756216269</c:v>
                </c:pt>
                <c:pt idx="645">
                  <c:v>0.023478128244</c:v>
                </c:pt>
                <c:pt idx="646">
                  <c:v>0.0235813514646</c:v>
                </c:pt>
                <c:pt idx="647">
                  <c:v>0.0236852981916</c:v>
                </c:pt>
                <c:pt idx="648">
                  <c:v>0.0237899754078</c:v>
                </c:pt>
                <c:pt idx="649">
                  <c:v>0.0238953901765</c:v>
                </c:pt>
                <c:pt idx="650">
                  <c:v>0.0240015496427</c:v>
                </c:pt>
                <c:pt idx="651">
                  <c:v>0.0241084610336</c:v>
                </c:pt>
                <c:pt idx="652">
                  <c:v>0.0242161316599</c:v>
                </c:pt>
                <c:pt idx="653">
                  <c:v>0.0243245689161</c:v>
                </c:pt>
                <c:pt idx="654">
                  <c:v>0.024433780282</c:v>
                </c:pt>
                <c:pt idx="655">
                  <c:v>0.0245437733232</c:v>
                </c:pt>
                <c:pt idx="656">
                  <c:v>0.024654555692</c:v>
                </c:pt>
                <c:pt idx="657">
                  <c:v>0.0247661351284</c:v>
                </c:pt>
                <c:pt idx="658">
                  <c:v>0.0248785194607</c:v>
                </c:pt>
                <c:pt idx="659">
                  <c:v>0.0249917166069</c:v>
                </c:pt>
                <c:pt idx="660">
                  <c:v>0.0251057345748</c:v>
                </c:pt>
                <c:pt idx="661">
                  <c:v>0.0252205814634</c:v>
                </c:pt>
                <c:pt idx="662">
                  <c:v>0.0253362654636</c:v>
                </c:pt>
                <c:pt idx="663">
                  <c:v>0.0254527948587</c:v>
                </c:pt>
                <c:pt idx="664">
                  <c:v>0.0255701780259</c:v>
                </c:pt>
                <c:pt idx="665">
                  <c:v>0.0256884234363</c:v>
                </c:pt>
                <c:pt idx="666">
                  <c:v>0.0258075396563</c:v>
                </c:pt>
                <c:pt idx="667">
                  <c:v>0.0259275353481</c:v>
                </c:pt>
                <c:pt idx="668">
                  <c:v>0.0260484192703</c:v>
                </c:pt>
                <c:pt idx="669">
                  <c:v>0.0261702002791</c:v>
                </c:pt>
                <c:pt idx="670">
                  <c:v>0.0262928873285</c:v>
                </c:pt>
                <c:pt idx="671">
                  <c:v>0.0264164894714</c:v>
                </c:pt>
                <c:pt idx="672">
                  <c:v>0.0265410158599</c:v>
                </c:pt>
                <c:pt idx="673">
                  <c:v>0.0266664757465</c:v>
                </c:pt>
                <c:pt idx="674">
                  <c:v>0.026792878484</c:v>
                </c:pt>
                <c:pt idx="675">
                  <c:v>0.0269202335265</c:v>
                </c:pt>
                <c:pt idx="676">
                  <c:v>0.0270485504301</c:v>
                </c:pt>
                <c:pt idx="677">
                  <c:v>0.0271778388532</c:v>
                </c:pt>
                <c:pt idx="678">
                  <c:v>0.0273081085568</c:v>
                </c:pt>
                <c:pt idx="679">
                  <c:v>0.0274393694054</c:v>
                </c:pt>
                <c:pt idx="680">
                  <c:v>0.0275716313671</c:v>
                </c:pt>
                <c:pt idx="681">
                  <c:v>0.0277049045141</c:v>
                </c:pt>
                <c:pt idx="682">
                  <c:v>0.0278391990229</c:v>
                </c:pt>
                <c:pt idx="683">
                  <c:v>0.0279745251746</c:v>
                </c:pt>
                <c:pt idx="684">
                  <c:v>0.0281108933553</c:v>
                </c:pt>
                <c:pt idx="685">
                  <c:v>0.028248314056</c:v>
                </c:pt>
                <c:pt idx="686">
                  <c:v>0.028386797873</c:v>
                </c:pt>
                <c:pt idx="687">
                  <c:v>0.0285263555076</c:v>
                </c:pt>
                <c:pt idx="688">
                  <c:v>0.0286669977661</c:v>
                </c:pt>
                <c:pt idx="689">
                  <c:v>0.0288087355603</c:v>
                </c:pt>
                <c:pt idx="690">
                  <c:v>0.0289515799065</c:v>
                </c:pt>
                <c:pt idx="691">
                  <c:v>0.0290955419258</c:v>
                </c:pt>
                <c:pt idx="692">
                  <c:v>0.0292406328435</c:v>
                </c:pt>
                <c:pt idx="693">
                  <c:v>0.0293868639889</c:v>
                </c:pt>
                <c:pt idx="694">
                  <c:v>0.0295342467947</c:v>
                </c:pt>
                <c:pt idx="695">
                  <c:v>0.0296827927964</c:v>
                </c:pt>
                <c:pt idx="696">
                  <c:v>0.0298325136314</c:v>
                </c:pt>
                <c:pt idx="697">
                  <c:v>0.0299834210387</c:v>
                </c:pt>
                <c:pt idx="698">
                  <c:v>0.0301355268575</c:v>
                </c:pt>
                <c:pt idx="699">
                  <c:v>0.0302888430263</c:v>
                </c:pt>
                <c:pt idx="700">
                  <c:v>0.0304433815819</c:v>
                </c:pt>
                <c:pt idx="701">
                  <c:v>0.0305991546579</c:v>
                </c:pt>
                <c:pt idx="702">
                  <c:v>0.0307561744836</c:v>
                </c:pt>
                <c:pt idx="703">
                  <c:v>0.0309144533819</c:v>
                </c:pt>
                <c:pt idx="704">
                  <c:v>0.0310740037683</c:v>
                </c:pt>
                <c:pt idx="705">
                  <c:v>0.0312348381483</c:v>
                </c:pt>
                <c:pt idx="706">
                  <c:v>0.0313969691162</c:v>
                </c:pt>
                <c:pt idx="707">
                  <c:v>0.0315604093522</c:v>
                </c:pt>
                <c:pt idx="708">
                  <c:v>0.0317251716203</c:v>
                </c:pt>
                <c:pt idx="709">
                  <c:v>0.031891268766</c:v>
                </c:pt>
                <c:pt idx="710">
                  <c:v>0.0320587137133</c:v>
                </c:pt>
                <c:pt idx="711">
                  <c:v>0.0322275194617</c:v>
                </c:pt>
                <c:pt idx="712">
                  <c:v>0.0323976990835</c:v>
                </c:pt>
                <c:pt idx="713">
                  <c:v>0.03256926572</c:v>
                </c:pt>
                <c:pt idx="714">
                  <c:v>0.0327422325782</c:v>
                </c:pt>
                <c:pt idx="715">
                  <c:v>0.032916612927</c:v>
                </c:pt>
                <c:pt idx="716">
                  <c:v>0.0330924200931</c:v>
                </c:pt>
                <c:pt idx="717">
                  <c:v>0.0332696674568</c:v>
                </c:pt>
                <c:pt idx="718">
                  <c:v>0.0334483684475</c:v>
                </c:pt>
                <c:pt idx="719">
                  <c:v>0.0336285365386</c:v>
                </c:pt>
                <c:pt idx="720">
                  <c:v>0.0338101852431</c:v>
                </c:pt>
                <c:pt idx="721">
                  <c:v>0.0339933281076</c:v>
                </c:pt>
                <c:pt idx="722">
                  <c:v>0.0341779787071</c:v>
                </c:pt>
                <c:pt idx="723">
                  <c:v>0.0343641506388</c:v>
                </c:pt>
                <c:pt idx="724">
                  <c:v>0.0345518575161</c:v>
                </c:pt>
                <c:pt idx="725">
                  <c:v>0.0347411129618</c:v>
                </c:pt>
                <c:pt idx="726">
                  <c:v>0.0349319306016</c:v>
                </c:pt>
                <c:pt idx="727">
                  <c:v>0.0351243240565</c:v>
                </c:pt>
                <c:pt idx="728">
                  <c:v>0.0353183069352</c:v>
                </c:pt>
                <c:pt idx="729">
                  <c:v>0.0355138928269</c:v>
                </c:pt>
                <c:pt idx="730">
                  <c:v>0.0357110952921</c:v>
                </c:pt>
                <c:pt idx="731">
                  <c:v>0.0359099278547</c:v>
                </c:pt>
                <c:pt idx="732">
                  <c:v>0.0361104039924</c:v>
                </c:pt>
                <c:pt idx="733">
                  <c:v>0.0363125371279</c:v>
                </c:pt>
                <c:pt idx="734">
                  <c:v>0.0365163406187</c:v>
                </c:pt>
                <c:pt idx="735">
                  <c:v>0.0367218277471</c:v>
                </c:pt>
                <c:pt idx="736">
                  <c:v>0.0369290117096</c:v>
                </c:pt>
                <c:pt idx="737">
                  <c:v>0.037137905606</c:v>
                </c:pt>
                <c:pt idx="738">
                  <c:v>0.0373485224277</c:v>
                </c:pt>
                <c:pt idx="739">
                  <c:v>0.0375608750464</c:v>
                </c:pt>
                <c:pt idx="740">
                  <c:v>0.0377749762015</c:v>
                </c:pt>
                <c:pt idx="741">
                  <c:v>0.0379908384876</c:v>
                </c:pt>
                <c:pt idx="742">
                  <c:v>0.0382084743415</c:v>
                </c:pt>
                <c:pt idx="743">
                  <c:v>0.0384278960286</c:v>
                </c:pt>
                <c:pt idx="744">
                  <c:v>0.0386491156291</c:v>
                </c:pt>
                <c:pt idx="745">
                  <c:v>0.0388721450238</c:v>
                </c:pt>
                <c:pt idx="746">
                  <c:v>0.0390969958791</c:v>
                </c:pt>
                <c:pt idx="747">
                  <c:v>0.0393236796324</c:v>
                </c:pt>
                <c:pt idx="748">
                  <c:v>0.0395522074761</c:v>
                </c:pt>
                <c:pt idx="749">
                  <c:v>0.0397825903419</c:v>
                </c:pt>
                <c:pt idx="750">
                  <c:v>0.0400148388848</c:v>
                </c:pt>
                <c:pt idx="751">
                  <c:v>0.0402489634661</c:v>
                </c:pt>
                <c:pt idx="752">
                  <c:v>0.0404849741368</c:v>
                </c:pt>
                <c:pt idx="753">
                  <c:v>0.0407228806202</c:v>
                </c:pt>
                <c:pt idx="754">
                  <c:v>0.0409626922943</c:v>
                </c:pt>
                <c:pt idx="755">
                  <c:v>0.041204418174</c:v>
                </c:pt>
                <c:pt idx="756">
                  <c:v>0.0414480668932</c:v>
                </c:pt>
                <c:pt idx="757">
                  <c:v>0.0416936466862</c:v>
                </c:pt>
                <c:pt idx="758">
                  <c:v>0.0419411653696</c:v>
                </c:pt>
                <c:pt idx="759">
                  <c:v>0.0421906303231</c:v>
                </c:pt>
                <c:pt idx="760">
                  <c:v>0.0424420484716</c:v>
                </c:pt>
                <c:pt idx="761">
                  <c:v>0.0426954262655</c:v>
                </c:pt>
                <c:pt idx="762">
                  <c:v>0.0429507696626</c:v>
                </c:pt>
                <c:pt idx="763">
                  <c:v>0.0432080841089</c:v>
                </c:pt>
                <c:pt idx="764">
                  <c:v>0.04346737452</c:v>
                </c:pt>
                <c:pt idx="765">
                  <c:v>0.0437286452627</c:v>
                </c:pt>
                <c:pt idx="766">
                  <c:v>0.0439919001364</c:v>
                </c:pt>
                <c:pt idx="767">
                  <c:v>0.0442571423552</c:v>
                </c:pt>
                <c:pt idx="768">
                  <c:v>0.0445243745299</c:v>
                </c:pt>
                <c:pt idx="769">
                  <c:v>0.044793598651</c:v>
                </c:pt>
                <c:pt idx="770">
                  <c:v>0.0450648160718</c:v>
                </c:pt>
                <c:pt idx="771">
                  <c:v>0.0453380274918</c:v>
                </c:pt>
                <c:pt idx="772">
                  <c:v>0.0456132329414</c:v>
                </c:pt>
                <c:pt idx="773">
                  <c:v>0.0458904317671</c:v>
                </c:pt>
                <c:pt idx="774">
                  <c:v>0.0461696226172</c:v>
                </c:pt>
                <c:pt idx="775">
                  <c:v>0.0464508034289</c:v>
                </c:pt>
                <c:pt idx="776">
                  <c:v>0.0467339714161</c:v>
                </c:pt>
                <c:pt idx="777">
                  <c:v>0.0470191230588</c:v>
                </c:pt>
                <c:pt idx="778">
                  <c:v>0.0473062540931</c:v>
                </c:pt>
                <c:pt idx="779">
                  <c:v>0.047595359503</c:v>
                </c:pt>
                <c:pt idx="780">
                  <c:v>0.0478864335137</c:v>
                </c:pt>
                <c:pt idx="781">
                  <c:v>0.0481794695862</c:v>
                </c:pt>
                <c:pt idx="782">
                  <c:v>0.0484744604139</c:v>
                </c:pt>
                <c:pt idx="783">
                  <c:v>0.0487713979206</c:v>
                </c:pt>
                <c:pt idx="784">
                  <c:v>0.0490702732609</c:v>
                </c:pt>
                <c:pt idx="785">
                  <c:v>0.0493710768224</c:v>
                </c:pt>
                <c:pt idx="786">
                  <c:v>0.04967379823</c:v>
                </c:pt>
                <c:pt idx="787">
                  <c:v>0.0499784263527</c:v>
                </c:pt>
                <c:pt idx="788">
                  <c:v>0.0502849493126</c:v>
                </c:pt>
                <c:pt idx="789">
                  <c:v>0.0505933544964</c:v>
                </c:pt>
                <c:pt idx="790">
                  <c:v>0.0509036285697</c:v>
                </c:pt>
                <c:pt idx="791">
                  <c:v>0.0512157574938</c:v>
                </c:pt>
                <c:pt idx="792">
                  <c:v>0.0515297265455</c:v>
                </c:pt>
                <c:pt idx="793">
                  <c:v>0.0518455203396</c:v>
                </c:pt>
                <c:pt idx="794">
                  <c:v>0.0521631228545</c:v>
                </c:pt>
                <c:pt idx="795">
                  <c:v>0.052482517461</c:v>
                </c:pt>
                <c:pt idx="796">
                  <c:v>0.052803686954</c:v>
                </c:pt>
                <c:pt idx="797">
                  <c:v>0.0531266135876</c:v>
                </c:pt>
                <c:pt idx="798">
                  <c:v>0.0534512791134</c:v>
                </c:pt>
                <c:pt idx="799">
                  <c:v>0.0537776648219</c:v>
                </c:pt>
                <c:pt idx="800">
                  <c:v>0.0541057515878</c:v>
                </c:pt>
                <c:pt idx="801">
                  <c:v>0.0544355199178</c:v>
                </c:pt>
                <c:pt idx="802">
                  <c:v>0.0547669500028</c:v>
                </c:pt>
                <c:pt idx="803">
                  <c:v>0.0551000217722</c:v>
                </c:pt>
                <c:pt idx="804">
                  <c:v>0.0554347149529</c:v>
                </c:pt>
                <c:pt idx="805">
                  <c:v>0.0557710091304</c:v>
                </c:pt>
                <c:pt idx="806">
                  <c:v>0.0561088838138</c:v>
                </c:pt>
                <c:pt idx="807">
                  <c:v>0.0564483185037</c:v>
                </c:pt>
                <c:pt idx="808">
                  <c:v>0.0567892927635</c:v>
                </c:pt>
                <c:pt idx="809">
                  <c:v>0.057131786293</c:v>
                </c:pt>
                <c:pt idx="810">
                  <c:v>0.0574757790057</c:v>
                </c:pt>
                <c:pt idx="811">
                  <c:v>0.0578212511082</c:v>
                </c:pt>
                <c:pt idx="812">
                  <c:v>0.0581681831824</c:v>
                </c:pt>
                <c:pt idx="813">
                  <c:v>0.0585165562699</c:v>
                </c:pt>
                <c:pt idx="814">
                  <c:v>0.058866351959</c:v>
                </c:pt>
                <c:pt idx="815">
                  <c:v>0.0592175524733</c:v>
                </c:pt>
                <c:pt idx="816">
                  <c:v>0.0595701407623</c:v>
                </c:pt>
                <c:pt idx="817">
                  <c:v>0.059924100593</c:v>
                </c:pt>
                <c:pt idx="818">
                  <c:v>0.0602794166441</c:v>
                </c:pt>
                <c:pt idx="819">
                  <c:v>0.0606360745998</c:v>
                </c:pt>
                <c:pt idx="820">
                  <c:v>0.0609940612448</c:v>
                </c:pt>
                <c:pt idx="821">
                  <c:v>0.0613533645606</c:v>
                </c:pt>
                <c:pt idx="822">
                  <c:v>0.0617139738204</c:v>
                </c:pt>
                <c:pt idx="823">
                  <c:v>0.0620758796856</c:v>
                </c:pt>
                <c:pt idx="824">
                  <c:v>0.0624390743003</c:v>
                </c:pt>
                <c:pt idx="825">
                  <c:v>0.0628035513863</c:v>
                </c:pt>
                <c:pt idx="826">
                  <c:v>0.063169306336</c:v>
                </c:pt>
                <c:pt idx="827">
                  <c:v>0.0635363363046</c:v>
                </c:pt>
                <c:pt idx="828">
                  <c:v>0.0639046403004</c:v>
                </c:pt>
                <c:pt idx="829">
                  <c:v>0.0642742192726</c:v>
                </c:pt>
                <c:pt idx="830">
                  <c:v>0.0646450761974</c:v>
                </c:pt>
                <c:pt idx="831">
                  <c:v>0.0650172161607</c:v>
                </c:pt>
                <c:pt idx="832">
                  <c:v>0.0653906464386</c:v>
                </c:pt>
                <c:pt idx="833">
                  <c:v>0.0657653765737</c:v>
                </c:pt>
                <c:pt idx="834">
                  <c:v>0.0661414184481</c:v>
                </c:pt>
                <c:pt idx="835">
                  <c:v>0.0665187863532</c:v>
                </c:pt>
                <c:pt idx="836">
                  <c:v>0.0668974970539</c:v>
                </c:pt>
                <c:pt idx="837">
                  <c:v>0.0672775698497</c:v>
                </c:pt>
                <c:pt idx="838">
                  <c:v>0.0676590266304</c:v>
                </c:pt>
                <c:pt idx="839">
                  <c:v>0.0680418919268</c:v>
                </c:pt>
                <c:pt idx="840">
                  <c:v>0.0684261929572</c:v>
                </c:pt>
                <c:pt idx="841">
                  <c:v>0.0688119596671</c:v>
                </c:pt>
                <c:pt idx="842">
                  <c:v>0.0691992247651</c:v>
                </c:pt>
                <c:pt idx="843">
                  <c:v>0.0695880237516</c:v>
                </c:pt>
                <c:pt idx="844">
                  <c:v>0.0699783949432</c:v>
                </c:pt>
                <c:pt idx="845">
                  <c:v>0.07037037949</c:v>
                </c:pt>
                <c:pt idx="846">
                  <c:v>0.070764021388</c:v>
                </c:pt>
                <c:pt idx="847">
                  <c:v>0.0711593674848</c:v>
                </c:pt>
                <c:pt idx="848">
                  <c:v>0.0715564674798</c:v>
                </c:pt>
                <c:pt idx="849">
                  <c:v>0.0719553739182</c:v>
                </c:pt>
                <c:pt idx="850">
                  <c:v>0.0723561421786</c:v>
                </c:pt>
                <c:pt idx="851">
                  <c:v>0.0727588304558</c:v>
                </c:pt>
                <c:pt idx="852">
                  <c:v>0.0731634997364</c:v>
                </c:pt>
                <c:pt idx="853">
                  <c:v>0.0735702137695</c:v>
                </c:pt>
                <c:pt idx="854">
                  <c:v>0.0739790390314</c:v>
                </c:pt>
                <c:pt idx="855">
                  <c:v>0.0743900446849</c:v>
                </c:pt>
                <c:pt idx="856">
                  <c:v>0.074803302533</c:v>
                </c:pt>
                <c:pt idx="857">
                  <c:v>0.0752188869677</c:v>
                </c:pt>
                <c:pt idx="858">
                  <c:v>0.0756368749135</c:v>
                </c:pt>
                <c:pt idx="859">
                  <c:v>0.0760573457664</c:v>
                </c:pt>
                <c:pt idx="860">
                  <c:v>0.0764803813278</c:v>
                </c:pt>
                <c:pt idx="861">
                  <c:v>0.0769060657348</c:v>
                </c:pt>
                <c:pt idx="862">
                  <c:v>0.0773344853857</c:v>
                </c:pt>
                <c:pt idx="863">
                  <c:v>0.0777657288622</c:v>
                </c:pt>
                <c:pt idx="864">
                  <c:v>0.0781998868475</c:v>
                </c:pt>
                <c:pt idx="865">
                  <c:v>0.0786370520419</c:v>
                </c:pt>
                <c:pt idx="866">
                  <c:v>0.0790773190743</c:v>
                </c:pt>
                <c:pt idx="867">
                  <c:v>0.0795207844121</c:v>
                </c:pt>
                <c:pt idx="868">
                  <c:v>0.079967546268</c:v>
                </c:pt>
                <c:pt idx="869">
                  <c:v>0.0804177045047</c:v>
                </c:pt>
                <c:pt idx="870">
                  <c:v>0.0808713605381</c:v>
                </c:pt>
                <c:pt idx="871">
                  <c:v>0.0813286172386</c:v>
                </c:pt>
                <c:pt idx="872">
                  <c:v>0.0817895788312</c:v>
                </c:pt>
                <c:pt idx="873">
                  <c:v>0.0822543507944</c:v>
                </c:pt>
                <c:pt idx="874">
                  <c:v>0.0827230397592</c:v>
                </c:pt>
                <c:pt idx="875">
                  <c:v>0.0831957534059</c:v>
                </c:pt>
                <c:pt idx="876">
                  <c:v>0.0836726003627</c:v>
                </c:pt>
                <c:pt idx="877">
                  <c:v>0.0841536901025</c:v>
                </c:pt>
                <c:pt idx="878">
                  <c:v>0.0846391328411</c:v>
                </c:pt>
                <c:pt idx="879">
                  <c:v>0.0851290394351</c:v>
                </c:pt>
                <c:pt idx="880">
                  <c:v>0.0856235212807</c:v>
                </c:pt>
                <c:pt idx="881">
                  <c:v>0.086122690213</c:v>
                </c:pt>
                <c:pt idx="882">
                  <c:v>0.0866266584068</c:v>
                </c:pt>
                <c:pt idx="883">
                  <c:v>0.0871355382777</c:v>
                </c:pt>
                <c:pt idx="884">
                  <c:v>0.0876494423847</c:v>
                </c:pt>
                <c:pt idx="885">
                  <c:v>0.0881684833345</c:v>
                </c:pt>
                <c:pt idx="886">
                  <c:v>0.0886927736863</c:v>
                </c:pt>
                <c:pt idx="887">
                  <c:v>0.089222425859</c:v>
                </c:pt>
                <c:pt idx="888">
                  <c:v>0.0897575520391</c:v>
                </c:pt>
                <c:pt idx="889">
                  <c:v>0.0902982640904</c:v>
                </c:pt>
                <c:pt idx="890">
                  <c:v>0.0908446734657</c:v>
                </c:pt>
                <c:pt idx="891">
                  <c:v>0.0913968911194</c:v>
                </c:pt>
                <c:pt idx="892">
                  <c:v>0.0919550274219</c:v>
                </c:pt>
                <c:pt idx="893">
                  <c:v>0.0925191920756</c:v>
                </c:pt>
                <c:pt idx="894">
                  <c:v>0.0930894940323</c:v>
                </c:pt>
                <c:pt idx="895">
                  <c:v>0.0936660414121</c:v>
                </c:pt>
                <c:pt idx="896">
                  <c:v>0.0942489414232</c:v>
                </c:pt>
                <c:pt idx="897">
                  <c:v>0.0948383002838</c:v>
                </c:pt>
                <c:pt idx="898">
                  <c:v>0.0954342231445</c:v>
                </c:pt>
                <c:pt idx="899">
                  <c:v>0.0960368140117</c:v>
                </c:pt>
                <c:pt idx="900">
                  <c:v>0.0966461756729</c:v>
                </c:pt>
                <c:pt idx="901">
                  <c:v>0.0972624096216</c:v>
                </c:pt>
                <c:pt idx="902">
                  <c:v>0.0978856159836</c:v>
                </c:pt>
                <c:pt idx="903">
                  <c:v>0.0985158934441</c:v>
                </c:pt>
                <c:pt idx="904">
                  <c:v>0.099153339175</c:v>
                </c:pt>
                <c:pt idx="905">
                  <c:v>0.099798048762</c:v>
                </c:pt>
                <c:pt idx="906">
                  <c:v>0.100450116133</c:v>
                </c:pt>
                <c:pt idx="907">
                  <c:v>0.101109633486</c:v>
                </c:pt>
                <c:pt idx="908">
                  <c:v>0.101776691215</c:v>
                </c:pt>
                <c:pt idx="909">
                  <c:v>0.102451377843</c:v>
                </c:pt>
                <c:pt idx="910">
                  <c:v>0.10313377994</c:v>
                </c:pt>
                <c:pt idx="911">
                  <c:v>0.103823982061</c:v>
                </c:pt>
                <c:pt idx="912">
                  <c:v>0.104522066662</c:v>
                </c:pt>
                <c:pt idx="913">
                  <c:v>0.105228114032</c:v>
                </c:pt>
                <c:pt idx="914">
                  <c:v>0.105942202214</c:v>
                </c:pt>
                <c:pt idx="915">
                  <c:v>0.106664406933</c:v>
                </c:pt>
                <c:pt idx="916">
                  <c:v>0.107394801513</c:v>
                </c:pt>
                <c:pt idx="917">
                  <c:v>0.108133456802</c:v>
                </c:pt>
                <c:pt idx="918">
                  <c:v>0.108880441094</c:v>
                </c:pt>
                <c:pt idx="919">
                  <c:v>0.109635820045</c:v>
                </c:pt>
                <c:pt idx="920">
                  <c:v>0.110399656591</c:v>
                </c:pt>
                <c:pt idx="921">
                  <c:v>0.111172010869</c:v>
                </c:pt>
                <c:pt idx="922">
                  <c:v>0.111952940126</c:v>
                </c:pt>
                <c:pt idx="923">
                  <c:v>0.112742498638</c:v>
                </c:pt>
                <c:pt idx="924">
                  <c:v>0.113540737622</c:v>
                </c:pt>
                <c:pt idx="925">
                  <c:v>0.114347705145</c:v>
                </c:pt>
                <c:pt idx="926">
                  <c:v>0.115163446037</c:v>
                </c:pt>
                <c:pt idx="927">
                  <c:v>0.115988001799</c:v>
                </c:pt>
                <c:pt idx="928">
                  <c:v>0.116821410511</c:v>
                </c:pt>
                <c:pt idx="929">
                  <c:v>0.117663706738</c:v>
                </c:pt>
                <c:pt idx="930">
                  <c:v>0.118514921441</c:v>
                </c:pt>
                <c:pt idx="931">
                  <c:v>0.119375081875</c:v>
                </c:pt>
                <c:pt idx="932">
                  <c:v>0.1202442115</c:v>
                </c:pt>
                <c:pt idx="933">
                  <c:v>0.121122329885</c:v>
                </c:pt>
                <c:pt idx="934">
                  <c:v>0.12200945261</c:v>
                </c:pt>
                <c:pt idx="935">
                  <c:v>0.12290559117</c:v>
                </c:pt>
                <c:pt idx="936">
                  <c:v>0.123810752885</c:v>
                </c:pt>
                <c:pt idx="937">
                  <c:v>0.1247249408</c:v>
                </c:pt>
                <c:pt idx="938">
                  <c:v>0.125648153594</c:v>
                </c:pt>
                <c:pt idx="939">
                  <c:v>0.126580385487</c:v>
                </c:pt>
                <c:pt idx="940">
                  <c:v>0.127521626147</c:v>
                </c:pt>
                <c:pt idx="941">
                  <c:v>0.128471860603</c:v>
                </c:pt>
                <c:pt idx="942">
                  <c:v>0.129431069157</c:v>
                </c:pt>
                <c:pt idx="943">
                  <c:v>0.130399227299</c:v>
                </c:pt>
                <c:pt idx="944">
                  <c:v>0.131376305623</c:v>
                </c:pt>
                <c:pt idx="945">
                  <c:v>0.132362269752</c:v>
                </c:pt>
                <c:pt idx="946">
                  <c:v>0.13335708026</c:v>
                </c:pt>
                <c:pt idx="947">
                  <c:v>0.134360692602</c:v>
                </c:pt>
                <c:pt idx="948">
                  <c:v>0.135373057048</c:v>
                </c:pt>
                <c:pt idx="949">
                  <c:v>0.136394118619</c:v>
                </c:pt>
                <c:pt idx="950">
                  <c:v>0.137423817033</c:v>
                </c:pt>
                <c:pt idx="951">
                  <c:v>0.138462086654</c:v>
                </c:pt>
                <c:pt idx="952">
                  <c:v>0.139508856446</c:v>
                </c:pt>
                <c:pt idx="953">
                  <c:v>0.140564049938</c:v>
                </c:pt>
                <c:pt idx="954">
                  <c:v>0.141627585188</c:v>
                </c:pt>
                <c:pt idx="955">
                  <c:v>0.142699374767</c:v>
                </c:pt>
                <c:pt idx="956">
                  <c:v>0.143779325736</c:v>
                </c:pt>
                <c:pt idx="957">
                  <c:v>0.144867339645</c:v>
                </c:pt>
                <c:pt idx="958">
                  <c:v>0.14596331253</c:v>
                </c:pt>
                <c:pt idx="959">
                  <c:v>0.147067134926</c:v>
                </c:pt>
                <c:pt idx="960">
                  <c:v>0.148178691886</c:v>
                </c:pt>
                <c:pt idx="961">
                  <c:v>0.149297863008</c:v>
                </c:pt>
                <c:pt idx="962">
                  <c:v>0.15042452248</c:v>
                </c:pt>
                <c:pt idx="963">
                  <c:v>0.151558539123</c:v>
                </c:pt>
                <c:pt idx="964">
                  <c:v>0.152699776456</c:v>
                </c:pt>
                <c:pt idx="965">
                  <c:v>0.153848092764</c:v>
                </c:pt>
                <c:pt idx="966">
                  <c:v>0.155003341179</c:v>
                </c:pt>
                <c:pt idx="967">
                  <c:v>0.156165369774</c:v>
                </c:pt>
                <c:pt idx="968">
                  <c:v>0.157334021665</c:v>
                </c:pt>
                <c:pt idx="969">
                  <c:v>0.158509135124</c:v>
                </c:pt>
                <c:pt idx="970">
                  <c:v>0.159690543708</c:v>
                </c:pt>
                <c:pt idx="971">
                  <c:v>0.16087807639</c:v>
                </c:pt>
                <c:pt idx="972">
                  <c:v>0.162071557709</c:v>
                </c:pt>
                <c:pt idx="973">
                  <c:v>0.163270807925</c:v>
                </c:pt>
                <c:pt idx="974">
                  <c:v>0.164475643189</c:v>
                </c:pt>
                <c:pt idx="975">
                  <c:v>0.165685875721</c:v>
                </c:pt>
                <c:pt idx="976">
                  <c:v>0.166901313993</c:v>
                </c:pt>
                <c:pt idx="977">
                  <c:v>0.168121762932</c:v>
                </c:pt>
                <c:pt idx="978">
                  <c:v>0.169347024123</c:v>
                </c:pt>
                <c:pt idx="979">
                  <c:v>0.170576896024</c:v>
                </c:pt>
                <c:pt idx="980">
                  <c:v>0.171811174189</c:v>
                </c:pt>
                <c:pt idx="981">
                  <c:v>0.173049651496</c:v>
                </c:pt>
                <c:pt idx="982">
                  <c:v>0.17429211839</c:v>
                </c:pt>
                <c:pt idx="983">
                  <c:v>0.175538363118</c:v>
                </c:pt>
                <c:pt idx="984">
                  <c:v>0.176788171987</c:v>
                </c:pt>
                <c:pt idx="985">
                  <c:v>0.178041329611</c:v>
                </c:pt>
                <c:pt idx="986">
                  <c:v>0.179297619172</c:v>
                </c:pt>
                <c:pt idx="987">
                  <c:v>0.180556822682</c:v>
                </c:pt>
                <c:pt idx="988">
                  <c:v>0.181818721246</c:v>
                </c:pt>
                <c:pt idx="989">
                  <c:v>0.18308309533</c:v>
                </c:pt>
                <c:pt idx="990">
                  <c:v>0.184349725028</c:v>
                </c:pt>
                <c:pt idx="991">
                  <c:v>0.185618390327</c:v>
                </c:pt>
                <c:pt idx="992">
                  <c:v>0.186888871379</c:v>
                </c:pt>
                <c:pt idx="993">
                  <c:v>0.188160948762</c:v>
                </c:pt>
                <c:pt idx="994">
                  <c:v>0.189434403748</c:v>
                </c:pt>
                <c:pt idx="995">
                  <c:v>0.190709018561</c:v>
                </c:pt>
                <c:pt idx="996">
                  <c:v>0.191984576638</c:v>
                </c:pt>
                <c:pt idx="997">
                  <c:v>0.193260862876</c:v>
                </c:pt>
                <c:pt idx="998">
                  <c:v>0.194537663888</c:v>
                </c:pt>
                <c:pt idx="999">
                  <c:v>0.195814768236</c:v>
                </c:pt>
                <c:pt idx="1000">
                  <c:v>0.197091966676</c:v>
                </c:pt>
                <c:pt idx="1001">
                  <c:v>0.19836905238</c:v>
                </c:pt>
                <c:pt idx="1002">
                  <c:v>0.199645821157</c:v>
                </c:pt>
                <c:pt idx="1003">
                  <c:v>0.200922071672</c:v>
                </c:pt>
                <c:pt idx="1004">
                  <c:v>0.202197605644</c:v>
                </c:pt>
                <c:pt idx="1005">
                  <c:v>0.20347222804</c:v>
                </c:pt>
                <c:pt idx="1006">
                  <c:v>0.204745747268</c:v>
                </c:pt>
                <c:pt idx="1007">
                  <c:v>0.206017975344</c:v>
                </c:pt>
                <c:pt idx="1008">
                  <c:v>0.20728872806</c:v>
                </c:pt>
                <c:pt idx="1009">
                  <c:v>0.208557825141</c:v>
                </c:pt>
                <c:pt idx="1010">
                  <c:v>0.209825090384</c:v>
                </c:pt>
                <c:pt idx="1011">
                  <c:v>0.211090351796</c:v>
                </c:pt>
                <c:pt idx="1012">
                  <c:v>0.212353441709</c:v>
                </c:pt>
                <c:pt idx="1013">
                  <c:v>0.2136141969</c:v>
                </c:pt>
                <c:pt idx="1014">
                  <c:v>0.21487245868</c:v>
                </c:pt>
                <c:pt idx="1015">
                  <c:v>0.216128072991</c:v>
                </c:pt>
                <c:pt idx="1016">
                  <c:v>0.217380890477</c:v>
                </c:pt>
                <c:pt idx="1017">
                  <c:v>0.218630766554</c:v>
                </c:pt>
                <c:pt idx="1018">
                  <c:v>0.219877561465</c:v>
                </c:pt>
                <c:pt idx="1019">
                  <c:v>0.221121140322</c:v>
                </c:pt>
                <c:pt idx="1020">
                  <c:v>0.222361373146</c:v>
                </c:pt>
                <c:pt idx="1021">
                  <c:v>0.223598134883</c:v>
                </c:pt>
                <c:pt idx="1022">
                  <c:v>0.224831305425</c:v>
                </c:pt>
                <c:pt idx="1023">
                  <c:v>0.226060769613</c:v>
                </c:pt>
                <c:pt idx="1024">
                  <c:v>0.227286417232</c:v>
                </c:pt>
                <c:pt idx="1025">
                  <c:v>0.228508142993</c:v>
                </c:pt>
                <c:pt idx="1026">
                  <c:v>0.229725846521</c:v>
                </c:pt>
                <c:pt idx="1027">
                  <c:v>0.230939432312</c:v>
                </c:pt>
                <c:pt idx="1028">
                  <c:v>0.232148809707</c:v>
                </c:pt>
                <c:pt idx="1029">
                  <c:v>0.233353892837</c:v>
                </c:pt>
                <c:pt idx="1030">
                  <c:v>0.234554600574</c:v>
                </c:pt>
                <c:pt idx="1031">
                  <c:v>0.235750856474</c:v>
                </c:pt>
                <c:pt idx="1032">
                  <c:v>0.236942588708</c:v>
                </c:pt>
                <c:pt idx="1033">
                  <c:v>0.238129729992</c:v>
                </c:pt>
                <c:pt idx="1034">
                  <c:v>0.239312217515</c:v>
                </c:pt>
                <c:pt idx="1035">
                  <c:v>0.240489992849</c:v>
                </c:pt>
                <c:pt idx="1036">
                  <c:v>0.241663001873</c:v>
                </c:pt>
                <c:pt idx="1037">
                  <c:v>0.242831194677</c:v>
                </c:pt>
                <c:pt idx="1038">
                  <c:v>0.24399452547</c:v>
                </c:pt>
                <c:pt idx="1039">
                  <c:v>0.245152952486</c:v>
                </c:pt>
                <c:pt idx="1040">
                  <c:v>0.246306437882</c:v>
                </c:pt>
                <c:pt idx="1041">
                  <c:v>0.247454947638</c:v>
                </c:pt>
                <c:pt idx="1042">
                  <c:v>0.248598451451</c:v>
                </c:pt>
                <c:pt idx="1043">
                  <c:v>0.24973692263</c:v>
                </c:pt>
                <c:pt idx="1044">
                  <c:v>0.250870337991</c:v>
                </c:pt>
                <c:pt idx="1045">
                  <c:v>0.251998677746</c:v>
                </c:pt>
                <c:pt idx="1046">
                  <c:v>0.253121925394</c:v>
                </c:pt>
                <c:pt idx="1047">
                  <c:v>0.254240067614</c:v>
                </c:pt>
                <c:pt idx="1048">
                  <c:v>0.255353094154</c:v>
                </c:pt>
                <c:pt idx="1049">
                  <c:v>0.256460997717</c:v>
                </c:pt>
                <c:pt idx="1050">
                  <c:v>0.257563773859</c:v>
                </c:pt>
                <c:pt idx="1051">
                  <c:v>0.258661420875</c:v>
                </c:pt>
                <c:pt idx="1052">
                  <c:v>0.259753939691</c:v>
                </c:pt>
                <c:pt idx="1053">
                  <c:v>0.260841333757</c:v>
                </c:pt>
                <c:pt idx="1054">
                  <c:v>0.261923608944</c:v>
                </c:pt>
                <c:pt idx="1055">
                  <c:v>0.263000773432</c:v>
                </c:pt>
                <c:pt idx="1056">
                  <c:v>0.264072837615</c:v>
                </c:pt>
                <c:pt idx="1057">
                  <c:v>0.265139813992</c:v>
                </c:pt>
                <c:pt idx="1058">
                  <c:v>0.266201717069</c:v>
                </c:pt>
                <c:pt idx="1059">
                  <c:v>0.267258563263</c:v>
                </c:pt>
                <c:pt idx="1060">
                  <c:v>0.268310370802</c:v>
                </c:pt>
                <c:pt idx="1061">
                  <c:v>0.269357159633</c:v>
                </c:pt>
                <c:pt idx="1062">
                  <c:v>0.27039895133</c:v>
                </c:pt>
                <c:pt idx="1063">
                  <c:v>0.271435769</c:v>
                </c:pt>
                <c:pt idx="1064">
                  <c:v>0.2724676372</c:v>
                </c:pt>
                <c:pt idx="1065">
                  <c:v>0.273494581852</c:v>
                </c:pt>
                <c:pt idx="1066">
                  <c:v>0.274516630153</c:v>
                </c:pt>
                <c:pt idx="1067">
                  <c:v>0.275533810504</c:v>
                </c:pt>
                <c:pt idx="1068">
                  <c:v>0.276546152422</c:v>
                </c:pt>
                <c:pt idx="1069">
                  <c:v>0.277553686474</c:v>
                </c:pt>
                <c:pt idx="1070">
                  <c:v>0.278556444196</c:v>
                </c:pt>
                <c:pt idx="1071">
                  <c:v>0.279554458025</c:v>
                </c:pt>
                <c:pt idx="1072">
                  <c:v>0.280547761233</c:v>
                </c:pt>
                <c:pt idx="1073">
                  <c:v>0.281536387858</c:v>
                </c:pt>
                <c:pt idx="1074">
                  <c:v>0.282520372641</c:v>
                </c:pt>
                <c:pt idx="1075">
                  <c:v>0.283499750967</c:v>
                </c:pt>
                <c:pt idx="1076">
                  <c:v>0.284474558805</c:v>
                </c:pt>
                <c:pt idx="1077">
                  <c:v>0.285444832654</c:v>
                </c:pt>
                <c:pt idx="1078">
                  <c:v>0.286410609486</c:v>
                </c:pt>
                <c:pt idx="1079">
                  <c:v>0.287371926697</c:v>
                </c:pt>
                <c:pt idx="1080">
                  <c:v>0.288328822058</c:v>
                </c:pt>
                <c:pt idx="1081">
                  <c:v>0.289281333667</c:v>
                </c:pt>
                <c:pt idx="1082">
                  <c:v>0.290229499905</c:v>
                </c:pt>
                <c:pt idx="1083">
                  <c:v>0.291173359396</c:v>
                </c:pt>
                <c:pt idx="1084">
                  <c:v>0.292112950961</c:v>
                </c:pt>
                <c:pt idx="1085">
                  <c:v>0.293048313587</c:v>
                </c:pt>
                <c:pt idx="1086">
                  <c:v>0.293979486383</c:v>
                </c:pt>
                <c:pt idx="1087">
                  <c:v>0.294906508553</c:v>
                </c:pt>
                <c:pt idx="1088">
                  <c:v>0.295829419357</c:v>
                </c:pt>
                <c:pt idx="1089">
                  <c:v>0.296748258087</c:v>
                </c:pt>
                <c:pt idx="1090">
                  <c:v>0.297663064031</c:v>
                </c:pt>
                <c:pt idx="1091">
                  <c:v>0.298573876451</c:v>
                </c:pt>
                <c:pt idx="1092">
                  <c:v>0.299480734554</c:v>
                </c:pt>
                <c:pt idx="1093">
                  <c:v>0.300383677469</c:v>
                </c:pt>
                <c:pt idx="1094">
                  <c:v>0.301282744226</c:v>
                </c:pt>
                <c:pt idx="1095">
                  <c:v>0.302177973728</c:v>
                </c:pt>
                <c:pt idx="1096">
                  <c:v>0.30306940474</c:v>
                </c:pt>
                <c:pt idx="1097">
                  <c:v>0.303957075859</c:v>
                </c:pt>
                <c:pt idx="1098">
                  <c:v>0.304841025505</c:v>
                </c:pt>
                <c:pt idx="1099">
                  <c:v>0.305721291897</c:v>
                </c:pt>
                <c:pt idx="1100">
                  <c:v>0.306597913041</c:v>
                </c:pt>
                <c:pt idx="1101">
                  <c:v>0.307470926711</c:v>
                </c:pt>
                <c:pt idx="1102">
                  <c:v>0.308340370434</c:v>
                </c:pt>
                <c:pt idx="1103">
                  <c:v>0.309206281476</c:v>
                </c:pt>
                <c:pt idx="1104">
                  <c:v>0.310068696828</c:v>
                </c:pt>
                <c:pt idx="1105">
                  <c:v>0.310927653187</c:v>
                </c:pt>
                <c:pt idx="1106">
                  <c:v>0.311783186949</c:v>
                </c:pt>
                <c:pt idx="1107">
                  <c:v>0.312635334188</c:v>
                </c:pt>
                <c:pt idx="1108">
                  <c:v>0.313484130644</c:v>
                </c:pt>
                <c:pt idx="1109">
                  <c:v>0.314329611709</c:v>
                </c:pt>
                <c:pt idx="1110">
                  <c:v>0.315171812407</c:v>
                </c:pt>
                <c:pt idx="1111">
                  <c:v>0.316010767384</c:v>
                </c:pt>
                <c:pt idx="1112">
                  <c:v>0.316846510885</c:v>
                </c:pt>
                <c:pt idx="1113">
                  <c:v>0.317679076739</c:v>
                </c:pt>
                <c:pt idx="1114">
                  <c:v>0.318508498337</c:v>
                </c:pt>
                <c:pt idx="1115">
                  <c:v>0.319334808615</c:v>
                </c:pt>
                <c:pt idx="1116">
                  <c:v>0.320158040028</c:v>
                </c:pt>
                <c:pt idx="1117">
                  <c:v>0.320978224528</c:v>
                </c:pt>
                <c:pt idx="1118">
                  <c:v>0.321795393536</c:v>
                </c:pt>
                <c:pt idx="1119">
                  <c:v>0.322609577914</c:v>
                </c:pt>
                <c:pt idx="1120">
                  <c:v>0.323420807939</c:v>
                </c:pt>
                <c:pt idx="1121">
                  <c:v>0.324229113261</c:v>
                </c:pt>
                <c:pt idx="1122">
                  <c:v>0.325034522876</c:v>
                </c:pt>
                <c:pt idx="1123">
                  <c:v>0.325837065082</c:v>
                </c:pt>
                <c:pt idx="1124">
                  <c:v>0.326636767439</c:v>
                </c:pt>
                <c:pt idx="1125">
                  <c:v>0.327433656721</c:v>
                </c:pt>
                <c:pt idx="1126">
                  <c:v>0.328227758873</c:v>
                </c:pt>
                <c:pt idx="1127">
                  <c:v>0.32901909895</c:v>
                </c:pt>
                <c:pt idx="1128">
                  <c:v>0.329807701069</c:v>
                </c:pt>
                <c:pt idx="1129">
                  <c:v>0.330593588342</c:v>
                </c:pt>
                <c:pt idx="1130">
                  <c:v>0.331376782814</c:v>
                </c:pt>
                <c:pt idx="1131">
                  <c:v>0.33215730539</c:v>
                </c:pt>
                <c:pt idx="1132">
                  <c:v>0.332935175767</c:v>
                </c:pt>
                <c:pt idx="1133">
                  <c:v>0.333710412346</c:v>
                </c:pt>
                <c:pt idx="1134">
                  <c:v>0.334483032156</c:v>
                </c:pt>
                <c:pt idx="1135">
                  <c:v>0.335253050757</c:v>
                </c:pt>
                <c:pt idx="1136">
                  <c:v>0.33602048215</c:v>
                </c:pt>
                <c:pt idx="1137">
                  <c:v>0.336785338675</c:v>
                </c:pt>
                <c:pt idx="1138">
                  <c:v>0.337547630904</c:v>
                </c:pt>
                <c:pt idx="1139">
                  <c:v>0.338307367528</c:v>
                </c:pt>
                <c:pt idx="1140">
                  <c:v>0.339064555243</c:v>
                </c:pt>
                <c:pt idx="1141">
                  <c:v>0.339819198622</c:v>
                </c:pt>
                <c:pt idx="1142">
                  <c:v>0.340571299989</c:v>
                </c:pt>
                <c:pt idx="1143">
                  <c:v>0.34132085928</c:v>
                </c:pt>
                <c:pt idx="1144">
                  <c:v>0.342067873903</c:v>
                </c:pt>
                <c:pt idx="1145">
                  <c:v>0.342812338589</c:v>
                </c:pt>
                <c:pt idx="1146">
                  <c:v>0.343554245242</c:v>
                </c:pt>
                <c:pt idx="1147">
                  <c:v>0.344293582774</c:v>
                </c:pt>
                <c:pt idx="1148">
                  <c:v>0.345030336942</c:v>
                </c:pt>
                <c:pt idx="1149">
                  <c:v>0.34576449018</c:v>
                </c:pt>
                <c:pt idx="1150">
                  <c:v>0.346496021414</c:v>
                </c:pt>
                <c:pt idx="1151">
                  <c:v>0.34722490589</c:v>
                </c:pt>
                <c:pt idx="1152">
                  <c:v>0.347951114978</c:v>
                </c:pt>
                <c:pt idx="1153">
                  <c:v>0.348674615984</c:v>
                </c:pt>
                <c:pt idx="1154">
                  <c:v>0.349395371952</c:v>
                </c:pt>
                <c:pt idx="1155">
                  <c:v>0.350113341459</c:v>
                </c:pt>
                <c:pt idx="1156">
                  <c:v>0.350828478415</c:v>
                </c:pt>
                <c:pt idx="1157">
                  <c:v>0.351540731847</c:v>
                </c:pt>
                <c:pt idx="1158">
                  <c:v>0.35225004569</c:v>
                </c:pt>
                <c:pt idx="1159">
                  <c:v>0.352956358569</c:v>
                </c:pt>
                <c:pt idx="1160">
                  <c:v>0.353659603576</c:v>
                </c:pt>
                <c:pt idx="1161">
                  <c:v>0.354359708056</c:v>
                </c:pt>
                <c:pt idx="1162">
                  <c:v>0.355056593377</c:v>
                </c:pt>
                <c:pt idx="1163">
                  <c:v>0.355750174709</c:v>
                </c:pt>
                <c:pt idx="1164">
                  <c:v>0.356440360798</c:v>
                </c:pt>
                <c:pt idx="1165">
                  <c:v>0.357127053739</c:v>
                </c:pt>
                <c:pt idx="1166">
                  <c:v>0.357810148752</c:v>
                </c:pt>
                <c:pt idx="1167">
                  <c:v>0.358489533958</c:v>
                </c:pt>
                <c:pt idx="1168">
                  <c:v>0.359165090158</c:v>
                </c:pt>
                <c:pt idx="1169">
                  <c:v>0.359836690607</c:v>
                </c:pt>
                <c:pt idx="1170">
                  <c:v>0.360504200803</c:v>
                </c:pt>
                <c:pt idx="1171">
                  <c:v>0.361167478272</c:v>
                </c:pt>
                <c:pt idx="1172">
                  <c:v>0.361826372354</c:v>
                </c:pt>
                <c:pt idx="1173">
                  <c:v>0.362480724006</c:v>
                </c:pt>
                <c:pt idx="1174">
                  <c:v>0.363130365597</c:v>
                </c:pt>
                <c:pt idx="1175">
                  <c:v>0.363775120721</c:v>
                </c:pt>
                <c:pt idx="1176">
                  <c:v>0.364414804011</c:v>
                </c:pt>
                <c:pt idx="1177">
                  <c:v>0.365049220962</c:v>
                </c:pt>
                <c:pt idx="1178">
                  <c:v>0.365678167766</c:v>
                </c:pt>
                <c:pt idx="1179">
                  <c:v>0.366301431154</c:v>
                </c:pt>
                <c:pt idx="1180">
                  <c:v>0.36691878825</c:v>
                </c:pt>
                <c:pt idx="1181">
                  <c:v>0.367530006436</c:v>
                </c:pt>
                <c:pt idx="1182">
                  <c:v>0.368134843229</c:v>
                </c:pt>
                <c:pt idx="1183">
                  <c:v>0.368733046178</c:v>
                </c:pt>
                <c:pt idx="1184">
                  <c:v>0.369324352761</c:v>
                </c:pt>
                <c:pt idx="1185">
                  <c:v>0.369908490311</c:v>
                </c:pt>
                <c:pt idx="1186">
                  <c:v>0.370485175954</c:v>
                </c:pt>
                <c:pt idx="1187">
                  <c:v>0.371054116557</c:v>
                </c:pt>
                <c:pt idx="1188">
                  <c:v>0.371615008707</c:v>
                </c:pt>
                <c:pt idx="1189">
                  <c:v>0.372167538695</c:v>
                </c:pt>
                <c:pt idx="1190">
                  <c:v>0.372711382527</c:v>
                </c:pt>
                <c:pt idx="1191">
                  <c:v>0.373246205957</c:v>
                </c:pt>
                <c:pt idx="1192">
                  <c:v>0.373771664535</c:v>
                </c:pt>
                <c:pt idx="1193">
                  <c:v>0.374287403679</c:v>
                </c:pt>
                <c:pt idx="1194">
                  <c:v>0.374793058775</c:v>
                </c:pt>
                <c:pt idx="1195">
                  <c:v>0.375288255289</c:v>
                </c:pt>
                <c:pt idx="1196">
                  <c:v>0.375772608917</c:v>
                </c:pt>
                <c:pt idx="1197">
                  <c:v>0.376245725746</c:v>
                </c:pt>
                <c:pt idx="1198">
                  <c:v>0.37670720245</c:v>
                </c:pt>
                <c:pt idx="1199">
                  <c:v>0.377156626506</c:v>
                </c:pt>
                <c:pt idx="1200">
                  <c:v>0.37759357644</c:v>
                </c:pt>
                <c:pt idx="1201">
                  <c:v>0.378017622092</c:v>
                </c:pt>
                <c:pt idx="1202">
                  <c:v>0.37842832492</c:v>
                </c:pt>
                <c:pt idx="1203">
                  <c:v>0.378825238316</c:v>
                </c:pt>
                <c:pt idx="1204">
                  <c:v>0.379207907961</c:v>
                </c:pt>
                <c:pt idx="1205">
                  <c:v>0.379575872202</c:v>
                </c:pt>
                <c:pt idx="1206">
                  <c:v>0.379928662451</c:v>
                </c:pt>
                <c:pt idx="1207">
                  <c:v>0.380265803624</c:v>
                </c:pt>
                <c:pt idx="1208">
                  <c:v>0.380586814589</c:v>
                </c:pt>
                <c:pt idx="1209">
                  <c:v>0.380891208655</c:v>
                </c:pt>
                <c:pt idx="1210">
                  <c:v>0.381178494079</c:v>
                </c:pt>
                <c:pt idx="1211">
                  <c:v>0.381448174596</c:v>
                </c:pt>
                <c:pt idx="1212">
                  <c:v>0.381699749982</c:v>
                </c:pt>
                <c:pt idx="1213">
                  <c:v>0.38193271663</c:v>
                </c:pt>
                <c:pt idx="1214">
                  <c:v>0.382146568157</c:v>
                </c:pt>
                <c:pt idx="1215">
                  <c:v>0.38234079603</c:v>
                </c:pt>
                <c:pt idx="1216">
                  <c:v>0.382514890206</c:v>
                </c:pt>
                <c:pt idx="1217">
                  <c:v>0.382668339806</c:v>
                </c:pt>
                <c:pt idx="1218">
                  <c:v>0.382800633792</c:v>
                </c:pt>
                <c:pt idx="1219">
                  <c:v>0.382911261669</c:v>
                </c:pt>
                <c:pt idx="1220">
                  <c:v>0.382999714206</c:v>
                </c:pt>
                <c:pt idx="1221">
                  <c:v>0.383065484157</c:v>
                </c:pt>
                <c:pt idx="1222">
                  <c:v>0.383108067014</c:v>
                </c:pt>
                <c:pt idx="1223">
                  <c:v>0.383126961755</c:v>
                </c:pt>
                <c:pt idx="1224">
                  <c:v>0.383121671609</c:v>
                </c:pt>
                <c:pt idx="1225">
                  <c:v>0.383091704829</c:v>
                </c:pt>
                <c:pt idx="1226">
                  <c:v>0.38303657547</c:v>
                </c:pt>
                <c:pt idx="1227">
                  <c:v>0.38295580417</c:v>
                </c:pt>
                <c:pt idx="1228">
                  <c:v>0.382848918938</c:v>
                </c:pt>
                <c:pt idx="1229">
                  <c:v>0.382715455941</c:v>
                </c:pt>
                <c:pt idx="1230">
                  <c:v>0.38255496029</c:v>
                </c:pt>
                <c:pt idx="1231">
                  <c:v>0.382366986829</c:v>
                </c:pt>
                <c:pt idx="1232">
                  <c:v>0.38215110091</c:v>
                </c:pt>
                <c:pt idx="1233">
                  <c:v>0.38190687918</c:v>
                </c:pt>
                <c:pt idx="1234">
                  <c:v>0.381633910341</c:v>
                </c:pt>
                <c:pt idx="1235">
                  <c:v>0.381331795921</c:v>
                </c:pt>
                <c:pt idx="1236">
                  <c:v>0.381000151021</c:v>
                </c:pt>
                <c:pt idx="1237">
                  <c:v>0.380638605061</c:v>
                </c:pt>
                <c:pt idx="1238">
                  <c:v>0.380246802507</c:v>
                </c:pt>
                <c:pt idx="1239">
                  <c:v>0.37982440359</c:v>
                </c:pt>
                <c:pt idx="1240">
                  <c:v>0.379371085003</c:v>
                </c:pt>
                <c:pt idx="1241">
                  <c:v>0.37888654059</c:v>
                </c:pt>
                <c:pt idx="1242">
                  <c:v>0.378370482009</c:v>
                </c:pt>
                <c:pt idx="1243">
                  <c:v>0.377822639385</c:v>
                </c:pt>
                <c:pt idx="1244">
                  <c:v>0.377242761936</c:v>
                </c:pt>
                <c:pt idx="1245">
                  <c:v>0.376630618583</c:v>
                </c:pt>
                <c:pt idx="1246">
                  <c:v>0.375985998532</c:v>
                </c:pt>
                <c:pt idx="1247">
                  <c:v>0.375308711842</c:v>
                </c:pt>
                <c:pt idx="1248">
                  <c:v>0.37459858996</c:v>
                </c:pt>
                <c:pt idx="1249">
                  <c:v>0.373855486233</c:v>
                </c:pt>
                <c:pt idx="1250">
                  <c:v>0.373079276402</c:v>
                </c:pt>
                <c:pt idx="1251">
                  <c:v>0.372269859053</c:v>
                </c:pt>
                <c:pt idx="1252">
                  <c:v>0.371427156054</c:v>
                </c:pt>
                <c:pt idx="1253">
                  <c:v>0.370551112956</c:v>
                </c:pt>
                <c:pt idx="1254">
                  <c:v>0.369641699363</c:v>
                </c:pt>
                <c:pt idx="1255">
                  <c:v>0.368698909274</c:v>
                </c:pt>
                <c:pt idx="1256">
                  <c:v>0.367722761388</c:v>
                </c:pt>
                <c:pt idx="1257">
                  <c:v>0.366713299381</c:v>
                </c:pt>
                <c:pt idx="1258">
                  <c:v>0.365670592144</c:v>
                </c:pt>
                <c:pt idx="1259">
                  <c:v>0.364594733985</c:v>
                </c:pt>
                <c:pt idx="1260">
                  <c:v>0.3634858448</c:v>
                </c:pt>
                <c:pt idx="1261">
                  <c:v>0.362344070194</c:v>
                </c:pt>
                <c:pt idx="1262">
                  <c:v>0.361169581582</c:v>
                </c:pt>
                <c:pt idx="1263">
                  <c:v>0.359962576228</c:v>
                </c:pt>
                <c:pt idx="1264">
                  <c:v>0.358723277263</c:v>
                </c:pt>
                <c:pt idx="1265">
                  <c:v>0.357451933645</c:v>
                </c:pt>
                <c:pt idx="1266">
                  <c:v>0.356148820092</c:v>
                </c:pt>
                <c:pt idx="1267">
                  <c:v>0.354814236954</c:v>
                </c:pt>
                <c:pt idx="1268">
                  <c:v>0.353448510056</c:v>
                </c:pt>
                <c:pt idx="1269">
                  <c:v>0.352051990488</c:v>
                </c:pt>
                <c:pt idx="1270">
                  <c:v>0.350625054352</c:v>
                </c:pt>
                <c:pt idx="1271">
                  <c:v>0.349168102459</c:v>
                </c:pt>
                <c:pt idx="1272">
                  <c:v>0.347681559989</c:v>
                </c:pt>
                <c:pt idx="1273">
                  <c:v>0.346165876092</c:v>
                </c:pt>
                <c:pt idx="1274">
                  <c:v>0.344621523452</c:v>
                </c:pt>
                <c:pt idx="1275">
                  <c:v>0.343048997803</c:v>
                </c:pt>
                <c:pt idx="1276">
                  <c:v>0.341448817394</c:v>
                </c:pt>
                <c:pt idx="1277">
                  <c:v>0.339821522414</c:v>
                </c:pt>
                <c:pt idx="1278">
                  <c:v>0.338167674367</c:v>
                </c:pt>
                <c:pt idx="1279">
                  <c:v>0.336487855411</c:v>
                </c:pt>
                <c:pt idx="1280">
                  <c:v>0.334782667641</c:v>
                </c:pt>
                <c:pt idx="1281">
                  <c:v>0.333052732343</c:v>
                </c:pt>
                <c:pt idx="1282">
                  <c:v>0.3312986892</c:v>
                </c:pt>
                <c:pt idx="1283">
                  <c:v>0.329521195462</c:v>
                </c:pt>
                <c:pt idx="1284">
                  <c:v>0.327720925077</c:v>
                </c:pt>
                <c:pt idx="1285">
                  <c:v>0.32589856779</c:v>
                </c:pt>
                <c:pt idx="1286">
                  <c:v>0.324054828208</c:v>
                </c:pt>
                <c:pt idx="1287">
                  <c:v>0.322190424834</c:v>
                </c:pt>
                <c:pt idx="1288">
                  <c:v>0.320306089073</c:v>
                </c:pt>
                <c:pt idx="1289">
                  <c:v>0.318402564216</c:v>
                </c:pt>
                <c:pt idx="1290">
                  <c:v>0.316480604398</c:v>
                </c:pt>
                <c:pt idx="1291">
                  <c:v>0.31454097354</c:v>
                </c:pt>
                <c:pt idx="1292">
                  <c:v>0.312584444272</c:v>
                </c:pt>
                <c:pt idx="1293">
                  <c:v>0.310611796849</c:v>
                </c:pt>
                <c:pt idx="1294">
                  <c:v>0.308623818046</c:v>
                </c:pt>
                <c:pt idx="1295">
                  <c:v>0.306621300062</c:v>
                </c:pt>
                <c:pt idx="1296">
                  <c:v>0.304605039405</c:v>
                </c:pt>
                <c:pt idx="1297">
                  <c:v>0.302575835792</c:v>
                </c:pt>
                <c:pt idx="1298">
                  <c:v>0.300534491043</c:v>
                </c:pt>
                <c:pt idx="1299">
                  <c:v>0.298481807983</c:v>
                </c:pt>
                <c:pt idx="1300">
                  <c:v>0.296418589361</c:v>
                </c:pt>
                <c:pt idx="1301">
                  <c:v>0.294345636774</c:v>
                </c:pt>
                <c:pt idx="1302">
                  <c:v>0.292263749611</c:v>
                </c:pt>
                <c:pt idx="1303">
                  <c:v>0.290173724019</c:v>
                </c:pt>
                <c:pt idx="1304">
                  <c:v>0.288076351887</c:v>
                </c:pt>
                <c:pt idx="1305">
                  <c:v>0.28597241986</c:v>
                </c:pt>
                <c:pt idx="1306">
                  <c:v>0.283862708375</c:v>
                </c:pt>
                <c:pt idx="1307">
                  <c:v>0.281747990729</c:v>
                </c:pt>
                <c:pt idx="1308">
                  <c:v>0.279629032185</c:v>
                </c:pt>
                <c:pt idx="1309">
                  <c:v>0.277506589104</c:v>
                </c:pt>
                <c:pt idx="1310">
                  <c:v>0.275381408118</c:v>
                </c:pt>
                <c:pt idx="1311">
                  <c:v>0.273254225339</c:v>
                </c:pt>
                <c:pt idx="1312">
                  <c:v>0.271125765611</c:v>
                </c:pt>
                <c:pt idx="1313">
                  <c:v>0.268996741798</c:v>
                </c:pt>
                <c:pt idx="1314">
                  <c:v>0.266867854115</c:v>
                </c:pt>
                <c:pt idx="1315">
                  <c:v>0.264739789504</c:v>
                </c:pt>
                <c:pt idx="1316">
                  <c:v>0.262613221049</c:v>
                </c:pt>
                <c:pt idx="1317">
                  <c:v>0.260488807442</c:v>
                </c:pt>
                <c:pt idx="1318">
                  <c:v>0.258367192483</c:v>
                </c:pt>
                <c:pt idx="1319">
                  <c:v>0.256249004629</c:v>
                </c:pt>
                <c:pt idx="1320">
                  <c:v>0.254134856593</c:v>
                </c:pt>
                <c:pt idx="1321">
                  <c:v>0.252025344973</c:v>
                </c:pt>
                <c:pt idx="1322">
                  <c:v>0.249921049936</c:v>
                </c:pt>
                <c:pt idx="1323">
                  <c:v>0.247822534938</c:v>
                </c:pt>
                <c:pt idx="1324">
                  <c:v>0.245730346491</c:v>
                </c:pt>
                <c:pt idx="1325">
                  <c:v>0.243645013963</c:v>
                </c:pt>
                <c:pt idx="1326">
                  <c:v>0.241567049425</c:v>
                </c:pt>
                <c:pt idx="1327">
                  <c:v>0.239496947537</c:v>
                </c:pt>
                <c:pt idx="1328">
                  <c:v>0.237435185463</c:v>
                </c:pt>
                <c:pt idx="1329">
                  <c:v>0.235382222833</c:v>
                </c:pt>
                <c:pt idx="1330">
                  <c:v>0.233338501734</c:v>
                </c:pt>
                <c:pt idx="1331">
                  <c:v>0.231304446731</c:v>
                </c:pt>
                <c:pt idx="1332">
                  <c:v>0.229280464931</c:v>
                </c:pt>
                <c:pt idx="1333">
                  <c:v>0.227266946064</c:v>
                </c:pt>
                <c:pt idx="1334">
                  <c:v>0.225264262603</c:v>
                </c:pt>
                <c:pt idx="1335">
                  <c:v>0.223272769906</c:v>
                </c:pt>
                <c:pt idx="1336">
                  <c:v>0.221292806384</c:v>
                </c:pt>
                <c:pt idx="1337">
                  <c:v>0.219324693694</c:v>
                </c:pt>
                <c:pt idx="1338">
                  <c:v>0.217368736953</c:v>
                </c:pt>
                <c:pt idx="1339">
                  <c:v>0.215425224976</c:v>
                </c:pt>
                <c:pt idx="1340">
                  <c:v>0.213494430525</c:v>
                </c:pt>
                <c:pt idx="1341">
                  <c:v>0.211576610586</c:v>
                </c:pt>
                <c:pt idx="1342">
                  <c:v>0.209672006651</c:v>
                </c:pt>
                <c:pt idx="1343">
                  <c:v>0.207780845025</c:v>
                </c:pt>
                <c:pt idx="1344">
                  <c:v>0.205903337136</c:v>
                </c:pt>
                <c:pt idx="1345">
                  <c:v>0.204039679863</c:v>
                </c:pt>
                <c:pt idx="1346">
                  <c:v>0.202190055872</c:v>
                </c:pt>
                <c:pt idx="1347">
                  <c:v>0.200354633959</c:v>
                </c:pt>
                <c:pt idx="1348">
                  <c:v>0.198533569401</c:v>
                </c:pt>
                <c:pt idx="1349">
                  <c:v>0.196727004317</c:v>
                </c:pt>
                <c:pt idx="1350">
                  <c:v>0.194935068029</c:v>
                </c:pt>
                <c:pt idx="1351">
                  <c:v>0.193157877427</c:v>
                </c:pt>
                <c:pt idx="1352">
                  <c:v>0.191395537341</c:v>
                </c:pt>
                <c:pt idx="1353">
                  <c:v>0.189648140909</c:v>
                </c:pt>
                <c:pt idx="1354">
                  <c:v>0.18791576995</c:v>
                </c:pt>
                <c:pt idx="1355">
                  <c:v>0.186198495339</c:v>
                </c:pt>
                <c:pt idx="1356">
                  <c:v>0.184496377371</c:v>
                </c:pt>
                <c:pt idx="1357">
                  <c:v>0.182809466136</c:v>
                </c:pt>
                <c:pt idx="1358">
                  <c:v>0.18113780188</c:v>
                </c:pt>
                <c:pt idx="1359">
                  <c:v>0.179481415373</c:v>
                </c:pt>
                <c:pt idx="1360">
                  <c:v>0.177840328269</c:v>
                </c:pt>
                <c:pt idx="1361">
                  <c:v>0.176214553455</c:v>
                </c:pt>
                <c:pt idx="1362">
                  <c:v>0.174604095408</c:v>
                </c:pt>
                <c:pt idx="1363">
                  <c:v>0.173008950538</c:v>
                </c:pt>
                <c:pt idx="1364">
                  <c:v>0.171429107527</c:v>
                </c:pt>
                <c:pt idx="1365">
                  <c:v>0.169864547665</c:v>
                </c:pt>
                <c:pt idx="1366">
                  <c:v>0.168315245171</c:v>
                </c:pt>
                <c:pt idx="1367">
                  <c:v>0.166781167523</c:v>
                </c:pt>
                <c:pt idx="1368">
                  <c:v>0.165262275763</c:v>
                </c:pt>
                <c:pt idx="1369">
                  <c:v>0.163758524808</c:v>
                </c:pt>
                <c:pt idx="1370">
                  <c:v>0.162269863747</c:v>
                </c:pt>
                <c:pt idx="1371">
                  <c:v>0.160796236135</c:v>
                </c:pt>
                <c:pt idx="1372">
                  <c:v>0.159337580274</c:v>
                </c:pt>
                <c:pt idx="1373">
                  <c:v>0.157893829492</c:v>
                </c:pt>
                <c:pt idx="1374">
                  <c:v>0.15646491241</c:v>
                </c:pt>
                <c:pt idx="1375">
                  <c:v>0.155050753204</c:v>
                </c:pt>
                <c:pt idx="1376">
                  <c:v>0.153651271858</c:v>
                </c:pt>
                <c:pt idx="1377">
                  <c:v>0.152266384407</c:v>
                </c:pt>
                <c:pt idx="1378">
                  <c:v>0.150896003179</c:v>
                </c:pt>
                <c:pt idx="1379">
                  <c:v>0.14954003702</c:v>
                </c:pt>
                <c:pt idx="1380">
                  <c:v>0.148198391519</c:v>
                </c:pt>
                <c:pt idx="1381">
                  <c:v>0.146870969223</c:v>
                </c:pt>
                <c:pt idx="1382">
                  <c:v>0.14555766984</c:v>
                </c:pt>
                <c:pt idx="1383">
                  <c:v>0.144258390445</c:v>
                </c:pt>
                <c:pt idx="1384">
                  <c:v>0.142973025666</c:v>
                </c:pt>
                <c:pt idx="1385">
                  <c:v>0.141701467872</c:v>
                </c:pt>
                <c:pt idx="1386">
                  <c:v>0.140443607354</c:v>
                </c:pt>
                <c:pt idx="1387">
                  <c:v>0.13919933249</c:v>
                </c:pt>
                <c:pt idx="1388">
                  <c:v>0.137968529914</c:v>
                </c:pt>
                <c:pt idx="1389">
                  <c:v>0.136751084671</c:v>
                </c:pt>
                <c:pt idx="1390">
                  <c:v>0.135546880371</c:v>
                </c:pt>
                <c:pt idx="1391">
                  <c:v>0.134355799332</c:v>
                </c:pt>
                <c:pt idx="1392">
                  <c:v>0.133177722719</c:v>
                </c:pt>
                <c:pt idx="1393">
                  <c:v>0.132012530676</c:v>
                </c:pt>
                <c:pt idx="1394">
                  <c:v>0.130860102457</c:v>
                </c:pt>
                <c:pt idx="1395">
                  <c:v>0.12972031654</c:v>
                </c:pt>
                <c:pt idx="1396">
                  <c:v>0.128593050749</c:v>
                </c:pt>
                <c:pt idx="1397">
                  <c:v>0.127478182361</c:v>
                </c:pt>
                <c:pt idx="1398">
                  <c:v>0.126375588213</c:v>
                </c:pt>
                <c:pt idx="1399">
                  <c:v>0.125285144801</c:v>
                </c:pt>
                <c:pt idx="1400">
                  <c:v>0.124206728375</c:v>
                </c:pt>
                <c:pt idx="1401">
                  <c:v>0.123140215029</c:v>
                </c:pt>
                <c:pt idx="1402">
                  <c:v>0.122085480789</c:v>
                </c:pt>
                <c:pt idx="1403">
                  <c:v>0.121042401692</c:v>
                </c:pt>
                <c:pt idx="1404">
                  <c:v>0.120010853866</c:v>
                </c:pt>
                <c:pt idx="1405">
                  <c:v>0.1189907136</c:v>
                </c:pt>
                <c:pt idx="1406">
                  <c:v>0.117981857415</c:v>
                </c:pt>
                <c:pt idx="1407">
                  <c:v>0.116984162129</c:v>
                </c:pt>
                <c:pt idx="1408">
                  <c:v>0.115997504921</c:v>
                </c:pt>
                <c:pt idx="1409">
                  <c:v>0.115021763383</c:v>
                </c:pt>
                <c:pt idx="1410">
                  <c:v>0.114056815582</c:v>
                </c:pt>
                <c:pt idx="1411">
                  <c:v>0.113102540107</c:v>
                </c:pt>
                <c:pt idx="1412">
                  <c:v>0.112158816119</c:v>
                </c:pt>
                <c:pt idx="1413">
                  <c:v>0.111225523395</c:v>
                </c:pt>
                <c:pt idx="1414">
                  <c:v>0.110302542373</c:v>
                </c:pt>
                <c:pt idx="1415">
                  <c:v>0.109389754189</c:v>
                </c:pt>
                <c:pt idx="1416">
                  <c:v>0.108487040716</c:v>
                </c:pt>
                <c:pt idx="1417">
                  <c:v>0.107594284599</c:v>
                </c:pt>
                <c:pt idx="1418">
                  <c:v>0.106711369283</c:v>
                </c:pt>
                <c:pt idx="1419">
                  <c:v>0.105838179049</c:v>
                </c:pt>
                <c:pt idx="1420">
                  <c:v>0.104974599037</c:v>
                </c:pt>
                <c:pt idx="1421">
                  <c:v>0.104120515272</c:v>
                </c:pt>
                <c:pt idx="1422">
                  <c:v>0.103275814691</c:v>
                </c:pt>
                <c:pt idx="1423">
                  <c:v>0.102440385158</c:v>
                </c:pt>
                <c:pt idx="1424">
                  <c:v>0.101614115492</c:v>
                </c:pt>
                <c:pt idx="1425">
                  <c:v>0.100796895475</c:v>
                </c:pt>
                <c:pt idx="1426">
                  <c:v>0.0999886158796</c:v>
                </c:pt>
                <c:pt idx="1427">
                  <c:v>0.0991891684729</c:v>
                </c:pt>
                <c:pt idx="1428">
                  <c:v>0.0983984460365</c:v>
                </c:pt>
                <c:pt idx="1429">
                  <c:v>0.0976163423758</c:v>
                </c:pt>
                <c:pt idx="1430">
                  <c:v>0.0968427523303</c:v>
                </c:pt>
                <c:pt idx="1431">
                  <c:v>0.0960775717831</c:v>
                </c:pt>
                <c:pt idx="1432">
                  <c:v>0.0953206976682</c:v>
                </c:pt>
                <c:pt idx="1433">
                  <c:v>0.0945720279775</c:v>
                </c:pt>
                <c:pt idx="1434">
                  <c:v>0.093831461766</c:v>
                </c:pt>
                <c:pt idx="1435">
                  <c:v>0.0930988991562</c:v>
                </c:pt>
                <c:pt idx="1436">
                  <c:v>0.0923742413419</c:v>
                </c:pt>
                <c:pt idx="1437">
                  <c:v>0.0916573905902</c:v>
                </c:pt>
                <c:pt idx="1438">
                  <c:v>0.0909482502435</c:v>
                </c:pt>
                <c:pt idx="1439">
                  <c:v>0.09024672472</c:v>
                </c:pt>
                <c:pt idx="1440">
                  <c:v>0.0895527195136</c:v>
                </c:pt>
                <c:pt idx="1441">
                  <c:v>0.0888661411935</c:v>
                </c:pt>
                <c:pt idx="1442">
                  <c:v>0.0881868974022</c:v>
                </c:pt>
                <c:pt idx="1443">
                  <c:v>0.0875148968535</c:v>
                </c:pt>
                <c:pt idx="1444">
                  <c:v>0.0868500493302</c:v>
                </c:pt>
                <c:pt idx="1445">
                  <c:v>0.0861922656797</c:v>
                </c:pt>
                <c:pt idx="1446">
                  <c:v>0.0855414578112</c:v>
                </c:pt>
                <c:pt idx="1447">
                  <c:v>0.0848975386904</c:v>
                </c:pt>
                <c:pt idx="1448">
                  <c:v>0.084260422335</c:v>
                </c:pt>
                <c:pt idx="1449">
                  <c:v>0.0836300238092</c:v>
                </c:pt>
                <c:pt idx="1450">
                  <c:v>0.083006259218</c:v>
                </c:pt>
                <c:pt idx="1451">
                  <c:v>0.0823890457007</c:v>
                </c:pt>
                <c:pt idx="1452">
                  <c:v>0.0817783014249</c:v>
                </c:pt>
                <c:pt idx="1453">
                  <c:v>0.0811739455791</c:v>
                </c:pt>
                <c:pt idx="1454">
                  <c:v>0.0805758983656</c:v>
                </c:pt>
                <c:pt idx="1455">
                  <c:v>0.0799840809932</c:v>
                </c:pt>
                <c:pt idx="1456">
                  <c:v>0.0793984156694</c:v>
                </c:pt>
                <c:pt idx="1457">
                  <c:v>0.0788188255921</c:v>
                </c:pt>
                <c:pt idx="1458">
                  <c:v>0.0782452349416</c:v>
                </c:pt>
                <c:pt idx="1459">
                  <c:v>0.0776775688723</c:v>
                </c:pt>
                <c:pt idx="1460">
                  <c:v>0.0771157535036</c:v>
                </c:pt>
                <c:pt idx="1461">
                  <c:v>0.0765597159118</c:v>
                </c:pt>
                <c:pt idx="1462">
                  <c:v>0.0760093841205</c:v>
                </c:pt>
                <c:pt idx="1463">
                  <c:v>0.0754646870916</c:v>
                </c:pt>
                <c:pt idx="1464">
                  <c:v>0.0749255547165</c:v>
                </c:pt>
                <c:pt idx="1465">
                  <c:v>0.0743919178064</c:v>
                </c:pt>
                <c:pt idx="1466">
                  <c:v>0.0738637080832</c:v>
                </c:pt>
                <c:pt idx="1467">
                  <c:v>0.0733408581694</c:v>
                </c:pt>
                <c:pt idx="1468">
                  <c:v>0.0728233015792</c:v>
                </c:pt>
                <c:pt idx="1469">
                  <c:v>0.0723109727086</c:v>
                </c:pt>
                <c:pt idx="1470">
                  <c:v>0.0718038068256</c:v>
                </c:pt>
                <c:pt idx="1471">
                  <c:v>0.0713017400607</c:v>
                </c:pt>
                <c:pt idx="1472">
                  <c:v>0.070804709397</c:v>
                </c:pt>
                <c:pt idx="1473">
                  <c:v>0.0703126526604</c:v>
                </c:pt>
                <c:pt idx="1474">
                  <c:v>0.0698255085101</c:v>
                </c:pt>
                <c:pt idx="1475">
                  <c:v>0.0693432164285</c:v>
                </c:pt>
                <c:pt idx="1476">
                  <c:v>0.0688657167114</c:v>
                </c:pt>
                <c:pt idx="1477">
                  <c:v>0.0683929504588</c:v>
                </c:pt>
                <c:pt idx="1478">
                  <c:v>0.0679248595642</c:v>
                </c:pt>
                <c:pt idx="1479">
                  <c:v>0.0674613867059</c:v>
                </c:pt>
                <c:pt idx="1480">
                  <c:v>0.0670024753364</c:v>
                </c:pt>
                <c:pt idx="1481">
                  <c:v>0.0665480696733</c:v>
                </c:pt>
                <c:pt idx="1482">
                  <c:v>0.0660981146897</c:v>
                </c:pt>
                <c:pt idx="1483">
                  <c:v>0.0656525561042</c:v>
                </c:pt>
                <c:pt idx="1484">
                  <c:v>0.0652113403717</c:v>
                </c:pt>
                <c:pt idx="1485">
                  <c:v>0.064774414674</c:v>
                </c:pt>
                <c:pt idx="1486">
                  <c:v>0.0643417269099</c:v>
                </c:pt>
                <c:pt idx="1487">
                  <c:v>0.0639132256867</c:v>
                </c:pt>
                <c:pt idx="1488">
                  <c:v>0.0634888603099</c:v>
                </c:pt>
                <c:pt idx="1489">
                  <c:v>0.0630685807747</c:v>
                </c:pt>
                <c:pt idx="1490">
                  <c:v>0.0626523377567</c:v>
                </c:pt>
                <c:pt idx="1491">
                  <c:v>0.0622400826026</c:v>
                </c:pt>
                <c:pt idx="1492">
                  <c:v>0.0618317673214</c:v>
                </c:pt>
                <c:pt idx="1493">
                  <c:v>0.0614273445754</c:v>
                </c:pt>
                <c:pt idx="1494">
                  <c:v>0.0610267676715</c:v>
                </c:pt>
                <c:pt idx="1495">
                  <c:v>0.0606299905521</c:v>
                </c:pt>
                <c:pt idx="1496">
                  <c:v>0.0602369677867</c:v>
                </c:pt>
                <c:pt idx="1497">
                  <c:v>0.0598476545634</c:v>
                </c:pt>
                <c:pt idx="1498">
                  <c:v>0.05946200668</c:v>
                </c:pt>
                <c:pt idx="1499">
                  <c:v>0.0590799805359</c:v>
                </c:pt>
                <c:pt idx="1500">
                  <c:v>0.0587015331235</c:v>
                </c:pt>
                <c:pt idx="1501">
                  <c:v>0.0583266220203</c:v>
                </c:pt>
                <c:pt idx="1502">
                  <c:v>0.0579552053805</c:v>
                </c:pt>
                <c:pt idx="1503">
                  <c:v>0.0575872419268</c:v>
                </c:pt>
                <c:pt idx="1504">
                  <c:v>0.0572226909429</c:v>
                </c:pt>
                <c:pt idx="1505">
                  <c:v>0.056861512265</c:v>
                </c:pt>
                <c:pt idx="1506">
                  <c:v>0.0565036662745</c:v>
                </c:pt>
                <c:pt idx="1507">
                  <c:v>0.0561491138901</c:v>
                </c:pt>
                <c:pt idx="1508">
                  <c:v>0.05579781656</c:v>
                </c:pt>
                <c:pt idx="1509">
                  <c:v>0.0554497362549</c:v>
                </c:pt>
                <c:pt idx="1510">
                  <c:v>0.0551048354599</c:v>
                </c:pt>
                <c:pt idx="1511">
                  <c:v>0.0547630771678</c:v>
                </c:pt>
                <c:pt idx="1512">
                  <c:v>0.0544244248713</c:v>
                </c:pt>
                <c:pt idx="1513">
                  <c:v>0.0540888425563</c:v>
                </c:pt>
                <c:pt idx="1514">
                  <c:v>0.0537562946946</c:v>
                </c:pt>
                <c:pt idx="1515">
                  <c:v>0.0534267462368</c:v>
                </c:pt>
                <c:pt idx="1516">
                  <c:v>0.053100162606</c:v>
                </c:pt>
                <c:pt idx="1517">
                  <c:v>0.0527765096901</c:v>
                </c:pt>
                <c:pt idx="1518">
                  <c:v>0.052455753836</c:v>
                </c:pt>
                <c:pt idx="1519">
                  <c:v>0.0521378618423</c:v>
                </c:pt>
                <c:pt idx="1520">
                  <c:v>0.0518228009533</c:v>
                </c:pt>
                <c:pt idx="1521">
                  <c:v>0.0515105388522</c:v>
                </c:pt>
                <c:pt idx="1522">
                  <c:v>0.0512010436549</c:v>
                </c:pt>
                <c:pt idx="1523">
                  <c:v>0.0508942839037</c:v>
                </c:pt>
                <c:pt idx="1524">
                  <c:v>0.0505902285613</c:v>
                </c:pt>
                <c:pt idx="1525">
                  <c:v>0.0502888470043</c:v>
                </c:pt>
                <c:pt idx="1526">
                  <c:v>0.0499901090177</c:v>
                </c:pt>
                <c:pt idx="1527">
                  <c:v>0.0496939847885</c:v>
                </c:pt>
                <c:pt idx="1528">
                  <c:v>0.0494004449004</c:v>
                </c:pt>
                <c:pt idx="1529">
                  <c:v>0.0491094603275</c:v>
                </c:pt>
                <c:pt idx="1530">
                  <c:v>0.048821002429</c:v>
                </c:pt>
                <c:pt idx="1531">
                  <c:v>0.0485350429433</c:v>
                </c:pt>
                <c:pt idx="1532">
                  <c:v>0.048251553983</c:v>
                </c:pt>
                <c:pt idx="1533">
                  <c:v>0.0479705080288</c:v>
                </c:pt>
                <c:pt idx="1534">
                  <c:v>0.0476918779246</c:v>
                </c:pt>
                <c:pt idx="1535">
                  <c:v>0.0474156368723</c:v>
                </c:pt>
                <c:pt idx="1536">
                  <c:v>0.0471417584261</c:v>
                </c:pt>
                <c:pt idx="1537">
                  <c:v>0.0468702164879</c:v>
                </c:pt>
                <c:pt idx="1538">
                  <c:v>0.046600985302</c:v>
                </c:pt>
                <c:pt idx="1539">
                  <c:v>0.04633403945</c:v>
                </c:pt>
                <c:pt idx="1540">
                  <c:v>0.0460693538464</c:v>
                </c:pt>
                <c:pt idx="1541">
                  <c:v>0.0458069037331</c:v>
                </c:pt>
                <c:pt idx="1542">
                  <c:v>0.0455466646751</c:v>
                </c:pt>
                <c:pt idx="1543">
                  <c:v>0.0452886125557</c:v>
                </c:pt>
                <c:pt idx="1544">
                  <c:v>0.045032723572</c:v>
                </c:pt>
                <c:pt idx="1545">
                  <c:v>0.04477897423</c:v>
                </c:pt>
                <c:pt idx="1546">
                  <c:v>0.0445273413404</c:v>
                </c:pt>
                <c:pt idx="1547">
                  <c:v>0.0442778020142</c:v>
                </c:pt>
                <c:pt idx="1548">
                  <c:v>0.0440303336582</c:v>
                </c:pt>
                <c:pt idx="1549">
                  <c:v>0.043784913971</c:v>
                </c:pt>
                <c:pt idx="1550">
                  <c:v>0.0435415209383</c:v>
                </c:pt>
                <c:pt idx="1551">
                  <c:v>0.0433001328292</c:v>
                </c:pt>
                <c:pt idx="1552">
                  <c:v>0.0430607281918</c:v>
                </c:pt>
                <c:pt idx="1553">
                  <c:v>0.0428232858496</c:v>
                </c:pt>
                <c:pt idx="1554">
                  <c:v>0.042587784897</c:v>
                </c:pt>
                <c:pt idx="1555">
                  <c:v>0.0423542046956</c:v>
                </c:pt>
                <c:pt idx="1556">
                  <c:v>0.0421225248704</c:v>
                </c:pt>
                <c:pt idx="1557">
                  <c:v>0.0418927253062</c:v>
                </c:pt>
                <c:pt idx="1558">
                  <c:v>0.0416647861434</c:v>
                </c:pt>
                <c:pt idx="1559">
                  <c:v>0.0414386877748</c:v>
                </c:pt>
                <c:pt idx="1560">
                  <c:v>0.0412144108415</c:v>
                </c:pt>
                <c:pt idx="1561">
                  <c:v>0.0409919362297</c:v>
                </c:pt>
                <c:pt idx="1562">
                  <c:v>0.0407712450673</c:v>
                </c:pt>
                <c:pt idx="1563">
                  <c:v>0.0405523187199</c:v>
                </c:pt>
                <c:pt idx="1564">
                  <c:v>0.0403351387879</c:v>
                </c:pt>
                <c:pt idx="1565">
                  <c:v>0.0401196871029</c:v>
                </c:pt>
                <c:pt idx="1566">
                  <c:v>0.0399059457246</c:v>
                </c:pt>
                <c:pt idx="1567">
                  <c:v>0.0396938969371</c:v>
                </c:pt>
                <c:pt idx="1568">
                  <c:v>0.0394835232464</c:v>
                </c:pt>
                <c:pt idx="1569">
                  <c:v>0.0392748073766</c:v>
                </c:pt>
                <c:pt idx="1570">
                  <c:v>0.039067732267</c:v>
                </c:pt>
                <c:pt idx="1571">
                  <c:v>0.0388622810695</c:v>
                </c:pt>
                <c:pt idx="1572">
                  <c:v>0.0386584371446</c:v>
                </c:pt>
                <c:pt idx="1573">
                  <c:v>0.0384561840596</c:v>
                </c:pt>
                <c:pt idx="1574">
                  <c:v>0.0382555055846</c:v>
                </c:pt>
                <c:pt idx="1575">
                  <c:v>0.0380563856905</c:v>
                </c:pt>
                <c:pt idx="1576">
                  <c:v>0.0378588085457</c:v>
                </c:pt>
                <c:pt idx="1577">
                  <c:v>0.0376627585132</c:v>
                </c:pt>
                <c:pt idx="1578">
                  <c:v>0.0374682201484</c:v>
                </c:pt>
                <c:pt idx="1579">
                  <c:v>0.0372751781959</c:v>
                </c:pt>
                <c:pt idx="1580">
                  <c:v>0.0370836175869</c:v>
                </c:pt>
                <c:pt idx="1581">
                  <c:v>0.0368935234369</c:v>
                </c:pt>
                <c:pt idx="1582">
                  <c:v>0.0367048810427</c:v>
                </c:pt>
                <c:pt idx="1583">
                  <c:v>0.0365176758803</c:v>
                </c:pt>
                <c:pt idx="1584">
                  <c:v>0.0363318936019</c:v>
                </c:pt>
                <c:pt idx="1585">
                  <c:v>0.0361475200339</c:v>
                </c:pt>
                <c:pt idx="1586">
                  <c:v>0.0359645411741</c:v>
                </c:pt>
                <c:pt idx="1587">
                  <c:v>0.0357829431896</c:v>
                </c:pt>
                <c:pt idx="1588">
                  <c:v>0.0356027124143</c:v>
                </c:pt>
                <c:pt idx="1589">
                  <c:v>0.0354238353467</c:v>
                </c:pt>
                <c:pt idx="1590">
                  <c:v>0.0352462986473</c:v>
                </c:pt>
                <c:pt idx="1591">
                  <c:v>0.0350700891369</c:v>
                </c:pt>
                <c:pt idx="1592">
                  <c:v>0.0348951937937</c:v>
                </c:pt>
                <c:pt idx="1593">
                  <c:v>0.0347215997518</c:v>
                </c:pt>
                <c:pt idx="1594">
                  <c:v>0.0345492942987</c:v>
                </c:pt>
                <c:pt idx="1595">
                  <c:v>0.034378264873</c:v>
                </c:pt>
                <c:pt idx="1596">
                  <c:v>0.0342084990627</c:v>
                </c:pt>
                <c:pt idx="1597">
                  <c:v>0.0340399846033</c:v>
                </c:pt>
                <c:pt idx="1598">
                  <c:v>0.0338727093749</c:v>
                </c:pt>
                <c:pt idx="1599">
                  <c:v>0.0337066614012</c:v>
                </c:pt>
                <c:pt idx="1600">
                  <c:v>0.0335418288471</c:v>
                </c:pt>
                <c:pt idx="1601">
                  <c:v>0.0333782000166</c:v>
                </c:pt>
                <c:pt idx="1602">
                  <c:v>0.0332157633514</c:v>
                </c:pt>
                <c:pt idx="1603">
                  <c:v>0.0330545074284</c:v>
                </c:pt>
                <c:pt idx="1604">
                  <c:v>0.0328944209586</c:v>
                </c:pt>
                <c:pt idx="1605">
                  <c:v>0.0327354927846</c:v>
                </c:pt>
                <c:pt idx="1606">
                  <c:v>0.0325777118791</c:v>
                </c:pt>
                <c:pt idx="1607">
                  <c:v>0.0324210673432</c:v>
                </c:pt>
                <c:pt idx="1608">
                  <c:v>0.0322655484047</c:v>
                </c:pt>
                <c:pt idx="1609">
                  <c:v>0.0321111444161</c:v>
                </c:pt>
                <c:pt idx="1610">
                  <c:v>0.0319578448532</c:v>
                </c:pt>
                <c:pt idx="1611">
                  <c:v>0.0318056393134</c:v>
                </c:pt>
                <c:pt idx="1612">
                  <c:v>0.031654517514</c:v>
                </c:pt>
                <c:pt idx="1613">
                  <c:v>0.0315044692906</c:v>
                </c:pt>
                <c:pt idx="1614">
                  <c:v>0.0313554845954</c:v>
                </c:pt>
                <c:pt idx="1615">
                  <c:v>0.031207553496</c:v>
                </c:pt>
                <c:pt idx="1616">
                  <c:v>0.0310606661735</c:v>
                </c:pt>
                <c:pt idx="1617">
                  <c:v>0.0309148129212</c:v>
                </c:pt>
                <c:pt idx="1618">
                  <c:v>0.030769984143</c:v>
                </c:pt>
                <c:pt idx="1619">
                  <c:v>0.0306261703518</c:v>
                </c:pt>
                <c:pt idx="1620">
                  <c:v>0.0304833621685</c:v>
                </c:pt>
                <c:pt idx="1621">
                  <c:v>0.03034155032</c:v>
                </c:pt>
                <c:pt idx="1622">
                  <c:v>0.0302007256383</c:v>
                </c:pt>
                <c:pt idx="1623">
                  <c:v>0.0300608790588</c:v>
                </c:pt>
                <c:pt idx="1624">
                  <c:v>0.0299220016191</c:v>
                </c:pt>
                <c:pt idx="1625">
                  <c:v>0.0297840844575</c:v>
                </c:pt>
                <c:pt idx="1626">
                  <c:v>0.0296471188119</c:v>
                </c:pt>
                <c:pt idx="1627">
                  <c:v>0.0295110960181</c:v>
                </c:pt>
                <c:pt idx="1628">
                  <c:v>0.0293760075091</c:v>
                </c:pt>
                <c:pt idx="1629">
                  <c:v>0.0292418448132</c:v>
                </c:pt>
                <c:pt idx="1630">
                  <c:v>0.0291085995535</c:v>
                </c:pt>
                <c:pt idx="1631">
                  <c:v>0.0289762634457</c:v>
                </c:pt>
                <c:pt idx="1632">
                  <c:v>0.0288448282979</c:v>
                </c:pt>
                <c:pt idx="1633">
                  <c:v>0.0287142860087</c:v>
                </c:pt>
                <c:pt idx="1634">
                  <c:v>0.0285846285661</c:v>
                </c:pt>
                <c:pt idx="1635">
                  <c:v>0.0284558480469</c:v>
                </c:pt>
                <c:pt idx="1636">
                  <c:v>0.0283279366148</c:v>
                </c:pt>
                <c:pt idx="1637">
                  <c:v>0.0282008865198</c:v>
                </c:pt>
                <c:pt idx="1638">
                  <c:v>0.0280746900969</c:v>
                </c:pt>
                <c:pt idx="1639">
                  <c:v>0.0279493397651</c:v>
                </c:pt>
                <c:pt idx="1640">
                  <c:v>0.027824828026</c:v>
                </c:pt>
                <c:pt idx="1641">
                  <c:v>0.0277011474633</c:v>
                </c:pt>
                <c:pt idx="1642">
                  <c:v>0.0275782907413</c:v>
                </c:pt>
                <c:pt idx="1643">
                  <c:v>0.0274562506039</c:v>
                </c:pt>
                <c:pt idx="1644">
                  <c:v>0.027335019874</c:v>
                </c:pt>
                <c:pt idx="1645">
                  <c:v>0.0272145914518</c:v>
                </c:pt>
                <c:pt idx="1646">
                  <c:v>0.0270949583146</c:v>
                </c:pt>
                <c:pt idx="1647">
                  <c:v>0.0269761135151</c:v>
                </c:pt>
                <c:pt idx="1648">
                  <c:v>0.0268580501811</c:v>
                </c:pt>
                <c:pt idx="1649">
                  <c:v>0.0267407615139</c:v>
                </c:pt>
                <c:pt idx="1650">
                  <c:v>0.026624240788</c:v>
                </c:pt>
                <c:pt idx="1651">
                  <c:v>0.0265084813497</c:v>
                </c:pt>
                <c:pt idx="1652">
                  <c:v>0.0263934766164</c:v>
                </c:pt>
                <c:pt idx="1653">
                  <c:v>0.0262792200758</c:v>
                </c:pt>
                <c:pt idx="1654">
                  <c:v>0.0261657052847</c:v>
                </c:pt>
                <c:pt idx="1655">
                  <c:v>0.0260529258685</c:v>
                </c:pt>
                <c:pt idx="1656">
                  <c:v>0.0259408755202</c:v>
                </c:pt>
                <c:pt idx="1657">
                  <c:v>0.0258295479993</c:v>
                </c:pt>
                <c:pt idx="1658">
                  <c:v>0.0257189371316</c:v>
                </c:pt>
                <c:pt idx="1659">
                  <c:v>0.0256090368077</c:v>
                </c:pt>
                <c:pt idx="1660">
                  <c:v>0.0254998409825</c:v>
                </c:pt>
                <c:pt idx="1661">
                  <c:v>0.0253913436745</c:v>
                </c:pt>
                <c:pt idx="1662">
                  <c:v>0.0252835389649</c:v>
                </c:pt>
                <c:pt idx="1663">
                  <c:v>0.0251764209966</c:v>
                </c:pt>
                <c:pt idx="1664">
                  <c:v>0.025069983974</c:v>
                </c:pt>
                <c:pt idx="1665">
                  <c:v>0.0249642221618</c:v>
                </c:pt>
                <c:pt idx="1666">
                  <c:v>0.0248591298841</c:v>
                </c:pt>
                <c:pt idx="1667">
                  <c:v>0.0247547015244</c:v>
                </c:pt>
                <c:pt idx="1668">
                  <c:v>0.024650931524</c:v>
                </c:pt>
                <c:pt idx="1669">
                  <c:v>0.024547814382</c:v>
                </c:pt>
                <c:pt idx="1670">
                  <c:v>0.0244453446541</c:v>
                </c:pt>
                <c:pt idx="1671">
                  <c:v>0.0243435169523</c:v>
                </c:pt>
                <c:pt idx="1672">
                  <c:v>0.0242423259439</c:v>
                </c:pt>
                <c:pt idx="1673">
                  <c:v>0.024141766351</c:v>
                </c:pt>
                <c:pt idx="1674">
                  <c:v>0.0240418329497</c:v>
                </c:pt>
                <c:pt idx="1675">
                  <c:v>0.0239425205698</c:v>
                </c:pt>
                <c:pt idx="1676">
                  <c:v>0.0238438240936</c:v>
                </c:pt>
                <c:pt idx="1677">
                  <c:v>0.0237457384557</c:v>
                </c:pt>
                <c:pt idx="1678">
                  <c:v>0.0236482586423</c:v>
                </c:pt>
                <c:pt idx="1679">
                  <c:v>0.0235513796904</c:v>
                </c:pt>
                <c:pt idx="1680">
                  <c:v>0.0234550966872</c:v>
                </c:pt>
                <c:pt idx="1681">
                  <c:v>0.02335940477</c:v>
                </c:pt>
                <c:pt idx="1682">
                  <c:v>0.0232642991247</c:v>
                </c:pt>
                <c:pt idx="1683">
                  <c:v>0.023169774986</c:v>
                </c:pt>
                <c:pt idx="1684">
                  <c:v>0.0230758276367</c:v>
                </c:pt>
                <c:pt idx="1685">
                  <c:v>0.0229824524066</c:v>
                </c:pt>
                <c:pt idx="1686">
                  <c:v>0.0228896446725</c:v>
                </c:pt>
                <c:pt idx="1687">
                  <c:v>0.0227973998575</c:v>
                </c:pt>
                <c:pt idx="1688">
                  <c:v>0.0227057134303</c:v>
                </c:pt>
                <c:pt idx="1689">
                  <c:v>0.022614580905</c:v>
                </c:pt>
                <c:pt idx="1690">
                  <c:v>0.0225239978399</c:v>
                </c:pt>
                <c:pt idx="1691">
                  <c:v>0.0224339598379</c:v>
                </c:pt>
                <c:pt idx="1692">
                  <c:v>0.0223444625451</c:v>
                </c:pt>
                <c:pt idx="1693">
                  <c:v>0.022255501651</c:v>
                </c:pt>
                <c:pt idx="1694">
                  <c:v>0.0221670728875</c:v>
                </c:pt>
                <c:pt idx="1695">
                  <c:v>0.0220791720286</c:v>
                </c:pt>
                <c:pt idx="1696">
                  <c:v>0.0219917948898</c:v>
                </c:pt>
                <c:pt idx="1697">
                  <c:v>0.0219049373279</c:v>
                </c:pt>
                <c:pt idx="1698">
                  <c:v>0.0218185952403</c:v>
                </c:pt>
                <c:pt idx="1699">
                  <c:v>0.0217327645644</c:v>
                </c:pt>
                <c:pt idx="1700">
                  <c:v>0.0216474412774</c:v>
                </c:pt>
                <c:pt idx="1701">
                  <c:v>0.0215626213957</c:v>
                </c:pt>
                <c:pt idx="1702">
                  <c:v>0.0214783009745</c:v>
                </c:pt>
                <c:pt idx="1703">
                  <c:v>0.0213944761073</c:v>
                </c:pt>
                <c:pt idx="1704">
                  <c:v>0.0213111429256</c:v>
                </c:pt>
                <c:pt idx="1705">
                  <c:v>0.0212282975982</c:v>
                </c:pt>
                <c:pt idx="1706">
                  <c:v>0.021145936331</c:v>
                </c:pt>
                <c:pt idx="1707">
                  <c:v>0.0210640553665</c:v>
                </c:pt>
                <c:pt idx="1708">
                  <c:v>0.0209826509834</c:v>
                </c:pt>
                <c:pt idx="1709">
                  <c:v>0.0209017194961</c:v>
                </c:pt>
                <c:pt idx="1710">
                  <c:v>0.0208212572544</c:v>
                </c:pt>
                <c:pt idx="1711">
                  <c:v>0.0207412606432</c:v>
                </c:pt>
                <c:pt idx="1712">
                  <c:v>0.0206617260817</c:v>
                </c:pt>
                <c:pt idx="1713">
                  <c:v>0.0205826500234</c:v>
                </c:pt>
                <c:pt idx="1714">
                  <c:v>0.0205040289556</c:v>
                </c:pt>
                <c:pt idx="1715">
                  <c:v>0.0204258593991</c:v>
                </c:pt>
                <c:pt idx="1716">
                  <c:v>0.0203481379075</c:v>
                </c:pt>
                <c:pt idx="1717">
                  <c:v>0.0202708610672</c:v>
                </c:pt>
                <c:pt idx="1718">
                  <c:v>0.0201940254969</c:v>
                </c:pt>
                <c:pt idx="1719">
                  <c:v>0.0201176278472</c:v>
                </c:pt>
                <c:pt idx="1720">
                  <c:v>0.0200416648001</c:v>
                </c:pt>
                <c:pt idx="1721">
                  <c:v>0.0199661330692</c:v>
                </c:pt>
                <c:pt idx="1722">
                  <c:v>0.0198910293985</c:v>
                </c:pt>
                <c:pt idx="1723">
                  <c:v>0.019816350563</c:v>
                </c:pt>
                <c:pt idx="1724">
                  <c:v>0.0197420933674</c:v>
                </c:pt>
                <c:pt idx="1725">
                  <c:v>0.0196682546467</c:v>
                </c:pt>
                <c:pt idx="1726">
                  <c:v>0.019594831265</c:v>
                </c:pt>
                <c:pt idx="1727">
                  <c:v>0.019521820116</c:v>
                </c:pt>
                <c:pt idx="1728">
                  <c:v>0.0194492181219</c:v>
                </c:pt>
                <c:pt idx="1729">
                  <c:v>0.0193770222336</c:v>
                </c:pt>
                <c:pt idx="1730">
                  <c:v>0.0193052294304</c:v>
                </c:pt>
                <c:pt idx="1731">
                  <c:v>0.0192338367192</c:v>
                </c:pt>
                <c:pt idx="1732">
                  <c:v>0.0191628411348</c:v>
                </c:pt>
                <c:pt idx="1733">
                  <c:v>0.0190922397392</c:v>
                </c:pt>
                <c:pt idx="1734">
                  <c:v>0.0190220296213</c:v>
                </c:pt>
                <c:pt idx="1735">
                  <c:v>0.0189522078969</c:v>
                </c:pt>
                <c:pt idx="1736">
                  <c:v>0.0188827717081</c:v>
                </c:pt>
                <c:pt idx="1737">
                  <c:v>0.0188137182233</c:v>
                </c:pt>
                <c:pt idx="1738">
                  <c:v>0.0187450446366</c:v>
                </c:pt>
                <c:pt idx="1739">
                  <c:v>0.0186767481677</c:v>
                </c:pt>
                <c:pt idx="1740">
                  <c:v>0.0186088260617</c:v>
                </c:pt>
                <c:pt idx="1741">
                  <c:v>0.0185412755887</c:v>
                </c:pt>
                <c:pt idx="1742">
                  <c:v>0.0184740940434</c:v>
                </c:pt>
                <c:pt idx="1743">
                  <c:v>0.0184072787452</c:v>
                </c:pt>
                <c:pt idx="1744">
                  <c:v>0.0183408270375</c:v>
                </c:pt>
                <c:pt idx="1745">
                  <c:v>0.018274736288</c:v>
                </c:pt>
                <c:pt idx="1746">
                  <c:v>0.0182090038877</c:v>
                </c:pt>
                <c:pt idx="1747">
                  <c:v>0.0181436272513</c:v>
                </c:pt>
                <c:pt idx="1748">
                  <c:v>0.0180786038168</c:v>
                </c:pt>
                <c:pt idx="1749">
                  <c:v>0.0180139310448</c:v>
                </c:pt>
                <c:pt idx="1750">
                  <c:v>0.017949606419</c:v>
                </c:pt>
                <c:pt idx="1751">
                  <c:v>0.0178856274452</c:v>
                </c:pt>
                <c:pt idx="1752">
                  <c:v>0.0178219916519</c:v>
                </c:pt>
                <c:pt idx="1753">
                  <c:v>0.0177586965891</c:v>
                </c:pt>
                <c:pt idx="1754">
                  <c:v>0.0176957398288</c:v>
                </c:pt>
                <c:pt idx="1755">
                  <c:v>0.0176331189646</c:v>
                </c:pt>
                <c:pt idx="1756">
                  <c:v>0.0175708316113</c:v>
                </c:pt>
                <c:pt idx="1757">
                  <c:v>0.0175088754047</c:v>
                </c:pt>
                <c:pt idx="1758">
                  <c:v>0.0174472480017</c:v>
                </c:pt>
                <c:pt idx="1759">
                  <c:v>0.0173859470796</c:v>
                </c:pt>
                <c:pt idx="1760">
                  <c:v>0.0173249703362</c:v>
                </c:pt>
                <c:pt idx="1761">
                  <c:v>0.0172643154896</c:v>
                </c:pt>
                <c:pt idx="1762">
                  <c:v>0.0172039802778</c:v>
                </c:pt>
                <c:pt idx="1763">
                  <c:v>0.0171439624586</c:v>
                </c:pt>
                <c:pt idx="1764">
                  <c:v>0.0170842598094</c:v>
                </c:pt>
                <c:pt idx="1765">
                  <c:v>0.017024870127</c:v>
                </c:pt>
                <c:pt idx="1766">
                  <c:v>0.0169657912274</c:v>
                </c:pt>
                <c:pt idx="1767">
                  <c:v>0.0169070209454</c:v>
                </c:pt>
                <c:pt idx="1768">
                  <c:v>0.0168485571349</c:v>
                </c:pt>
                <c:pt idx="1769">
                  <c:v>0.0167903976681</c:v>
                </c:pt>
                <c:pt idx="1770">
                  <c:v>0.0167325404357</c:v>
                </c:pt>
                <c:pt idx="1771">
                  <c:v>0.0166749833467</c:v>
                </c:pt>
                <c:pt idx="1772">
                  <c:v>0.016617724328</c:v>
                </c:pt>
                <c:pt idx="1773">
                  <c:v>0.0165607613244</c:v>
                </c:pt>
                <c:pt idx="1774">
                  <c:v>0.0165040922982</c:v>
                </c:pt>
                <c:pt idx="1775">
                  <c:v>0.0164477152295</c:v>
                </c:pt>
                <c:pt idx="1776">
                  <c:v>0.0163916281153</c:v>
                </c:pt>
                <c:pt idx="1777">
                  <c:v>0.0163358289701</c:v>
                </c:pt>
                <c:pt idx="1778">
                  <c:v>0.016280315825</c:v>
                </c:pt>
                <c:pt idx="1779">
                  <c:v>0.0162250867282</c:v>
                </c:pt>
                <c:pt idx="1780">
                  <c:v>0.0161701397442</c:v>
                </c:pt>
                <c:pt idx="1781">
                  <c:v>0.016115472954</c:v>
                </c:pt>
                <c:pt idx="1782">
                  <c:v>0.0160610844551</c:v>
                </c:pt>
                <c:pt idx="1783">
                  <c:v>0.0160069723609</c:v>
                </c:pt>
                <c:pt idx="1784">
                  <c:v>0.0159531348007</c:v>
                </c:pt>
                <c:pt idx="1785">
                  <c:v>0.0158995699197</c:v>
                </c:pt>
                <c:pt idx="1786">
                  <c:v>0.0158462758786</c:v>
                </c:pt>
                <c:pt idx="1787">
                  <c:v>0.0157932508538</c:v>
                </c:pt>
                <c:pt idx="1788">
                  <c:v>0.0157404930367</c:v>
                </c:pt>
                <c:pt idx="1789">
                  <c:v>0.015688000634</c:v>
                </c:pt>
                <c:pt idx="1790">
                  <c:v>0.0156357718676</c:v>
                </c:pt>
                <c:pt idx="1791">
                  <c:v>0.0155838049738</c:v>
                </c:pt>
                <c:pt idx="1792">
                  <c:v>0.015532098204</c:v>
                </c:pt>
                <c:pt idx="1793">
                  <c:v>0.015480649824</c:v>
                </c:pt>
                <c:pt idx="1794">
                  <c:v>0.0154294581141</c:v>
                </c:pt>
                <c:pt idx="1795">
                  <c:v>0.0153785213688</c:v>
                </c:pt>
                <c:pt idx="1796">
                  <c:v>0.0153278378967</c:v>
                </c:pt>
                <c:pt idx="1797">
                  <c:v>0.0152774060205</c:v>
                </c:pt>
                <c:pt idx="1798">
                  <c:v>0.0152272240767</c:v>
                </c:pt>
                <c:pt idx="1799">
                  <c:v>0.0151772904155</c:v>
                </c:pt>
                <c:pt idx="1800">
                  <c:v>0.0151276034007</c:v>
                </c:pt>
                <c:pt idx="1801">
                  <c:v>0.0150781614095</c:v>
                </c:pt>
                <c:pt idx="1802">
                  <c:v>0.0150289628325</c:v>
                </c:pt>
                <c:pt idx="1803">
                  <c:v>0.0149800060736</c:v>
                </c:pt>
                <c:pt idx="1804">
                  <c:v>0.0149312895494</c:v>
                </c:pt>
                <c:pt idx="1805">
                  <c:v>0.0148828116897</c:v>
                </c:pt>
                <c:pt idx="1806">
                  <c:v>0.0148345709371</c:v>
                </c:pt>
                <c:pt idx="1807">
                  <c:v>0.0147865657468</c:v>
                </c:pt>
                <c:pt idx="1808">
                  <c:v>0.0147387945867</c:v>
                </c:pt>
                <c:pt idx="1809">
                  <c:v>0.0146912559368</c:v>
                </c:pt>
                <c:pt idx="1810">
                  <c:v>0.0146439482899</c:v>
                </c:pt>
                <c:pt idx="1811">
                  <c:v>0.0145968701505</c:v>
                </c:pt>
                <c:pt idx="1812">
                  <c:v>0.0145500200356</c:v>
                </c:pt>
                <c:pt idx="1813">
                  <c:v>0.0145033964739</c:v>
                </c:pt>
                <c:pt idx="1814">
                  <c:v>0.014456998006</c:v>
                </c:pt>
                <c:pt idx="1815">
                  <c:v>0.0144108231843</c:v>
                </c:pt>
                <c:pt idx="1816">
                  <c:v>0.0143648705727</c:v>
                </c:pt>
                <c:pt idx="1817">
                  <c:v>0.0143191387468</c:v>
                </c:pt>
                <c:pt idx="1818">
                  <c:v>0.0142736262935</c:v>
                </c:pt>
                <c:pt idx="1819">
                  <c:v>0.0142283318109</c:v>
                </c:pt>
                <c:pt idx="1820">
                  <c:v>0.0141832539084</c:v>
                </c:pt>
                <c:pt idx="1821">
                  <c:v>0.0141383912064</c:v>
                </c:pt>
                <c:pt idx="1822">
                  <c:v>0.0140937423363</c:v>
                </c:pt>
                <c:pt idx="1823">
                  <c:v>0.0140493059405</c:v>
                </c:pt>
                <c:pt idx="1824">
                  <c:v>0.014005080672</c:v>
                </c:pt>
                <c:pt idx="1825">
                  <c:v>0.0139610651944</c:v>
                </c:pt>
                <c:pt idx="1826">
                  <c:v>0.0139172581821</c:v>
                </c:pt>
                <c:pt idx="1827">
                  <c:v>0.0138736583197</c:v>
                </c:pt>
                <c:pt idx="1828">
                  <c:v>0.0138302643024</c:v>
                </c:pt>
                <c:pt idx="1829">
                  <c:v>0.0137870748355</c:v>
                </c:pt>
                <c:pt idx="1830">
                  <c:v>0.0137440886346</c:v>
                </c:pt>
                <c:pt idx="1831">
                  <c:v>0.0137013044252</c:v>
                </c:pt>
                <c:pt idx="1832">
                  <c:v>0.0136587209429</c:v>
                </c:pt>
                <c:pt idx="1833">
                  <c:v>0.0136163369333</c:v>
                </c:pt>
                <c:pt idx="1834">
                  <c:v>0.0135741511516</c:v>
                </c:pt>
                <c:pt idx="1835">
                  <c:v>0.0135321623627</c:v>
                </c:pt>
                <c:pt idx="1836">
                  <c:v>0.0134903693412</c:v>
                </c:pt>
                <c:pt idx="1837">
                  <c:v>0.0134487708713</c:v>
                </c:pt>
                <c:pt idx="1838">
                  <c:v>0.0134073657464</c:v>
                </c:pt>
                <c:pt idx="1839">
                  <c:v>0.0133661527696</c:v>
                </c:pt>
                <c:pt idx="1840">
                  <c:v>0.0133251307528</c:v>
                </c:pt>
                <c:pt idx="1841">
                  <c:v>0.0132842985175</c:v>
                </c:pt>
                <c:pt idx="1842">
                  <c:v>0.0132436548941</c:v>
                </c:pt>
                <c:pt idx="1843">
                  <c:v>0.0132031987219</c:v>
                </c:pt>
                <c:pt idx="1844">
                  <c:v>0.0131629288495</c:v>
                </c:pt>
                <c:pt idx="1845">
                  <c:v>0.0131228441338</c:v>
                </c:pt>
                <c:pt idx="1846">
                  <c:v>0.013082943441</c:v>
                </c:pt>
                <c:pt idx="1847">
                  <c:v>0.0130432256456</c:v>
                </c:pt>
                <c:pt idx="1848">
                  <c:v>0.0130036896309</c:v>
                </c:pt>
                <c:pt idx="1849">
                  <c:v>0.0129643342887</c:v>
                </c:pt>
                <c:pt idx="1850">
                  <c:v>0.0129251585192</c:v>
                </c:pt>
                <c:pt idx="1851">
                  <c:v>0.0128861612309</c:v>
                </c:pt>
                <c:pt idx="1852">
                  <c:v>0.0128473413408</c:v>
                </c:pt>
                <c:pt idx="1853">
                  <c:v>0.0128086977738</c:v>
                </c:pt>
                <c:pt idx="1854">
                  <c:v>0.0127702294634</c:v>
                </c:pt>
                <c:pt idx="1855">
                  <c:v>0.0127319353508</c:v>
                </c:pt>
                <c:pt idx="1856">
                  <c:v>0.0126938143852</c:v>
                </c:pt>
                <c:pt idx="1857">
                  <c:v>0.012655865524</c:v>
                </c:pt>
                <c:pt idx="1858">
                  <c:v>0.0126180877322</c:v>
                </c:pt>
                <c:pt idx="1859">
                  <c:v>0.0125804799827</c:v>
                </c:pt>
                <c:pt idx="1860">
                  <c:v>0.012543041256</c:v>
                </c:pt>
                <c:pt idx="1861">
                  <c:v>0.0125057705405</c:v>
                </c:pt>
                <c:pt idx="1862">
                  <c:v>0.0124686668319</c:v>
                </c:pt>
                <c:pt idx="1863">
                  <c:v>0.0124317291335</c:v>
                </c:pt>
                <c:pt idx="1864">
                  <c:v>0.0123949564561</c:v>
                </c:pt>
                <c:pt idx="1865">
                  <c:v>0.0123583478178</c:v>
                </c:pt>
                <c:pt idx="1866">
                  <c:v>0.0123219022441</c:v>
                </c:pt>
                <c:pt idx="1867">
                  <c:v>0.0122856187676</c:v>
                </c:pt>
                <c:pt idx="1868">
                  <c:v>0.0122494964283</c:v>
                </c:pt>
                <c:pt idx="1869">
                  <c:v>0.012213534273</c:v>
                </c:pt>
                <c:pt idx="1870">
                  <c:v>0.0121777313559</c:v>
                </c:pt>
                <c:pt idx="1871">
                  <c:v>0.012142086738</c:v>
                </c:pt>
                <c:pt idx="1872">
                  <c:v>0.0121065994872</c:v>
                </c:pt>
                <c:pt idx="1873">
                  <c:v>0.0120712686783</c:v>
                </c:pt>
                <c:pt idx="1874">
                  <c:v>0.012036093393</c:v>
                </c:pt>
                <c:pt idx="1875">
                  <c:v>0.0120010727198</c:v>
                </c:pt>
                <c:pt idx="1876">
                  <c:v>0.0119662057536</c:v>
                </c:pt>
                <c:pt idx="1877">
                  <c:v>0.0119314915961</c:v>
                </c:pt>
                <c:pt idx="1878">
                  <c:v>0.0118969293557</c:v>
                </c:pt>
                <c:pt idx="1879">
                  <c:v>0.0118625181472</c:v>
                </c:pt>
                <c:pt idx="1880">
                  <c:v>0.0118282570917</c:v>
                </c:pt>
                <c:pt idx="1881">
                  <c:v>0.011794145317</c:v>
                </c:pt>
                <c:pt idx="1882">
                  <c:v>0.0117601819571</c:v>
                </c:pt>
                <c:pt idx="1883">
                  <c:v>0.0117263661523</c:v>
                </c:pt>
                <c:pt idx="1884">
                  <c:v>0.011692697049</c:v>
                </c:pt>
                <c:pt idx="1885">
                  <c:v>0.0116591738001</c:v>
                </c:pt>
                <c:pt idx="1886">
                  <c:v>0.0116257955643</c:v>
                </c:pt>
                <c:pt idx="1887">
                  <c:v>0.0115925615067</c:v>
                </c:pt>
                <c:pt idx="1888">
                  <c:v>0.0115594707981</c:v>
                </c:pt>
                <c:pt idx="1889">
                  <c:v>0.0115265226155</c:v>
                </c:pt>
                <c:pt idx="1890">
                  <c:v>0.0114937161417</c:v>
                </c:pt>
                <c:pt idx="1891">
                  <c:v>0.0114610505655</c:v>
                </c:pt>
                <c:pt idx="1892">
                  <c:v>0.0114285250813</c:v>
                </c:pt>
                <c:pt idx="1893">
                  <c:v>0.0113961388896</c:v>
                </c:pt>
                <c:pt idx="1894">
                  <c:v>0.0113638911963</c:v>
                </c:pt>
                <c:pt idx="1895">
                  <c:v>0.0113317812131</c:v>
                </c:pt>
                <c:pt idx="1896">
                  <c:v>0.0112998081575</c:v>
                </c:pt>
                <c:pt idx="1897">
                  <c:v>0.0112679712522</c:v>
                </c:pt>
                <c:pt idx="1898">
                  <c:v>0.0112362697257</c:v>
                </c:pt>
                <c:pt idx="1899">
                  <c:v>0.011204702812</c:v>
                </c:pt>
                <c:pt idx="1900">
                  <c:v>0.0111732697504</c:v>
                </c:pt>
                <c:pt idx="1901">
                  <c:v>0.0111419697856</c:v>
                </c:pt>
                <c:pt idx="1902">
                  <c:v>0.0111108021678</c:v>
                </c:pt>
                <c:pt idx="1903">
                  <c:v>0.0110797661523</c:v>
                </c:pt>
                <c:pt idx="1904">
                  <c:v>0.0110488609998</c:v>
                </c:pt>
                <c:pt idx="1905">
                  <c:v>0.0110180859762</c:v>
                </c:pt>
                <c:pt idx="1906">
                  <c:v>0.0109874403524</c:v>
                </c:pt>
                <c:pt idx="1907">
                  <c:v>0.0109569234047</c:v>
                </c:pt>
                <c:pt idx="1908">
                  <c:v>0.0109265344143</c:v>
                </c:pt>
                <c:pt idx="1909">
                  <c:v>0.0108962726674</c:v>
                </c:pt>
                <c:pt idx="1910">
                  <c:v>0.0108661374553</c:v>
                </c:pt>
                <c:pt idx="1911">
                  <c:v>0.0108361280742</c:v>
                </c:pt>
                <c:pt idx="1912">
                  <c:v>0.0108062438253</c:v>
                </c:pt>
                <c:pt idx="1913">
                  <c:v>0.0107764840146</c:v>
                </c:pt>
                <c:pt idx="1914">
                  <c:v>0.010746847953</c:v>
                </c:pt>
                <c:pt idx="1915">
                  <c:v>0.010717334956</c:v>
                </c:pt>
                <c:pt idx="1916">
                  <c:v>0.0106879443441</c:v>
                </c:pt>
                <c:pt idx="1917">
                  <c:v>0.0106586754423</c:v>
                </c:pt>
                <c:pt idx="1918">
                  <c:v>0.0106295275805</c:v>
                </c:pt>
                <c:pt idx="1919">
                  <c:v>0.0106005000931</c:v>
                </c:pt>
                <c:pt idx="1920">
                  <c:v>0.0105715923191</c:v>
                </c:pt>
                <c:pt idx="1921">
                  <c:v>0.010542803602</c:v>
                </c:pt>
                <c:pt idx="1922">
                  <c:v>0.01051413329</c:v>
                </c:pt>
                <c:pt idx="1923">
                  <c:v>0.0104855807357</c:v>
                </c:pt>
                <c:pt idx="1924">
                  <c:v>0.0104571452961</c:v>
                </c:pt>
                <c:pt idx="1925">
                  <c:v>0.0104288263326</c:v>
                </c:pt>
                <c:pt idx="1926">
                  <c:v>0.010400623211</c:v>
                </c:pt>
                <c:pt idx="1927">
                  <c:v>0.0103725353017</c:v>
                </c:pt>
                <c:pt idx="1928">
                  <c:v>0.0103445619789</c:v>
                </c:pt>
                <c:pt idx="1929">
                  <c:v>0.0103167026215</c:v>
                </c:pt>
                <c:pt idx="1930">
                  <c:v>0.0102889566125</c:v>
                </c:pt>
                <c:pt idx="1931">
                  <c:v>0.010261323339</c:v>
                </c:pt>
                <c:pt idx="1932">
                  <c:v>0.0102338021924</c:v>
                </c:pt>
                <c:pt idx="1933">
                  <c:v>0.0102063925682</c:v>
                </c:pt>
                <c:pt idx="1934">
                  <c:v>0.0101790938661</c:v>
                </c:pt>
                <c:pt idx="1935">
                  <c:v>0.0101519054895</c:v>
                </c:pt>
                <c:pt idx="1936">
                  <c:v>0.0101248268464</c:v>
                </c:pt>
                <c:pt idx="1937">
                  <c:v>0.0100978573483</c:v>
                </c:pt>
                <c:pt idx="1938">
                  <c:v>0.0100709964109</c:v>
                </c:pt>
                <c:pt idx="1939">
                  <c:v>0.0100442434539</c:v>
                </c:pt>
                <c:pt idx="1940">
                  <c:v>0.0100175979008</c:v>
                </c:pt>
                <c:pt idx="1941">
                  <c:v>0.00999105917898</c:v>
                </c:pt>
                <c:pt idx="1942">
                  <c:v>0.00996462671971</c:v>
                </c:pt>
                <c:pt idx="1943">
                  <c:v>0.00993829995804</c:v>
                </c:pt>
                <c:pt idx="1944">
                  <c:v>0.00991207833285</c:v>
                </c:pt>
                <c:pt idx="1945">
                  <c:v>0.00988596128673</c:v>
                </c:pt>
                <c:pt idx="1946">
                  <c:v>0.00985994826602</c:v>
                </c:pt>
                <c:pt idx="1947">
                  <c:v>0.00983403872075</c:v>
                </c:pt>
                <c:pt idx="1948">
                  <c:v>0.00980823210463</c:v>
                </c:pt>
                <c:pt idx="1949">
                  <c:v>0.009782527875</c:v>
                </c:pt>
                <c:pt idx="1950">
                  <c:v>0.00975692549281</c:v>
                </c:pt>
                <c:pt idx="1951">
                  <c:v>0.00973142442258</c:v>
                </c:pt>
                <c:pt idx="1952">
                  <c:v>0.00970602413241</c:v>
                </c:pt>
                <c:pt idx="1953">
                  <c:v>0.00968072409391</c:v>
                </c:pt>
                <c:pt idx="1954">
                  <c:v>0.00965552378219</c:v>
                </c:pt>
                <c:pt idx="1955">
                  <c:v>0.00963042267583</c:v>
                </c:pt>
                <c:pt idx="1956">
                  <c:v>0.00960542025686</c:v>
                </c:pt>
                <c:pt idx="1957">
                  <c:v>0.00958051601072</c:v>
                </c:pt>
                <c:pt idx="1958">
                  <c:v>0.00955570942626</c:v>
                </c:pt>
                <c:pt idx="1959">
                  <c:v>0.00953099999567</c:v>
                </c:pt>
                <c:pt idx="1960">
                  <c:v>0.00950638721448</c:v>
                </c:pt>
                <c:pt idx="1961">
                  <c:v>0.00948187058156</c:v>
                </c:pt>
                <c:pt idx="1962">
                  <c:v>0.00945744959904</c:v>
                </c:pt>
                <c:pt idx="1963">
                  <c:v>0.00943312377233</c:v>
                </c:pt>
                <c:pt idx="1964">
                  <c:v>0.00940889261006</c:v>
                </c:pt>
                <c:pt idx="1965">
                  <c:v>0.00938475562408</c:v>
                </c:pt>
                <c:pt idx="1966">
                  <c:v>0.00936071232944</c:v>
                </c:pt>
                <c:pt idx="1967">
                  <c:v>0.00933676224432</c:v>
                </c:pt>
                <c:pt idx="1968">
                  <c:v>0.00931290489008</c:v>
                </c:pt>
                <c:pt idx="1969">
                  <c:v>0.00928913979117</c:v>
                </c:pt>
                <c:pt idx="1970">
                  <c:v>0.00926546647514</c:v>
                </c:pt>
                <c:pt idx="1971">
                  <c:v>0.0092418844726</c:v>
                </c:pt>
                <c:pt idx="1972">
                  <c:v>0.0092183933172</c:v>
                </c:pt>
                <c:pt idx="1973">
                  <c:v>0.00919499254564</c:v>
                </c:pt>
                <c:pt idx="1974">
                  <c:v>0.00917168169759</c:v>
                </c:pt>
                <c:pt idx="1975">
                  <c:v>0.0091484603157</c:v>
                </c:pt>
                <c:pt idx="1976">
                  <c:v>0.00912532794559</c:v>
                </c:pt>
                <c:pt idx="1977">
                  <c:v>0.00910228413579</c:v>
                </c:pt>
                <c:pt idx="1978">
                  <c:v>0.00907932843776</c:v>
                </c:pt>
                <c:pt idx="1979">
                  <c:v>0.00905646040582</c:v>
                </c:pt>
                <c:pt idx="1980">
                  <c:v>0.00903367959719</c:v>
                </c:pt>
                <c:pt idx="1981">
                  <c:v>0.0090109855719</c:v>
                </c:pt>
                <c:pt idx="1982">
                  <c:v>0.00898837789284</c:v>
                </c:pt>
                <c:pt idx="1983">
                  <c:v>0.00896585612566</c:v>
                </c:pt>
                <c:pt idx="1984">
                  <c:v>0.00894341983884</c:v>
                </c:pt>
                <c:pt idx="1985">
                  <c:v>0.00892106860357</c:v>
                </c:pt>
                <c:pt idx="1986">
                  <c:v>0.00889880199381</c:v>
                </c:pt>
                <c:pt idx="1987">
                  <c:v>0.00887661958624</c:v>
                </c:pt>
                <c:pt idx="1988">
                  <c:v>0.00885452096023</c:v>
                </c:pt>
                <c:pt idx="1989">
                  <c:v>0.00883250569784</c:v>
                </c:pt>
                <c:pt idx="1990">
                  <c:v>0.00881057338377</c:v>
                </c:pt>
                <c:pt idx="1991">
                  <c:v>0.00878872360539</c:v>
                </c:pt>
                <c:pt idx="1992">
                  <c:v>0.00876695595267</c:v>
                </c:pt>
                <c:pt idx="1993">
                  <c:v>0.00874527001818</c:v>
                </c:pt>
                <c:pt idx="1994">
                  <c:v>0.00872366539709</c:v>
                </c:pt>
                <c:pt idx="1995">
                  <c:v>0.00870214168712</c:v>
                </c:pt>
                <c:pt idx="1996">
                  <c:v>0.00868069848854</c:v>
                </c:pt>
                <c:pt idx="1997">
                  <c:v>0.00865933540415</c:v>
                </c:pt>
                <c:pt idx="1998">
                  <c:v>0.00863805203925</c:v>
                </c:pt>
                <c:pt idx="1999">
                  <c:v>0.00861684800165</c:v>
                </c:pt>
                <c:pt idx="2000">
                  <c:v>0.0085957229016</c:v>
                </c:pt>
              </c:numCache>
            </c:numRef>
          </c:yVal>
        </c:ser>
        <c:ser>
          <c:idx val="1"/>
          <c:order val="1"/>
          <c:tx>
            <c:v>spin</c:v>
          </c:tx>
          <c:spPr>
            <a:ln xmlns:a="http://schemas.openxmlformats.org/drawingml/2006/main" w="15240">
              <a:solidFill>
                <a:srgbClr val="234F91"/>
              </a:solidFill>
              <a:prstDash val="dash"/>
            </a:ln>
          </c:spPr>
          <c:marker>
            <c:symbol val="none"/>
            <c:size val="5"/>
            <c:spPr>
              <a:solidFill xmlns:a="http://schemas.openxmlformats.org/drawingml/2006/main">
                <a:srgbClr val="234F91"/>
              </a:solidFill>
            </c:spPr>
          </c:marker>
          <c:xVal>
            <c:numRef>
              <c:f>'Chart Data'!$C$2:$C$2002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Data'!$D$2:$D$2002</c:f>
              <c:numCache>
                <c:formatCode>0.0</c:formatCode>
                <c:ptCount val="2001"/>
                <c:pt idx="0">
                  <c:v>0.00716871792151</c:v>
                </c:pt>
                <c:pt idx="1">
                  <c:v>0.00718362188389</c:v>
                </c:pt>
                <c:pt idx="2">
                  <c:v>0.00719857270685</c:v>
                </c:pt>
                <c:pt idx="3">
                  <c:v>0.00721357058831</c:v>
                </c:pt>
                <c:pt idx="4">
                  <c:v>0.00722861572722</c:v>
                </c:pt>
                <c:pt idx="5">
                  <c:v>0.0072437083236</c:v>
                </c:pt>
                <c:pt idx="6">
                  <c:v>0.00725884857852</c:v>
                </c:pt>
                <c:pt idx="7">
                  <c:v>0.00727403669413</c:v>
                </c:pt>
                <c:pt idx="8">
                  <c:v>0.00728927287367</c:v>
                </c:pt>
                <c:pt idx="9">
                  <c:v>0.00730455732146</c:v>
                </c:pt>
                <c:pt idx="10">
                  <c:v>0.00731989024289</c:v>
                </c:pt>
                <c:pt idx="11">
                  <c:v>0.00733527184448</c:v>
                </c:pt>
                <c:pt idx="12">
                  <c:v>0.00735070233385</c:v>
                </c:pt>
                <c:pt idx="13">
                  <c:v>0.00736618191973</c:v>
                </c:pt>
                <c:pt idx="14">
                  <c:v>0.00738171081196</c:v>
                </c:pt>
                <c:pt idx="15">
                  <c:v>0.00739728922153</c:v>
                </c:pt>
                <c:pt idx="16">
                  <c:v>0.00741291736056</c:v>
                </c:pt>
                <c:pt idx="17">
                  <c:v>0.00742859544229</c:v>
                </c:pt>
                <c:pt idx="18">
                  <c:v>0.00744432368116</c:v>
                </c:pt>
                <c:pt idx="19">
                  <c:v>0.00746010229271</c:v>
                </c:pt>
                <c:pt idx="20">
                  <c:v>0.00747593149369</c:v>
                </c:pt>
                <c:pt idx="21">
                  <c:v>0.007491811502</c:v>
                </c:pt>
                <c:pt idx="22">
                  <c:v>0.00750774253674</c:v>
                </c:pt>
                <c:pt idx="23">
                  <c:v>0.00752372481818</c:v>
                </c:pt>
                <c:pt idx="24">
                  <c:v>0.0075397585678</c:v>
                </c:pt>
                <c:pt idx="25">
                  <c:v>0.00755584400827</c:v>
                </c:pt>
                <c:pt idx="26">
                  <c:v>0.00757198136349</c:v>
                </c:pt>
                <c:pt idx="27">
                  <c:v>0.00758817085857</c:v>
                </c:pt>
                <c:pt idx="28">
                  <c:v>0.00760441271985</c:v>
                </c:pt>
                <c:pt idx="29">
                  <c:v>0.0076207071749</c:v>
                </c:pt>
                <c:pt idx="30">
                  <c:v>0.00763705445256</c:v>
                </c:pt>
                <c:pt idx="31">
                  <c:v>0.00765345478288</c:v>
                </c:pt>
                <c:pt idx="32">
                  <c:v>0.00766990839721</c:v>
                </c:pt>
                <c:pt idx="33">
                  <c:v>0.00768641552816</c:v>
                </c:pt>
                <c:pt idx="34">
                  <c:v>0.0077029764096</c:v>
                </c:pt>
                <c:pt idx="35">
                  <c:v>0.00771959127671</c:v>
                </c:pt>
                <c:pt idx="36">
                  <c:v>0.00773626036595</c:v>
                </c:pt>
                <c:pt idx="37">
                  <c:v>0.00775298391508</c:v>
                </c:pt>
                <c:pt idx="38">
                  <c:v>0.00776976216319</c:v>
                </c:pt>
                <c:pt idx="39">
                  <c:v>0.00778659535068</c:v>
                </c:pt>
                <c:pt idx="40">
                  <c:v>0.00780348371928</c:v>
                </c:pt>
                <c:pt idx="41">
                  <c:v>0.00782042751205</c:v>
                </c:pt>
                <c:pt idx="42">
                  <c:v>0.00783742697342</c:v>
                </c:pt>
                <c:pt idx="43">
                  <c:v>0.00785448234915</c:v>
                </c:pt>
                <c:pt idx="44">
                  <c:v>0.0078715938864</c:v>
                </c:pt>
                <c:pt idx="45">
                  <c:v>0.00788876183366</c:v>
                </c:pt>
                <c:pt idx="46">
                  <c:v>0.00790598644084</c:v>
                </c:pt>
                <c:pt idx="47">
                  <c:v>0.00792326795923</c:v>
                </c:pt>
                <c:pt idx="48">
                  <c:v>0.00794060664153</c:v>
                </c:pt>
                <c:pt idx="49">
                  <c:v>0.00795800274183</c:v>
                </c:pt>
                <c:pt idx="50">
                  <c:v>0.00797545651567</c:v>
                </c:pt>
                <c:pt idx="51">
                  <c:v>0.00799296822001</c:v>
                </c:pt>
                <c:pt idx="52">
                  <c:v>0.00801053811325</c:v>
                </c:pt>
                <c:pt idx="53">
                  <c:v>0.00802816645523</c:v>
                </c:pt>
                <c:pt idx="54">
                  <c:v>0.00804585350728</c:v>
                </c:pt>
                <c:pt idx="55">
                  <c:v>0.00806359953216</c:v>
                </c:pt>
                <c:pt idx="56">
                  <c:v>0.00808140479415</c:v>
                </c:pt>
                <c:pt idx="57">
                  <c:v>0.008099269559</c:v>
                </c:pt>
                <c:pt idx="58">
                  <c:v>0.00811719409396</c:v>
                </c:pt>
                <c:pt idx="59">
                  <c:v>0.0081351786678</c:v>
                </c:pt>
                <c:pt idx="60">
                  <c:v>0.0081532235508</c:v>
                </c:pt>
                <c:pt idx="61">
                  <c:v>0.00817132901478</c:v>
                </c:pt>
                <c:pt idx="62">
                  <c:v>0.00818949533309</c:v>
                </c:pt>
                <c:pt idx="63">
                  <c:v>0.00820772278066</c:v>
                </c:pt>
                <c:pt idx="64">
                  <c:v>0.00822601163396</c:v>
                </c:pt>
                <c:pt idx="65">
                  <c:v>0.00824436217104</c:v>
                </c:pt>
                <c:pt idx="66">
                  <c:v>0.00826277467152</c:v>
                </c:pt>
                <c:pt idx="67">
                  <c:v>0.00828124941665</c:v>
                </c:pt>
                <c:pt idx="68">
                  <c:v>0.00829978668926</c:v>
                </c:pt>
                <c:pt idx="69">
                  <c:v>0.00831838677381</c:v>
                </c:pt>
                <c:pt idx="70">
                  <c:v>0.00833704995637</c:v>
                </c:pt>
                <c:pt idx="71">
                  <c:v>0.00835577652468</c:v>
                </c:pt>
                <c:pt idx="72">
                  <c:v>0.00837456676811</c:v>
                </c:pt>
                <c:pt idx="73">
                  <c:v>0.00839342097769</c:v>
                </c:pt>
                <c:pt idx="74">
                  <c:v>0.00841233944615</c:v>
                </c:pt>
                <c:pt idx="75">
                  <c:v>0.00843132246787</c:v>
                </c:pt>
                <c:pt idx="76">
                  <c:v>0.00845037033897</c:v>
                </c:pt>
                <c:pt idx="77">
                  <c:v>0.00846948335725</c:v>
                </c:pt>
                <c:pt idx="78">
                  <c:v>0.00848866182223</c:v>
                </c:pt>
                <c:pt idx="79">
                  <c:v>0.00850790603518</c:v>
                </c:pt>
                <c:pt idx="80">
                  <c:v>0.00852721629911</c:v>
                </c:pt>
                <c:pt idx="81">
                  <c:v>0.00854659291879</c:v>
                </c:pt>
                <c:pt idx="82">
                  <c:v>0.00856603620075</c:v>
                </c:pt>
                <c:pt idx="83">
                  <c:v>0.00858554645332</c:v>
                </c:pt>
                <c:pt idx="84">
                  <c:v>0.0086051239866</c:v>
                </c:pt>
                <c:pt idx="85">
                  <c:v>0.00862476911252</c:v>
                </c:pt>
                <c:pt idx="86">
                  <c:v>0.00864448214483</c:v>
                </c:pt>
                <c:pt idx="87">
                  <c:v>0.00866426339911</c:v>
                </c:pt>
                <c:pt idx="88">
                  <c:v>0.00868411319277</c:v>
                </c:pt>
                <c:pt idx="89">
                  <c:v>0.00870403184511</c:v>
                </c:pt>
                <c:pt idx="90">
                  <c:v>0.00872401967727</c:v>
                </c:pt>
                <c:pt idx="91">
                  <c:v>0.0087440770123</c:v>
                </c:pt>
                <c:pt idx="92">
                  <c:v>0.00876420417514</c:v>
                </c:pt>
                <c:pt idx="93">
                  <c:v>0.00878440149264</c:v>
                </c:pt>
                <c:pt idx="94">
                  <c:v>0.00880466929359</c:v>
                </c:pt>
                <c:pt idx="95">
                  <c:v>0.0088250079087</c:v>
                </c:pt>
                <c:pt idx="96">
                  <c:v>0.00884541767064</c:v>
                </c:pt>
                <c:pt idx="97">
                  <c:v>0.00886589891407</c:v>
                </c:pt>
                <c:pt idx="98">
                  <c:v>0.0088864519756</c:v>
                </c:pt>
                <c:pt idx="99">
                  <c:v>0.00890707719385</c:v>
                </c:pt>
                <c:pt idx="100">
                  <c:v>0.00892777490945</c:v>
                </c:pt>
                <c:pt idx="101">
                  <c:v>0.00894854546506</c:v>
                </c:pt>
                <c:pt idx="102">
                  <c:v>0.00896938920537</c:v>
                </c:pt>
                <c:pt idx="103">
                  <c:v>0.00899030647712</c:v>
                </c:pt>
                <c:pt idx="104">
                  <c:v>0.00901129762913</c:v>
                </c:pt>
                <c:pt idx="105">
                  <c:v>0.00903236301231</c:v>
                </c:pt>
                <c:pt idx="106">
                  <c:v>0.00905350297965</c:v>
                </c:pt>
                <c:pt idx="107">
                  <c:v>0.00907471788626</c:v>
                </c:pt>
                <c:pt idx="108">
                  <c:v>0.00909600808938</c:v>
                </c:pt>
                <c:pt idx="109">
                  <c:v>0.00911737394839</c:v>
                </c:pt>
                <c:pt idx="110">
                  <c:v>0.00913881582485</c:v>
                </c:pt>
                <c:pt idx="111">
                  <c:v>0.00916033408248</c:v>
                </c:pt>
                <c:pt idx="112">
                  <c:v>0.00918192908718</c:v>
                </c:pt>
                <c:pt idx="113">
                  <c:v>0.00920360120707</c:v>
                </c:pt>
                <c:pt idx="114">
                  <c:v>0.00922535081249</c:v>
                </c:pt>
                <c:pt idx="115">
                  <c:v>0.00924717827604</c:v>
                </c:pt>
                <c:pt idx="116">
                  <c:v>0.00926908397255</c:v>
                </c:pt>
                <c:pt idx="117">
                  <c:v>0.00929106827912</c:v>
                </c:pt>
                <c:pt idx="118">
                  <c:v>0.00931313157516</c:v>
                </c:pt>
                <c:pt idx="119">
                  <c:v>0.00933527424237</c:v>
                </c:pt>
                <c:pt idx="120">
                  <c:v>0.00935749666479</c:v>
                </c:pt>
                <c:pt idx="121">
                  <c:v>0.00937979922877</c:v>
                </c:pt>
                <c:pt idx="122">
                  <c:v>0.00940218232305</c:v>
                </c:pt>
                <c:pt idx="123">
                  <c:v>0.00942464633873</c:v>
                </c:pt>
                <c:pt idx="124">
                  <c:v>0.00944719166929</c:v>
                </c:pt>
                <c:pt idx="125">
                  <c:v>0.00946981871065</c:v>
                </c:pt>
                <c:pt idx="126">
                  <c:v>0.00949252786112</c:v>
                </c:pt>
                <c:pt idx="127">
                  <c:v>0.00951531952148</c:v>
                </c:pt>
                <c:pt idx="128">
                  <c:v>0.00953819409497</c:v>
                </c:pt>
                <c:pt idx="129">
                  <c:v>0.00956115198731</c:v>
                </c:pt>
                <c:pt idx="130">
                  <c:v>0.00958419360672</c:v>
                </c:pt>
                <c:pt idx="131">
                  <c:v>0.00960731936394</c:v>
                </c:pt>
                <c:pt idx="132">
                  <c:v>0.00963052967224</c:v>
                </c:pt>
                <c:pt idx="133">
                  <c:v>0.00965382494745</c:v>
                </c:pt>
                <c:pt idx="134">
                  <c:v>0.00967720560799</c:v>
                </c:pt>
                <c:pt idx="135">
                  <c:v>0.00970067207486</c:v>
                </c:pt>
                <c:pt idx="136">
                  <c:v>0.00972422477167</c:v>
                </c:pt>
                <c:pt idx="137">
                  <c:v>0.00974786412467</c:v>
                </c:pt>
                <c:pt idx="138">
                  <c:v>0.00977159056278</c:v>
                </c:pt>
                <c:pt idx="139">
                  <c:v>0.00979540451756</c:v>
                </c:pt>
                <c:pt idx="140">
                  <c:v>0.00981930642329</c:v>
                </c:pt>
                <c:pt idx="141">
                  <c:v>0.00984329671696</c:v>
                </c:pt>
                <c:pt idx="142">
                  <c:v>0.00986737583829</c:v>
                </c:pt>
                <c:pt idx="143">
                  <c:v>0.00989154422976</c:v>
                </c:pt>
                <c:pt idx="144">
                  <c:v>0.00991580233661</c:v>
                </c:pt>
                <c:pt idx="145">
                  <c:v>0.00994015060689</c:v>
                </c:pt>
                <c:pt idx="146">
                  <c:v>0.00996458949148</c:v>
                </c:pt>
                <c:pt idx="147">
                  <c:v>0.00998911944407</c:v>
                </c:pt>
                <c:pt idx="148">
                  <c:v>0.0100137409212</c:v>
                </c:pt>
                <c:pt idx="149">
                  <c:v>0.0100384543824</c:v>
                </c:pt>
                <c:pt idx="150">
                  <c:v>0.01006326029</c:v>
                </c:pt>
                <c:pt idx="151">
                  <c:v>0.0100881591093</c:v>
                </c:pt>
                <c:pt idx="152">
                  <c:v>0.0101131513084</c:v>
                </c:pt>
                <c:pt idx="153">
                  <c:v>0.0101382373587</c:v>
                </c:pt>
                <c:pt idx="154">
                  <c:v>0.0101634177342</c:v>
                </c:pt>
                <c:pt idx="155">
                  <c:v>0.0101886929123</c:v>
                </c:pt>
                <c:pt idx="156">
                  <c:v>0.0102140633732</c:v>
                </c:pt>
                <c:pt idx="157">
                  <c:v>0.0102395296001</c:v>
                </c:pt>
                <c:pt idx="158">
                  <c:v>0.0102650920796</c:v>
                </c:pt>
                <c:pt idx="159">
                  <c:v>0.0102907513011</c:v>
                </c:pt>
                <c:pt idx="160">
                  <c:v>0.0103165077573</c:v>
                </c:pt>
                <c:pt idx="161">
                  <c:v>0.0103423619441</c:v>
                </c:pt>
                <c:pt idx="162">
                  <c:v>0.0103683143603</c:v>
                </c:pt>
                <c:pt idx="163">
                  <c:v>0.0103943655083</c:v>
                </c:pt>
                <c:pt idx="164">
                  <c:v>0.0104205158934</c:v>
                </c:pt>
                <c:pt idx="165">
                  <c:v>0.0104467660245</c:v>
                </c:pt>
                <c:pt idx="166">
                  <c:v>0.0104731164134</c:v>
                </c:pt>
                <c:pt idx="167">
                  <c:v>0.0104995675755</c:v>
                </c:pt>
                <c:pt idx="168">
                  <c:v>0.0105261200294</c:v>
                </c:pt>
                <c:pt idx="169">
                  <c:v>0.0105527742972</c:v>
                </c:pt>
                <c:pt idx="170">
                  <c:v>0.0105795309041</c:v>
                </c:pt>
                <c:pt idx="171">
                  <c:v>0.0106063903791</c:v>
                </c:pt>
                <c:pt idx="172">
                  <c:v>0.0106333532543</c:v>
                </c:pt>
                <c:pt idx="173">
                  <c:v>0.0106604200655</c:v>
                </c:pt>
                <c:pt idx="174">
                  <c:v>0.0106875913518</c:v>
                </c:pt>
                <c:pt idx="175">
                  <c:v>0.0107148676561</c:v>
                </c:pt>
                <c:pt idx="176">
                  <c:v>0.0107422495246</c:v>
                </c:pt>
                <c:pt idx="177">
                  <c:v>0.0107697375072</c:v>
                </c:pt>
                <c:pt idx="178">
                  <c:v>0.0107973321573</c:v>
                </c:pt>
                <c:pt idx="179">
                  <c:v>0.0108250340321</c:v>
                </c:pt>
                <c:pt idx="180">
                  <c:v>0.0108528436923</c:v>
                </c:pt>
                <c:pt idx="181">
                  <c:v>0.0108807617024</c:v>
                </c:pt>
                <c:pt idx="182">
                  <c:v>0.0109087886306</c:v>
                </c:pt>
                <c:pt idx="183">
                  <c:v>0.0109369250488</c:v>
                </c:pt>
                <c:pt idx="184">
                  <c:v>0.0109651715328</c:v>
                </c:pt>
                <c:pt idx="185">
                  <c:v>0.0109935286622</c:v>
                </c:pt>
                <c:pt idx="186">
                  <c:v>0.0110219970203</c:v>
                </c:pt>
                <c:pt idx="187">
                  <c:v>0.0110505771943</c:v>
                </c:pt>
                <c:pt idx="188">
                  <c:v>0.0110792697755</c:v>
                </c:pt>
                <c:pt idx="189">
                  <c:v>0.011108075359</c:v>
                </c:pt>
                <c:pt idx="190">
                  <c:v>0.0111369945438</c:v>
                </c:pt>
                <c:pt idx="191">
                  <c:v>0.011166027933</c:v>
                </c:pt>
                <c:pt idx="192">
                  <c:v>0.0111951761338</c:v>
                </c:pt>
                <c:pt idx="193">
                  <c:v>0.0112244397572</c:v>
                </c:pt>
                <c:pt idx="194">
                  <c:v>0.0112538194187</c:v>
                </c:pt>
                <c:pt idx="195">
                  <c:v>0.0112833157375</c:v>
                </c:pt>
                <c:pt idx="196">
                  <c:v>0.0113129293373</c:v>
                </c:pt>
                <c:pt idx="197">
                  <c:v>0.0113426608459</c:v>
                </c:pt>
                <c:pt idx="198">
                  <c:v>0.0113725108951</c:v>
                </c:pt>
                <c:pt idx="199">
                  <c:v>0.0114024801215</c:v>
                </c:pt>
                <c:pt idx="200">
                  <c:v>0.0114325691654</c:v>
                </c:pt>
                <c:pt idx="201">
                  <c:v>0.0114627786718</c:v>
                </c:pt>
                <c:pt idx="202">
                  <c:v>0.01149310929</c:v>
                </c:pt>
                <c:pt idx="203">
                  <c:v>0.0115235616737</c:v>
                </c:pt>
                <c:pt idx="204">
                  <c:v>0.0115541364811</c:v>
                </c:pt>
                <c:pt idx="205">
                  <c:v>0.0115848343747</c:v>
                </c:pt>
                <c:pt idx="206">
                  <c:v>0.0116156560217</c:v>
                </c:pt>
                <c:pt idx="207">
                  <c:v>0.0116466020939</c:v>
                </c:pt>
                <c:pt idx="208">
                  <c:v>0.0116776732674</c:v>
                </c:pt>
                <c:pt idx="209">
                  <c:v>0.0117088702233</c:v>
                </c:pt>
                <c:pt idx="210">
                  <c:v>0.011740193647</c:v>
                </c:pt>
                <c:pt idx="211">
                  <c:v>0.011771644229</c:v>
                </c:pt>
                <c:pt idx="212">
                  <c:v>0.0118032226642</c:v>
                </c:pt>
                <c:pt idx="213">
                  <c:v>0.0118349296525</c:v>
                </c:pt>
                <c:pt idx="214">
                  <c:v>0.0118667658986</c:v>
                </c:pt>
                <c:pt idx="215">
                  <c:v>0.0118987321119</c:v>
                </c:pt>
                <c:pt idx="216">
                  <c:v>0.011930829007</c:v>
                </c:pt>
                <c:pt idx="217">
                  <c:v>0.0119630573031</c:v>
                </c:pt>
                <c:pt idx="218">
                  <c:v>0.0119954177247</c:v>
                </c:pt>
                <c:pt idx="219">
                  <c:v>0.0120279110011</c:v>
                </c:pt>
                <c:pt idx="220">
                  <c:v>0.0120605378669</c:v>
                </c:pt>
                <c:pt idx="221">
                  <c:v>0.0120932990616</c:v>
                </c:pt>
                <c:pt idx="222">
                  <c:v>0.01212619533</c:v>
                </c:pt>
                <c:pt idx="223">
                  <c:v>0.012159227422</c:v>
                </c:pt>
                <c:pt idx="224">
                  <c:v>0.0121923960928</c:v>
                </c:pt>
                <c:pt idx="225">
                  <c:v>0.0122257021029</c:v>
                </c:pt>
                <c:pt idx="226">
                  <c:v>0.0122591462181</c:v>
                </c:pt>
                <c:pt idx="227">
                  <c:v>0.0122927292097</c:v>
                </c:pt>
                <c:pt idx="228">
                  <c:v>0.0123264518543</c:v>
                </c:pt>
                <c:pt idx="229">
                  <c:v>0.0123603149339</c:v>
                </c:pt>
                <c:pt idx="230">
                  <c:v>0.0123943192362</c:v>
                </c:pt>
                <c:pt idx="231">
                  <c:v>0.0124284655543</c:v>
                </c:pt>
                <c:pt idx="232">
                  <c:v>0.0124627546872</c:v>
                </c:pt>
                <c:pt idx="233">
                  <c:v>0.0124971874391</c:v>
                </c:pt>
                <c:pt idx="234">
                  <c:v>0.0125317646203</c:v>
                </c:pt>
                <c:pt idx="235">
                  <c:v>0.0125664870468</c:v>
                </c:pt>
                <c:pt idx="236">
                  <c:v>0.0126013555402</c:v>
                </c:pt>
                <c:pt idx="237">
                  <c:v>0.0126363709282</c:v>
                </c:pt>
                <c:pt idx="238">
                  <c:v>0.0126715340442</c:v>
                </c:pt>
                <c:pt idx="239">
                  <c:v>0.0127068457277</c:v>
                </c:pt>
                <c:pt idx="240">
                  <c:v>0.0127423068242</c:v>
                </c:pt>
                <c:pt idx="241">
                  <c:v>0.0127779181852</c:v>
                </c:pt>
                <c:pt idx="242">
                  <c:v>0.0128136806683</c:v>
                </c:pt>
                <c:pt idx="243">
                  <c:v>0.0128495951374</c:v>
                </c:pt>
                <c:pt idx="244">
                  <c:v>0.0128856624625</c:v>
                </c:pt>
                <c:pt idx="245">
                  <c:v>0.0129218835199</c:v>
                </c:pt>
                <c:pt idx="246">
                  <c:v>0.0129582591922</c:v>
                </c:pt>
                <c:pt idx="247">
                  <c:v>0.0129947903685</c:v>
                </c:pt>
                <c:pt idx="248">
                  <c:v>0.0130314779442</c:v>
                </c:pt>
                <c:pt idx="249">
                  <c:v>0.0130683228213</c:v>
                </c:pt>
                <c:pt idx="250">
                  <c:v>0.0131053259083</c:v>
                </c:pt>
                <c:pt idx="251">
                  <c:v>0.0131424881203</c:v>
                </c:pt>
                <c:pt idx="252">
                  <c:v>0.0131798103791</c:v>
                </c:pt>
                <c:pt idx="253">
                  <c:v>0.0132172936133</c:v>
                </c:pt>
                <c:pt idx="254">
                  <c:v>0.0132549387582</c:v>
                </c:pt>
                <c:pt idx="255">
                  <c:v>0.0132927467559</c:v>
                </c:pt>
                <c:pt idx="256">
                  <c:v>0.0133307185554</c:v>
                </c:pt>
                <c:pt idx="257">
                  <c:v>0.0133688551129</c:v>
                </c:pt>
                <c:pt idx="258">
                  <c:v>0.0134071573913</c:v>
                </c:pt>
                <c:pt idx="259">
                  <c:v>0.0134456263608</c:v>
                </c:pt>
                <c:pt idx="260">
                  <c:v>0.0134842629988</c:v>
                </c:pt>
                <c:pt idx="261">
                  <c:v>0.0135230682898</c:v>
                </c:pt>
                <c:pt idx="262">
                  <c:v>0.0135620432256</c:v>
                </c:pt>
                <c:pt idx="263">
                  <c:v>0.0136011888053</c:v>
                </c:pt>
                <c:pt idx="264">
                  <c:v>0.0136405060356</c:v>
                </c:pt>
                <c:pt idx="265">
                  <c:v>0.0136799959304</c:v>
                </c:pt>
                <c:pt idx="266">
                  <c:v>0.0137196595115</c:v>
                </c:pt>
                <c:pt idx="267">
                  <c:v>0.0137594978079</c:v>
                </c:pt>
                <c:pt idx="268">
                  <c:v>0.0137995118567</c:v>
                </c:pt>
                <c:pt idx="269">
                  <c:v>0.0138397027025</c:v>
                </c:pt>
                <c:pt idx="270">
                  <c:v>0.0138800713978</c:v>
                </c:pt>
                <c:pt idx="271">
                  <c:v>0.0139206190029</c:v>
                </c:pt>
                <c:pt idx="272">
                  <c:v>0.0139613465862</c:v>
                </c:pt>
                <c:pt idx="273">
                  <c:v>0.014002255224</c:v>
                </c:pt>
                <c:pt idx="274">
                  <c:v>0.0140433460009</c:v>
                </c:pt>
                <c:pt idx="275">
                  <c:v>0.0140846200096</c:v>
                </c:pt>
                <c:pt idx="276">
                  <c:v>0.0141260783509</c:v>
                </c:pt>
                <c:pt idx="277">
                  <c:v>0.0141677221342</c:v>
                </c:pt>
                <c:pt idx="278">
                  <c:v>0.0142095524771</c:v>
                </c:pt>
                <c:pt idx="279">
                  <c:v>0.0142515705057</c:v>
                </c:pt>
                <c:pt idx="280">
                  <c:v>0.0142937773549</c:v>
                </c:pt>
                <c:pt idx="281">
                  <c:v>0.0143361741679</c:v>
                </c:pt>
                <c:pt idx="282">
                  <c:v>0.0143787620969</c:v>
                </c:pt>
                <c:pt idx="283">
                  <c:v>0.0144215423028</c:v>
                </c:pt>
                <c:pt idx="284">
                  <c:v>0.0144645159553</c:v>
                </c:pt>
                <c:pt idx="285">
                  <c:v>0.0145076842332</c:v>
                </c:pt>
                <c:pt idx="286">
                  <c:v>0.0145510483243</c:v>
                </c:pt>
                <c:pt idx="287">
                  <c:v>0.0145946094255</c:v>
                </c:pt>
                <c:pt idx="288">
                  <c:v>0.014638368743</c:v>
                </c:pt>
                <c:pt idx="289">
                  <c:v>0.0146823274922</c:v>
                </c:pt>
                <c:pt idx="290">
                  <c:v>0.014726486898</c:v>
                </c:pt>
                <c:pt idx="291">
                  <c:v>0.0147708481946</c:v>
                </c:pt>
                <c:pt idx="292">
                  <c:v>0.0148154126259</c:v>
                </c:pt>
                <c:pt idx="293">
                  <c:v>0.0148601814455</c:v>
                </c:pt>
                <c:pt idx="294">
                  <c:v>0.0149051559167</c:v>
                </c:pt>
                <c:pt idx="295">
                  <c:v>0.0149503373125</c:v>
                </c:pt>
                <c:pt idx="296">
                  <c:v>0.0149957269161</c:v>
                </c:pt>
                <c:pt idx="297">
                  <c:v>0.0150413260204</c:v>
                </c:pt>
                <c:pt idx="298">
                  <c:v>0.0150871359287</c:v>
                </c:pt>
                <c:pt idx="299">
                  <c:v>0.0151331579543</c:v>
                </c:pt>
                <c:pt idx="300">
                  <c:v>0.015179393421</c:v>
                </c:pt>
                <c:pt idx="301">
                  <c:v>0.0152258436628</c:v>
                </c:pt>
                <c:pt idx="302">
                  <c:v>0.0152725100244</c:v>
                </c:pt>
                <c:pt idx="303">
                  <c:v>0.0153193938609</c:v>
                </c:pt>
                <c:pt idx="304">
                  <c:v>0.0153664965384</c:v>
                </c:pt>
                <c:pt idx="305">
                  <c:v>0.0154138194335</c:v>
                </c:pt>
                <c:pt idx="306">
                  <c:v>0.0154613639338</c:v>
                </c:pt>
                <c:pt idx="307">
                  <c:v>0.015509131438</c:v>
                </c:pt>
                <c:pt idx="308">
                  <c:v>0.0155571233559</c:v>
                </c:pt>
                <c:pt idx="309">
                  <c:v>0.0156053411085</c:v>
                </c:pt>
                <c:pt idx="310">
                  <c:v>0.0156537861281</c:v>
                </c:pt>
                <c:pt idx="311">
                  <c:v>0.0157024598584</c:v>
                </c:pt>
                <c:pt idx="312">
                  <c:v>0.0157513637548</c:v>
                </c:pt>
                <c:pt idx="313">
                  <c:v>0.0158004992843</c:v>
                </c:pt>
                <c:pt idx="314">
                  <c:v>0.0158498679256</c:v>
                </c:pt>
                <c:pt idx="315">
                  <c:v>0.0158994711694</c:v>
                </c:pt>
                <c:pt idx="316">
                  <c:v>0.0159493105184</c:v>
                </c:pt>
                <c:pt idx="317">
                  <c:v>0.0159993874872</c:v>
                </c:pt>
                <c:pt idx="318">
                  <c:v>0.0160497036031</c:v>
                </c:pt>
                <c:pt idx="319">
                  <c:v>0.0161002604052</c:v>
                </c:pt>
                <c:pt idx="320">
                  <c:v>0.0161510594455</c:v>
                </c:pt>
                <c:pt idx="321">
                  <c:v>0.0162021022885</c:v>
                </c:pt>
                <c:pt idx="322">
                  <c:v>0.0162533905113</c:v>
                </c:pt>
                <c:pt idx="323">
                  <c:v>0.0163049257039</c:v>
                </c:pt>
                <c:pt idx="324">
                  <c:v>0.0163567094695</c:v>
                </c:pt>
                <c:pt idx="325">
                  <c:v>0.016408743424</c:v>
                </c:pt>
                <c:pt idx="326">
                  <c:v>0.0164610291969</c:v>
                </c:pt>
                <c:pt idx="327">
                  <c:v>0.0165135684308</c:v>
                </c:pt>
                <c:pt idx="328">
                  <c:v>0.0165663627819</c:v>
                </c:pt>
                <c:pt idx="329">
                  <c:v>0.0166194139202</c:v>
                </c:pt>
                <c:pt idx="330">
                  <c:v>0.0166727235291</c:v>
                </c:pt>
                <c:pt idx="331">
                  <c:v>0.0167262933061</c:v>
                </c:pt>
                <c:pt idx="332">
                  <c:v>0.0167801249629</c:v>
                </c:pt>
                <c:pt idx="333">
                  <c:v>0.0168342202251</c:v>
                </c:pt>
                <c:pt idx="334">
                  <c:v>0.0168885808327</c:v>
                </c:pt>
                <c:pt idx="335">
                  <c:v>0.0169432085403</c:v>
                </c:pt>
                <c:pt idx="336">
                  <c:v>0.0169981051169</c:v>
                </c:pt>
                <c:pt idx="337">
                  <c:v>0.0170532723464</c:v>
                </c:pt>
                <c:pt idx="338">
                  <c:v>0.0171087120275</c:v>
                </c:pt>
                <c:pt idx="339">
                  <c:v>0.017164425974</c:v>
                </c:pt>
                <c:pt idx="340">
                  <c:v>0.017220416015</c:v>
                </c:pt>
                <c:pt idx="341">
                  <c:v>0.0172766839949</c:v>
                </c:pt>
                <c:pt idx="342">
                  <c:v>0.0173332317734</c:v>
                </c:pt>
                <c:pt idx="343">
                  <c:v>0.0173900612261</c:v>
                </c:pt>
                <c:pt idx="344">
                  <c:v>0.0174471742445</c:v>
                </c:pt>
                <c:pt idx="345">
                  <c:v>0.0175045727358</c:v>
                </c:pt>
                <c:pt idx="346">
                  <c:v>0.0175622586237</c:v>
                </c:pt>
                <c:pt idx="347">
                  <c:v>0.0176202338478</c:v>
                </c:pt>
                <c:pt idx="348">
                  <c:v>0.0176785003645</c:v>
                </c:pt>
                <c:pt idx="349">
                  <c:v>0.0177370601469</c:v>
                </c:pt>
                <c:pt idx="350">
                  <c:v>0.0177959151846</c:v>
                </c:pt>
                <c:pt idx="351">
                  <c:v>0.0178550674844</c:v>
                </c:pt>
                <c:pt idx="352">
                  <c:v>0.0179145190704</c:v>
                </c:pt>
                <c:pt idx="353">
                  <c:v>0.0179742719837</c:v>
                </c:pt>
                <c:pt idx="354">
                  <c:v>0.0180343282831</c:v>
                </c:pt>
                <c:pt idx="355">
                  <c:v>0.0180946900453</c:v>
                </c:pt>
                <c:pt idx="356">
                  <c:v>0.0181553593646</c:v>
                </c:pt>
                <c:pt idx="357">
                  <c:v>0.0182163383535</c:v>
                </c:pt>
                <c:pt idx="358">
                  <c:v>0.0182776291428</c:v>
                </c:pt>
                <c:pt idx="359">
                  <c:v>0.0183392338815</c:v>
                </c:pt>
                <c:pt idx="360">
                  <c:v>0.0184011547376</c:v>
                </c:pt>
                <c:pt idx="361">
                  <c:v>0.0184633938977</c:v>
                </c:pt>
                <c:pt idx="362">
                  <c:v>0.0185259535676</c:v>
                </c:pt>
                <c:pt idx="363">
                  <c:v>0.0185888359721</c:v>
                </c:pt>
                <c:pt idx="364">
                  <c:v>0.0186520433557</c:v>
                </c:pt>
                <c:pt idx="365">
                  <c:v>0.0187155779824</c:v>
                </c:pt>
                <c:pt idx="366">
                  <c:v>0.018779442136</c:v>
                </c:pt>
                <c:pt idx="367">
                  <c:v>0.0188436381204</c:v>
                </c:pt>
                <c:pt idx="368">
                  <c:v>0.0189081682599</c:v>
                </c:pt>
                <c:pt idx="369">
                  <c:v>0.018973034899</c:v>
                </c:pt>
                <c:pt idx="370">
                  <c:v>0.0190382404032</c:v>
                </c:pt>
                <c:pt idx="371">
                  <c:v>0.0191037871588</c:v>
                </c:pt>
                <c:pt idx="372">
                  <c:v>0.0191696775731</c:v>
                </c:pt>
                <c:pt idx="373">
                  <c:v>0.0192359140749</c:v>
                </c:pt>
                <c:pt idx="374">
                  <c:v>0.0193024991147</c:v>
                </c:pt>
                <c:pt idx="375">
                  <c:v>0.0193694351645</c:v>
                </c:pt>
                <c:pt idx="376">
                  <c:v>0.0194367247188</c:v>
                </c:pt>
                <c:pt idx="377">
                  <c:v>0.019504370294</c:v>
                </c:pt>
                <c:pt idx="378">
                  <c:v>0.0195723744293</c:v>
                </c:pt>
                <c:pt idx="379">
                  <c:v>0.0196407396864</c:v>
                </c:pt>
                <c:pt idx="380">
                  <c:v>0.0197094686503</c:v>
                </c:pt>
                <c:pt idx="381">
                  <c:v>0.0197785639291</c:v>
                </c:pt>
                <c:pt idx="382">
                  <c:v>0.0198480281545</c:v>
                </c:pt>
                <c:pt idx="383">
                  <c:v>0.019917863982</c:v>
                </c:pt>
                <c:pt idx="384">
                  <c:v>0.019988074091</c:v>
                </c:pt>
                <c:pt idx="385">
                  <c:v>0.0200586611853</c:v>
                </c:pt>
                <c:pt idx="386">
                  <c:v>0.0201296279932</c:v>
                </c:pt>
                <c:pt idx="387">
                  <c:v>0.020200977268</c:v>
                </c:pt>
                <c:pt idx="388">
                  <c:v>0.0202727117878</c:v>
                </c:pt>
                <c:pt idx="389">
                  <c:v>0.0203448343564</c:v>
                </c:pt>
                <c:pt idx="390">
                  <c:v>0.0204173478029</c:v>
                </c:pt>
                <c:pt idx="391">
                  <c:v>0.0204902549827</c:v>
                </c:pt>
                <c:pt idx="392">
                  <c:v>0.0205635587772</c:v>
                </c:pt>
                <c:pt idx="393">
                  <c:v>0.0206372620942</c:v>
                </c:pt>
                <c:pt idx="394">
                  <c:v>0.0207113678686</c:v>
                </c:pt>
                <c:pt idx="395">
                  <c:v>0.0207858790622</c:v>
                </c:pt>
                <c:pt idx="396">
                  <c:v>0.0208607986642</c:v>
                </c:pt>
                <c:pt idx="397">
                  <c:v>0.0209361296916</c:v>
                </c:pt>
                <c:pt idx="398">
                  <c:v>0.0210118751894</c:v>
                </c:pt>
                <c:pt idx="399">
                  <c:v>0.0210880382307</c:v>
                </c:pt>
                <c:pt idx="400">
                  <c:v>0.0211646219175</c:v>
                </c:pt>
                <c:pt idx="401">
                  <c:v>0.0212416293807</c:v>
                </c:pt>
                <c:pt idx="402">
                  <c:v>0.0213190637803</c:v>
                </c:pt>
                <c:pt idx="403">
                  <c:v>0.0213969283062</c:v>
                </c:pt>
                <c:pt idx="404">
                  <c:v>0.021475226178</c:v>
                </c:pt>
                <c:pt idx="405">
                  <c:v>0.0215539606457</c:v>
                </c:pt>
                <c:pt idx="406">
                  <c:v>0.0216331349899</c:v>
                </c:pt>
                <c:pt idx="407">
                  <c:v>0.0217127525222</c:v>
                </c:pt>
                <c:pt idx="408">
                  <c:v>0.0217928165853</c:v>
                </c:pt>
                <c:pt idx="409">
                  <c:v>0.0218733305539</c:v>
                </c:pt>
                <c:pt idx="410">
                  <c:v>0.0219542978344</c:v>
                </c:pt>
                <c:pt idx="411">
                  <c:v>0.022035721866</c:v>
                </c:pt>
                <c:pt idx="412">
                  <c:v>0.0221176061202</c:v>
                </c:pt>
                <c:pt idx="413">
                  <c:v>0.022199954102</c:v>
                </c:pt>
                <c:pt idx="414">
                  <c:v>0.0222827693497</c:v>
                </c:pt>
                <c:pt idx="415">
                  <c:v>0.0223660554356</c:v>
                </c:pt>
                <c:pt idx="416">
                  <c:v>0.0224498159662</c:v>
                </c:pt>
                <c:pt idx="417">
                  <c:v>0.0225340545829</c:v>
                </c:pt>
                <c:pt idx="418">
                  <c:v>0.0226187749619</c:v>
                </c:pt>
                <c:pt idx="419">
                  <c:v>0.0227039808151</c:v>
                </c:pt>
                <c:pt idx="420">
                  <c:v>0.0227896758901</c:v>
                </c:pt>
                <c:pt idx="421">
                  <c:v>0.022875863971</c:v>
                </c:pt>
                <c:pt idx="422">
                  <c:v>0.0229625488786</c:v>
                </c:pt>
                <c:pt idx="423">
                  <c:v>0.0230497344707</c:v>
                </c:pt>
                <c:pt idx="424">
                  <c:v>0.0231374246429</c:v>
                </c:pt>
                <c:pt idx="425">
                  <c:v>0.0232256233287</c:v>
                </c:pt>
                <c:pt idx="426">
                  <c:v>0.0233143345001</c:v>
                </c:pt>
                <c:pt idx="427">
                  <c:v>0.0234035621681</c:v>
                </c:pt>
                <c:pt idx="428">
                  <c:v>0.0234933103829</c:v>
                </c:pt>
                <c:pt idx="429">
                  <c:v>0.0235835832348</c:v>
                </c:pt>
                <c:pt idx="430">
                  <c:v>0.0236743848541</c:v>
                </c:pt>
                <c:pt idx="431">
                  <c:v>0.0237657194123</c:v>
                </c:pt>
                <c:pt idx="432">
                  <c:v>0.0238575911217</c:v>
                </c:pt>
                <c:pt idx="433">
                  <c:v>0.0239500042366</c:v>
                </c:pt>
                <c:pt idx="434">
                  <c:v>0.0240429630537</c:v>
                </c:pt>
                <c:pt idx="435">
                  <c:v>0.0241364719121</c:v>
                </c:pt>
                <c:pt idx="436">
                  <c:v>0.0242305351944</c:v>
                </c:pt>
                <c:pt idx="437">
                  <c:v>0.024325157327</c:v>
                </c:pt>
                <c:pt idx="438">
                  <c:v>0.0244203427804</c:v>
                </c:pt>
                <c:pt idx="439">
                  <c:v>0.02451609607</c:v>
                </c:pt>
                <c:pt idx="440">
                  <c:v>0.0246124217567</c:v>
                </c:pt>
                <c:pt idx="441">
                  <c:v>0.0247093244472</c:v>
                </c:pt>
                <c:pt idx="442">
                  <c:v>0.0248068087946</c:v>
                </c:pt>
                <c:pt idx="443">
                  <c:v>0.0249048794992</c:v>
                </c:pt>
                <c:pt idx="444">
                  <c:v>0.0250035413086</c:v>
                </c:pt>
                <c:pt idx="445">
                  <c:v>0.0251027990188</c:v>
                </c:pt>
                <c:pt idx="446">
                  <c:v>0.0252026574744</c:v>
                </c:pt>
                <c:pt idx="447">
                  <c:v>0.0253031215695</c:v>
                </c:pt>
                <c:pt idx="448">
                  <c:v>0.025404196248</c:v>
                </c:pt>
                <c:pt idx="449">
                  <c:v>0.0255058865043</c:v>
                </c:pt>
                <c:pt idx="450">
                  <c:v>0.0256081973841</c:v>
                </c:pt>
                <c:pt idx="451">
                  <c:v>0.0257111339848</c:v>
                </c:pt>
                <c:pt idx="452">
                  <c:v>0.025814701456</c:v>
                </c:pt>
                <c:pt idx="453">
                  <c:v>0.0259189050008</c:v>
                </c:pt>
                <c:pt idx="454">
                  <c:v>0.0260237498757</c:v>
                </c:pt>
                <c:pt idx="455">
                  <c:v>0.0261292413916</c:v>
                </c:pt>
                <c:pt idx="456">
                  <c:v>0.0262353849144</c:v>
                </c:pt>
                <c:pt idx="457">
                  <c:v>0.0263421858659</c:v>
                </c:pt>
                <c:pt idx="458">
                  <c:v>0.026449649724</c:v>
                </c:pt>
                <c:pt idx="459">
                  <c:v>0.0265577820241</c:v>
                </c:pt>
                <c:pt idx="460">
                  <c:v>0.026666588359</c:v>
                </c:pt>
                <c:pt idx="461">
                  <c:v>0.0267760743803</c:v>
                </c:pt>
                <c:pt idx="462">
                  <c:v>0.0268862457987</c:v>
                </c:pt>
                <c:pt idx="463">
                  <c:v>0.026997108385</c:v>
                </c:pt>
                <c:pt idx="464">
                  <c:v>0.0271086679707</c:v>
                </c:pt>
                <c:pt idx="465">
                  <c:v>0.0272209304488</c:v>
                </c:pt>
                <c:pt idx="466">
                  <c:v>0.0273339017745</c:v>
                </c:pt>
                <c:pt idx="467">
                  <c:v>0.0274475879662</c:v>
                </c:pt>
                <c:pt idx="468">
                  <c:v>0.027561995106</c:v>
                </c:pt>
                <c:pt idx="469">
                  <c:v>0.0276771293407</c:v>
                </c:pt>
                <c:pt idx="470">
                  <c:v>0.0277929968828</c:v>
                </c:pt>
                <c:pt idx="471">
                  <c:v>0.0279096040107</c:v>
                </c:pt>
                <c:pt idx="472">
                  <c:v>0.0280269570701</c:v>
                </c:pt>
                <c:pt idx="473">
                  <c:v>0.0281450624748</c:v>
                </c:pt>
                <c:pt idx="474">
                  <c:v>0.0282639267074</c:v>
                </c:pt>
                <c:pt idx="475">
                  <c:v>0.0283835563201</c:v>
                </c:pt>
                <c:pt idx="476">
                  <c:v>0.0285039579358</c:v>
                </c:pt>
                <c:pt idx="477">
                  <c:v>0.0286251382489</c:v>
                </c:pt>
                <c:pt idx="478">
                  <c:v>0.0287471040264</c:v>
                </c:pt>
                <c:pt idx="479">
                  <c:v>0.0288698621083</c:v>
                </c:pt>
                <c:pt idx="480">
                  <c:v>0.0289934194094</c:v>
                </c:pt>
                <c:pt idx="481">
                  <c:v>0.0291177829193</c:v>
                </c:pt>
                <c:pt idx="482">
                  <c:v>0.029242959704</c:v>
                </c:pt>
                <c:pt idx="483">
                  <c:v>0.0293689569068</c:v>
                </c:pt>
                <c:pt idx="484">
                  <c:v>0.0294957817491</c:v>
                </c:pt>
                <c:pt idx="485">
                  <c:v>0.0296234415316</c:v>
                </c:pt>
                <c:pt idx="486">
                  <c:v>0.0297519436353</c:v>
                </c:pt>
                <c:pt idx="487">
                  <c:v>0.0298812955222</c:v>
                </c:pt>
                <c:pt idx="488">
                  <c:v>0.0300115047371</c:v>
                </c:pt>
                <c:pt idx="489">
                  <c:v>0.0301425789079</c:v>
                </c:pt>
                <c:pt idx="490">
                  <c:v>0.0302745257471</c:v>
                </c:pt>
                <c:pt idx="491">
                  <c:v>0.0304073530529</c:v>
                </c:pt>
                <c:pt idx="492">
                  <c:v>0.0305410687101</c:v>
                </c:pt>
                <c:pt idx="493">
                  <c:v>0.0306756806915</c:v>
                </c:pt>
                <c:pt idx="494">
                  <c:v>0.030811197059</c:v>
                </c:pt>
                <c:pt idx="495">
                  <c:v>0.0309476259646</c:v>
                </c:pt>
                <c:pt idx="496">
                  <c:v>0.0310849756517</c:v>
                </c:pt>
                <c:pt idx="497">
                  <c:v>0.0312232544564</c:v>
                </c:pt>
                <c:pt idx="498">
                  <c:v>0.0313624708085</c:v>
                </c:pt>
                <c:pt idx="499">
                  <c:v>0.0315026332329</c:v>
                </c:pt>
                <c:pt idx="500">
                  <c:v>0.0316437503511</c:v>
                </c:pt>
                <c:pt idx="501">
                  <c:v>0.0317858308819</c:v>
                </c:pt>
                <c:pt idx="502">
                  <c:v>0.0319288836432</c:v>
                </c:pt>
                <c:pt idx="503">
                  <c:v>0.0320729175532</c:v>
                </c:pt>
                <c:pt idx="504">
                  <c:v>0.0322179416314</c:v>
                </c:pt>
                <c:pt idx="505">
                  <c:v>0.0323639650005</c:v>
                </c:pt>
                <c:pt idx="506">
                  <c:v>0.0325109968875</c:v>
                </c:pt>
                <c:pt idx="507">
                  <c:v>0.0326590466252</c:v>
                </c:pt>
                <c:pt idx="508">
                  <c:v>0.0328081236532</c:v>
                </c:pt>
                <c:pt idx="509">
                  <c:v>0.0329582375201</c:v>
                </c:pt>
                <c:pt idx="510">
                  <c:v>0.0331093978844</c:v>
                </c:pt>
                <c:pt idx="511">
                  <c:v>0.0332616145161</c:v>
                </c:pt>
                <c:pt idx="512">
                  <c:v>0.0334148972983</c:v>
                </c:pt>
                <c:pt idx="513">
                  <c:v>0.0335692562287</c:v>
                </c:pt>
                <c:pt idx="514">
                  <c:v>0.0337247014211</c:v>
                </c:pt>
                <c:pt idx="515">
                  <c:v>0.033881243107</c:v>
                </c:pt>
                <c:pt idx="516">
                  <c:v>0.0340388916375</c:v>
                </c:pt>
                <c:pt idx="517">
                  <c:v>0.0341976574842</c:v>
                </c:pt>
                <c:pt idx="518">
                  <c:v>0.0343575512416</c:v>
                </c:pt>
                <c:pt idx="519">
                  <c:v>0.0345185836285</c:v>
                </c:pt>
                <c:pt idx="520">
                  <c:v>0.0346807654896</c:v>
                </c:pt>
                <c:pt idx="521">
                  <c:v>0.0348441077973</c:v>
                </c:pt>
                <c:pt idx="522">
                  <c:v>0.0350086216535</c:v>
                </c:pt>
                <c:pt idx="523">
                  <c:v>0.0351743182913</c:v>
                </c:pt>
                <c:pt idx="524">
                  <c:v>0.035341209077</c:v>
                </c:pt>
                <c:pt idx="525">
                  <c:v>0.0355093055116</c:v>
                </c:pt>
                <c:pt idx="526">
                  <c:v>0.0356786192331</c:v>
                </c:pt>
                <c:pt idx="527">
                  <c:v>0.0358491620179</c:v>
                </c:pt>
                <c:pt idx="528">
                  <c:v>0.0360209457831</c:v>
                </c:pt>
                <c:pt idx="529">
                  <c:v>0.0361939825884</c:v>
                </c:pt>
                <c:pt idx="530">
                  <c:v>0.0363682846378</c:v>
                </c:pt>
                <c:pt idx="531">
                  <c:v>0.0365438642819</c:v>
                </c:pt>
                <c:pt idx="532">
                  <c:v>0.0367207340201</c:v>
                </c:pt>
                <c:pt idx="533">
                  <c:v>0.036898906502</c:v>
                </c:pt>
                <c:pt idx="534">
                  <c:v>0.0370783945302</c:v>
                </c:pt>
                <c:pt idx="535">
                  <c:v>0.0372592110621</c:v>
                </c:pt>
                <c:pt idx="536">
                  <c:v>0.0374413692122</c:v>
                </c:pt>
                <c:pt idx="537">
                  <c:v>0.0376248822541</c:v>
                </c:pt>
                <c:pt idx="538">
                  <c:v>0.0378097636229</c:v>
                </c:pt>
                <c:pt idx="539">
                  <c:v>0.0379960269177</c:v>
                </c:pt>
                <c:pt idx="540">
                  <c:v>0.0381836859032</c:v>
                </c:pt>
                <c:pt idx="541">
                  <c:v>0.0383727545129</c:v>
                </c:pt>
                <c:pt idx="542">
                  <c:v>0.0385632468507</c:v>
                </c:pt>
                <c:pt idx="543">
                  <c:v>0.0387551771939</c:v>
                </c:pt>
                <c:pt idx="544">
                  <c:v>0.0389485599955</c:v>
                </c:pt>
                <c:pt idx="545">
                  <c:v>0.0391434098863</c:v>
                </c:pt>
                <c:pt idx="546">
                  <c:v>0.0393397416779</c:v>
                </c:pt>
                <c:pt idx="547">
                  <c:v>0.0395375703652</c:v>
                </c:pt>
                <c:pt idx="548">
                  <c:v>0.0397369111286</c:v>
                </c:pt>
                <c:pt idx="549">
                  <c:v>0.0399377793371</c:v>
                </c:pt>
                <c:pt idx="550">
                  <c:v>0.0401401905509</c:v>
                </c:pt>
                <c:pt idx="551">
                  <c:v>0.0403441605238</c:v>
                </c:pt>
                <c:pt idx="552">
                  <c:v>0.0405497052064</c:v>
                </c:pt>
                <c:pt idx="553">
                  <c:v>0.0407568407485</c:v>
                </c:pt>
                <c:pt idx="554">
                  <c:v>0.0409655835022</c:v>
                </c:pt>
                <c:pt idx="555">
                  <c:v>0.0411759500249</c:v>
                </c:pt>
                <c:pt idx="556">
                  <c:v>0.0413879570818</c:v>
                </c:pt>
                <c:pt idx="557">
                  <c:v>0.0416016216493</c:v>
                </c:pt>
                <c:pt idx="558">
                  <c:v>0.0418169609178</c:v>
                </c:pt>
                <c:pt idx="559">
                  <c:v>0.0420339922947</c:v>
                </c:pt>
                <c:pt idx="560">
                  <c:v>0.042252733408</c:v>
                </c:pt>
                <c:pt idx="561">
                  <c:v>0.0424732021088</c:v>
                </c:pt>
                <c:pt idx="562">
                  <c:v>0.0426954164748</c:v>
                </c:pt>
                <c:pt idx="563">
                  <c:v>0.0429193948137</c:v>
                </c:pt>
                <c:pt idx="564">
                  <c:v>0.0431451556663</c:v>
                </c:pt>
                <c:pt idx="565">
                  <c:v>0.04337271781</c:v>
                </c:pt>
                <c:pt idx="566">
                  <c:v>0.0436021002619</c:v>
                </c:pt>
                <c:pt idx="567">
                  <c:v>0.0438333222829</c:v>
                </c:pt>
                <c:pt idx="568">
                  <c:v>0.0440664033803</c:v>
                </c:pt>
                <c:pt idx="569">
                  <c:v>0.0443013633121</c:v>
                </c:pt>
                <c:pt idx="570">
                  <c:v>0.0445382220904</c:v>
                </c:pt>
                <c:pt idx="571">
                  <c:v>0.044776999985</c:v>
                </c:pt>
                <c:pt idx="572">
                  <c:v>0.0450177175268</c:v>
                </c:pt>
                <c:pt idx="573">
                  <c:v>0.0452603955124</c:v>
                </c:pt>
                <c:pt idx="574">
                  <c:v>0.0455050550071</c:v>
                </c:pt>
                <c:pt idx="575">
                  <c:v>0.0457517173492</c:v>
                </c:pt>
                <c:pt idx="576">
                  <c:v>0.0460004041539</c:v>
                </c:pt>
                <c:pt idx="577">
                  <c:v>0.046251137317</c:v>
                </c:pt>
                <c:pt idx="578">
                  <c:v>0.0465039390196</c:v>
                </c:pt>
                <c:pt idx="579">
                  <c:v>0.0467588317314</c:v>
                </c:pt>
                <c:pt idx="580">
                  <c:v>0.0470158382154</c:v>
                </c:pt>
                <c:pt idx="581">
                  <c:v>0.0472749815322</c:v>
                </c:pt>
                <c:pt idx="582">
                  <c:v>0.0475362850437</c:v>
                </c:pt>
                <c:pt idx="583">
                  <c:v>0.0477997724181</c:v>
                </c:pt>
                <c:pt idx="584">
                  <c:v>0.048065467634</c:v>
                </c:pt>
                <c:pt idx="585">
                  <c:v>0.0483333949848</c:v>
                </c:pt>
                <c:pt idx="586">
                  <c:v>0.0486035790834</c:v>
                </c:pt>
                <c:pt idx="587">
                  <c:v>0.0488760448667</c:v>
                </c:pt>
                <c:pt idx="588">
                  <c:v>0.0491508176003</c:v>
                </c:pt>
                <c:pt idx="589">
                  <c:v>0.0494279228831</c:v>
                </c:pt>
                <c:pt idx="590">
                  <c:v>0.0497073866524</c:v>
                </c:pt>
                <c:pt idx="591">
                  <c:v>0.0499892351883</c:v>
                </c:pt>
                <c:pt idx="592">
                  <c:v>0.0502734951189</c:v>
                </c:pt>
                <c:pt idx="593">
                  <c:v>0.0505601934253</c:v>
                </c:pt>
                <c:pt idx="594">
                  <c:v>0.0508493574465</c:v>
                </c:pt>
                <c:pt idx="595">
                  <c:v>0.0511410148844</c:v>
                </c:pt>
                <c:pt idx="596">
                  <c:v>0.0514351938094</c:v>
                </c:pt>
                <c:pt idx="597">
                  <c:v>0.0517319226652</c:v>
                </c:pt>
                <c:pt idx="598">
                  <c:v>0.0520312302743</c:v>
                </c:pt>
                <c:pt idx="599">
                  <c:v>0.0523331458433</c:v>
                </c:pt>
                <c:pt idx="600">
                  <c:v>0.0526376989684</c:v>
                </c:pt>
                <c:pt idx="601">
                  <c:v>0.0529449196409</c:v>
                </c:pt>
                <c:pt idx="602">
                  <c:v>0.0532548382527</c:v>
                </c:pt>
                <c:pt idx="603">
                  <c:v>0.053567485602</c:v>
                </c:pt>
                <c:pt idx="604">
                  <c:v>0.0538828928989</c:v>
                </c:pt>
                <c:pt idx="605">
                  <c:v>0.0542010917713</c:v>
                </c:pt>
                <c:pt idx="606">
                  <c:v>0.0545221142706</c:v>
                </c:pt>
                <c:pt idx="607">
                  <c:v>0.0548459928778</c:v>
                </c:pt>
                <c:pt idx="608">
                  <c:v>0.0551727605092</c:v>
                </c:pt>
                <c:pt idx="609">
                  <c:v>0.0555024505226</c:v>
                </c:pt>
                <c:pt idx="610">
                  <c:v>0.0558350967232</c:v>
                </c:pt>
                <c:pt idx="611">
                  <c:v>0.0561707333702</c:v>
                </c:pt>
                <c:pt idx="612">
                  <c:v>0.0565093951822</c:v>
                </c:pt>
                <c:pt idx="613">
                  <c:v>0.0568511173445</c:v>
                </c:pt>
                <c:pt idx="614">
                  <c:v>0.0571959355145</c:v>
                </c:pt>
                <c:pt idx="615">
                  <c:v>0.0575438858288</c:v>
                </c:pt>
                <c:pt idx="616">
                  <c:v>0.0578950049091</c:v>
                </c:pt>
                <c:pt idx="617">
                  <c:v>0.0582493298691</c:v>
                </c:pt>
                <c:pt idx="618">
                  <c:v>0.058606898321</c:v>
                </c:pt>
                <c:pt idx="619">
                  <c:v>0.0589677483818</c:v>
                </c:pt>
                <c:pt idx="620">
                  <c:v>0.0593319186805</c:v>
                </c:pt>
                <c:pt idx="621">
                  <c:v>0.0596994483643</c:v>
                </c:pt>
                <c:pt idx="622">
                  <c:v>0.0600703771057</c:v>
                </c:pt>
                <c:pt idx="623">
                  <c:v>0.0604447451092</c:v>
                </c:pt>
                <c:pt idx="624">
                  <c:v>0.0608225931183</c:v>
                </c:pt>
                <c:pt idx="625">
                  <c:v>0.0612039624221</c:v>
                </c:pt>
                <c:pt idx="626">
                  <c:v>0.0615888948624</c:v>
                </c:pt>
                <c:pt idx="627">
                  <c:v>0.0619774328409</c:v>
                </c:pt>
                <c:pt idx="628">
                  <c:v>0.0623696193258</c:v>
                </c:pt>
                <c:pt idx="629">
                  <c:v>0.0627654978591</c:v>
                </c:pt>
                <c:pt idx="630">
                  <c:v>0.0631651125635</c:v>
                </c:pt>
                <c:pt idx="631">
                  <c:v>0.0635685081497</c:v>
                </c:pt>
                <c:pt idx="632">
                  <c:v>0.0639757299232</c:v>
                </c:pt>
                <c:pt idx="633">
                  <c:v>0.0643868237916</c:v>
                </c:pt>
                <c:pt idx="634">
                  <c:v>0.0648018362718</c:v>
                </c:pt>
                <c:pt idx="635">
                  <c:v>0.0652208144969</c:v>
                </c:pt>
                <c:pt idx="636">
                  <c:v>0.0656438062234</c:v>
                </c:pt>
                <c:pt idx="637">
                  <c:v>0.0660708598384</c:v>
                </c:pt>
                <c:pt idx="638">
                  <c:v>0.0665020243665</c:v>
                </c:pt>
                <c:pt idx="639">
                  <c:v>0.0669373494771</c:v>
                </c:pt>
                <c:pt idx="640">
                  <c:v>0.0673768854912</c:v>
                </c:pt>
                <c:pt idx="641">
                  <c:v>0.0678206833888</c:v>
                </c:pt>
                <c:pt idx="642">
                  <c:v>0.0682687948153</c:v>
                </c:pt>
                <c:pt idx="643">
                  <c:v>0.0687212720888</c:v>
                </c:pt>
                <c:pt idx="644">
                  <c:v>0.0691781682071</c:v>
                </c:pt>
                <c:pt idx="645">
                  <c:v>0.069639536854</c:v>
                </c:pt>
                <c:pt idx="646">
                  <c:v>0.0701054324064</c:v>
                </c:pt>
                <c:pt idx="647">
                  <c:v>0.0705759099408</c:v>
                </c:pt>
                <c:pt idx="648">
                  <c:v>0.0710510252398</c:v>
                </c:pt>
                <c:pt idx="649">
                  <c:v>0.0715308347988</c:v>
                </c:pt>
                <c:pt idx="650">
                  <c:v>0.0720153958316</c:v>
                </c:pt>
                <c:pt idx="651">
                  <c:v>0.0725047662773</c:v>
                </c:pt>
                <c:pt idx="652">
                  <c:v>0.072999004806</c:v>
                </c:pt>
                <c:pt idx="653">
                  <c:v>0.0734981708248</c:v>
                </c:pt>
                <c:pt idx="654">
                  <c:v>0.0740023244831</c:v>
                </c:pt>
                <c:pt idx="655">
                  <c:v>0.0745115266786</c:v>
                </c:pt>
                <c:pt idx="656">
                  <c:v>0.0750258390622</c:v>
                </c:pt>
                <c:pt idx="657">
                  <c:v>0.0755453240434</c:v>
                </c:pt>
                <c:pt idx="658">
                  <c:v>0.0760700447949</c:v>
                </c:pt>
                <c:pt idx="659">
                  <c:v>0.0766000652571</c:v>
                </c:pt>
                <c:pt idx="660">
                  <c:v>0.0771354501428</c:v>
                </c:pt>
                <c:pt idx="661">
                  <c:v>0.0776762649408</c:v>
                </c:pt>
                <c:pt idx="662">
                  <c:v>0.0782225759197</c:v>
                </c:pt>
                <c:pt idx="663">
                  <c:v>0.0787744501314</c:v>
                </c:pt>
                <c:pt idx="664">
                  <c:v>0.0793319554138</c:v>
                </c:pt>
                <c:pt idx="665">
                  <c:v>0.0798951603937</c:v>
                </c:pt>
                <c:pt idx="666">
                  <c:v>0.0804641344888</c:v>
                </c:pt>
                <c:pt idx="667">
                  <c:v>0.0810389479097</c:v>
                </c:pt>
                <c:pt idx="668">
                  <c:v>0.0816196716608</c:v>
                </c:pt>
                <c:pt idx="669">
                  <c:v>0.0822063775413</c:v>
                </c:pt>
                <c:pt idx="670">
                  <c:v>0.0827991381458</c:v>
                </c:pt>
                <c:pt idx="671">
                  <c:v>0.0833980268635</c:v>
                </c:pt>
                <c:pt idx="672">
                  <c:v>0.0840031178776</c:v>
                </c:pt>
                <c:pt idx="673">
                  <c:v>0.0846144861637</c:v>
                </c:pt>
                <c:pt idx="674">
                  <c:v>0.085232207488</c:v>
                </c:pt>
                <c:pt idx="675">
                  <c:v>0.0858563584042</c:v>
                </c:pt>
                <c:pt idx="676">
                  <c:v>0.0864870162498</c:v>
                </c:pt>
                <c:pt idx="677">
                  <c:v>0.0871242591424</c:v>
                </c:pt>
                <c:pt idx="678">
                  <c:v>0.0877681659737</c:v>
                </c:pt>
                <c:pt idx="679">
                  <c:v>0.0884188164046</c:v>
                </c:pt>
                <c:pt idx="680">
                  <c:v>0.0890762908572</c:v>
                </c:pt>
                <c:pt idx="681">
                  <c:v>0.089740670508</c:v>
                </c:pt>
                <c:pt idx="682">
                  <c:v>0.0904120372785</c:v>
                </c:pt>
                <c:pt idx="683">
                  <c:v>0.0910904738255</c:v>
                </c:pt>
                <c:pt idx="684">
                  <c:v>0.0917760635305</c:v>
                </c:pt>
                <c:pt idx="685">
                  <c:v>0.0924688904872</c:v>
                </c:pt>
                <c:pt idx="686">
                  <c:v>0.0931690394885</c:v>
                </c:pt>
                <c:pt idx="687">
                  <c:v>0.0938765960124</c:v>
                </c:pt>
                <c:pt idx="688">
                  <c:v>0.0945916462052</c:v>
                </c:pt>
                <c:pt idx="689">
                  <c:v>0.0953142768655</c:v>
                </c:pt>
                <c:pt idx="690">
                  <c:v>0.0960445754248</c:v>
                </c:pt>
                <c:pt idx="691">
                  <c:v>0.096782629928</c:v>
                </c:pt>
                <c:pt idx="692">
                  <c:v>0.0975285290113</c:v>
                </c:pt>
                <c:pt idx="693">
                  <c:v>0.0982823618792</c:v>
                </c:pt>
                <c:pt idx="694">
                  <c:v>0.0990442182796</c:v>
                </c:pt>
                <c:pt idx="695">
                  <c:v>0.0998141884773</c:v>
                </c:pt>
                <c:pt idx="696">
                  <c:v>0.100592363225</c:v>
                </c:pt>
                <c:pt idx="697">
                  <c:v>0.101378833733</c:v>
                </c:pt>
                <c:pt idx="698">
                  <c:v>0.102173691637</c:v>
                </c:pt>
                <c:pt idx="699">
                  <c:v>0.102977028964</c:v>
                </c:pt>
                <c:pt idx="700">
                  <c:v>0.103788938095</c:v>
                </c:pt>
                <c:pt idx="701">
                  <c:v>0.104609511726</c:v>
                </c:pt>
                <c:pt idx="702">
                  <c:v>0.105438842828</c:v>
                </c:pt>
                <c:pt idx="703">
                  <c:v>0.106277024604</c:v>
                </c:pt>
                <c:pt idx="704">
                  <c:v>0.107124150439</c:v>
                </c:pt>
                <c:pt idx="705">
                  <c:v>0.107980313857</c:v>
                </c:pt>
                <c:pt idx="706">
                  <c:v>0.108845608467</c:v>
                </c:pt>
                <c:pt idx="707">
                  <c:v>0.109720127909</c:v>
                </c:pt>
                <c:pt idx="708">
                  <c:v>0.110603965797</c:v>
                </c:pt>
                <c:pt idx="709">
                  <c:v>0.111497215664</c:v>
                </c:pt>
                <c:pt idx="710">
                  <c:v>0.112399970892</c:v>
                </c:pt>
                <c:pt idx="711">
                  <c:v>0.113312324652</c:v>
                </c:pt>
                <c:pt idx="712">
                  <c:v>0.114234369834</c:v>
                </c:pt>
                <c:pt idx="713">
                  <c:v>0.115166198975</c:v>
                </c:pt>
                <c:pt idx="714">
                  <c:v>0.116107904182</c:v>
                </c:pt>
                <c:pt idx="715">
                  <c:v>0.117059577057</c:v>
                </c:pt>
                <c:pt idx="716">
                  <c:v>0.118021308611</c:v>
                </c:pt>
                <c:pt idx="717">
                  <c:v>0.118993189182</c:v>
                </c:pt>
                <c:pt idx="718">
                  <c:v>0.119975308341</c:v>
                </c:pt>
                <c:pt idx="719">
                  <c:v>0.120967754806</c:v>
                </c:pt>
                <c:pt idx="720">
                  <c:v>0.121970616339</c:v>
                </c:pt>
                <c:pt idx="721">
                  <c:v>0.122983979645</c:v>
                </c:pt>
                <c:pt idx="722">
                  <c:v>0.124007930275</c:v>
                </c:pt>
                <c:pt idx="723">
                  <c:v>0.125042552509</c:v>
                </c:pt>
                <c:pt idx="724">
                  <c:v>0.126087929248</c:v>
                </c:pt>
                <c:pt idx="725">
                  <c:v>0.127144141897</c:v>
                </c:pt>
                <c:pt idx="726">
                  <c:v>0.128211270244</c:v>
                </c:pt>
                <c:pt idx="727">
                  <c:v>0.129289392336</c:v>
                </c:pt>
                <c:pt idx="728">
                  <c:v>0.130378584349</c:v>
                </c:pt>
                <c:pt idx="729">
                  <c:v>0.131478920454</c:v>
                </c:pt>
                <c:pt idx="730">
                  <c:v>0.132590472685</c:v>
                </c:pt>
                <c:pt idx="731">
                  <c:v>0.133713310792</c:v>
                </c:pt>
                <c:pt idx="732">
                  <c:v>0.134847502098</c:v>
                </c:pt>
                <c:pt idx="733">
                  <c:v>0.13599311135</c:v>
                </c:pt>
                <c:pt idx="734">
                  <c:v>0.137150200567</c:v>
                </c:pt>
                <c:pt idx="735">
                  <c:v>0.138318828877</c:v>
                </c:pt>
                <c:pt idx="736">
                  <c:v>0.139499052365</c:v>
                </c:pt>
                <c:pt idx="737">
                  <c:v>0.140690923896</c:v>
                </c:pt>
                <c:pt idx="738">
                  <c:v>0.141894492959</c:v>
                </c:pt>
                <c:pt idx="739">
                  <c:v>0.143109805484</c:v>
                </c:pt>
                <c:pt idx="740">
                  <c:v>0.144336903673</c:v>
                </c:pt>
                <c:pt idx="741">
                  <c:v>0.145575825818</c:v>
                </c:pt>
                <c:pt idx="742">
                  <c:v>0.146826606121</c:v>
                </c:pt>
                <c:pt idx="743">
                  <c:v>0.148089274504</c:v>
                </c:pt>
                <c:pt idx="744">
                  <c:v>0.149363856431</c:v>
                </c:pt>
                <c:pt idx="745">
                  <c:v>0.150650372707</c:v>
                </c:pt>
                <c:pt idx="746">
                  <c:v>0.151948839295</c:v>
                </c:pt>
                <c:pt idx="747">
                  <c:v>0.153259267115</c:v>
                </c:pt>
                <c:pt idx="748">
                  <c:v>0.154581661855</c:v>
                </c:pt>
                <c:pt idx="749">
                  <c:v>0.155916023771</c:v>
                </c:pt>
                <c:pt idx="750">
                  <c:v>0.157262347487</c:v>
                </c:pt>
                <c:pt idx="751">
                  <c:v>0.158620621805</c:v>
                </c:pt>
                <c:pt idx="752">
                  <c:v>0.159990829499</c:v>
                </c:pt>
                <c:pt idx="753">
                  <c:v>0.161372947123</c:v>
                </c:pt>
                <c:pt idx="754">
                  <c:v>0.162766944812</c:v>
                </c:pt>
                <c:pt idx="755">
                  <c:v>0.164172786089</c:v>
                </c:pt>
                <c:pt idx="756">
                  <c:v>0.165590427672</c:v>
                </c:pt>
                <c:pt idx="757">
                  <c:v>0.16701981928</c:v>
                </c:pt>
                <c:pt idx="758">
                  <c:v>0.168460903451</c:v>
                </c:pt>
                <c:pt idx="759">
                  <c:v>0.169913615354</c:v>
                </c:pt>
                <c:pt idx="760">
                  <c:v>0.171377882611</c:v>
                </c:pt>
                <c:pt idx="761">
                  <c:v>0.172853625123</c:v>
                </c:pt>
                <c:pt idx="762">
                  <c:v>0.174340754898</c:v>
                </c:pt>
                <c:pt idx="763">
                  <c:v>0.175839175892</c:v>
                </c:pt>
                <c:pt idx="764">
                  <c:v>0.177348783849</c:v>
                </c:pt>
                <c:pt idx="765">
                  <c:v>0.178869466157</c:v>
                </c:pt>
                <c:pt idx="766">
                  <c:v>0.180401101701</c:v>
                </c:pt>
                <c:pt idx="767">
                  <c:v>0.181943560739</c:v>
                </c:pt>
                <c:pt idx="768">
                  <c:v>0.183496704773</c:v>
                </c:pt>
                <c:pt idx="769">
                  <c:v>0.185060386443</c:v>
                </c:pt>
                <c:pt idx="770">
                  <c:v>0.186634449424</c:v>
                </c:pt>
                <c:pt idx="771">
                  <c:v>0.18821872834</c:v>
                </c:pt>
                <c:pt idx="772">
                  <c:v>0.189813048682</c:v>
                </c:pt>
                <c:pt idx="773">
                  <c:v>0.191417226753</c:v>
                </c:pt>
                <c:pt idx="774">
                  <c:v>0.193031069611</c:v>
                </c:pt>
                <c:pt idx="775">
                  <c:v>0.194654375043</c:v>
                </c:pt>
                <c:pt idx="776">
                  <c:v>0.196286931536</c:v>
                </c:pt>
                <c:pt idx="777">
                  <c:v>0.197928518282</c:v>
                </c:pt>
                <c:pt idx="778">
                  <c:v>0.199578905184</c:v>
                </c:pt>
                <c:pt idx="779">
                  <c:v>0.20123785289</c:v>
                </c:pt>
                <c:pt idx="780">
                  <c:v>0.202905112838</c:v>
                </c:pt>
                <c:pt idx="781">
                  <c:v>0.204580427319</c:v>
                </c:pt>
                <c:pt idx="782">
                  <c:v>0.206263529563</c:v>
                </c:pt>
                <c:pt idx="783">
                  <c:v>0.20795414384</c:v>
                </c:pt>
                <c:pt idx="784">
                  <c:v>0.209651985578</c:v>
                </c:pt>
                <c:pt idx="785">
                  <c:v>0.211356761507</c:v>
                </c:pt>
                <c:pt idx="786">
                  <c:v>0.213068169812</c:v>
                </c:pt>
                <c:pt idx="787">
                  <c:v>0.214785900319</c:v>
                </c:pt>
                <c:pt idx="788">
                  <c:v>0.216509634689</c:v>
                </c:pt>
                <c:pt idx="789">
                  <c:v>0.218239046636</c:v>
                </c:pt>
                <c:pt idx="790">
                  <c:v>0.219973802165</c:v>
                </c:pt>
                <c:pt idx="791">
                  <c:v>0.221713559831</c:v>
                </c:pt>
                <c:pt idx="792">
                  <c:v>0.223457971014</c:v>
                </c:pt>
                <c:pt idx="793">
                  <c:v>0.225206680213</c:v>
                </c:pt>
                <c:pt idx="794">
                  <c:v>0.226959325364</c:v>
                </c:pt>
                <c:pt idx="795">
                  <c:v>0.228715538168</c:v>
                </c:pt>
                <c:pt idx="796">
                  <c:v>0.230474944444</c:v>
                </c:pt>
                <c:pt idx="797">
                  <c:v>0.232237164495</c:v>
                </c:pt>
                <c:pt idx="798">
                  <c:v>0.234001813494</c:v>
                </c:pt>
                <c:pt idx="799">
                  <c:v>0.235768501881</c:v>
                </c:pt>
                <c:pt idx="800">
                  <c:v>0.237536835781</c:v>
                </c:pt>
                <c:pt idx="801">
                  <c:v>0.23930641743</c:v>
                </c:pt>
                <c:pt idx="802">
                  <c:v>0.241076845621</c:v>
                </c:pt>
                <c:pt idx="803">
                  <c:v>0.242847716157</c:v>
                </c:pt>
                <c:pt idx="804">
                  <c:v>0.244618622318</c:v>
                </c:pt>
                <c:pt idx="805">
                  <c:v>0.246389155337</c:v>
                </c:pt>
                <c:pt idx="806">
                  <c:v>0.248158904889</c:v>
                </c:pt>
                <c:pt idx="807">
                  <c:v>0.249927459582</c:v>
                </c:pt>
                <c:pt idx="808">
                  <c:v>0.251694407456</c:v>
                </c:pt>
                <c:pt idx="809">
                  <c:v>0.253459336495</c:v>
                </c:pt>
                <c:pt idx="810">
                  <c:v>0.255221835132</c:v>
                </c:pt>
                <c:pt idx="811">
                  <c:v>0.256981492766</c:v>
                </c:pt>
                <c:pt idx="812">
                  <c:v>0.258737900274</c:v>
                </c:pt>
                <c:pt idx="813">
                  <c:v>0.260490650527</c:v>
                </c:pt>
                <c:pt idx="814">
                  <c:v>0.262239338905</c:v>
                </c:pt>
                <c:pt idx="815">
                  <c:v>0.263983563805</c:v>
                </c:pt>
                <c:pt idx="816">
                  <c:v>0.265722927151</c:v>
                </c:pt>
                <c:pt idx="817">
                  <c:v>0.26745703489</c:v>
                </c:pt>
                <c:pt idx="818">
                  <c:v>0.269185497494</c:v>
                </c:pt>
                <c:pt idx="819">
                  <c:v>0.27090793044</c:v>
                </c:pt>
                <c:pt idx="820">
                  <c:v>0.272623954686</c:v>
                </c:pt>
                <c:pt idx="821">
                  <c:v>0.27433319714</c:v>
                </c:pt>
                <c:pt idx="822">
                  <c:v>0.276035291107</c:v>
                </c:pt>
                <c:pt idx="823">
                  <c:v>0.277729876734</c:v>
                </c:pt>
                <c:pt idx="824">
                  <c:v>0.279416601426</c:v>
                </c:pt>
                <c:pt idx="825">
                  <c:v>0.28109512026</c:v>
                </c:pt>
                <c:pt idx="826">
                  <c:v>0.282765096368</c:v>
                </c:pt>
                <c:pt idx="827">
                  <c:v>0.284426201312</c:v>
                </c:pt>
                <c:pt idx="828">
                  <c:v>0.286078115433</c:v>
                </c:pt>
                <c:pt idx="829">
                  <c:v>0.287720528181</c:v>
                </c:pt>
                <c:pt idx="830">
                  <c:v>0.289353138421</c:v>
                </c:pt>
                <c:pt idx="831">
                  <c:v>0.290975654722</c:v>
                </c:pt>
                <c:pt idx="832">
                  <c:v>0.292587795612</c:v>
                </c:pt>
                <c:pt idx="833">
                  <c:v>0.294189289819</c:v>
                </c:pt>
                <c:pt idx="834">
                  <c:v>0.295779876482</c:v>
                </c:pt>
                <c:pt idx="835">
                  <c:v>0.297359305334</c:v>
                </c:pt>
                <c:pt idx="836">
                  <c:v>0.298927336861</c:v>
                </c:pt>
                <c:pt idx="837">
                  <c:v>0.300483742438</c:v>
                </c:pt>
                <c:pt idx="838">
                  <c:v>0.302028304429</c:v>
                </c:pt>
                <c:pt idx="839">
                  <c:v>0.303560816263</c:v>
                </c:pt>
                <c:pt idx="840">
                  <c:v>0.30508108249</c:v>
                </c:pt>
                <c:pt idx="841">
                  <c:v>0.306588918796</c:v>
                </c:pt>
                <c:pt idx="842">
                  <c:v>0.308084151998</c:v>
                </c:pt>
                <c:pt idx="843">
                  <c:v>0.309566620012</c:v>
                </c:pt>
                <c:pt idx="844">
                  <c:v>0.311036171786</c:v>
                </c:pt>
                <c:pt idx="845">
                  <c:v>0.312492667215</c:v>
                </c:pt>
                <c:pt idx="846">
                  <c:v>0.313935977025</c:v>
                </c:pt>
                <c:pt idx="847">
                  <c:v>0.315365982626</c:v>
                </c:pt>
                <c:pt idx="848">
                  <c:v>0.316782575944</c:v>
                </c:pt>
                <c:pt idx="849">
                  <c:v>0.318185659232</c:v>
                </c:pt>
                <c:pt idx="850">
                  <c:v>0.319575144845</c:v>
                </c:pt>
                <c:pt idx="851">
                  <c:v>0.320950955001</c:v>
                </c:pt>
                <c:pt idx="852">
                  <c:v>0.322313021514</c:v>
                </c:pt>
                <c:pt idx="853">
                  <c:v>0.323661285511</c:v>
                </c:pt>
                <c:pt idx="854">
                  <c:v>0.324995697121</c:v>
                </c:pt>
                <c:pt idx="855">
                  <c:v>0.32631621515</c:v>
                </c:pt>
                <c:pt idx="856">
                  <c:v>0.327622806736</c:v>
                </c:pt>
                <c:pt idx="857">
                  <c:v>0.328915446989</c:v>
                </c:pt>
                <c:pt idx="858">
                  <c:v>0.330194118611</c:v>
                </c:pt>
                <c:pt idx="859">
                  <c:v>0.331458811509</c:v>
                </c:pt>
                <c:pt idx="860">
                  <c:v>0.332709522389</c:v>
                </c:pt>
                <c:pt idx="861">
                  <c:v>0.333946254345</c:v>
                </c:pt>
                <c:pt idx="862">
                  <c:v>0.335169016433</c:v>
                </c:pt>
                <c:pt idx="863">
                  <c:v>0.336377823244</c:v>
                </c:pt>
                <c:pt idx="864">
                  <c:v>0.337572694466</c:v>
                </c:pt>
                <c:pt idx="865">
                  <c:v>0.338753654444</c:v>
                </c:pt>
                <c:pt idx="866">
                  <c:v>0.339920731738</c:v>
                </c:pt>
                <c:pt idx="867">
                  <c:v>0.341073958681</c:v>
                </c:pt>
                <c:pt idx="868">
                  <c:v>0.342213370935</c:v>
                </c:pt>
                <c:pt idx="869">
                  <c:v>0.343339007055</c:v>
                </c:pt>
                <c:pt idx="870">
                  <c:v>0.344450908054</c:v>
                </c:pt>
                <c:pt idx="871">
                  <c:v>0.345549116976</c:v>
                </c:pt>
                <c:pt idx="872">
                  <c:v>0.346633678478</c:v>
                </c:pt>
                <c:pt idx="873">
                  <c:v>0.347704638418</c:v>
                </c:pt>
                <c:pt idx="874">
                  <c:v>0.34876204346</c:v>
                </c:pt>
                <c:pt idx="875">
                  <c:v>0.349805940689</c:v>
                </c:pt>
                <c:pt idx="876">
                  <c:v>0.350836377244</c:v>
                </c:pt>
                <c:pt idx="877">
                  <c:v>0.351853399959</c:v>
                </c:pt>
                <c:pt idx="878">
                  <c:v>0.352857055031</c:v>
                </c:pt>
                <c:pt idx="879">
                  <c:v>0.353847387705</c:v>
                </c:pt>
                <c:pt idx="880">
                  <c:v>0.354824441974</c:v>
                </c:pt>
                <c:pt idx="881">
                  <c:v>0.355788260306</c:v>
                </c:pt>
                <c:pt idx="882">
                  <c:v>0.356738883391</c:v>
                </c:pt>
                <c:pt idx="883">
                  <c:v>0.357676349915</c:v>
                </c:pt>
                <c:pt idx="884">
                  <c:v>0.358600696351</c:v>
                </c:pt>
                <c:pt idx="885">
                  <c:v>0.359511956784</c:v>
                </c:pt>
                <c:pt idx="886">
                  <c:v>0.360410162759</c:v>
                </c:pt>
                <c:pt idx="887">
                  <c:v>0.36129534315</c:v>
                </c:pt>
                <c:pt idx="888">
                  <c:v>0.362167524066</c:v>
                </c:pt>
                <c:pt idx="889">
                  <c:v>0.363026728777</c:v>
                </c:pt>
                <c:pt idx="890">
                  <c:v>0.363872977671</c:v>
                </c:pt>
                <c:pt idx="891">
                  <c:v>0.364706288238</c:v>
                </c:pt>
                <c:pt idx="892">
                  <c:v>0.365526675078</c:v>
                </c:pt>
                <c:pt idx="893">
                  <c:v>0.366334149948</c:v>
                </c:pt>
                <c:pt idx="894">
                  <c:v>0.367128721821</c:v>
                </c:pt>
                <c:pt idx="895">
                  <c:v>0.367910396984</c:v>
                </c:pt>
                <c:pt idx="896">
                  <c:v>0.368679179158</c:v>
                </c:pt>
                <c:pt idx="897">
                  <c:v>0.369435069643</c:v>
                </c:pt>
                <c:pt idx="898">
                  <c:v>0.370178067492</c:v>
                </c:pt>
                <c:pt idx="899">
                  <c:v>0.370908169701</c:v>
                </c:pt>
                <c:pt idx="900">
                  <c:v>0.371625371437</c:v>
                </c:pt>
                <c:pt idx="901">
                  <c:v>0.37232966627</c:v>
                </c:pt>
                <c:pt idx="902">
                  <c:v>0.373021046442</c:v>
                </c:pt>
                <c:pt idx="903">
                  <c:v>0.373699503147</c:v>
                </c:pt>
                <c:pt idx="904">
                  <c:v>0.374365026833</c:v>
                </c:pt>
                <c:pt idx="905">
                  <c:v>0.375017607517</c:v>
                </c:pt>
                <c:pt idx="906">
                  <c:v>0.375657235122</c:v>
                </c:pt>
                <c:pt idx="907">
                  <c:v>0.37628389982</c:v>
                </c:pt>
                <c:pt idx="908">
                  <c:v>0.376897592395</c:v>
                </c:pt>
                <c:pt idx="909">
                  <c:v>0.377498304612</c:v>
                </c:pt>
                <c:pt idx="910">
                  <c:v>0.378086029591</c:v>
                </c:pt>
                <c:pt idx="911">
                  <c:v>0.378660762199</c:v>
                </c:pt>
                <c:pt idx="912">
                  <c:v>0.379222499437</c:v>
                </c:pt>
                <c:pt idx="913">
                  <c:v>0.37977124083</c:v>
                </c:pt>
                <c:pt idx="914">
                  <c:v>0.380306988826</c:v>
                </c:pt>
                <c:pt idx="915">
                  <c:v>0.38082974919</c:v>
                </c:pt>
                <c:pt idx="916">
                  <c:v>0.381339531392</c:v>
                </c:pt>
                <c:pt idx="917">
                  <c:v>0.381836348994</c:v>
                </c:pt>
                <c:pt idx="918">
                  <c:v>0.382320220034</c:v>
                </c:pt>
                <c:pt idx="919">
                  <c:v>0.382791167396</c:v>
                </c:pt>
                <c:pt idx="920">
                  <c:v>0.383249219173</c:v>
                </c:pt>
                <c:pt idx="921">
                  <c:v>0.383694409015</c:v>
                </c:pt>
                <c:pt idx="922">
                  <c:v>0.384126776475</c:v>
                </c:pt>
                <c:pt idx="923">
                  <c:v>0.384546367324</c:v>
                </c:pt>
                <c:pt idx="924">
                  <c:v>0.384953233863</c:v>
                </c:pt>
                <c:pt idx="925">
                  <c:v>0.38534743521</c:v>
                </c:pt>
                <c:pt idx="926">
                  <c:v>0.385729037571</c:v>
                </c:pt>
                <c:pt idx="927">
                  <c:v>0.386098114491</c:v>
                </c:pt>
                <c:pt idx="928">
                  <c:v>0.386454747085</c:v>
                </c:pt>
                <c:pt idx="929">
                  <c:v>0.386799024241</c:v>
                </c:pt>
                <c:pt idx="930">
                  <c:v>0.387131042805</c:v>
                </c:pt>
                <c:pt idx="931">
                  <c:v>0.387450907744</c:v>
                </c:pt>
                <c:pt idx="932">
                  <c:v>0.387758732277</c:v>
                </c:pt>
                <c:pt idx="933">
                  <c:v>0.388054637989</c:v>
                </c:pt>
                <c:pt idx="934">
                  <c:v>0.388338754911</c:v>
                </c:pt>
                <c:pt idx="935">
                  <c:v>0.388611221585</c:v>
                </c:pt>
                <c:pt idx="936">
                  <c:v>0.388872185091</c:v>
                </c:pt>
                <c:pt idx="937">
                  <c:v>0.389121801054</c:v>
                </c:pt>
                <c:pt idx="938">
                  <c:v>0.389360233627</c:v>
                </c:pt>
                <c:pt idx="939">
                  <c:v>0.389587655442</c:v>
                </c:pt>
                <c:pt idx="940">
                  <c:v>0.38980424754</c:v>
                </c:pt>
                <c:pt idx="941">
                  <c:v>0.390010199271</c:v>
                </c:pt>
                <c:pt idx="942">
                  <c:v>0.390205708171</c:v>
                </c:pt>
                <c:pt idx="943">
                  <c:v>0.390390979813</c:v>
                </c:pt>
                <c:pt idx="944">
                  <c:v>0.390566227639</c:v>
                </c:pt>
                <c:pt idx="945">
                  <c:v>0.390731672755</c:v>
                </c:pt>
                <c:pt idx="946">
                  <c:v>0.390887543717</c:v>
                </c:pt>
                <c:pt idx="947">
                  <c:v>0.391034076287</c:v>
                </c:pt>
                <c:pt idx="948">
                  <c:v>0.391171513167</c:v>
                </c:pt>
                <c:pt idx="949">
                  <c:v>0.391300103715</c:v>
                </c:pt>
                <c:pt idx="950">
                  <c:v>0.391420103634</c:v>
                </c:pt>
                <c:pt idx="951">
                  <c:v>0.391531774653</c:v>
                </c:pt>
                <c:pt idx="952">
                  <c:v>0.391635384175</c:v>
                </c:pt>
                <c:pt idx="953">
                  <c:v>0.391731204919</c:v>
                </c:pt>
                <c:pt idx="954">
                  <c:v>0.391819514538</c:v>
                </c:pt>
                <c:pt idx="955">
                  <c:v>0.391900595219</c:v>
                </c:pt>
                <c:pt idx="956">
                  <c:v>0.391974733277</c:v>
                </c:pt>
                <c:pt idx="957">
                  <c:v>0.392042218721</c:v>
                </c:pt>
                <c:pt idx="958">
                  <c:v>0.392103344819</c:v>
                </c:pt>
                <c:pt idx="959">
                  <c:v>0.392158407639</c:v>
                </c:pt>
                <c:pt idx="960">
                  <c:v>0.392207705584</c:v>
                </c:pt>
                <c:pt idx="961">
                  <c:v>0.392251538913</c:v>
                </c:pt>
                <c:pt idx="962">
                  <c:v>0.392290209254</c:v>
                </c:pt>
                <c:pt idx="963">
                  <c:v>0.3923240191</c:v>
                </c:pt>
                <c:pt idx="964">
                  <c:v>0.392353271306</c:v>
                </c:pt>
                <c:pt idx="965">
                  <c:v>0.392378268565</c:v>
                </c:pt>
                <c:pt idx="966">
                  <c:v>0.39239931289</c:v>
                </c:pt>
                <c:pt idx="967">
                  <c:v>0.392416705075</c:v>
                </c:pt>
                <c:pt idx="968">
                  <c:v>0.392430744163</c:v>
                </c:pt>
                <c:pt idx="969">
                  <c:v>0.392441726897</c:v>
                </c:pt>
                <c:pt idx="970">
                  <c:v>0.392449947172</c:v>
                </c:pt>
                <c:pt idx="971">
                  <c:v>0.392455695484</c:v>
                </c:pt>
                <c:pt idx="972">
                  <c:v>0.392459258373</c:v>
                </c:pt>
                <c:pt idx="973">
                  <c:v>0.392460917864</c:v>
                </c:pt>
                <c:pt idx="974">
                  <c:v>0.39246095091</c:v>
                </c:pt>
                <c:pt idx="975">
                  <c:v>0.392459628829</c:v>
                </c:pt>
                <c:pt idx="976">
                  <c:v>0.392457216745</c:v>
                </c:pt>
                <c:pt idx="977">
                  <c:v>0.392453973031</c:v>
                </c:pt>
                <c:pt idx="978">
                  <c:v>0.392450148752</c:v>
                </c:pt>
                <c:pt idx="979">
                  <c:v>0.392445987117</c:v>
                </c:pt>
                <c:pt idx="980">
                  <c:v>0.392441722922</c:v>
                </c:pt>
                <c:pt idx="981">
                  <c:v>0.392437582019</c:v>
                </c:pt>
                <c:pt idx="982">
                  <c:v>0.392433780776</c:v>
                </c:pt>
                <c:pt idx="983">
                  <c:v>0.392430525549</c:v>
                </c:pt>
                <c:pt idx="984">
                  <c:v>0.39242801217</c:v>
                </c:pt>
                <c:pt idx="985">
                  <c:v>0.392426425435</c:v>
                </c:pt>
                <c:pt idx="986">
                  <c:v>0.392425938615</c:v>
                </c:pt>
                <c:pt idx="987">
                  <c:v>0.392426712973</c:v>
                </c:pt>
                <c:pt idx="988">
                  <c:v>0.392428897299</c:v>
                </c:pt>
                <c:pt idx="989">
                  <c:v>0.392432627458</c:v>
                </c:pt>
                <c:pt idx="990">
                  <c:v>0.392438025961</c:v>
                </c:pt>
                <c:pt idx="991">
                  <c:v>0.392445201554</c:v>
                </c:pt>
                <c:pt idx="992">
                  <c:v>0.392454248817</c:v>
                </c:pt>
                <c:pt idx="993">
                  <c:v>0.392465247804</c:v>
                </c:pt>
                <c:pt idx="994">
                  <c:v>0.392478263686</c:v>
                </c:pt>
                <c:pt idx="995">
                  <c:v>0.392493346433</c:v>
                </c:pt>
                <c:pt idx="996">
                  <c:v>0.392510530514</c:v>
                </c:pt>
                <c:pt idx="997">
                  <c:v>0.392529834625</c:v>
                </c:pt>
                <c:pt idx="998">
                  <c:v>0.392551261447</c:v>
                </c:pt>
                <c:pt idx="999">
                  <c:v>0.39257479743</c:v>
                </c:pt>
                <c:pt idx="1000">
                  <c:v>0.392600412608</c:v>
                </c:pt>
                <c:pt idx="1001">
                  <c:v>0.392628060446</c:v>
                </c:pt>
                <c:pt idx="1002">
                  <c:v>0.392657677717</c:v>
                </c:pt>
                <c:pt idx="1003">
                  <c:v>0.392689184408</c:v>
                </c:pt>
                <c:pt idx="1004">
                  <c:v>0.392722483665</c:v>
                </c:pt>
                <c:pt idx="1005">
                  <c:v>0.392757461768</c:v>
                </c:pt>
                <c:pt idx="1006">
                  <c:v>0.392793988133</c:v>
                </c:pt>
                <c:pt idx="1007">
                  <c:v>0.392831915362</c:v>
                </c:pt>
                <c:pt idx="1008">
                  <c:v>0.392871079308</c:v>
                </c:pt>
                <c:pt idx="1009">
                  <c:v>0.392911299193</c:v>
                </c:pt>
                <c:pt idx="1010">
                  <c:v>0.392952377739</c:v>
                </c:pt>
                <c:pt idx="1011">
                  <c:v>0.39299410135</c:v>
                </c:pt>
                <c:pt idx="1012">
                  <c:v>0.393036240311</c:v>
                </c:pt>
                <c:pt idx="1013">
                  <c:v>0.393078549033</c:v>
                </c:pt>
                <c:pt idx="1014">
                  <c:v>0.393120766314</c:v>
                </c:pt>
                <c:pt idx="1015">
                  <c:v>0.393162615646</c:v>
                </c:pt>
                <c:pt idx="1016">
                  <c:v>0.393203805533</c:v>
                </c:pt>
                <c:pt idx="1017">
                  <c:v>0.393244029858</c:v>
                </c:pt>
                <c:pt idx="1018">
                  <c:v>0.393282968257</c:v>
                </c:pt>
                <c:pt idx="1019">
                  <c:v>0.393320286532</c:v>
                </c:pt>
                <c:pt idx="1020">
                  <c:v>0.393355637085</c:v>
                </c:pt>
                <c:pt idx="1021">
                  <c:v>0.393388659372</c:v>
                </c:pt>
                <c:pt idx="1022">
                  <c:v>0.393418980384</c:v>
                </c:pt>
                <c:pt idx="1023">
                  <c:v>0.393446215142</c:v>
                </c:pt>
                <c:pt idx="1024">
                  <c:v>0.39346996722</c:v>
                </c:pt>
                <c:pt idx="1025">
                  <c:v>0.393489829274</c:v>
                </c:pt>
                <c:pt idx="1026">
                  <c:v>0.393505383597</c:v>
                </c:pt>
                <c:pt idx="1027">
                  <c:v>0.393516202683</c:v>
                </c:pt>
                <c:pt idx="1028">
                  <c:v>0.393521849803</c:v>
                </c:pt>
                <c:pt idx="1029">
                  <c:v>0.393521879599</c:v>
                </c:pt>
                <c:pt idx="1030">
                  <c:v>0.393515838678</c:v>
                </c:pt>
                <c:pt idx="1031">
                  <c:v>0.393503266224</c:v>
                </c:pt>
                <c:pt idx="1032">
                  <c:v>0.393483694614</c:v>
                </c:pt>
                <c:pt idx="1033">
                  <c:v>0.393456650034</c:v>
                </c:pt>
                <c:pt idx="1034">
                  <c:v>0.393421653111</c:v>
                </c:pt>
                <c:pt idx="1035">
                  <c:v>0.39337821954</c:v>
                </c:pt>
                <c:pt idx="1036">
                  <c:v>0.393325860714</c:v>
                </c:pt>
                <c:pt idx="1037">
                  <c:v>0.393264084361</c:v>
                </c:pt>
                <c:pt idx="1038">
                  <c:v>0.393192395175</c:v>
                </c:pt>
                <c:pt idx="1039">
                  <c:v>0.393110295451</c:v>
                </c:pt>
                <c:pt idx="1040">
                  <c:v>0.393017285716</c:v>
                </c:pt>
                <c:pt idx="1041">
                  <c:v>0.392912865358</c:v>
                </c:pt>
                <c:pt idx="1042">
                  <c:v>0.392796533259</c:v>
                </c:pt>
                <c:pt idx="1043">
                  <c:v>0.392667788412</c:v>
                </c:pt>
                <c:pt idx="1044">
                  <c:v>0.392526130545</c:v>
                </c:pt>
                <c:pt idx="1045">
                  <c:v>0.392371060742</c:v>
                </c:pt>
                <c:pt idx="1046">
                  <c:v>0.392202082047</c:v>
                </c:pt>
                <c:pt idx="1047">
                  <c:v>0.392018700079</c:v>
                </c:pt>
                <c:pt idx="1048">
                  <c:v>0.391820423633</c:v>
                </c:pt>
                <c:pt idx="1049">
                  <c:v>0.391606765273</c:v>
                </c:pt>
                <c:pt idx="1050">
                  <c:v>0.391377241934</c:v>
                </c:pt>
                <c:pt idx="1051">
                  <c:v>0.3911313755</c:v>
                </c:pt>
                <c:pt idx="1052">
                  <c:v>0.390868693394</c:v>
                </c:pt>
                <c:pt idx="1053">
                  <c:v>0.390588729148</c:v>
                </c:pt>
                <c:pt idx="1054">
                  <c:v>0.390291022983</c:v>
                </c:pt>
                <c:pt idx="1055">
                  <c:v>0.389975122365</c:v>
                </c:pt>
                <c:pt idx="1056">
                  <c:v>0.389640582577</c:v>
                </c:pt>
                <c:pt idx="1057">
                  <c:v>0.389286967266</c:v>
                </c:pt>
                <c:pt idx="1058">
                  <c:v>0.388913849</c:v>
                </c:pt>
                <c:pt idx="1059">
                  <c:v>0.388520809809</c:v>
                </c:pt>
                <c:pt idx="1060">
                  <c:v>0.388107441729</c:v>
                </c:pt>
                <c:pt idx="1061">
                  <c:v>0.387673347334</c:v>
                </c:pt>
                <c:pt idx="1062">
                  <c:v>0.387218140267</c:v>
                </c:pt>
                <c:pt idx="1063">
                  <c:v>0.386741445763</c:v>
                </c:pt>
                <c:pt idx="1064">
                  <c:v>0.386242901168</c:v>
                </c:pt>
                <c:pt idx="1065">
                  <c:v>0.385722156448</c:v>
                </c:pt>
                <c:pt idx="1066">
                  <c:v>0.385178874701</c:v>
                </c:pt>
                <c:pt idx="1067">
                  <c:v>0.384612732647</c:v>
                </c:pt>
                <c:pt idx="1068">
                  <c:v>0.384023421128</c:v>
                </c:pt>
                <c:pt idx="1069">
                  <c:v>0.383410645586</c:v>
                </c:pt>
                <c:pt idx="1070">
                  <c:v>0.382774126542</c:v>
                </c:pt>
                <c:pt idx="1071">
                  <c:v>0.38211360006</c:v>
                </c:pt>
                <c:pt idx="1072">
                  <c:v>0.381428818205</c:v>
                </c:pt>
                <c:pt idx="1073">
                  <c:v>0.380719549492</c:v>
                </c:pt>
                <c:pt idx="1074">
                  <c:v>0.379985579314</c:v>
                </c:pt>
                <c:pt idx="1075">
                  <c:v>0.379226710372</c:v>
                </c:pt>
                <c:pt idx="1076">
                  <c:v>0.378442763077</c:v>
                </c:pt>
                <c:pt idx="1077">
                  <c:v>0.377633575951</c:v>
                </c:pt>
                <c:pt idx="1078">
                  <c:v>0.376799006</c:v>
                </c:pt>
                <c:pt idx="1079">
                  <c:v>0.37593892908</c:v>
                </c:pt>
                <c:pt idx="1080">
                  <c:v>0.375053240238</c:v>
                </c:pt>
                <c:pt idx="1081">
                  <c:v>0.374141854035</c:v>
                </c:pt>
                <c:pt idx="1082">
                  <c:v>0.373204704855</c:v>
                </c:pt>
                <c:pt idx="1083">
                  <c:v>0.372241747176</c:v>
                </c:pt>
                <c:pt idx="1084">
                  <c:v>0.371252955838</c:v>
                </c:pt>
                <c:pt idx="1085">
                  <c:v>0.370238326267</c:v>
                </c:pt>
                <c:pt idx="1086">
                  <c:v>0.369197874684</c:v>
                </c:pt>
                <c:pt idx="1087">
                  <c:v>0.368131638283</c:v>
                </c:pt>
                <c:pt idx="1088">
                  <c:v>0.36703967538</c:v>
                </c:pt>
                <c:pt idx="1089">
                  <c:v>0.365922065525</c:v>
                </c:pt>
                <c:pt idx="1090">
                  <c:v>0.364778909597</c:v>
                </c:pt>
                <c:pt idx="1091">
                  <c:v>0.36361032985</c:v>
                </c:pt>
                <c:pt idx="1092">
                  <c:v>0.362416469933</c:v>
                </c:pt>
                <c:pt idx="1093">
                  <c:v>0.361197494874</c:v>
                </c:pt>
                <c:pt idx="1094">
                  <c:v>0.359953591025</c:v>
                </c:pt>
                <c:pt idx="1095">
                  <c:v>0.358684965971</c:v>
                </c:pt>
                <c:pt idx="1096">
                  <c:v>0.357391848401</c:v>
                </c:pt>
                <c:pt idx="1097">
                  <c:v>0.35607448794</c:v>
                </c:pt>
                <c:pt idx="1098">
                  <c:v>0.354733154943</c:v>
                </c:pt>
                <c:pt idx="1099">
                  <c:v>0.353368140244</c:v>
                </c:pt>
                <c:pt idx="1100">
                  <c:v>0.351979754873</c:v>
                </c:pt>
                <c:pt idx="1101">
                  <c:v>0.350568329727</c:v>
                </c:pt>
                <c:pt idx="1102">
                  <c:v>0.3491342152</c:v>
                </c:pt>
                <c:pt idx="1103">
                  <c:v>0.347677780785</c:v>
                </c:pt>
                <c:pt idx="1104">
                  <c:v>0.346199414616</c:v>
                </c:pt>
                <c:pt idx="1105">
                  <c:v>0.344699522995</c:v>
                </c:pt>
                <c:pt idx="1106">
                  <c:v>0.343178529863</c:v>
                </c:pt>
                <c:pt idx="1107">
                  <c:v>0.341636876242</c:v>
                </c:pt>
                <c:pt idx="1108">
                  <c:v>0.340075019645</c:v>
                </c:pt>
                <c:pt idx="1109">
                  <c:v>0.338493433441</c:v>
                </c:pt>
                <c:pt idx="1110">
                  <c:v>0.3368926062</c:v>
                </c:pt>
                <c:pt idx="1111">
                  <c:v>0.335273040999</c:v>
                </c:pt>
                <c:pt idx="1112">
                  <c:v>0.333635254701</c:v>
                </c:pt>
                <c:pt idx="1113">
                  <c:v>0.331979777206</c:v>
                </c:pt>
                <c:pt idx="1114">
                  <c:v>0.330307150683</c:v>
                </c:pt>
                <c:pt idx="1115">
                  <c:v>0.328617928769</c:v>
                </c:pt>
                <c:pt idx="1116">
                  <c:v>0.326912675761</c:v>
                </c:pt>
                <c:pt idx="1117">
                  <c:v>0.325191965777</c:v>
                </c:pt>
                <c:pt idx="1118">
                  <c:v>0.323456381912</c:v>
                </c:pt>
                <c:pt idx="1119">
                  <c:v>0.321706515377</c:v>
                </c:pt>
                <c:pt idx="1120">
                  <c:v>0.319942964633</c:v>
                </c:pt>
                <c:pt idx="1121">
                  <c:v>0.318166334508</c:v>
                </c:pt>
                <c:pt idx="1122">
                  <c:v>0.316377235324</c:v>
                </c:pt>
                <c:pt idx="1123">
                  <c:v>0.314576282012</c:v>
                </c:pt>
                <c:pt idx="1124">
                  <c:v>0.312764093234</c:v>
                </c:pt>
                <c:pt idx="1125">
                  <c:v>0.310941290506</c:v>
                </c:pt>
                <c:pt idx="1126">
                  <c:v>0.309108497328</c:v>
                </c:pt>
                <c:pt idx="1127">
                  <c:v>0.307266338332</c:v>
                </c:pt>
                <c:pt idx="1128">
                  <c:v>0.305415438427</c:v>
                </c:pt>
                <c:pt idx="1129">
                  <c:v>0.303556421971</c:v>
                </c:pt>
                <c:pt idx="1130">
                  <c:v>0.301689911955</c:v>
                </c:pt>
                <c:pt idx="1131">
                  <c:v>0.299816529208</c:v>
                </c:pt>
                <c:pt idx="1132">
                  <c:v>0.297936891617</c:v>
                </c:pt>
                <c:pt idx="1133">
                  <c:v>0.296051613384</c:v>
                </c:pt>
                <c:pt idx="1134">
                  <c:v>0.294161304287</c:v>
                </c:pt>
                <c:pt idx="1135">
                  <c:v>0.292266568991</c:v>
                </c:pt>
                <c:pt idx="1136">
                  <c:v>0.290368006364</c:v>
                </c:pt>
                <c:pt idx="1137">
                  <c:v>0.288466208843</c:v>
                </c:pt>
                <c:pt idx="1138">
                  <c:v>0.286561761811</c:v>
                </c:pt>
                <c:pt idx="1139">
                  <c:v>0.284655243021</c:v>
                </c:pt>
                <c:pt idx="1140">
                  <c:v>0.282747222041</c:v>
                </c:pt>
                <c:pt idx="1141">
                  <c:v>0.280838259736</c:v>
                </c:pt>
                <c:pt idx="1142">
                  <c:v>0.278928907784</c:v>
                </c:pt>
                <c:pt idx="1143">
                  <c:v>0.277019708215</c:v>
                </c:pt>
                <c:pt idx="1144">
                  <c:v>0.275111193002</c:v>
                </c:pt>
                <c:pt idx="1145">
                  <c:v>0.273203883662</c:v>
                </c:pt>
                <c:pt idx="1146">
                  <c:v>0.271298290906</c:v>
                </c:pt>
                <c:pt idx="1147">
                  <c:v>0.269394914314</c:v>
                </c:pt>
                <c:pt idx="1148">
                  <c:v>0.267494242043</c:v>
                </c:pt>
                <c:pt idx="1149">
                  <c:v>0.265596750564</c:v>
                </c:pt>
                <c:pt idx="1150">
                  <c:v>0.263702904433</c:v>
                </c:pt>
                <c:pt idx="1151">
                  <c:v>0.261813156086</c:v>
                </c:pt>
                <c:pt idx="1152">
                  <c:v>0.259927945665</c:v>
                </c:pt>
                <c:pt idx="1153">
                  <c:v>0.258047700873</c:v>
                </c:pt>
                <c:pt idx="1154">
                  <c:v>0.256172836849</c:v>
                </c:pt>
                <c:pt idx="1155">
                  <c:v>0.254303756072</c:v>
                </c:pt>
                <c:pt idx="1156">
                  <c:v>0.25244084829</c:v>
                </c:pt>
                <c:pt idx="1157">
                  <c:v>0.250584490469</c:v>
                </c:pt>
                <c:pt idx="1158">
                  <c:v>0.24873504676</c:v>
                </c:pt>
                <c:pt idx="1159">
                  <c:v>0.246892868492</c:v>
                </c:pt>
                <c:pt idx="1160">
                  <c:v>0.245058294182</c:v>
                </c:pt>
                <c:pt idx="1161">
                  <c:v>0.243231649558</c:v>
                </c:pt>
                <c:pt idx="1162">
                  <c:v>0.241413247604</c:v>
                </c:pt>
                <c:pt idx="1163">
                  <c:v>0.239603388615</c:v>
                </c:pt>
                <c:pt idx="1164">
                  <c:v>0.237802360271</c:v>
                </c:pt>
                <c:pt idx="1165">
                  <c:v>0.236010437717</c:v>
                </c:pt>
                <c:pt idx="1166">
                  <c:v>0.234227883666</c:v>
                </c:pt>
                <c:pt idx="1167">
                  <c:v>0.232454948495</c:v>
                </c:pt>
                <c:pt idx="1168">
                  <c:v>0.23069187037</c:v>
                </c:pt>
                <c:pt idx="1169">
                  <c:v>0.228938875366</c:v>
                </c:pt>
                <c:pt idx="1170">
                  <c:v>0.227196177604</c:v>
                </c:pt>
                <c:pt idx="1171">
                  <c:v>0.225463979385</c:v>
                </c:pt>
                <c:pt idx="1172">
                  <c:v>0.223742471343</c:v>
                </c:pt>
                <c:pt idx="1173">
                  <c:v>0.222031832596</c:v>
                </c:pt>
                <c:pt idx="1174">
                  <c:v>0.220332230901</c:v>
                </c:pt>
                <c:pt idx="1175">
                  <c:v>0.218643822824</c:v>
                </c:pt>
                <c:pt idx="1176">
                  <c:v>0.216966753898</c:v>
                </c:pt>
                <c:pt idx="1177">
                  <c:v>0.215301158804</c:v>
                </c:pt>
                <c:pt idx="1178">
                  <c:v>0.213647161542</c:v>
                </c:pt>
                <c:pt idx="1179">
                  <c:v>0.21200487561</c:v>
                </c:pt>
                <c:pt idx="1180">
                  <c:v>0.210374404185</c:v>
                </c:pt>
                <c:pt idx="1181">
                  <c:v>0.208755840314</c:v>
                </c:pt>
                <c:pt idx="1182">
                  <c:v>0.207149267095</c:v>
                </c:pt>
                <c:pt idx="1183">
                  <c:v>0.205554757875</c:v>
                </c:pt>
                <c:pt idx="1184">
                  <c:v>0.20397237644</c:v>
                </c:pt>
                <c:pt idx="1185">
                  <c:v>0.202402177215</c:v>
                </c:pt>
                <c:pt idx="1186">
                  <c:v>0.20084420546</c:v>
                </c:pt>
                <c:pt idx="1187">
                  <c:v>0.199298497478</c:v>
                </c:pt>
                <c:pt idx="1188">
                  <c:v>0.197765080821</c:v>
                </c:pt>
                <c:pt idx="1189">
                  <c:v>0.196243974493</c:v>
                </c:pt>
                <c:pt idx="1190">
                  <c:v>0.194735189169</c:v>
                </c:pt>
                <c:pt idx="1191">
                  <c:v>0.193238727408</c:v>
                </c:pt>
                <c:pt idx="1192">
                  <c:v>0.191754583872</c:v>
                </c:pt>
                <c:pt idx="1193">
                  <c:v>0.190282745549</c:v>
                </c:pt>
                <c:pt idx="1194">
                  <c:v>0.188823191976</c:v>
                </c:pt>
                <c:pt idx="1195">
                  <c:v>0.187375895473</c:v>
                </c:pt>
                <c:pt idx="1196">
                  <c:v>0.185940821372</c:v>
                </c:pt>
                <c:pt idx="1197">
                  <c:v>0.184517928257</c:v>
                </c:pt>
                <c:pt idx="1198">
                  <c:v>0.1831071682</c:v>
                </c:pt>
                <c:pt idx="1199">
                  <c:v>0.181708487009</c:v>
                </c:pt>
                <c:pt idx="1200">
                  <c:v>0.180321824473</c:v>
                </c:pt>
                <c:pt idx="1201">
                  <c:v>0.178947114616</c:v>
                </c:pt>
                <c:pt idx="1202">
                  <c:v>0.177584285947</c:v>
                </c:pt>
                <c:pt idx="1203">
                  <c:v>0.176233261721</c:v>
                </c:pt>
                <c:pt idx="1204">
                  <c:v>0.174893960199</c:v>
                </c:pt>
                <c:pt idx="1205">
                  <c:v>0.173566294914</c:v>
                </c:pt>
                <c:pt idx="1206">
                  <c:v>0.172250174934</c:v>
                </c:pt>
                <c:pt idx="1207">
                  <c:v>0.170945505134</c:v>
                </c:pt>
                <c:pt idx="1208">
                  <c:v>0.169652186466</c:v>
                </c:pt>
                <c:pt idx="1209">
                  <c:v>0.168370116232</c:v>
                </c:pt>
                <c:pt idx="1210">
                  <c:v>0.167099188361</c:v>
                </c:pt>
                <c:pt idx="1211">
                  <c:v>0.165839293681</c:v>
                </c:pt>
                <c:pt idx="1212">
                  <c:v>0.164590320199</c:v>
                </c:pt>
                <c:pt idx="1213">
                  <c:v>0.163352153374</c:v>
                </c:pt>
                <c:pt idx="1214">
                  <c:v>0.162124676396</c:v>
                </c:pt>
                <c:pt idx="1215">
                  <c:v>0.16090777046</c:v>
                </c:pt>
                <c:pt idx="1216">
                  <c:v>0.159701315037</c:v>
                </c:pt>
                <c:pt idx="1217">
                  <c:v>0.158505188153</c:v>
                </c:pt>
                <c:pt idx="1218">
                  <c:v>0.157319266649</c:v>
                </c:pt>
                <c:pt idx="1219">
                  <c:v>0.156143426455</c:v>
                </c:pt>
                <c:pt idx="1220">
                  <c:v>0.154977542845</c:v>
                </c:pt>
                <c:pt idx="1221">
                  <c:v>0.153821490701</c:v>
                </c:pt>
                <c:pt idx="1222">
                  <c:v>0.15267514476</c:v>
                </c:pt>
                <c:pt idx="1223">
                  <c:v>0.151538379864</c:v>
                </c:pt>
                <c:pt idx="1224">
                  <c:v>0.150411071198</c:v>
                </c:pt>
                <c:pt idx="1225">
                  <c:v>0.149293094526</c:v>
                </c:pt>
                <c:pt idx="1226">
                  <c:v>0.148184326413</c:v>
                </c:pt>
                <c:pt idx="1227">
                  <c:v>0.147084644446</c:v>
                </c:pt>
                <c:pt idx="1228">
                  <c:v>0.145993927438</c:v>
                </c:pt>
                <c:pt idx="1229">
                  <c:v>0.144912055633</c:v>
                </c:pt>
                <c:pt idx="1230">
                  <c:v>0.14383891089</c:v>
                </c:pt>
                <c:pt idx="1231">
                  <c:v>0.142774376865</c:v>
                </c:pt>
                <c:pt idx="1232">
                  <c:v>0.141718339178</c:v>
                </c:pt>
                <c:pt idx="1233">
                  <c:v>0.14067068557</c:v>
                </c:pt>
                <c:pt idx="1234">
                  <c:v>0.139631306051</c:v>
                </c:pt>
                <c:pt idx="1235">
                  <c:v>0.138600093029</c:v>
                </c:pt>
                <c:pt idx="1236">
                  <c:v>0.137576941436</c:v>
                </c:pt>
                <c:pt idx="1237">
                  <c:v>0.136561748837</c:v>
                </c:pt>
                <c:pt idx="1238">
                  <c:v>0.135554415521</c:v>
                </c:pt>
                <c:pt idx="1239">
                  <c:v>0.134554844596</c:v>
                </c:pt>
                <c:pt idx="1240">
                  <c:v>0.133562942051</c:v>
                </c:pt>
                <c:pt idx="1241">
                  <c:v>0.132578616822</c:v>
                </c:pt>
                <c:pt idx="1242">
                  <c:v>0.131601780836</c:v>
                </c:pt>
                <c:pt idx="1243">
                  <c:v>0.130632349046</c:v>
                </c:pt>
                <c:pt idx="1244">
                  <c:v>0.129670239456</c:v>
                </c:pt>
                <c:pt idx="1245">
                  <c:v>0.128715373129</c:v>
                </c:pt>
                <c:pt idx="1246">
                  <c:v>0.12776767419</c:v>
                </c:pt>
                <c:pt idx="1247">
                  <c:v>0.126827069811</c:v>
                </c:pt>
                <c:pt idx="1248">
                  <c:v>0.125893490189</c:v>
                </c:pt>
                <c:pt idx="1249">
                  <c:v>0.124966868519</c:v>
                </c:pt>
                <c:pt idx="1250">
                  <c:v>0.124047140942</c:v>
                </c:pt>
                <c:pt idx="1251">
                  <c:v>0.123134246503</c:v>
                </c:pt>
                <c:pt idx="1252">
                  <c:v>0.122228127083</c:v>
                </c:pt>
                <c:pt idx="1253">
                  <c:v>0.121328727335</c:v>
                </c:pt>
                <c:pt idx="1254">
                  <c:v>0.120435994608</c:v>
                </c:pt>
                <c:pt idx="1255">
                  <c:v>0.119549878861</c:v>
                </c:pt>
                <c:pt idx="1256">
                  <c:v>0.118670332577</c:v>
                </c:pt>
                <c:pt idx="1257">
                  <c:v>0.117797310665</c:v>
                </c:pt>
                <c:pt idx="1258">
                  <c:v>0.116930770363</c:v>
                </c:pt>
                <c:pt idx="1259">
                  <c:v>0.116070671135</c:v>
                </c:pt>
                <c:pt idx="1260">
                  <c:v>0.115216974556</c:v>
                </c:pt>
                <c:pt idx="1261">
                  <c:v>0.114369644212</c:v>
                </c:pt>
                <c:pt idx="1262">
                  <c:v>0.113528645577</c:v>
                </c:pt>
                <c:pt idx="1263">
                  <c:v>0.112693945904</c:v>
                </c:pt>
                <c:pt idx="1264">
                  <c:v>0.111865514106</c:v>
                </c:pt>
                <c:pt idx="1265">
                  <c:v>0.111043320641</c:v>
                </c:pt>
                <c:pt idx="1266">
                  <c:v>0.110227337393</c:v>
                </c:pt>
                <c:pt idx="1267">
                  <c:v>0.109417537558</c:v>
                </c:pt>
                <c:pt idx="1268">
                  <c:v>0.108613895528</c:v>
                </c:pt>
                <c:pt idx="1269">
                  <c:v>0.107816386776</c:v>
                </c:pt>
                <c:pt idx="1270">
                  <c:v>0.107024987743</c:v>
                </c:pt>
                <c:pt idx="1271">
                  <c:v>0.106239675734</c:v>
                </c:pt>
                <c:pt idx="1272">
                  <c:v>0.105460428802</c:v>
                </c:pt>
                <c:pt idx="1273">
                  <c:v>0.104687225652</c:v>
                </c:pt>
                <c:pt idx="1274">
                  <c:v>0.103920045536</c:v>
                </c:pt>
                <c:pt idx="1275">
                  <c:v>0.103158868156</c:v>
                </c:pt>
                <c:pt idx="1276">
                  <c:v>0.102403673571</c:v>
                </c:pt>
                <c:pt idx="1277">
                  <c:v>0.101654442109</c:v>
                </c:pt>
                <c:pt idx="1278">
                  <c:v>0.10091115428</c:v>
                </c:pt>
                <c:pt idx="1279">
                  <c:v>0.100173790695</c:v>
                </c:pt>
                <c:pt idx="1280">
                  <c:v>0.0994423319909</c:v>
                </c:pt>
                <c:pt idx="1281">
                  <c:v>0.0987167587569</c:v>
                </c:pt>
                <c:pt idx="1282">
                  <c:v>0.0979970514684</c:v>
                </c:pt>
                <c:pt idx="1283">
                  <c:v>0.0972831904234</c:v>
                </c:pt>
                <c:pt idx="1284">
                  <c:v>0.0965751556841</c:v>
                </c:pt>
                <c:pt idx="1285">
                  <c:v>0.0958729270234</c:v>
                </c:pt>
                <c:pt idx="1286">
                  <c:v>0.0951764838757</c:v>
                </c:pt>
                <c:pt idx="1287">
                  <c:v>0.0944858052919</c:v>
                </c:pt>
                <c:pt idx="1288">
                  <c:v>0.0938008698991</c:v>
                </c:pt>
                <c:pt idx="1289">
                  <c:v>0.0931216558641</c:v>
                </c:pt>
                <c:pt idx="1290">
                  <c:v>0.092448140862</c:v>
                </c:pt>
                <c:pt idx="1291">
                  <c:v>0.0917803020476</c:v>
                </c:pt>
                <c:pt idx="1292">
                  <c:v>0.0911181160315</c:v>
                </c:pt>
                <c:pt idx="1293">
                  <c:v>0.09046155886</c:v>
                </c:pt>
                <c:pt idx="1294">
                  <c:v>0.0898106059979</c:v>
                </c:pt>
                <c:pt idx="1295">
                  <c:v>0.0891652323154</c:v>
                </c:pt>
                <c:pt idx="1296">
                  <c:v>0.0885254120785</c:v>
                </c:pt>
                <c:pt idx="1297">
                  <c:v>0.087891118941</c:v>
                </c:pt>
                <c:pt idx="1298">
                  <c:v>0.0872623259418</c:v>
                </c:pt>
                <c:pt idx="1299">
                  <c:v>0.0866390055026</c:v>
                </c:pt>
                <c:pt idx="1300">
                  <c:v>0.0860211294299</c:v>
                </c:pt>
                <c:pt idx="1301">
                  <c:v>0.0854086689186</c:v>
                </c:pt>
                <c:pt idx="1302">
                  <c:v>0.0848015945582</c:v>
                </c:pt>
                <c:pt idx="1303">
                  <c:v>0.0841998763406</c:v>
                </c:pt>
                <c:pt idx="1304">
                  <c:v>0.0836034836707</c:v>
                </c:pt>
                <c:pt idx="1305">
                  <c:v>0.0830123853776</c:v>
                </c:pt>
                <c:pt idx="1306">
                  <c:v>0.0824265497286</c:v>
                </c:pt>
                <c:pt idx="1307">
                  <c:v>0.0818459444439</c:v>
                </c:pt>
                <c:pt idx="1308">
                  <c:v>0.0812705367128</c:v>
                </c:pt>
                <c:pt idx="1309">
                  <c:v>0.0807002932111</c:v>
                </c:pt>
                <c:pt idx="1310">
                  <c:v>0.0801351801193</c:v>
                </c:pt>
                <c:pt idx="1311">
                  <c:v>0.0795751631425</c:v>
                </c:pt>
                <c:pt idx="1312">
                  <c:v>0.0790202075299</c:v>
                </c:pt>
                <c:pt idx="1313">
                  <c:v>0.0784702780958</c:v>
                </c:pt>
                <c:pt idx="1314">
                  <c:v>0.077925339241</c:v>
                </c:pt>
                <c:pt idx="1315">
                  <c:v>0.0773853549746</c:v>
                </c:pt>
                <c:pt idx="1316">
                  <c:v>0.0768502889357</c:v>
                </c:pt>
                <c:pt idx="1317">
                  <c:v>0.0763201044164</c:v>
                </c:pt>
                <c:pt idx="1318">
                  <c:v>0.0757947643838</c:v>
                </c:pt>
                <c:pt idx="1319">
                  <c:v>0.0752742315029</c:v>
                </c:pt>
                <c:pt idx="1320">
                  <c:v>0.074758468159</c:v>
                </c:pt>
                <c:pt idx="1321">
                  <c:v>0.0742474364806</c:v>
                </c:pt>
                <c:pt idx="1322">
                  <c:v>0.0737410983616</c:v>
                </c:pt>
                <c:pt idx="1323">
                  <c:v>0.0732394154836</c:v>
                </c:pt>
                <c:pt idx="1324">
                  <c:v>0.0727423493379</c:v>
                </c:pt>
                <c:pt idx="1325">
                  <c:v>0.0722498612475</c:v>
                </c:pt>
                <c:pt idx="1326">
                  <c:v>0.0717619123882</c:v>
                </c:pt>
                <c:pt idx="1327">
                  <c:v>0.0712784638097</c:v>
                </c:pt>
                <c:pt idx="1328">
                  <c:v>0.0707994764563</c:v>
                </c:pt>
                <c:pt idx="1329">
                  <c:v>0.0703249111873</c:v>
                </c:pt>
                <c:pt idx="1330">
                  <c:v>0.0698547287964</c:v>
                </c:pt>
                <c:pt idx="1331">
                  <c:v>0.0693888900312</c:v>
                </c:pt>
                <c:pt idx="1332">
                  <c:v>0.0689273556117</c:v>
                </c:pt>
                <c:pt idx="1333">
                  <c:v>0.0684700862488</c:v>
                </c:pt>
                <c:pt idx="1334">
                  <c:v>0.068017042662</c:v>
                </c:pt>
                <c:pt idx="1335">
                  <c:v>0.0675681855961</c:v>
                </c:pt>
                <c:pt idx="1336">
                  <c:v>0.0671234758384</c:v>
                </c:pt>
                <c:pt idx="1337">
                  <c:v>0.066682874234</c:v>
                </c:pt>
                <c:pt idx="1338">
                  <c:v>0.0662463417021</c:v>
                </c:pt>
                <c:pt idx="1339">
                  <c:v>0.0658138392498</c:v>
                </c:pt>
                <c:pt idx="1340">
                  <c:v>0.0653853279875</c:v>
                </c:pt>
                <c:pt idx="1341">
                  <c:v>0.0649607691417</c:v>
                </c:pt>
                <c:pt idx="1342">
                  <c:v>0.0645401240688</c:v>
                </c:pt>
                <c:pt idx="1343">
                  <c:v>0.064123354267</c:v>
                </c:pt>
                <c:pt idx="1344">
                  <c:v>0.0637104213891</c:v>
                </c:pt>
                <c:pt idx="1345">
                  <c:v>0.0633012872534</c:v>
                </c:pt>
                <c:pt idx="1346">
                  <c:v>0.0628959138549</c:v>
                </c:pt>
                <c:pt idx="1347">
                  <c:v>0.0624942633753</c:v>
                </c:pt>
                <c:pt idx="1348">
                  <c:v>0.0620962981934</c:v>
                </c:pt>
                <c:pt idx="1349">
                  <c:v>0.0617019808942</c:v>
                </c:pt>
                <c:pt idx="1350">
                  <c:v>0.0613112742773</c:v>
                </c:pt>
                <c:pt idx="1351">
                  <c:v>0.0609241413661</c:v>
                </c:pt>
                <c:pt idx="1352">
                  <c:v>0.060540545415</c:v>
                </c:pt>
                <c:pt idx="1353">
                  <c:v>0.0601604499167</c:v>
                </c:pt>
                <c:pt idx="1354">
                  <c:v>0.0597838186098</c:v>
                </c:pt>
                <c:pt idx="1355">
                  <c:v>0.0594106154846</c:v>
                </c:pt>
                <c:pt idx="1356">
                  <c:v>0.0590408047895</c:v>
                </c:pt>
                <c:pt idx="1357">
                  <c:v>0.0586743510364</c:v>
                </c:pt>
                <c:pt idx="1358">
                  <c:v>0.0583112190061</c:v>
                </c:pt>
                <c:pt idx="1359">
                  <c:v>0.0579513737532</c:v>
                </c:pt>
                <c:pt idx="1360">
                  <c:v>0.0575947806101</c:v>
                </c:pt>
                <c:pt idx="1361">
                  <c:v>0.0572414051916</c:v>
                </c:pt>
                <c:pt idx="1362">
                  <c:v>0.0568912133984</c:v>
                </c:pt>
                <c:pt idx="1363">
                  <c:v>0.0565441714204</c:v>
                </c:pt>
                <c:pt idx="1364">
                  <c:v>0.0562002457397</c:v>
                </c:pt>
                <c:pt idx="1365">
                  <c:v>0.0558594031338</c:v>
                </c:pt>
                <c:pt idx="1366">
                  <c:v>0.0555216106773</c:v>
                </c:pt>
                <c:pt idx="1367">
                  <c:v>0.0551868357447</c:v>
                </c:pt>
                <c:pt idx="1368">
                  <c:v>0.0548550460118</c:v>
                </c:pt>
                <c:pt idx="1369">
                  <c:v>0.0545262094577</c:v>
                </c:pt>
                <c:pt idx="1370">
                  <c:v>0.0542002943657</c:v>
                </c:pt>
                <c:pt idx="1371">
                  <c:v>0.0538772693247</c:v>
                </c:pt>
                <c:pt idx="1372">
                  <c:v>0.0535571032299</c:v>
                </c:pt>
                <c:pt idx="1373">
                  <c:v>0.0532397652836</c:v>
                </c:pt>
                <c:pt idx="1374">
                  <c:v>0.0529252249954</c:v>
                </c:pt>
                <c:pt idx="1375">
                  <c:v>0.0526134521826</c:v>
                </c:pt>
                <c:pt idx="1376">
                  <c:v>0.05230441697</c:v>
                </c:pt>
                <c:pt idx="1377">
                  <c:v>0.0519980897901</c:v>
                </c:pt>
                <c:pt idx="1378">
                  <c:v>0.0516944413824</c:v>
                </c:pt>
                <c:pt idx="1379">
                  <c:v>0.0513934427931</c:v>
                </c:pt>
                <c:pt idx="1380">
                  <c:v>0.0510950653743</c:v>
                </c:pt>
                <c:pt idx="1381">
                  <c:v>0.0507992807835</c:v>
                </c:pt>
                <c:pt idx="1382">
                  <c:v>0.0505060609822</c:v>
                </c:pt>
                <c:pt idx="1383">
                  <c:v>0.0502153782353</c:v>
                </c:pt>
                <c:pt idx="1384">
                  <c:v>0.0499272051093</c:v>
                </c:pt>
                <c:pt idx="1385">
                  <c:v>0.0496415144716</c:v>
                </c:pt>
                <c:pt idx="1386">
                  <c:v>0.0493582794889</c:v>
                </c:pt>
                <c:pt idx="1387">
                  <c:v>0.0490774736252</c:v>
                </c:pt>
                <c:pt idx="1388">
                  <c:v>0.0487990706409</c:v>
                </c:pt>
                <c:pt idx="1389">
                  <c:v>0.0485230445903</c:v>
                </c:pt>
                <c:pt idx="1390">
                  <c:v>0.0482493698206</c:v>
                </c:pt>
                <c:pt idx="1391">
                  <c:v>0.0479780209693</c:v>
                </c:pt>
                <c:pt idx="1392">
                  <c:v>0.0477089729627</c:v>
                </c:pt>
                <c:pt idx="1393">
                  <c:v>0.0474422010136</c:v>
                </c:pt>
                <c:pt idx="1394">
                  <c:v>0.0471776806193</c:v>
                </c:pt>
                <c:pt idx="1395">
                  <c:v>0.0469153875594</c:v>
                </c:pt>
                <c:pt idx="1396">
                  <c:v>0.0466552978938</c:v>
                </c:pt>
                <c:pt idx="1397">
                  <c:v>0.0463973879601</c:v>
                </c:pt>
                <c:pt idx="1398">
                  <c:v>0.0461416343716</c:v>
                </c:pt>
                <c:pt idx="1399">
                  <c:v>0.0458880140146</c:v>
                </c:pt>
                <c:pt idx="1400">
                  <c:v>0.0456365040464</c:v>
                </c:pt>
                <c:pt idx="1401">
                  <c:v>0.0453870818926</c:v>
                </c:pt>
                <c:pt idx="1402">
                  <c:v>0.0451397252448</c:v>
                </c:pt>
                <c:pt idx="1403">
                  <c:v>0.0448944120581</c:v>
                </c:pt>
                <c:pt idx="1404">
                  <c:v>0.0446511205485</c:v>
                </c:pt>
                <c:pt idx="1405">
                  <c:v>0.0444098291904</c:v>
                </c:pt>
                <c:pt idx="1406">
                  <c:v>0.0441705167143</c:v>
                </c:pt>
                <c:pt idx="1407">
                  <c:v>0.0439331621037</c:v>
                </c:pt>
                <c:pt idx="1408">
                  <c:v>0.0436977445933</c:v>
                </c:pt>
                <c:pt idx="1409">
                  <c:v>0.0434642436656</c:v>
                </c:pt>
                <c:pt idx="1410">
                  <c:v>0.0432326390488</c:v>
                </c:pt>
                <c:pt idx="1411">
                  <c:v>0.0430029107142</c:v>
                </c:pt>
                <c:pt idx="1412">
                  <c:v>0.0427750388735</c:v>
                </c:pt>
                <c:pt idx="1413">
                  <c:v>0.0425490039761</c:v>
                </c:pt>
                <c:pt idx="1414">
                  <c:v>0.0423247867065</c:v>
                </c:pt>
                <c:pt idx="1415">
                  <c:v>0.0421023679821</c:v>
                </c:pt>
                <c:pt idx="1416">
                  <c:v>0.04188172895</c:v>
                </c:pt>
                <c:pt idx="1417">
                  <c:v>0.0416628509849</c:v>
                </c:pt>
                <c:pt idx="1418">
                  <c:v>0.0414457156861</c:v>
                </c:pt>
                <c:pt idx="1419">
                  <c:v>0.0412303048754</c:v>
                </c:pt>
                <c:pt idx="1420">
                  <c:v>0.0410166005941</c:v>
                </c:pt>
                <c:pt idx="1421">
                  <c:v>0.0408045851005</c:v>
                </c:pt>
                <c:pt idx="1422">
                  <c:v>0.0405942408679</c:v>
                </c:pt>
                <c:pt idx="1423">
                  <c:v>0.0403855505811</c:v>
                </c:pt>
                <c:pt idx="1424">
                  <c:v>0.0401784971347</c:v>
                </c:pt>
                <c:pt idx="1425">
                  <c:v>0.0399730636303</c:v>
                </c:pt>
                <c:pt idx="1426">
                  <c:v>0.0397692333739</c:v>
                </c:pt>
                <c:pt idx="1427">
                  <c:v>0.0395669898736</c:v>
                </c:pt>
                <c:pt idx="1428">
                  <c:v>0.039366316837</c:v>
                </c:pt>
                <c:pt idx="1429">
                  <c:v>0.0391671981689</c:v>
                </c:pt>
                <c:pt idx="1430">
                  <c:v>0.0389696179688</c:v>
                </c:pt>
                <c:pt idx="1431">
                  <c:v>0.0387735605286</c:v>
                </c:pt>
                <c:pt idx="1432">
                  <c:v>0.0385790103298</c:v>
                </c:pt>
                <c:pt idx="1433">
                  <c:v>0.0383859520418</c:v>
                </c:pt>
                <c:pt idx="1434">
                  <c:v>0.038194370519</c:v>
                </c:pt>
                <c:pt idx="1435">
                  <c:v>0.0380042507988</c:v>
                </c:pt>
                <c:pt idx="1436">
                  <c:v>0.0378155780991</c:v>
                </c:pt>
                <c:pt idx="1437">
                  <c:v>0.0376283378161</c:v>
                </c:pt>
                <c:pt idx="1438">
                  <c:v>0.0374425155221</c:v>
                </c:pt>
                <c:pt idx="1439">
                  <c:v>0.0372580969632</c:v>
                </c:pt>
                <c:pt idx="1440">
                  <c:v>0.037075068057</c:v>
                </c:pt>
                <c:pt idx="1441">
                  <c:v>0.0368934148905</c:v>
                </c:pt>
                <c:pt idx="1442">
                  <c:v>0.0367131237179</c:v>
                </c:pt>
                <c:pt idx="1443">
                  <c:v>0.0365341809587</c:v>
                </c:pt>
                <c:pt idx="1444">
                  <c:v>0.036356573195</c:v>
                </c:pt>
                <c:pt idx="1445">
                  <c:v>0.0361802871699</c:v>
                </c:pt>
                <c:pt idx="1446">
                  <c:v>0.0360053097854</c:v>
                </c:pt>
                <c:pt idx="1447">
                  <c:v>0.0358316280999</c:v>
                </c:pt>
                <c:pt idx="1448">
                  <c:v>0.0356592293268</c:v>
                </c:pt>
                <c:pt idx="1449">
                  <c:v>0.0354881008318</c:v>
                </c:pt>
                <c:pt idx="1450">
                  <c:v>0.0353182301316</c:v>
                </c:pt>
                <c:pt idx="1451">
                  <c:v>0.0351496048915</c:v>
                </c:pt>
                <c:pt idx="1452">
                  <c:v>0.0349822129235</c:v>
                </c:pt>
                <c:pt idx="1453">
                  <c:v>0.0348160421845</c:v>
                </c:pt>
                <c:pt idx="1454">
                  <c:v>0.0346510807743</c:v>
                </c:pt>
                <c:pt idx="1455">
                  <c:v>0.034487316934</c:v>
                </c:pt>
                <c:pt idx="1456">
                  <c:v>0.0343247390436</c:v>
                </c:pt>
                <c:pt idx="1457">
                  <c:v>0.0341633356207</c:v>
                </c:pt>
                <c:pt idx="1458">
                  <c:v>0.0340030953186</c:v>
                </c:pt>
                <c:pt idx="1459">
                  <c:v>0.0338440069242</c:v>
                </c:pt>
                <c:pt idx="1460">
                  <c:v>0.0336860593566</c:v>
                </c:pt>
                <c:pt idx="1461">
                  <c:v>0.0335292416652</c:v>
                </c:pt>
                <c:pt idx="1462">
                  <c:v>0.033373543028</c:v>
                </c:pt>
                <c:pt idx="1463">
                  <c:v>0.03321895275</c:v>
                </c:pt>
                <c:pt idx="1464">
                  <c:v>0.0330654602614</c:v>
                </c:pt>
                <c:pt idx="1465">
                  <c:v>0.0329130551159</c:v>
                </c:pt>
                <c:pt idx="1466">
                  <c:v>0.0327617269893</c:v>
                </c:pt>
                <c:pt idx="1467">
                  <c:v>0.0326114656777</c:v>
                </c:pt>
                <c:pt idx="1468">
                  <c:v>0.032462261096</c:v>
                </c:pt>
                <c:pt idx="1469">
                  <c:v>0.0323141032764</c:v>
                </c:pt>
                <c:pt idx="1470">
                  <c:v>0.0321669823666</c:v>
                </c:pt>
                <c:pt idx="1471">
                  <c:v>0.0320208886287</c:v>
                </c:pt>
                <c:pt idx="1472">
                  <c:v>0.0318758124371</c:v>
                </c:pt>
                <c:pt idx="1473">
                  <c:v>0.0317317442778</c:v>
                </c:pt>
                <c:pt idx="1474">
                  <c:v>0.031588674746</c:v>
                </c:pt>
                <c:pt idx="1475">
                  <c:v>0.0314465945457</c:v>
                </c:pt>
                <c:pt idx="1476">
                  <c:v>0.0313054944872</c:v>
                </c:pt>
                <c:pt idx="1477">
                  <c:v>0.0311653654867</c:v>
                </c:pt>
                <c:pt idx="1478">
                  <c:v>0.0310261985642</c:v>
                </c:pt>
                <c:pt idx="1479">
                  <c:v>0.0308879848423</c:v>
                </c:pt>
                <c:pt idx="1480">
                  <c:v>0.0307507155452</c:v>
                </c:pt>
                <c:pt idx="1481">
                  <c:v>0.0306143819969</c:v>
                </c:pt>
                <c:pt idx="1482">
                  <c:v>0.0304789756202</c:v>
                </c:pt>
                <c:pt idx="1483">
                  <c:v>0.0303444879352</c:v>
                </c:pt>
                <c:pt idx="1484">
                  <c:v>0.0302109105582</c:v>
                </c:pt>
                <c:pt idx="1485">
                  <c:v>0.0300782352003</c:v>
                </c:pt>
                <c:pt idx="1486">
                  <c:v>0.0299464536664</c:v>
                </c:pt>
                <c:pt idx="1487">
                  <c:v>0.0298155578536</c:v>
                </c:pt>
                <c:pt idx="1488">
                  <c:v>0.0296855397503</c:v>
                </c:pt>
                <c:pt idx="1489">
                  <c:v>0.029556391435</c:v>
                </c:pt>
                <c:pt idx="1490">
                  <c:v>0.0294281050748</c:v>
                </c:pt>
                <c:pt idx="1491">
                  <c:v>0.0293006729247</c:v>
                </c:pt>
                <c:pt idx="1492">
                  <c:v>0.0291740873261</c:v>
                </c:pt>
                <c:pt idx="1493">
                  <c:v>0.029048340706</c:v>
                </c:pt>
                <c:pt idx="1494">
                  <c:v>0.0289234255755</c:v>
                </c:pt>
                <c:pt idx="1495">
                  <c:v>0.0287993345292</c:v>
                </c:pt>
                <c:pt idx="1496">
                  <c:v>0.0286760602434</c:v>
                </c:pt>
                <c:pt idx="1497">
                  <c:v>0.028553595476</c:v>
                </c:pt>
                <c:pt idx="1498">
                  <c:v>0.0284319330645</c:v>
                </c:pt>
                <c:pt idx="1499">
                  <c:v>0.0283110659257</c:v>
                </c:pt>
                <c:pt idx="1500">
                  <c:v>0.0281909870541</c:v>
                </c:pt>
                <c:pt idx="1501">
                  <c:v>0.0280716895215</c:v>
                </c:pt>
                <c:pt idx="1502">
                  <c:v>0.0279531664755</c:v>
                </c:pt>
                <c:pt idx="1503">
                  <c:v>0.0278354111386</c:v>
                </c:pt>
                <c:pt idx="1504">
                  <c:v>0.0277184168077</c:v>
                </c:pt>
                <c:pt idx="1505">
                  <c:v>0.0276021768525</c:v>
                </c:pt>
                <c:pt idx="1506">
                  <c:v>0.0274866847149</c:v>
                </c:pt>
                <c:pt idx="1507">
                  <c:v>0.0273719339081</c:v>
                </c:pt>
                <c:pt idx="1508">
                  <c:v>0.0272579180158</c:v>
                </c:pt>
                <c:pt idx="1509">
                  <c:v>0.0271446306908</c:v>
                </c:pt>
                <c:pt idx="1510">
                  <c:v>0.0270320656547</c:v>
                </c:pt>
                <c:pt idx="1511">
                  <c:v>0.0269202166968</c:v>
                </c:pt>
                <c:pt idx="1512">
                  <c:v>0.026809077673</c:v>
                </c:pt>
                <c:pt idx="1513">
                  <c:v>0.0266986425054</c:v>
                </c:pt>
                <c:pt idx="1514">
                  <c:v>0.0265889051812</c:v>
                </c:pt>
                <c:pt idx="1515">
                  <c:v>0.0264798597519</c:v>
                </c:pt>
                <c:pt idx="1516">
                  <c:v>0.0263715003324</c:v>
                </c:pt>
                <c:pt idx="1517">
                  <c:v>0.0262638211005</c:v>
                </c:pt>
                <c:pt idx="1518">
                  <c:v>0.0261568162958</c:v>
                </c:pt>
                <c:pt idx="1519">
                  <c:v>0.0260504802191</c:v>
                </c:pt>
                <c:pt idx="1520">
                  <c:v>0.0259448072315</c:v>
                </c:pt>
                <c:pt idx="1521">
                  <c:v>0.0258397917538</c:v>
                </c:pt>
                <c:pt idx="1522">
                  <c:v>0.0257354282657</c:v>
                </c:pt>
                <c:pt idx="1523">
                  <c:v>0.0256317113048</c:v>
                </c:pt>
                <c:pt idx="1524">
                  <c:v>0.0255286354665</c:v>
                </c:pt>
                <c:pt idx="1525">
                  <c:v>0.0254261954025</c:v>
                </c:pt>
                <c:pt idx="1526">
                  <c:v>0.0253243858209</c:v>
                </c:pt>
                <c:pt idx="1527">
                  <c:v>0.0252232014847</c:v>
                </c:pt>
                <c:pt idx="1528">
                  <c:v>0.0251226372117</c:v>
                </c:pt>
                <c:pt idx="1529">
                  <c:v>0.0250226878738</c:v>
                </c:pt>
                <c:pt idx="1530">
                  <c:v>0.0249233483959</c:v>
                </c:pt>
                <c:pt idx="1531">
                  <c:v>0.0248246137556</c:v>
                </c:pt>
                <c:pt idx="1532">
                  <c:v>0.0247264789826</c:v>
                </c:pt>
                <c:pt idx="1533">
                  <c:v>0.0246289391577</c:v>
                </c:pt>
                <c:pt idx="1534">
                  <c:v>0.0245319894125</c:v>
                </c:pt>
                <c:pt idx="1535">
                  <c:v>0.0244356249289</c:v>
                </c:pt>
                <c:pt idx="1536">
                  <c:v>0.0243398409379</c:v>
                </c:pt>
                <c:pt idx="1537">
                  <c:v>0.0242446327195</c:v>
                </c:pt>
                <c:pt idx="1538">
                  <c:v>0.0241499956021</c:v>
                </c:pt>
                <c:pt idx="1539">
                  <c:v>0.0240559249617</c:v>
                </c:pt>
                <c:pt idx="1540">
                  <c:v>0.0239624162212</c:v>
                </c:pt>
                <c:pt idx="1541">
                  <c:v>0.0238694648502</c:v>
                </c:pt>
                <c:pt idx="1542">
                  <c:v>0.0237770663645</c:v>
                </c:pt>
                <c:pt idx="1543">
                  <c:v>0.0236852163248</c:v>
                </c:pt>
                <c:pt idx="1544">
                  <c:v>0.023593910337</c:v>
                </c:pt>
                <c:pt idx="1545">
                  <c:v>0.0235031440514</c:v>
                </c:pt>
                <c:pt idx="1546">
                  <c:v>0.0234129131617</c:v>
                </c:pt>
                <c:pt idx="1547">
                  <c:v>0.0233232134053</c:v>
                </c:pt>
                <c:pt idx="1548">
                  <c:v>0.023234040562</c:v>
                </c:pt>
                <c:pt idx="1549">
                  <c:v>0.0231453904541</c:v>
                </c:pt>
                <c:pt idx="1550">
                  <c:v>0.0230572589453</c:v>
                </c:pt>
                <c:pt idx="1551">
                  <c:v>0.0229696419409</c:v>
                </c:pt>
                <c:pt idx="1552">
                  <c:v>0.0228825353867</c:v>
                </c:pt>
                <c:pt idx="1553">
                  <c:v>0.0227959352687</c:v>
                </c:pt>
                <c:pt idx="1554">
                  <c:v>0.022709837613</c:v>
                </c:pt>
                <c:pt idx="1555">
                  <c:v>0.0226242384847</c:v>
                </c:pt>
                <c:pt idx="1556">
                  <c:v>0.0225391339879</c:v>
                </c:pt>
                <c:pt idx="1557">
                  <c:v>0.0224545202649</c:v>
                </c:pt>
                <c:pt idx="1558">
                  <c:v>0.0223703934961</c:v>
                </c:pt>
                <c:pt idx="1559">
                  <c:v>0.0222867498994</c:v>
                </c:pt>
                <c:pt idx="1560">
                  <c:v>0.0222035857296</c:v>
                </c:pt>
                <c:pt idx="1561">
                  <c:v>0.0221208972782</c:v>
                </c:pt>
                <c:pt idx="1562">
                  <c:v>0.0220386808729</c:v>
                </c:pt>
                <c:pt idx="1563">
                  <c:v>0.0219569328772</c:v>
                </c:pt>
                <c:pt idx="1564">
                  <c:v>0.0218756496897</c:v>
                </c:pt>
                <c:pt idx="1565">
                  <c:v>0.0217948277442</c:v>
                </c:pt>
                <c:pt idx="1566">
                  <c:v>0.021714463509</c:v>
                </c:pt>
                <c:pt idx="1567">
                  <c:v>0.0216345534863</c:v>
                </c:pt>
                <c:pt idx="1568">
                  <c:v>0.0215550942123</c:v>
                </c:pt>
                <c:pt idx="1569">
                  <c:v>0.0214760822564</c:v>
                </c:pt>
                <c:pt idx="1570">
                  <c:v>0.0213975142209</c:v>
                </c:pt>
                <c:pt idx="1571">
                  <c:v>0.0213193867409</c:v>
                </c:pt>
                <c:pt idx="1572">
                  <c:v>0.0212416964834</c:v>
                </c:pt>
                <c:pt idx="1573">
                  <c:v>0.0211644401476</c:v>
                </c:pt>
                <c:pt idx="1574">
                  <c:v>0.0210876144637</c:v>
                </c:pt>
                <c:pt idx="1575">
                  <c:v>0.0210112161935</c:v>
                </c:pt>
                <c:pt idx="1576">
                  <c:v>0.0209352421291</c:v>
                </c:pt>
                <c:pt idx="1577">
                  <c:v>0.0208596890934</c:v>
                </c:pt>
                <c:pt idx="1578">
                  <c:v>0.0207845539392</c:v>
                </c:pt>
                <c:pt idx="1579">
                  <c:v>0.0207098335488</c:v>
                </c:pt>
                <c:pt idx="1580">
                  <c:v>0.0206355248343</c:v>
                </c:pt>
                <c:pt idx="1581">
                  <c:v>0.0205616247365</c:v>
                </c:pt>
                <c:pt idx="1582">
                  <c:v>0.020488130225</c:v>
                </c:pt>
                <c:pt idx="1583">
                  <c:v>0.020415038298</c:v>
                </c:pt>
                <c:pt idx="1584">
                  <c:v>0.0203423459814</c:v>
                </c:pt>
                <c:pt idx="1585">
                  <c:v>0.0202700503293</c:v>
                </c:pt>
                <c:pt idx="1586">
                  <c:v>0.0201981484229</c:v>
                </c:pt>
                <c:pt idx="1587">
                  <c:v>0.0201266373707</c:v>
                </c:pt>
                <c:pt idx="1588">
                  <c:v>0.020055514308</c:v>
                </c:pt>
                <c:pt idx="1589">
                  <c:v>0.0199847763966</c:v>
                </c:pt>
                <c:pt idx="1590">
                  <c:v>0.0199144208248</c:v>
                </c:pt>
                <c:pt idx="1591">
                  <c:v>0.0198444448064</c:v>
                </c:pt>
                <c:pt idx="1592">
                  <c:v>0.0197748455812</c:v>
                </c:pt>
                <c:pt idx="1593">
                  <c:v>0.0197056204144</c:v>
                </c:pt>
                <c:pt idx="1594">
                  <c:v>0.0196367665961</c:v>
                </c:pt>
                <c:pt idx="1595">
                  <c:v>0.0195682814413</c:v>
                </c:pt>
                <c:pt idx="1596">
                  <c:v>0.0195001622896</c:v>
                </c:pt>
                <c:pt idx="1597">
                  <c:v>0.0194324065049</c:v>
                </c:pt>
                <c:pt idx="1598">
                  <c:v>0.0193650114751</c:v>
                </c:pt>
                <c:pt idx="1599">
                  <c:v>0.0192979746117</c:v>
                </c:pt>
                <c:pt idx="1600">
                  <c:v>0.01923129335</c:v>
                </c:pt>
                <c:pt idx="1601">
                  <c:v>0.0191649651482</c:v>
                </c:pt>
                <c:pt idx="1602">
                  <c:v>0.0190989874877</c:v>
                </c:pt>
                <c:pt idx="1603">
                  <c:v>0.0190333578725</c:v>
                </c:pt>
                <c:pt idx="1604">
                  <c:v>0.0189680738293</c:v>
                </c:pt>
                <c:pt idx="1605">
                  <c:v>0.0189031329068</c:v>
                </c:pt>
                <c:pt idx="1606">
                  <c:v>0.0188385326758</c:v>
                </c:pt>
                <c:pt idx="1607">
                  <c:v>0.0187742707289</c:v>
                </c:pt>
                <c:pt idx="1608">
                  <c:v>0.0187103446803</c:v>
                </c:pt>
                <c:pt idx="1609">
                  <c:v>0.0186467521652</c:v>
                </c:pt>
                <c:pt idx="1610">
                  <c:v>0.0185834908403</c:v>
                </c:pt>
                <c:pt idx="1611">
                  <c:v>0.0185205583827</c:v>
                </c:pt>
                <c:pt idx="1612">
                  <c:v>0.0184579524905</c:v>
                </c:pt>
                <c:pt idx="1613">
                  <c:v>0.018395670882</c:v>
                </c:pt>
                <c:pt idx="1614">
                  <c:v>0.0183337112957</c:v>
                </c:pt>
                <c:pt idx="1615">
                  <c:v>0.0182720714901</c:v>
                </c:pt>
                <c:pt idx="1616">
                  <c:v>0.0182107492434</c:v>
                </c:pt>
                <c:pt idx="1617">
                  <c:v>0.0181497423536</c:v>
                </c:pt>
                <c:pt idx="1618">
                  <c:v>0.0180890486376</c:v>
                </c:pt>
                <c:pt idx="1619">
                  <c:v>0.0180286659319</c:v>
                </c:pt>
                <c:pt idx="1620">
                  <c:v>0.0179685920916</c:v>
                </c:pt>
                <c:pt idx="1621">
                  <c:v>0.0179088249906</c:v>
                </c:pt>
                <c:pt idx="1622">
                  <c:v>0.0178493625215</c:v>
                </c:pt>
                <c:pt idx="1623">
                  <c:v>0.0177902025951</c:v>
                </c:pt>
                <c:pt idx="1624">
                  <c:v>0.0177313431404</c:v>
                </c:pt>
                <c:pt idx="1625">
                  <c:v>0.0176727821043</c:v>
                </c:pt>
                <c:pt idx="1626">
                  <c:v>0.0176145174516</c:v>
                </c:pt>
                <c:pt idx="1627">
                  <c:v>0.0175565471646</c:v>
                </c:pt>
                <c:pt idx="1628">
                  <c:v>0.0174988692431</c:v>
                </c:pt>
                <c:pt idx="1629">
                  <c:v>0.0174414817039</c:v>
                </c:pt>
                <c:pt idx="1630">
                  <c:v>0.0173843825811</c:v>
                </c:pt>
                <c:pt idx="1631">
                  <c:v>0.0173275699255</c:v>
                </c:pt>
                <c:pt idx="1632">
                  <c:v>0.0172710418048</c:v>
                </c:pt>
                <c:pt idx="1633">
                  <c:v>0.017214796303</c:v>
                </c:pt>
                <c:pt idx="1634">
                  <c:v>0.0171588315206</c:v>
                </c:pt>
                <c:pt idx="1635">
                  <c:v>0.0171031455743</c:v>
                </c:pt>
                <c:pt idx="1636">
                  <c:v>0.0170477365966</c:v>
                </c:pt>
                <c:pt idx="1637">
                  <c:v>0.0169926027362</c:v>
                </c:pt>
                <c:pt idx="1638">
                  <c:v>0.0169377421573</c:v>
                </c:pt>
                <c:pt idx="1639">
                  <c:v>0.0168831530396</c:v>
                </c:pt>
                <c:pt idx="1640">
                  <c:v>0.0168288335782</c:v>
                </c:pt>
                <c:pt idx="1641">
                  <c:v>0.0167747819836</c:v>
                </c:pt>
                <c:pt idx="1642">
                  <c:v>0.0167209964811</c:v>
                </c:pt>
                <c:pt idx="1643">
                  <c:v>0.0166674753111</c:v>
                </c:pt>
                <c:pt idx="1644">
                  <c:v>0.0166142167287</c:v>
                </c:pt>
                <c:pt idx="1645">
                  <c:v>0.0165612190037</c:v>
                </c:pt>
                <c:pt idx="1646">
                  <c:v>0.0165084804202</c:v>
                </c:pt>
                <c:pt idx="1647">
                  <c:v>0.0164559992767</c:v>
                </c:pt>
                <c:pt idx="1648">
                  <c:v>0.016403773886</c:v>
                </c:pt>
                <c:pt idx="1649">
                  <c:v>0.0163518025748</c:v>
                </c:pt>
                <c:pt idx="1650">
                  <c:v>0.0163000836837</c:v>
                </c:pt>
                <c:pt idx="1651">
                  <c:v>0.0162486155671</c:v>
                </c:pt>
                <c:pt idx="1652">
                  <c:v>0.0161973965931</c:v>
                </c:pt>
                <c:pt idx="1653">
                  <c:v>0.0161464251431</c:v>
                </c:pt>
                <c:pt idx="1654">
                  <c:v>0.016095699612</c:v>
                </c:pt>
                <c:pt idx="1655">
                  <c:v>0.0160452184078</c:v>
                </c:pt>
                <c:pt idx="1656">
                  <c:v>0.0159949799518</c:v>
                </c:pt>
                <c:pt idx="1657">
                  <c:v>0.015944982678</c:v>
                </c:pt>
                <c:pt idx="1658">
                  <c:v>0.0158952250335</c:v>
                </c:pt>
                <c:pt idx="1659">
                  <c:v>0.0158457054777</c:v>
                </c:pt>
                <c:pt idx="1660">
                  <c:v>0.0157964224831</c:v>
                </c:pt>
                <c:pt idx="1661">
                  <c:v>0.0157473745344</c:v>
                </c:pt>
                <c:pt idx="1662">
                  <c:v>0.0156985601284</c:v>
                </c:pt>
                <c:pt idx="1663">
                  <c:v>0.0156499777746</c:v>
                </c:pt>
                <c:pt idx="1664">
                  <c:v>0.0156016259942</c:v>
                </c:pt>
                <c:pt idx="1665">
                  <c:v>0.0155535033205</c:v>
                </c:pt>
                <c:pt idx="1666">
                  <c:v>0.0155056082989</c:v>
                </c:pt>
                <c:pt idx="1667">
                  <c:v>0.0154579394861</c:v>
                </c:pt>
                <c:pt idx="1668">
                  <c:v>0.0154104954509</c:v>
                </c:pt>
                <c:pt idx="1669">
                  <c:v>0.0153632747731</c:v>
                </c:pt>
                <c:pt idx="1670">
                  <c:v>0.0153162760445</c:v>
                </c:pt>
                <c:pt idx="1671">
                  <c:v>0.0152694978677</c:v>
                </c:pt>
                <c:pt idx="1672">
                  <c:v>0.0152229388567</c:v>
                </c:pt>
                <c:pt idx="1673">
                  <c:v>0.0151765976367</c:v>
                </c:pt>
                <c:pt idx="1674">
                  <c:v>0.0151304728437</c:v>
                </c:pt>
                <c:pt idx="1675">
                  <c:v>0.0150845631245</c:v>
                </c:pt>
                <c:pt idx="1676">
                  <c:v>0.015038867137</c:v>
                </c:pt>
                <c:pt idx="1677">
                  <c:v>0.0149933835494</c:v>
                </c:pt>
                <c:pt idx="1678">
                  <c:v>0.0149481110407</c:v>
                </c:pt>
                <c:pt idx="1679">
                  <c:v>0.0149030483003</c:v>
                </c:pt>
                <c:pt idx="1680">
                  <c:v>0.0148581940278</c:v>
                </c:pt>
                <c:pt idx="1681">
                  <c:v>0.0148135469334</c:v>
                </c:pt>
                <c:pt idx="1682">
                  <c:v>0.0147691057373</c:v>
                </c:pt>
                <c:pt idx="1683">
                  <c:v>0.0147248691696</c:v>
                </c:pt>
                <c:pt idx="1684">
                  <c:v>0.0146808359706</c:v>
                </c:pt>
                <c:pt idx="1685">
                  <c:v>0.0146370048905</c:v>
                </c:pt>
                <c:pt idx="1686">
                  <c:v>0.0145933746891</c:v>
                </c:pt>
                <c:pt idx="1687">
                  <c:v>0.0145499441362</c:v>
                </c:pt>
                <c:pt idx="1688">
                  <c:v>0.0145067120108</c:v>
                </c:pt>
                <c:pt idx="1689">
                  <c:v>0.0144636771018</c:v>
                </c:pt>
                <c:pt idx="1690">
                  <c:v>0.0144208382073</c:v>
                </c:pt>
                <c:pt idx="1691">
                  <c:v>0.0143781941349</c:v>
                </c:pt>
                <c:pt idx="1692">
                  <c:v>0.0143357437014</c:v>
                </c:pt>
                <c:pt idx="1693">
                  <c:v>0.0142934857326</c:v>
                </c:pt>
                <c:pt idx="1694">
                  <c:v>0.0142514190637</c:v>
                </c:pt>
                <c:pt idx="1695">
                  <c:v>0.0142095425386</c:v>
                </c:pt>
                <c:pt idx="1696">
                  <c:v>0.0141678550104</c:v>
                </c:pt>
                <c:pt idx="1697">
                  <c:v>0.0141263553408</c:v>
                </c:pt>
                <c:pt idx="1698">
                  <c:v>0.0140850424003</c:v>
                </c:pt>
                <c:pt idx="1699">
                  <c:v>0.0140439150683</c:v>
                </c:pt>
                <c:pt idx="1700">
                  <c:v>0.0140029722325</c:v>
                </c:pt>
                <c:pt idx="1701">
                  <c:v>0.0139622127892</c:v>
                </c:pt>
                <c:pt idx="1702">
                  <c:v>0.0139216356433</c:v>
                </c:pt>
                <c:pt idx="1703">
                  <c:v>0.0138812397079</c:v>
                </c:pt>
                <c:pt idx="1704">
                  <c:v>0.0138410239045</c:v>
                </c:pt>
                <c:pt idx="1705">
                  <c:v>0.0138009871625</c:v>
                </c:pt>
                <c:pt idx="1706">
                  <c:v>0.01376112842</c:v>
                </c:pt>
                <c:pt idx="1707">
                  <c:v>0.0137214466226</c:v>
                </c:pt>
                <c:pt idx="1708">
                  <c:v>0.0136819407243</c:v>
                </c:pt>
                <c:pt idx="1709">
                  <c:v>0.0136426096867</c:v>
                </c:pt>
                <c:pt idx="1710">
                  <c:v>0.0136034524795</c:v>
                </c:pt>
                <c:pt idx="1711">
                  <c:v>0.0135644680801</c:v>
                </c:pt>
                <c:pt idx="1712">
                  <c:v>0.0135256554736</c:v>
                </c:pt>
                <c:pt idx="1713">
                  <c:v>0.0134870136526</c:v>
                </c:pt>
                <c:pt idx="1714">
                  <c:v>0.0134485416176</c:v>
                </c:pt>
                <c:pt idx="1715">
                  <c:v>0.0134102383762</c:v>
                </c:pt>
                <c:pt idx="1716">
                  <c:v>0.0133721029437</c:v>
                </c:pt>
                <c:pt idx="1717">
                  <c:v>0.0133341343427</c:v>
                </c:pt>
                <c:pt idx="1718">
                  <c:v>0.0132963316032</c:v>
                </c:pt>
                <c:pt idx="1719">
                  <c:v>0.0132586937622</c:v>
                </c:pt>
                <c:pt idx="1720">
                  <c:v>0.0132212198642</c:v>
                </c:pt>
                <c:pt idx="1721">
                  <c:v>0.0131839089605</c:v>
                </c:pt>
                <c:pt idx="1722">
                  <c:v>0.0131467601097</c:v>
                </c:pt>
                <c:pt idx="1723">
                  <c:v>0.0131097723772</c:v>
                </c:pt>
                <c:pt idx="1724">
                  <c:v>0.0130729448355</c:v>
                </c:pt>
                <c:pt idx="1725">
                  <c:v>0.0130362765637</c:v>
                </c:pt>
                <c:pt idx="1726">
                  <c:v>0.0129997666481</c:v>
                </c:pt>
                <c:pt idx="1727">
                  <c:v>0.0129634141813</c:v>
                </c:pt>
                <c:pt idx="1728">
                  <c:v>0.012927218263</c:v>
                </c:pt>
                <c:pt idx="1729">
                  <c:v>0.0128911779993</c:v>
                </c:pt>
                <c:pt idx="1730">
                  <c:v>0.0128552925029</c:v>
                </c:pt>
                <c:pt idx="1731">
                  <c:v>0.012819560893</c:v>
                </c:pt>
                <c:pt idx="1732">
                  <c:v>0.0127839822953</c:v>
                </c:pt>
                <c:pt idx="1733">
                  <c:v>0.0127485558419</c:v>
                </c:pt>
                <c:pt idx="1734">
                  <c:v>0.0127132806713</c:v>
                </c:pt>
                <c:pt idx="1735">
                  <c:v>0.0126781559283</c:v>
                </c:pt>
                <c:pt idx="1736">
                  <c:v>0.0126431807637</c:v>
                </c:pt>
                <c:pt idx="1737">
                  <c:v>0.0126083543347</c:v>
                </c:pt>
                <c:pt idx="1738">
                  <c:v>0.0125736758047</c:v>
                </c:pt>
                <c:pt idx="1739">
                  <c:v>0.0125391443431</c:v>
                </c:pt>
                <c:pt idx="1740">
                  <c:v>0.0125047591251</c:v>
                </c:pt>
                <c:pt idx="1741">
                  <c:v>0.0124705193324</c:v>
                </c:pt>
                <c:pt idx="1742">
                  <c:v>0.012436424152</c:v>
                </c:pt>
                <c:pt idx="1743">
                  <c:v>0.0124024727773</c:v>
                </c:pt>
                <c:pt idx="1744">
                  <c:v>0.0123686644073</c:v>
                </c:pt>
                <c:pt idx="1745">
                  <c:v>0.0123349982467</c:v>
                </c:pt>
                <c:pt idx="1746">
                  <c:v>0.0123014735062</c:v>
                </c:pt>
                <c:pt idx="1747">
                  <c:v>0.0122680894018</c:v>
                </c:pt>
                <c:pt idx="1748">
                  <c:v>0.0122348451555</c:v>
                </c:pt>
                <c:pt idx="1749">
                  <c:v>0.0122017399947</c:v>
                </c:pt>
                <c:pt idx="1750">
                  <c:v>0.0121687731523</c:v>
                </c:pt>
                <c:pt idx="1751">
                  <c:v>0.0121359438669</c:v>
                </c:pt>
                <c:pt idx="1752">
                  <c:v>0.0121032513822</c:v>
                </c:pt>
                <c:pt idx="1753">
                  <c:v>0.0120706949478</c:v>
                </c:pt>
                <c:pt idx="1754">
                  <c:v>0.0120382738181</c:v>
                </c:pt>
                <c:pt idx="1755">
                  <c:v>0.0120059872533</c:v>
                </c:pt>
                <c:pt idx="1756">
                  <c:v>0.0119738345185</c:v>
                </c:pt>
                <c:pt idx="1757">
                  <c:v>0.0119418148843</c:v>
                </c:pt>
                <c:pt idx="1758">
                  <c:v>0.0119099276263</c:v>
                </c:pt>
                <c:pt idx="1759">
                  <c:v>0.0118781720254</c:v>
                </c:pt>
                <c:pt idx="1760">
                  <c:v>0.0118465473673</c:v>
                </c:pt>
                <c:pt idx="1761">
                  <c:v>0.0118150529432</c:v>
                </c:pt>
                <c:pt idx="1762">
                  <c:v>0.0117836880489</c:v>
                </c:pt>
                <c:pt idx="1763">
                  <c:v>0.0117524519854</c:v>
                </c:pt>
                <c:pt idx="1764">
                  <c:v>0.0117213440587</c:v>
                </c:pt>
                <c:pt idx="1765">
                  <c:v>0.0116903635794</c:v>
                </c:pt>
                <c:pt idx="1766">
                  <c:v>0.0116595098633</c:v>
                </c:pt>
                <c:pt idx="1767">
                  <c:v>0.0116287822307</c:v>
                </c:pt>
                <c:pt idx="1768">
                  <c:v>0.0115981800069</c:v>
                </c:pt>
                <c:pt idx="1769">
                  <c:v>0.0115677025218</c:v>
                </c:pt>
                <c:pt idx="1770">
                  <c:v>0.0115373491101</c:v>
                </c:pt>
                <c:pt idx="1771">
                  <c:v>0.0115071191112</c:v>
                </c:pt>
                <c:pt idx="1772">
                  <c:v>0.0114770118689</c:v>
                </c:pt>
                <c:pt idx="1773">
                  <c:v>0.0114470267318</c:v>
                </c:pt>
                <c:pt idx="1774">
                  <c:v>0.011417163053</c:v>
                </c:pt>
                <c:pt idx="1775">
                  <c:v>0.01138742019</c:v>
                </c:pt>
                <c:pt idx="1776">
                  <c:v>0.011357797505</c:v>
                </c:pt>
                <c:pt idx="1777">
                  <c:v>0.0113282943644</c:v>
                </c:pt>
                <c:pt idx="1778">
                  <c:v>0.0112989101392</c:v>
                </c:pt>
                <c:pt idx="1779">
                  <c:v>0.0112696442047</c:v>
                </c:pt>
                <c:pt idx="1780">
                  <c:v>0.0112404959404</c:v>
                </c:pt>
                <c:pt idx="1781">
                  <c:v>0.0112114647303</c:v>
                </c:pt>
                <c:pt idx="1782">
                  <c:v>0.0111825499626</c:v>
                </c:pt>
                <c:pt idx="1783">
                  <c:v>0.0111537510298</c:v>
                </c:pt>
                <c:pt idx="1784">
                  <c:v>0.0111250673284</c:v>
                </c:pt>
                <c:pt idx="1785">
                  <c:v>0.0110964982593</c:v>
                </c:pt>
                <c:pt idx="1786">
                  <c:v>0.0110680432275</c:v>
                </c:pt>
                <c:pt idx="1787">
                  <c:v>0.0110397016418</c:v>
                </c:pt>
                <c:pt idx="1788">
                  <c:v>0.0110114729156</c:v>
                </c:pt>
                <c:pt idx="1789">
                  <c:v>0.0109833564658</c:v>
                </c:pt>
                <c:pt idx="1790">
                  <c:v>0.0109553517138</c:v>
                </c:pt>
                <c:pt idx="1791">
                  <c:v>0.0109274580845</c:v>
                </c:pt>
                <c:pt idx="1792">
                  <c:v>0.0108996750071</c:v>
                </c:pt>
                <c:pt idx="1793">
                  <c:v>0.0108720019147</c:v>
                </c:pt>
                <c:pt idx="1794">
                  <c:v>0.0108444382439</c:v>
                </c:pt>
                <c:pt idx="1795">
                  <c:v>0.0108169834357</c:v>
                </c:pt>
                <c:pt idx="1796">
                  <c:v>0.0107896369346</c:v>
                </c:pt>
                <c:pt idx="1797">
                  <c:v>0.0107623981888</c:v>
                </c:pt>
                <c:pt idx="1798">
                  <c:v>0.0107352666506</c:v>
                </c:pt>
                <c:pt idx="1799">
                  <c:v>0.0107082417757</c:v>
                </c:pt>
                <c:pt idx="1800">
                  <c:v>0.0106813230238</c:v>
                </c:pt>
                <c:pt idx="1801">
                  <c:v>0.010654509858</c:v>
                </c:pt>
                <c:pt idx="1802">
                  <c:v>0.0106278017453</c:v>
                </c:pt>
                <c:pt idx="1803">
                  <c:v>0.0106011981562</c:v>
                </c:pt>
                <c:pt idx="1804">
                  <c:v>0.0105746985647</c:v>
                </c:pt>
                <c:pt idx="1805">
                  <c:v>0.0105483024485</c:v>
                </c:pt>
                <c:pt idx="1806">
                  <c:v>0.0105220092888</c:v>
                </c:pt>
                <c:pt idx="1807">
                  <c:v>0.0104958185703</c:v>
                </c:pt>
                <c:pt idx="1808">
                  <c:v>0.0104697297813</c:v>
                </c:pt>
                <c:pt idx="1809">
                  <c:v>0.0104437424133</c:v>
                </c:pt>
                <c:pt idx="1810">
                  <c:v>0.0104178559614</c:v>
                </c:pt>
                <c:pt idx="1811">
                  <c:v>0.0103920699242</c:v>
                </c:pt>
                <c:pt idx="1812">
                  <c:v>0.0103663838034</c:v>
                </c:pt>
                <c:pt idx="1813">
                  <c:v>0.0103407971043</c:v>
                </c:pt>
                <c:pt idx="1814">
                  <c:v>0.0103153093354</c:v>
                </c:pt>
                <c:pt idx="1815">
                  <c:v>0.0102899200085</c:v>
                </c:pt>
                <c:pt idx="1816">
                  <c:v>0.0102646286387</c:v>
                </c:pt>
                <c:pt idx="1817">
                  <c:v>0.0102394347444</c:v>
                </c:pt>
                <c:pt idx="1818">
                  <c:v>0.010214337847</c:v>
                </c:pt>
                <c:pt idx="1819">
                  <c:v>0.0101893374714</c:v>
                </c:pt>
                <c:pt idx="1820">
                  <c:v>0.0101644331454</c:v>
                </c:pt>
                <c:pt idx="1821">
                  <c:v>0.0101396244002</c:v>
                </c:pt>
                <c:pt idx="1822">
                  <c:v>0.0101149107698</c:v>
                </c:pt>
                <c:pt idx="1823">
                  <c:v>0.0100902917916</c:v>
                </c:pt>
                <c:pt idx="1824">
                  <c:v>0.010065767006</c:v>
                </c:pt>
                <c:pt idx="1825">
                  <c:v>0.0100413359562</c:v>
                </c:pt>
                <c:pt idx="1826">
                  <c:v>0.0100169981887</c:v>
                </c:pt>
                <c:pt idx="1827">
                  <c:v>0.00999275325297</c:v>
                </c:pt>
                <c:pt idx="1828">
                  <c:v>0.00996860070125</c:v>
                </c:pt>
                <c:pt idx="1829">
                  <c:v>0.0099445400889</c:v>
                </c:pt>
                <c:pt idx="1830">
                  <c:v>0.00992057097415</c:v>
                </c:pt>
                <c:pt idx="1831">
                  <c:v>0.00989669291813</c:v>
                </c:pt>
                <c:pt idx="1832">
                  <c:v>0.00987290548484</c:v>
                </c:pt>
                <c:pt idx="1833">
                  <c:v>0.00984920824112</c:v>
                </c:pt>
                <c:pt idx="1834">
                  <c:v>0.00982560075665</c:v>
                </c:pt>
                <c:pt idx="1835">
                  <c:v>0.00980208260389</c:v>
                </c:pt>
                <c:pt idx="1836">
                  <c:v>0.00977865335809</c:v>
                </c:pt>
                <c:pt idx="1837">
                  <c:v>0.00975531259725</c:v>
                </c:pt>
                <c:pt idx="1838">
                  <c:v>0.0097320599021</c:v>
                </c:pt>
                <c:pt idx="1839">
                  <c:v>0.00970889485605</c:v>
                </c:pt>
                <c:pt idx="1840">
                  <c:v>0.00968581704521</c:v>
                </c:pt>
                <c:pt idx="1841">
                  <c:v>0.00966282605834</c:v>
                </c:pt>
                <c:pt idx="1842">
                  <c:v>0.00963992148684</c:v>
                </c:pt>
                <c:pt idx="1843">
                  <c:v>0.00961710292469</c:v>
                </c:pt>
                <c:pt idx="1844">
                  <c:v>0.00959436996849</c:v>
                </c:pt>
                <c:pt idx="1845">
                  <c:v>0.00957172221737</c:v>
                </c:pt>
                <c:pt idx="1846">
                  <c:v>0.00954915927299</c:v>
                </c:pt>
                <c:pt idx="1847">
                  <c:v>0.00952668073955</c:v>
                </c:pt>
                <c:pt idx="1848">
                  <c:v>0.00950428622371</c:v>
                </c:pt>
                <c:pt idx="1849">
                  <c:v>0.00948197533461</c:v>
                </c:pt>
                <c:pt idx="1850">
                  <c:v>0.0094597476838</c:v>
                </c:pt>
                <c:pt idx="1851">
                  <c:v>0.00943760288528</c:v>
                </c:pt>
                <c:pt idx="1852">
                  <c:v>0.0094155405554</c:v>
                </c:pt>
                <c:pt idx="1853">
                  <c:v>0.00939356031291</c:v>
                </c:pt>
                <c:pt idx="1854">
                  <c:v>0.00937166177888</c:v>
                </c:pt>
                <c:pt idx="1855">
                  <c:v>0.00934984457671</c:v>
                </c:pt>
                <c:pt idx="1856">
                  <c:v>0.00932810833207</c:v>
                </c:pt>
                <c:pt idx="1857">
                  <c:v>0.00930645267291</c:v>
                </c:pt>
                <c:pt idx="1858">
                  <c:v>0.00928487722942</c:v>
                </c:pt>
                <c:pt idx="1859">
                  <c:v>0.00926338163402</c:v>
                </c:pt>
                <c:pt idx="1860">
                  <c:v>0.00924196552131</c:v>
                </c:pt>
                <c:pt idx="1861">
                  <c:v>0.00922062852805</c:v>
                </c:pt>
                <c:pt idx="1862">
                  <c:v>0.00919937029318</c:v>
                </c:pt>
                <c:pt idx="1863">
                  <c:v>0.00917819045772</c:v>
                </c:pt>
                <c:pt idx="1864">
                  <c:v>0.0091570886648</c:v>
                </c:pt>
                <c:pt idx="1865">
                  <c:v>0.00913606455964</c:v>
                </c:pt>
                <c:pt idx="1866">
                  <c:v>0.00911511778948</c:v>
                </c:pt>
                <c:pt idx="1867">
                  <c:v>0.0090942480036</c:v>
                </c:pt>
                <c:pt idx="1868">
                  <c:v>0.00907345485326</c:v>
                </c:pt>
                <c:pt idx="1869">
                  <c:v>0.00905273799171</c:v>
                </c:pt>
                <c:pt idx="1870">
                  <c:v>0.00903209707416</c:v>
                </c:pt>
                <c:pt idx="1871">
                  <c:v>0.00901153175771</c:v>
                </c:pt>
                <c:pt idx="1872">
                  <c:v>0.0089910417014</c:v>
                </c:pt>
                <c:pt idx="1873">
                  <c:v>0.00897062656613</c:v>
                </c:pt>
                <c:pt idx="1874">
                  <c:v>0.00895028601466</c:v>
                </c:pt>
                <c:pt idx="1875">
                  <c:v>0.00893001971157</c:v>
                </c:pt>
                <c:pt idx="1876">
                  <c:v>0.00890982732327</c:v>
                </c:pt>
                <c:pt idx="1877">
                  <c:v>0.00888970851794</c:v>
                </c:pt>
                <c:pt idx="1878">
                  <c:v>0.00886966296555</c:v>
                </c:pt>
                <c:pt idx="1879">
                  <c:v>0.00884969033777</c:v>
                </c:pt>
                <c:pt idx="1880">
                  <c:v>0.00882979030802</c:v>
                </c:pt>
                <c:pt idx="1881">
                  <c:v>0.00880996255143</c:v>
                </c:pt>
                <c:pt idx="1882">
                  <c:v>0.00879020674478</c:v>
                </c:pt>
                <c:pt idx="1883">
                  <c:v>0.00877052256652</c:v>
                </c:pt>
                <c:pt idx="1884">
                  <c:v>0.00875090969675</c:v>
                </c:pt>
                <c:pt idx="1885">
                  <c:v>0.00873136781718</c:v>
                </c:pt>
                <c:pt idx="1886">
                  <c:v>0.00871189661112</c:v>
                </c:pt>
                <c:pt idx="1887">
                  <c:v>0.00869249576346</c:v>
                </c:pt>
                <c:pt idx="1888">
                  <c:v>0.00867316496067</c:v>
                </c:pt>
                <c:pt idx="1889">
                  <c:v>0.00865390389075</c:v>
                </c:pt>
                <c:pt idx="1890">
                  <c:v>0.00863471224326</c:v>
                </c:pt>
                <c:pt idx="1891">
                  <c:v>0.00861558970926</c:v>
                </c:pt>
                <c:pt idx="1892">
                  <c:v>0.00859653598132</c:v>
                </c:pt>
                <c:pt idx="1893">
                  <c:v>0.0085775507535</c:v>
                </c:pt>
                <c:pt idx="1894">
                  <c:v>0.00855863372134</c:v>
                </c:pt>
                <c:pt idx="1895">
                  <c:v>0.00853978458186</c:v>
                </c:pt>
                <c:pt idx="1896">
                  <c:v>0.00852100303351</c:v>
                </c:pt>
                <c:pt idx="1897">
                  <c:v>0.00850228877622</c:v>
                </c:pt>
                <c:pt idx="1898">
                  <c:v>0.00848364151136</c:v>
                </c:pt>
                <c:pt idx="1899">
                  <c:v>0.0084650609417</c:v>
                </c:pt>
                <c:pt idx="1900">
                  <c:v>0.00844654677148</c:v>
                </c:pt>
                <c:pt idx="1901">
                  <c:v>0.00842809870634</c:v>
                </c:pt>
                <c:pt idx="1902">
                  <c:v>0.00840971645335</c:v>
                </c:pt>
                <c:pt idx="1903">
                  <c:v>0.008391399721</c:v>
                </c:pt>
                <c:pt idx="1904">
                  <c:v>0.00837314821919</c:v>
                </c:pt>
                <c:pt idx="1905">
                  <c:v>0.00835496165925</c:v>
                </c:pt>
                <c:pt idx="1906">
                  <c:v>0.00833683975392</c:v>
                </c:pt>
                <c:pt idx="1907">
                  <c:v>0.00831878221737</c:v>
                </c:pt>
                <c:pt idx="1908">
                  <c:v>0.00830078876521</c:v>
                </c:pt>
                <c:pt idx="1909">
                  <c:v>0.00828285911446</c:v>
                </c:pt>
                <c:pt idx="1910">
                  <c:v>0.00826499298361</c:v>
                </c:pt>
                <c:pt idx="1911">
                  <c:v>0.00824719009257</c:v>
                </c:pt>
                <c:pt idx="1912">
                  <c:v>0.00822945016273</c:v>
                </c:pt>
                <c:pt idx="1913">
                  <c:v>0.00821177291696</c:v>
                </c:pt>
                <c:pt idx="1914">
                  <c:v>0.00819415807959</c:v>
                </c:pt>
                <c:pt idx="1915">
                  <c:v>0.00817660537647</c:v>
                </c:pt>
                <c:pt idx="1916">
                  <c:v>0.00815911453494</c:v>
                </c:pt>
                <c:pt idx="1917">
                  <c:v>0.0081416852839</c:v>
                </c:pt>
                <c:pt idx="1918">
                  <c:v>0.00812431735377</c:v>
                </c:pt>
                <c:pt idx="1919">
                  <c:v>0.00810701047655</c:v>
                </c:pt>
                <c:pt idx="1920">
                  <c:v>0.00808976438582</c:v>
                </c:pt>
                <c:pt idx="1921">
                  <c:v>0.00807257881676</c:v>
                </c:pt>
                <c:pt idx="1922">
                  <c:v>0.00805545350619</c:v>
                </c:pt>
                <c:pt idx="1923">
                  <c:v>0.00803838819257</c:v>
                </c:pt>
                <c:pt idx="1924">
                  <c:v>0.00802138261603</c:v>
                </c:pt>
                <c:pt idx="1925">
                  <c:v>0.00800443651841</c:v>
                </c:pt>
                <c:pt idx="1926">
                  <c:v>0.00798754964325</c:v>
                </c:pt>
                <c:pt idx="1927">
                  <c:v>0.00797072173587</c:v>
                </c:pt>
                <c:pt idx="1928">
                  <c:v>0.00795395254333</c:v>
                </c:pt>
                <c:pt idx="1929">
                  <c:v>0.00793724181451</c:v>
                </c:pt>
                <c:pt idx="1930">
                  <c:v>0.0079205893001</c:v>
                </c:pt>
                <c:pt idx="1931">
                  <c:v>0.00790399475267</c:v>
                </c:pt>
                <c:pt idx="1932">
                  <c:v>0.00788745792664</c:v>
                </c:pt>
                <c:pt idx="1933">
                  <c:v>0.00787097857836</c:v>
                </c:pt>
                <c:pt idx="1934">
                  <c:v>0.00785455646611</c:v>
                </c:pt>
                <c:pt idx="1935">
                  <c:v>0.00783819135014</c:v>
                </c:pt>
                <c:pt idx="1936">
                  <c:v>0.00782188299267</c:v>
                </c:pt>
                <c:pt idx="1937">
                  <c:v>0.00780563115797</c:v>
                </c:pt>
                <c:pt idx="1938">
                  <c:v>0.00778943561234</c:v>
                </c:pt>
                <c:pt idx="1939">
                  <c:v>0.00777329612415</c:v>
                </c:pt>
                <c:pt idx="1940">
                  <c:v>0.00775721246387</c:v>
                </c:pt>
                <c:pt idx="1941">
                  <c:v>0.00774118440412</c:v>
                </c:pt>
                <c:pt idx="1942">
                  <c:v>0.00772521171965</c:v>
                </c:pt>
                <c:pt idx="1943">
                  <c:v>0.00770929418739</c:v>
                </c:pt>
                <c:pt idx="1944">
                  <c:v>0.00769343158646</c:v>
                </c:pt>
                <c:pt idx="1945">
                  <c:v>0.00767762369825</c:v>
                </c:pt>
                <c:pt idx="1946">
                  <c:v>0.00766187030634</c:v>
                </c:pt>
                <c:pt idx="1947">
                  <c:v>0.00764617119663</c:v>
                </c:pt>
                <c:pt idx="1948">
                  <c:v>0.00763052615729</c:v>
                </c:pt>
                <c:pt idx="1949">
                  <c:v>0.0076149349788</c:v>
                </c:pt>
                <c:pt idx="1950">
                  <c:v>0.00759939745399</c:v>
                </c:pt>
                <c:pt idx="1951">
                  <c:v>0.00758391337802</c:v>
                </c:pt>
                <c:pt idx="1952">
                  <c:v>0.00756848254845</c:v>
                </c:pt>
                <c:pt idx="1953">
                  <c:v>0.00755310476519</c:v>
                </c:pt>
                <c:pt idx="1954">
                  <c:v>0.00753777983058</c:v>
                </c:pt>
                <c:pt idx="1955">
                  <c:v>0.00752250754936</c:v>
                </c:pt>
                <c:pt idx="1956">
                  <c:v>0.00750728772871</c:v>
                </c:pt>
                <c:pt idx="1957">
                  <c:v>0.00749212017826</c:v>
                </c:pt>
                <c:pt idx="1958">
                  <c:v>0.00747700471006</c:v>
                </c:pt>
                <c:pt idx="1959">
                  <c:v>0.00746194113867</c:v>
                </c:pt>
                <c:pt idx="1960">
                  <c:v>0.00744692928109</c:v>
                </c:pt>
                <c:pt idx="1961">
                  <c:v>0.0074319689568</c:v>
                </c:pt>
                <c:pt idx="1962">
                  <c:v>0.00741705998778</c:v>
                </c:pt>
                <c:pt idx="1963">
                  <c:v>0.00740220219849</c:v>
                </c:pt>
                <c:pt idx="1964">
                  <c:v>0.00738739541589</c:v>
                </c:pt>
                <c:pt idx="1965">
                  <c:v>0.00737263946945</c:v>
                </c:pt>
                <c:pt idx="1966">
                  <c:v>0.00735793419111</c:v>
                </c:pt>
                <c:pt idx="1967">
                  <c:v>0.00734327941532</c:v>
                </c:pt>
                <c:pt idx="1968">
                  <c:v>0.00732867497905</c:v>
                </c:pt>
                <c:pt idx="1969">
                  <c:v>0.00731412072173</c:v>
                </c:pt>
                <c:pt idx="1970">
                  <c:v>0.00729961648531</c:v>
                </c:pt>
                <c:pt idx="1971">
                  <c:v>0.0072851621142</c:v>
                </c:pt>
                <c:pt idx="1972">
                  <c:v>0.00727075745531</c:v>
                </c:pt>
                <c:pt idx="1973">
                  <c:v>0.00725640235801</c:v>
                </c:pt>
                <c:pt idx="1974">
                  <c:v>0.00724209667414</c:v>
                </c:pt>
                <c:pt idx="1975">
                  <c:v>0.00722784025799</c:v>
                </c:pt>
                <c:pt idx="1976">
                  <c:v>0.00721363296629</c:v>
                </c:pt>
                <c:pt idx="1977">
                  <c:v>0.00719947465821</c:v>
                </c:pt>
                <c:pt idx="1978">
                  <c:v>0.00718536519533</c:v>
                </c:pt>
                <c:pt idx="1979">
                  <c:v>0.00717130444161</c:v>
                </c:pt>
                <c:pt idx="1980">
                  <c:v>0.00715729226343</c:v>
                </c:pt>
                <c:pt idx="1981">
                  <c:v>0.00714332852952</c:v>
                </c:pt>
                <c:pt idx="1982">
                  <c:v>0.00712941311095</c:v>
                </c:pt>
                <c:pt idx="1983">
                  <c:v>0.00711554588114</c:v>
                </c:pt>
                <c:pt idx="1984">
                  <c:v>0.00710172671581</c:v>
                </c:pt>
                <c:pt idx="1985">
                  <c:v>0.00708795549297</c:v>
                </c:pt>
                <c:pt idx="1986">
                  <c:v>0.00707423209289</c:v>
                </c:pt>
                <c:pt idx="1987">
                  <c:v>0.0070605563981</c:v>
                </c:pt>
                <c:pt idx="1988">
                  <c:v>0.00704692829333</c:v>
                </c:pt>
                <c:pt idx="1989">
                  <c:v>0.00703334766552</c:v>
                </c:pt>
                <c:pt idx="1990">
                  <c:v>0.00701981440377</c:v>
                </c:pt>
                <c:pt idx="1991">
                  <c:v>0.00700632839933</c:v>
                </c:pt>
                <c:pt idx="1992">
                  <c:v>0.00699288954558</c:v>
                </c:pt>
                <c:pt idx="1993">
                  <c:v>0.00697949773796</c:v>
                </c:pt>
                <c:pt idx="1994">
                  <c:v>0.006966152874</c:v>
                </c:pt>
                <c:pt idx="1995">
                  <c:v>0.00695285485325</c:v>
                </c:pt>
                <c:pt idx="1996">
                  <c:v>0.00693960357727</c:v>
                </c:pt>
                <c:pt idx="1997">
                  <c:v>0.0069263989496</c:v>
                </c:pt>
                <c:pt idx="1998">
                  <c:v>0.00691324087574</c:v>
                </c:pt>
                <c:pt idx="1999">
                  <c:v>0.0069001292631</c:v>
                </c:pt>
                <c:pt idx="2000">
                  <c:v>0.00688706402098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0.75"/>
          <c:min val="0"/>
        </c:scaling>
        <c:delete val="0"/>
        <c:axPos val="l"/>
        <c:majorGridlines>
          <c:spPr>
            <a:ln xmlns:a="http://schemas.openxmlformats.org/drawingml/2006/main" w="4763">
              <a:solidFill>
                <a:srgbClr val="EEEEEE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2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majorUnit val="1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32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U/t = 2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222222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scatterChart>
        <c:scatterStyle val="lineMarker"/>
        <c:varyColors val="0"/>
        <c:ser>
          <c:idx val="0"/>
          <c:order val="0"/>
          <c:tx>
            <c:v>charge</c:v>
          </c:tx>
          <c:spPr>
            <a:ln xmlns:a="http://schemas.openxmlformats.org/drawingml/2006/main" w="15240">
              <a:solidFill>
                <a:srgbClr val="C43C64"/>
              </a:solidFill>
              <a:prstDash val="solid"/>
            </a:ln>
          </c:spPr>
          <c:marker>
            <c:symbol val="none"/>
            <c:size val="5"/>
            <c:spPr>
              <a:solidFill xmlns:a="http://schemas.openxmlformats.org/drawingml/2006/main">
                <a:srgbClr val="C43C64"/>
              </a:solidFill>
            </c:spPr>
          </c:marker>
          <c:xVal>
            <c:numRef>
              <c:f>'Chart Data'!$A$2:$A$2002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Data'!$B$2:$B$2002</c:f>
              <c:numCache>
                <c:formatCode>0.0</c:formatCode>
                <c:ptCount val="2001"/>
                <c:pt idx="0">
                  <c:v>0.00353418741818</c:v>
                </c:pt>
                <c:pt idx="1">
                  <c:v>0.00354009106438</c:v>
                </c:pt>
                <c:pt idx="2">
                  <c:v>0.00354600974123</c:v>
                </c:pt>
                <c:pt idx="3">
                  <c:v>0.00355194350083</c:v>
                </c:pt>
                <c:pt idx="4">
                  <c:v>0.00355789239552</c:v>
                </c:pt>
                <c:pt idx="5">
                  <c:v>0.00356385647786</c:v>
                </c:pt>
                <c:pt idx="6">
                  <c:v>0.00356983580066</c:v>
                </c:pt>
                <c:pt idx="7">
                  <c:v>0.00357583041695</c:v>
                </c:pt>
                <c:pt idx="8">
                  <c:v>0.00358184038</c:v>
                </c:pt>
                <c:pt idx="9">
                  <c:v>0.00358786574333</c:v>
                </c:pt>
                <c:pt idx="10">
                  <c:v>0.0035939065607</c:v>
                </c:pt>
                <c:pt idx="11">
                  <c:v>0.00359996288608</c:v>
                </c:pt>
                <c:pt idx="12">
                  <c:v>0.00360603477373</c:v>
                </c:pt>
                <c:pt idx="13">
                  <c:v>0.00361212227811</c:v>
                </c:pt>
                <c:pt idx="14">
                  <c:v>0.00361822545396</c:v>
                </c:pt>
                <c:pt idx="15">
                  <c:v>0.00362434435624</c:v>
                </c:pt>
                <c:pt idx="16">
                  <c:v>0.00363047904017</c:v>
                </c:pt>
                <c:pt idx="17">
                  <c:v>0.00363662956122</c:v>
                </c:pt>
                <c:pt idx="18">
                  <c:v>0.00364279597511</c:v>
                </c:pt>
                <c:pt idx="19">
                  <c:v>0.0036489783378</c:v>
                </c:pt>
                <c:pt idx="20">
                  <c:v>0.00365517670553</c:v>
                </c:pt>
                <c:pt idx="21">
                  <c:v>0.00366139113477</c:v>
                </c:pt>
                <c:pt idx="22">
                  <c:v>0.00366762168226</c:v>
                </c:pt>
                <c:pt idx="23">
                  <c:v>0.00367386840498</c:v>
                </c:pt>
                <c:pt idx="24">
                  <c:v>0.0036801313602</c:v>
                </c:pt>
                <c:pt idx="25">
                  <c:v>0.00368641060542</c:v>
                </c:pt>
                <c:pt idx="26">
                  <c:v>0.00369270619841</c:v>
                </c:pt>
                <c:pt idx="27">
                  <c:v>0.00369901819723</c:v>
                </c:pt>
                <c:pt idx="28">
                  <c:v>0.00370534666016</c:v>
                </c:pt>
                <c:pt idx="29">
                  <c:v>0.00371169164579</c:v>
                </c:pt>
                <c:pt idx="30">
                  <c:v>0.00371805321294</c:v>
                </c:pt>
                <c:pt idx="31">
                  <c:v>0.00372443142072</c:v>
                </c:pt>
                <c:pt idx="32">
                  <c:v>0.00373082632853</c:v>
                </c:pt>
                <c:pt idx="33">
                  <c:v>0.003737237996</c:v>
                </c:pt>
                <c:pt idx="34">
                  <c:v>0.00374366648306</c:v>
                </c:pt>
                <c:pt idx="35">
                  <c:v>0.00375011184992</c:v>
                </c:pt>
                <c:pt idx="36">
                  <c:v>0.00375657415705</c:v>
                </c:pt>
                <c:pt idx="37">
                  <c:v>0.00376305346522</c:v>
                </c:pt>
                <c:pt idx="38">
                  <c:v>0.00376954983546</c:v>
                </c:pt>
                <c:pt idx="39">
                  <c:v>0.00377606332909</c:v>
                </c:pt>
                <c:pt idx="40">
                  <c:v>0.00378259400772</c:v>
                </c:pt>
                <c:pt idx="41">
                  <c:v>0.00378914193324</c:v>
                </c:pt>
                <c:pt idx="42">
                  <c:v>0.00379570716783</c:v>
                </c:pt>
                <c:pt idx="43">
                  <c:v>0.00380228977395</c:v>
                </c:pt>
                <c:pt idx="44">
                  <c:v>0.00380888981437</c:v>
                </c:pt>
                <c:pt idx="45">
                  <c:v>0.00381550735212</c:v>
                </c:pt>
                <c:pt idx="46">
                  <c:v>0.00382214245057</c:v>
                </c:pt>
                <c:pt idx="47">
                  <c:v>0.00382879517333</c:v>
                </c:pt>
                <c:pt idx="48">
                  <c:v>0.00383546558435</c:v>
                </c:pt>
                <c:pt idx="49">
                  <c:v>0.00384215374787</c:v>
                </c:pt>
                <c:pt idx="50">
                  <c:v>0.00384885972842</c:v>
                </c:pt>
                <c:pt idx="51">
                  <c:v>0.00385558359084</c:v>
                </c:pt>
                <c:pt idx="52">
                  <c:v>0.00386232540027</c:v>
                </c:pt>
                <c:pt idx="53">
                  <c:v>0.00386908522216</c:v>
                </c:pt>
                <c:pt idx="54">
                  <c:v>0.00387586312227</c:v>
                </c:pt>
                <c:pt idx="55">
                  <c:v>0.00388265916666</c:v>
                </c:pt>
                <c:pt idx="56">
                  <c:v>0.00388947342172</c:v>
                </c:pt>
                <c:pt idx="57">
                  <c:v>0.00389630595413</c:v>
                </c:pt>
                <c:pt idx="58">
                  <c:v>0.00390315683089</c:v>
                </c:pt>
                <c:pt idx="59">
                  <c:v>0.00391002611934</c:v>
                </c:pt>
                <c:pt idx="60">
                  <c:v>0.00391691388712</c:v>
                </c:pt>
                <c:pt idx="61">
                  <c:v>0.00392382020218</c:v>
                </c:pt>
                <c:pt idx="62">
                  <c:v>0.00393074513282</c:v>
                </c:pt>
                <c:pt idx="63">
                  <c:v>0.00393768874763</c:v>
                </c:pt>
                <c:pt idx="64">
                  <c:v>0.00394465111557</c:v>
                </c:pt>
                <c:pt idx="65">
                  <c:v>0.0039516323059</c:v>
                </c:pt>
                <c:pt idx="66">
                  <c:v>0.00395863238821</c:v>
                </c:pt>
                <c:pt idx="67">
                  <c:v>0.00396565143242</c:v>
                </c:pt>
                <c:pt idx="68">
                  <c:v>0.00397268950881</c:v>
                </c:pt>
                <c:pt idx="69">
                  <c:v>0.00397974668797</c:v>
                </c:pt>
                <c:pt idx="70">
                  <c:v>0.00398682304084</c:v>
                </c:pt>
                <c:pt idx="71">
                  <c:v>0.00399391863868</c:v>
                </c:pt>
                <c:pt idx="72">
                  <c:v>0.00400103355314</c:v>
                </c:pt>
                <c:pt idx="73">
                  <c:v>0.00400816785616</c:v>
                </c:pt>
                <c:pt idx="74">
                  <c:v>0.00401532162006</c:v>
                </c:pt>
                <c:pt idx="75">
                  <c:v>0.0040224949175</c:v>
                </c:pt>
                <c:pt idx="76">
                  <c:v>0.00402968782149</c:v>
                </c:pt>
                <c:pt idx="77">
                  <c:v>0.00403690040539</c:v>
                </c:pt>
                <c:pt idx="78">
                  <c:v>0.00404413274292</c:v>
                </c:pt>
                <c:pt idx="79">
                  <c:v>0.00405138490816</c:v>
                </c:pt>
                <c:pt idx="80">
                  <c:v>0.00405865697554</c:v>
                </c:pt>
                <c:pt idx="81">
                  <c:v>0.00406594901985</c:v>
                </c:pt>
                <c:pt idx="82">
                  <c:v>0.00407326111625</c:v>
                </c:pt>
                <c:pt idx="83">
                  <c:v>0.00408059334028</c:v>
                </c:pt>
                <c:pt idx="84">
                  <c:v>0.00408794576782</c:v>
                </c:pt>
                <c:pt idx="85">
                  <c:v>0.00409531847513</c:v>
                </c:pt>
                <c:pt idx="86">
                  <c:v>0.00410271153886</c:v>
                </c:pt>
                <c:pt idx="87">
                  <c:v>0.00411012503601</c:v>
                </c:pt>
                <c:pt idx="88">
                  <c:v>0.00411755904398</c:v>
                </c:pt>
                <c:pt idx="89">
                  <c:v>0.00412501364053</c:v>
                </c:pt>
                <c:pt idx="90">
                  <c:v>0.00413248890381</c:v>
                </c:pt>
                <c:pt idx="91">
                  <c:v>0.00413998491236</c:v>
                </c:pt>
                <c:pt idx="92">
                  <c:v>0.00414750174509</c:v>
                </c:pt>
                <c:pt idx="93">
                  <c:v>0.00415503948131</c:v>
                </c:pt>
                <c:pt idx="94">
                  <c:v>0.00416259820074</c:v>
                </c:pt>
                <c:pt idx="95">
                  <c:v>0.00417017798345</c:v>
                </c:pt>
                <c:pt idx="96">
                  <c:v>0.00417777890994</c:v>
                </c:pt>
                <c:pt idx="97">
                  <c:v>0.0041854010611</c:v>
                </c:pt>
                <c:pt idx="98">
                  <c:v>0.00419304451823</c:v>
                </c:pt>
                <c:pt idx="99">
                  <c:v>0.004200709363</c:v>
                </c:pt>
                <c:pt idx="100">
                  <c:v>0.00420839567753</c:v>
                </c:pt>
                <c:pt idx="101">
                  <c:v>0.00421610354433</c:v>
                </c:pt>
                <c:pt idx="102">
                  <c:v>0.0042238330463</c:v>
                </c:pt>
                <c:pt idx="103">
                  <c:v>0.0042315842668</c:v>
                </c:pt>
                <c:pt idx="104">
                  <c:v>0.00423935728956</c:v>
                </c:pt>
                <c:pt idx="105">
                  <c:v>0.00424715219875</c:v>
                </c:pt>
                <c:pt idx="106">
                  <c:v>0.00425496907897</c:v>
                </c:pt>
                <c:pt idx="107">
                  <c:v>0.00426280801523</c:v>
                </c:pt>
                <c:pt idx="108">
                  <c:v>0.00427066909297</c:v>
                </c:pt>
                <c:pt idx="109">
                  <c:v>0.00427855239806</c:v>
                </c:pt>
                <c:pt idx="110">
                  <c:v>0.00428645801681</c:v>
                </c:pt>
                <c:pt idx="111">
                  <c:v>0.00429438603596</c:v>
                </c:pt>
                <c:pt idx="112">
                  <c:v>0.00430233654267</c:v>
                </c:pt>
                <c:pt idx="113">
                  <c:v>0.00431030962458</c:v>
                </c:pt>
                <c:pt idx="114">
                  <c:v>0.00431830536973</c:v>
                </c:pt>
                <c:pt idx="115">
                  <c:v>0.00432632386663</c:v>
                </c:pt>
                <c:pt idx="116">
                  <c:v>0.00433436520425</c:v>
                </c:pt>
                <c:pt idx="117">
                  <c:v>0.00434242947198</c:v>
                </c:pt>
                <c:pt idx="118">
                  <c:v>0.00435051675969</c:v>
                </c:pt>
                <c:pt idx="119">
                  <c:v>0.0043586271577</c:v>
                </c:pt>
                <c:pt idx="120">
                  <c:v>0.00436676075679</c:v>
                </c:pt>
                <c:pt idx="121">
                  <c:v>0.0043749176482</c:v>
                </c:pt>
                <c:pt idx="122">
                  <c:v>0.00438309792365</c:v>
                </c:pt>
                <c:pt idx="123">
                  <c:v>0.0043913016753</c:v>
                </c:pt>
                <c:pt idx="124">
                  <c:v>0.00439952899583</c:v>
                </c:pt>
                <c:pt idx="125">
                  <c:v>0.00440777997834</c:v>
                </c:pt>
                <c:pt idx="126">
                  <c:v>0.00441605471646</c:v>
                </c:pt>
                <c:pt idx="127">
                  <c:v>0.00442435330426</c:v>
                </c:pt>
                <c:pt idx="128">
                  <c:v>0.00443267583632</c:v>
                </c:pt>
                <c:pt idx="129">
                  <c:v>0.00444102240771</c:v>
                </c:pt>
                <c:pt idx="130">
                  <c:v>0.00444939311397</c:v>
                </c:pt>
                <c:pt idx="131">
                  <c:v>0.00445778805116</c:v>
                </c:pt>
                <c:pt idx="132">
                  <c:v>0.0044662073158</c:v>
                </c:pt>
                <c:pt idx="133">
                  <c:v>0.00447465100497</c:v>
                </c:pt>
                <c:pt idx="134">
                  <c:v>0.00448311921619</c:v>
                </c:pt>
                <c:pt idx="135">
                  <c:v>0.00449161204753</c:v>
                </c:pt>
                <c:pt idx="136">
                  <c:v>0.00450012959755</c:v>
                </c:pt>
                <c:pt idx="137">
                  <c:v>0.00450867196534</c:v>
                </c:pt>
                <c:pt idx="138">
                  <c:v>0.0045172392505</c:v>
                </c:pt>
                <c:pt idx="139">
                  <c:v>0.00452583155315</c:v>
                </c:pt>
                <c:pt idx="140">
                  <c:v>0.00453444897392</c:v>
                </c:pt>
                <c:pt idx="141">
                  <c:v>0.004543091614</c:v>
                </c:pt>
                <c:pt idx="142">
                  <c:v>0.00455175957508</c:v>
                </c:pt>
                <c:pt idx="143">
                  <c:v>0.00456045295941</c:v>
                </c:pt>
                <c:pt idx="144">
                  <c:v>0.00456917186975</c:v>
                </c:pt>
                <c:pt idx="145">
                  <c:v>0.00457791640944</c:v>
                </c:pt>
                <c:pt idx="146">
                  <c:v>0.00458668668232</c:v>
                </c:pt>
                <c:pt idx="147">
                  <c:v>0.00459548279283</c:v>
                </c:pt>
                <c:pt idx="148">
                  <c:v>0.00460430484591</c:v>
                </c:pt>
                <c:pt idx="149">
                  <c:v>0.0046131529471</c:v>
                </c:pt>
                <c:pt idx="150">
                  <c:v>0.00462202720248</c:v>
                </c:pt>
                <c:pt idx="151">
                  <c:v>0.00463092771868</c:v>
                </c:pt>
                <c:pt idx="152">
                  <c:v>0.00463985460294</c:v>
                </c:pt>
                <c:pt idx="153">
                  <c:v>0.00464880796302</c:v>
                </c:pt>
                <c:pt idx="154">
                  <c:v>0.00465778790731</c:v>
                </c:pt>
                <c:pt idx="155">
                  <c:v>0.00466679454472</c:v>
                </c:pt>
                <c:pt idx="156">
                  <c:v>0.00467582798479</c:v>
                </c:pt>
                <c:pt idx="157">
                  <c:v>0.00468488833764</c:v>
                </c:pt>
                <c:pt idx="158">
                  <c:v>0.00469397571395</c:v>
                </c:pt>
                <c:pt idx="159">
                  <c:v>0.00470309022504</c:v>
                </c:pt>
                <c:pt idx="160">
                  <c:v>0.00471223198278</c:v>
                </c:pt>
                <c:pt idx="161">
                  <c:v>0.0047214010997</c:v>
                </c:pt>
                <c:pt idx="162">
                  <c:v>0.00473059768888</c:v>
                </c:pt>
                <c:pt idx="163">
                  <c:v>0.00473982186406</c:v>
                </c:pt>
                <c:pt idx="164">
                  <c:v>0.00474907373955</c:v>
                </c:pt>
                <c:pt idx="165">
                  <c:v>0.00475835343033</c:v>
                </c:pt>
                <c:pt idx="166">
                  <c:v>0.00476766105197</c:v>
                </c:pt>
                <c:pt idx="167">
                  <c:v>0.00477699672067</c:v>
                </c:pt>
                <c:pt idx="168">
                  <c:v>0.00478636055328</c:v>
                </c:pt>
                <c:pt idx="169">
                  <c:v>0.00479575266726</c:v>
                </c:pt>
                <c:pt idx="170">
                  <c:v>0.00480517318075</c:v>
                </c:pt>
                <c:pt idx="171">
                  <c:v>0.0048146222125</c:v>
                </c:pt>
                <c:pt idx="172">
                  <c:v>0.00482409988193</c:v>
                </c:pt>
                <c:pt idx="173">
                  <c:v>0.0048336063091</c:v>
                </c:pt>
                <c:pt idx="174">
                  <c:v>0.00484314161476</c:v>
                </c:pt>
                <c:pt idx="175">
                  <c:v>0.00485270592029</c:v>
                </c:pt>
                <c:pt idx="176">
                  <c:v>0.00486229934775</c:v>
                </c:pt>
                <c:pt idx="177">
                  <c:v>0.00487192201989</c:v>
                </c:pt>
                <c:pt idx="178">
                  <c:v>0.0048815740601</c:v>
                </c:pt>
                <c:pt idx="179">
                  <c:v>0.0048912555925</c:v>
                </c:pt>
                <c:pt idx="180">
                  <c:v>0.00490096674186</c:v>
                </c:pt>
                <c:pt idx="181">
                  <c:v>0.00491070763367</c:v>
                </c:pt>
                <c:pt idx="182">
                  <c:v>0.00492047839409</c:v>
                </c:pt>
                <c:pt idx="183">
                  <c:v>0.00493027915001</c:v>
                </c:pt>
                <c:pt idx="184">
                  <c:v>0.004940110029</c:v>
                </c:pt>
                <c:pt idx="185">
                  <c:v>0.00494997115937</c:v>
                </c:pt>
                <c:pt idx="186">
                  <c:v>0.00495986267013</c:v>
                </c:pt>
                <c:pt idx="187">
                  <c:v>0.004969784691</c:v>
                </c:pt>
                <c:pt idx="188">
                  <c:v>0.00497973735247</c:v>
                </c:pt>
                <c:pt idx="189">
                  <c:v>0.00498972078571</c:v>
                </c:pt>
                <c:pt idx="190">
                  <c:v>0.00499973512268</c:v>
                </c:pt>
                <c:pt idx="191">
                  <c:v>0.00500978049604</c:v>
                </c:pt>
                <c:pt idx="192">
                  <c:v>0.00501985703921</c:v>
                </c:pt>
                <c:pt idx="193">
                  <c:v>0.00502996488639</c:v>
                </c:pt>
                <c:pt idx="194">
                  <c:v>0.00504010417251</c:v>
                </c:pt>
                <c:pt idx="195">
                  <c:v>0.00505027503327</c:v>
                </c:pt>
                <c:pt idx="196">
                  <c:v>0.00506047760514</c:v>
                </c:pt>
                <c:pt idx="197">
                  <c:v>0.00507071202539</c:v>
                </c:pt>
                <c:pt idx="198">
                  <c:v>0.00508097843203</c:v>
                </c:pt>
                <c:pt idx="199">
                  <c:v>0.00509127696389</c:v>
                </c:pt>
                <c:pt idx="200">
                  <c:v>0.00510160776058</c:v>
                </c:pt>
                <c:pt idx="201">
                  <c:v>0.0051119709625</c:v>
                </c:pt>
                <c:pt idx="202">
                  <c:v>0.00512236671088</c:v>
                </c:pt>
                <c:pt idx="203">
                  <c:v>0.00513279514774</c:v>
                </c:pt>
                <c:pt idx="204">
                  <c:v>0.00514325641591</c:v>
                </c:pt>
                <c:pt idx="205">
                  <c:v>0.00515375065907</c:v>
                </c:pt>
                <c:pt idx="206">
                  <c:v>0.0051642780217</c:v>
                </c:pt>
                <c:pt idx="207">
                  <c:v>0.00517483864912</c:v>
                </c:pt>
                <c:pt idx="208">
                  <c:v>0.00518543268751</c:v>
                </c:pt>
                <c:pt idx="209">
                  <c:v>0.00519606028388</c:v>
                </c:pt>
                <c:pt idx="210">
                  <c:v>0.00520672158609</c:v>
                </c:pt>
                <c:pt idx="211">
                  <c:v>0.00521741674286</c:v>
                </c:pt>
                <c:pt idx="212">
                  <c:v>0.00522814590379</c:v>
                </c:pt>
                <c:pt idx="213">
                  <c:v>0.00523890921933</c:v>
                </c:pt>
                <c:pt idx="214">
                  <c:v>0.00524970684083</c:v>
                </c:pt>
                <c:pt idx="215">
                  <c:v>0.00526053892052</c:v>
                </c:pt>
                <c:pt idx="216">
                  <c:v>0.0052714056115</c:v>
                </c:pt>
                <c:pt idx="217">
                  <c:v>0.0052823070678</c:v>
                </c:pt>
                <c:pt idx="218">
                  <c:v>0.00529324344433</c:v>
                </c:pt>
                <c:pt idx="219">
                  <c:v>0.00530421489693</c:v>
                </c:pt>
                <c:pt idx="220">
                  <c:v>0.00531522158234</c:v>
                </c:pt>
                <c:pt idx="221">
                  <c:v>0.00532626365824</c:v>
                </c:pt>
                <c:pt idx="222">
                  <c:v>0.00533734128324</c:v>
                </c:pt>
                <c:pt idx="223">
                  <c:v>0.00534845461688</c:v>
                </c:pt>
                <c:pt idx="224">
                  <c:v>0.00535960381966</c:v>
                </c:pt>
                <c:pt idx="225">
                  <c:v>0.00537078905303</c:v>
                </c:pt>
                <c:pt idx="226">
                  <c:v>0.0053820104794</c:v>
                </c:pt>
                <c:pt idx="227">
                  <c:v>0.00539326826214</c:v>
                </c:pt>
                <c:pt idx="228">
                  <c:v>0.0054045625656</c:v>
                </c:pt>
                <c:pt idx="229">
                  <c:v>0.00541589355512</c:v>
                </c:pt>
                <c:pt idx="230">
                  <c:v>0.00542726139704</c:v>
                </c:pt>
                <c:pt idx="231">
                  <c:v>0.00543866625866</c:v>
                </c:pt>
                <c:pt idx="232">
                  <c:v>0.00545010830833</c:v>
                </c:pt>
                <c:pt idx="233">
                  <c:v>0.00546158771538</c:v>
                </c:pt>
                <c:pt idx="234">
                  <c:v>0.00547310465018</c:v>
                </c:pt>
                <c:pt idx="235">
                  <c:v>0.00548465928413</c:v>
                </c:pt>
                <c:pt idx="236">
                  <c:v>0.00549625178966</c:v>
                </c:pt>
                <c:pt idx="237">
                  <c:v>0.00550788234025</c:v>
                </c:pt>
                <c:pt idx="238">
                  <c:v>0.00551955111042</c:v>
                </c:pt>
                <c:pt idx="239">
                  <c:v>0.00553125827577</c:v>
                </c:pt>
                <c:pt idx="240">
                  <c:v>0.00554300401297</c:v>
                </c:pt>
                <c:pt idx="241">
                  <c:v>0.00555478849974</c:v>
                </c:pt>
                <c:pt idx="242">
                  <c:v>0.00556661191493</c:v>
                </c:pt>
                <c:pt idx="243">
                  <c:v>0.00557847443845</c:v>
                </c:pt>
                <c:pt idx="244">
                  <c:v>0.00559037625132</c:v>
                </c:pt>
                <c:pt idx="245">
                  <c:v>0.0056023175357</c:v>
                </c:pt>
                <c:pt idx="246">
                  <c:v>0.00561429847482</c:v>
                </c:pt>
                <c:pt idx="247">
                  <c:v>0.0056263192531</c:v>
                </c:pt>
                <c:pt idx="248">
                  <c:v>0.00563838005605</c:v>
                </c:pt>
                <c:pt idx="249">
                  <c:v>0.00565048107034</c:v>
                </c:pt>
                <c:pt idx="250">
                  <c:v>0.00566262248383</c:v>
                </c:pt>
                <c:pt idx="251">
                  <c:v>0.0056748044855</c:v>
                </c:pt>
                <c:pt idx="252">
                  <c:v>0.00568702726552</c:v>
                </c:pt>
                <c:pt idx="253">
                  <c:v>0.00569929101527</c:v>
                </c:pt>
                <c:pt idx="254">
                  <c:v>0.0057115959273</c:v>
                </c:pt>
                <c:pt idx="255">
                  <c:v>0.00572394219535</c:v>
                </c:pt>
                <c:pt idx="256">
                  <c:v>0.00573633001442</c:v>
                </c:pt>
                <c:pt idx="257">
                  <c:v>0.00574875958069</c:v>
                </c:pt>
                <c:pt idx="258">
                  <c:v>0.00576123109159</c:v>
                </c:pt>
                <c:pt idx="259">
                  <c:v>0.00577374474579</c:v>
                </c:pt>
                <c:pt idx="260">
                  <c:v>0.00578630074323</c:v>
                </c:pt>
                <c:pt idx="261">
                  <c:v>0.00579889928509</c:v>
                </c:pt>
                <c:pt idx="262">
                  <c:v>0.00581154057383</c:v>
                </c:pt>
                <c:pt idx="263">
                  <c:v>0.0058242248132</c:v>
                </c:pt>
                <c:pt idx="264">
                  <c:v>0.00583695220824</c:v>
                </c:pt>
                <c:pt idx="265">
                  <c:v>0.0058497229653</c:v>
                </c:pt>
                <c:pt idx="266">
                  <c:v>0.00586253729204</c:v>
                </c:pt>
                <c:pt idx="267">
                  <c:v>0.00587539539745</c:v>
                </c:pt>
                <c:pt idx="268">
                  <c:v>0.00588829749186</c:v>
                </c:pt>
                <c:pt idx="269">
                  <c:v>0.00590124378694</c:v>
                </c:pt>
                <c:pt idx="270">
                  <c:v>0.00591423449572</c:v>
                </c:pt>
                <c:pt idx="271">
                  <c:v>0.00592726983262</c:v>
                </c:pt>
                <c:pt idx="272">
                  <c:v>0.00594035001341</c:v>
                </c:pt>
                <c:pt idx="273">
                  <c:v>0.00595347525529</c:v>
                </c:pt>
                <c:pt idx="274">
                  <c:v>0.00596664577683</c:v>
                </c:pt>
                <c:pt idx="275">
                  <c:v>0.00597986179805</c:v>
                </c:pt>
                <c:pt idx="276">
                  <c:v>0.00599312354036</c:v>
                </c:pt>
                <c:pt idx="277">
                  <c:v>0.00600643122666</c:v>
                </c:pt>
                <c:pt idx="278">
                  <c:v>0.00601978508125</c:v>
                </c:pt>
                <c:pt idx="279">
                  <c:v>0.00603318532994</c:v>
                </c:pt>
                <c:pt idx="280">
                  <c:v>0.00604663219999</c:v>
                </c:pt>
                <c:pt idx="281">
                  <c:v>0.00606012592015</c:v>
                </c:pt>
                <c:pt idx="282">
                  <c:v>0.0060736667207</c:v>
                </c:pt>
                <c:pt idx="283">
                  <c:v>0.00608725483339</c:v>
                </c:pt>
                <c:pt idx="284">
                  <c:v>0.00610089049155</c:v>
                </c:pt>
                <c:pt idx="285">
                  <c:v>0.00611457393001</c:v>
                </c:pt>
                <c:pt idx="286">
                  <c:v>0.00612830538516</c:v>
                </c:pt>
                <c:pt idx="287">
                  <c:v>0.00614208509499</c:v>
                </c:pt>
                <c:pt idx="288">
                  <c:v>0.00615591329902</c:v>
                </c:pt>
                <c:pt idx="289">
                  <c:v>0.0061697902384</c:v>
                </c:pt>
                <c:pt idx="290">
                  <c:v>0.00618371615589</c:v>
                </c:pt>
                <c:pt idx="291">
                  <c:v>0.00619769129584</c:v>
                </c:pt>
                <c:pt idx="292">
                  <c:v>0.00621171590427</c:v>
                </c:pt>
                <c:pt idx="293">
                  <c:v>0.00622579022884</c:v>
                </c:pt>
                <c:pt idx="294">
                  <c:v>0.00623991451885</c:v>
                </c:pt>
                <c:pt idx="295">
                  <c:v>0.00625408902531</c:v>
                </c:pt>
                <c:pt idx="296">
                  <c:v>0.00626831400092</c:v>
                </c:pt>
                <c:pt idx="297">
                  <c:v>0.00628258970007</c:v>
                </c:pt>
                <c:pt idx="298">
                  <c:v>0.00629691637888</c:v>
                </c:pt>
                <c:pt idx="299">
                  <c:v>0.00631129429522</c:v>
                </c:pt>
                <c:pt idx="300">
                  <c:v>0.00632572370869</c:v>
                </c:pt>
                <c:pt idx="301">
                  <c:v>0.00634020488069</c:v>
                </c:pt>
                <c:pt idx="302">
                  <c:v>0.00635473807437</c:v>
                </c:pt>
                <c:pt idx="303">
                  <c:v>0.00636932355471</c:v>
                </c:pt>
                <c:pt idx="304">
                  <c:v>0.00638396158848</c:v>
                </c:pt>
                <c:pt idx="305">
                  <c:v>0.00639865244429</c:v>
                </c:pt>
                <c:pt idx="306">
                  <c:v>0.00641339639262</c:v>
                </c:pt>
                <c:pt idx="307">
                  <c:v>0.00642819370579</c:v>
                </c:pt>
                <c:pt idx="308">
                  <c:v>0.006443044658</c:v>
                </c:pt>
                <c:pt idx="309">
                  <c:v>0.00645794952536</c:v>
                </c:pt>
                <c:pt idx="310">
                  <c:v>0.00647290858589</c:v>
                </c:pt>
                <c:pt idx="311">
                  <c:v>0.00648792211955</c:v>
                </c:pt>
                <c:pt idx="312">
                  <c:v>0.00650299040823</c:v>
                </c:pt>
                <c:pt idx="313">
                  <c:v>0.00651811373581</c:v>
                </c:pt>
                <c:pt idx="314">
                  <c:v>0.00653329238814</c:v>
                </c:pt>
                <c:pt idx="315">
                  <c:v>0.00654852665307</c:v>
                </c:pt>
                <c:pt idx="316">
                  <c:v>0.00656381682049</c:v>
                </c:pt>
                <c:pt idx="317">
                  <c:v>0.00657916318232</c:v>
                </c:pt>
                <c:pt idx="318">
                  <c:v>0.00659456603252</c:v>
                </c:pt>
                <c:pt idx="319">
                  <c:v>0.00661002566715</c:v>
                </c:pt>
                <c:pt idx="320">
                  <c:v>0.00662554238437</c:v>
                </c:pt>
                <c:pt idx="321">
                  <c:v>0.00664111648442</c:v>
                </c:pt>
                <c:pt idx="322">
                  <c:v>0.00665674826971</c:v>
                </c:pt>
                <c:pt idx="323">
                  <c:v>0.0066724380448</c:v>
                </c:pt>
                <c:pt idx="324">
                  <c:v>0.00668818611639</c:v>
                </c:pt>
                <c:pt idx="325">
                  <c:v>0.00670399279343</c:v>
                </c:pt>
                <c:pt idx="326">
                  <c:v>0.00671985838702</c:v>
                </c:pt>
                <c:pt idx="327">
                  <c:v>0.00673578321056</c:v>
                </c:pt>
                <c:pt idx="328">
                  <c:v>0.00675176757966</c:v>
                </c:pt>
                <c:pt idx="329">
                  <c:v>0.00676781181221</c:v>
                </c:pt>
                <c:pt idx="330">
                  <c:v>0.00678391622843</c:v>
                </c:pt>
                <c:pt idx="331">
                  <c:v>0.00680008115083</c:v>
                </c:pt>
                <c:pt idx="332">
                  <c:v>0.00681630690426</c:v>
                </c:pt>
                <c:pt idx="333">
                  <c:v>0.00683259381595</c:v>
                </c:pt>
                <c:pt idx="334">
                  <c:v>0.00684894221551</c:v>
                </c:pt>
                <c:pt idx="335">
                  <c:v>0.00686535243496</c:v>
                </c:pt>
                <c:pt idx="336">
                  <c:v>0.00688182480875</c:v>
                </c:pt>
                <c:pt idx="337">
                  <c:v>0.00689835967377</c:v>
                </c:pt>
                <c:pt idx="338">
                  <c:v>0.00691495736941</c:v>
                </c:pt>
                <c:pt idx="339">
                  <c:v>0.00693161823754</c:v>
                </c:pt>
                <c:pt idx="340">
                  <c:v>0.00694834262258</c:v>
                </c:pt>
                <c:pt idx="341">
                  <c:v>0.00696513087147</c:v>
                </c:pt>
                <c:pt idx="342">
                  <c:v>0.00698198333375</c:v>
                </c:pt>
                <c:pt idx="343">
                  <c:v>0.00699890036154</c:v>
                </c:pt>
                <c:pt idx="344">
                  <c:v>0.0070158823096</c:v>
                </c:pt>
                <c:pt idx="345">
                  <c:v>0.00703292953532</c:v>
                </c:pt>
                <c:pt idx="346">
                  <c:v>0.00705004239878</c:v>
                </c:pt>
                <c:pt idx="347">
                  <c:v>0.00706722126275</c:v>
                </c:pt>
                <c:pt idx="348">
                  <c:v>0.00708446649273</c:v>
                </c:pt>
                <c:pt idx="349">
                  <c:v>0.00710177845698</c:v>
                </c:pt>
                <c:pt idx="350">
                  <c:v>0.00711915752653</c:v>
                </c:pt>
                <c:pt idx="351">
                  <c:v>0.00713660407522</c:v>
                </c:pt>
                <c:pt idx="352">
                  <c:v>0.00715411847974</c:v>
                </c:pt>
                <c:pt idx="353">
                  <c:v>0.00717170111962</c:v>
                </c:pt>
                <c:pt idx="354">
                  <c:v>0.0071893523773</c:v>
                </c:pt>
                <c:pt idx="355">
                  <c:v>0.00720707263812</c:v>
                </c:pt>
                <c:pt idx="356">
                  <c:v>0.00722486229039</c:v>
                </c:pt>
                <c:pt idx="357">
                  <c:v>0.00724272172538</c:v>
                </c:pt>
                <c:pt idx="358">
                  <c:v>0.00726065133739</c:v>
                </c:pt>
                <c:pt idx="359">
                  <c:v>0.00727865152374</c:v>
                </c:pt>
                <c:pt idx="360">
                  <c:v>0.00729672268481</c:v>
                </c:pt>
                <c:pt idx="361">
                  <c:v>0.0073148652241</c:v>
                </c:pt>
                <c:pt idx="362">
                  <c:v>0.00733307954823</c:v>
                </c:pt>
                <c:pt idx="363">
                  <c:v>0.00735136606699</c:v>
                </c:pt>
                <c:pt idx="364">
                  <c:v>0.00736972519335</c:v>
                </c:pt>
                <c:pt idx="365">
                  <c:v>0.00738815734351</c:v>
                </c:pt>
                <c:pt idx="366">
                  <c:v>0.00740666293693</c:v>
                </c:pt>
                <c:pt idx="367">
                  <c:v>0.00742524239636</c:v>
                </c:pt>
                <c:pt idx="368">
                  <c:v>0.00744389614789</c:v>
                </c:pt>
                <c:pt idx="369">
                  <c:v>0.00746262462095</c:v>
                </c:pt>
                <c:pt idx="370">
                  <c:v>0.00748142824836</c:v>
                </c:pt>
                <c:pt idx="371">
                  <c:v>0.00750030746639</c:v>
                </c:pt>
                <c:pt idx="372">
                  <c:v>0.00751926271475</c:v>
                </c:pt>
                <c:pt idx="373">
                  <c:v>0.00753829443667</c:v>
                </c:pt>
                <c:pt idx="374">
                  <c:v>0.00755740307891</c:v>
                </c:pt>
                <c:pt idx="375">
                  <c:v>0.00757658909179</c:v>
                </c:pt>
                <c:pt idx="376">
                  <c:v>0.00759585292924</c:v>
                </c:pt>
                <c:pt idx="377">
                  <c:v>0.00761519504886</c:v>
                </c:pt>
                <c:pt idx="378">
                  <c:v>0.00763461591191</c:v>
                </c:pt>
                <c:pt idx="379">
                  <c:v>0.00765411598338</c:v>
                </c:pt>
                <c:pt idx="380">
                  <c:v>0.00767369573202</c:v>
                </c:pt>
                <c:pt idx="381">
                  <c:v>0.0076933556304</c:v>
                </c:pt>
                <c:pt idx="382">
                  <c:v>0.0077130961549</c:v>
                </c:pt>
                <c:pt idx="383">
                  <c:v>0.0077329177858</c:v>
                </c:pt>
                <c:pt idx="384">
                  <c:v>0.00775282100731</c:v>
                </c:pt>
                <c:pt idx="385">
                  <c:v>0.00777280630759</c:v>
                </c:pt>
                <c:pt idx="386">
                  <c:v>0.00779287417882</c:v>
                </c:pt>
                <c:pt idx="387">
                  <c:v>0.00781302511721</c:v>
                </c:pt>
                <c:pt idx="388">
                  <c:v>0.00783325962308</c:v>
                </c:pt>
                <c:pt idx="389">
                  <c:v>0.00785357820089</c:v>
                </c:pt>
                <c:pt idx="390">
                  <c:v>0.00787398135927</c:v>
                </c:pt>
                <c:pt idx="391">
                  <c:v>0.00789446961107</c:v>
                </c:pt>
                <c:pt idx="392">
                  <c:v>0.00791504347342</c:v>
                </c:pt>
                <c:pt idx="393">
                  <c:v>0.00793570346778</c:v>
                </c:pt>
                <c:pt idx="394">
                  <c:v>0.00795645011994</c:v>
                </c:pt>
                <c:pt idx="395">
                  <c:v>0.00797728396014</c:v>
                </c:pt>
                <c:pt idx="396">
                  <c:v>0.00799820552305</c:v>
                </c:pt>
                <c:pt idx="397">
                  <c:v>0.00801921534787</c:v>
                </c:pt>
                <c:pt idx="398">
                  <c:v>0.00804031397834</c:v>
                </c:pt>
                <c:pt idx="399">
                  <c:v>0.00806150196281</c:v>
                </c:pt>
                <c:pt idx="400">
                  <c:v>0.00808277985429</c:v>
                </c:pt>
                <c:pt idx="401">
                  <c:v>0.00810414821051</c:v>
                </c:pt>
                <c:pt idx="402">
                  <c:v>0.00812560759394</c:v>
                </c:pt>
                <c:pt idx="403">
                  <c:v>0.00814715857188</c:v>
                </c:pt>
                <c:pt idx="404">
                  <c:v>0.00816880171649</c:v>
                </c:pt>
                <c:pt idx="405">
                  <c:v>0.00819053760485</c:v>
                </c:pt>
                <c:pt idx="406">
                  <c:v>0.00821236681902</c:v>
                </c:pt>
                <c:pt idx="407">
                  <c:v>0.00823428994608</c:v>
                </c:pt>
                <c:pt idx="408">
                  <c:v>0.00825630757821</c:v>
                </c:pt>
                <c:pt idx="409">
                  <c:v>0.00827842031272</c:v>
                </c:pt>
                <c:pt idx="410">
                  <c:v>0.00830062875215</c:v>
                </c:pt>
                <c:pt idx="411">
                  <c:v>0.00832293350426</c:v>
                </c:pt>
                <c:pt idx="412">
                  <c:v>0.00834533518216</c:v>
                </c:pt>
                <c:pt idx="413">
                  <c:v>0.00836783440434</c:v>
                </c:pt>
                <c:pt idx="414">
                  <c:v>0.0083904317947</c:v>
                </c:pt>
                <c:pt idx="415">
                  <c:v>0.00841312798268</c:v>
                </c:pt>
                <c:pt idx="416">
                  <c:v>0.00843592360327</c:v>
                </c:pt>
                <c:pt idx="417">
                  <c:v>0.00845881929709</c:v>
                </c:pt>
                <c:pt idx="418">
                  <c:v>0.00848181571044</c:v>
                </c:pt>
                <c:pt idx="419">
                  <c:v>0.00850491349539</c:v>
                </c:pt>
                <c:pt idx="420">
                  <c:v>0.00852811330985</c:v>
                </c:pt>
                <c:pt idx="421">
                  <c:v>0.00855141581761</c:v>
                </c:pt>
                <c:pt idx="422">
                  <c:v>0.00857482168839</c:v>
                </c:pt>
                <c:pt idx="423">
                  <c:v>0.00859833159799</c:v>
                </c:pt>
                <c:pt idx="424">
                  <c:v>0.00862194622828</c:v>
                </c:pt>
                <c:pt idx="425">
                  <c:v>0.0086456662673</c:v>
                </c:pt>
                <c:pt idx="426">
                  <c:v>0.00866949240933</c:v>
                </c:pt>
                <c:pt idx="427">
                  <c:v>0.00869342535498</c:v>
                </c:pt>
                <c:pt idx="428">
                  <c:v>0.00871746581124</c:v>
                </c:pt>
                <c:pt idx="429">
                  <c:v>0.00874161449155</c:v>
                </c:pt>
                <c:pt idx="430">
                  <c:v>0.0087658721159</c:v>
                </c:pt>
                <c:pt idx="431">
                  <c:v>0.00879023941091</c:v>
                </c:pt>
                <c:pt idx="432">
                  <c:v>0.00881471710987</c:v>
                </c:pt>
                <c:pt idx="433">
                  <c:v>0.00883930595285</c:v>
                </c:pt>
                <c:pt idx="434">
                  <c:v>0.00886400668678</c:v>
                </c:pt>
                <c:pt idx="435">
                  <c:v>0.00888882006553</c:v>
                </c:pt>
                <c:pt idx="436">
                  <c:v>0.00891374684998</c:v>
                </c:pt>
                <c:pt idx="437">
                  <c:v>0.0089387878081</c:v>
                </c:pt>
                <c:pt idx="438">
                  <c:v>0.00896394371507</c:v>
                </c:pt>
                <c:pt idx="439">
                  <c:v>0.00898921535333</c:v>
                </c:pt>
                <c:pt idx="440">
                  <c:v>0.00901460351267</c:v>
                </c:pt>
                <c:pt idx="441">
                  <c:v>0.00904010899036</c:v>
                </c:pt>
                <c:pt idx="442">
                  <c:v>0.00906573259117</c:v>
                </c:pt>
                <c:pt idx="443">
                  <c:v>0.00909147512752</c:v>
                </c:pt>
                <c:pt idx="444">
                  <c:v>0.00911733741956</c:v>
                </c:pt>
                <c:pt idx="445">
                  <c:v>0.00914332029524</c:v>
                </c:pt>
                <c:pt idx="446">
                  <c:v>0.00916942459043</c:v>
                </c:pt>
                <c:pt idx="447">
                  <c:v>0.00919565114901</c:v>
                </c:pt>
                <c:pt idx="448">
                  <c:v>0.00922200082295</c:v>
                </c:pt>
                <c:pt idx="449">
                  <c:v>0.00924847447244</c:v>
                </c:pt>
                <c:pt idx="450">
                  <c:v>0.00927507296597</c:v>
                </c:pt>
                <c:pt idx="451">
                  <c:v>0.00930179718044</c:v>
                </c:pt>
                <c:pt idx="452">
                  <c:v>0.00932864800125</c:v>
                </c:pt>
                <c:pt idx="453">
                  <c:v>0.00935562632244</c:v>
                </c:pt>
                <c:pt idx="454">
                  <c:v>0.00938273304675</c:v>
                </c:pt>
                <c:pt idx="455">
                  <c:v>0.00940996908577</c:v>
                </c:pt>
                <c:pt idx="456">
                  <c:v>0.00943733536</c:v>
                </c:pt>
                <c:pt idx="457">
                  <c:v>0.00946483279903</c:v>
                </c:pt>
                <c:pt idx="458">
                  <c:v>0.00949246234159</c:v>
                </c:pt>
                <c:pt idx="459">
                  <c:v>0.0095202249357</c:v>
                </c:pt>
                <c:pt idx="460">
                  <c:v>0.00954812153877</c:v>
                </c:pt>
                <c:pt idx="461">
                  <c:v>0.00957615311773</c:v>
                </c:pt>
                <c:pt idx="462">
                  <c:v>0.00960432064913</c:v>
                </c:pt>
                <c:pt idx="463">
                  <c:v>0.0096326251193</c:v>
                </c:pt>
                <c:pt idx="464">
                  <c:v>0.00966106752441</c:v>
                </c:pt>
                <c:pt idx="465">
                  <c:v>0.00968964887067</c:v>
                </c:pt>
                <c:pt idx="466">
                  <c:v>0.0097183701744</c:v>
                </c:pt>
                <c:pt idx="467">
                  <c:v>0.00974723246218</c:v>
                </c:pt>
                <c:pt idx="468">
                  <c:v>0.00977623677097</c:v>
                </c:pt>
                <c:pt idx="469">
                  <c:v>0.00980538414827</c:v>
                </c:pt>
                <c:pt idx="470">
                  <c:v>0.00983467565222</c:v>
                </c:pt>
                <c:pt idx="471">
                  <c:v>0.00986411235176</c:v>
                </c:pt>
                <c:pt idx="472">
                  <c:v>0.00989369532674</c:v>
                </c:pt>
                <c:pt idx="473">
                  <c:v>0.0099234256681</c:v>
                </c:pt>
                <c:pt idx="474">
                  <c:v>0.00995330447799</c:v>
                </c:pt>
                <c:pt idx="475">
                  <c:v>0.0099833328699</c:v>
                </c:pt>
                <c:pt idx="476">
                  <c:v>0.0100135119688</c:v>
                </c:pt>
                <c:pt idx="477">
                  <c:v>0.0100438429114</c:v>
                </c:pt>
                <c:pt idx="478">
                  <c:v>0.0100743268462</c:v>
                </c:pt>
                <c:pt idx="479">
                  <c:v>0.0101049649334</c:v>
                </c:pt>
                <c:pt idx="480">
                  <c:v>0.0101357583457</c:v>
                </c:pt>
                <c:pt idx="481">
                  <c:v>0.0101667082678</c:v>
                </c:pt>
                <c:pt idx="482">
                  <c:v>0.010197815897</c:v>
                </c:pt>
                <c:pt idx="483">
                  <c:v>0.010229082443</c:v>
                </c:pt>
                <c:pt idx="484">
                  <c:v>0.0102605091283</c:v>
                </c:pt>
                <c:pt idx="485">
                  <c:v>0.0102920971885</c:v>
                </c:pt>
                <c:pt idx="486">
                  <c:v>0.0103238478721</c:v>
                </c:pt>
                <c:pt idx="487">
                  <c:v>0.0103557624409</c:v>
                </c:pt>
                <c:pt idx="488">
                  <c:v>0.0103878421701</c:v>
                </c:pt>
                <c:pt idx="489">
                  <c:v>0.0104200883486</c:v>
                </c:pt>
                <c:pt idx="490">
                  <c:v>0.0104525022791</c:v>
                </c:pt>
                <c:pt idx="491">
                  <c:v>0.0104850852781</c:v>
                </c:pt>
                <c:pt idx="492">
                  <c:v>0.0105178386764</c:v>
                </c:pt>
                <c:pt idx="493">
                  <c:v>0.0105507638191</c:v>
                </c:pt>
                <c:pt idx="494">
                  <c:v>0.0105838620659</c:v>
                </c:pt>
                <c:pt idx="495">
                  <c:v>0.0106171347912</c:v>
                </c:pt>
                <c:pt idx="496">
                  <c:v>0.0106505833841</c:v>
                </c:pt>
                <c:pt idx="497">
                  <c:v>0.0106842092491</c:v>
                </c:pt>
                <c:pt idx="498">
                  <c:v>0.0107180138059</c:v>
                </c:pt>
                <c:pt idx="499">
                  <c:v>0.0107519984898</c:v>
                </c:pt>
                <c:pt idx="500">
                  <c:v>0.0107861647516</c:v>
                </c:pt>
                <c:pt idx="501">
                  <c:v>0.0108205140583</c:v>
                </c:pt>
                <c:pt idx="502">
                  <c:v>0.010855047893</c:v>
                </c:pt>
                <c:pt idx="503">
                  <c:v>0.0108897677549</c:v>
                </c:pt>
                <c:pt idx="504">
                  <c:v>0.0109246751602</c:v>
                </c:pt>
                <c:pt idx="505">
                  <c:v>0.0109597716415</c:v>
                </c:pt>
                <c:pt idx="506">
                  <c:v>0.0109950587487</c:v>
                </c:pt>
                <c:pt idx="507">
                  <c:v>0.0110305380489</c:v>
                </c:pt>
                <c:pt idx="508">
                  <c:v>0.0110662111266</c:v>
                </c:pt>
                <c:pt idx="509">
                  <c:v>0.011102079584</c:v>
                </c:pt>
                <c:pt idx="510">
                  <c:v>0.0111381450414</c:v>
                </c:pt>
                <c:pt idx="511">
                  <c:v>0.0111744091372</c:v>
                </c:pt>
                <c:pt idx="512">
                  <c:v>0.0112108735283</c:v>
                </c:pt>
                <c:pt idx="513">
                  <c:v>0.0112475398901</c:v>
                </c:pt>
                <c:pt idx="514">
                  <c:v>0.0112844099171</c:v>
                </c:pt>
                <c:pt idx="515">
                  <c:v>0.011321485323</c:v>
                </c:pt>
                <c:pt idx="516">
                  <c:v>0.0113587678409</c:v>
                </c:pt>
                <c:pt idx="517">
                  <c:v>0.0113962592237</c:v>
                </c:pt>
                <c:pt idx="518">
                  <c:v>0.011433961244</c:v>
                </c:pt>
                <c:pt idx="519">
                  <c:v>0.0114718756948</c:v>
                </c:pt>
                <c:pt idx="520">
                  <c:v>0.0115100043898</c:v>
                </c:pt>
                <c:pt idx="521">
                  <c:v>0.0115483491631</c:v>
                </c:pt>
                <c:pt idx="522">
                  <c:v>0.0115869118702</c:v>
                </c:pt>
                <c:pt idx="523">
                  <c:v>0.0116256943877</c:v>
                </c:pt>
                <c:pt idx="524">
                  <c:v>0.0116646986139</c:v>
                </c:pt>
                <c:pt idx="525">
                  <c:v>0.0117039264691</c:v>
                </c:pt>
                <c:pt idx="526">
                  <c:v>0.0117433798956</c:v>
                </c:pt>
                <c:pt idx="527">
                  <c:v>0.0117830608584</c:v>
                </c:pt>
                <c:pt idx="528">
                  <c:v>0.0118229713451</c:v>
                </c:pt>
                <c:pt idx="529">
                  <c:v>0.0118631133667</c:v>
                </c:pt>
                <c:pt idx="530">
                  <c:v>0.0119034889572</c:v>
                </c:pt>
                <c:pt idx="531">
                  <c:v>0.0119441001747</c:v>
                </c:pt>
                <c:pt idx="532">
                  <c:v>0.011984949101</c:v>
                </c:pt>
                <c:pt idx="533">
                  <c:v>0.0120260378424</c:v>
                </c:pt>
                <c:pt idx="534">
                  <c:v>0.01206736853</c:v>
                </c:pt>
                <c:pt idx="535">
                  <c:v>0.0121089433196</c:v>
                </c:pt>
                <c:pt idx="536">
                  <c:v>0.0121507643924</c:v>
                </c:pt>
                <c:pt idx="537">
                  <c:v>0.0121928339554</c:v>
                </c:pt>
                <c:pt idx="538">
                  <c:v>0.0122351542414</c:v>
                </c:pt>
                <c:pt idx="539">
                  <c:v>0.0122777275096</c:v>
                </c:pt>
                <c:pt idx="540">
                  <c:v>0.0123205560459</c:v>
                </c:pt>
                <c:pt idx="541">
                  <c:v>0.012363642163</c:v>
                </c:pt>
                <c:pt idx="542">
                  <c:v>0.0124069882011</c:v>
                </c:pt>
                <c:pt idx="543">
                  <c:v>0.0124505965281</c:v>
                </c:pt>
                <c:pt idx="544">
                  <c:v>0.01249446954</c:v>
                </c:pt>
                <c:pt idx="545">
                  <c:v>0.012538609661</c:v>
                </c:pt>
                <c:pt idx="546">
                  <c:v>0.0125830193442</c:v>
                </c:pt>
                <c:pt idx="547">
                  <c:v>0.012627701072</c:v>
                </c:pt>
                <c:pt idx="548">
                  <c:v>0.0126726573559</c:v>
                </c:pt>
                <c:pt idx="549">
                  <c:v>0.0127178907377</c:v>
                </c:pt>
                <c:pt idx="550">
                  <c:v>0.012763403789</c:v>
                </c:pt>
                <c:pt idx="551">
                  <c:v>0.0128091991125</c:v>
                </c:pt>
                <c:pt idx="552">
                  <c:v>0.0128552793414</c:v>
                </c:pt>
                <c:pt idx="553">
                  <c:v>0.0129016471406</c:v>
                </c:pt>
                <c:pt idx="554">
                  <c:v>0.0129483052066</c:v>
                </c:pt>
                <c:pt idx="555">
                  <c:v>0.0129952562681</c:v>
                </c:pt>
                <c:pt idx="556">
                  <c:v>0.0130425030862</c:v>
                </c:pt>
                <c:pt idx="557">
                  <c:v>0.0130900484551</c:v>
                </c:pt>
                <c:pt idx="558">
                  <c:v>0.0131378952021</c:v>
                </c:pt>
                <c:pt idx="559">
                  <c:v>0.0131860461883</c:v>
                </c:pt>
                <c:pt idx="560">
                  <c:v>0.0132345043088</c:v>
                </c:pt>
                <c:pt idx="561">
                  <c:v>0.0132832724931</c:v>
                </c:pt>
                <c:pt idx="562">
                  <c:v>0.0133323537057</c:v>
                </c:pt>
                <c:pt idx="563">
                  <c:v>0.0133817509463</c:v>
                </c:pt>
                <c:pt idx="564">
                  <c:v>0.0134314672502</c:v>
                </c:pt>
                <c:pt idx="565">
                  <c:v>0.0134815056887</c:v>
                </c:pt>
                <c:pt idx="566">
                  <c:v>0.0135318693697</c:v>
                </c:pt>
                <c:pt idx="567">
                  <c:v>0.0135825614376</c:v>
                </c:pt>
                <c:pt idx="568">
                  <c:v>0.0136335850742</c:v>
                </c:pt>
                <c:pt idx="569">
                  <c:v>0.013684943499</c:v>
                </c:pt>
                <c:pt idx="570">
                  <c:v>0.0137366399693</c:v>
                </c:pt>
                <c:pt idx="571">
                  <c:v>0.0137886777807</c:v>
                </c:pt>
                <c:pt idx="572">
                  <c:v>0.0138410602678</c:v>
                </c:pt>
                <c:pt idx="573">
                  <c:v>0.0138937908041</c:v>
                </c:pt>
                <c:pt idx="574">
                  <c:v>0.0139468728026</c:v>
                </c:pt>
                <c:pt idx="575">
                  <c:v>0.0140003097163</c:v>
                </c:pt>
                <c:pt idx="576">
                  <c:v>0.0140541050383</c:v>
                </c:pt>
                <c:pt idx="577">
                  <c:v>0.0141082623024</c:v>
                </c:pt>
                <c:pt idx="578">
                  <c:v>0.0141627850832</c:v>
                </c:pt>
                <c:pt idx="579">
                  <c:v>0.0142176769967</c:v>
                </c:pt>
                <c:pt idx="580">
                  <c:v>0.0142729417005</c:v>
                </c:pt>
                <c:pt idx="581">
                  <c:v>0.0143285828941</c:v>
                </c:pt>
                <c:pt idx="582">
                  <c:v>0.0143846043194</c:v>
                </c:pt>
                <c:pt idx="583">
                  <c:v>0.0144410097607</c:v>
                </c:pt>
                <c:pt idx="584">
                  <c:v>0.0144978030454</c:v>
                </c:pt>
                <c:pt idx="585">
                  <c:v>0.0145549880439</c:v>
                </c:pt>
                <c:pt idx="586">
                  <c:v>0.0146125686703</c:v>
                </c:pt>
                <c:pt idx="587">
                  <c:v>0.0146705488821</c:v>
                </c:pt>
                <c:pt idx="588">
                  <c:v>0.0147289326812</c:v>
                </c:pt>
                <c:pt idx="589">
                  <c:v>0.0147877241133</c:v>
                </c:pt>
                <c:pt idx="590">
                  <c:v>0.0148469272687</c:v>
                </c:pt>
                <c:pt idx="591">
                  <c:v>0.0149065462826</c:v>
                </c:pt>
                <c:pt idx="592">
                  <c:v>0.0149665853345</c:v>
                </c:pt>
                <c:pt idx="593">
                  <c:v>0.0150270486493</c:v>
                </c:pt>
                <c:pt idx="594">
                  <c:v>0.0150879404969</c:v>
                </c:pt>
                <c:pt idx="595">
                  <c:v>0.0151492651924</c:v>
                </c:pt>
                <c:pt idx="596">
                  <c:v>0.0152110270963</c:v>
                </c:pt>
                <c:pt idx="597">
                  <c:v>0.0152732306144</c:v>
                </c:pt>
                <c:pt idx="598">
                  <c:v>0.0153358801981</c:v>
                </c:pt>
                <c:pt idx="599">
                  <c:v>0.0153989803443</c:v>
                </c:pt>
                <c:pt idx="600">
                  <c:v>0.015462535595</c:v>
                </c:pt>
                <c:pt idx="601">
                  <c:v>0.0155265505381</c:v>
                </c:pt>
                <c:pt idx="602">
                  <c:v>0.0155910298063</c:v>
                </c:pt>
                <c:pt idx="603">
                  <c:v>0.0156559780778</c:v>
                </c:pt>
                <c:pt idx="604">
                  <c:v>0.0157214000758</c:v>
                </c:pt>
                <c:pt idx="605">
                  <c:v>0.0157873005682</c:v>
                </c:pt>
                <c:pt idx="606">
                  <c:v>0.0158536843675</c:v>
                </c:pt>
                <c:pt idx="607">
                  <c:v>0.0159205563306</c:v>
                </c:pt>
                <c:pt idx="608">
                  <c:v>0.0159879213582</c:v>
                </c:pt>
                <c:pt idx="609">
                  <c:v>0.0160557843945</c:v>
                </c:pt>
                <c:pt idx="610">
                  <c:v>0.0161241504272</c:v>
                </c:pt>
                <c:pt idx="611">
                  <c:v>0.016193024486</c:v>
                </c:pt>
                <c:pt idx="612">
                  <c:v>0.0162624116433</c:v>
                </c:pt>
                <c:pt idx="613">
                  <c:v>0.0163323170124</c:v>
                </c:pt>
                <c:pt idx="614">
                  <c:v>0.0164027457476</c:v>
                </c:pt>
                <c:pt idx="615">
                  <c:v>0.0164737030433</c:v>
                </c:pt>
                <c:pt idx="616">
                  <c:v>0.0165451941328</c:v>
                </c:pt>
                <c:pt idx="617">
                  <c:v>0.0166172242879</c:v>
                </c:pt>
                <c:pt idx="618">
                  <c:v>0.0166897988176</c:v>
                </c:pt>
                <c:pt idx="619">
                  <c:v>0.0167629230672</c:v>
                </c:pt>
                <c:pt idx="620">
                  <c:v>0.016836602417</c:v>
                </c:pt>
                <c:pt idx="621">
                  <c:v>0.0169108422813</c:v>
                </c:pt>
                <c:pt idx="622">
                  <c:v>0.0169856481068</c:v>
                </c:pt>
                <c:pt idx="623">
                  <c:v>0.0170610253713</c:v>
                </c:pt>
                <c:pt idx="624">
                  <c:v>0.0171369795823</c:v>
                </c:pt>
                <c:pt idx="625">
                  <c:v>0.0172135162752</c:v>
                </c:pt>
                <c:pt idx="626">
                  <c:v>0.0172906410115</c:v>
                </c:pt>
                <c:pt idx="627">
                  <c:v>0.0173683593771</c:v>
                </c:pt>
                <c:pt idx="628">
                  <c:v>0.0174466769803</c:v>
                </c:pt>
                <c:pt idx="629">
                  <c:v>0.0175255994494</c:v>
                </c:pt>
                <c:pt idx="630">
                  <c:v>0.0176051324309</c:v>
                </c:pt>
                <c:pt idx="631">
                  <c:v>0.0176852815869</c:v>
                </c:pt>
                <c:pt idx="632">
                  <c:v>0.0177660525924</c:v>
                </c:pt>
                <c:pt idx="633">
                  <c:v>0.0178474511331</c:v>
                </c:pt>
                <c:pt idx="634">
                  <c:v>0.017929482902</c:v>
                </c:pt>
                <c:pt idx="635">
                  <c:v>0.0180121535968</c:v>
                </c:pt>
                <c:pt idx="636">
                  <c:v>0.0180954689168</c:v>
                </c:pt>
                <c:pt idx="637">
                  <c:v>0.0181794345593</c:v>
                </c:pt>
                <c:pt idx="638">
                  <c:v>0.0182640562163</c:v>
                </c:pt>
                <c:pt idx="639">
                  <c:v>0.0183493395708</c:v>
                </c:pt>
                <c:pt idx="640">
                  <c:v>0.0184352902927</c:v>
                </c:pt>
                <c:pt idx="641">
                  <c:v>0.0185219140354</c:v>
                </c:pt>
                <c:pt idx="642">
                  <c:v>0.0186092164306</c:v>
                </c:pt>
                <c:pt idx="643">
                  <c:v>0.0186972030847</c:v>
                </c:pt>
                <c:pt idx="644">
                  <c:v>0.0187858795735</c:v>
                </c:pt>
                <c:pt idx="645">
                  <c:v>0.0188752514375</c:v>
                </c:pt>
                <c:pt idx="646">
                  <c:v>0.0189653241771</c:v>
                </c:pt>
                <c:pt idx="647">
                  <c:v>0.0190561032467</c:v>
                </c:pt>
                <c:pt idx="648">
                  <c:v>0.0191475940492</c:v>
                </c:pt>
                <c:pt idx="649">
                  <c:v>0.0192398019307</c:v>
                </c:pt>
                <c:pt idx="650">
                  <c:v>0.0193327321736</c:v>
                </c:pt>
                <c:pt idx="651">
                  <c:v>0.0194263899908</c:v>
                </c:pt>
                <c:pt idx="652">
                  <c:v>0.0195207805188</c:v>
                </c:pt>
                <c:pt idx="653">
                  <c:v>0.0196159088111</c:v>
                </c:pt>
                <c:pt idx="654">
                  <c:v>0.0197117798306</c:v>
                </c:pt>
                <c:pt idx="655">
                  <c:v>0.0198083984426</c:v>
                </c:pt>
                <c:pt idx="656">
                  <c:v>0.0199057694068</c:v>
                </c:pt>
                <c:pt idx="657">
                  <c:v>0.0200038973693</c:v>
                </c:pt>
                <c:pt idx="658">
                  <c:v>0.0201027868544</c:v>
                </c:pt>
                <c:pt idx="659">
                  <c:v>0.020202442256</c:v>
                </c:pt>
                <c:pt idx="660">
                  <c:v>0.0203028678285</c:v>
                </c:pt>
                <c:pt idx="661">
                  <c:v>0.0204040676779</c:v>
                </c:pt>
                <c:pt idx="662">
                  <c:v>0.0205060457519</c:v>
                </c:pt>
                <c:pt idx="663">
                  <c:v>0.0206088058304</c:v>
                </c:pt>
                <c:pt idx="664">
                  <c:v>0.0207123515155</c:v>
                </c:pt>
                <c:pt idx="665">
                  <c:v>0.0208166862205</c:v>
                </c:pt>
                <c:pt idx="666">
                  <c:v>0.0209218131598</c:v>
                </c:pt>
                <c:pt idx="667">
                  <c:v>0.0210277353374</c:v>
                </c:pt>
                <c:pt idx="668">
                  <c:v>0.0211344555359</c:v>
                </c:pt>
                <c:pt idx="669">
                  <c:v>0.0212419763046</c:v>
                </c:pt>
                <c:pt idx="670">
                  <c:v>0.0213502999479</c:v>
                </c:pt>
                <c:pt idx="671">
                  <c:v>0.0214594285128</c:v>
                </c:pt>
                <c:pt idx="672">
                  <c:v>0.0215693637765</c:v>
                </c:pt>
                <c:pt idx="673">
                  <c:v>0.0216801072337</c:v>
                </c:pt>
                <c:pt idx="674">
                  <c:v>0.0217916600837</c:v>
                </c:pt>
                <c:pt idx="675">
                  <c:v>0.0219040232169</c:v>
                </c:pt>
                <c:pt idx="676">
                  <c:v>0.0220171972015</c:v>
                </c:pt>
                <c:pt idx="677">
                  <c:v>0.0221311822696</c:v>
                </c:pt>
                <c:pt idx="678">
                  <c:v>0.0222459783038</c:v>
                </c:pt>
                <c:pt idx="679">
                  <c:v>0.0223615848225</c:v>
                </c:pt>
                <c:pt idx="680">
                  <c:v>0.022478000966</c:v>
                </c:pt>
                <c:pt idx="681">
                  <c:v>0.0225952254819</c:v>
                </c:pt>
                <c:pt idx="682">
                  <c:v>0.022713256711</c:v>
                </c:pt>
                <c:pt idx="683">
                  <c:v>0.0228320925722</c:v>
                </c:pt>
                <c:pt idx="684">
                  <c:v>0.0229517305484</c:v>
                </c:pt>
                <c:pt idx="685">
                  <c:v>0.0230721676712</c:v>
                </c:pt>
                <c:pt idx="686">
                  <c:v>0.0231934005068</c:v>
                </c:pt>
                <c:pt idx="687">
                  <c:v>0.023315425141</c:v>
                </c:pt>
                <c:pt idx="688">
                  <c:v>0.0234382371648</c:v>
                </c:pt>
                <c:pt idx="689">
                  <c:v>0.0235618316599</c:v>
                </c:pt>
                <c:pt idx="690">
                  <c:v>0.0236862031845</c:v>
                </c:pt>
                <c:pt idx="691">
                  <c:v>0.023811345759</c:v>
                </c:pt>
                <c:pt idx="692">
                  <c:v>0.0239372528523</c:v>
                </c:pt>
                <c:pt idx="693">
                  <c:v>0.0240639173683</c:v>
                </c:pt>
                <c:pt idx="694">
                  <c:v>0.0241913316327</c:v>
                </c:pt>
                <c:pt idx="695">
                  <c:v>0.0243194873798</c:v>
                </c:pt>
                <c:pt idx="696">
                  <c:v>0.0244483757408</c:v>
                </c:pt>
                <c:pt idx="697">
                  <c:v>0.0245779872313</c:v>
                </c:pt>
                <c:pt idx="698">
                  <c:v>0.0247083117404</c:v>
                </c:pt>
                <c:pt idx="699">
                  <c:v>0.0248393385199</c:v>
                </c:pt>
                <c:pt idx="700">
                  <c:v>0.0249710561743</c:v>
                </c:pt>
                <c:pt idx="701">
                  <c:v>0.0251034526516</c:v>
                </c:pt>
                <c:pt idx="702">
                  <c:v>0.0252365152346</c:v>
                </c:pt>
                <c:pt idx="703">
                  <c:v>0.0253702305337</c:v>
                </c:pt>
                <c:pt idx="704">
                  <c:v>0.0255045844799</c:v>
                </c:pt>
                <c:pt idx="705">
                  <c:v>0.0256395623194</c:v>
                </c:pt>
                <c:pt idx="706">
                  <c:v>0.0257751486089</c:v>
                </c:pt>
                <c:pt idx="707">
                  <c:v>0.0259113272118</c:v>
                </c:pt>
                <c:pt idx="708">
                  <c:v>0.0260480812965</c:v>
                </c:pt>
                <c:pt idx="709">
                  <c:v>0.0261853933347</c:v>
                </c:pt>
                <c:pt idx="710">
                  <c:v>0.026323245102</c:v>
                </c:pt>
                <c:pt idx="711">
                  <c:v>0.0264616176795</c:v>
                </c:pt>
                <c:pt idx="712">
                  <c:v>0.0266004914564</c:v>
                </c:pt>
                <c:pt idx="713">
                  <c:v>0.0267398461349</c:v>
                </c:pt>
                <c:pt idx="714">
                  <c:v>0.0268796607359</c:v>
                </c:pt>
                <c:pt idx="715">
                  <c:v>0.0270199136066</c:v>
                </c:pt>
                <c:pt idx="716">
                  <c:v>0.0271605824295</c:v>
                </c:pt>
                <c:pt idx="717">
                  <c:v>0.0273016442334</c:v>
                </c:pt>
                <c:pt idx="718">
                  <c:v>0.0274430754056</c:v>
                </c:pt>
                <c:pt idx="719">
                  <c:v>0.0275848517061</c:v>
                </c:pt>
                <c:pt idx="720">
                  <c:v>0.0277269482834</c:v>
                </c:pt>
                <c:pt idx="721">
                  <c:v>0.0278693396921</c:v>
                </c:pt>
                <c:pt idx="722">
                  <c:v>0.0280119999124</c:v>
                </c:pt>
                <c:pt idx="723">
                  <c:v>0.028154902371</c:v>
                </c:pt>
                <c:pt idx="724">
                  <c:v>0.028298019964</c:v>
                </c:pt>
                <c:pt idx="725">
                  <c:v>0.0284413250813</c:v>
                </c:pt>
                <c:pt idx="726">
                  <c:v>0.0285847896336</c:v>
                </c:pt>
                <c:pt idx="727">
                  <c:v>0.0287283850797</c:v>
                </c:pt>
                <c:pt idx="728">
                  <c:v>0.0288720824565</c:v>
                </c:pt>
                <c:pt idx="729">
                  <c:v>0.0290158524107</c:v>
                </c:pt>
                <c:pt idx="730">
                  <c:v>0.0291596652315</c:v>
                </c:pt>
                <c:pt idx="731">
                  <c:v>0.0293034908851</c:v>
                </c:pt>
                <c:pt idx="732">
                  <c:v>0.0294472990512</c:v>
                </c:pt>
                <c:pt idx="733">
                  <c:v>0.0295910591602</c:v>
                </c:pt>
                <c:pt idx="734">
                  <c:v>0.0297347404323</c:v>
                </c:pt>
                <c:pt idx="735">
                  <c:v>0.0298783119174</c:v>
                </c:pt>
                <c:pt idx="736">
                  <c:v>0.0300217425372</c:v>
                </c:pt>
                <c:pt idx="737">
                  <c:v>0.0301650011272</c:v>
                </c:pt>
                <c:pt idx="738">
                  <c:v>0.0303080564806</c:v>
                </c:pt>
                <c:pt idx="739">
                  <c:v>0.0304508773932</c:v>
                </c:pt>
                <c:pt idx="740">
                  <c:v>0.0305934327083</c:v>
                </c:pt>
                <c:pt idx="741">
                  <c:v>0.0307356913633</c:v>
                </c:pt>
                <c:pt idx="742">
                  <c:v>0.0308776224365</c:v>
                </c:pt>
                <c:pt idx="743">
                  <c:v>0.0310191951948</c:v>
                </c:pt>
                <c:pt idx="744">
                  <c:v>0.0311603791409</c:v>
                </c:pt>
                <c:pt idx="745">
                  <c:v>0.0313011440622</c:v>
                </c:pt>
                <c:pt idx="746">
                  <c:v>0.0314414600785</c:v>
                </c:pt>
                <c:pt idx="747">
                  <c:v>0.031581297691</c:v>
                </c:pt>
                <c:pt idx="748">
                  <c:v>0.0317206278305</c:v>
                </c:pt>
                <c:pt idx="749">
                  <c:v>0.0318594219055</c:v>
                </c:pt>
                <c:pt idx="750">
                  <c:v>0.0319976518505</c:v>
                </c:pt>
                <c:pt idx="751">
                  <c:v>0.0321352901737</c:v>
                </c:pt>
                <c:pt idx="752">
                  <c:v>0.0322723100037</c:v>
                </c:pt>
                <c:pt idx="753">
                  <c:v>0.0324086851368</c:v>
                </c:pt>
                <c:pt idx="754">
                  <c:v>0.0325443900821</c:v>
                </c:pt>
                <c:pt idx="755">
                  <c:v>0.0326794001073</c:v>
                </c:pt>
                <c:pt idx="756">
                  <c:v>0.0328136912826</c:v>
                </c:pt>
                <c:pt idx="757">
                  <c:v>0.032947240524</c:v>
                </c:pt>
                <c:pt idx="758">
                  <c:v>0.0330800256353</c:v>
                </c:pt>
                <c:pt idx="759">
                  <c:v>0.0332120253495</c:v>
                </c:pt>
                <c:pt idx="760">
                  <c:v>0.0333432193681</c:v>
                </c:pt>
                <c:pt idx="761">
                  <c:v>0.0334735884001</c:v>
                </c:pt>
                <c:pt idx="762">
                  <c:v>0.0336031141984</c:v>
                </c:pt>
                <c:pt idx="763">
                  <c:v>0.0337317795961</c:v>
                </c:pt>
                <c:pt idx="764">
                  <c:v>0.0338595685402</c:v>
                </c:pt>
                <c:pt idx="765">
                  <c:v>0.0339864661245</c:v>
                </c:pt>
                <c:pt idx="766">
                  <c:v>0.0341124586199</c:v>
                </c:pt>
                <c:pt idx="767">
                  <c:v>0.0342375335044</c:v>
                </c:pt>
                <c:pt idx="768">
                  <c:v>0.0343616794902</c:v>
                </c:pt>
                <c:pt idx="769">
                  <c:v>0.0344848865498</c:v>
                </c:pt>
                <c:pt idx="770">
                  <c:v>0.0346071459395</c:v>
                </c:pt>
                <c:pt idx="771">
                  <c:v>0.0347284502223</c:v>
                </c:pt>
                <c:pt idx="772">
                  <c:v>0.0348487932876</c:v>
                </c:pt>
                <c:pt idx="773">
                  <c:v>0.0349681703703</c:v>
                </c:pt>
                <c:pt idx="774">
                  <c:v>0.0350865780668</c:v>
                </c:pt>
                <c:pt idx="775">
                  <c:v>0.0352040143503</c:v>
                </c:pt>
                <c:pt idx="776">
                  <c:v>0.0353204785832</c:v>
                </c:pt>
                <c:pt idx="777">
                  <c:v>0.0354359715278</c:v>
                </c:pt>
                <c:pt idx="778">
                  <c:v>0.035550495356</c:v>
                </c:pt>
                <c:pt idx="779">
                  <c:v>0.0356640536552</c:v>
                </c:pt>
                <c:pt idx="780">
                  <c:v>0.0357766514342</c:v>
                </c:pt>
                <c:pt idx="781">
                  <c:v>0.035888295126</c:v>
                </c:pt>
                <c:pt idx="782">
                  <c:v>0.0359989925888</c:v>
                </c:pt>
                <c:pt idx="783">
                  <c:v>0.0361087531051</c:v>
                </c:pt>
                <c:pt idx="784">
                  <c:v>0.0362175873795</c:v>
                </c:pt>
                <c:pt idx="785">
                  <c:v>0.0363255075332</c:v>
                </c:pt>
                <c:pt idx="786">
                  <c:v>0.0364325270982</c:v>
                </c:pt>
                <c:pt idx="787">
                  <c:v>0.0365386610081</c:v>
                </c:pt>
                <c:pt idx="788">
                  <c:v>0.036643925588</c:v>
                </c:pt>
                <c:pt idx="789">
                  <c:v>0.036748338542</c:v>
                </c:pt>
                <c:pt idx="790">
                  <c:v>0.0368519189391</c:v>
                </c:pt>
                <c:pt idx="791">
                  <c:v>0.0369546871973</c:v>
                </c:pt>
                <c:pt idx="792">
                  <c:v>0.0370566650654</c:v>
                </c:pt>
                <c:pt idx="793">
                  <c:v>0.0371578756033</c:v>
                </c:pt>
                <c:pt idx="794">
                  <c:v>0.0372583431611</c:v>
                </c:pt>
                <c:pt idx="795">
                  <c:v>0.037358093355</c:v>
                </c:pt>
                <c:pt idx="796">
                  <c:v>0.0374571530433</c:v>
                </c:pt>
                <c:pt idx="797">
                  <c:v>0.0375555502992</c:v>
                </c:pt>
                <c:pt idx="798">
                  <c:v>0.0376533143829</c:v>
                </c:pt>
                <c:pt idx="799">
                  <c:v>0.0377504757117</c:v>
                </c:pt>
                <c:pt idx="800">
                  <c:v>0.0378470658287</c:v>
                </c:pt>
                <c:pt idx="801">
                  <c:v>0.03794311737</c:v>
                </c:pt>
                <c:pt idx="802">
                  <c:v>0.0380386640307</c:v>
                </c:pt>
                <c:pt idx="803">
                  <c:v>0.0381337405292</c:v>
                </c:pt>
                <c:pt idx="804">
                  <c:v>0.0382283825702</c:v>
                </c:pt>
                <c:pt idx="805">
                  <c:v>0.038322626807</c:v>
                </c:pt>
                <c:pt idx="806">
                  <c:v>0.0384165108021</c:v>
                </c:pt>
                <c:pt idx="807">
                  <c:v>0.038510072987</c:v>
                </c:pt>
                <c:pt idx="808">
                  <c:v>0.0386033526211</c:v>
                </c:pt>
                <c:pt idx="809">
                  <c:v>0.0386963897494</c:v>
                </c:pt>
                <c:pt idx="810">
                  <c:v>0.0387892251599</c:v>
                </c:pt>
                <c:pt idx="811">
                  <c:v>0.0388819003398</c:v>
                </c:pt>
                <c:pt idx="812">
                  <c:v>0.0389744574315</c:v>
                </c:pt>
                <c:pt idx="813">
                  <c:v>0.0390669391877</c:v>
                </c:pt>
                <c:pt idx="814">
                  <c:v>0.0391593889267</c:v>
                </c:pt>
                <c:pt idx="815">
                  <c:v>0.0392518504868</c:v>
                </c:pt>
                <c:pt idx="816">
                  <c:v>0.0393443681808</c:v>
                </c:pt>
                <c:pt idx="817">
                  <c:v>0.0394369867506</c:v>
                </c:pt>
                <c:pt idx="818">
                  <c:v>0.0395297513216</c:v>
                </c:pt>
                <c:pt idx="819">
                  <c:v>0.0396227073571</c:v>
                </c:pt>
                <c:pt idx="820">
                  <c:v>0.0397159006138</c:v>
                </c:pt>
                <c:pt idx="821">
                  <c:v>0.0398093770962</c:v>
                </c:pt>
                <c:pt idx="822">
                  <c:v>0.0399031830132</c:v>
                </c:pt>
                <c:pt idx="823">
                  <c:v>0.0399973647339</c:v>
                </c:pt>
                <c:pt idx="824">
                  <c:v>0.0400919687452</c:v>
                </c:pt>
                <c:pt idx="825">
                  <c:v>0.040187041609</c:v>
                </c:pt>
                <c:pt idx="826">
                  <c:v>0.0402826299213</c:v>
                </c:pt>
                <c:pt idx="827">
                  <c:v>0.0403787802721</c:v>
                </c:pt>
                <c:pt idx="828">
                  <c:v>0.0404755392061</c:v>
                </c:pt>
                <c:pt idx="829">
                  <c:v>0.0405729531846</c:v>
                </c:pt>
                <c:pt idx="830">
                  <c:v>0.0406710685489</c:v>
                </c:pt>
                <c:pt idx="831">
                  <c:v>0.0407699314849</c:v>
                </c:pt>
                <c:pt idx="832">
                  <c:v>0.0408695879891</c:v>
                </c:pt>
                <c:pt idx="833">
                  <c:v>0.0409700838358</c:v>
                </c:pt>
                <c:pt idx="834">
                  <c:v>0.0410714645468</c:v>
                </c:pt>
                <c:pt idx="835">
                  <c:v>0.041173775361</c:v>
                </c:pt>
                <c:pt idx="836">
                  <c:v>0.0412770612074</c:v>
                </c:pt>
                <c:pt idx="837">
                  <c:v>0.0413813666786</c:v>
                </c:pt>
                <c:pt idx="838">
                  <c:v>0.0414867360061</c:v>
                </c:pt>
                <c:pt idx="839">
                  <c:v>0.0415932130382</c:v>
                </c:pt>
                <c:pt idx="840">
                  <c:v>0.0417008412183</c:v>
                </c:pt>
                <c:pt idx="841">
                  <c:v>0.0418096635662</c:v>
                </c:pt>
                <c:pt idx="842">
                  <c:v>0.0419197226601</c:v>
                </c:pt>
                <c:pt idx="843">
                  <c:v>0.0420310606214</c:v>
                </c:pt>
                <c:pt idx="844">
                  <c:v>0.0421437191</c:v>
                </c:pt>
                <c:pt idx="845">
                  <c:v>0.0422577392629</c:v>
                </c:pt>
                <c:pt idx="846">
                  <c:v>0.0423731617827</c:v>
                </c:pt>
                <c:pt idx="847">
                  <c:v>0.0424900268297</c:v>
                </c:pt>
                <c:pt idx="848">
                  <c:v>0.0426083740638</c:v>
                </c:pt>
                <c:pt idx="849">
                  <c:v>0.0427282426297</c:v>
                </c:pt>
                <c:pt idx="850">
                  <c:v>0.0428496711525</c:v>
                </c:pt>
                <c:pt idx="851">
                  <c:v>0.0429726977353</c:v>
                </c:pt>
                <c:pt idx="852">
                  <c:v>0.0430973599587</c:v>
                </c:pt>
                <c:pt idx="853">
                  <c:v>0.0432236948809</c:v>
                </c:pt>
                <c:pt idx="854">
                  <c:v>0.0433517390399</c:v>
                </c:pt>
                <c:pt idx="855">
                  <c:v>0.0434815284569</c:v>
                </c:pt>
                <c:pt idx="856">
                  <c:v>0.0436130986407</c:v>
                </c:pt>
                <c:pt idx="857">
                  <c:v>0.043746484594</c:v>
                </c:pt>
                <c:pt idx="858">
                  <c:v>0.04388172082</c:v>
                </c:pt>
                <c:pt idx="859">
                  <c:v>0.044018841331</c:v>
                </c:pt>
                <c:pt idx="860">
                  <c:v>0.0441578796572</c:v>
                </c:pt>
                <c:pt idx="861">
                  <c:v>0.0442988688576</c:v>
                </c:pt>
                <c:pt idx="862">
                  <c:v>0.0444418415306</c:v>
                </c:pt>
                <c:pt idx="863">
                  <c:v>0.0445868298266</c:v>
                </c:pt>
                <c:pt idx="864">
                  <c:v>0.0447338654605</c:v>
                </c:pt>
                <c:pt idx="865">
                  <c:v>0.0448829797257</c:v>
                </c:pt>
                <c:pt idx="866">
                  <c:v>0.0450342035082</c:v>
                </c:pt>
                <c:pt idx="867">
                  <c:v>0.0451875673021</c:v>
                </c:pt>
                <c:pt idx="868">
                  <c:v>0.0453431012244</c:v>
                </c:pt>
                <c:pt idx="869">
                  <c:v>0.0455008350321</c:v>
                </c:pt>
                <c:pt idx="870">
                  <c:v>0.0456607981382</c:v>
                </c:pt>
                <c:pt idx="871">
                  <c:v>0.0458230196287</c:v>
                </c:pt>
                <c:pt idx="872">
                  <c:v>0.0459875282806</c:v>
                </c:pt>
                <c:pt idx="873">
                  <c:v>0.046154352579</c:v>
                </c:pt>
                <c:pt idx="874">
                  <c:v>0.0463235207357</c:v>
                </c:pt>
                <c:pt idx="875">
                  <c:v>0.0464950607068</c:v>
                </c:pt>
                <c:pt idx="876">
                  <c:v>0.0466690002119</c:v>
                </c:pt>
                <c:pt idx="877">
                  <c:v>0.0468453667522</c:v>
                </c:pt>
                <c:pt idx="878">
                  <c:v>0.0470241876295</c:v>
                </c:pt>
                <c:pt idx="879">
                  <c:v>0.0472054899646</c:v>
                </c:pt>
                <c:pt idx="880">
                  <c:v>0.0473893007169</c:v>
                </c:pt>
                <c:pt idx="881">
                  <c:v>0.0475756467023</c:v>
                </c:pt>
                <c:pt idx="882">
                  <c:v>0.047764554613</c:v>
                </c:pt>
                <c:pt idx="883">
                  <c:v>0.0479560510355</c:v>
                </c:pt>
                <c:pt idx="884">
                  <c:v>0.0481501624699</c:v>
                </c:pt>
                <c:pt idx="885">
                  <c:v>0.0483469153483</c:v>
                </c:pt>
                <c:pt idx="886">
                  <c:v>0.0485463360533</c:v>
                </c:pt>
                <c:pt idx="887">
                  <c:v>0.0487484509362</c:v>
                </c:pt>
                <c:pt idx="888">
                  <c:v>0.048953286336</c:v>
                </c:pt>
                <c:pt idx="889">
                  <c:v>0.0491608685963</c:v>
                </c:pt>
                <c:pt idx="890">
                  <c:v>0.0493712240842</c:v>
                </c:pt>
                <c:pt idx="891">
                  <c:v>0.0495843792074</c:v>
                </c:pt>
                <c:pt idx="892">
                  <c:v>0.0498003604319</c:v>
                </c:pt>
                <c:pt idx="893">
                  <c:v>0.0500191942992</c:v>
                </c:pt>
                <c:pt idx="894">
                  <c:v>0.050240907443</c:v>
                </c:pt>
                <c:pt idx="895">
                  <c:v>0.0504655266066</c:v>
                </c:pt>
                <c:pt idx="896">
                  <c:v>0.0506930786589</c:v>
                </c:pt>
                <c:pt idx="897">
                  <c:v>0.0509235906109</c:v>
                </c:pt>
                <c:pt idx="898">
                  <c:v>0.0511570896317</c:v>
                </c:pt>
                <c:pt idx="899">
                  <c:v>0.0513936030642</c:v>
                </c:pt>
                <c:pt idx="900">
                  <c:v>0.0516331584406</c:v>
                </c:pt>
                <c:pt idx="901">
                  <c:v>0.0518757834979</c:v>
                </c:pt>
                <c:pt idx="902">
                  <c:v>0.0521215061924</c:v>
                </c:pt>
                <c:pt idx="903">
                  <c:v>0.0523703547146</c:v>
                </c:pt>
                <c:pt idx="904">
                  <c:v>0.052622357504</c:v>
                </c:pt>
                <c:pt idx="905">
                  <c:v>0.0528775432626</c:v>
                </c:pt>
                <c:pt idx="906">
                  <c:v>0.0531359409694</c:v>
                </c:pt>
                <c:pt idx="907">
                  <c:v>0.0533975798936</c:v>
                </c:pt>
                <c:pt idx="908">
                  <c:v>0.0536624896084</c:v>
                </c:pt>
                <c:pt idx="909">
                  <c:v>0.0539307000037</c:v>
                </c:pt>
                <c:pt idx="910">
                  <c:v>0.0542022412992</c:v>
                </c:pt>
                <c:pt idx="911">
                  <c:v>0.0544771440569</c:v>
                </c:pt>
                <c:pt idx="912">
                  <c:v>0.0547554391935</c:v>
                </c:pt>
                <c:pt idx="913">
                  <c:v>0.0550371579926</c:v>
                </c:pt>
                <c:pt idx="914">
                  <c:v>0.0553223321163</c:v>
                </c:pt>
                <c:pt idx="915">
                  <c:v>0.0556109936169</c:v>
                </c:pt>
                <c:pt idx="916">
                  <c:v>0.0559031749483</c:v>
                </c:pt>
                <c:pt idx="917">
                  <c:v>0.0561989089771</c:v>
                </c:pt>
                <c:pt idx="918">
                  <c:v>0.0564982289934</c:v>
                </c:pt>
                <c:pt idx="919">
                  <c:v>0.0568011687215</c:v>
                </c:pt>
                <c:pt idx="920">
                  <c:v>0.0571077623302</c:v>
                </c:pt>
                <c:pt idx="921">
                  <c:v>0.0574180444431</c:v>
                </c:pt>
                <c:pt idx="922">
                  <c:v>0.0577320501483</c:v>
                </c:pt>
                <c:pt idx="923">
                  <c:v>0.0580498150085</c:v>
                </c:pt>
                <c:pt idx="924">
                  <c:v>0.0583713750698</c:v>
                </c:pt>
                <c:pt idx="925">
                  <c:v>0.0586967668717</c:v>
                </c:pt>
                <c:pt idx="926">
                  <c:v>0.0590260274553</c:v>
                </c:pt>
                <c:pt idx="927">
                  <c:v>0.0593591943728</c:v>
                </c:pt>
                <c:pt idx="928">
                  <c:v>0.0596963056955</c:v>
                </c:pt>
                <c:pt idx="929">
                  <c:v>0.0600374000222</c:v>
                </c:pt>
                <c:pt idx="930">
                  <c:v>0.0603825164875</c:v>
                </c:pt>
                <c:pt idx="931">
                  <c:v>0.0607316947692</c:v>
                </c:pt>
                <c:pt idx="932">
                  <c:v>0.0610849750964</c:v>
                </c:pt>
                <c:pt idx="933">
                  <c:v>0.0614423982562</c:v>
                </c:pt>
                <c:pt idx="934">
                  <c:v>0.0618040056011</c:v>
                </c:pt>
                <c:pt idx="935">
                  <c:v>0.0621698390562</c:v>
                </c:pt>
                <c:pt idx="936">
                  <c:v>0.0625399411248</c:v>
                </c:pt>
                <c:pt idx="937">
                  <c:v>0.0629143548956</c:v>
                </c:pt>
                <c:pt idx="938">
                  <c:v>0.0632931240481</c:v>
                </c:pt>
                <c:pt idx="939">
                  <c:v>0.0636762928589</c:v>
                </c:pt>
                <c:pt idx="940">
                  <c:v>0.0640639062066</c:v>
                </c:pt>
                <c:pt idx="941">
                  <c:v>0.0644560095772</c:v>
                </c:pt>
                <c:pt idx="942">
                  <c:v>0.0648526490688</c:v>
                </c:pt>
                <c:pt idx="943">
                  <c:v>0.0652538713965</c:v>
                </c:pt>
                <c:pt idx="944">
                  <c:v>0.0656597238962</c:v>
                </c:pt>
                <c:pt idx="945">
                  <c:v>0.0660702545284</c:v>
                </c:pt>
                <c:pt idx="946">
                  <c:v>0.0664855118821</c:v>
                </c:pt>
                <c:pt idx="947">
                  <c:v>0.0669055451775</c:v>
                </c:pt>
                <c:pt idx="948">
                  <c:v>0.0673304042692</c:v>
                </c:pt>
                <c:pt idx="949">
                  <c:v>0.0677601396479</c:v>
                </c:pt>
                <c:pt idx="950">
                  <c:v>0.068194802443</c:v>
                </c:pt>
                <c:pt idx="951">
                  <c:v>0.0686344444238</c:v>
                </c:pt>
                <c:pt idx="952">
                  <c:v>0.0690791180004</c:v>
                </c:pt>
                <c:pt idx="953">
                  <c:v>0.0695288762246</c:v>
                </c:pt>
                <c:pt idx="954">
                  <c:v>0.0699837727897</c:v>
                </c:pt>
                <c:pt idx="955">
                  <c:v>0.0704438620303</c:v>
                </c:pt>
                <c:pt idx="956">
                  <c:v>0.0709091989212</c:v>
                </c:pt>
                <c:pt idx="957">
                  <c:v>0.0713798390759</c:v>
                </c:pt>
                <c:pt idx="958">
                  <c:v>0.0718558387446</c:v>
                </c:pt>
                <c:pt idx="959">
                  <c:v>0.0723372548114</c:v>
                </c:pt>
                <c:pt idx="960">
                  <c:v>0.0728241447908</c:v>
                </c:pt>
                <c:pt idx="961">
                  <c:v>0.0733165668241</c:v>
                </c:pt>
                <c:pt idx="962">
                  <c:v>0.0738145796743</c:v>
                </c:pt>
                <c:pt idx="963">
                  <c:v>0.0743182427209</c:v>
                </c:pt>
                <c:pt idx="964">
                  <c:v>0.0748276159535</c:v>
                </c:pt>
                <c:pt idx="965">
                  <c:v>0.075342759965</c:v>
                </c:pt>
                <c:pt idx="966">
                  <c:v>0.0758637359439</c:v>
                </c:pt>
                <c:pt idx="967">
                  <c:v>0.0763906056652</c:v>
                </c:pt>
                <c:pt idx="968">
                  <c:v>0.0769234314813</c:v>
                </c:pt>
                <c:pt idx="969">
                  <c:v>0.0774622763114</c:v>
                </c:pt>
                <c:pt idx="970">
                  <c:v>0.0780072036297</c:v>
                </c:pt>
                <c:pt idx="971">
                  <c:v>0.0785582774536</c:v>
                </c:pt>
                <c:pt idx="972">
                  <c:v>0.0791155623292</c:v>
                </c:pt>
                <c:pt idx="973">
                  <c:v>0.0796791233177</c:v>
                </c:pt>
                <c:pt idx="974">
                  <c:v>0.0802490259789</c:v>
                </c:pt>
                <c:pt idx="975">
                  <c:v>0.0808253363545</c:v>
                </c:pt>
                <c:pt idx="976">
                  <c:v>0.0814081209498</c:v>
                </c:pt>
                <c:pt idx="977">
                  <c:v>0.0819974467144</c:v>
                </c:pt>
                <c:pt idx="978">
                  <c:v>0.0825933810213</c:v>
                </c:pt>
                <c:pt idx="979">
                  <c:v>0.0831959916445</c:v>
                </c:pt>
                <c:pt idx="980">
                  <c:v>0.0838053467357</c:v>
                </c:pt>
                <c:pt idx="981">
                  <c:v>0.0844215147991</c:v>
                </c:pt>
                <c:pt idx="982">
                  <c:v>0.0850445646648</c:v>
                </c:pt>
                <c:pt idx="983">
                  <c:v>0.0856745654602</c:v>
                </c:pt>
                <c:pt idx="984">
                  <c:v>0.0863115865808</c:v>
                </c:pt>
                <c:pt idx="985">
                  <c:v>0.0869556976582</c:v>
                </c:pt>
                <c:pt idx="986">
                  <c:v>0.0876069685269</c:v>
                </c:pt>
                <c:pt idx="987">
                  <c:v>0.0882654691893</c:v>
                </c:pt>
                <c:pt idx="988">
                  <c:v>0.0889312697788</c:v>
                </c:pt>
                <c:pt idx="989">
                  <c:v>0.0896044405205</c:v>
                </c:pt>
                <c:pt idx="990">
                  <c:v>0.090285051691</c:v>
                </c:pt>
                <c:pt idx="991">
                  <c:v>0.0909731735753</c:v>
                </c:pt>
                <c:pt idx="992">
                  <c:v>0.0916688764219</c:v>
                </c:pt>
                <c:pt idx="993">
                  <c:v>0.0923722303955</c:v>
                </c:pt>
                <c:pt idx="994">
                  <c:v>0.0930833055285</c:v>
                </c:pt>
                <c:pt idx="995">
                  <c:v>0.0938021716688</c:v>
                </c:pt>
                <c:pt idx="996">
                  <c:v>0.0945288984267</c:v>
                </c:pt>
                <c:pt idx="997">
                  <c:v>0.0952635551186</c:v>
                </c:pt>
                <c:pt idx="998">
                  <c:v>0.0960062107087</c:v>
                </c:pt>
                <c:pt idx="999">
                  <c:v>0.0967569337482</c:v>
                </c:pt>
                <c:pt idx="1000">
                  <c:v>0.0975157923124</c:v>
                </c:pt>
                <c:pt idx="1001">
                  <c:v>0.0982828539344</c:v>
                </c:pt>
                <c:pt idx="1002">
                  <c:v>0.0990581855376</c:v>
                </c:pt>
                <c:pt idx="1003">
                  <c:v>0.0998418533645</c:v>
                </c:pt>
                <c:pt idx="1004">
                  <c:v>0.100633922904</c:v>
                </c:pt>
                <c:pt idx="1005">
                  <c:v>0.101434458813</c:v>
                </c:pt>
                <c:pt idx="1006">
                  <c:v>0.102243524845</c:v>
                </c:pt>
                <c:pt idx="1007">
                  <c:v>0.103061183758</c:v>
                </c:pt>
                <c:pt idx="1008">
                  <c:v>0.103887497241</c:v>
                </c:pt>
                <c:pt idx="1009">
                  <c:v>0.104722525823</c:v>
                </c:pt>
                <c:pt idx="1010">
                  <c:v>0.105566328785</c:v>
                </c:pt>
                <c:pt idx="1011">
                  <c:v>0.106418964068</c:v>
                </c:pt>
                <c:pt idx="1012">
                  <c:v>0.10728048818</c:v>
                </c:pt>
                <c:pt idx="1013">
                  <c:v>0.108150956099</c:v>
                </c:pt>
                <c:pt idx="1014">
                  <c:v>0.109030421176</c:v>
                </c:pt>
                <c:pt idx="1015">
                  <c:v>0.10991893503</c:v>
                </c:pt>
                <c:pt idx="1016">
                  <c:v>0.110816547449</c:v>
                </c:pt>
                <c:pt idx="1017">
                  <c:v>0.11172330628</c:v>
                </c:pt>
                <c:pt idx="1018">
                  <c:v>0.112639257326</c:v>
                </c:pt>
                <c:pt idx="1019">
                  <c:v>0.11356444423</c:v>
                </c:pt>
                <c:pt idx="1020">
                  <c:v>0.114498908369</c:v>
                </c:pt>
                <c:pt idx="1021">
                  <c:v>0.115442688737</c:v>
                </c:pt>
                <c:pt idx="1022">
                  <c:v>0.11639582183</c:v>
                </c:pt>
                <c:pt idx="1023">
                  <c:v>0.117358341531</c:v>
                </c:pt>
                <c:pt idx="1024">
                  <c:v>0.118330278991</c:v>
                </c:pt>
                <c:pt idx="1025">
                  <c:v>0.119311662508</c:v>
                </c:pt>
                <c:pt idx="1026">
                  <c:v>0.120302517411</c:v>
                </c:pt>
                <c:pt idx="1027">
                  <c:v>0.121302865936</c:v>
                </c:pt>
                <c:pt idx="1028">
                  <c:v>0.122312727106</c:v>
                </c:pt>
                <c:pt idx="1029">
                  <c:v>0.123332116609</c:v>
                </c:pt>
                <c:pt idx="1030">
                  <c:v>0.124361046678</c:v>
                </c:pt>
                <c:pt idx="1031">
                  <c:v>0.125399525969</c:v>
                </c:pt>
                <c:pt idx="1032">
                  <c:v>0.126447559441</c:v>
                </c:pt>
                <c:pt idx="1033">
                  <c:v>0.127505148238</c:v>
                </c:pt>
                <c:pt idx="1034">
                  <c:v>0.128572289567</c:v>
                </c:pt>
                <c:pt idx="1035">
                  <c:v>0.129648976589</c:v>
                </c:pt>
                <c:pt idx="1036">
                  <c:v>0.130735198296</c:v>
                </c:pt>
                <c:pt idx="1037">
                  <c:v>0.131830939407</c:v>
                </c:pt>
                <c:pt idx="1038">
                  <c:v>0.132936180254</c:v>
                </c:pt>
                <c:pt idx="1039">
                  <c:v>0.134050896678</c:v>
                </c:pt>
                <c:pt idx="1040">
                  <c:v>0.135175059927</c:v>
                </c:pt>
                <c:pt idx="1041">
                  <c:v>0.136308636557</c:v>
                </c:pt>
                <c:pt idx="1042">
                  <c:v>0.137451588338</c:v>
                </c:pt>
                <c:pt idx="1043">
                  <c:v>0.138603872167</c:v>
                </c:pt>
                <c:pt idx="1044">
                  <c:v>0.139765439984</c:v>
                </c:pt>
                <c:pt idx="1045">
                  <c:v>0.140936238692</c:v>
                </c:pt>
                <c:pt idx="1046">
                  <c:v>0.142116210089</c:v>
                </c:pt>
                <c:pt idx="1047">
                  <c:v>0.143305290801</c:v>
                </c:pt>
                <c:pt idx="1048">
                  <c:v>0.144503412224</c:v>
                </c:pt>
                <c:pt idx="1049">
                  <c:v>0.145710500478</c:v>
                </c:pt>
                <c:pt idx="1050">
                  <c:v>0.146926476357</c:v>
                </c:pt>
                <c:pt idx="1051">
                  <c:v>0.148151255306</c:v>
                </c:pt>
                <c:pt idx="1052">
                  <c:v>0.149384747385</c:v>
                </c:pt>
                <c:pt idx="1053">
                  <c:v>0.150626857261</c:v>
                </c:pt>
                <c:pt idx="1054">
                  <c:v>0.151877484199</c:v>
                </c:pt>
                <c:pt idx="1055">
                  <c:v>0.153136522067</c:v>
                </c:pt>
                <c:pt idx="1056">
                  <c:v>0.154403859347</c:v>
                </c:pt>
                <c:pt idx="1057">
                  <c:v>0.155679379163</c:v>
                </c:pt>
                <c:pt idx="1058">
                  <c:v>0.156962959312</c:v>
                </c:pt>
                <c:pt idx="1059">
                  <c:v>0.158254472315</c:v>
                </c:pt>
                <c:pt idx="1060">
                  <c:v>0.159553785472</c:v>
                </c:pt>
                <c:pt idx="1061">
                  <c:v>0.160860760928</c:v>
                </c:pt>
                <c:pt idx="1062">
                  <c:v>0.162175255757</c:v>
                </c:pt>
                <c:pt idx="1063">
                  <c:v>0.163497122052</c:v>
                </c:pt>
                <c:pt idx="1064">
                  <c:v>0.164826207028</c:v>
                </c:pt>
                <c:pt idx="1065">
                  <c:v>0.166162353136</c:v>
                </c:pt>
                <c:pt idx="1066">
                  <c:v>0.167505398188</c:v>
                </c:pt>
                <c:pt idx="1067">
                  <c:v>0.168855175498</c:v>
                </c:pt>
                <c:pt idx="1068">
                  <c:v>0.170211514027</c:v>
                </c:pt>
                <c:pt idx="1069">
                  <c:v>0.171574238542</c:v>
                </c:pt>
                <c:pt idx="1070">
                  <c:v>0.172943169788</c:v>
                </c:pt>
                <c:pt idx="1071">
                  <c:v>0.174318124667</c:v>
                </c:pt>
                <c:pt idx="1072">
                  <c:v>0.175698916427</c:v>
                </c:pt>
                <c:pt idx="1073">
                  <c:v>0.177085354864</c:v>
                </c:pt>
                <c:pt idx="1074">
                  <c:v>0.178477246529</c:v>
                </c:pt>
                <c:pt idx="1075">
                  <c:v>0.179874394945</c:v>
                </c:pt>
                <c:pt idx="1076">
                  <c:v>0.181276600834</c:v>
                </c:pt>
                <c:pt idx="1077">
                  <c:v>0.182683662346</c:v>
                </c:pt>
                <c:pt idx="1078">
                  <c:v>0.184095375302</c:v>
                </c:pt>
                <c:pt idx="1079">
                  <c:v>0.185511533437</c:v>
                </c:pt>
                <c:pt idx="1080">
                  <c:v>0.186931928651</c:v>
                </c:pt>
                <c:pt idx="1081">
                  <c:v>0.188356351265</c:v>
                </c:pt>
                <c:pt idx="1082">
                  <c:v>0.18978459028</c:v>
                </c:pt>
                <c:pt idx="1083">
                  <c:v>0.191216433638</c:v>
                </c:pt>
                <c:pt idx="1084">
                  <c:v>0.192651668487</c:v>
                </c:pt>
                <c:pt idx="1085">
                  <c:v>0.194090081448</c:v>
                </c:pt>
                <c:pt idx="1086">
                  <c:v>0.195531458881</c:v>
                </c:pt>
                <c:pt idx="1087">
                  <c:v>0.196975587152</c:v>
                </c:pt>
                <c:pt idx="1088">
                  <c:v>0.198422252897</c:v>
                </c:pt>
                <c:pt idx="1089">
                  <c:v>0.199871243288</c:v>
                </c:pt>
                <c:pt idx="1090">
                  <c:v>0.201322346292</c:v>
                </c:pt>
                <c:pt idx="1091">
                  <c:v>0.202775350931</c:v>
                </c:pt>
                <c:pt idx="1092">
                  <c:v>0.204230047535</c:v>
                </c:pt>
                <c:pt idx="1093">
                  <c:v>0.205686227991</c:v>
                </c:pt>
                <c:pt idx="1094">
                  <c:v>0.207143685988</c:v>
                </c:pt>
                <c:pt idx="1095">
                  <c:v>0.208602217251</c:v>
                </c:pt>
                <c:pt idx="1096">
                  <c:v>0.210061619776</c:v>
                </c:pt>
                <c:pt idx="1097">
                  <c:v>0.211521694048</c:v>
                </c:pt>
                <c:pt idx="1098">
                  <c:v>0.212982243263</c:v>
                </c:pt>
                <c:pt idx="1099">
                  <c:v>0.214443073527</c:v>
                </c:pt>
                <c:pt idx="1100">
                  <c:v>0.215903994061</c:v>
                </c:pt>
                <c:pt idx="1101">
                  <c:v>0.217364817383</c:v>
                </c:pt>
                <c:pt idx="1102">
                  <c:v>0.218825359491</c:v>
                </c:pt>
                <c:pt idx="1103">
                  <c:v>0.220285440029</c:v>
                </c:pt>
                <c:pt idx="1104">
                  <c:v>0.221744882448</c:v>
                </c:pt>
                <c:pt idx="1105">
                  <c:v>0.22320351415</c:v>
                </c:pt>
                <c:pt idx="1106">
                  <c:v>0.224661166628</c:v>
                </c:pt>
                <c:pt idx="1107">
                  <c:v>0.226117675587</c:v>
                </c:pt>
                <c:pt idx="1108">
                  <c:v>0.227572881066</c:v>
                </c:pt>
                <c:pt idx="1109">
                  <c:v>0.229026627537</c:v>
                </c:pt>
                <c:pt idx="1110">
                  <c:v>0.230478763998</c:v>
                </c:pt>
                <c:pt idx="1111">
                  <c:v>0.231929144055</c:v>
                </c:pt>
                <c:pt idx="1112">
                  <c:v>0.233377625997</c:v>
                </c:pt>
                <c:pt idx="1113">
                  <c:v>0.234824072849</c:v>
                </c:pt>
                <c:pt idx="1114">
                  <c:v>0.236268352427</c:v>
                </c:pt>
                <c:pt idx="1115">
                  <c:v>0.237710337378</c:v>
                </c:pt>
                <c:pt idx="1116">
                  <c:v>0.239149905202</c:v>
                </c:pt>
                <c:pt idx="1117">
                  <c:v>0.240586938281</c:v>
                </c:pt>
                <c:pt idx="1118">
                  <c:v>0.242021323879</c:v>
                </c:pt>
                <c:pt idx="1119">
                  <c:v>0.243452954149</c:v>
                </c:pt>
                <c:pt idx="1120">
                  <c:v>0.244881726121</c:v>
                </c:pt>
                <c:pt idx="1121">
                  <c:v>0.246307541686</c:v>
                </c:pt>
                <c:pt idx="1122">
                  <c:v>0.247730307569</c:v>
                </c:pt>
                <c:pt idx="1123">
                  <c:v>0.249149935294</c:v>
                </c:pt>
                <c:pt idx="1124">
                  <c:v>0.250566341147</c:v>
                </c:pt>
                <c:pt idx="1125">
                  <c:v>0.251979446123</c:v>
                </c:pt>
                <c:pt idx="1126">
                  <c:v>0.253389175873</c:v>
                </c:pt>
                <c:pt idx="1127">
                  <c:v>0.254795460641</c:v>
                </c:pt>
                <c:pt idx="1128">
                  <c:v>0.256198235197</c:v>
                </c:pt>
                <c:pt idx="1129">
                  <c:v>0.257597438764</c:v>
                </c:pt>
                <c:pt idx="1130">
                  <c:v>0.258993014935</c:v>
                </c:pt>
                <c:pt idx="1131">
                  <c:v>0.260384911596</c:v>
                </c:pt>
                <c:pt idx="1132">
                  <c:v>0.261773080831</c:v>
                </c:pt>
                <c:pt idx="1133">
                  <c:v>0.263157478832</c:v>
                </c:pt>
                <c:pt idx="1134">
                  <c:v>0.264538065802</c:v>
                </c:pt>
                <c:pt idx="1135">
                  <c:v>0.265914805853</c:v>
                </c:pt>
                <c:pt idx="1136">
                  <c:v>0.267287666905</c:v>
                </c:pt>
                <c:pt idx="1137">
                  <c:v>0.268656620574</c:v>
                </c:pt>
                <c:pt idx="1138">
                  <c:v>0.270021642065</c:v>
                </c:pt>
                <c:pt idx="1139">
                  <c:v>0.271382710058</c:v>
                </c:pt>
                <c:pt idx="1140">
                  <c:v>0.272739806594</c:v>
                </c:pt>
                <c:pt idx="1141">
                  <c:v>0.274092916954</c:v>
                </c:pt>
                <c:pt idx="1142">
                  <c:v>0.275442029541</c:v>
                </c:pt>
                <c:pt idx="1143">
                  <c:v>0.276787135758</c:v>
                </c:pt>
                <c:pt idx="1144">
                  <c:v>0.278128229883</c:v>
                </c:pt>
                <c:pt idx="1145">
                  <c:v>0.279465308943</c:v>
                </c:pt>
                <c:pt idx="1146">
                  <c:v>0.280798372583</c:v>
                </c:pt>
                <c:pt idx="1147">
                  <c:v>0.282127422944</c:v>
                </c:pt>
                <c:pt idx="1148">
                  <c:v>0.283452464521</c:v>
                </c:pt>
                <c:pt idx="1149">
                  <c:v>0.284773504037</c:v>
                </c:pt>
                <c:pt idx="1150">
                  <c:v>0.286090550304</c:v>
                </c:pt>
                <c:pt idx="1151">
                  <c:v>0.287403614086</c:v>
                </c:pt>
                <c:pt idx="1152">
                  <c:v>0.288712707959</c:v>
                </c:pt>
                <c:pt idx="1153">
                  <c:v>0.290017846169</c:v>
                </c:pt>
                <c:pt idx="1154">
                  <c:v>0.291319044488</c:v>
                </c:pt>
                <c:pt idx="1155">
                  <c:v>0.292616320066</c:v>
                </c:pt>
                <c:pt idx="1156">
                  <c:v>0.293909691282</c:v>
                </c:pt>
                <c:pt idx="1157">
                  <c:v>0.295199177593</c:v>
                </c:pt>
                <c:pt idx="1158">
                  <c:v>0.296484799374</c:v>
                </c:pt>
                <c:pt idx="1159">
                  <c:v>0.297766577762</c:v>
                </c:pt>
                <c:pt idx="1160">
                  <c:v>0.299044534494</c:v>
                </c:pt>
                <c:pt idx="1161">
                  <c:v>0.300318691737</c:v>
                </c:pt>
                <c:pt idx="1162">
                  <c:v>0.301589071921</c:v>
                </c:pt>
                <c:pt idx="1163">
                  <c:v>0.302855697559</c:v>
                </c:pt>
                <c:pt idx="1164">
                  <c:v>0.304118591071</c:v>
                </c:pt>
                <c:pt idx="1165">
                  <c:v>0.305377774598</c:v>
                </c:pt>
                <c:pt idx="1166">
                  <c:v>0.306633269809</c:v>
                </c:pt>
                <c:pt idx="1167">
                  <c:v>0.307885097709</c:v>
                </c:pt>
                <c:pt idx="1168">
                  <c:v>0.309133278435</c:v>
                </c:pt>
                <c:pt idx="1169">
                  <c:v>0.310377831046</c:v>
                </c:pt>
                <c:pt idx="1170">
                  <c:v>0.311618773313</c:v>
                </c:pt>
                <c:pt idx="1171">
                  <c:v>0.312856121493</c:v>
                </c:pt>
                <c:pt idx="1172">
                  <c:v>0.314089890105</c:v>
                </c:pt>
                <c:pt idx="1173">
                  <c:v>0.315320091691</c:v>
                </c:pt>
                <c:pt idx="1174">
                  <c:v>0.316546736576</c:v>
                </c:pt>
                <c:pt idx="1175">
                  <c:v>0.317769832618</c:v>
                </c:pt>
                <c:pt idx="1176">
                  <c:v>0.318989384946</c:v>
                </c:pt>
                <c:pt idx="1177">
                  <c:v>0.320205395701</c:v>
                </c:pt>
                <c:pt idx="1178">
                  <c:v>0.321417863756</c:v>
                </c:pt>
                <c:pt idx="1179">
                  <c:v>0.322626784441</c:v>
                </c:pt>
                <c:pt idx="1180">
                  <c:v>0.323832149248</c:v>
                </c:pt>
                <c:pt idx="1181">
                  <c:v>0.32503394554</c:v>
                </c:pt>
                <c:pt idx="1182">
                  <c:v>0.326232156243</c:v>
                </c:pt>
                <c:pt idx="1183">
                  <c:v>0.327426759536</c:v>
                </c:pt>
                <c:pt idx="1184">
                  <c:v>0.328617728533</c:v>
                </c:pt>
                <c:pt idx="1185">
                  <c:v>0.329805030956</c:v>
                </c:pt>
                <c:pt idx="1186">
                  <c:v>0.330988628805</c:v>
                </c:pt>
                <c:pt idx="1187">
                  <c:v>0.33216847802</c:v>
                </c:pt>
                <c:pt idx="1188">
                  <c:v>0.333344528137</c:v>
                </c:pt>
                <c:pt idx="1189">
                  <c:v>0.334516721945</c:v>
                </c:pt>
                <c:pt idx="1190">
                  <c:v>0.335684995127</c:v>
                </c:pt>
                <c:pt idx="1191">
                  <c:v>0.336849275914</c:v>
                </c:pt>
                <c:pt idx="1192">
                  <c:v>0.338009484722</c:v>
                </c:pt>
                <c:pt idx="1193">
                  <c:v>0.339165533794</c:v>
                </c:pt>
                <c:pt idx="1194">
                  <c:v>0.340317326847</c:v>
                </c:pt>
                <c:pt idx="1195">
                  <c:v>0.341464758708</c:v>
                </c:pt>
                <c:pt idx="1196">
                  <c:v>0.34260771496</c:v>
                </c:pt>
                <c:pt idx="1197">
                  <c:v>0.343746071591</c:v>
                </c:pt>
                <c:pt idx="1198">
                  <c:v>0.344879694644</c:v>
                </c:pt>
                <c:pt idx="1199">
                  <c:v>0.346008439876</c:v>
                </c:pt>
                <c:pt idx="1200">
                  <c:v>0.347132152422</c:v>
                </c:pt>
                <c:pt idx="1201">
                  <c:v>0.34825066647</c:v>
                </c:pt>
                <c:pt idx="1202">
                  <c:v>0.349363804944</c:v>
                </c:pt>
                <c:pt idx="1203">
                  <c:v>0.350471379204</c:v>
                </c:pt>
                <c:pt idx="1204">
                  <c:v>0.35157318875</c:v>
                </c:pt>
                <c:pt idx="1205">
                  <c:v>0.352669020955</c:v>
                </c:pt>
                <c:pt idx="1206">
                  <c:v>0.3537586508</c:v>
                </c:pt>
                <c:pt idx="1207">
                  <c:v>0.354841840642</c:v>
                </c:pt>
                <c:pt idx="1208">
                  <c:v>0.35591833999</c:v>
                </c:pt>
                <c:pt idx="1209">
                  <c:v>0.356987885311</c:v>
                </c:pt>
                <c:pt idx="1210">
                  <c:v>0.358050199857</c:v>
                </c:pt>
                <c:pt idx="1211">
                  <c:v>0.359104993515</c:v>
                </c:pt>
                <c:pt idx="1212">
                  <c:v>0.360151962691</c:v>
                </c:pt>
                <c:pt idx="1213">
                  <c:v>0.361190790211</c:v>
                </c:pt>
                <c:pt idx="1214">
                  <c:v>0.362221145262</c:v>
                </c:pt>
                <c:pt idx="1215">
                  <c:v>0.363242683357</c:v>
                </c:pt>
                <c:pt idx="1216">
                  <c:v>0.364255046338</c:v>
                </c:pt>
                <c:pt idx="1217">
                  <c:v>0.365257862405</c:v>
                </c:pt>
                <c:pt idx="1218">
                  <c:v>0.366250746187</c:v>
                </c:pt>
                <c:pt idx="1219">
                  <c:v>0.367233298839</c:v>
                </c:pt>
                <c:pt idx="1220">
                  <c:v>0.368205108187</c:v>
                </c:pt>
                <c:pt idx="1221">
                  <c:v>0.369165748894</c:v>
                </c:pt>
                <c:pt idx="1222">
                  <c:v>0.37011478268</c:v>
                </c:pt>
                <c:pt idx="1223">
                  <c:v>0.37105175856</c:v>
                </c:pt>
                <c:pt idx="1224">
                  <c:v>0.371976213137</c:v>
                </c:pt>
                <c:pt idx="1225">
                  <c:v>0.372887670917</c:v>
                </c:pt>
                <c:pt idx="1226">
                  <c:v>0.373785644673</c:v>
                </c:pt>
                <c:pt idx="1227">
                  <c:v>0.374669635836</c:v>
                </c:pt>
                <c:pt idx="1228">
                  <c:v>0.375539134923</c:v>
                </c:pt>
                <c:pt idx="1229">
                  <c:v>0.376393622008</c:v>
                </c:pt>
                <c:pt idx="1230">
                  <c:v>0.377232567211</c:v>
                </c:pt>
                <c:pt idx="1231">
                  <c:v>0.378055431236</c:v>
                </c:pt>
                <c:pt idx="1232">
                  <c:v>0.378861665931</c:v>
                </c:pt>
                <c:pt idx="1233">
                  <c:v>0.379650714878</c:v>
                </c:pt>
                <c:pt idx="1234">
                  <c:v>0.380422014012</c:v>
                </c:pt>
                <c:pt idx="1235">
                  <c:v>0.381174992272</c:v>
                </c:pt>
                <c:pt idx="1236">
                  <c:v>0.381909072266</c:v>
                </c:pt>
                <c:pt idx="1237">
                  <c:v>0.382623670967</c:v>
                </c:pt>
                <c:pt idx="1238">
                  <c:v>0.383318200426</c:v>
                </c:pt>
                <c:pt idx="1239">
                  <c:v>0.383992068506</c:v>
                </c:pt>
                <c:pt idx="1240">
                  <c:v>0.384644679628</c:v>
                </c:pt>
                <c:pt idx="1241">
                  <c:v>0.385275435535</c:v>
                </c:pt>
                <c:pt idx="1242">
                  <c:v>0.385883736064</c:v>
                </c:pt>
                <c:pt idx="1243">
                  <c:v>0.386468979933</c:v>
                </c:pt>
                <c:pt idx="1244">
                  <c:v>0.387030565529</c:v>
                </c:pt>
                <c:pt idx="1245">
                  <c:v>0.387567891707</c:v>
                </c:pt>
                <c:pt idx="1246">
                  <c:v>0.388080358585</c:v>
                </c:pt>
                <c:pt idx="1247">
                  <c:v>0.38856736835</c:v>
                </c:pt>
                <c:pt idx="1248">
                  <c:v>0.38902832605</c:v>
                </c:pt>
                <c:pt idx="1249">
                  <c:v>0.389462640399</c:v>
                </c:pt>
                <c:pt idx="1250">
                  <c:v>0.389869724559</c:v>
                </c:pt>
                <c:pt idx="1251">
                  <c:v>0.390248996935</c:v>
                </c:pt>
                <c:pt idx="1252">
                  <c:v>0.390599881946</c:v>
                </c:pt>
                <c:pt idx="1253">
                  <c:v>0.390921810799</c:v>
                </c:pt>
                <c:pt idx="1254">
                  <c:v>0.391214222246</c:v>
                </c:pt>
                <c:pt idx="1255">
                  <c:v>0.391476563334</c:v>
                </c:pt>
                <c:pt idx="1256">
                  <c:v>0.391708290142</c:v>
                </c:pt>
                <c:pt idx="1257">
                  <c:v>0.391908868506</c:v>
                </c:pt>
                <c:pt idx="1258">
                  <c:v>0.392077774731</c:v>
                </c:pt>
                <c:pt idx="1259">
                  <c:v>0.392214496292</c:v>
                </c:pt>
                <c:pt idx="1260">
                  <c:v>0.392318532523</c:v>
                </c:pt>
                <c:pt idx="1261">
                  <c:v>0.392389395288</c:v>
                </c:pt>
                <c:pt idx="1262">
                  <c:v>0.392426609647</c:v>
                </c:pt>
                <c:pt idx="1263">
                  <c:v>0.392429714507</c:v>
                </c:pt>
                <c:pt idx="1264">
                  <c:v>0.392398263259</c:v>
                </c:pt>
                <c:pt idx="1265">
                  <c:v>0.39233182441</c:v>
                </c:pt>
                <c:pt idx="1266">
                  <c:v>0.392229982199</c:v>
                </c:pt>
                <c:pt idx="1267">
                  <c:v>0.39209233721</c:v>
                </c:pt>
                <c:pt idx="1268">
                  <c:v>0.391918506972</c:v>
                </c:pt>
                <c:pt idx="1269">
                  <c:v>0.391708126548</c:v>
                </c:pt>
                <c:pt idx="1270">
                  <c:v>0.391460849131</c:v>
                </c:pt>
                <c:pt idx="1271">
                  <c:v>0.391176346614</c:v>
                </c:pt>
                <c:pt idx="1272">
                  <c:v>0.390854310172</c:v>
                </c:pt>
                <c:pt idx="1273">
                  <c:v>0.390494450826</c:v>
                </c:pt>
                <c:pt idx="1274">
                  <c:v>0.390096500009</c:v>
                </c:pt>
                <c:pt idx="1275">
                  <c:v>0.389660210127</c:v>
                </c:pt>
                <c:pt idx="1276">
                  <c:v>0.389185355109</c:v>
                </c:pt>
                <c:pt idx="1277">
                  <c:v>0.388671730961</c:v>
                </c:pt>
                <c:pt idx="1278">
                  <c:v>0.388119156306</c:v>
                </c:pt>
                <c:pt idx="1279">
                  <c:v>0.387527472927</c:v>
                </c:pt>
                <c:pt idx="1280">
                  <c:v>0.38689654629</c:v>
                </c:pt>
                <c:pt idx="1281">
                  <c:v>0.386226266076</c:v>
                </c:pt>
                <c:pt idx="1282">
                  <c:v>0.385516546685</c:v>
                </c:pt>
                <c:pt idx="1283">
                  <c:v>0.384767327744</c:v>
                </c:pt>
                <c:pt idx="1284">
                  <c:v>0.383978574593</c:v>
                </c:pt>
                <c:pt idx="1285">
                  <c:v>0.383150278758</c:v>
                </c:pt>
                <c:pt idx="1286">
                  <c:v>0.382282458407</c:v>
                </c:pt>
                <c:pt idx="1287">
                  <c:v>0.381375158783</c:v>
                </c:pt>
                <c:pt idx="1288">
                  <c:v>0.380428452618</c:v>
                </c:pt>
                <c:pt idx="1289">
                  <c:v>0.379442440517</c:v>
                </c:pt>
                <c:pt idx="1290">
                  <c:v>0.378417251314</c:v>
                </c:pt>
                <c:pt idx="1291">
                  <c:v>0.377353042396</c:v>
                </c:pt>
                <c:pt idx="1292">
                  <c:v>0.37624999999</c:v>
                </c:pt>
                <c:pt idx="1293">
                  <c:v>0.375108339412</c:v>
                </c:pt>
                <c:pt idx="1294">
                  <c:v>0.37392830527</c:v>
                </c:pt>
                <c:pt idx="1295">
                  <c:v>0.372710171629</c:v>
                </c:pt>
                <c:pt idx="1296">
                  <c:v>0.371454242117</c:v>
                </c:pt>
                <c:pt idx="1297">
                  <c:v>0.370160849984</c:v>
                </c:pt>
                <c:pt idx="1298">
                  <c:v>0.368830358106</c:v>
                </c:pt>
                <c:pt idx="1299">
                  <c:v>0.36746315893</c:v>
                </c:pt>
                <c:pt idx="1300">
                  <c:v>0.366059674359</c:v>
                </c:pt>
                <c:pt idx="1301">
                  <c:v>0.364620355569</c:v>
                </c:pt>
                <c:pt idx="1302">
                  <c:v>0.363145682771</c:v>
                </c:pt>
                <c:pt idx="1303">
                  <c:v>0.361636164896</c:v>
                </c:pt>
                <c:pt idx="1304">
                  <c:v>0.360092339221</c:v>
                </c:pt>
                <c:pt idx="1305">
                  <c:v>0.35851477092</c:v>
                </c:pt>
                <c:pt idx="1306">
                  <c:v>0.356904052545</c:v>
                </c:pt>
                <c:pt idx="1307">
                  <c:v>0.355260803445</c:v>
                </c:pt>
                <c:pt idx="1308">
                  <c:v>0.35358566911</c:v>
                </c:pt>
                <c:pt idx="1309">
                  <c:v>0.351879320443</c:v>
                </c:pt>
                <c:pt idx="1310">
                  <c:v>0.350142452975</c:v>
                </c:pt>
                <c:pt idx="1311">
                  <c:v>0.348375786007</c:v>
                </c:pt>
                <c:pt idx="1312">
                  <c:v>0.346580061687</c:v>
                </c:pt>
                <c:pt idx="1313">
                  <c:v>0.344756044034</c:v>
                </c:pt>
                <c:pt idx="1314">
                  <c:v>0.342904517894</c:v>
                </c:pt>
                <c:pt idx="1315">
                  <c:v>0.341026287849</c:v>
                </c:pt>
                <c:pt idx="1316">
                  <c:v>0.339122177067</c:v>
                </c:pt>
                <c:pt idx="1317">
                  <c:v>0.337193026113</c:v>
                </c:pt>
                <c:pt idx="1318">
                  <c:v>0.335239691705</c:v>
                </c:pt>
                <c:pt idx="1319">
                  <c:v>0.333263045445</c:v>
                </c:pt>
                <c:pt idx="1320">
                  <c:v>0.3312639725</c:v>
                </c:pt>
                <c:pt idx="1321">
                  <c:v>0.329243370269</c:v>
                </c:pt>
                <c:pt idx="1322">
                  <c:v>0.327202147011</c:v>
                </c:pt>
                <c:pt idx="1323">
                  <c:v>0.325141220465</c:v>
                </c:pt>
                <c:pt idx="1324">
                  <c:v>0.323061516447</c:v>
                </c:pt>
                <c:pt idx="1325">
                  <c:v>0.320963967443</c:v>
                </c:pt>
                <c:pt idx="1326">
                  <c:v>0.318849511197</c:v>
                </c:pt>
                <c:pt idx="1327">
                  <c:v>0.316719089301</c:v>
                </c:pt>
                <c:pt idx="1328">
                  <c:v>0.314573645786</c:v>
                </c:pt>
                <c:pt idx="1329">
                  <c:v>0.31241412573</c:v>
                </c:pt>
                <c:pt idx="1330">
                  <c:v>0.310241473882</c:v>
                </c:pt>
                <c:pt idx="1331">
                  <c:v>0.308056633302</c:v>
                </c:pt>
                <c:pt idx="1332">
                  <c:v>0.30586054403</c:v>
                </c:pt>
                <c:pt idx="1333">
                  <c:v>0.303654141786</c:v>
                </c:pt>
                <c:pt idx="1334">
                  <c:v>0.301438356693</c:v>
                </c:pt>
                <c:pt idx="1335">
                  <c:v>0.299214112054</c:v>
                </c:pt>
                <c:pt idx="1336">
                  <c:v>0.296982323154</c:v>
                </c:pt>
                <c:pt idx="1337">
                  <c:v>0.294743896112</c:v>
                </c:pt>
                <c:pt idx="1338">
                  <c:v>0.292499726781</c:v>
                </c:pt>
                <c:pt idx="1339">
                  <c:v>0.290250699694</c:v>
                </c:pt>
                <c:pt idx="1340">
                  <c:v>0.28799768706</c:v>
                </c:pt>
                <c:pt idx="1341">
                  <c:v>0.285741547819</c:v>
                </c:pt>
                <c:pt idx="1342">
                  <c:v>0.283483126743</c:v>
                </c:pt>
                <c:pt idx="1343">
                  <c:v>0.281223253598</c:v>
                </c:pt>
                <c:pt idx="1344">
                  <c:v>0.278962742366</c:v>
                </c:pt>
                <c:pt idx="1345">
                  <c:v>0.276702390514</c:v>
                </c:pt>
                <c:pt idx="1346">
                  <c:v>0.274442978331</c:v>
                </c:pt>
                <c:pt idx="1347">
                  <c:v>0.272185268319</c:v>
                </c:pt>
                <c:pt idx="1348">
                  <c:v>0.269930004638</c:v>
                </c:pt>
                <c:pt idx="1349">
                  <c:v>0.267677912615</c:v>
                </c:pt>
                <c:pt idx="1350">
                  <c:v>0.265429698304</c:v>
                </c:pt>
                <c:pt idx="1351">
                  <c:v>0.263186048105</c:v>
                </c:pt>
                <c:pt idx="1352">
                  <c:v>0.260947628436</c:v>
                </c:pt>
                <c:pt idx="1353">
                  <c:v>0.25871508546</c:v>
                </c:pt>
                <c:pt idx="1354">
                  <c:v>0.256489044861</c:v>
                </c:pt>
                <c:pt idx="1355">
                  <c:v>0.254270111671</c:v>
                </c:pt>
                <c:pt idx="1356">
                  <c:v>0.252058870152</c:v>
                </c:pt>
                <c:pt idx="1357">
                  <c:v>0.249855883713</c:v>
                </c:pt>
                <c:pt idx="1358">
                  <c:v>0.247661694883</c:v>
                </c:pt>
                <c:pt idx="1359">
                  <c:v>0.245476825321</c:v>
                </c:pt>
                <c:pt idx="1360">
                  <c:v>0.24330177587</c:v>
                </c:pt>
                <c:pt idx="1361">
                  <c:v>0.241137026643</c:v>
                </c:pt>
                <c:pt idx="1362">
                  <c:v>0.238983037159</c:v>
                </c:pt>
                <c:pt idx="1363">
                  <c:v>0.236840246498</c:v>
                </c:pt>
                <c:pt idx="1364">
                  <c:v>0.234709073498</c:v>
                </c:pt>
                <c:pt idx="1365">
                  <c:v>0.232589916983</c:v>
                </c:pt>
                <c:pt idx="1366">
                  <c:v>0.230483156011</c:v>
                </c:pt>
                <c:pt idx="1367">
                  <c:v>0.228389150154</c:v>
                </c:pt>
                <c:pt idx="1368">
                  <c:v>0.226308239802</c:v>
                </c:pt>
                <c:pt idx="1369">
                  <c:v>0.224240746486</c:v>
                </c:pt>
                <c:pt idx="1370">
                  <c:v>0.22218697322</c:v>
                </c:pt>
                <c:pt idx="1371">
                  <c:v>0.220147204865</c:v>
                </c:pt>
                <c:pt idx="1372">
                  <c:v>0.218121708504</c:v>
                </c:pt>
                <c:pt idx="1373">
                  <c:v>0.216110733836</c:v>
                </c:pt>
                <c:pt idx="1374">
                  <c:v>0.214114513573</c:v>
                </c:pt>
                <c:pt idx="1375">
                  <c:v>0.212133263862</c:v>
                </c:pt>
                <c:pt idx="1376">
                  <c:v>0.210167184702</c:v>
                </c:pt>
                <c:pt idx="1377">
                  <c:v>0.208216460374</c:v>
                </c:pt>
                <c:pt idx="1378">
                  <c:v>0.206281259879</c:v>
                </c:pt>
                <c:pt idx="1379">
                  <c:v>0.204361737377</c:v>
                </c:pt>
                <c:pt idx="1380">
                  <c:v>0.202458032629</c:v>
                </c:pt>
                <c:pt idx="1381">
                  <c:v>0.200570271444</c:v>
                </c:pt>
                <c:pt idx="1382">
                  <c:v>0.198698566124</c:v>
                </c:pt>
                <c:pt idx="1383">
                  <c:v>0.196843015907</c:v>
                </c:pt>
                <c:pt idx="1384">
                  <c:v>0.195003707414</c:v>
                </c:pt>
                <c:pt idx="1385">
                  <c:v>0.193180715089</c:v>
                </c:pt>
                <c:pt idx="1386">
                  <c:v>0.191374101638</c:v>
                </c:pt>
                <c:pt idx="1387">
                  <c:v>0.189583918461</c:v>
                </c:pt>
                <c:pt idx="1388">
                  <c:v>0.187810206085</c:v>
                </c:pt>
                <c:pt idx="1389">
                  <c:v>0.186052994585</c:v>
                </c:pt>
                <c:pt idx="1390">
                  <c:v>0.184312304003</c:v>
                </c:pt>
                <c:pt idx="1391">
                  <c:v>0.182588144759</c:v>
                </c:pt>
                <c:pt idx="1392">
                  <c:v>0.180880518057</c:v>
                </c:pt>
                <c:pt idx="1393">
                  <c:v>0.17918941628</c:v>
                </c:pt>
                <c:pt idx="1394">
                  <c:v>0.177514823378</c:v>
                </c:pt>
                <c:pt idx="1395">
                  <c:v>0.175856715253</c:v>
                </c:pt>
                <c:pt idx="1396">
                  <c:v>0.174215060127</c:v>
                </c:pt>
                <c:pt idx="1397">
                  <c:v>0.172589818907</c:v>
                </c:pt>
                <c:pt idx="1398">
                  <c:v>0.170980945541</c:v>
                </c:pt>
                <c:pt idx="1399">
                  <c:v>0.169388387361</c:v>
                </c:pt>
                <c:pt idx="1400">
                  <c:v>0.167812085422</c:v>
                </c:pt>
                <c:pt idx="1401">
                  <c:v>0.166251974826</c:v>
                </c:pt>
                <c:pt idx="1402">
                  <c:v>0.164707985043</c:v>
                </c:pt>
                <c:pt idx="1403">
                  <c:v>0.163180040217</c:v>
                </c:pt>
                <c:pt idx="1404">
                  <c:v>0.161668059465</c:v>
                </c:pt>
                <c:pt idx="1405">
                  <c:v>0.160171957169</c:v>
                </c:pt>
                <c:pt idx="1406">
                  <c:v>0.158691643252</c:v>
                </c:pt>
                <c:pt idx="1407">
                  <c:v>0.157227023454</c:v>
                </c:pt>
                <c:pt idx="1408">
                  <c:v>0.155777999588</c:v>
                </c:pt>
                <c:pt idx="1409">
                  <c:v>0.154344469799</c:v>
                </c:pt>
                <c:pt idx="1410">
                  <c:v>0.152926328803</c:v>
                </c:pt>
                <c:pt idx="1411">
                  <c:v>0.151523468125</c:v>
                </c:pt>
                <c:pt idx="1412">
                  <c:v>0.15013577632</c:v>
                </c:pt>
                <c:pt idx="1413">
                  <c:v>0.148763139201</c:v>
                </c:pt>
                <c:pt idx="1414">
                  <c:v>0.147405440035</c:v>
                </c:pt>
                <c:pt idx="1415">
                  <c:v>0.146062559757</c:v>
                </c:pt>
                <c:pt idx="1416">
                  <c:v>0.144734377153</c:v>
                </c:pt>
                <c:pt idx="1417">
                  <c:v>0.143420769052</c:v>
                </c:pt>
                <c:pt idx="1418">
                  <c:v>0.142121610499</c:v>
                </c:pt>
                <c:pt idx="1419">
                  <c:v>0.140836774929</c:v>
                </c:pt>
                <c:pt idx="1420">
                  <c:v>0.139566134326</c:v>
                </c:pt>
                <c:pt idx="1421">
                  <c:v>0.138309559382</c:v>
                </c:pt>
                <c:pt idx="1422">
                  <c:v>0.137066919643</c:v>
                </c:pt>
                <c:pt idx="1423">
                  <c:v>0.135838083655</c:v>
                </c:pt>
                <c:pt idx="1424">
                  <c:v>0.134622919095</c:v>
                </c:pt>
                <c:pt idx="1425">
                  <c:v>0.133421292903</c:v>
                </c:pt>
                <c:pt idx="1426">
                  <c:v>0.132233071407</c:v>
                </c:pt>
                <c:pt idx="1427">
                  <c:v>0.131058120434</c:v>
                </c:pt>
                <c:pt idx="1428">
                  <c:v>0.129896305429</c:v>
                </c:pt>
                <c:pt idx="1429">
                  <c:v>0.128747491557</c:v>
                </c:pt>
                <c:pt idx="1430">
                  <c:v>0.127611543804</c:v>
                </c:pt>
                <c:pt idx="1431">
                  <c:v>0.126488327073</c:v>
                </c:pt>
                <c:pt idx="1432">
                  <c:v>0.125377706277</c:v>
                </c:pt>
                <c:pt idx="1433">
                  <c:v>0.124279546419</c:v>
                </c:pt>
                <c:pt idx="1434">
                  <c:v>0.123193712678</c:v>
                </c:pt>
                <c:pt idx="1435">
                  <c:v>0.122120070487</c:v>
                </c:pt>
                <c:pt idx="1436">
                  <c:v>0.121058485598</c:v>
                </c:pt>
                <c:pt idx="1437">
                  <c:v>0.12000882416</c:v>
                </c:pt>
                <c:pt idx="1438">
                  <c:v>0.118970952775</c:v>
                </c:pt>
                <c:pt idx="1439">
                  <c:v>0.117944738564</c:v>
                </c:pt>
                <c:pt idx="1440">
                  <c:v>0.116930049222</c:v>
                </c:pt>
                <c:pt idx="1441">
                  <c:v>0.115926753072</c:v>
                </c:pt>
                <c:pt idx="1442">
                  <c:v>0.114934719113</c:v>
                </c:pt>
                <c:pt idx="1443">
                  <c:v>0.11395381707</c:v>
                </c:pt>
                <c:pt idx="1444">
                  <c:v>0.112983917435</c:v>
                </c:pt>
                <c:pt idx="1445">
                  <c:v>0.112024891511</c:v>
                </c:pt>
                <c:pt idx="1446">
                  <c:v>0.111076611447</c:v>
                </c:pt>
                <c:pt idx="1447">
                  <c:v>0.110138950274</c:v>
                </c:pt>
                <c:pt idx="1448">
                  <c:v>0.109211781939</c:v>
                </c:pt>
                <c:pt idx="1449">
                  <c:v>0.108294981335</c:v>
                </c:pt>
                <c:pt idx="1450">
                  <c:v>0.107388424327</c:v>
                </c:pt>
                <c:pt idx="1451">
                  <c:v>0.10649198778</c:v>
                </c:pt>
                <c:pt idx="1452">
                  <c:v>0.105605549582</c:v>
                </c:pt>
                <c:pt idx="1453">
                  <c:v>0.104728988664</c:v>
                </c:pt>
                <c:pt idx="1454">
                  <c:v>0.103862185021</c:v>
                </c:pt>
                <c:pt idx="1455">
                  <c:v>0.103005019731</c:v>
                </c:pt>
                <c:pt idx="1456">
                  <c:v>0.102157374968</c:v>
                </c:pt>
                <c:pt idx="1457">
                  <c:v>0.101319134017</c:v>
                </c:pt>
                <c:pt idx="1458">
                  <c:v>0.100490181288</c:v>
                </c:pt>
                <c:pt idx="1459">
                  <c:v>0.0996704023278</c:v>
                </c:pt>
                <c:pt idx="1460">
                  <c:v>0.0988596838265</c:v>
                </c:pt>
                <c:pt idx="1461">
                  <c:v>0.0980579136287</c:v>
                </c:pt>
                <c:pt idx="1462">
                  <c:v>0.0972649807397</c:v>
                </c:pt>
                <c:pt idx="1463">
                  <c:v>0.0964807753311</c:v>
                </c:pt>
                <c:pt idx="1464">
                  <c:v>0.0957051887459</c:v>
                </c:pt>
                <c:pt idx="1465">
                  <c:v>0.0949381135021</c:v>
                </c:pt>
                <c:pt idx="1466">
                  <c:v>0.0941794432948</c:v>
                </c:pt>
                <c:pt idx="1467">
                  <c:v>0.0934290729985</c:v>
                </c:pt>
                <c:pt idx="1468">
                  <c:v>0.0926868986672</c:v>
                </c:pt>
                <c:pt idx="1469">
                  <c:v>0.0919528175344</c:v>
                </c:pt>
                <c:pt idx="1470">
                  <c:v>0.091226728012</c:v>
                </c:pt>
                <c:pt idx="1471">
                  <c:v>0.0905085296888</c:v>
                </c:pt>
                <c:pt idx="1472">
                  <c:v>0.0897981233277</c:v>
                </c:pt>
                <c:pt idx="1473">
                  <c:v>0.0890954108623</c:v>
                </c:pt>
                <c:pt idx="1474">
                  <c:v>0.0884002953937</c:v>
                </c:pt>
                <c:pt idx="1475">
                  <c:v>0.0877126811853</c:v>
                </c:pt>
                <c:pt idx="1476">
                  <c:v>0.0870324736585</c:v>
                </c:pt>
                <c:pt idx="1477">
                  <c:v>0.0863595793865</c:v>
                </c:pt>
                <c:pt idx="1478">
                  <c:v>0.0856939060888</c:v>
                </c:pt>
                <c:pt idx="1479">
                  <c:v>0.0850353626243</c:v>
                </c:pt>
                <c:pt idx="1480">
                  <c:v>0.0843838589849</c:v>
                </c:pt>
                <c:pt idx="1481">
                  <c:v>0.0837393062877</c:v>
                </c:pt>
                <c:pt idx="1482">
                  <c:v>0.0831016167674</c:v>
                </c:pt>
                <c:pt idx="1483">
                  <c:v>0.0824707037685</c:v>
                </c:pt>
                <c:pt idx="1484">
                  <c:v>0.0818464817371</c:v>
                </c:pt>
                <c:pt idx="1485">
                  <c:v>0.0812288662117</c:v>
                </c:pt>
                <c:pt idx="1486">
                  <c:v>0.0806177738148</c:v>
                </c:pt>
                <c:pt idx="1487">
                  <c:v>0.0800131222436</c:v>
                </c:pt>
                <c:pt idx="1488">
                  <c:v>0.0794148302607</c:v>
                </c:pt>
                <c:pt idx="1489">
                  <c:v>0.0788228176846</c:v>
                </c:pt>
                <c:pt idx="1490">
                  <c:v>0.0782370053799</c:v>
                </c:pt>
                <c:pt idx="1491">
                  <c:v>0.0776573152471</c:v>
                </c:pt>
                <c:pt idx="1492">
                  <c:v>0.0770836702132</c:v>
                </c:pt>
                <c:pt idx="1493">
                  <c:v>0.076515994221</c:v>
                </c:pt>
                <c:pt idx="1494">
                  <c:v>0.0759542122189</c:v>
                </c:pt>
                <c:pt idx="1495">
                  <c:v>0.0753982501507</c:v>
                </c:pt>
                <c:pt idx="1496">
                  <c:v>0.0748480349449</c:v>
                </c:pt>
                <c:pt idx="1497">
                  <c:v>0.0743034945043</c:v>
                </c:pt>
                <c:pt idx="1498">
                  <c:v>0.0737645576952</c:v>
                </c:pt>
                <c:pt idx="1499">
                  <c:v>0.0732311543367</c:v>
                </c:pt>
                <c:pt idx="1500">
                  <c:v>0.0727032151905</c:v>
                </c:pt>
                <c:pt idx="1501">
                  <c:v>0.0721806719493</c:v>
                </c:pt>
                <c:pt idx="1502">
                  <c:v>0.071663457227</c:v>
                </c:pt>
                <c:pt idx="1503">
                  <c:v>0.0711515045469</c:v>
                </c:pt>
                <c:pt idx="1504">
                  <c:v>0.070644748332</c:v>
                </c:pt>
                <c:pt idx="1505">
                  <c:v>0.0701431238934</c:v>
                </c:pt>
                <c:pt idx="1506">
                  <c:v>0.0696465674198</c:v>
                </c:pt>
                <c:pt idx="1507">
                  <c:v>0.069155015967</c:v>
                </c:pt>
                <c:pt idx="1508">
                  <c:v>0.068668407447</c:v>
                </c:pt>
                <c:pt idx="1509">
                  <c:v>0.0681866806174</c:v>
                </c:pt>
                <c:pt idx="1510">
                  <c:v>0.0677097750706</c:v>
                </c:pt>
                <c:pt idx="1511">
                  <c:v>0.0672376312234</c:v>
                </c:pt>
                <c:pt idx="1512">
                  <c:v>0.0667701903066</c:v>
                </c:pt>
                <c:pt idx="1513">
                  <c:v>0.0663073943541</c:v>
                </c:pt>
                <c:pt idx="1514">
                  <c:v>0.065849186193</c:v>
                </c:pt>
                <c:pt idx="1515">
                  <c:v>0.0653955094329</c:v>
                </c:pt>
                <c:pt idx="1516">
                  <c:v>0.0649463084558</c:v>
                </c:pt>
                <c:pt idx="1517">
                  <c:v>0.0645015284058</c:v>
                </c:pt>
                <c:pt idx="1518">
                  <c:v>0.0640611151789</c:v>
                </c:pt>
                <c:pt idx="1519">
                  <c:v>0.0636250154133</c:v>
                </c:pt>
                <c:pt idx="1520">
                  <c:v>0.063193176479</c:v>
                </c:pt>
                <c:pt idx="1521">
                  <c:v>0.0627655464682</c:v>
                </c:pt>
                <c:pt idx="1522">
                  <c:v>0.0623420741853</c:v>
                </c:pt>
                <c:pt idx="1523">
                  <c:v>0.0619227091375</c:v>
                </c:pt>
                <c:pt idx="1524">
                  <c:v>0.0615074015249</c:v>
                </c:pt>
                <c:pt idx="1525">
                  <c:v>0.061096102231</c:v>
                </c:pt>
                <c:pt idx="1526">
                  <c:v>0.0606887628133</c:v>
                </c:pt>
                <c:pt idx="1527">
                  <c:v>0.0602853354942</c:v>
                </c:pt>
                <c:pt idx="1528">
                  <c:v>0.0598857731513</c:v>
                </c:pt>
                <c:pt idx="1529">
                  <c:v>0.0594900293086</c:v>
                </c:pt>
                <c:pt idx="1530">
                  <c:v>0.0590980581274</c:v>
                </c:pt>
                <c:pt idx="1531">
                  <c:v>0.0587098143974</c:v>
                </c:pt>
                <c:pt idx="1532">
                  <c:v>0.0583252535276</c:v>
                </c:pt>
                <c:pt idx="1533">
                  <c:v>0.0579443315376</c:v>
                </c:pt>
                <c:pt idx="1534">
                  <c:v>0.0575670050495</c:v>
                </c:pt>
                <c:pt idx="1535">
                  <c:v>0.0571932312786</c:v>
                </c:pt>
                <c:pt idx="1536">
                  <c:v>0.0568229680254</c:v>
                </c:pt>
                <c:pt idx="1537">
                  <c:v>0.056456173667</c:v>
                </c:pt>
                <c:pt idx="1538">
                  <c:v>0.0560928071492</c:v>
                </c:pt>
                <c:pt idx="1539">
                  <c:v>0.0557328279781</c:v>
                </c:pt>
                <c:pt idx="1540">
                  <c:v>0.0553761962122</c:v>
                </c:pt>
                <c:pt idx="1541">
                  <c:v>0.0550228724542</c:v>
                </c:pt>
                <c:pt idx="1542">
                  <c:v>0.0546728178435</c:v>
                </c:pt>
                <c:pt idx="1543">
                  <c:v>0.0543259940484</c:v>
                </c:pt>
                <c:pt idx="1544">
                  <c:v>0.0539823632583</c:v>
                </c:pt>
                <c:pt idx="1545">
                  <c:v>0.0536418881761</c:v>
                </c:pt>
                <c:pt idx="1546">
                  <c:v>0.0533045320113</c:v>
                </c:pt>
                <c:pt idx="1547">
                  <c:v>0.0529702584719</c:v>
                </c:pt>
                <c:pt idx="1548">
                  <c:v>0.0526390317578</c:v>
                </c:pt>
                <c:pt idx="1549">
                  <c:v>0.0523108165535</c:v>
                </c:pt>
                <c:pt idx="1550">
                  <c:v>0.0519855780206</c:v>
                </c:pt>
                <c:pt idx="1551">
                  <c:v>0.0516632817915</c:v>
                </c:pt>
                <c:pt idx="1552">
                  <c:v>0.0513438939623</c:v>
                </c:pt>
                <c:pt idx="1553">
                  <c:v>0.0510273810859</c:v>
                </c:pt>
                <c:pt idx="1554">
                  <c:v>0.0507137101656</c:v>
                </c:pt>
                <c:pt idx="1555">
                  <c:v>0.0504028486481</c:v>
                </c:pt>
                <c:pt idx="1556">
                  <c:v>0.0500947644176</c:v>
                </c:pt>
                <c:pt idx="1557">
                  <c:v>0.0497894257892</c:v>
                </c:pt>
                <c:pt idx="1558">
                  <c:v>0.0494868015021</c:v>
                </c:pt>
                <c:pt idx="1559">
                  <c:v>0.0491868607144</c:v>
                </c:pt>
                <c:pt idx="1560">
                  <c:v>0.048889572996</c:v>
                </c:pt>
                <c:pt idx="1561">
                  <c:v>0.0485949083232</c:v>
                </c:pt>
                <c:pt idx="1562">
                  <c:v>0.0483028370726</c:v>
                </c:pt>
                <c:pt idx="1563">
                  <c:v>0.0480133300149</c:v>
                </c:pt>
                <c:pt idx="1564">
                  <c:v>0.0477263583098</c:v>
                </c:pt>
                <c:pt idx="1565">
                  <c:v>0.0474418934999</c:v>
                </c:pt>
                <c:pt idx="1566">
                  <c:v>0.0471599075049</c:v>
                </c:pt>
                <c:pt idx="1567">
                  <c:v>0.0468803726166</c:v>
                </c:pt>
                <c:pt idx="1568">
                  <c:v>0.0466032614931</c:v>
                </c:pt>
                <c:pt idx="1569">
                  <c:v>0.0463285471536</c:v>
                </c:pt>
                <c:pt idx="1570">
                  <c:v>0.046056202973</c:v>
                </c:pt>
                <c:pt idx="1571">
                  <c:v>0.0457862026769</c:v>
                </c:pt>
                <c:pt idx="1572">
                  <c:v>0.0455185203363</c:v>
                </c:pt>
                <c:pt idx="1573">
                  <c:v>0.0452531303625</c:v>
                </c:pt>
                <c:pt idx="1574">
                  <c:v>0.0449900075023</c:v>
                </c:pt>
                <c:pt idx="1575">
                  <c:v>0.0447291268333</c:v>
                </c:pt>
                <c:pt idx="1576">
                  <c:v>0.0444704637584</c:v>
                </c:pt>
                <c:pt idx="1577">
                  <c:v>0.0442139940018</c:v>
                </c:pt>
                <c:pt idx="1578">
                  <c:v>0.043959693604</c:v>
                </c:pt>
                <c:pt idx="1579">
                  <c:v>0.0437075389171</c:v>
                </c:pt>
                <c:pt idx="1580">
                  <c:v>0.0434575066003</c:v>
                </c:pt>
                <c:pt idx="1581">
                  <c:v>0.0432095736157</c:v>
                </c:pt>
                <c:pt idx="1582">
                  <c:v>0.0429637172236</c:v>
                </c:pt>
                <c:pt idx="1583">
                  <c:v>0.0427199149782</c:v>
                </c:pt>
                <c:pt idx="1584">
                  <c:v>0.0424781447236</c:v>
                </c:pt>
                <c:pt idx="1585">
                  <c:v>0.0422383845892</c:v>
                </c:pt>
                <c:pt idx="1586">
                  <c:v>0.042000612986</c:v>
                </c:pt>
                <c:pt idx="1587">
                  <c:v>0.041764808602</c:v>
                </c:pt>
                <c:pt idx="1588">
                  <c:v>0.0415309503988</c:v>
                </c:pt>
                <c:pt idx="1589">
                  <c:v>0.0412990176072</c:v>
                </c:pt>
                <c:pt idx="1590">
                  <c:v>0.0410689897232</c:v>
                </c:pt>
                <c:pt idx="1591">
                  <c:v>0.0408408465049</c:v>
                </c:pt>
                <c:pt idx="1592">
                  <c:v>0.0406145679679</c:v>
                </c:pt>
                <c:pt idx="1593">
                  <c:v>0.040390134382</c:v>
                </c:pt>
                <c:pt idx="1594">
                  <c:v>0.0401675262675</c:v>
                </c:pt>
                <c:pt idx="1595">
                  <c:v>0.0399467243916</c:v>
                </c:pt>
                <c:pt idx="1596">
                  <c:v>0.0397277097648</c:v>
                </c:pt>
                <c:pt idx="1597">
                  <c:v>0.0395104636374</c:v>
                </c:pt>
                <c:pt idx="1598">
                  <c:v>0.0392949674962</c:v>
                </c:pt>
                <c:pt idx="1599">
                  <c:v>0.0390812030609</c:v>
                </c:pt>
                <c:pt idx="1600">
                  <c:v>0.038869152281</c:v>
                </c:pt>
                <c:pt idx="1601">
                  <c:v>0.0386587973322</c:v>
                </c:pt>
                <c:pt idx="1602">
                  <c:v>0.0384501206137</c:v>
                </c:pt>
                <c:pt idx="1603">
                  <c:v>0.0382431047444</c:v>
                </c:pt>
                <c:pt idx="1604">
                  <c:v>0.0380377325603</c:v>
                </c:pt>
                <c:pt idx="1605">
                  <c:v>0.0378339871108</c:v>
                </c:pt>
                <c:pt idx="1606">
                  <c:v>0.0376318516565</c:v>
                </c:pt>
                <c:pt idx="1607">
                  <c:v>0.0374313096655</c:v>
                </c:pt>
                <c:pt idx="1608">
                  <c:v>0.0372323448106</c:v>
                </c:pt>
                <c:pt idx="1609">
                  <c:v>0.0370349409669</c:v>
                </c:pt>
                <c:pt idx="1610">
                  <c:v>0.036839082208</c:v>
                </c:pt>
                <c:pt idx="1611">
                  <c:v>0.0366447528043</c:v>
                </c:pt>
                <c:pt idx="1612">
                  <c:v>0.0364519372194</c:v>
                </c:pt>
                <c:pt idx="1613">
                  <c:v>0.0362606201075</c:v>
                </c:pt>
                <c:pt idx="1614">
                  <c:v>0.0360707863112</c:v>
                </c:pt>
                <c:pt idx="1615">
                  <c:v>0.0358824208584</c:v>
                </c:pt>
                <c:pt idx="1616">
                  <c:v>0.0356955089597</c:v>
                </c:pt>
                <c:pt idx="1617">
                  <c:v>0.0355100360061</c:v>
                </c:pt>
                <c:pt idx="1618">
                  <c:v>0.0353259875663</c:v>
                </c:pt>
                <c:pt idx="1619">
                  <c:v>0.0351433493844</c:v>
                </c:pt>
                <c:pt idx="1620">
                  <c:v>0.0349621073771</c:v>
                </c:pt>
                <c:pt idx="1621">
                  <c:v>0.0347822476315</c:v>
                </c:pt>
                <c:pt idx="1622">
                  <c:v>0.034603756403</c:v>
                </c:pt>
                <c:pt idx="1623">
                  <c:v>0.0344266201125</c:v>
                </c:pt>
                <c:pt idx="1624">
                  <c:v>0.0342508253443</c:v>
                </c:pt>
                <c:pt idx="1625">
                  <c:v>0.034076358844</c:v>
                </c:pt>
                <c:pt idx="1626">
                  <c:v>0.0339032075158</c:v>
                </c:pt>
                <c:pt idx="1627">
                  <c:v>0.0337313584209</c:v>
                </c:pt>
                <c:pt idx="1628">
                  <c:v>0.033560798775</c:v>
                </c:pt>
                <c:pt idx="1629">
                  <c:v>0.0333915159462</c:v>
                </c:pt>
                <c:pt idx="1630">
                  <c:v>0.0332234974528</c:v>
                </c:pt>
                <c:pt idx="1631">
                  <c:v>0.0330567309616</c:v>
                </c:pt>
                <c:pt idx="1632">
                  <c:v>0.0328912042854</c:v>
                </c:pt>
                <c:pt idx="1633">
                  <c:v>0.0327269053814</c:v>
                </c:pt>
                <c:pt idx="1634">
                  <c:v>0.0325638223489</c:v>
                </c:pt>
                <c:pt idx="1635">
                  <c:v>0.0324019434275</c:v>
                </c:pt>
                <c:pt idx="1636">
                  <c:v>0.0322412569955</c:v>
                </c:pt>
                <c:pt idx="1637">
                  <c:v>0.0320817515674</c:v>
                </c:pt>
                <c:pt idx="1638">
                  <c:v>0.0319234157924</c:v>
                </c:pt>
                <c:pt idx="1639">
                  <c:v>0.0317662384527</c:v>
                </c:pt>
                <c:pt idx="1640">
                  <c:v>0.0316102084612</c:v>
                </c:pt>
                <c:pt idx="1641">
                  <c:v>0.0314553148605</c:v>
                </c:pt>
                <c:pt idx="1642">
                  <c:v>0.0313015468203</c:v>
                </c:pt>
                <c:pt idx="1643">
                  <c:v>0.0311488936364</c:v>
                </c:pt>
                <c:pt idx="1644">
                  <c:v>0.0309973447284</c:v>
                </c:pt>
                <c:pt idx="1645">
                  <c:v>0.0308468896386</c:v>
                </c:pt>
                <c:pt idx="1646">
                  <c:v>0.0306975180299</c:v>
                </c:pt>
                <c:pt idx="1647">
                  <c:v>0.0305492196845</c:v>
                </c:pt>
                <c:pt idx="1648">
                  <c:v>0.030401984502</c:v>
                </c:pt>
                <c:pt idx="1649">
                  <c:v>0.0302558024982</c:v>
                </c:pt>
                <c:pt idx="1650">
                  <c:v>0.0301106638032</c:v>
                </c:pt>
                <c:pt idx="1651">
                  <c:v>0.0299665586599</c:v>
                </c:pt>
                <c:pt idx="1652">
                  <c:v>0.0298234774231</c:v>
                </c:pt>
                <c:pt idx="1653">
                  <c:v>0.0296814105569</c:v>
                </c:pt>
                <c:pt idx="1654">
                  <c:v>0.0295403486344</c:v>
                </c:pt>
                <c:pt idx="1655">
                  <c:v>0.0294002823356</c:v>
                </c:pt>
                <c:pt idx="1656">
                  <c:v>0.0292612024459</c:v>
                </c:pt>
                <c:pt idx="1657">
                  <c:v>0.0291230998553</c:v>
                </c:pt>
                <c:pt idx="1658">
                  <c:v>0.0289859655564</c:v>
                </c:pt>
                <c:pt idx="1659">
                  <c:v>0.0288497906434</c:v>
                </c:pt>
                <c:pt idx="1660">
                  <c:v>0.0287145663107</c:v>
                </c:pt>
                <c:pt idx="1661">
                  <c:v>0.0285802838516</c:v>
                </c:pt>
                <c:pt idx="1662">
                  <c:v>0.028446934657</c:v>
                </c:pt>
                <c:pt idx="1663">
                  <c:v>0.0283145102138</c:v>
                </c:pt>
                <c:pt idx="1664">
                  <c:v>0.0281830021043</c:v>
                </c:pt>
                <c:pt idx="1665">
                  <c:v>0.0280524020044</c:v>
                </c:pt>
                <c:pt idx="1666">
                  <c:v>0.0279227016828</c:v>
                </c:pt>
                <c:pt idx="1667">
                  <c:v>0.0277938929993</c:v>
                </c:pt>
                <c:pt idx="1668">
                  <c:v>0.027665967904</c:v>
                </c:pt>
                <c:pt idx="1669">
                  <c:v>0.0275389184361</c:v>
                </c:pt>
                <c:pt idx="1670">
                  <c:v>0.0274127367227</c:v>
                </c:pt>
                <c:pt idx="1671">
                  <c:v>0.0272874149774</c:v>
                </c:pt>
                <c:pt idx="1672">
                  <c:v>0.0271629454998</c:v>
                </c:pt>
                <c:pt idx="1673">
                  <c:v>0.0270393206738</c:v>
                </c:pt>
                <c:pt idx="1674">
                  <c:v>0.0269165329667</c:v>
                </c:pt>
                <c:pt idx="1675">
                  <c:v>0.0267945749283</c:v>
                </c:pt>
                <c:pt idx="1676">
                  <c:v>0.0266734391896</c:v>
                </c:pt>
                <c:pt idx="1677">
                  <c:v>0.0265531184621</c:v>
                </c:pt>
                <c:pt idx="1678">
                  <c:v>0.0264336055363</c:v>
                </c:pt>
                <c:pt idx="1679">
                  <c:v>0.0263148932812</c:v>
                </c:pt>
                <c:pt idx="1680">
                  <c:v>0.0261969746427</c:v>
                </c:pt>
                <c:pt idx="1681">
                  <c:v>0.0260798426433</c:v>
                </c:pt>
                <c:pt idx="1682">
                  <c:v>0.0259634903808</c:v>
                </c:pt>
                <c:pt idx="1683">
                  <c:v>0.0258479110271</c:v>
                </c:pt>
                <c:pt idx="1684">
                  <c:v>0.0257330978278</c:v>
                </c:pt>
                <c:pt idx="1685">
                  <c:v>0.0256190441009</c:v>
                </c:pt>
                <c:pt idx="1686">
                  <c:v>0.0255057432358</c:v>
                </c:pt>
                <c:pt idx="1687">
                  <c:v>0.0253931886928</c:v>
                </c:pt>
                <c:pt idx="1688">
                  <c:v>0.025281374002</c:v>
                </c:pt>
                <c:pt idx="1689">
                  <c:v>0.0251702927623</c:v>
                </c:pt>
                <c:pt idx="1690">
                  <c:v>0.0250599386407</c:v>
                </c:pt>
                <c:pt idx="1691">
                  <c:v>0.0249503053715</c:v>
                </c:pt>
                <c:pt idx="1692">
                  <c:v>0.0248413867552</c:v>
                </c:pt>
                <c:pt idx="1693">
                  <c:v>0.0247331766581</c:v>
                </c:pt>
                <c:pt idx="1694">
                  <c:v>0.024625669011</c:v>
                </c:pt>
                <c:pt idx="1695">
                  <c:v>0.0245188578088</c:v>
                </c:pt>
                <c:pt idx="1696">
                  <c:v>0.0244127371094</c:v>
                </c:pt>
                <c:pt idx="1697">
                  <c:v>0.0243073010332</c:v>
                </c:pt>
                <c:pt idx="1698">
                  <c:v>0.0242025437621</c:v>
                </c:pt>
                <c:pt idx="1699">
                  <c:v>0.0240984595388</c:v>
                </c:pt>
                <c:pt idx="1700">
                  <c:v>0.0239950426663</c:v>
                </c:pt>
                <c:pt idx="1701">
                  <c:v>0.0238922875067</c:v>
                </c:pt>
                <c:pt idx="1702">
                  <c:v>0.023790188481</c:v>
                </c:pt>
                <c:pt idx="1703">
                  <c:v>0.0236887400677</c:v>
                </c:pt>
                <c:pt idx="1704">
                  <c:v>0.023587936803</c:v>
                </c:pt>
                <c:pt idx="1705">
                  <c:v>0.0234877732792</c:v>
                </c:pt>
                <c:pt idx="1706">
                  <c:v>0.0233882441447</c:v>
                </c:pt>
                <c:pt idx="1707">
                  <c:v>0.0232893441028</c:v>
                </c:pt>
                <c:pt idx="1708">
                  <c:v>0.0231910679114</c:v>
                </c:pt>
                <c:pt idx="1709">
                  <c:v>0.0230934103823</c:v>
                </c:pt>
                <c:pt idx="1710">
                  <c:v>0.0229963663803</c:v>
                </c:pt>
                <c:pt idx="1711">
                  <c:v>0.0228999308229</c:v>
                </c:pt>
                <c:pt idx="1712">
                  <c:v>0.0228040986792</c:v>
                </c:pt>
                <c:pt idx="1713">
                  <c:v>0.0227088649698</c:v>
                </c:pt>
                <c:pt idx="1714">
                  <c:v>0.022614224766</c:v>
                </c:pt>
                <c:pt idx="1715">
                  <c:v>0.022520173189</c:v>
                </c:pt>
                <c:pt idx="1716">
                  <c:v>0.0224267054094</c:v>
                </c:pt>
                <c:pt idx="1717">
                  <c:v>0.0223338166468</c:v>
                </c:pt>
                <c:pt idx="1718">
                  <c:v>0.0222415021691</c:v>
                </c:pt>
                <c:pt idx="1719">
                  <c:v>0.0221497572917</c:v>
                </c:pt>
                <c:pt idx="1720">
                  <c:v>0.0220585773773</c:v>
                </c:pt>
                <c:pt idx="1721">
                  <c:v>0.0219679578351</c:v>
                </c:pt>
                <c:pt idx="1722">
                  <c:v>0.0218778941203</c:v>
                </c:pt>
                <c:pt idx="1723">
                  <c:v>0.0217883817338</c:v>
                </c:pt>
                <c:pt idx="1724">
                  <c:v>0.0216994162211</c:v>
                </c:pt>
                <c:pt idx="1725">
                  <c:v>0.0216109931723</c:v>
                </c:pt>
                <c:pt idx="1726">
                  <c:v>0.0215231082214</c:v>
                </c:pt>
                <c:pt idx="1727">
                  <c:v>0.0214357570457</c:v>
                </c:pt>
                <c:pt idx="1728">
                  <c:v>0.0213489353655</c:v>
                </c:pt>
                <c:pt idx="1729">
                  <c:v>0.0212626389433</c:v>
                </c:pt>
                <c:pt idx="1730">
                  <c:v>0.0211768635836</c:v>
                </c:pt>
                <c:pt idx="1731">
                  <c:v>0.0210916051322</c:v>
                </c:pt>
                <c:pt idx="1732">
                  <c:v>0.0210068594758</c:v>
                </c:pt>
                <c:pt idx="1733">
                  <c:v>0.0209226225416</c:v>
                </c:pt>
                <c:pt idx="1734">
                  <c:v>0.0208388902967</c:v>
                </c:pt>
                <c:pt idx="1735">
                  <c:v>0.0207556587477</c:v>
                </c:pt>
                <c:pt idx="1736">
                  <c:v>0.0206729239402</c:v>
                </c:pt>
                <c:pt idx="1737">
                  <c:v>0.0205906819585</c:v>
                </c:pt>
                <c:pt idx="1738">
                  <c:v>0.020508928925</c:v>
                </c:pt>
                <c:pt idx="1739">
                  <c:v>0.0204276609997</c:v>
                </c:pt>
                <c:pt idx="1740">
                  <c:v>0.0203468743799</c:v>
                </c:pt>
                <c:pt idx="1741">
                  <c:v>0.0202665652999</c:v>
                </c:pt>
                <c:pt idx="1742">
                  <c:v>0.0201867300303</c:v>
                </c:pt>
                <c:pt idx="1743">
                  <c:v>0.0201073648777</c:v>
                </c:pt>
                <c:pt idx="1744">
                  <c:v>0.0200284661843</c:v>
                </c:pt>
                <c:pt idx="1745">
                  <c:v>0.0199500303274</c:v>
                </c:pt>
                <c:pt idx="1746">
                  <c:v>0.0198720537194</c:v>
                </c:pt>
                <c:pt idx="1747">
                  <c:v>0.0197945328067</c:v>
                </c:pt>
                <c:pt idx="1748">
                  <c:v>0.01971746407</c:v>
                </c:pt>
                <c:pt idx="1749">
                  <c:v>0.0196408440234</c:v>
                </c:pt>
                <c:pt idx="1750">
                  <c:v>0.0195646692144</c:v>
                </c:pt>
                <c:pt idx="1751">
                  <c:v>0.0194889362234</c:v>
                </c:pt>
                <c:pt idx="1752">
                  <c:v>0.0194136416631</c:v>
                </c:pt>
                <c:pt idx="1753">
                  <c:v>0.0193387821785</c:v>
                </c:pt>
                <c:pt idx="1754">
                  <c:v>0.0192643544463</c:v>
                </c:pt>
                <c:pt idx="1755">
                  <c:v>0.0191903551746</c:v>
                </c:pt>
                <c:pt idx="1756">
                  <c:v>0.0191167811025</c:v>
                </c:pt>
                <c:pt idx="1757">
                  <c:v>0.0190436290001</c:v>
                </c:pt>
                <c:pt idx="1758">
                  <c:v>0.0189708956676</c:v>
                </c:pt>
                <c:pt idx="1759">
                  <c:v>0.0188985779352</c:v>
                </c:pt>
                <c:pt idx="1760">
                  <c:v>0.0188266726631</c:v>
                </c:pt>
                <c:pt idx="1761">
                  <c:v>0.0187551767405</c:v>
                </c:pt>
                <c:pt idx="1762">
                  <c:v>0.018684087086</c:v>
                </c:pt>
                <c:pt idx="1763">
                  <c:v>0.0186134006467</c:v>
                </c:pt>
                <c:pt idx="1764">
                  <c:v>0.0185431143982</c:v>
                </c:pt>
                <c:pt idx="1765">
                  <c:v>0.0184732253441</c:v>
                </c:pt>
                <c:pt idx="1766">
                  <c:v>0.0184037305159</c:v>
                </c:pt>
                <c:pt idx="1767">
                  <c:v>0.0183346269726</c:v>
                </c:pt>
                <c:pt idx="1768">
                  <c:v>0.0182659118002</c:v>
                </c:pt>
                <c:pt idx="1769">
                  <c:v>0.0181975821119</c:v>
                </c:pt>
                <c:pt idx="1770">
                  <c:v>0.0181296350471</c:v>
                </c:pt>
                <c:pt idx="1771">
                  <c:v>0.0180620677718</c:v>
                </c:pt>
                <c:pt idx="1772">
                  <c:v>0.0179948774779</c:v>
                </c:pt>
                <c:pt idx="1773">
                  <c:v>0.0179280613831</c:v>
                </c:pt>
                <c:pt idx="1774">
                  <c:v>0.0178616167304</c:v>
                </c:pt>
                <c:pt idx="1775">
                  <c:v>0.0177955407881</c:v>
                </c:pt>
                <c:pt idx="1776">
                  <c:v>0.0177298308495</c:v>
                </c:pt>
                <c:pt idx="1777">
                  <c:v>0.0176644842323</c:v>
                </c:pt>
                <c:pt idx="1778">
                  <c:v>0.0175994982787</c:v>
                </c:pt>
                <c:pt idx="1779">
                  <c:v>0.017534870355</c:v>
                </c:pt>
                <c:pt idx="1780">
                  <c:v>0.0174705978514</c:v>
                </c:pt>
                <c:pt idx="1781">
                  <c:v>0.0174066781815</c:v>
                </c:pt>
                <c:pt idx="1782">
                  <c:v>0.0173431087826</c:v>
                </c:pt>
                <c:pt idx="1783">
                  <c:v>0.0172798871146</c:v>
                </c:pt>
                <c:pt idx="1784">
                  <c:v>0.0172170106607</c:v>
                </c:pt>
                <c:pt idx="1785">
                  <c:v>0.0171544769265</c:v>
                </c:pt>
                <c:pt idx="1786">
                  <c:v>0.0170922834398</c:v>
                </c:pt>
                <c:pt idx="1787">
                  <c:v>0.0170304277509</c:v>
                </c:pt>
                <c:pt idx="1788">
                  <c:v>0.0169689074317</c:v>
                </c:pt>
                <c:pt idx="1789">
                  <c:v>0.0169077200758</c:v>
                </c:pt>
                <c:pt idx="1790">
                  <c:v>0.0168468632983</c:v>
                </c:pt>
                <c:pt idx="1791">
                  <c:v>0.0167863347355</c:v>
                </c:pt>
                <c:pt idx="1792">
                  <c:v>0.0167261320446</c:v>
                </c:pt>
                <c:pt idx="1793">
                  <c:v>0.0166662529036</c:v>
                </c:pt>
                <c:pt idx="1794">
                  <c:v>0.016606695011</c:v>
                </c:pt>
                <c:pt idx="1795">
                  <c:v>0.0165474560858</c:v>
                </c:pt>
                <c:pt idx="1796">
                  <c:v>0.0164885338668</c:v>
                </c:pt>
                <c:pt idx="1797">
                  <c:v>0.016429926113</c:v>
                </c:pt>
                <c:pt idx="1798">
                  <c:v>0.0163716306029</c:v>
                </c:pt>
                <c:pt idx="1799">
                  <c:v>0.0163136451346</c:v>
                </c:pt>
                <c:pt idx="1800">
                  <c:v>0.0162559675254</c:v>
                </c:pt>
                <c:pt idx="1801">
                  <c:v>0.0161985956117</c:v>
                </c:pt>
                <c:pt idx="1802">
                  <c:v>0.0161415272489</c:v>
                </c:pt>
                <c:pt idx="1803">
                  <c:v>0.016084760311</c:v>
                </c:pt>
                <c:pt idx="1804">
                  <c:v>0.0160282926904</c:v>
                </c:pt>
                <c:pt idx="1805">
                  <c:v>0.015972122298</c:v>
                </c:pt>
                <c:pt idx="1806">
                  <c:v>0.0159162470626</c:v>
                </c:pt>
                <c:pt idx="1807">
                  <c:v>0.0158606649313</c:v>
                </c:pt>
                <c:pt idx="1808">
                  <c:v>0.0158053738685</c:v>
                </c:pt>
                <c:pt idx="1809">
                  <c:v>0.0157503718564</c:v>
                </c:pt>
                <c:pt idx="1810">
                  <c:v>0.0156956568947</c:v>
                </c:pt>
                <c:pt idx="1811">
                  <c:v>0.015641227</c:v>
                </c:pt>
                <c:pt idx="1812">
                  <c:v>0.0155870802062</c:v>
                </c:pt>
                <c:pt idx="1813">
                  <c:v>0.0155332145639</c:v>
                </c:pt>
                <c:pt idx="1814">
                  <c:v>0.0154796281406</c:v>
                </c:pt>
                <c:pt idx="1815">
                  <c:v>0.01542631902</c:v>
                </c:pt>
                <c:pt idx="1816">
                  <c:v>0.0153732853024</c:v>
                </c:pt>
                <c:pt idx="1817">
                  <c:v>0.0153205251043</c:v>
                </c:pt>
                <c:pt idx="1818">
                  <c:v>0.0152680365579</c:v>
                </c:pt>
                <c:pt idx="1819">
                  <c:v>0.0152158178117</c:v>
                </c:pt>
                <c:pt idx="1820">
                  <c:v>0.0151638670297</c:v>
                </c:pt>
                <c:pt idx="1821">
                  <c:v>0.0151121823913</c:v>
                </c:pt>
                <c:pt idx="1822">
                  <c:v>0.0150607620915</c:v>
                </c:pt>
                <c:pt idx="1823">
                  <c:v>0.0150096043404</c:v>
                </c:pt>
                <c:pt idx="1824">
                  <c:v>0.0149587073634</c:v>
                </c:pt>
                <c:pt idx="1825">
                  <c:v>0.0149080694005</c:v>
                </c:pt>
                <c:pt idx="1826">
                  <c:v>0.0148576887068</c:v>
                </c:pt>
                <c:pt idx="1827">
                  <c:v>0.0148075635517</c:v>
                </c:pt>
                <c:pt idx="1828">
                  <c:v>0.0147576922195</c:v>
                </c:pt>
                <c:pt idx="1829">
                  <c:v>0.0147080730084</c:v>
                </c:pt>
                <c:pt idx="1830">
                  <c:v>0.0146587042311</c:v>
                </c:pt>
                <c:pt idx="1831">
                  <c:v>0.0146095842144</c:v>
                </c:pt>
                <c:pt idx="1832">
                  <c:v>0.0145607112988</c:v>
                </c:pt>
                <c:pt idx="1833">
                  <c:v>0.0145120838386</c:v>
                </c:pt>
                <c:pt idx="1834">
                  <c:v>0.014463700202</c:v>
                </c:pt>
                <c:pt idx="1835">
                  <c:v>0.0144155587705</c:v>
                </c:pt>
                <c:pt idx="1836">
                  <c:v>0.0143676579391</c:v>
                </c:pt>
                <c:pt idx="1837">
                  <c:v>0.0143199961158</c:v>
                </c:pt>
                <c:pt idx="1838">
                  <c:v>0.0142725717221</c:v>
                </c:pt>
                <c:pt idx="1839">
                  <c:v>0.0142253831923</c:v>
                </c:pt>
                <c:pt idx="1840">
                  <c:v>0.0141784289734</c:v>
                </c:pt>
                <c:pt idx="1841">
                  <c:v>0.0141317075255</c:v>
                </c:pt>
                <c:pt idx="1842">
                  <c:v>0.0140852173211</c:v>
                </c:pt>
                <c:pt idx="1843">
                  <c:v>0.0140389568451</c:v>
                </c:pt>
                <c:pt idx="1844">
                  <c:v>0.0139929245951</c:v>
                </c:pt>
                <c:pt idx="1845">
                  <c:v>0.0139471190806</c:v>
                </c:pt>
                <c:pt idx="1846">
                  <c:v>0.0139015388234</c:v>
                </c:pt>
                <c:pt idx="1847">
                  <c:v>0.0138561823574</c:v>
                </c:pt>
                <c:pt idx="1848">
                  <c:v>0.0138110482283</c:v>
                </c:pt>
                <c:pt idx="1849">
                  <c:v>0.0137661349935</c:v>
                </c:pt>
                <c:pt idx="1850">
                  <c:v>0.0137214412223</c:v>
                </c:pt>
                <c:pt idx="1851">
                  <c:v>0.0136769654954</c:v>
                </c:pt>
                <c:pt idx="1852">
                  <c:v>0.013632706405</c:v>
                </c:pt>
                <c:pt idx="1853">
                  <c:v>0.0135886625546</c:v>
                </c:pt>
                <c:pt idx="1854">
                  <c:v>0.013544832559</c:v>
                </c:pt>
                <c:pt idx="1855">
                  <c:v>0.0135012150441</c:v>
                </c:pt>
                <c:pt idx="1856">
                  <c:v>0.0134578086469</c:v>
                </c:pt>
                <c:pt idx="1857">
                  <c:v>0.0134146120151</c:v>
                </c:pt>
                <c:pt idx="1858">
                  <c:v>0.0133716238074</c:v>
                </c:pt>
                <c:pt idx="1859">
                  <c:v>0.0133288426932</c:v>
                </c:pt>
                <c:pt idx="1860">
                  <c:v>0.0132862673525</c:v>
                </c:pt>
                <c:pt idx="1861">
                  <c:v>0.0132438964757</c:v>
                </c:pt>
                <c:pt idx="1862">
                  <c:v>0.0132017287638</c:v>
                </c:pt>
                <c:pt idx="1863">
                  <c:v>0.013159762928</c:v>
                </c:pt>
                <c:pt idx="1864">
                  <c:v>0.0131179976896</c:v>
                </c:pt>
                <c:pt idx="1865">
                  <c:v>0.0130764317803</c:v>
                </c:pt>
                <c:pt idx="1866">
                  <c:v>0.0130350639416</c:v>
                </c:pt>
                <c:pt idx="1867">
                  <c:v>0.0129938929251</c:v>
                </c:pt>
                <c:pt idx="1868">
                  <c:v>0.0129529174921</c:v>
                </c:pt>
                <c:pt idx="1869">
                  <c:v>0.0129121364136</c:v>
                </c:pt>
                <c:pt idx="1870">
                  <c:v>0.0128715484705</c:v>
                </c:pt>
                <c:pt idx="1871">
                  <c:v>0.012831152453</c:v>
                </c:pt>
                <c:pt idx="1872">
                  <c:v>0.012790947161</c:v>
                </c:pt>
                <c:pt idx="1873">
                  <c:v>0.0127509314036</c:v>
                </c:pt>
                <c:pt idx="1874">
                  <c:v>0.0127111039994</c:v>
                </c:pt>
                <c:pt idx="1875">
                  <c:v>0.0126714637761</c:v>
                </c:pt>
                <c:pt idx="1876">
                  <c:v>0.0126320095704</c:v>
                </c:pt>
                <c:pt idx="1877">
                  <c:v>0.0125927402284</c:v>
                </c:pt>
                <c:pt idx="1878">
                  <c:v>0.0125536546049</c:v>
                </c:pt>
                <c:pt idx="1879">
                  <c:v>0.0125147515636</c:v>
                </c:pt>
                <c:pt idx="1880">
                  <c:v>0.0124760299771</c:v>
                </c:pt>
                <c:pt idx="1881">
                  <c:v>0.0124374887267</c:v>
                </c:pt>
                <c:pt idx="1882">
                  <c:v>0.0123991267022</c:v>
                </c:pt>
                <c:pt idx="1883">
                  <c:v>0.0123609428023</c:v>
                </c:pt>
                <c:pt idx="1884">
                  <c:v>0.0123229359337</c:v>
                </c:pt>
                <c:pt idx="1885">
                  <c:v>0.012285105012</c:v>
                </c:pt>
                <c:pt idx="1886">
                  <c:v>0.0122474489608</c:v>
                </c:pt>
                <c:pt idx="1887">
                  <c:v>0.0122099667122</c:v>
                </c:pt>
                <c:pt idx="1888">
                  <c:v>0.0121726572062</c:v>
                </c:pt>
                <c:pt idx="1889">
                  <c:v>0.0121355193911</c:v>
                </c:pt>
                <c:pt idx="1890">
                  <c:v>0.0120985522233</c:v>
                </c:pt>
                <c:pt idx="1891">
                  <c:v>0.0120617546669</c:v>
                </c:pt>
                <c:pt idx="1892">
                  <c:v>0.0120251256943</c:v>
                </c:pt>
                <c:pt idx="1893">
                  <c:v>0.0119886642852</c:v>
                </c:pt>
                <c:pt idx="1894">
                  <c:v>0.0119523694275</c:v>
                </c:pt>
                <c:pt idx="1895">
                  <c:v>0.0119162401167</c:v>
                </c:pt>
                <c:pt idx="1896">
                  <c:v>0.0118802753556</c:v>
                </c:pt>
                <c:pt idx="1897">
                  <c:v>0.0118444741549</c:v>
                </c:pt>
                <c:pt idx="1898">
                  <c:v>0.0118088355327</c:v>
                </c:pt>
                <c:pt idx="1899">
                  <c:v>0.0117733585144</c:v>
                </c:pt>
                <c:pt idx="1900">
                  <c:v>0.0117380421328</c:v>
                </c:pt>
                <c:pt idx="1901">
                  <c:v>0.0117028854281</c:v>
                </c:pt>
                <c:pt idx="1902">
                  <c:v>0.0116678874475</c:v>
                </c:pt>
                <c:pt idx="1903">
                  <c:v>0.0116330472456</c:v>
                </c:pt>
                <c:pt idx="1904">
                  <c:v>0.0115983638839</c:v>
                </c:pt>
                <c:pt idx="1905">
                  <c:v>0.0115638364309</c:v>
                </c:pt>
                <c:pt idx="1906">
                  <c:v>0.0115294639623</c:v>
                </c:pt>
                <c:pt idx="1907">
                  <c:v>0.0114952455605</c:v>
                </c:pt>
                <c:pt idx="1908">
                  <c:v>0.0114611803148</c:v>
                </c:pt>
                <c:pt idx="1909">
                  <c:v>0.0114272673214</c:v>
                </c:pt>
                <c:pt idx="1910">
                  <c:v>0.0113935056831</c:v>
                </c:pt>
                <c:pt idx="1911">
                  <c:v>0.0113598945093</c:v>
                </c:pt>
                <c:pt idx="1912">
                  <c:v>0.0113264329162</c:v>
                </c:pt>
                <c:pt idx="1913">
                  <c:v>0.0112931200264</c:v>
                </c:pt>
                <c:pt idx="1914">
                  <c:v>0.0112599549692</c:v>
                </c:pt>
                <c:pt idx="1915">
                  <c:v>0.01122693688</c:v>
                </c:pt>
                <c:pt idx="1916">
                  <c:v>0.0111940649009</c:v>
                </c:pt>
                <c:pt idx="1917">
                  <c:v>0.0111613381803</c:v>
                </c:pt>
                <c:pt idx="1918">
                  <c:v>0.0111287558727</c:v>
                </c:pt>
                <c:pt idx="1919">
                  <c:v>0.0110963171389</c:v>
                </c:pt>
                <c:pt idx="1920">
                  <c:v>0.0110640211459</c:v>
                </c:pt>
                <c:pt idx="1921">
                  <c:v>0.0110318670668</c:v>
                </c:pt>
                <c:pt idx="1922">
                  <c:v>0.0109998540808</c:v>
                </c:pt>
                <c:pt idx="1923">
                  <c:v>0.0109679813731</c:v>
                </c:pt>
                <c:pt idx="1924">
                  <c:v>0.0109362481349</c:v>
                </c:pt>
                <c:pt idx="1925">
                  <c:v>0.0109046535631</c:v>
                </c:pt>
                <c:pt idx="1926">
                  <c:v>0.0108731968607</c:v>
                </c:pt>
                <c:pt idx="1927">
                  <c:v>0.0108418772364</c:v>
                </c:pt>
                <c:pt idx="1928">
                  <c:v>0.0108106939047</c:v>
                </c:pt>
                <c:pt idx="1929">
                  <c:v>0.0107796460858</c:v>
                </c:pt>
                <c:pt idx="1930">
                  <c:v>0.0107487330056</c:v>
                </c:pt>
                <c:pt idx="1931">
                  <c:v>0.0107179538956</c:v>
                </c:pt>
                <c:pt idx="1932">
                  <c:v>0.0106873079928</c:v>
                </c:pt>
                <c:pt idx="1933">
                  <c:v>0.0106567945398</c:v>
                </c:pt>
                <c:pt idx="1934">
                  <c:v>0.0106264127847</c:v>
                </c:pt>
                <c:pt idx="1935">
                  <c:v>0.010596161981</c:v>
                </c:pt>
                <c:pt idx="1936">
                  <c:v>0.0105660413875</c:v>
                </c:pt>
                <c:pt idx="1937">
                  <c:v>0.0105360502685</c:v>
                </c:pt>
                <c:pt idx="1938">
                  <c:v>0.0105061878935</c:v>
                </c:pt>
                <c:pt idx="1939">
                  <c:v>0.0104764535373</c:v>
                </c:pt>
                <c:pt idx="1940">
                  <c:v>0.0104468464798</c:v>
                </c:pt>
                <c:pt idx="1941">
                  <c:v>0.0104173660063</c:v>
                </c:pt>
                <c:pt idx="1942">
                  <c:v>0.010388011407</c:v>
                </c:pt>
                <c:pt idx="1943">
                  <c:v>0.0103587819773</c:v>
                </c:pt>
                <c:pt idx="1944">
                  <c:v>0.0103296770176</c:v>
                </c:pt>
                <c:pt idx="1945">
                  <c:v>0.0103006958332</c:v>
                </c:pt>
                <c:pt idx="1946">
                  <c:v>0.0102718377347</c:v>
                </c:pt>
                <c:pt idx="1947">
                  <c:v>0.0102431020372</c:v>
                </c:pt>
                <c:pt idx="1948">
                  <c:v>0.0102144880609</c:v>
                </c:pt>
                <c:pt idx="1949">
                  <c:v>0.0101859951308</c:v>
                </c:pt>
                <c:pt idx="1950">
                  <c:v>0.0101576225768</c:v>
                </c:pt>
                <c:pt idx="1951">
                  <c:v>0.0101293697334</c:v>
                </c:pt>
                <c:pt idx="1952">
                  <c:v>0.0101012359399</c:v>
                </c:pt>
                <c:pt idx="1953">
                  <c:v>0.0100732205403</c:v>
                </c:pt>
                <c:pt idx="1954">
                  <c:v>0.0100453228831</c:v>
                </c:pt>
                <c:pt idx="1955">
                  <c:v>0.0100175423217</c:v>
                </c:pt>
                <c:pt idx="1956">
                  <c:v>0.00998987821385</c:v>
                </c:pt>
                <c:pt idx="1957">
                  <c:v>0.00996232992183</c:v>
                </c:pt>
                <c:pt idx="1958">
                  <c:v>0.00993489681252</c:v>
                </c:pt>
                <c:pt idx="1959">
                  <c:v>0.00990757825722</c:v>
                </c:pt>
                <c:pt idx="1960">
                  <c:v>0.00988037363165</c:v>
                </c:pt>
                <c:pt idx="1961">
                  <c:v>0.00985328231593</c:v>
                </c:pt>
                <c:pt idx="1962">
                  <c:v>0.00982630369454</c:v>
                </c:pt>
                <c:pt idx="1963">
                  <c:v>0.00979943715628</c:v>
                </c:pt>
                <c:pt idx="1964">
                  <c:v>0.00977268209424</c:v>
                </c:pt>
                <c:pt idx="1965">
                  <c:v>0.00974603790576</c:v>
                </c:pt>
                <c:pt idx="1966">
                  <c:v>0.0097195039924</c:v>
                </c:pt>
                <c:pt idx="1967">
                  <c:v>0.0096930797599</c:v>
                </c:pt>
                <c:pt idx="1968">
                  <c:v>0.00966676461817</c:v>
                </c:pt>
                <c:pt idx="1969">
                  <c:v>0.00964055798124</c:v>
                </c:pt>
                <c:pt idx="1970">
                  <c:v>0.00961445926721</c:v>
                </c:pt>
                <c:pt idx="1971">
                  <c:v>0.00958846789824</c:v>
                </c:pt>
                <c:pt idx="1972">
                  <c:v>0.00956258330054</c:v>
                </c:pt>
                <c:pt idx="1973">
                  <c:v>0.00953680490428</c:v>
                </c:pt>
                <c:pt idx="1974">
                  <c:v>0.00951113214361</c:v>
                </c:pt>
                <c:pt idx="1975">
                  <c:v>0.0094855644566</c:v>
                </c:pt>
                <c:pt idx="1976">
                  <c:v>0.00946010128523</c:v>
                </c:pt>
                <c:pt idx="1977">
                  <c:v>0.00943474207533</c:v>
                </c:pt>
                <c:pt idx="1978">
                  <c:v>0.00940948627659</c:v>
                </c:pt>
                <c:pt idx="1979">
                  <c:v>0.00938433334249</c:v>
                </c:pt>
                <c:pt idx="1980">
                  <c:v>0.0093592827303</c:v>
                </c:pt>
                <c:pt idx="1981">
                  <c:v>0.00933433390103</c:v>
                </c:pt>
                <c:pt idx="1982">
                  <c:v>0.00930948631941</c:v>
                </c:pt>
                <c:pt idx="1983">
                  <c:v>0.00928473945387</c:v>
                </c:pt>
                <c:pt idx="1984">
                  <c:v>0.00926009277649</c:v>
                </c:pt>
                <c:pt idx="1985">
                  <c:v>0.00923554576298</c:v>
                </c:pt>
                <c:pt idx="1986">
                  <c:v>0.00921109789265</c:v>
                </c:pt>
                <c:pt idx="1987">
                  <c:v>0.00918674864841</c:v>
                </c:pt>
                <c:pt idx="1988">
                  <c:v>0.0091624975167</c:v>
                </c:pt>
                <c:pt idx="1989">
                  <c:v>0.00913834398746</c:v>
                </c:pt>
                <c:pt idx="1990">
                  <c:v>0.00911428755415</c:v>
                </c:pt>
                <c:pt idx="1991">
                  <c:v>0.00909032771368</c:v>
                </c:pt>
                <c:pt idx="1992">
                  <c:v>0.00906646396641</c:v>
                </c:pt>
                <c:pt idx="1993">
                  <c:v>0.00904269581608</c:v>
                </c:pt>
                <c:pt idx="1994">
                  <c:v>0.00901902276984</c:v>
                </c:pt>
                <c:pt idx="1995">
                  <c:v>0.00899544433817</c:v>
                </c:pt>
                <c:pt idx="1996">
                  <c:v>0.00897196003491</c:v>
                </c:pt>
                <c:pt idx="1997">
                  <c:v>0.00894856937717</c:v>
                </c:pt>
                <c:pt idx="1998">
                  <c:v>0.00892527188535</c:v>
                </c:pt>
                <c:pt idx="1999">
                  <c:v>0.00890206708309</c:v>
                </c:pt>
                <c:pt idx="2000">
                  <c:v>0.00887895449727</c:v>
                </c:pt>
              </c:numCache>
            </c:numRef>
          </c:yVal>
        </c:ser>
        <c:ser>
          <c:idx val="1"/>
          <c:order val="1"/>
          <c:tx>
            <c:v>spin</c:v>
          </c:tx>
          <c:spPr>
            <a:ln xmlns:a="http://schemas.openxmlformats.org/drawingml/2006/main" w="15240">
              <a:solidFill>
                <a:srgbClr val="234F91"/>
              </a:solidFill>
              <a:prstDash val="dash"/>
            </a:ln>
          </c:spPr>
          <c:marker>
            <c:symbol val="none"/>
            <c:size val="5"/>
            <c:spPr>
              <a:solidFill xmlns:a="http://schemas.openxmlformats.org/drawingml/2006/main">
                <a:srgbClr val="234F91"/>
              </a:solidFill>
            </c:spPr>
          </c:marker>
          <c:xVal>
            <c:numRef>
              <c:f>'Chart Data'!$C$2:$C$2002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Data'!$D$2:$D$2002</c:f>
              <c:numCache>
                <c:formatCode>0.0</c:formatCode>
                <c:ptCount val="2001"/>
                <c:pt idx="0">
                  <c:v>0.00925306893922</c:v>
                </c:pt>
                <c:pt idx="1">
                  <c:v>0.00927456683581</c:v>
                </c:pt>
                <c:pt idx="2">
                  <c:v>0.00929614025983</c:v>
                </c:pt>
                <c:pt idx="3">
                  <c:v>0.00931778956724</c:v>
                </c:pt>
                <c:pt idx="4">
                  <c:v>0.00933951511608</c:v>
                </c:pt>
                <c:pt idx="5">
                  <c:v>0.00936131726655</c:v>
                </c:pt>
                <c:pt idx="6">
                  <c:v>0.00938319638095</c:v>
                </c:pt>
                <c:pt idx="7">
                  <c:v>0.00940515282376</c:v>
                </c:pt>
                <c:pt idx="8">
                  <c:v>0.00942718696161</c:v>
                </c:pt>
                <c:pt idx="9">
                  <c:v>0.00944929916332</c:v>
                </c:pt>
                <c:pt idx="10">
                  <c:v>0.0094714897999</c:v>
                </c:pt>
                <c:pt idx="11">
                  <c:v>0.00949375924459</c:v>
                </c:pt>
                <c:pt idx="12">
                  <c:v>0.00951610787285</c:v>
                </c:pt>
                <c:pt idx="13">
                  <c:v>0.00953853606238</c:v>
                </c:pt>
                <c:pt idx="14">
                  <c:v>0.00956104419314</c:v>
                </c:pt>
                <c:pt idx="15">
                  <c:v>0.0095836326474</c:v>
                </c:pt>
                <c:pt idx="16">
                  <c:v>0.00960630180969</c:v>
                </c:pt>
                <c:pt idx="17">
                  <c:v>0.00962905206687</c:v>
                </c:pt>
                <c:pt idx="18">
                  <c:v>0.00965188380811</c:v>
                </c:pt>
                <c:pt idx="19">
                  <c:v>0.00967479742495</c:v>
                </c:pt>
                <c:pt idx="20">
                  <c:v>0.00969779331128</c:v>
                </c:pt>
                <c:pt idx="21">
                  <c:v>0.00972087186336</c:v>
                </c:pt>
                <c:pt idx="22">
                  <c:v>0.00974403347986</c:v>
                </c:pt>
                <c:pt idx="23">
                  <c:v>0.00976727856186</c:v>
                </c:pt>
                <c:pt idx="24">
                  <c:v>0.00979060751287</c:v>
                </c:pt>
                <c:pt idx="25">
                  <c:v>0.00981402073886</c:v>
                </c:pt>
                <c:pt idx="26">
                  <c:v>0.00983751864824</c:v>
                </c:pt>
                <c:pt idx="27">
                  <c:v>0.00986110165194</c:v>
                </c:pt>
                <c:pt idx="28">
                  <c:v>0.00988477016338</c:v>
                </c:pt>
                <c:pt idx="29">
                  <c:v>0.00990852459848</c:v>
                </c:pt>
                <c:pt idx="30">
                  <c:v>0.00993236537574</c:v>
                </c:pt>
                <c:pt idx="31">
                  <c:v>0.00995629291619</c:v>
                </c:pt>
                <c:pt idx="32">
                  <c:v>0.00998030764344</c:v>
                </c:pt>
                <c:pt idx="33">
                  <c:v>0.0100044099837</c:v>
                </c:pt>
                <c:pt idx="34">
                  <c:v>0.0100286003658</c:v>
                </c:pt>
                <c:pt idx="35">
                  <c:v>0.0100528792213</c:v>
                </c:pt>
                <c:pt idx="36">
                  <c:v>0.0100772469842</c:v>
                </c:pt>
                <c:pt idx="37">
                  <c:v>0.0101017040913</c:v>
                </c:pt>
                <c:pt idx="38">
                  <c:v>0.0101262509821</c:v>
                </c:pt>
                <c:pt idx="39">
                  <c:v>0.0101508880989</c:v>
                </c:pt>
                <c:pt idx="40">
                  <c:v>0.0101756158865</c:v>
                </c:pt>
                <c:pt idx="41">
                  <c:v>0.0102004347927</c:v>
                </c:pt>
                <c:pt idx="42">
                  <c:v>0.0102253452679</c:v>
                </c:pt>
                <c:pt idx="43">
                  <c:v>0.0102503477654</c:v>
                </c:pt>
                <c:pt idx="44">
                  <c:v>0.0102754427412</c:v>
                </c:pt>
                <c:pt idx="45">
                  <c:v>0.0103006306544</c:v>
                </c:pt>
                <c:pt idx="46">
                  <c:v>0.0103259119666</c:v>
                </c:pt>
                <c:pt idx="47">
                  <c:v>0.0103512871426</c:v>
                </c:pt>
                <c:pt idx="48">
                  <c:v>0.0103767566499</c:v>
                </c:pt>
                <c:pt idx="49">
                  <c:v>0.010402320959</c:v>
                </c:pt>
                <c:pt idx="50">
                  <c:v>0.0104279805432</c:v>
                </c:pt>
                <c:pt idx="51">
                  <c:v>0.0104537358792</c:v>
                </c:pt>
                <c:pt idx="52">
                  <c:v>0.0104795874461</c:v>
                </c:pt>
                <c:pt idx="53">
                  <c:v>0.0105055357264</c:v>
                </c:pt>
                <c:pt idx="54">
                  <c:v>0.0105315812057</c:v>
                </c:pt>
                <c:pt idx="55">
                  <c:v>0.0105577243722</c:v>
                </c:pt>
                <c:pt idx="56">
                  <c:v>0.0105839657178</c:v>
                </c:pt>
                <c:pt idx="57">
                  <c:v>0.010610305737</c:v>
                </c:pt>
                <c:pt idx="58">
                  <c:v>0.0106367449277</c:v>
                </c:pt>
                <c:pt idx="59">
                  <c:v>0.0106632837908</c:v>
                </c:pt>
                <c:pt idx="60">
                  <c:v>0.0106899228305</c:v>
                </c:pt>
                <c:pt idx="61">
                  <c:v>0.0107166625541</c:v>
                </c:pt>
                <c:pt idx="62">
                  <c:v>0.0107435034723</c:v>
                </c:pt>
                <c:pt idx="63">
                  <c:v>0.0107704460988</c:v>
                </c:pt>
                <c:pt idx="64">
                  <c:v>0.0107974909509</c:v>
                </c:pt>
                <c:pt idx="65">
                  <c:v>0.0108246385487</c:v>
                </c:pt>
                <c:pt idx="66">
                  <c:v>0.0108518894162</c:v>
                </c:pt>
                <c:pt idx="67">
                  <c:v>0.0108792440804</c:v>
                </c:pt>
                <c:pt idx="68">
                  <c:v>0.0109067030717</c:v>
                </c:pt>
                <c:pt idx="69">
                  <c:v>0.0109342669241</c:v>
                </c:pt>
                <c:pt idx="70">
                  <c:v>0.0109619361747</c:v>
                </c:pt>
                <c:pt idx="71">
                  <c:v>0.0109897113645</c:v>
                </c:pt>
                <c:pt idx="72">
                  <c:v>0.0110175930375</c:v>
                </c:pt>
                <c:pt idx="73">
                  <c:v>0.0110455817416</c:v>
                </c:pt>
                <c:pt idx="74">
                  <c:v>0.0110736780281</c:v>
                </c:pt>
                <c:pt idx="75">
                  <c:v>0.0111018824517</c:v>
                </c:pt>
                <c:pt idx="76">
                  <c:v>0.0111301955709</c:v>
                </c:pt>
                <c:pt idx="77">
                  <c:v>0.0111586179478</c:v>
                </c:pt>
                <c:pt idx="78">
                  <c:v>0.0111871501482</c:v>
                </c:pt>
                <c:pt idx="79">
                  <c:v>0.0112157927413</c:v>
                </c:pt>
                <c:pt idx="80">
                  <c:v>0.0112445463003</c:v>
                </c:pt>
                <c:pt idx="81">
                  <c:v>0.011273411402</c:v>
                </c:pt>
                <c:pt idx="82">
                  <c:v>0.011302388627</c:v>
                </c:pt>
                <c:pt idx="83">
                  <c:v>0.0113314785597</c:v>
                </c:pt>
                <c:pt idx="84">
                  <c:v>0.0113606817883</c:v>
                </c:pt>
                <c:pt idx="85">
                  <c:v>0.0113899989049</c:v>
                </c:pt>
                <c:pt idx="86">
                  <c:v>0.0114194305054</c:v>
                </c:pt>
                <c:pt idx="87">
                  <c:v>0.0114489771897</c:v>
                </c:pt>
                <c:pt idx="88">
                  <c:v>0.0114786395616</c:v>
                </c:pt>
                <c:pt idx="89">
                  <c:v>0.0115084182288</c:v>
                </c:pt>
                <c:pt idx="90">
                  <c:v>0.0115383138033</c:v>
                </c:pt>
                <c:pt idx="91">
                  <c:v>0.0115683269008</c:v>
                </c:pt>
                <c:pt idx="92">
                  <c:v>0.0115984581412</c:v>
                </c:pt>
                <c:pt idx="93">
                  <c:v>0.0116287081486</c:v>
                </c:pt>
                <c:pt idx="94">
                  <c:v>0.011659077551</c:v>
                </c:pt>
                <c:pt idx="95">
                  <c:v>0.0116895669809</c:v>
                </c:pt>
                <c:pt idx="96">
                  <c:v>0.0117201770748</c:v>
                </c:pt>
                <c:pt idx="97">
                  <c:v>0.0117509084733</c:v>
                </c:pt>
                <c:pt idx="98">
                  <c:v>0.0117817618217</c:v>
                </c:pt>
                <c:pt idx="99">
                  <c:v>0.0118127377691</c:v>
                </c:pt>
                <c:pt idx="100">
                  <c:v>0.0118438369693</c:v>
                </c:pt>
                <c:pt idx="101">
                  <c:v>0.0118750600803</c:v>
                </c:pt>
                <c:pt idx="102">
                  <c:v>0.0119064077647</c:v>
                </c:pt>
                <c:pt idx="103">
                  <c:v>0.0119378806892</c:v>
                </c:pt>
                <c:pt idx="104">
                  <c:v>0.0119694795254</c:v>
                </c:pt>
                <c:pt idx="105">
                  <c:v>0.0120012049492</c:v>
                </c:pt>
                <c:pt idx="106">
                  <c:v>0.0120330576409</c:v>
                </c:pt>
                <c:pt idx="107">
                  <c:v>0.0120650382857</c:v>
                </c:pt>
                <c:pt idx="108">
                  <c:v>0.0120971475733</c:v>
                </c:pt>
                <c:pt idx="109">
                  <c:v>0.012129386198</c:v>
                </c:pt>
                <c:pt idx="110">
                  <c:v>0.0121617548589</c:v>
                </c:pt>
                <c:pt idx="111">
                  <c:v>0.0121942542597</c:v>
                </c:pt>
                <c:pt idx="112">
                  <c:v>0.0122268851092</c:v>
                </c:pt>
                <c:pt idx="113">
                  <c:v>0.0122596481206</c:v>
                </c:pt>
                <c:pt idx="114">
                  <c:v>0.0122925440122</c:v>
                </c:pt>
                <c:pt idx="115">
                  <c:v>0.0123255735073</c:v>
                </c:pt>
                <c:pt idx="116">
                  <c:v>0.0123587373339</c:v>
                </c:pt>
                <c:pt idx="117">
                  <c:v>0.0123920362251</c:v>
                </c:pt>
                <c:pt idx="118">
                  <c:v>0.012425470919</c:v>
                </c:pt>
                <c:pt idx="119">
                  <c:v>0.0124590421588</c:v>
                </c:pt>
                <c:pt idx="120">
                  <c:v>0.0124927506928</c:v>
                </c:pt>
                <c:pt idx="121">
                  <c:v>0.0125265972744</c:v>
                </c:pt>
                <c:pt idx="122">
                  <c:v>0.0125605826622</c:v>
                </c:pt>
                <c:pt idx="123">
                  <c:v>0.01259470762</c:v>
                </c:pt>
                <c:pt idx="124">
                  <c:v>0.012628972917</c:v>
                </c:pt>
                <c:pt idx="125">
                  <c:v>0.0126633793277</c:v>
                </c:pt>
                <c:pt idx="126">
                  <c:v>0.0126979276318</c:v>
                </c:pt>
                <c:pt idx="127">
                  <c:v>0.0127326186145</c:v>
                </c:pt>
                <c:pt idx="128">
                  <c:v>0.0127674530665</c:v>
                </c:pt>
                <c:pt idx="129">
                  <c:v>0.012802431784</c:v>
                </c:pt>
                <c:pt idx="130">
                  <c:v>0.0128375555688</c:v>
                </c:pt>
                <c:pt idx="131">
                  <c:v>0.012872825228</c:v>
                </c:pt>
                <c:pt idx="132">
                  <c:v>0.0129082415747</c:v>
                </c:pt>
                <c:pt idx="133">
                  <c:v>0.0129438054274</c:v>
                </c:pt>
                <c:pt idx="134">
                  <c:v>0.0129795176106</c:v>
                </c:pt>
                <c:pt idx="135">
                  <c:v>0.0130153789544</c:v>
                </c:pt>
                <c:pt idx="136">
                  <c:v>0.0130513902947</c:v>
                </c:pt>
                <c:pt idx="137">
                  <c:v>0.0130875524735</c:v>
                </c:pt>
                <c:pt idx="138">
                  <c:v>0.0131238663385</c:v>
                </c:pt>
                <c:pt idx="139">
                  <c:v>0.0131603327435</c:v>
                </c:pt>
                <c:pt idx="140">
                  <c:v>0.0131969525482</c:v>
                </c:pt>
                <c:pt idx="141">
                  <c:v>0.0132337266187</c:v>
                </c:pt>
                <c:pt idx="142">
                  <c:v>0.0132706558267</c:v>
                </c:pt>
                <c:pt idx="143">
                  <c:v>0.0133077410507</c:v>
                </c:pt>
                <c:pt idx="144">
                  <c:v>0.013344983175</c:v>
                </c:pt>
                <c:pt idx="145">
                  <c:v>0.0133823830903</c:v>
                </c:pt>
                <c:pt idx="146">
                  <c:v>0.0134199416938</c:v>
                </c:pt>
                <c:pt idx="147">
                  <c:v>0.0134576598888</c:v>
                </c:pt>
                <c:pt idx="148">
                  <c:v>0.0134955385854</c:v>
                </c:pt>
                <c:pt idx="149">
                  <c:v>0.0135335787</c:v>
                </c:pt>
                <c:pt idx="150">
                  <c:v>0.0135717811555</c:v>
                </c:pt>
                <c:pt idx="151">
                  <c:v>0.0136101468816</c:v>
                </c:pt>
                <c:pt idx="152">
                  <c:v>0.0136486768147</c:v>
                </c:pt>
                <c:pt idx="153">
                  <c:v>0.0136873718978</c:v>
                </c:pt>
                <c:pt idx="154">
                  <c:v>0.0137262330807</c:v>
                </c:pt>
                <c:pt idx="155">
                  <c:v>0.0137652613201</c:v>
                </c:pt>
                <c:pt idx="156">
                  <c:v>0.0138044575797</c:v>
                </c:pt>
                <c:pt idx="157">
                  <c:v>0.01384382283</c:v>
                </c:pt>
                <c:pt idx="158">
                  <c:v>0.0138833580486</c:v>
                </c:pt>
                <c:pt idx="159">
                  <c:v>0.0139230642203</c:v>
                </c:pt>
                <c:pt idx="160">
                  <c:v>0.013962942337</c:v>
                </c:pt>
                <c:pt idx="161">
                  <c:v>0.0140029933978</c:v>
                </c:pt>
                <c:pt idx="162">
                  <c:v>0.014043218409</c:v>
                </c:pt>
                <c:pt idx="163">
                  <c:v>0.0140836183844</c:v>
                </c:pt>
                <c:pt idx="164">
                  <c:v>0.0141241943451</c:v>
                </c:pt>
                <c:pt idx="165">
                  <c:v>0.0141649473198</c:v>
                </c:pt>
                <c:pt idx="166">
                  <c:v>0.0142058783446</c:v>
                </c:pt>
                <c:pt idx="167">
                  <c:v>0.0142469884632</c:v>
                </c:pt>
                <c:pt idx="168">
                  <c:v>0.0142882787273</c:v>
                </c:pt>
                <c:pt idx="169">
                  <c:v>0.0143297501958</c:v>
                </c:pt>
                <c:pt idx="170">
                  <c:v>0.014371403936</c:v>
                </c:pt>
                <c:pt idx="171">
                  <c:v>0.0144132410226</c:v>
                </c:pt>
                <c:pt idx="172">
                  <c:v>0.0144552625384</c:v>
                </c:pt>
                <c:pt idx="173">
                  <c:v>0.0144974695745</c:v>
                </c:pt>
                <c:pt idx="174">
                  <c:v>0.0145398632296</c:v>
                </c:pt>
                <c:pt idx="175">
                  <c:v>0.0145824446111</c:v>
                </c:pt>
                <c:pt idx="176">
                  <c:v>0.0146252148342</c:v>
                </c:pt>
                <c:pt idx="177">
                  <c:v>0.0146681750226</c:v>
                </c:pt>
                <c:pt idx="178">
                  <c:v>0.0147113263083</c:v>
                </c:pt>
                <c:pt idx="179">
                  <c:v>0.014754669832</c:v>
                </c:pt>
                <c:pt idx="180">
                  <c:v>0.0147982067428</c:v>
                </c:pt>
                <c:pt idx="181">
                  <c:v>0.0148419381981</c:v>
                </c:pt>
                <c:pt idx="182">
                  <c:v>0.0148858653646</c:v>
                </c:pt>
                <c:pt idx="183">
                  <c:v>0.0149299894173</c:v>
                </c:pt>
                <c:pt idx="184">
                  <c:v>0.0149743115403</c:v>
                </c:pt>
                <c:pt idx="185">
                  <c:v>0.0150188329264</c:v>
                </c:pt>
                <c:pt idx="186">
                  <c:v>0.0150635547776</c:v>
                </c:pt>
                <c:pt idx="187">
                  <c:v>0.015108478305</c:v>
                </c:pt>
                <c:pt idx="188">
                  <c:v>0.0151536047288</c:v>
                </c:pt>
                <c:pt idx="189">
                  <c:v>0.0151989352784</c:v>
                </c:pt>
                <c:pt idx="190">
                  <c:v>0.0152444711928</c:v>
                </c:pt>
                <c:pt idx="191">
                  <c:v>0.01529021372</c:v>
                </c:pt>
                <c:pt idx="192">
                  <c:v>0.015336164118</c:v>
                </c:pt>
                <c:pt idx="193">
                  <c:v>0.0153823236541</c:v>
                </c:pt>
                <c:pt idx="194">
                  <c:v>0.0154286936054</c:v>
                </c:pt>
                <c:pt idx="195">
                  <c:v>0.0154752752586</c:v>
                </c:pt>
                <c:pt idx="196">
                  <c:v>0.0155220699105</c:v>
                </c:pt>
                <c:pt idx="197">
                  <c:v>0.0155690788678</c:v>
                </c:pt>
                <c:pt idx="198">
                  <c:v>0.0156163034473</c:v>
                </c:pt>
                <c:pt idx="199">
                  <c:v>0.0156637449757</c:v>
                </c:pt>
                <c:pt idx="200">
                  <c:v>0.0157114047902</c:v>
                </c:pt>
                <c:pt idx="201">
                  <c:v>0.0157592842383</c:v>
                </c:pt>
                <c:pt idx="202">
                  <c:v>0.0158073846778</c:v>
                </c:pt>
                <c:pt idx="203">
                  <c:v>0.0158557074771</c:v>
                </c:pt>
                <c:pt idx="204">
                  <c:v>0.0159042540152</c:v>
                </c:pt>
                <c:pt idx="205">
                  <c:v>0.015953025682</c:v>
                </c:pt>
                <c:pt idx="206">
                  <c:v>0.0160020238779</c:v>
                </c:pt>
                <c:pt idx="207">
                  <c:v>0.0160512500146</c:v>
                </c:pt>
                <c:pt idx="208">
                  <c:v>0.0161007055144</c:v>
                </c:pt>
                <c:pt idx="209">
                  <c:v>0.0161503918111</c:v>
                </c:pt>
                <c:pt idx="210">
                  <c:v>0.0162003103497</c:v>
                </c:pt>
                <c:pt idx="211">
                  <c:v>0.0162504625862</c:v>
                </c:pt>
                <c:pt idx="212">
                  <c:v>0.0163008499884</c:v>
                </c:pt>
                <c:pt idx="213">
                  <c:v>0.0163514740356</c:v>
                </c:pt>
                <c:pt idx="214">
                  <c:v>0.0164023362186</c:v>
                </c:pt>
                <c:pt idx="215">
                  <c:v>0.0164534380402</c:v>
                </c:pt>
                <c:pt idx="216">
                  <c:v>0.0165047810148</c:v>
                </c:pt>
                <c:pt idx="217">
                  <c:v>0.0165563666692</c:v>
                </c:pt>
                <c:pt idx="218">
                  <c:v>0.0166081965419</c:v>
                </c:pt>
                <c:pt idx="219">
                  <c:v>0.0166602721839</c:v>
                </c:pt>
                <c:pt idx="220">
                  <c:v>0.0167125951585</c:v>
                </c:pt>
                <c:pt idx="221">
                  <c:v>0.0167651670413</c:v>
                </c:pt>
                <c:pt idx="222">
                  <c:v>0.0168179894208</c:v>
                </c:pt>
                <c:pt idx="223">
                  <c:v>0.0168710638978</c:v>
                </c:pt>
                <c:pt idx="224">
                  <c:v>0.0169243920863</c:v>
                </c:pt>
                <c:pt idx="225">
                  <c:v>0.016977975613</c:v>
                </c:pt>
                <c:pt idx="226">
                  <c:v>0.0170318161178</c:v>
                </c:pt>
                <c:pt idx="227">
                  <c:v>0.0170859152537</c:v>
                </c:pt>
                <c:pt idx="228">
                  <c:v>0.0171402746872</c:v>
                </c:pt>
                <c:pt idx="229">
                  <c:v>0.0171948960981</c:v>
                </c:pt>
                <c:pt idx="230">
                  <c:v>0.0172497811799</c:v>
                </c:pt>
                <c:pt idx="231">
                  <c:v>0.0173049316396</c:v>
                </c:pt>
                <c:pt idx="232">
                  <c:v>0.0173603491983</c:v>
                </c:pt>
                <c:pt idx="233">
                  <c:v>0.017416035591</c:v>
                </c:pt>
                <c:pt idx="234">
                  <c:v>0.0174719925668</c:v>
                </c:pt>
                <c:pt idx="235">
                  <c:v>0.017528221889</c:v>
                </c:pt>
                <c:pt idx="236">
                  <c:v>0.0175847253355</c:v>
                </c:pt>
                <c:pt idx="237">
                  <c:v>0.0176415046985</c:v>
                </c:pt>
                <c:pt idx="238">
                  <c:v>0.0176985617851</c:v>
                </c:pt>
                <c:pt idx="239">
                  <c:v>0.0177558984171</c:v>
                </c:pt>
                <c:pt idx="240">
                  <c:v>0.0178135164313</c:v>
                </c:pt>
                <c:pt idx="241">
                  <c:v>0.0178714176796</c:v>
                </c:pt>
                <c:pt idx="242">
                  <c:v>0.0179296040291</c:v>
                </c:pt>
                <c:pt idx="243">
                  <c:v>0.0179880773626</c:v>
                </c:pt>
                <c:pt idx="244">
                  <c:v>0.0180468395782</c:v>
                </c:pt>
                <c:pt idx="245">
                  <c:v>0.0181058925898</c:v>
                </c:pt>
                <c:pt idx="246">
                  <c:v>0.0181652383273</c:v>
                </c:pt>
                <c:pt idx="247">
                  <c:v>0.0182248787364</c:v>
                </c:pt>
                <c:pt idx="248">
                  <c:v>0.0182848157792</c:v>
                </c:pt>
                <c:pt idx="249">
                  <c:v>0.0183450514341</c:v>
                </c:pt>
                <c:pt idx="250">
                  <c:v>0.0184055876962</c:v>
                </c:pt>
                <c:pt idx="251">
                  <c:v>0.0184664265769</c:v>
                </c:pt>
                <c:pt idx="252">
                  <c:v>0.0185275701048</c:v>
                </c:pt>
                <c:pt idx="253">
                  <c:v>0.0185890203255</c:v>
                </c:pt>
                <c:pt idx="254">
                  <c:v>0.0186507793016</c:v>
                </c:pt>
                <c:pt idx="255">
                  <c:v>0.0187128491132</c:v>
                </c:pt>
                <c:pt idx="256">
                  <c:v>0.0187752318581</c:v>
                </c:pt>
                <c:pt idx="257">
                  <c:v>0.0188379296516</c:v>
                </c:pt>
                <c:pt idx="258">
                  <c:v>0.0189009446269</c:v>
                </c:pt>
                <c:pt idx="259">
                  <c:v>0.0189642789355</c:v>
                </c:pt>
                <c:pt idx="260">
                  <c:v>0.019027934747</c:v>
                </c:pt>
                <c:pt idx="261">
                  <c:v>0.0190919142495</c:v>
                </c:pt>
                <c:pt idx="262">
                  <c:v>0.0191562196498</c:v>
                </c:pt>
                <c:pt idx="263">
                  <c:v>0.0192208531734</c:v>
                </c:pt>
                <c:pt idx="264">
                  <c:v>0.019285817065</c:v>
                </c:pt>
                <c:pt idx="265">
                  <c:v>0.0193511135884</c:v>
                </c:pt>
                <c:pt idx="266">
                  <c:v>0.0194167450269</c:v>
                </c:pt>
                <c:pt idx="267">
                  <c:v>0.0194827136833</c:v>
                </c:pt>
                <c:pt idx="268">
                  <c:v>0.0195490218805</c:v>
                </c:pt>
                <c:pt idx="269">
                  <c:v>0.019615671961</c:v>
                </c:pt>
                <c:pt idx="270">
                  <c:v>0.019682666288</c:v>
                </c:pt>
                <c:pt idx="271">
                  <c:v>0.0197500072447</c:v>
                </c:pt>
                <c:pt idx="272">
                  <c:v>0.0198176972353</c:v>
                </c:pt>
                <c:pt idx="273">
                  <c:v>0.0198857386848</c:v>
                </c:pt>
                <c:pt idx="274">
                  <c:v>0.019954134039</c:v>
                </c:pt>
                <c:pt idx="275">
                  <c:v>0.0200228857654</c:v>
                </c:pt>
                <c:pt idx="276">
                  <c:v>0.0200919963528</c:v>
                </c:pt>
                <c:pt idx="277">
                  <c:v>0.0201614683118</c:v>
                </c:pt>
                <c:pt idx="278">
                  <c:v>0.020231304175</c:v>
                </c:pt>
                <c:pt idx="279">
                  <c:v>0.0203015064973</c:v>
                </c:pt>
                <c:pt idx="280">
                  <c:v>0.0203720778558</c:v>
                </c:pt>
                <c:pt idx="281">
                  <c:v>0.0204430208504</c:v>
                </c:pt>
                <c:pt idx="282">
                  <c:v>0.020514338104</c:v>
                </c:pt>
                <c:pt idx="283">
                  <c:v>0.0205860322627</c:v>
                </c:pt>
                <c:pt idx="284">
                  <c:v>0.0206581059957</c:v>
                </c:pt>
                <c:pt idx="285">
                  <c:v>0.0207305619962</c:v>
                </c:pt>
                <c:pt idx="286">
                  <c:v>0.0208034029811</c:v>
                </c:pt>
                <c:pt idx="287">
                  <c:v>0.0208766316915</c:v>
                </c:pt>
                <c:pt idx="288">
                  <c:v>0.020950250893</c:v>
                </c:pt>
                <c:pt idx="289">
                  <c:v>0.0210242633757</c:v>
                </c:pt>
                <c:pt idx="290">
                  <c:v>0.0210986719547</c:v>
                </c:pt>
                <c:pt idx="291">
                  <c:v>0.0211734794705</c:v>
                </c:pt>
                <c:pt idx="292">
                  <c:v>0.0212486887887</c:v>
                </c:pt>
                <c:pt idx="293">
                  <c:v>0.0213243028011</c:v>
                </c:pt>
                <c:pt idx="294">
                  <c:v>0.021400324425</c:v>
                </c:pt>
                <c:pt idx="295">
                  <c:v>0.0214767566045</c:v>
                </c:pt>
                <c:pt idx="296">
                  <c:v>0.02155360231</c:v>
                </c:pt>
                <c:pt idx="297">
                  <c:v>0.0216308645387</c:v>
                </c:pt>
                <c:pt idx="298">
                  <c:v>0.0217085463153</c:v>
                </c:pt>
                <c:pt idx="299">
                  <c:v>0.0217866506916</c:v>
                </c:pt>
                <c:pt idx="300">
                  <c:v>0.0218651807474</c:v>
                </c:pt>
                <c:pt idx="301">
                  <c:v>0.0219441395905</c:v>
                </c:pt>
                <c:pt idx="302">
                  <c:v>0.0220235303568</c:v>
                </c:pt>
                <c:pt idx="303">
                  <c:v>0.0221033562114</c:v>
                </c:pt>
                <c:pt idx="304">
                  <c:v>0.0221836203479</c:v>
                </c:pt>
                <c:pt idx="305">
                  <c:v>0.0222643259894</c:v>
                </c:pt>
                <c:pt idx="306">
                  <c:v>0.0223454763886</c:v>
                </c:pt>
                <c:pt idx="307">
                  <c:v>0.0224270748282</c:v>
                </c:pt>
                <c:pt idx="308">
                  <c:v>0.0225091246211</c:v>
                </c:pt>
                <c:pt idx="309">
                  <c:v>0.0225916291109</c:v>
                </c:pt>
                <c:pt idx="310">
                  <c:v>0.022674591672</c:v>
                </c:pt>
                <c:pt idx="311">
                  <c:v>0.0227580157102</c:v>
                </c:pt>
                <c:pt idx="312">
                  <c:v>0.022841904663</c:v>
                </c:pt>
                <c:pt idx="313">
                  <c:v>0.0229262619996</c:v>
                </c:pt>
                <c:pt idx="314">
                  <c:v>0.0230110912219</c:v>
                </c:pt>
                <c:pt idx="315">
                  <c:v>0.0230963958644</c:v>
                </c:pt>
                <c:pt idx="316">
                  <c:v>0.0231821794944</c:v>
                </c:pt>
                <c:pt idx="317">
                  <c:v>0.0232684457131</c:v>
                </c:pt>
                <c:pt idx="318">
                  <c:v>0.023355198155</c:v>
                </c:pt>
                <c:pt idx="319">
                  <c:v>0.0234424404892</c:v>
                </c:pt>
                <c:pt idx="320">
                  <c:v>0.0235301764192</c:v>
                </c:pt>
                <c:pt idx="321">
                  <c:v>0.0236184096835</c:v>
                </c:pt>
                <c:pt idx="322">
                  <c:v>0.0237071440558</c:v>
                </c:pt>
                <c:pt idx="323">
                  <c:v>0.0237963833459</c:v>
                </c:pt>
                <c:pt idx="324">
                  <c:v>0.0238861313993</c:v>
                </c:pt>
                <c:pt idx="325">
                  <c:v>0.0239763920985</c:v>
                </c:pt>
                <c:pt idx="326">
                  <c:v>0.0240671693627</c:v>
                </c:pt>
                <c:pt idx="327">
                  <c:v>0.0241584671486</c:v>
                </c:pt>
                <c:pt idx="328">
                  <c:v>0.0242502894507</c:v>
                </c:pt>
                <c:pt idx="329">
                  <c:v>0.0243426403018</c:v>
                </c:pt>
                <c:pt idx="330">
                  <c:v>0.0244355237734</c:v>
                </c:pt>
                <c:pt idx="331">
                  <c:v>0.024528943976</c:v>
                </c:pt>
                <c:pt idx="332">
                  <c:v>0.0246229050598</c:v>
                </c:pt>
                <c:pt idx="333">
                  <c:v>0.0247174112152</c:v>
                </c:pt>
                <c:pt idx="334">
                  <c:v>0.0248124666727</c:v>
                </c:pt>
                <c:pt idx="335">
                  <c:v>0.0249080757041</c:v>
                </c:pt>
                <c:pt idx="336">
                  <c:v>0.0250042426225</c:v>
                </c:pt>
                <c:pt idx="337">
                  <c:v>0.025100971783</c:v>
                </c:pt>
                <c:pt idx="338">
                  <c:v>0.025198267583</c:v>
                </c:pt>
                <c:pt idx="339">
                  <c:v>0.0252961344628</c:v>
                </c:pt>
                <c:pt idx="340">
                  <c:v>0.0253945769062</c:v>
                </c:pt>
                <c:pt idx="341">
                  <c:v>0.0254935994408</c:v>
                </c:pt>
                <c:pt idx="342">
                  <c:v>0.0255932066386</c:v>
                </c:pt>
                <c:pt idx="343">
                  <c:v>0.0256934031166</c:v>
                </c:pt>
                <c:pt idx="344">
                  <c:v>0.0257941935372</c:v>
                </c:pt>
                <c:pt idx="345">
                  <c:v>0.0258955826088</c:v>
                </c:pt>
                <c:pt idx="346">
                  <c:v>0.0259975750863</c:v>
                </c:pt>
                <c:pt idx="347">
                  <c:v>0.0261001757716</c:v>
                </c:pt>
                <c:pt idx="348">
                  <c:v>0.0262033895145</c:v>
                </c:pt>
                <c:pt idx="349">
                  <c:v>0.0263072212127</c:v>
                </c:pt>
                <c:pt idx="350">
                  <c:v>0.0264116758127</c:v>
                </c:pt>
                <c:pt idx="351">
                  <c:v>0.0265167583104</c:v>
                </c:pt>
                <c:pt idx="352">
                  <c:v>0.0266224737517</c:v>
                </c:pt>
                <c:pt idx="353">
                  <c:v>0.0267288272329</c:v>
                </c:pt>
                <c:pt idx="354">
                  <c:v>0.0268358239012</c:v>
                </c:pt>
                <c:pt idx="355">
                  <c:v>0.026943468956</c:v>
                </c:pt>
                <c:pt idx="356">
                  <c:v>0.0270517676487</c:v>
                </c:pt>
                <c:pt idx="357">
                  <c:v>0.0271607252838</c:v>
                </c:pt>
                <c:pt idx="358">
                  <c:v>0.0272703472192</c:v>
                </c:pt>
                <c:pt idx="359">
                  <c:v>0.0273806388672</c:v>
                </c:pt>
                <c:pt idx="360">
                  <c:v>0.0274916056951</c:v>
                </c:pt>
                <c:pt idx="361">
                  <c:v>0.0276032532256</c:v>
                </c:pt>
                <c:pt idx="362">
                  <c:v>0.0277155870376</c:v>
                </c:pt>
                <c:pt idx="363">
                  <c:v>0.0278286127669</c:v>
                </c:pt>
                <c:pt idx="364">
                  <c:v>0.0279423361071</c:v>
                </c:pt>
                <c:pt idx="365">
                  <c:v>0.0280567628099</c:v>
                </c:pt>
                <c:pt idx="366">
                  <c:v>0.0281718986861</c:v>
                </c:pt>
                <c:pt idx="367">
                  <c:v>0.028287749606</c:v>
                </c:pt>
                <c:pt idx="368">
                  <c:v>0.0284043215006</c:v>
                </c:pt>
                <c:pt idx="369">
                  <c:v>0.0285216203621</c:v>
                </c:pt>
                <c:pt idx="370">
                  <c:v>0.0286396522443</c:v>
                </c:pt>
                <c:pt idx="371">
                  <c:v>0.0287584232641</c:v>
                </c:pt>
                <c:pt idx="372">
                  <c:v>0.0288779396016</c:v>
                </c:pt>
                <c:pt idx="373">
                  <c:v>0.0289982075012</c:v>
                </c:pt>
                <c:pt idx="374">
                  <c:v>0.0291192332725</c:v>
                </c:pt>
                <c:pt idx="375">
                  <c:v>0.0292410232906</c:v>
                </c:pt>
                <c:pt idx="376">
                  <c:v>0.0293635839975</c:v>
                </c:pt>
                <c:pt idx="377">
                  <c:v>0.0294869219026</c:v>
                </c:pt>
                <c:pt idx="378">
                  <c:v>0.0296110435836</c:v>
                </c:pt>
                <c:pt idx="379">
                  <c:v>0.0297359556875</c:v>
                </c:pt>
                <c:pt idx="380">
                  <c:v>0.0298616649311</c:v>
                </c:pt>
                <c:pt idx="381">
                  <c:v>0.0299881781022</c:v>
                </c:pt>
                <c:pt idx="382">
                  <c:v>0.0301155020604</c:v>
                </c:pt>
                <c:pt idx="383">
                  <c:v>0.0302436437379</c:v>
                </c:pt>
                <c:pt idx="384">
                  <c:v>0.0303726101406</c:v>
                </c:pt>
                <c:pt idx="385">
                  <c:v>0.0305024083489</c:v>
                </c:pt>
                <c:pt idx="386">
                  <c:v>0.0306330455184</c:v>
                </c:pt>
                <c:pt idx="387">
                  <c:v>0.0307645288815</c:v>
                </c:pt>
                <c:pt idx="388">
                  <c:v>0.0308968657476</c:v>
                </c:pt>
                <c:pt idx="389">
                  <c:v>0.0310300635047</c:v>
                </c:pt>
                <c:pt idx="390">
                  <c:v>0.0311641296201</c:v>
                </c:pt>
                <c:pt idx="391">
                  <c:v>0.0312990716412</c:v>
                </c:pt>
                <c:pt idx="392">
                  <c:v>0.0314348971971</c:v>
                </c:pt>
                <c:pt idx="393">
                  <c:v>0.0315716139991</c:v>
                </c:pt>
                <c:pt idx="394">
                  <c:v>0.031709229842</c:v>
                </c:pt>
                <c:pt idx="395">
                  <c:v>0.031847752605</c:v>
                </c:pt>
                <c:pt idx="396">
                  <c:v>0.031987190253</c:v>
                </c:pt>
                <c:pt idx="397">
                  <c:v>0.0321275508377</c:v>
                </c:pt>
                <c:pt idx="398">
                  <c:v>0.0322688424984</c:v>
                </c:pt>
                <c:pt idx="399">
                  <c:v>0.0324110734635</c:v>
                </c:pt>
                <c:pt idx="400">
                  <c:v>0.0325542520513</c:v>
                </c:pt>
                <c:pt idx="401">
                  <c:v>0.0326983866714</c:v>
                </c:pt>
                <c:pt idx="402">
                  <c:v>0.0328434858261</c:v>
                </c:pt>
                <c:pt idx="403">
                  <c:v>0.0329895581108</c:v>
                </c:pt>
                <c:pt idx="404">
                  <c:v>0.0331366122162</c:v>
                </c:pt>
                <c:pt idx="405">
                  <c:v>0.0332846569289</c:v>
                </c:pt>
                <c:pt idx="406">
                  <c:v>0.0334337011326</c:v>
                </c:pt>
                <c:pt idx="407">
                  <c:v>0.03358375381</c:v>
                </c:pt>
                <c:pt idx="408">
                  <c:v>0.0337348240433</c:v>
                </c:pt>
                <c:pt idx="409">
                  <c:v>0.033886921016</c:v>
                </c:pt>
                <c:pt idx="410">
                  <c:v>0.0340400540143</c:v>
                </c:pt>
                <c:pt idx="411">
                  <c:v>0.0341942324279</c:v>
                </c:pt>
                <c:pt idx="412">
                  <c:v>0.034349465752</c:v>
                </c:pt>
                <c:pt idx="413">
                  <c:v>0.0345057635882</c:v>
                </c:pt>
                <c:pt idx="414">
                  <c:v>0.0346631356463</c:v>
                </c:pt>
                <c:pt idx="415">
                  <c:v>0.0348215917452</c:v>
                </c:pt>
                <c:pt idx="416">
                  <c:v>0.0349811418152</c:v>
                </c:pt>
                <c:pt idx="417">
                  <c:v>0.0351417958984</c:v>
                </c:pt>
                <c:pt idx="418">
                  <c:v>0.0353035641511</c:v>
                </c:pt>
                <c:pt idx="419">
                  <c:v>0.0354664568449</c:v>
                </c:pt>
                <c:pt idx="420">
                  <c:v>0.0356304843681</c:v>
                </c:pt>
                <c:pt idx="421">
                  <c:v>0.0357956572277</c:v>
                </c:pt>
                <c:pt idx="422">
                  <c:v>0.0359619860505</c:v>
                </c:pt>
                <c:pt idx="423">
                  <c:v>0.0361294815852</c:v>
                </c:pt>
                <c:pt idx="424">
                  <c:v>0.0362981547036</c:v>
                </c:pt>
                <c:pt idx="425">
                  <c:v>0.0364680164024</c:v>
                </c:pt>
                <c:pt idx="426">
                  <c:v>0.036639077805</c:v>
                </c:pt>
                <c:pt idx="427">
                  <c:v>0.0368113501631</c:v>
                </c:pt>
                <c:pt idx="428">
                  <c:v>0.0369848448584</c:v>
                </c:pt>
                <c:pt idx="429">
                  <c:v>0.0371595734045</c:v>
                </c:pt>
                <c:pt idx="430">
                  <c:v>0.0373355474485</c:v>
                </c:pt>
                <c:pt idx="431">
                  <c:v>0.0375127787728</c:v>
                </c:pt>
                <c:pt idx="432">
                  <c:v>0.0376912792973</c:v>
                </c:pt>
                <c:pt idx="433">
                  <c:v>0.0378710610809</c:v>
                </c:pt>
                <c:pt idx="434">
                  <c:v>0.0380521363233</c:v>
                </c:pt>
                <c:pt idx="435">
                  <c:v>0.0382345173674</c:v>
                </c:pt>
                <c:pt idx="436">
                  <c:v>0.0384182167008</c:v>
                </c:pt>
                <c:pt idx="437">
                  <c:v>0.038603246958</c:v>
                </c:pt>
                <c:pt idx="438">
                  <c:v>0.0387896209226</c:v>
                </c:pt>
                <c:pt idx="439">
                  <c:v>0.0389773515286</c:v>
                </c:pt>
                <c:pt idx="440">
                  <c:v>0.0391664518636</c:v>
                </c:pt>
                <c:pt idx="441">
                  <c:v>0.0393569351698</c:v>
                </c:pt>
                <c:pt idx="442">
                  <c:v>0.0395488148469</c:v>
                </c:pt>
                <c:pt idx="443">
                  <c:v>0.039742104454</c:v>
                </c:pt>
                <c:pt idx="444">
                  <c:v>0.0399368177118</c:v>
                </c:pt>
                <c:pt idx="445">
                  <c:v>0.0401329685046</c:v>
                </c:pt>
                <c:pt idx="446">
                  <c:v>0.0403305708833</c:v>
                </c:pt>
                <c:pt idx="447">
                  <c:v>0.0405296390669</c:v>
                </c:pt>
                <c:pt idx="448">
                  <c:v>0.0407301874451</c:v>
                </c:pt>
                <c:pt idx="449">
                  <c:v>0.0409322305812</c:v>
                </c:pt>
                <c:pt idx="450">
                  <c:v>0.0411357832136</c:v>
                </c:pt>
                <c:pt idx="451">
                  <c:v>0.041340860259</c:v>
                </c:pt>
                <c:pt idx="452">
                  <c:v>0.0415474768145</c:v>
                </c:pt>
                <c:pt idx="453">
                  <c:v>0.0417556481603</c:v>
                </c:pt>
                <c:pt idx="454">
                  <c:v>0.0419653897622</c:v>
                </c:pt>
                <c:pt idx="455">
                  <c:v>0.0421767172743</c:v>
                </c:pt>
                <c:pt idx="456">
                  <c:v>0.0423896465414</c:v>
                </c:pt>
                <c:pt idx="457">
                  <c:v>0.0426041936021</c:v>
                </c:pt>
                <c:pt idx="458">
                  <c:v>0.0428203746912</c:v>
                </c:pt>
                <c:pt idx="459">
                  <c:v>0.0430382062423</c:v>
                </c:pt>
                <c:pt idx="460">
                  <c:v>0.0432577048914</c:v>
                </c:pt>
                <c:pt idx="461">
                  <c:v>0.0434788874788</c:v>
                </c:pt>
                <c:pt idx="462">
                  <c:v>0.0437017710527</c:v>
                </c:pt>
                <c:pt idx="463">
                  <c:v>0.0439263728718</c:v>
                </c:pt>
                <c:pt idx="464">
                  <c:v>0.0441527104084</c:v>
                </c:pt>
                <c:pt idx="465">
                  <c:v>0.0443808013514</c:v>
                </c:pt>
                <c:pt idx="466">
                  <c:v>0.0446106636096</c:v>
                </c:pt>
                <c:pt idx="467">
                  <c:v>0.0448423153144</c:v>
                </c:pt>
                <c:pt idx="468">
                  <c:v>0.0450757748235</c:v>
                </c:pt>
                <c:pt idx="469">
                  <c:v>0.0453110607236</c:v>
                </c:pt>
                <c:pt idx="470">
                  <c:v>0.0455481918341</c:v>
                </c:pt>
                <c:pt idx="471">
                  <c:v>0.0457871872104</c:v>
                </c:pt>
                <c:pt idx="472">
                  <c:v>0.0460280661471</c:v>
                </c:pt>
                <c:pt idx="473">
                  <c:v>0.0462708481813</c:v>
                </c:pt>
                <c:pt idx="474">
                  <c:v>0.0465155530967</c:v>
                </c:pt>
                <c:pt idx="475">
                  <c:v>0.0467622009265</c:v>
                </c:pt>
                <c:pt idx="476">
                  <c:v>0.0470108119573</c:v>
                </c:pt>
                <c:pt idx="477">
                  <c:v>0.0472614067328</c:v>
                </c:pt>
                <c:pt idx="478">
                  <c:v>0.0475140060572</c:v>
                </c:pt>
                <c:pt idx="479">
                  <c:v>0.0477686309995</c:v>
                </c:pt>
                <c:pt idx="480">
                  <c:v>0.0480253028969</c:v>
                </c:pt>
                <c:pt idx="481">
                  <c:v>0.0482840433587</c:v>
                </c:pt>
                <c:pt idx="482">
                  <c:v>0.0485448742705</c:v>
                </c:pt>
                <c:pt idx="483">
                  <c:v>0.048807817798</c:v>
                </c:pt>
                <c:pt idx="484">
                  <c:v>0.0490728963912</c:v>
                </c:pt>
                <c:pt idx="485">
                  <c:v>0.0493401327883</c:v>
                </c:pt>
                <c:pt idx="486">
                  <c:v>0.0496095500204</c:v>
                </c:pt>
                <c:pt idx="487">
                  <c:v>0.0498811714151</c:v>
                </c:pt>
                <c:pt idx="488">
                  <c:v>0.0501550206013</c:v>
                </c:pt>
                <c:pt idx="489">
                  <c:v>0.0504311215133</c:v>
                </c:pt>
                <c:pt idx="490">
                  <c:v>0.0507094983958</c:v>
                </c:pt>
                <c:pt idx="491">
                  <c:v>0.0509901758074</c:v>
                </c:pt>
                <c:pt idx="492">
                  <c:v>0.0512731786265</c:v>
                </c:pt>
                <c:pt idx="493">
                  <c:v>0.0515585320547</c:v>
                </c:pt>
                <c:pt idx="494">
                  <c:v>0.0518462616225</c:v>
                </c:pt>
                <c:pt idx="495">
                  <c:v>0.0521363931936</c:v>
                </c:pt>
                <c:pt idx="496">
                  <c:v>0.05242895297</c:v>
                </c:pt>
                <c:pt idx="497">
                  <c:v>0.0527239674968</c:v>
                </c:pt>
                <c:pt idx="498">
                  <c:v>0.0530214636673</c:v>
                </c:pt>
                <c:pt idx="499">
                  <c:v>0.0533214687281</c:v>
                </c:pt>
                <c:pt idx="500">
                  <c:v>0.0536240102844</c:v>
                </c:pt>
                <c:pt idx="501">
                  <c:v>0.053929116305</c:v>
                </c:pt>
                <c:pt idx="502">
                  <c:v>0.0542368151278</c:v>
                </c:pt>
                <c:pt idx="503">
                  <c:v>0.0545471354654</c:v>
                </c:pt>
                <c:pt idx="504">
                  <c:v>0.0548601064102</c:v>
                </c:pt>
                <c:pt idx="505">
                  <c:v>0.0551757574402</c:v>
                </c:pt>
                <c:pt idx="506">
                  <c:v>0.0554941184248</c:v>
                </c:pt>
                <c:pt idx="507">
                  <c:v>0.0558152196302</c:v>
                </c:pt>
                <c:pt idx="508">
                  <c:v>0.0561390917256</c:v>
                </c:pt>
                <c:pt idx="509">
                  <c:v>0.0564657657888</c:v>
                </c:pt>
                <c:pt idx="510">
                  <c:v>0.0567952733123</c:v>
                </c:pt>
                <c:pt idx="511">
                  <c:v>0.0571276462097</c:v>
                </c:pt>
                <c:pt idx="512">
                  <c:v>0.0574629168212</c:v>
                </c:pt>
                <c:pt idx="513">
                  <c:v>0.0578011179206</c:v>
                </c:pt>
                <c:pt idx="514">
                  <c:v>0.0581422827212</c:v>
                </c:pt>
                <c:pt idx="515">
                  <c:v>0.0584864448823</c:v>
                </c:pt>
                <c:pt idx="516">
                  <c:v>0.0588336385159</c:v>
                </c:pt>
                <c:pt idx="517">
                  <c:v>0.0591838981932</c:v>
                </c:pt>
                <c:pt idx="518">
                  <c:v>0.0595372589513</c:v>
                </c:pt>
                <c:pt idx="519">
                  <c:v>0.0598937563001</c:v>
                </c:pt>
                <c:pt idx="520">
                  <c:v>0.0602534262292</c:v>
                </c:pt>
                <c:pt idx="521">
                  <c:v>0.0606163052148</c:v>
                </c:pt>
                <c:pt idx="522">
                  <c:v>0.060982430227</c:v>
                </c:pt>
                <c:pt idx="523">
                  <c:v>0.0613518387368</c:v>
                </c:pt>
                <c:pt idx="524">
                  <c:v>0.0617245687233</c:v>
                </c:pt>
                <c:pt idx="525">
                  <c:v>0.0621006586816</c:v>
                </c:pt>
                <c:pt idx="526">
                  <c:v>0.0624801476297</c:v>
                </c:pt>
                <c:pt idx="527">
                  <c:v>0.0628630751163</c:v>
                </c:pt>
                <c:pt idx="528">
                  <c:v>0.0632494812287</c:v>
                </c:pt>
                <c:pt idx="529">
                  <c:v>0.0636394066003</c:v>
                </c:pt>
                <c:pt idx="530">
                  <c:v>0.0640328924185</c:v>
                </c:pt>
                <c:pt idx="531">
                  <c:v>0.0644299804329</c:v>
                </c:pt>
                <c:pt idx="532">
                  <c:v>0.0648307129632</c:v>
                </c:pt>
                <c:pt idx="533">
                  <c:v>0.0652351329074</c:v>
                </c:pt>
                <c:pt idx="534">
                  <c:v>0.0656432837501</c:v>
                </c:pt>
                <c:pt idx="535">
                  <c:v>0.0660552095711</c:v>
                </c:pt>
                <c:pt idx="536">
                  <c:v>0.0664709550534</c:v>
                </c:pt>
                <c:pt idx="537">
                  <c:v>0.0668905654923</c:v>
                </c:pt>
                <c:pt idx="538">
                  <c:v>0.0673140868036</c:v>
                </c:pt>
                <c:pt idx="539">
                  <c:v>0.0677415655328</c:v>
                </c:pt>
                <c:pt idx="540">
                  <c:v>0.0681730488638</c:v>
                </c:pt>
                <c:pt idx="541">
                  <c:v>0.0686085846278</c:v>
                </c:pt>
                <c:pt idx="542">
                  <c:v>0.0690482213125</c:v>
                </c:pt>
                <c:pt idx="543">
                  <c:v>0.0694920080712</c:v>
                </c:pt>
                <c:pt idx="544">
                  <c:v>0.069939994732</c:v>
                </c:pt>
                <c:pt idx="545">
                  <c:v>0.0703922318074</c:v>
                </c:pt>
                <c:pt idx="546">
                  <c:v>0.0708487705033</c:v>
                </c:pt>
                <c:pt idx="547">
                  <c:v>0.0713096627292</c:v>
                </c:pt>
                <c:pt idx="548">
                  <c:v>0.071774961107</c:v>
                </c:pt>
                <c:pt idx="549">
                  <c:v>0.0722447189814</c:v>
                </c:pt>
                <c:pt idx="550">
                  <c:v>0.0727189904295</c:v>
                </c:pt>
                <c:pt idx="551">
                  <c:v>0.0731978302704</c:v>
                </c:pt>
                <c:pt idx="552">
                  <c:v>0.0736812940755</c:v>
                </c:pt>
                <c:pt idx="553">
                  <c:v>0.0741694381783</c:v>
                </c:pt>
                <c:pt idx="554">
                  <c:v>0.0746623196848</c:v>
                </c:pt>
                <c:pt idx="555">
                  <c:v>0.0751599964833</c:v>
                </c:pt>
                <c:pt idx="556">
                  <c:v>0.0756625272549</c:v>
                </c:pt>
                <c:pt idx="557">
                  <c:v>0.0761699714838</c:v>
                </c:pt>
                <c:pt idx="558">
                  <c:v>0.0766823894675</c:v>
                </c:pt>
                <c:pt idx="559">
                  <c:v>0.0771998423274</c:v>
                </c:pt>
                <c:pt idx="560">
                  <c:v>0.0777223920192</c:v>
                </c:pt>
                <c:pt idx="561">
                  <c:v>0.0782501013433</c:v>
                </c:pt>
                <c:pt idx="562">
                  <c:v>0.0787830339556</c:v>
                </c:pt>
                <c:pt idx="563">
                  <c:v>0.0793212543778</c:v>
                </c:pt>
                <c:pt idx="564">
                  <c:v>0.0798648280084</c:v>
                </c:pt>
                <c:pt idx="565">
                  <c:v>0.0804138211329</c:v>
                </c:pt>
                <c:pt idx="566">
                  <c:v>0.0809683009347</c:v>
                </c:pt>
                <c:pt idx="567">
                  <c:v>0.0815283355056</c:v>
                </c:pt>
                <c:pt idx="568">
                  <c:v>0.0820939938568</c:v>
                </c:pt>
                <c:pt idx="569">
                  <c:v>0.0826653459292</c:v>
                </c:pt>
                <c:pt idx="570">
                  <c:v>0.0832424626039</c:v>
                </c:pt>
                <c:pt idx="571">
                  <c:v>0.0838254157133</c:v>
                </c:pt>
                <c:pt idx="572">
                  <c:v>0.0844142780513</c:v>
                </c:pt>
                <c:pt idx="573">
                  <c:v>0.0850091233837</c:v>
                </c:pt>
                <c:pt idx="574">
                  <c:v>0.0856100264589</c:v>
                </c:pt>
                <c:pt idx="575">
                  <c:v>0.0862170630184</c:v>
                </c:pt>
                <c:pt idx="576">
                  <c:v>0.0868303098064</c:v>
                </c:pt>
                <c:pt idx="577">
                  <c:v>0.0874498445807</c:v>
                </c:pt>
                <c:pt idx="578">
                  <c:v>0.0880757461226</c:v>
                </c:pt>
                <c:pt idx="579">
                  <c:v>0.0887080942466</c:v>
                </c:pt>
                <c:pt idx="580">
                  <c:v>0.0893469698103</c:v>
                </c:pt>
                <c:pt idx="581">
                  <c:v>0.089992454724</c:v>
                </c:pt>
                <c:pt idx="582">
                  <c:v>0.0906446319604</c:v>
                </c:pt>
                <c:pt idx="583">
                  <c:v>0.0913035855635</c:v>
                </c:pt>
                <c:pt idx="584">
                  <c:v>0.0919694006579</c:v>
                </c:pt>
                <c:pt idx="585">
                  <c:v>0.0926421634574</c:v>
                </c:pt>
                <c:pt idx="586">
                  <c:v>0.0933219612736</c:v>
                </c:pt>
                <c:pt idx="587">
                  <c:v>0.0940088825243</c:v>
                </c:pt>
                <c:pt idx="588">
                  <c:v>0.0947030167413</c:v>
                </c:pt>
                <c:pt idx="589">
                  <c:v>0.095404454578</c:v>
                </c:pt>
                <c:pt idx="590">
                  <c:v>0.0961132878166</c:v>
                </c:pt>
                <c:pt idx="591">
                  <c:v>0.0968296093753</c:v>
                </c:pt>
                <c:pt idx="592">
                  <c:v>0.0975535133143</c:v>
                </c:pt>
                <c:pt idx="593">
                  <c:v>0.0982850948422</c:v>
                </c:pt>
                <c:pt idx="594">
                  <c:v>0.0990244503213</c:v>
                </c:pt>
                <c:pt idx="595">
                  <c:v>0.0997716772729</c:v>
                </c:pt>
                <c:pt idx="596">
                  <c:v>0.100526874381</c:v>
                </c:pt>
                <c:pt idx="597">
                  <c:v>0.101290141498</c:v>
                </c:pt>
                <c:pt idx="598">
                  <c:v>0.102061579646</c:v>
                </c:pt>
                <c:pt idx="599">
                  <c:v>0.10284129102</c:v>
                </c:pt>
                <c:pt idx="600">
                  <c:v>0.103629378989</c:v>
                </c:pt>
                <c:pt idx="601">
                  <c:v>0.104425948102</c:v>
                </c:pt>
                <c:pt idx="602">
                  <c:v>0.105231104081</c:v>
                </c:pt>
                <c:pt idx="603">
                  <c:v>0.106044953825</c:v>
                </c:pt>
                <c:pt idx="604">
                  <c:v>0.106867605409</c:v>
                </c:pt>
                <c:pt idx="605">
                  <c:v>0.107699168079</c:v>
                </c:pt>
                <c:pt idx="606">
                  <c:v>0.108539752252</c:v>
                </c:pt>
                <c:pt idx="607">
                  <c:v>0.109389469508</c:v>
                </c:pt>
                <c:pt idx="608">
                  <c:v>0.110248432589</c:v>
                </c:pt>
                <c:pt idx="609">
                  <c:v>0.111116755389</c:v>
                </c:pt>
                <c:pt idx="610">
                  <c:v>0.111994552945</c:v>
                </c:pt>
                <c:pt idx="611">
                  <c:v>0.112881941434</c:v>
                </c:pt>
                <c:pt idx="612">
                  <c:v>0.113779038157</c:v>
                </c:pt>
                <c:pt idx="613">
                  <c:v>0.114685961527</c:v>
                </c:pt>
                <c:pt idx="614">
                  <c:v>0.115602831061</c:v>
                </c:pt>
                <c:pt idx="615">
                  <c:v>0.116529767358</c:v>
                </c:pt>
                <c:pt idx="616">
                  <c:v>0.117466892089</c:v>
                </c:pt>
                <c:pt idx="617">
                  <c:v>0.118414327972</c:v>
                </c:pt>
                <c:pt idx="618">
                  <c:v>0.119372198757</c:v>
                </c:pt>
                <c:pt idx="619">
                  <c:v>0.120340629203</c:v>
                </c:pt>
                <c:pt idx="620">
                  <c:v>0.12131974505</c:v>
                </c:pt>
                <c:pt idx="621">
                  <c:v>0.122309672999</c:v>
                </c:pt>
                <c:pt idx="622">
                  <c:v>0.123310540678</c:v>
                </c:pt>
                <c:pt idx="623">
                  <c:v>0.124322476615</c:v>
                </c:pt>
                <c:pt idx="624">
                  <c:v>0.125345610201</c:v>
                </c:pt>
                <c:pt idx="625">
                  <c:v>0.126380071659</c:v>
                </c:pt>
                <c:pt idx="626">
                  <c:v>0.127425992003</c:v>
                </c:pt>
                <c:pt idx="627">
                  <c:v>0.128483502998</c:v>
                </c:pt>
                <c:pt idx="628">
                  <c:v>0.129552737115</c:v>
                </c:pt>
                <c:pt idx="629">
                  <c:v>0.130633827484</c:v>
                </c:pt>
                <c:pt idx="630">
                  <c:v>0.131726907847</c:v>
                </c:pt>
                <c:pt idx="631">
                  <c:v>0.132832112504</c:v>
                </c:pt>
                <c:pt idx="632">
                  <c:v>0.133949576251</c:v>
                </c:pt>
                <c:pt idx="633">
                  <c:v>0.135079434331</c:v>
                </c:pt>
                <c:pt idx="634">
                  <c:v>0.13622182236</c:v>
                </c:pt>
                <c:pt idx="635">
                  <c:v>0.137376876267</c:v>
                </c:pt>
                <c:pt idx="636">
                  <c:v>0.138544732217</c:v>
                </c:pt>
                <c:pt idx="637">
                  <c:v>0.139725526543</c:v>
                </c:pt>
                <c:pt idx="638">
                  <c:v>0.140919395662</c:v>
                </c:pt>
                <c:pt idx="639">
                  <c:v>0.14212647599</c:v>
                </c:pt>
                <c:pt idx="640">
                  <c:v>0.14334690386</c:v>
                </c:pt>
                <c:pt idx="641">
                  <c:v>0.144580815425</c:v>
                </c:pt>
                <c:pt idx="642">
                  <c:v>0.145828346561</c:v>
                </c:pt>
                <c:pt idx="643">
                  <c:v>0.147089632768</c:v>
                </c:pt>
                <c:pt idx="644">
                  <c:v>0.14836480906</c:v>
                </c:pt>
                <c:pt idx="645">
                  <c:v>0.149654009851</c:v>
                </c:pt>
                <c:pt idx="646">
                  <c:v>0.150957368844</c:v>
                </c:pt>
                <c:pt idx="647">
                  <c:v>0.152275018901</c:v>
                </c:pt>
                <c:pt idx="648">
                  <c:v>0.153607091917</c:v>
                </c:pt>
                <c:pt idx="649">
                  <c:v>0.154953718686</c:v>
                </c:pt>
                <c:pt idx="650">
                  <c:v>0.156315028762</c:v>
                </c:pt>
                <c:pt idx="651">
                  <c:v>0.157691150306</c:v>
                </c:pt>
                <c:pt idx="652">
                  <c:v>0.159082209944</c:v>
                </c:pt>
                <c:pt idx="653">
                  <c:v>0.160488332596</c:v>
                </c:pt>
                <c:pt idx="654">
                  <c:v>0.161909641321</c:v>
                </c:pt>
                <c:pt idx="655">
                  <c:v>0.163346257139</c:v>
                </c:pt>
                <c:pt idx="656">
                  <c:v>0.164798298852</c:v>
                </c:pt>
                <c:pt idx="657">
                  <c:v>0.166265882865</c:v>
                </c:pt>
                <c:pt idx="658">
                  <c:v>0.167749122985</c:v>
                </c:pt>
                <c:pt idx="659">
                  <c:v>0.169248130228</c:v>
                </c:pt>
                <c:pt idx="660">
                  <c:v>0.17076301261</c:v>
                </c:pt>
                <c:pt idx="661">
                  <c:v>0.172293874935</c:v>
                </c:pt>
                <c:pt idx="662">
                  <c:v>0.173840818571</c:v>
                </c:pt>
                <c:pt idx="663">
                  <c:v>0.175403941228</c:v>
                </c:pt>
                <c:pt idx="664">
                  <c:v>0.176983336716</c:v>
                </c:pt>
                <c:pt idx="665">
                  <c:v>0.17857909471</c:v>
                </c:pt>
                <c:pt idx="666">
                  <c:v>0.180191300495</c:v>
                </c:pt>
                <c:pt idx="667">
                  <c:v>0.18182003471</c:v>
                </c:pt>
                <c:pt idx="668">
                  <c:v>0.183465373087</c:v>
                </c:pt>
                <c:pt idx="669">
                  <c:v>0.185127386177</c:v>
                </c:pt>
                <c:pt idx="670">
                  <c:v>0.186806139076</c:v>
                </c:pt>
                <c:pt idx="671">
                  <c:v>0.188501691134</c:v>
                </c:pt>
                <c:pt idx="672">
                  <c:v>0.19021409567</c:v>
                </c:pt>
                <c:pt idx="673">
                  <c:v>0.19194339967</c:v>
                </c:pt>
                <c:pt idx="674">
                  <c:v>0.193689643486</c:v>
                </c:pt>
                <c:pt idx="675">
                  <c:v>0.195452860521</c:v>
                </c:pt>
                <c:pt idx="676">
                  <c:v>0.197233076916</c:v>
                </c:pt>
                <c:pt idx="677">
                  <c:v>0.199030311229</c:v>
                </c:pt>
                <c:pt idx="678">
                  <c:v>0.200844574106</c:v>
                </c:pt>
                <c:pt idx="679">
                  <c:v>0.202675867949</c:v>
                </c:pt>
                <c:pt idx="680">
                  <c:v>0.204524186584</c:v>
                </c:pt>
                <c:pt idx="681">
                  <c:v>0.206389514913</c:v>
                </c:pt>
                <c:pt idx="682">
                  <c:v>0.208271828579</c:v>
                </c:pt>
                <c:pt idx="683">
                  <c:v>0.210171093613</c:v>
                </c:pt>
                <c:pt idx="684">
                  <c:v>0.212087266089</c:v>
                </c:pt>
                <c:pt idx="685">
                  <c:v>0.214020291771</c:v>
                </c:pt>
                <c:pt idx="686">
                  <c:v>0.215970105762</c:v>
                </c:pt>
                <c:pt idx="687">
                  <c:v>0.21793663215</c:v>
                </c:pt>
                <c:pt idx="688">
                  <c:v>0.219919783659</c:v>
                </c:pt>
                <c:pt idx="689">
                  <c:v>0.221919461294</c:v>
                </c:pt>
                <c:pt idx="690">
                  <c:v>0.223935553994</c:v>
                </c:pt>
                <c:pt idx="691">
                  <c:v>0.225967938284</c:v>
                </c:pt>
                <c:pt idx="692">
                  <c:v>0.228016477935</c:v>
                </c:pt>
                <c:pt idx="693">
                  <c:v>0.230081023621</c:v>
                </c:pt>
                <c:pt idx="694">
                  <c:v>0.232161412586</c:v>
                </c:pt>
                <c:pt idx="695">
                  <c:v>0.234257468323</c:v>
                </c:pt>
                <c:pt idx="696">
                  <c:v>0.236369000246</c:v>
                </c:pt>
                <c:pt idx="697">
                  <c:v>0.238495803386</c:v>
                </c:pt>
                <c:pt idx="698">
                  <c:v>0.240637658085</c:v>
                </c:pt>
                <c:pt idx="699">
                  <c:v>0.242794329711</c:v>
                </c:pt>
                <c:pt idx="700">
                  <c:v>0.24496556837</c:v>
                </c:pt>
                <c:pt idx="701">
                  <c:v>0.24715110865</c:v>
                </c:pt>
                <c:pt idx="702">
                  <c:v>0.249350669363</c:v>
                </c:pt>
                <c:pt idx="703">
                  <c:v>0.251563953307</c:v>
                </c:pt>
                <c:pt idx="704">
                  <c:v>0.253790647053</c:v>
                </c:pt>
                <c:pt idx="705">
                  <c:v>0.256030420734</c:v>
                </c:pt>
                <c:pt idx="706">
                  <c:v>0.258282927865</c:v>
                </c:pt>
                <c:pt idx="707">
                  <c:v>0.260547805179</c:v>
                </c:pt>
                <c:pt idx="708">
                  <c:v>0.262824672482</c:v>
                </c:pt>
                <c:pt idx="709">
                  <c:v>0.265113132531</c:v>
                </c:pt>
                <c:pt idx="710">
                  <c:v>0.267412770939</c:v>
                </c:pt>
                <c:pt idx="711">
                  <c:v>0.269723156098</c:v>
                </c:pt>
                <c:pt idx="712">
                  <c:v>0.272043839129</c:v>
                </c:pt>
                <c:pt idx="713">
                  <c:v>0.274374353864</c:v>
                </c:pt>
                <c:pt idx="714">
                  <c:v>0.276714216845</c:v>
                </c:pt>
                <c:pt idx="715">
                  <c:v>0.279062927357</c:v>
                </c:pt>
                <c:pt idx="716">
                  <c:v>0.281419967491</c:v>
                </c:pt>
                <c:pt idx="717">
                  <c:v>0.283784802232</c:v>
                </c:pt>
                <c:pt idx="718">
                  <c:v>0.286156879577</c:v>
                </c:pt>
                <c:pt idx="719">
                  <c:v>0.288535630689</c:v>
                </c:pt>
                <c:pt idx="720">
                  <c:v>0.290920470075</c:v>
                </c:pt>
                <c:pt idx="721">
                  <c:v>0.293310795801</c:v>
                </c:pt>
                <c:pt idx="722">
                  <c:v>0.295705989735</c:v>
                </c:pt>
                <c:pt idx="723">
                  <c:v>0.298105417823</c:v>
                </c:pt>
                <c:pt idx="724">
                  <c:v>0.3005084304</c:v>
                </c:pt>
                <c:pt idx="725">
                  <c:v>0.302914362528</c:v>
                </c:pt>
                <c:pt idx="726">
                  <c:v>0.305322534371</c:v>
                </c:pt>
                <c:pt idx="727">
                  <c:v>0.307732251595</c:v>
                </c:pt>
                <c:pt idx="728">
                  <c:v>0.310142805812</c:v>
                </c:pt>
                <c:pt idx="729">
                  <c:v>0.31255347504</c:v>
                </c:pt>
                <c:pt idx="730">
                  <c:v>0.314963524206</c:v>
                </c:pt>
                <c:pt idx="731">
                  <c:v>0.317372205673</c:v>
                </c:pt>
                <c:pt idx="732">
                  <c:v>0.319778759801</c:v>
                </c:pt>
                <c:pt idx="733">
                  <c:v>0.322182415532</c:v>
                </c:pt>
                <c:pt idx="734">
                  <c:v>0.324582391008</c:v>
                </c:pt>
                <c:pt idx="735">
                  <c:v>0.326977894211</c:v>
                </c:pt>
                <c:pt idx="736">
                  <c:v>0.329368123641</c:v>
                </c:pt>
                <c:pt idx="737">
                  <c:v>0.331752268999</c:v>
                </c:pt>
                <c:pt idx="738">
                  <c:v>0.33412951192</c:v>
                </c:pt>
                <c:pt idx="739">
                  <c:v>0.336499026703</c:v>
                </c:pt>
                <c:pt idx="740">
                  <c:v>0.338859981088</c:v>
                </c:pt>
                <c:pt idx="741">
                  <c:v>0.341211537032</c:v>
                </c:pt>
                <c:pt idx="742">
                  <c:v>0.343552851517</c:v>
                </c:pt>
                <c:pt idx="743">
                  <c:v>0.345883077375</c:v>
                </c:pt>
                <c:pt idx="744">
                  <c:v>0.348201364127</c:v>
                </c:pt>
                <c:pt idx="745">
                  <c:v>0.350506858834</c:v>
                </c:pt>
                <c:pt idx="746">
                  <c:v>0.352798706972</c:v>
                </c:pt>
                <c:pt idx="747">
                  <c:v>0.355076053306</c:v>
                </c:pt>
                <c:pt idx="748">
                  <c:v>0.357338042788</c:v>
                </c:pt>
                <c:pt idx="749">
                  <c:v>0.359583821455</c:v>
                </c:pt>
                <c:pt idx="750">
                  <c:v>0.361812537339</c:v>
                </c:pt>
                <c:pt idx="751">
                  <c:v>0.364023341381</c:v>
                </c:pt>
                <c:pt idx="752">
                  <c:v>0.366215388352</c:v>
                </c:pt>
                <c:pt idx="753">
                  <c:v>0.368387837779</c:v>
                </c:pt>
                <c:pt idx="754">
                  <c:v>0.370539854865</c:v>
                </c:pt>
                <c:pt idx="755">
                  <c:v>0.372670611419</c:v>
                </c:pt>
                <c:pt idx="756">
                  <c:v>0.374779286779</c:v>
                </c:pt>
                <c:pt idx="757">
                  <c:v>0.37686506873</c:v>
                </c:pt>
                <c:pt idx="758">
                  <c:v>0.37892715443</c:v>
                </c:pt>
                <c:pt idx="759">
                  <c:v>0.380964751312</c:v>
                </c:pt>
                <c:pt idx="760">
                  <c:v>0.382977077997</c:v>
                </c:pt>
                <c:pt idx="761">
                  <c:v>0.384963365184</c:v>
                </c:pt>
                <c:pt idx="762">
                  <c:v>0.386922856541</c:v>
                </c:pt>
                <c:pt idx="763">
                  <c:v>0.388854809577</c:v>
                </c:pt>
                <c:pt idx="764">
                  <c:v>0.390758496507</c:v>
                </c:pt>
                <c:pt idx="765">
                  <c:v>0.392633205098</c:v>
                </c:pt>
                <c:pt idx="766">
                  <c:v>0.394478239504</c:v>
                </c:pt>
                <c:pt idx="767">
                  <c:v>0.396292921081</c:v>
                </c:pt>
                <c:pt idx="768">
                  <c:v>0.398076589187</c:v>
                </c:pt>
                <c:pt idx="769">
                  <c:v>0.399828601957</c:v>
                </c:pt>
                <c:pt idx="770">
                  <c:v>0.401548337066</c:v>
                </c:pt>
                <c:pt idx="771">
                  <c:v>0.403235192463</c:v>
                </c:pt>
                <c:pt idx="772">
                  <c:v>0.404888587084</c:v>
                </c:pt>
                <c:pt idx="773">
                  <c:v>0.406507961543</c:v>
                </c:pt>
                <c:pt idx="774">
                  <c:v>0.408092778793</c:v>
                </c:pt>
                <c:pt idx="775">
                  <c:v>0.409642524763</c:v>
                </c:pt>
                <c:pt idx="776">
                  <c:v>0.41115670897</c:v>
                </c:pt>
                <c:pt idx="777">
                  <c:v>0.412634865093</c:v>
                </c:pt>
                <c:pt idx="778">
                  <c:v>0.414076551528</c:v>
                </c:pt>
                <c:pt idx="779">
                  <c:v>0.415481351904</c:v>
                </c:pt>
                <c:pt idx="780">
                  <c:v>0.41684887557</c:v>
                </c:pt>
                <c:pt idx="781">
                  <c:v>0.418178758045</c:v>
                </c:pt>
                <c:pt idx="782">
                  <c:v>0.419470661443</c:v>
                </c:pt>
                <c:pt idx="783">
                  <c:v>0.420724274848</c:v>
                </c:pt>
                <c:pt idx="784">
                  <c:v>0.421939314671</c:v>
                </c:pt>
                <c:pt idx="785">
                  <c:v>0.423115524952</c:v>
                </c:pt>
                <c:pt idx="786">
                  <c:v>0.42425267764</c:v>
                </c:pt>
                <c:pt idx="787">
                  <c:v>0.425350572823</c:v>
                </c:pt>
                <c:pt idx="788">
                  <c:v>0.426409038925</c:v>
                </c:pt>
                <c:pt idx="789">
                  <c:v>0.427427932864</c:v>
                </c:pt>
                <c:pt idx="790">
                  <c:v>0.428407140164</c:v>
                </c:pt>
                <c:pt idx="791">
                  <c:v>0.429346575037</c:v>
                </c:pt>
                <c:pt idx="792">
                  <c:v>0.430246180408</c:v>
                </c:pt>
                <c:pt idx="793">
                  <c:v>0.431105927917</c:v>
                </c:pt>
                <c:pt idx="794">
                  <c:v>0.431925817865</c:v>
                </c:pt>
                <c:pt idx="795">
                  <c:v>0.432705879128</c:v>
                </c:pt>
                <c:pt idx="796">
                  <c:v>0.433446169024</c:v>
                </c:pt>
                <c:pt idx="797">
                  <c:v>0.43414677314</c:v>
                </c:pt>
                <c:pt idx="798">
                  <c:v>0.434807805117</c:v>
                </c:pt>
                <c:pt idx="799">
                  <c:v>0.4354294064</c:v>
                </c:pt>
                <c:pt idx="800">
                  <c:v>0.436011745937</c:v>
                </c:pt>
                <c:pt idx="801">
                  <c:v>0.436555019846</c:v>
                </c:pt>
                <c:pt idx="802">
                  <c:v>0.437059451042</c:v>
                </c:pt>
                <c:pt idx="803">
                  <c:v>0.437525288821</c:v>
                </c:pt>
                <c:pt idx="804">
                  <c:v>0.437952808411</c:v>
                </c:pt>
                <c:pt idx="805">
                  <c:v>0.438342310481</c:v>
                </c:pt>
                <c:pt idx="806">
                  <c:v>0.438694120625</c:v>
                </c:pt>
                <c:pt idx="807">
                  <c:v>0.439008588796</c:v>
                </c:pt>
                <c:pt idx="808">
                  <c:v>0.439286088722</c:v>
                </c:pt>
                <c:pt idx="809">
                  <c:v>0.43952701728</c:v>
                </c:pt>
                <c:pt idx="810">
                  <c:v>0.439731793846</c:v>
                </c:pt>
                <c:pt idx="811">
                  <c:v>0.439900859613</c:v>
                </c:pt>
                <c:pt idx="812">
                  <c:v>0.440034676888</c:v>
                </c:pt>
                <c:pt idx="813">
                  <c:v>0.440133728353</c:v>
                </c:pt>
                <c:pt idx="814">
                  <c:v>0.440198516318</c:v>
                </c:pt>
                <c:pt idx="815">
                  <c:v>0.440229561943</c:v>
                </c:pt>
                <c:pt idx="816">
                  <c:v>0.440227404442</c:v>
                </c:pt>
                <c:pt idx="817">
                  <c:v>0.440192600275</c:v>
                </c:pt>
                <c:pt idx="818">
                  <c:v>0.440125722326</c:v>
                </c:pt>
                <c:pt idx="819">
                  <c:v>0.440027359058</c:v>
                </c:pt>
                <c:pt idx="820">
                  <c:v>0.439898113677</c:v>
                </c:pt>
                <c:pt idx="821">
                  <c:v>0.43973860327</c:v>
                </c:pt>
                <c:pt idx="822">
                  <c:v>0.439549457948</c:v>
                </c:pt>
                <c:pt idx="823">
                  <c:v>0.439331319986</c:v>
                </c:pt>
                <c:pt idx="824">
                  <c:v>0.439084842957</c:v>
                </c:pt>
                <c:pt idx="825">
                  <c:v>0.438810690873</c:v>
                </c:pt>
                <c:pt idx="826">
                  <c:v>0.438509537326</c:v>
                </c:pt>
                <c:pt idx="827">
                  <c:v>0.438182064637</c:v>
                </c:pt>
                <c:pt idx="828">
                  <c:v>0.437828963015</c:v>
                </c:pt>
                <c:pt idx="829">
                  <c:v>0.437450929719</c:v>
                </c:pt>
                <c:pt idx="830">
                  <c:v>0.437048668239</c:v>
                </c:pt>
                <c:pt idx="831">
                  <c:v>0.436622887489</c:v>
                </c:pt>
                <c:pt idx="832">
                  <c:v>0.436174301014</c:v>
                </c:pt>
                <c:pt idx="833">
                  <c:v>0.435703626213</c:v>
                </c:pt>
                <c:pt idx="834">
                  <c:v>0.435211583588</c:v>
                </c:pt>
                <c:pt idx="835">
                  <c:v>0.434698896</c:v>
                </c:pt>
                <c:pt idx="836">
                  <c:v>0.43416628796</c:v>
                </c:pt>
                <c:pt idx="837">
                  <c:v>0.433614484931</c:v>
                </c:pt>
                <c:pt idx="838">
                  <c:v>0.433044212659</c:v>
                </c:pt>
                <c:pt idx="839">
                  <c:v>0.432456196529</c:v>
                </c:pt>
                <c:pt idx="840">
                  <c:v>0.431851160938</c:v>
                </c:pt>
                <c:pt idx="841">
                  <c:v>0.431229828702</c:v>
                </c:pt>
                <c:pt idx="842">
                  <c:v>0.430592920478</c:v>
                </c:pt>
                <c:pt idx="843">
                  <c:v>0.429941154222</c:v>
                </c:pt>
                <c:pt idx="844">
                  <c:v>0.429275244664</c:v>
                </c:pt>
                <c:pt idx="845">
                  <c:v>0.42859590281</c:v>
                </c:pt>
                <c:pt idx="846">
                  <c:v>0.427903835469</c:v>
                </c:pt>
                <c:pt idx="847">
                  <c:v>0.427199744804</c:v>
                </c:pt>
                <c:pt idx="848">
                  <c:v>0.426484327904</c:v>
                </c:pt>
                <c:pt idx="849">
                  <c:v>0.425758276385</c:v>
                </c:pt>
                <c:pt idx="850">
                  <c:v>0.425022276002</c:v>
                </c:pt>
                <c:pt idx="851">
                  <c:v>0.424277006291</c:v>
                </c:pt>
                <c:pt idx="852">
                  <c:v>0.423523140226</c:v>
                </c:pt>
                <c:pt idx="853">
                  <c:v>0.422761343892</c:v>
                </c:pt>
                <c:pt idx="854">
                  <c:v>0.421992276183</c:v>
                </c:pt>
                <c:pt idx="855">
                  <c:v>0.421216588504</c:v>
                </c:pt>
                <c:pt idx="856">
                  <c:v>0.420434924495</c:v>
                </c:pt>
                <c:pt idx="857">
                  <c:v>0.419647919768</c:v>
                </c:pt>
                <c:pt idx="858">
                  <c:v>0.418856201645</c:v>
                </c:pt>
                <c:pt idx="859">
                  <c:v>0.418060388921</c:v>
                </c:pt>
                <c:pt idx="860">
                  <c:v>0.417261091615</c:v>
                </c:pt>
                <c:pt idx="861">
                  <c:v>0.416458910749</c:v>
                </c:pt>
                <c:pt idx="862">
                  <c:v>0.415654438111</c:v>
                </c:pt>
                <c:pt idx="863">
                  <c:v>0.414848256036</c:v>
                </c:pt>
                <c:pt idx="864">
                  <c:v>0.414040937179</c:v>
                </c:pt>
                <c:pt idx="865">
                  <c:v>0.413233044293</c:v>
                </c:pt>
                <c:pt idx="866">
                  <c:v>0.412425130005</c:v>
                </c:pt>
                <c:pt idx="867">
                  <c:v>0.411617736584</c:v>
                </c:pt>
                <c:pt idx="868">
                  <c:v>0.410811395714</c:v>
                </c:pt>
                <c:pt idx="869">
                  <c:v>0.410006628255</c:v>
                </c:pt>
                <c:pt idx="870">
                  <c:v>0.409203943996</c:v>
                </c:pt>
                <c:pt idx="871">
                  <c:v>0.408403841412</c:v>
                </c:pt>
                <c:pt idx="872">
                  <c:v>0.407606807399</c:v>
                </c:pt>
                <c:pt idx="873">
                  <c:v>0.40681331701</c:v>
                </c:pt>
                <c:pt idx="874">
                  <c:v>0.406023833178</c:v>
                </c:pt>
                <c:pt idx="875">
                  <c:v>0.40523880643</c:v>
                </c:pt>
                <c:pt idx="876">
                  <c:v>0.404458674593</c:v>
                </c:pt>
                <c:pt idx="877">
                  <c:v>0.403683862486</c:v>
                </c:pt>
                <c:pt idx="878">
                  <c:v>0.402914781607</c:v>
                </c:pt>
                <c:pt idx="879">
                  <c:v>0.402151829808</c:v>
                </c:pt>
                <c:pt idx="880">
                  <c:v>0.401395390958</c:v>
                </c:pt>
                <c:pt idx="881">
                  <c:v>0.400645834603</c:v>
                </c:pt>
                <c:pt idx="882">
                  <c:v>0.399903515616</c:v>
                </c:pt>
                <c:pt idx="883">
                  <c:v>0.399168773833</c:v>
                </c:pt>
                <c:pt idx="884">
                  <c:v>0.398441933696</c:v>
                </c:pt>
                <c:pt idx="885">
                  <c:v>0.397723303876</c:v>
                </c:pt>
                <c:pt idx="886">
                  <c:v>0.397013176905</c:v>
                </c:pt>
                <c:pt idx="887">
                  <c:v>0.396311828795</c:v>
                </c:pt>
                <c:pt idx="888">
                  <c:v>0.395619518661</c:v>
                </c:pt>
                <c:pt idx="889">
                  <c:v>0.394936488346</c:v>
                </c:pt>
                <c:pt idx="890">
                  <c:v>0.394262962043</c:v>
                </c:pt>
                <c:pt idx="891">
                  <c:v>0.393599145922</c:v>
                </c:pt>
                <c:pt idx="892">
                  <c:v>0.392945227768</c:v>
                </c:pt>
                <c:pt idx="893">
                  <c:v>0.392301376618</c:v>
                </c:pt>
                <c:pt idx="894">
                  <c:v>0.391667742413</c:v>
                </c:pt>
                <c:pt idx="895">
                  <c:v>0.391044455659</c:v>
                </c:pt>
                <c:pt idx="896">
                  <c:v>0.390431627103</c:v>
                </c:pt>
                <c:pt idx="897">
                  <c:v>0.389829347425</c:v>
                </c:pt>
                <c:pt idx="898">
                  <c:v>0.389237686941</c:v>
                </c:pt>
                <c:pt idx="899">
                  <c:v>0.388656695335</c:v>
                </c:pt>
                <c:pt idx="900">
                  <c:v>0.388086401404</c:v>
                </c:pt>
                <c:pt idx="901">
                  <c:v>0.387526812833</c:v>
                </c:pt>
                <c:pt idx="902">
                  <c:v>0.386977915987</c:v>
                </c:pt>
                <c:pt idx="903">
                  <c:v>0.386439675738</c:v>
                </c:pt>
                <c:pt idx="904">
                  <c:v>0.385912035317</c:v>
                </c:pt>
                <c:pt idx="905">
                  <c:v>0.385394916195</c:v>
                </c:pt>
                <c:pt idx="906">
                  <c:v>0.384888217997</c:v>
                </c:pt>
                <c:pt idx="907">
                  <c:v>0.384391818451</c:v>
                </c:pt>
                <c:pt idx="908">
                  <c:v>0.383905573369</c:v>
                </c:pt>
                <c:pt idx="909">
                  <c:v>0.383429316664</c:v>
                </c:pt>
                <c:pt idx="910">
                  <c:v>0.382962860405</c:v>
                </c:pt>
                <c:pt idx="911">
                  <c:v>0.38250599491</c:v>
                </c:pt>
                <c:pt idx="912">
                  <c:v>0.382058488873</c:v>
                </c:pt>
                <c:pt idx="913">
                  <c:v>0.381620089539</c:v>
                </c:pt>
                <c:pt idx="914">
                  <c:v>0.381190522907</c:v>
                </c:pt>
                <c:pt idx="915">
                  <c:v>0.380769493981</c:v>
                </c:pt>
                <c:pt idx="916">
                  <c:v>0.380356687061</c:v>
                </c:pt>
                <c:pt idx="917">
                  <c:v>0.379951766069</c:v>
                </c:pt>
                <c:pt idx="918">
                  <c:v>0.379554374915</c:v>
                </c:pt>
                <c:pt idx="919">
                  <c:v>0.379164137911</c:v>
                </c:pt>
                <c:pt idx="920">
                  <c:v>0.37878066021</c:v>
                </c:pt>
                <c:pt idx="921">
                  <c:v>0.378403528296</c:v>
                </c:pt>
                <c:pt idx="922">
                  <c:v>0.378032310505</c:v>
                </c:pt>
                <c:pt idx="923">
                  <c:v>0.377666557582</c:v>
                </c:pt>
                <c:pt idx="924">
                  <c:v>0.377305803277</c:v>
                </c:pt>
                <c:pt idx="925">
                  <c:v>0.376949564973</c:v>
                </c:pt>
                <c:pt idx="926">
                  <c:v>0.376597344347</c:v>
                </c:pt>
                <c:pt idx="927">
                  <c:v>0.376248628065</c:v>
                </c:pt>
                <c:pt idx="928">
                  <c:v>0.375902888503</c:v>
                </c:pt>
                <c:pt idx="929">
                  <c:v>0.375559584503</c:v>
                </c:pt>
                <c:pt idx="930">
                  <c:v>0.375218162145</c:v>
                </c:pt>
                <c:pt idx="931">
                  <c:v>0.37487805556</c:v>
                </c:pt>
                <c:pt idx="932">
                  <c:v>0.374538687748</c:v>
                </c:pt>
                <c:pt idx="933">
                  <c:v>0.374199471435</c:v>
                </c:pt>
                <c:pt idx="934">
                  <c:v>0.373859809935</c:v>
                </c:pt>
                <c:pt idx="935">
                  <c:v>0.373519098043</c:v>
                </c:pt>
                <c:pt idx="936">
                  <c:v>0.37317672293</c:v>
                </c:pt>
                <c:pt idx="937">
                  <c:v>0.372832065066</c:v>
                </c:pt>
                <c:pt idx="938">
                  <c:v>0.372484499142</c:v>
                </c:pt>
                <c:pt idx="939">
                  <c:v>0.372133395013</c:v>
                </c:pt>
                <c:pt idx="940">
                  <c:v>0.371778118642</c:v>
                </c:pt>
                <c:pt idx="941">
                  <c:v>0.371418033051</c:v>
                </c:pt>
                <c:pt idx="942">
                  <c:v>0.371052499282</c:v>
                </c:pt>
                <c:pt idx="943">
                  <c:v>0.370680877357</c:v>
                </c:pt>
                <c:pt idx="944">
                  <c:v>0.370302527235</c:v>
                </c:pt>
                <c:pt idx="945">
                  <c:v>0.369916809775</c:v>
                </c:pt>
                <c:pt idx="946">
                  <c:v>0.369523087694</c:v>
                </c:pt>
                <c:pt idx="947">
                  <c:v>0.369120726522</c:v>
                </c:pt>
                <c:pt idx="948">
                  <c:v>0.368709095548</c:v>
                </c:pt>
                <c:pt idx="949">
                  <c:v>0.368287568767</c:v>
                </c:pt>
                <c:pt idx="950">
                  <c:v>0.367855525808</c:v>
                </c:pt>
                <c:pt idx="951">
                  <c:v>0.367412352863</c:v>
                </c:pt>
                <c:pt idx="952">
                  <c:v>0.366957443599</c:v>
                </c:pt>
                <c:pt idx="953">
                  <c:v>0.36649020006</c:v>
                </c:pt>
                <c:pt idx="954">
                  <c:v>0.366010033558</c:v>
                </c:pt>
                <c:pt idx="955">
                  <c:v>0.365516365545</c:v>
                </c:pt>
                <c:pt idx="956">
                  <c:v>0.365008628472</c:v>
                </c:pt>
                <c:pt idx="957">
                  <c:v>0.364486266638</c:v>
                </c:pt>
                <c:pt idx="958">
                  <c:v>0.363948737011</c:v>
                </c:pt>
                <c:pt idx="959">
                  <c:v>0.363395510042</c:v>
                </c:pt>
                <c:pt idx="960">
                  <c:v>0.362826070449</c:v>
                </c:pt>
                <c:pt idx="961">
                  <c:v>0.362239917995</c:v>
                </c:pt>
                <c:pt idx="962">
                  <c:v>0.361636568232</c:v>
                </c:pt>
                <c:pt idx="963">
                  <c:v>0.361015553232</c:v>
                </c:pt>
                <c:pt idx="964">
                  <c:v>0.360376422297</c:v>
                </c:pt>
                <c:pt idx="965">
                  <c:v>0.359718742641</c:v>
                </c:pt>
                <c:pt idx="966">
                  <c:v>0.359042100051</c:v>
                </c:pt>
                <c:pt idx="967">
                  <c:v>0.358346099523</c:v>
                </c:pt>
                <c:pt idx="968">
                  <c:v>0.357630365877</c:v>
                </c:pt>
                <c:pt idx="969">
                  <c:v>0.356894544342</c:v>
                </c:pt>
                <c:pt idx="970">
                  <c:v>0.356138301113</c:v>
                </c:pt>
                <c:pt idx="971">
                  <c:v>0.355361323886</c:v>
                </c:pt>
                <c:pt idx="972">
                  <c:v>0.35456332236</c:v>
                </c:pt>
                <c:pt idx="973">
                  <c:v>0.353744028713</c:v>
                </c:pt>
                <c:pt idx="974">
                  <c:v>0.352903198047</c:v>
                </c:pt>
                <c:pt idx="975">
                  <c:v>0.3520406088</c:v>
                </c:pt>
                <c:pt idx="976">
                  <c:v>0.351156063133</c:v>
                </c:pt>
                <c:pt idx="977">
                  <c:v>0.350249387273</c:v>
                </c:pt>
                <c:pt idx="978">
                  <c:v>0.349320431834</c:v>
                </c:pt>
                <c:pt idx="979">
                  <c:v>0.348369072097</c:v>
                </c:pt>
                <c:pt idx="980">
                  <c:v>0.347395208258</c:v>
                </c:pt>
                <c:pt idx="981">
                  <c:v>0.346398765636</c:v>
                </c:pt>
                <c:pt idx="982">
                  <c:v>0.345379694846</c:v>
                </c:pt>
                <c:pt idx="983">
                  <c:v>0.344337971934</c:v>
                </c:pt>
                <c:pt idx="984">
                  <c:v>0.343273598475</c:v>
                </c:pt>
                <c:pt idx="985">
                  <c:v>0.342186601626</c:v>
                </c:pt>
                <c:pt idx="986">
                  <c:v>0.341077034143</c:v>
                </c:pt>
                <c:pt idx="987">
                  <c:v>0.339944974357</c:v>
                </c:pt>
                <c:pt idx="988">
                  <c:v>0.338790526103</c:v>
                </c:pt>
                <c:pt idx="989">
                  <c:v>0.337613818614</c:v>
                </c:pt>
                <c:pt idx="990">
                  <c:v>0.336415006366</c:v>
                </c:pt>
                <c:pt idx="991">
                  <c:v>0.335194268883</c:v>
                </c:pt>
                <c:pt idx="992">
                  <c:v>0.333951810497</c:v>
                </c:pt>
                <c:pt idx="993">
                  <c:v>0.332687860064</c:v>
                </c:pt>
                <c:pt idx="994">
                  <c:v>0.331402670637</c:v>
                </c:pt>
                <c:pt idx="995">
                  <c:v>0.330096519098</c:v>
                </c:pt>
                <c:pt idx="996">
                  <c:v>0.328769705736</c:v>
                </c:pt>
                <c:pt idx="997">
                  <c:v>0.327422553799</c:v>
                </c:pt>
                <c:pt idx="998">
                  <c:v>0.326055408984</c:v>
                </c:pt>
                <c:pt idx="999">
                  <c:v>0.324668638899</c:v>
                </c:pt>
                <c:pt idx="1000">
                  <c:v>0.32326263248</c:v>
                </c:pt>
                <c:pt idx="1001">
                  <c:v>0.321837799364</c:v>
                </c:pt>
                <c:pt idx="1002">
                  <c:v>0.320394569225</c:v>
                </c:pt>
                <c:pt idx="1003">
                  <c:v>0.318933391073</c:v>
                </c:pt>
                <c:pt idx="1004">
                  <c:v>0.317454732518</c:v>
                </c:pt>
                <c:pt idx="1005">
                  <c:v>0.315959078993</c:v>
                </c:pt>
                <c:pt idx="1006">
                  <c:v>0.314446932949</c:v>
                </c:pt>
                <c:pt idx="1007">
                  <c:v>0.312918813019</c:v>
                </c:pt>
                <c:pt idx="1008">
                  <c:v>0.311375253148</c:v>
                </c:pt>
                <c:pt idx="1009">
                  <c:v>0.309816801701</c:v>
                </c:pt>
                <c:pt idx="1010">
                  <c:v>0.308244020541</c:v>
                </c:pt>
                <c:pt idx="1011">
                  <c:v>0.306657484092</c:v>
                </c:pt>
                <c:pt idx="1012">
                  <c:v>0.305057778372</c:v>
                </c:pt>
                <c:pt idx="1013">
                  <c:v>0.303445500018</c:v>
                </c:pt>
                <c:pt idx="1014">
                  <c:v>0.301821255292</c:v>
                </c:pt>
                <c:pt idx="1015">
                  <c:v>0.300185659071</c:v>
                </c:pt>
                <c:pt idx="1016">
                  <c:v>0.298539333839</c:v>
                </c:pt>
                <c:pt idx="1017">
                  <c:v>0.296882908658</c:v>
                </c:pt>
                <c:pt idx="1018">
                  <c:v>0.29521701815</c:v>
                </c:pt>
                <c:pt idx="1019">
                  <c:v>0.293542301467</c:v>
                </c:pt>
                <c:pt idx="1020">
                  <c:v>0.291859401267</c:v>
                </c:pt>
                <c:pt idx="1021">
                  <c:v>0.290168962698</c:v>
                </c:pt>
                <c:pt idx="1022">
                  <c:v>0.288471632384</c:v>
                </c:pt>
                <c:pt idx="1023">
                  <c:v>0.286768057426</c:v>
                </c:pt>
                <c:pt idx="1024">
                  <c:v>0.285058884412</c:v>
                </c:pt>
                <c:pt idx="1025">
                  <c:v>0.283344758446</c:v>
                </c:pt>
                <c:pt idx="1026">
                  <c:v>0.281626322193</c:v>
                </c:pt>
                <c:pt idx="1027">
                  <c:v>0.279904214942</c:v>
                </c:pt>
                <c:pt idx="1028">
                  <c:v>0.278179071698</c:v>
                </c:pt>
                <c:pt idx="1029">
                  <c:v>0.276451522288</c:v>
                </c:pt>
                <c:pt idx="1030">
                  <c:v>0.274722190508</c:v>
                </c:pt>
                <c:pt idx="1031">
                  <c:v>0.272991693284</c:v>
                </c:pt>
                <c:pt idx="1032">
                  <c:v>0.271260639869</c:v>
                </c:pt>
                <c:pt idx="1033">
                  <c:v>0.269529631077</c:v>
                </c:pt>
                <c:pt idx="1034">
                  <c:v>0.267799258537</c:v>
                </c:pt>
                <c:pt idx="1035">
                  <c:v>0.266070103992</c:v>
                </c:pt>
                <c:pt idx="1036">
                  <c:v>0.264342738631</c:v>
                </c:pt>
                <c:pt idx="1037">
                  <c:v>0.262617722449</c:v>
                </c:pt>
                <c:pt idx="1038">
                  <c:v>0.260895603656</c:v>
                </c:pt>
                <c:pt idx="1039">
                  <c:v>0.259176918114</c:v>
                </c:pt>
                <c:pt idx="1040">
                  <c:v>0.257462188813</c:v>
                </c:pt>
                <c:pt idx="1041">
                  <c:v>0.255751925386</c:v>
                </c:pt>
                <c:pt idx="1042">
                  <c:v>0.254046623667</c:v>
                </c:pt>
                <c:pt idx="1043">
                  <c:v>0.252346765273</c:v>
                </c:pt>
                <c:pt idx="1044">
                  <c:v>0.250652817239</c:v>
                </c:pt>
                <c:pt idx="1045">
                  <c:v>0.248965231684</c:v>
                </c:pt>
                <c:pt idx="1046">
                  <c:v>0.247284445507</c:v>
                </c:pt>
                <c:pt idx="1047">
                  <c:v>0.245610880133</c:v>
                </c:pt>
                <c:pt idx="1048">
                  <c:v>0.243944941285</c:v>
                </c:pt>
                <c:pt idx="1049">
                  <c:v>0.242287018793</c:v>
                </c:pt>
                <c:pt idx="1050">
                  <c:v>0.240637486441</c:v>
                </c:pt>
                <c:pt idx="1051">
                  <c:v>0.238996701843</c:v>
                </c:pt>
                <c:pt idx="1052">
                  <c:v>0.237365006353</c:v>
                </c:pt>
                <c:pt idx="1053">
                  <c:v>0.235742725008</c:v>
                </c:pt>
                <c:pt idx="1054">
                  <c:v>0.234130166499</c:v>
                </c:pt>
                <c:pt idx="1055">
                  <c:v>0.232527623175</c:v>
                </c:pt>
                <c:pt idx="1056">
                  <c:v>0.23093537107</c:v>
                </c:pt>
                <c:pt idx="1057">
                  <c:v>0.229353669962</c:v>
                </c:pt>
                <c:pt idx="1058">
                  <c:v>0.227782763457</c:v>
                </c:pt>
                <c:pt idx="1059">
                  <c:v>0.226222879095</c:v>
                </c:pt>
                <c:pt idx="1060">
                  <c:v>0.224674228484</c:v>
                </c:pt>
                <c:pt idx="1061">
                  <c:v>0.223137007453</c:v>
                </c:pt>
                <c:pt idx="1062">
                  <c:v>0.221611396227</c:v>
                </c:pt>
                <c:pt idx="1063">
                  <c:v>0.220097559626</c:v>
                </c:pt>
                <c:pt idx="1064">
                  <c:v>0.218595647279</c:v>
                </c:pt>
                <c:pt idx="1065">
                  <c:v>0.217105793853</c:v>
                </c:pt>
                <c:pt idx="1066">
                  <c:v>0.215628119311</c:v>
                </c:pt>
                <c:pt idx="1067">
                  <c:v>0.21416272917</c:v>
                </c:pt>
                <c:pt idx="1068">
                  <c:v>0.212709714789</c:v>
                </c:pt>
                <c:pt idx="1069">
                  <c:v>0.211269153659</c:v>
                </c:pt>
                <c:pt idx="1070">
                  <c:v>0.209841109711</c:v>
                </c:pt>
                <c:pt idx="1071">
                  <c:v>0.208425633638</c:v>
                </c:pt>
                <c:pt idx="1072">
                  <c:v>0.207022763223</c:v>
                </c:pt>
                <c:pt idx="1073">
                  <c:v>0.205632523682</c:v>
                </c:pt>
                <c:pt idx="1074">
                  <c:v>0.204254928012</c:v>
                </c:pt>
                <c:pt idx="1075">
                  <c:v>0.202889977351</c:v>
                </c:pt>
                <c:pt idx="1076">
                  <c:v>0.201537661345</c:v>
                </c:pt>
                <c:pt idx="1077">
                  <c:v>0.200197958519</c:v>
                </c:pt>
                <c:pt idx="1078">
                  <c:v>0.198870836658</c:v>
                </c:pt>
                <c:pt idx="1079">
                  <c:v>0.197556253193</c:v>
                </c:pt>
                <c:pt idx="1080">
                  <c:v>0.19625415559</c:v>
                </c:pt>
                <c:pt idx="1081">
                  <c:v>0.194964481745</c:v>
                </c:pt>
                <c:pt idx="1082">
                  <c:v>0.193687160381</c:v>
                </c:pt>
                <c:pt idx="1083">
                  <c:v>0.192422111451</c:v>
                </c:pt>
                <c:pt idx="1084">
                  <c:v>0.191169246538</c:v>
                </c:pt>
                <c:pt idx="1085">
                  <c:v>0.189928469265</c:v>
                </c:pt>
                <c:pt idx="1086">
                  <c:v>0.1886996757</c:v>
                </c:pt>
                <c:pt idx="1087">
                  <c:v>0.187482754761</c:v>
                </c:pt>
                <c:pt idx="1088">
                  <c:v>0.186277588627</c:v>
                </c:pt>
                <c:pt idx="1089">
                  <c:v>0.185084053147</c:v>
                </c:pt>
                <c:pt idx="1090">
                  <c:v>0.18390201824</c:v>
                </c:pt>
                <c:pt idx="1091">
                  <c:v>0.182731348311</c:v>
                </c:pt>
                <c:pt idx="1092">
                  <c:v>0.181571902644</c:v>
                </c:pt>
                <c:pt idx="1093">
                  <c:v>0.180423535813</c:v>
                </c:pt>
                <c:pt idx="1094">
                  <c:v>0.179286098075</c:v>
                </c:pt>
                <c:pt idx="1095">
                  <c:v>0.17815943577</c:v>
                </c:pt>
                <c:pt idx="1096">
                  <c:v>0.177043391711</c:v>
                </c:pt>
                <c:pt idx="1097">
                  <c:v>0.175937805572</c:v>
                </c:pt>
                <c:pt idx="1098">
                  <c:v>0.174842514273</c:v>
                </c:pt>
                <c:pt idx="1099">
                  <c:v>0.173757352361</c:v>
                </c:pt>
                <c:pt idx="1100">
                  <c:v>0.172682152378</c:v>
                </c:pt>
                <c:pt idx="1101">
                  <c:v>0.171616745233</c:v>
                </c:pt>
                <c:pt idx="1102">
                  <c:v>0.170560960561</c:v>
                </c:pt>
                <c:pt idx="1103">
                  <c:v>0.169514627079</c:v>
                </c:pt>
                <c:pt idx="1104">
                  <c:v>0.168477572932</c:v>
                </c:pt>
                <c:pt idx="1105">
                  <c:v>0.167449626033</c:v>
                </c:pt>
                <c:pt idx="1106">
                  <c:v>0.166430614396</c:v>
                </c:pt>
                <c:pt idx="1107">
                  <c:v>0.16542036646</c:v>
                </c:pt>
                <c:pt idx="1108">
                  <c:v>0.164418711399</c:v>
                </c:pt>
                <c:pt idx="1109">
                  <c:v>0.163425479434</c:v>
                </c:pt>
                <c:pt idx="1110">
                  <c:v>0.162440502125</c:v>
                </c:pt>
                <c:pt idx="1111">
                  <c:v>0.161463612657</c:v>
                </c:pt>
                <c:pt idx="1112">
                  <c:v>0.160494646119</c:v>
                </c:pt>
                <c:pt idx="1113">
                  <c:v>0.159533439767</c:v>
                </c:pt>
                <c:pt idx="1114">
                  <c:v>0.158579833279</c:v>
                </c:pt>
                <c:pt idx="1115">
                  <c:v>0.157633669001</c:v>
                </c:pt>
                <c:pt idx="1116">
                  <c:v>0.156694792175</c:v>
                </c:pt>
                <c:pt idx="1117">
                  <c:v>0.155763051161</c:v>
                </c:pt>
                <c:pt idx="1118">
                  <c:v>0.15483829765</c:v>
                </c:pt>
                <c:pt idx="1119">
                  <c:v>0.153920386854</c:v>
                </c:pt>
                <c:pt idx="1120">
                  <c:v>0.153009177693</c:v>
                </c:pt>
                <c:pt idx="1121">
                  <c:v>0.15210453297</c:v>
                </c:pt>
                <c:pt idx="1122">
                  <c:v>0.151206319523</c:v>
                </c:pt>
                <c:pt idx="1123">
                  <c:v>0.150314408378</c:v>
                </c:pt>
                <c:pt idx="1124">
                  <c:v>0.149428674882</c:v>
                </c:pt>
                <c:pt idx="1125">
                  <c:v>0.148548998817</c:v>
                </c:pt>
                <c:pt idx="1126">
                  <c:v>0.147675264517</c:v>
                </c:pt>
                <c:pt idx="1127">
                  <c:v>0.146807360956</c:v>
                </c:pt>
                <c:pt idx="1128">
                  <c:v>0.145945181832</c:v>
                </c:pt>
                <c:pt idx="1129">
                  <c:v>0.145088625636</c:v>
                </c:pt>
                <c:pt idx="1130">
                  <c:v>0.144237595705</c:v>
                </c:pt>
                <c:pt idx="1131">
                  <c:v>0.14339200027</c:v>
                </c:pt>
                <c:pt idx="1132">
                  <c:v>0.142551752479</c:v>
                </c:pt>
                <c:pt idx="1133">
                  <c:v>0.141716770422</c:v>
                </c:pt>
                <c:pt idx="1134">
                  <c:v>0.140886977128</c:v>
                </c:pt>
                <c:pt idx="1135">
                  <c:v>0.140062300563</c:v>
                </c:pt>
                <c:pt idx="1136">
                  <c:v>0.13924267361</c:v>
                </c:pt>
                <c:pt idx="1137">
                  <c:v>0.138428034033</c:v>
                </c:pt>
                <c:pt idx="1138">
                  <c:v>0.137618324441</c:v>
                </c:pt>
                <c:pt idx="1139">
                  <c:v>0.136813492226</c:v>
                </c:pt>
                <c:pt idx="1140">
                  <c:v>0.136013489503</c:v>
                </c:pt>
                <c:pt idx="1141">
                  <c:v>0.13521827303</c:v>
                </c:pt>
                <c:pt idx="1142">
                  <c:v>0.134427804127</c:v>
                </c:pt>
                <c:pt idx="1143">
                  <c:v>0.133642048571</c:v>
                </c:pt>
                <c:pt idx="1144">
                  <c:v>0.132860976498</c:v>
                </c:pt>
                <c:pt idx="1145">
                  <c:v>0.132084562285</c:v>
                </c:pt>
                <c:pt idx="1146">
                  <c:v>0.131312784423</c:v>
                </c:pt>
                <c:pt idx="1147">
                  <c:v>0.130545625391</c:v>
                </c:pt>
                <c:pt idx="1148">
                  <c:v>0.129783071512</c:v>
                </c:pt>
                <c:pt idx="1149">
                  <c:v>0.129025112806</c:v>
                </c:pt>
                <c:pt idx="1150">
                  <c:v>0.12827174284</c:v>
                </c:pt>
                <c:pt idx="1151">
                  <c:v>0.127522958563</c:v>
                </c:pt>
                <c:pt idx="1152">
                  <c:v>0.126778760145</c:v>
                </c:pt>
                <c:pt idx="1153">
                  <c:v>0.126039150804</c:v>
                </c:pt>
                <c:pt idx="1154">
                  <c:v>0.125304136631</c:v>
                </c:pt>
                <c:pt idx="1155">
                  <c:v>0.124573726412</c:v>
                </c:pt>
                <c:pt idx="1156">
                  <c:v>0.123847931443</c:v>
                </c:pt>
                <c:pt idx="1157">
                  <c:v>0.123126765345</c:v>
                </c:pt>
                <c:pt idx="1158">
                  <c:v>0.12241024388</c:v>
                </c:pt>
                <c:pt idx="1159">
                  <c:v>0.121698384753</c:v>
                </c:pt>
                <c:pt idx="1160">
                  <c:v>0.120991207429</c:v>
                </c:pt>
                <c:pt idx="1161">
                  <c:v>0.120288732935</c:v>
                </c:pt>
                <c:pt idx="1162">
                  <c:v>0.119590983674</c:v>
                </c:pt>
                <c:pt idx="1163">
                  <c:v>0.118897983224</c:v>
                </c:pt>
                <c:pt idx="1164">
                  <c:v>0.118209756158</c:v>
                </c:pt>
                <c:pt idx="1165">
                  <c:v>0.117526327844</c:v>
                </c:pt>
                <c:pt idx="1166">
                  <c:v>0.116847724262</c:v>
                </c:pt>
                <c:pt idx="1167">
                  <c:v>0.116173971817</c:v>
                </c:pt>
                <c:pt idx="1168">
                  <c:v>0.115505097154</c:v>
                </c:pt>
                <c:pt idx="1169">
                  <c:v>0.11484112698</c:v>
                </c:pt>
                <c:pt idx="1170">
                  <c:v>0.114182087883</c:v>
                </c:pt>
                <c:pt idx="1171">
                  <c:v>0.113528006158</c:v>
                </c:pt>
                <c:pt idx="1172">
                  <c:v>0.112878907642</c:v>
                </c:pt>
                <c:pt idx="1173">
                  <c:v>0.112234817543</c:v>
                </c:pt>
                <c:pt idx="1174">
                  <c:v>0.111595760281</c:v>
                </c:pt>
                <c:pt idx="1175">
                  <c:v>0.110961759331</c:v>
                </c:pt>
                <c:pt idx="1176">
                  <c:v>0.110332837072</c:v>
                </c:pt>
                <c:pt idx="1177">
                  <c:v>0.109709014641</c:v>
                </c:pt>
                <c:pt idx="1178">
                  <c:v>0.109090311792</c:v>
                </c:pt>
                <c:pt idx="1179">
                  <c:v>0.108476746758</c:v>
                </c:pt>
                <c:pt idx="1180">
                  <c:v>0.107868336126</c:v>
                </c:pt>
                <c:pt idx="1181">
                  <c:v>0.107265094711</c:v>
                </c:pt>
                <c:pt idx="1182">
                  <c:v>0.106667035434</c:v>
                </c:pt>
                <c:pt idx="1183">
                  <c:v>0.106074169218</c:v>
                </c:pt>
                <c:pt idx="1184">
                  <c:v>0.105486504874</c:v>
                </c:pt>
                <c:pt idx="1185">
                  <c:v>0.104904049005</c:v>
                </c:pt>
                <c:pt idx="1186">
                  <c:v>0.104326805911</c:v>
                </c:pt>
                <c:pt idx="1187">
                  <c:v>0.103754777499</c:v>
                </c:pt>
                <c:pt idx="1188">
                  <c:v>0.103187963204</c:v>
                </c:pt>
                <c:pt idx="1189">
                  <c:v>0.102626359913</c:v>
                </c:pt>
                <c:pt idx="1190">
                  <c:v>0.10206996189</c:v>
                </c:pt>
                <c:pt idx="1191">
                  <c:v>0.101518760717</c:v>
                </c:pt>
                <c:pt idx="1192">
                  <c:v>0.100972745236</c:v>
                </c:pt>
                <c:pt idx="1193">
                  <c:v>0.100431901492</c:v>
                </c:pt>
                <c:pt idx="1194">
                  <c:v>0.0998962126913</c:v>
                </c:pt>
                <c:pt idx="1195">
                  <c:v>0.0993656591598</c:v>
                </c:pt>
                <c:pt idx="1196">
                  <c:v>0.0988402183071</c:v>
                </c:pt>
                <c:pt idx="1197">
                  <c:v>0.0983198645983</c:v>
                </c:pt>
                <c:pt idx="1198">
                  <c:v>0.0978045695311</c:v>
                </c:pt>
                <c:pt idx="1199">
                  <c:v>0.0972943016174</c:v>
                </c:pt>
                <c:pt idx="1200">
                  <c:v>0.0967890263721</c:v>
                </c:pt>
                <c:pt idx="1201">
                  <c:v>0.0962887063061</c:v>
                </c:pt>
                <c:pt idx="1202">
                  <c:v>0.0957933009261</c:v>
                </c:pt>
                <c:pt idx="1203">
                  <c:v>0.0953027667391</c:v>
                </c:pt>
                <c:pt idx="1204">
                  <c:v>0.0948170572631</c:v>
                </c:pt>
                <c:pt idx="1205">
                  <c:v>0.0943361230427</c:v>
                </c:pt>
                <c:pt idx="1206">
                  <c:v>0.093859911671</c:v>
                </c:pt>
                <c:pt idx="1207">
                  <c:v>0.0933883678168</c:v>
                </c:pt>
                <c:pt idx="1208">
                  <c:v>0.0929214332569</c:v>
                </c:pt>
                <c:pt idx="1209">
                  <c:v>0.0924590469148</c:v>
                </c:pt>
                <c:pt idx="1210">
                  <c:v>0.0920011449047</c:v>
                </c:pt>
                <c:pt idx="1211">
                  <c:v>0.0915476605808</c:v>
                </c:pt>
                <c:pt idx="1212">
                  <c:v>0.0910985245928</c:v>
                </c:pt>
                <c:pt idx="1213">
                  <c:v>0.0906536649472</c:v>
                </c:pt>
                <c:pt idx="1214">
                  <c:v>0.0902130070732</c:v>
                </c:pt>
                <c:pt idx="1215">
                  <c:v>0.0897764738959</c:v>
                </c:pt>
                <c:pt idx="1216">
                  <c:v>0.0893439859142</c:v>
                </c:pt>
                <c:pt idx="1217">
                  <c:v>0.0889154612848</c:v>
                </c:pt>
                <c:pt idx="1218">
                  <c:v>0.088490815912</c:v>
                </c:pt>
                <c:pt idx="1219">
                  <c:v>0.088069963543</c:v>
                </c:pt>
                <c:pt idx="1220">
                  <c:v>0.0876528158694</c:v>
                </c:pt>
                <c:pt idx="1221">
                  <c:v>0.087239282634</c:v>
                </c:pt>
                <c:pt idx="1222">
                  <c:v>0.0868292717436</c:v>
                </c:pt>
                <c:pt idx="1223">
                  <c:v>0.0864226893868</c:v>
                </c:pt>
                <c:pt idx="1224">
                  <c:v>0.0860194401582</c:v>
                </c:pt>
                <c:pt idx="1225">
                  <c:v>0.0856194271873</c:v>
                </c:pt>
                <c:pt idx="1226">
                  <c:v>0.0852225522727</c:v>
                </c:pt>
                <c:pt idx="1227">
                  <c:v>0.0848287160222</c:v>
                </c:pt>
                <c:pt idx="1228">
                  <c:v>0.0844378179965</c:v>
                </c:pt>
                <c:pt idx="1229">
                  <c:v>0.0840497568593</c:v>
                </c:pt>
                <c:pt idx="1230">
                  <c:v>0.0836644305303</c:v>
                </c:pt>
                <c:pt idx="1231">
                  <c:v>0.0832817363433</c:v>
                </c:pt>
                <c:pt idx="1232">
                  <c:v>0.0829015712085</c:v>
                </c:pt>
                <c:pt idx="1233">
                  <c:v>0.0825238317776</c:v>
                </c:pt>
                <c:pt idx="1234">
                  <c:v>0.0821484146126</c:v>
                </c:pt>
                <c:pt idx="1235">
                  <c:v>0.0817752163578</c:v>
                </c:pt>
                <c:pt idx="1236">
                  <c:v>0.0814041339135</c:v>
                </c:pt>
                <c:pt idx="1237">
                  <c:v>0.0810350646123</c:v>
                </c:pt>
                <c:pt idx="1238">
                  <c:v>0.0806679063967</c:v>
                </c:pt>
                <c:pt idx="1239">
                  <c:v>0.080302557998</c:v>
                </c:pt>
                <c:pt idx="1240">
                  <c:v>0.0799389191148</c:v>
                </c:pt>
                <c:pt idx="1241">
                  <c:v>0.0795768905929</c:v>
                </c:pt>
                <c:pt idx="1242">
                  <c:v>0.079216374603</c:v>
                </c:pt>
                <c:pt idx="1243">
                  <c:v>0.0788572748184</c:v>
                </c:pt>
                <c:pt idx="1244">
                  <c:v>0.0784994965901</c:v>
                </c:pt>
                <c:pt idx="1245">
                  <c:v>0.0781429471197</c:v>
                </c:pt>
                <c:pt idx="1246">
                  <c:v>0.0777875356293</c:v>
                </c:pt>
                <c:pt idx="1247">
                  <c:v>0.0774331735274</c:v>
                </c:pt>
                <c:pt idx="1248">
                  <c:v>0.0770797745704</c:v>
                </c:pt>
                <c:pt idx="1249">
                  <c:v>0.0767272550194</c:v>
                </c:pt>
                <c:pt idx="1250">
                  <c:v>0.0763755337911</c:v>
                </c:pt>
                <c:pt idx="1251">
                  <c:v>0.0760245326026</c:v>
                </c:pt>
                <c:pt idx="1252">
                  <c:v>0.075674176109</c:v>
                </c:pt>
                <c:pt idx="1253">
                  <c:v>0.0753243920339</c:v>
                </c:pt>
                <c:pt idx="1254">
                  <c:v>0.0749751112918</c:v>
                </c:pt>
                <c:pt idx="1255">
                  <c:v>0.0746262681018</c:v>
                </c:pt>
                <c:pt idx="1256">
                  <c:v>0.0742778000929</c:v>
                </c:pt>
                <c:pt idx="1257">
                  <c:v>0.0739296483985</c:v>
                </c:pt>
                <c:pt idx="1258">
                  <c:v>0.0735817577429</c:v>
                </c:pt>
                <c:pt idx="1259">
                  <c:v>0.0732340765157</c:v>
                </c:pt>
                <c:pt idx="1260">
                  <c:v>0.072886556837</c:v>
                </c:pt>
                <c:pt idx="1261">
                  <c:v>0.072539154611</c:v>
                </c:pt>
                <c:pt idx="1262">
                  <c:v>0.0721918295689</c:v>
                </c:pt>
                <c:pt idx="1263">
                  <c:v>0.0718445453002</c:v>
                </c:pt>
                <c:pt idx="1264">
                  <c:v>0.0714972692737</c:v>
                </c:pt>
                <c:pt idx="1265">
                  <c:v>0.0711499728456</c:v>
                </c:pt>
                <c:pt idx="1266">
                  <c:v>0.0708026312576</c:v>
                </c:pt>
                <c:pt idx="1267">
                  <c:v>0.0704552236231</c:v>
                </c:pt>
                <c:pt idx="1268">
                  <c:v>0.0701077329024</c:v>
                </c:pt>
                <c:pt idx="1269">
                  <c:v>0.0697601458671</c:v>
                </c:pt>
                <c:pt idx="1270">
                  <c:v>0.0694124530533</c:v>
                </c:pt>
                <c:pt idx="1271">
                  <c:v>0.0690646487054</c:v>
                </c:pt>
                <c:pt idx="1272">
                  <c:v>0.0687167307084</c:v>
                </c:pt>
                <c:pt idx="1273">
                  <c:v>0.0683687005119</c:v>
                </c:pt>
                <c:pt idx="1274">
                  <c:v>0.0680205630443</c:v>
                </c:pt>
                <c:pt idx="1275">
                  <c:v>0.0676723266177</c:v>
                </c:pt>
                <c:pt idx="1276">
                  <c:v>0.067324002826</c:v>
                </c:pt>
                <c:pt idx="1277">
                  <c:v>0.0669756064337</c:v>
                </c:pt>
                <c:pt idx="1278">
                  <c:v>0.0666271552589</c:v>
                </c:pt>
                <c:pt idx="1279">
                  <c:v>0.066278670049</c:v>
                </c:pt>
                <c:pt idx="1280">
                  <c:v>0.0659301743512</c:v>
                </c:pt>
                <c:pt idx="1281">
                  <c:v>0.065581694377</c:v>
                </c:pt>
                <c:pt idx="1282">
                  <c:v>0.0652332588629</c:v>
                </c:pt>
                <c:pt idx="1283">
                  <c:v>0.064884898927</c:v>
                </c:pt>
                <c:pt idx="1284">
                  <c:v>0.0645366479221</c:v>
                </c:pt>
                <c:pt idx="1285">
                  <c:v>0.0641885412864</c:v>
                </c:pt>
                <c:pt idx="1286">
                  <c:v>0.0638406163924</c:v>
                </c:pt>
                <c:pt idx="1287">
                  <c:v>0.0634929123944</c:v>
                </c:pt>
                <c:pt idx="1288">
                  <c:v>0.0631454700756</c:v>
                </c:pt>
                <c:pt idx="1289">
                  <c:v>0.0627983316947</c:v>
                </c:pt>
                <c:pt idx="1290">
                  <c:v>0.0624515408335</c:v>
                </c:pt>
                <c:pt idx="1291">
                  <c:v>0.0621051422454</c:v>
                </c:pt>
                <c:pt idx="1292">
                  <c:v>0.0617591817058</c:v>
                </c:pt>
                <c:pt idx="1293">
                  <c:v>0.0614137058643</c:v>
                </c:pt>
                <c:pt idx="1294">
                  <c:v>0.0610687621001</c:v>
                </c:pt>
                <c:pt idx="1295">
                  <c:v>0.0607243983799</c:v>
                </c:pt>
                <c:pt idx="1296">
                  <c:v>0.0603806631199</c:v>
                </c:pt>
                <c:pt idx="1297">
                  <c:v>0.0600376050512</c:v>
                </c:pt>
                <c:pt idx="1298">
                  <c:v>0.0596952730895</c:v>
                </c:pt>
                <c:pt idx="1299">
                  <c:v>0.0593537162101</c:v>
                </c:pt>
                <c:pt idx="1300">
                  <c:v>0.0590129833264</c:v>
                </c:pt>
                <c:pt idx="1301">
                  <c:v>0.0586731231747</c:v>
                </c:pt>
                <c:pt idx="1302">
                  <c:v>0.0583341842032</c:v>
                </c:pt>
                <c:pt idx="1303">
                  <c:v>0.0579962144674</c:v>
                </c:pt>
                <c:pt idx="1304">
                  <c:v>0.0576592615303</c:v>
                </c:pt>
                <c:pt idx="1305">
                  <c:v>0.0573233723682</c:v>
                </c:pt>
                <c:pt idx="1306">
                  <c:v>0.056988593283</c:v>
                </c:pt>
                <c:pt idx="1307">
                  <c:v>0.0566549698192</c:v>
                </c:pt>
                <c:pt idx="1308">
                  <c:v>0.0563225466877</c:v>
                </c:pt>
                <c:pt idx="1309">
                  <c:v>0.0559913676941</c:v>
                </c:pt>
                <c:pt idx="1310">
                  <c:v>0.0556614756737</c:v>
                </c:pt>
                <c:pt idx="1311">
                  <c:v>0.0553329124319</c:v>
                </c:pt>
                <c:pt idx="1312">
                  <c:v>0.0550057186897</c:v>
                </c:pt>
                <c:pt idx="1313">
                  <c:v>0.0546799340349</c:v>
                </c:pt>
                <c:pt idx="1314">
                  <c:v>0.0543555968787</c:v>
                </c:pt>
                <c:pt idx="1315">
                  <c:v>0.0540327444173</c:v>
                </c:pt>
                <c:pt idx="1316">
                  <c:v>0.0537114125983</c:v>
                </c:pt>
                <c:pt idx="1317">
                  <c:v>0.0533916360926</c:v>
                </c:pt>
                <c:pt idx="1318">
                  <c:v>0.0530734482701</c:v>
                </c:pt>
                <c:pt idx="1319">
                  <c:v>0.0527568811801</c:v>
                </c:pt>
                <c:pt idx="1320">
                  <c:v>0.0524419655367</c:v>
                </c:pt>
                <c:pt idx="1321">
                  <c:v>0.0521287307074</c:v>
                </c:pt>
                <c:pt idx="1322">
                  <c:v>0.0518172047056</c:v>
                </c:pt>
                <c:pt idx="1323">
                  <c:v>0.0515074141875</c:v>
                </c:pt>
                <c:pt idx="1324">
                  <c:v>0.0511993844516</c:v>
                </c:pt>
                <c:pt idx="1325">
                  <c:v>0.0508931394424</c:v>
                </c:pt>
                <c:pt idx="1326">
                  <c:v>0.0505887017558</c:v>
                </c:pt>
                <c:pt idx="1327">
                  <c:v>0.0502860926489</c:v>
                </c:pt>
                <c:pt idx="1328">
                  <c:v>0.0499853320512</c:v>
                </c:pt>
                <c:pt idx="1329">
                  <c:v>0.0496864385789</c:v>
                </c:pt>
                <c:pt idx="1330">
                  <c:v>0.0493894295515</c:v>
                </c:pt>
                <c:pt idx="1331">
                  <c:v>0.0490943210098</c:v>
                </c:pt>
                <c:pt idx="1332">
                  <c:v>0.0488011277364</c:v>
                </c:pt>
                <c:pt idx="1333">
                  <c:v>0.0485098632783</c:v>
                </c:pt>
                <c:pt idx="1334">
                  <c:v>0.0482205399693</c:v>
                </c:pt>
                <c:pt idx="1335">
                  <c:v>0.0479331689561</c:v>
                </c:pt>
                <c:pt idx="1336">
                  <c:v>0.0476477602238</c:v>
                </c:pt>
                <c:pt idx="1337">
                  <c:v>0.0473643226231</c:v>
                </c:pt>
                <c:pt idx="1338">
                  <c:v>0.0470828638987</c:v>
                </c:pt>
                <c:pt idx="1339">
                  <c:v>0.0468033907181</c:v>
                </c:pt>
                <c:pt idx="1340">
                  <c:v>0.0465259087009</c:v>
                </c:pt>
                <c:pt idx="1341">
                  <c:v>0.0462504224493</c:v>
                </c:pt>
                <c:pt idx="1342">
                  <c:v>0.0459769355781</c:v>
                </c:pt>
                <c:pt idx="1343">
                  <c:v>0.0457054507459</c:v>
                </c:pt>
                <c:pt idx="1344">
                  <c:v>0.0454359696859</c:v>
                </c:pt>
                <c:pt idx="1345">
                  <c:v>0.0451684932368</c:v>
                </c:pt>
                <c:pt idx="1346">
                  <c:v>0.0449030213742</c:v>
                </c:pt>
                <c:pt idx="1347">
                  <c:v>0.0446395532418</c:v>
                </c:pt>
                <c:pt idx="1348">
                  <c:v>0.0443780871818</c:v>
                </c:pt>
                <c:pt idx="1349">
                  <c:v>0.044118620766</c:v>
                </c:pt>
                <c:pt idx="1350">
                  <c:v>0.043861150826</c:v>
                </c:pt>
                <c:pt idx="1351">
                  <c:v>0.0436056734836</c:v>
                </c:pt>
                <c:pt idx="1352">
                  <c:v>0.0433521841805</c:v>
                </c:pt>
                <c:pt idx="1353">
                  <c:v>0.0431006777073</c:v>
                </c:pt>
                <c:pt idx="1354">
                  <c:v>0.0428511482326</c:v>
                </c:pt>
                <c:pt idx="1355">
                  <c:v>0.0426035893316</c:v>
                </c:pt>
                <c:pt idx="1356">
                  <c:v>0.0423579940134</c:v>
                </c:pt>
                <c:pt idx="1357">
                  <c:v>0.0421143547487</c:v>
                </c:pt>
                <c:pt idx="1358">
                  <c:v>0.041872663496</c:v>
                </c:pt>
                <c:pt idx="1359">
                  <c:v>0.0416329117284</c:v>
                </c:pt>
                <c:pt idx="1360">
                  <c:v>0.0413950904582</c:v>
                </c:pt>
                <c:pt idx="1361">
                  <c:v>0.0411591902622</c:v>
                </c:pt>
                <c:pt idx="1362">
                  <c:v>0.0409252013058</c:v>
                </c:pt>
                <c:pt idx="1363">
                  <c:v>0.0406931133661</c:v>
                </c:pt>
                <c:pt idx="1364">
                  <c:v>0.0404629158554</c:v>
                </c:pt>
                <c:pt idx="1365">
                  <c:v>0.0402345978424</c:v>
                </c:pt>
                <c:pt idx="1366">
                  <c:v>0.0400081480746</c:v>
                </c:pt>
                <c:pt idx="1367">
                  <c:v>0.0397835549984</c:v>
                </c:pt>
                <c:pt idx="1368">
                  <c:v>0.0395608067794</c:v>
                </c:pt>
                <c:pt idx="1369">
                  <c:v>0.0393398913221</c:v>
                </c:pt>
                <c:pt idx="1370">
                  <c:v>0.0391207962882</c:v>
                </c:pt>
                <c:pt idx="1371">
                  <c:v>0.0389035091151</c:v>
                </c:pt>
                <c:pt idx="1372">
                  <c:v>0.0386880170331</c:v>
                </c:pt>
                <c:pt idx="1373">
                  <c:v>0.0384743070824</c:v>
                </c:pt>
                <c:pt idx="1374">
                  <c:v>0.0382623661294</c:v>
                </c:pt>
                <c:pt idx="1375">
                  <c:v>0.0380521808816</c:v>
                </c:pt>
                <c:pt idx="1376">
                  <c:v>0.0378437379036</c:v>
                </c:pt>
                <c:pt idx="1377">
                  <c:v>0.0376370236306</c:v>
                </c:pt>
                <c:pt idx="1378">
                  <c:v>0.0374320243825</c:v>
                </c:pt>
                <c:pt idx="1379">
                  <c:v>0.0372287263771</c:v>
                </c:pt>
                <c:pt idx="1380">
                  <c:v>0.0370271157428</c:v>
                </c:pt>
                <c:pt idx="1381">
                  <c:v>0.0368271785305</c:v>
                </c:pt>
                <c:pt idx="1382">
                  <c:v>0.0366289007254</c:v>
                </c:pt>
                <c:pt idx="1383">
                  <c:v>0.0364322682579</c:v>
                </c:pt>
                <c:pt idx="1384">
                  <c:v>0.0362372670141</c:v>
                </c:pt>
                <c:pt idx="1385">
                  <c:v>0.036043882846</c:v>
                </c:pt>
                <c:pt idx="1386">
                  <c:v>0.035852101581</c:v>
                </c:pt>
                <c:pt idx="1387">
                  <c:v>0.0356619090312</c:v>
                </c:pt>
                <c:pt idx="1388">
                  <c:v>0.0354732910018</c:v>
                </c:pt>
                <c:pt idx="1389">
                  <c:v>0.0352862332994</c:v>
                </c:pt>
                <c:pt idx="1390">
                  <c:v>0.0351007217401</c:v>
                </c:pt>
                <c:pt idx="1391">
                  <c:v>0.0349167421567</c:v>
                </c:pt>
                <c:pt idx="1392">
                  <c:v>0.0347342804058</c:v>
                </c:pt>
                <c:pt idx="1393">
                  <c:v>0.0345533223742</c:v>
                </c:pt>
                <c:pt idx="1394">
                  <c:v>0.0343738539859</c:v>
                </c:pt>
                <c:pt idx="1395">
                  <c:v>0.0341958612073</c:v>
                </c:pt>
                <c:pt idx="1396">
                  <c:v>0.0340193300531</c:v>
                </c:pt>
                <c:pt idx="1397">
                  <c:v>0.0338442465919</c:v>
                </c:pt>
                <c:pt idx="1398">
                  <c:v>0.0336705969508</c:v>
                </c:pt>
                <c:pt idx="1399">
                  <c:v>0.03349836732</c:v>
                </c:pt>
                <c:pt idx="1400">
                  <c:v>0.0333275439576</c:v>
                </c:pt>
                <c:pt idx="1401">
                  <c:v>0.0331581131935</c:v>
                </c:pt>
                <c:pt idx="1402">
                  <c:v>0.0329900614332</c:v>
                </c:pt>
                <c:pt idx="1403">
                  <c:v>0.0328233751615</c:v>
                </c:pt>
                <c:pt idx="1404">
                  <c:v>0.0326580409459</c:v>
                </c:pt>
                <c:pt idx="1405">
                  <c:v>0.0324940454397</c:v>
                </c:pt>
                <c:pt idx="1406">
                  <c:v>0.0323313753847</c:v>
                </c:pt>
                <c:pt idx="1407">
                  <c:v>0.0321700176141</c:v>
                </c:pt>
                <c:pt idx="1408">
                  <c:v>0.0320099590551</c:v>
                </c:pt>
                <c:pt idx="1409">
                  <c:v>0.031851186731</c:v>
                </c:pt>
                <c:pt idx="1410">
                  <c:v>0.0316936877632</c:v>
                </c:pt>
                <c:pt idx="1411">
                  <c:v>0.0315374493734</c:v>
                </c:pt>
                <c:pt idx="1412">
                  <c:v>0.0313824588852</c:v>
                </c:pt>
                <c:pt idx="1413">
                  <c:v>0.0312287037257</c:v>
                </c:pt>
                <c:pt idx="1414">
                  <c:v>0.031076171427</c:v>
                </c:pt>
                <c:pt idx="1415">
                  <c:v>0.0309248496275</c:v>
                </c:pt>
                <c:pt idx="1416">
                  <c:v>0.030774726073</c:v>
                </c:pt>
                <c:pt idx="1417">
                  <c:v>0.0306257886178</c:v>
                </c:pt>
                <c:pt idx="1418">
                  <c:v>0.0304780252253</c:v>
                </c:pt>
                <c:pt idx="1419">
                  <c:v>0.0303314239694</c:v>
                </c:pt>
                <c:pt idx="1420">
                  <c:v>0.0301859730344</c:v>
                </c:pt>
                <c:pt idx="1421">
                  <c:v>0.0300416607162</c:v>
                </c:pt>
                <c:pt idx="1422">
                  <c:v>0.0298984754224</c:v>
                </c:pt>
                <c:pt idx="1423">
                  <c:v>0.0297564056727</c:v>
                </c:pt>
                <c:pt idx="1424">
                  <c:v>0.0296154400992</c:v>
                </c:pt>
                <c:pt idx="1425">
                  <c:v>0.0294755674467</c:v>
                </c:pt>
                <c:pt idx="1426">
                  <c:v>0.0293367765726</c:v>
                </c:pt>
                <c:pt idx="1427">
                  <c:v>0.0291990564469</c:v>
                </c:pt>
                <c:pt idx="1428">
                  <c:v>0.0290623961524</c:v>
                </c:pt>
                <c:pt idx="1429">
                  <c:v>0.0289267848842</c:v>
                </c:pt>
                <c:pt idx="1430">
                  <c:v>0.0287922119498</c:v>
                </c:pt>
                <c:pt idx="1431">
                  <c:v>0.0286586667689</c:v>
                </c:pt>
                <c:pt idx="1432">
                  <c:v>0.0285261388726</c:v>
                </c:pt>
                <c:pt idx="1433">
                  <c:v>0.0283946179037</c:v>
                </c:pt>
                <c:pt idx="1434">
                  <c:v>0.0282640936159</c:v>
                </c:pt>
                <c:pt idx="1435">
                  <c:v>0.0281345558731</c:v>
                </c:pt>
                <c:pt idx="1436">
                  <c:v>0.0280059946497</c:v>
                </c:pt>
                <c:pt idx="1437">
                  <c:v>0.027878400029</c:v>
                </c:pt>
                <c:pt idx="1438">
                  <c:v>0.0277517622035</c:v>
                </c:pt>
                <c:pt idx="1439">
                  <c:v>0.0276260714737</c:v>
                </c:pt>
                <c:pt idx="1440">
                  <c:v>0.0275013182479</c:v>
                </c:pt>
                <c:pt idx="1441">
                  <c:v>0.0273774930409</c:v>
                </c:pt>
                <c:pt idx="1442">
                  <c:v>0.0272545864741</c:v>
                </c:pt>
                <c:pt idx="1443">
                  <c:v>0.0271325892739</c:v>
                </c:pt>
                <c:pt idx="1444">
                  <c:v>0.0270114922715</c:v>
                </c:pt>
                <c:pt idx="1445">
                  <c:v>0.0268912864019</c:v>
                </c:pt>
                <c:pt idx="1446">
                  <c:v>0.0267719627032</c:v>
                </c:pt>
                <c:pt idx="1447">
                  <c:v>0.0266535123154</c:v>
                </c:pt>
                <c:pt idx="1448">
                  <c:v>0.0265359264801</c:v>
                </c:pt>
                <c:pt idx="1449">
                  <c:v>0.0264191965393</c:v>
                </c:pt>
                <c:pt idx="1450">
                  <c:v>0.0263033139345</c:v>
                </c:pt>
                <c:pt idx="1451">
                  <c:v>0.0261882702058</c:v>
                </c:pt>
                <c:pt idx="1452">
                  <c:v>0.0260740569913</c:v>
                </c:pt>
                <c:pt idx="1453">
                  <c:v>0.0259606660258</c:v>
                </c:pt>
                <c:pt idx="1454">
                  <c:v>0.0258480891401</c:v>
                </c:pt>
                <c:pt idx="1455">
                  <c:v>0.0257363182598</c:v>
                </c:pt>
                <c:pt idx="1456">
                  <c:v>0.0256253454047</c:v>
                </c:pt>
                <c:pt idx="1457">
                  <c:v>0.0255151626878</c:v>
                </c:pt>
                <c:pt idx="1458">
                  <c:v>0.025405762314</c:v>
                </c:pt>
                <c:pt idx="1459">
                  <c:v>0.0252971365797</c:v>
                </c:pt>
                <c:pt idx="1460">
                  <c:v>0.0251892778712</c:v>
                </c:pt>
                <c:pt idx="1461">
                  <c:v>0.0250821786644</c:v>
                </c:pt>
                <c:pt idx="1462">
                  <c:v>0.0249758315233</c:v>
                </c:pt>
                <c:pt idx="1463">
                  <c:v>0.0248702290993</c:v>
                </c:pt>
                <c:pt idx="1464">
                  <c:v>0.0247653641304</c:v>
                </c:pt>
                <c:pt idx="1465">
                  <c:v>0.0246612294397</c:v>
                </c:pt>
                <c:pt idx="1466">
                  <c:v>0.0245578179351</c:v>
                </c:pt>
                <c:pt idx="1467">
                  <c:v>0.0244551226078</c:v>
                </c:pt>
                <c:pt idx="1468">
                  <c:v>0.0243531365318</c:v>
                </c:pt>
                <c:pt idx="1469">
                  <c:v>0.0242518528625</c:v>
                </c:pt>
                <c:pt idx="1470">
                  <c:v>0.024151264836</c:v>
                </c:pt>
                <c:pt idx="1471">
                  <c:v>0.0240513657684</c:v>
                </c:pt>
                <c:pt idx="1472">
                  <c:v>0.0239521490542</c:v>
                </c:pt>
                <c:pt idx="1473">
                  <c:v>0.0238536081662</c:v>
                </c:pt>
                <c:pt idx="1474">
                  <c:v>0.0237557366538</c:v>
                </c:pt>
                <c:pt idx="1475">
                  <c:v>0.0236585281426</c:v>
                </c:pt>
                <c:pt idx="1476">
                  <c:v>0.0235619763332</c:v>
                </c:pt>
                <c:pt idx="1477">
                  <c:v>0.0234660750005</c:v>
                </c:pt>
                <c:pt idx="1478">
                  <c:v>0.0233708179927</c:v>
                </c:pt>
                <c:pt idx="1479">
                  <c:v>0.0232761992303</c:v>
                </c:pt>
                <c:pt idx="1480">
                  <c:v>0.0231822127053</c:v>
                </c:pt>
                <c:pt idx="1481">
                  <c:v>0.0230888524805</c:v>
                </c:pt>
                <c:pt idx="1482">
                  <c:v>0.0229961126883</c:v>
                </c:pt>
                <c:pt idx="1483">
                  <c:v>0.02290398753</c:v>
                </c:pt>
                <c:pt idx="1484">
                  <c:v>0.022812471275</c:v>
                </c:pt>
                <c:pt idx="1485">
                  <c:v>0.0227215582599</c:v>
                </c:pt>
                <c:pt idx="1486">
                  <c:v>0.0226312428876</c:v>
                </c:pt>
                <c:pt idx="1487">
                  <c:v>0.0225415196263</c:v>
                </c:pt>
                <c:pt idx="1488">
                  <c:v>0.0224523830093</c:v>
                </c:pt>
                <c:pt idx="1489">
                  <c:v>0.0223638276335</c:v>
                </c:pt>
                <c:pt idx="1490">
                  <c:v>0.0222758481587</c:v>
                </c:pt>
                <c:pt idx="1491">
                  <c:v>0.0221884393073</c:v>
                </c:pt>
                <c:pt idx="1492">
                  <c:v>0.022101595863</c:v>
                </c:pt>
                <c:pt idx="1493">
                  <c:v>0.0220153126699</c:v>
                </c:pt>
                <c:pt idx="1494">
                  <c:v>0.0219295846325</c:v>
                </c:pt>
                <c:pt idx="1495">
                  <c:v>0.0218444067141</c:v>
                </c:pt>
                <c:pt idx="1496">
                  <c:v>0.0217597739363</c:v>
                </c:pt>
                <c:pt idx="1497">
                  <c:v>0.0216756813787</c:v>
                </c:pt>
                <c:pt idx="1498">
                  <c:v>0.0215921241774</c:v>
                </c:pt>
                <c:pt idx="1499">
                  <c:v>0.0215090975247</c:v>
                </c:pt>
                <c:pt idx="1500">
                  <c:v>0.0214265966686</c:v>
                </c:pt>
                <c:pt idx="1501">
                  <c:v>0.0213446169114</c:v>
                </c:pt>
                <c:pt idx="1502">
                  <c:v>0.0212631536098</c:v>
                </c:pt>
                <c:pt idx="1503">
                  <c:v>0.0211822021735</c:v>
                </c:pt>
                <c:pt idx="1504">
                  <c:v>0.0211017580649</c:v>
                </c:pt>
                <c:pt idx="1505">
                  <c:v>0.0210218167985</c:v>
                </c:pt>
                <c:pt idx="1506">
                  <c:v>0.0209423739397</c:v>
                </c:pt>
                <c:pt idx="1507">
                  <c:v>0.0208634251048</c:v>
                </c:pt>
                <c:pt idx="1508">
                  <c:v>0.02078496596</c:v>
                </c:pt>
                <c:pt idx="1509">
                  <c:v>0.0207069922207</c:v>
                </c:pt>
                <c:pt idx="1510">
                  <c:v>0.0206294996509</c:v>
                </c:pt>
                <c:pt idx="1511">
                  <c:v>0.0205524840628</c:v>
                </c:pt>
                <c:pt idx="1512">
                  <c:v>0.0204759413158</c:v>
                </c:pt>
                <c:pt idx="1513">
                  <c:v>0.0203998673162</c:v>
                </c:pt>
                <c:pt idx="1514">
                  <c:v>0.0203242580165</c:v>
                </c:pt>
                <c:pt idx="1515">
                  <c:v>0.0202491094148</c:v>
                </c:pt>
                <c:pt idx="1516">
                  <c:v>0.020174417554</c:v>
                </c:pt>
                <c:pt idx="1517">
                  <c:v>0.0201001785215</c:v>
                </c:pt>
                <c:pt idx="1518">
                  <c:v>0.0200263884486</c:v>
                </c:pt>
                <c:pt idx="1519">
                  <c:v>0.0199530435099</c:v>
                </c:pt>
                <c:pt idx="1520">
                  <c:v>0.0198801399224</c:v>
                </c:pt>
                <c:pt idx="1521">
                  <c:v>0.0198076739456</c:v>
                </c:pt>
                <c:pt idx="1522">
                  <c:v>0.0197356418804</c:v>
                </c:pt>
                <c:pt idx="1523">
                  <c:v>0.0196640400689</c:v>
                </c:pt>
                <c:pt idx="1524">
                  <c:v>0.0195928648935</c:v>
                </c:pt>
                <c:pt idx="1525">
                  <c:v>0.0195221127769</c:v>
                </c:pt>
                <c:pt idx="1526">
                  <c:v>0.0194517801811</c:v>
                </c:pt>
                <c:pt idx="1527">
                  <c:v>0.0193818636072</c:v>
                </c:pt>
                <c:pt idx="1528">
                  <c:v>0.0193123595946</c:v>
                </c:pt>
                <c:pt idx="1529">
                  <c:v>0.019243264721</c:v>
                </c:pt>
                <c:pt idx="1530">
                  <c:v>0.0191745756012</c:v>
                </c:pt>
                <c:pt idx="1531">
                  <c:v>0.0191062888875</c:v>
                </c:pt>
                <c:pt idx="1532">
                  <c:v>0.0190384012682</c:v>
                </c:pt>
                <c:pt idx="1533">
                  <c:v>0.0189709094682</c:v>
                </c:pt>
                <c:pt idx="1534">
                  <c:v>0.0189038102476</c:v>
                </c:pt>
                <c:pt idx="1535">
                  <c:v>0.0188371004018</c:v>
                </c:pt>
                <c:pt idx="1536">
                  <c:v>0.0187707767612</c:v>
                </c:pt>
                <c:pt idx="1537">
                  <c:v>0.0187048361899</c:v>
                </c:pt>
                <c:pt idx="1538">
                  <c:v>0.0186392755863</c:v>
                </c:pt>
                <c:pt idx="1539">
                  <c:v>0.0185740918819</c:v>
                </c:pt>
                <c:pt idx="1540">
                  <c:v>0.0185092820414</c:v>
                </c:pt>
                <c:pt idx="1541">
                  <c:v>0.018444843062</c:v>
                </c:pt>
                <c:pt idx="1542">
                  <c:v>0.0183807719729</c:v>
                </c:pt>
                <c:pt idx="1543">
                  <c:v>0.0183170658352</c:v>
                </c:pt>
                <c:pt idx="1544">
                  <c:v>0.0182537217411</c:v>
                </c:pt>
                <c:pt idx="1545">
                  <c:v>0.0181907368141</c:v>
                </c:pt>
                <c:pt idx="1546">
                  <c:v>0.018128108208</c:v>
                </c:pt>
                <c:pt idx="1547">
                  <c:v>0.0180658331067</c:v>
                </c:pt>
                <c:pt idx="1548">
                  <c:v>0.018003908724</c:v>
                </c:pt>
                <c:pt idx="1549">
                  <c:v>0.0179423323031</c:v>
                </c:pt>
                <c:pt idx="1550">
                  <c:v>0.0178811011163</c:v>
                </c:pt>
                <c:pt idx="1551">
                  <c:v>0.0178202124644</c:v>
                </c:pt>
                <c:pt idx="1552">
                  <c:v>0.0177596636767</c:v>
                </c:pt>
                <c:pt idx="1553">
                  <c:v>0.0176994521102</c:v>
                </c:pt>
                <c:pt idx="1554">
                  <c:v>0.0176395751497</c:v>
                </c:pt>
                <c:pt idx="1555">
                  <c:v>0.0175800302073</c:v>
                </c:pt>
                <c:pt idx="1556">
                  <c:v>0.0175208147219</c:v>
                </c:pt>
                <c:pt idx="1557">
                  <c:v>0.0174619261591</c:v>
                </c:pt>
                <c:pt idx="1558">
                  <c:v>0.0174033620105</c:v>
                </c:pt>
                <c:pt idx="1559">
                  <c:v>0.0173451197939</c:v>
                </c:pt>
                <c:pt idx="1560">
                  <c:v>0.0172871970527</c:v>
                </c:pt>
                <c:pt idx="1561">
                  <c:v>0.0172295913553</c:v>
                </c:pt>
                <c:pt idx="1562">
                  <c:v>0.0171723002955</c:v>
                </c:pt>
                <c:pt idx="1563">
                  <c:v>0.0171153214913</c:v>
                </c:pt>
                <c:pt idx="1564">
                  <c:v>0.0170586525854</c:v>
                </c:pt>
                <c:pt idx="1565">
                  <c:v>0.0170022912445</c:v>
                </c:pt>
                <c:pt idx="1566">
                  <c:v>0.0169462351589</c:v>
                </c:pt>
                <c:pt idx="1567">
                  <c:v>0.0168904820424</c:v>
                </c:pt>
                <c:pt idx="1568">
                  <c:v>0.0168350296322</c:v>
                </c:pt>
                <c:pt idx="1569">
                  <c:v>0.016779875688</c:v>
                </c:pt>
                <c:pt idx="1570">
                  <c:v>0.0167250179925</c:v>
                </c:pt>
                <c:pt idx="1571">
                  <c:v>0.0166704543505</c:v>
                </c:pt>
                <c:pt idx="1572">
                  <c:v>0.0166161825888</c:v>
                </c:pt>
                <c:pt idx="1573">
                  <c:v>0.0165622005562</c:v>
                </c:pt>
                <c:pt idx="1574">
                  <c:v>0.0165085061227</c:v>
                </c:pt>
                <c:pt idx="1575">
                  <c:v>0.0164550971799</c:v>
                </c:pt>
                <c:pt idx="1576">
                  <c:v>0.01640197164</c:v>
                </c:pt>
                <c:pt idx="1577">
                  <c:v>0.0163491274362</c:v>
                </c:pt>
                <c:pt idx="1578">
                  <c:v>0.016296562522</c:v>
                </c:pt>
                <c:pt idx="1579">
                  <c:v>0.0162442748713</c:v>
                </c:pt>
                <c:pt idx="1580">
                  <c:v>0.0161922624777</c:v>
                </c:pt>
                <c:pt idx="1581">
                  <c:v>0.0161405233547</c:v>
                </c:pt>
                <c:pt idx="1582">
                  <c:v>0.0160890555352</c:v>
                </c:pt>
                <c:pt idx="1583">
                  <c:v>0.0160378570714</c:v>
                </c:pt>
                <c:pt idx="1584">
                  <c:v>0.0159869260342</c:v>
                </c:pt>
                <c:pt idx="1585">
                  <c:v>0.0159362605136</c:v>
                </c:pt>
                <c:pt idx="1586">
                  <c:v>0.015885858618</c:v>
                </c:pt>
                <c:pt idx="1587">
                  <c:v>0.015835718474</c:v>
                </c:pt>
                <c:pt idx="1588">
                  <c:v>0.0157858382263</c:v>
                </c:pt>
                <c:pt idx="1589">
                  <c:v>0.0157362160374</c:v>
                </c:pt>
                <c:pt idx="1590">
                  <c:v>0.0156868500874</c:v>
                </c:pt>
                <c:pt idx="1591">
                  <c:v>0.0156377385739</c:v>
                </c:pt>
                <c:pt idx="1592">
                  <c:v>0.0155888797114</c:v>
                </c:pt>
                <c:pt idx="1593">
                  <c:v>0.0155402717315</c:v>
                </c:pt>
                <c:pt idx="1594">
                  <c:v>0.0154919128827</c:v>
                </c:pt>
                <c:pt idx="1595">
                  <c:v>0.0154438014296</c:v>
                </c:pt>
                <c:pt idx="1596">
                  <c:v>0.0153959356533</c:v>
                </c:pt>
                <c:pt idx="1597">
                  <c:v>0.0153483138511</c:v>
                </c:pt>
                <c:pt idx="1598">
                  <c:v>0.015300934336</c:v>
                </c:pt>
                <c:pt idx="1599">
                  <c:v>0.0152537954367</c:v>
                </c:pt>
                <c:pt idx="1600">
                  <c:v>0.0152068954974</c:v>
                </c:pt>
                <c:pt idx="1601">
                  <c:v>0.0151602328776</c:v>
                </c:pt>
                <c:pt idx="1602">
                  <c:v>0.0151138059516</c:v>
                </c:pt>
                <c:pt idx="1603">
                  <c:v>0.0150676131088</c:v>
                </c:pt>
                <c:pt idx="1604">
                  <c:v>0.0150216527533</c:v>
                </c:pt>
                <c:pt idx="1605">
                  <c:v>0.0149759233034</c:v>
                </c:pt>
                <c:pt idx="1606">
                  <c:v>0.0149304231919</c:v>
                </c:pt>
                <c:pt idx="1607">
                  <c:v>0.0148851508655</c:v>
                </c:pt>
                <c:pt idx="1608">
                  <c:v>0.0148401047849</c:v>
                </c:pt>
                <c:pt idx="1609">
                  <c:v>0.0147952834244</c:v>
                </c:pt>
                <c:pt idx="1610">
                  <c:v>0.0147506852717</c:v>
                </c:pt>
                <c:pt idx="1611">
                  <c:v>0.0147063088279</c:v>
                </c:pt>
                <c:pt idx="1612">
                  <c:v>0.0146621526073</c:v>
                </c:pt>
                <c:pt idx="1613">
                  <c:v>0.0146182151369</c:v>
                </c:pt>
                <c:pt idx="1614">
                  <c:v>0.0145744949566</c:v>
                </c:pt>
                <c:pt idx="1615">
                  <c:v>0.0145309906187</c:v>
                </c:pt>
                <c:pt idx="1616">
                  <c:v>0.0144877006881</c:v>
                </c:pt>
                <c:pt idx="1617">
                  <c:v>0.0144446237416</c:v>
                </c:pt>
                <c:pt idx="1618">
                  <c:v>0.0144017583682</c:v>
                </c:pt>
                <c:pt idx="1619">
                  <c:v>0.0143591031686</c:v>
                </c:pt>
                <c:pt idx="1620">
                  <c:v>0.0143166567552</c:v>
                </c:pt>
                <c:pt idx="1621">
                  <c:v>0.0142744177519</c:v>
                </c:pt>
                <c:pt idx="1622">
                  <c:v>0.0142323847937</c:v>
                </c:pt>
                <c:pt idx="1623">
                  <c:v>0.0141905565269</c:v>
                </c:pt>
                <c:pt idx="1624">
                  <c:v>0.0141489316086</c:v>
                </c:pt>
                <c:pt idx="1625">
                  <c:v>0.0141075087067</c:v>
                </c:pt>
                <c:pt idx="1626">
                  <c:v>0.0140662864999</c:v>
                </c:pt>
                <c:pt idx="1627">
                  <c:v>0.0140252636769</c:v>
                </c:pt>
                <c:pt idx="1628">
                  <c:v>0.0139844389369</c:v>
                </c:pt>
                <c:pt idx="1629">
                  <c:v>0.0139438109892</c:v>
                </c:pt>
                <c:pt idx="1630">
                  <c:v>0.0139033785529</c:v>
                </c:pt>
                <c:pt idx="1631">
                  <c:v>0.0138631403569</c:v>
                </c:pt>
                <c:pt idx="1632">
                  <c:v>0.0138230951397</c:v>
                </c:pt>
                <c:pt idx="1633">
                  <c:v>0.0137832416493</c:v>
                </c:pt>
                <c:pt idx="1634">
                  <c:v>0.0137435786427</c:v>
                </c:pt>
                <c:pt idx="1635">
                  <c:v>0.0137041048862</c:v>
                </c:pt>
                <c:pt idx="1636">
                  <c:v>0.0136648191551</c:v>
                </c:pt>
                <c:pt idx="1637">
                  <c:v>0.0136257202335</c:v>
                </c:pt>
                <c:pt idx="1638">
                  <c:v>0.0135868069139</c:v>
                </c:pt>
                <c:pt idx="1639">
                  <c:v>0.0135480779976</c:v>
                </c:pt>
                <c:pt idx="1640">
                  <c:v>0.0135095322941</c:v>
                </c:pt>
                <c:pt idx="1641">
                  <c:v>0.0134711686212</c:v>
                </c:pt>
                <c:pt idx="1642">
                  <c:v>0.0134329858046</c:v>
                </c:pt>
                <c:pt idx="1643">
                  <c:v>0.0133949826782</c:v>
                </c:pt>
                <c:pt idx="1644">
                  <c:v>0.0133571580835</c:v>
                </c:pt>
                <c:pt idx="1645">
                  <c:v>0.0133195108697</c:v>
                </c:pt>
                <c:pt idx="1646">
                  <c:v>0.0132820398936</c:v>
                </c:pt>
                <c:pt idx="1647">
                  <c:v>0.0132447440194</c:v>
                </c:pt>
                <c:pt idx="1648">
                  <c:v>0.0132076221185</c:v>
                </c:pt>
                <c:pt idx="1649">
                  <c:v>0.0131706730698</c:v>
                </c:pt>
                <c:pt idx="1650">
                  <c:v>0.0131338957588</c:v>
                </c:pt>
                <c:pt idx="1651">
                  <c:v>0.0130972890784</c:v>
                </c:pt>
                <c:pt idx="1652">
                  <c:v>0.0130608519282</c:v>
                </c:pt>
                <c:pt idx="1653">
                  <c:v>0.0130245832143</c:v>
                </c:pt>
                <c:pt idx="1654">
                  <c:v>0.0129884818499</c:v>
                </c:pt>
                <c:pt idx="1655">
                  <c:v>0.0129525467545</c:v>
                </c:pt>
                <c:pt idx="1656">
                  <c:v>0.0129167768542</c:v>
                </c:pt>
                <c:pt idx="1657">
                  <c:v>0.0128811710814</c:v>
                </c:pt>
                <c:pt idx="1658">
                  <c:v>0.0128457283749</c:v>
                </c:pt>
                <c:pt idx="1659">
                  <c:v>0.0128104476799</c:v>
                </c:pt>
                <c:pt idx="1660">
                  <c:v>0.0127753279474</c:v>
                </c:pt>
                <c:pt idx="1661">
                  <c:v>0.012740368135</c:v>
                </c:pt>
                <c:pt idx="1662">
                  <c:v>0.0127055672061</c:v>
                </c:pt>
                <c:pt idx="1663">
                  <c:v>0.0126709241301</c:v>
                </c:pt>
                <c:pt idx="1664">
                  <c:v>0.0126364378825</c:v>
                </c:pt>
                <c:pt idx="1665">
                  <c:v>0.0126021074447</c:v>
                </c:pt>
                <c:pt idx="1666">
                  <c:v>0.012567931804</c:v>
                </c:pt>
                <c:pt idx="1667">
                  <c:v>0.0125339099536</c:v>
                </c:pt>
                <c:pt idx="1668">
                  <c:v>0.0125000408925</c:v>
                </c:pt>
                <c:pt idx="1669">
                  <c:v>0.0124663236254</c:v>
                </c:pt>
                <c:pt idx="1670">
                  <c:v>0.0124327571631</c:v>
                </c:pt>
                <c:pt idx="1671">
                  <c:v>0.0123993405221</c:v>
                </c:pt>
                <c:pt idx="1672">
                  <c:v>0.0123660727244</c:v>
                </c:pt>
                <c:pt idx="1673">
                  <c:v>0.0123329527983</c:v>
                </c:pt>
                <c:pt idx="1674">
                  <c:v>0.0122999797774</c:v>
                </c:pt>
                <c:pt idx="1675">
                  <c:v>0.0122671527014</c:v>
                </c:pt>
                <c:pt idx="1676">
                  <c:v>0.0122344706157</c:v>
                </c:pt>
                <c:pt idx="1677">
                  <c:v>0.0122019325716</c:v>
                </c:pt>
                <c:pt idx="1678">
                  <c:v>0.0121695376261</c:v>
                </c:pt>
                <c:pt idx="1679">
                  <c:v>0.0121372848422</c:v>
                </c:pt>
                <c:pt idx="1680">
                  <c:v>0.0121051732887</c:v>
                </c:pt>
                <c:pt idx="1681">
                  <c:v>0.0120732020403</c:v>
                </c:pt>
                <c:pt idx="1682">
                  <c:v>0.0120413701778</c:v>
                </c:pt>
                <c:pt idx="1683">
                  <c:v>0.0120096767877</c:v>
                </c:pt>
                <c:pt idx="1684">
                  <c:v>0.0119781209627</c:v>
                </c:pt>
                <c:pt idx="1685">
                  <c:v>0.0119467018015</c:v>
                </c:pt>
                <c:pt idx="1686">
                  <c:v>0.0119154184088</c:v>
                </c:pt>
                <c:pt idx="1687">
                  <c:v>0.0118842698954</c:v>
                </c:pt>
                <c:pt idx="1688">
                  <c:v>0.0118532553784</c:v>
                </c:pt>
                <c:pt idx="1689">
                  <c:v>0.0118223739809</c:v>
                </c:pt>
                <c:pt idx="1690">
                  <c:v>0.0117916248323</c:v>
                </c:pt>
                <c:pt idx="1691">
                  <c:v>0.0117610070683</c:v>
                </c:pt>
                <c:pt idx="1692">
                  <c:v>0.0117305198307</c:v>
                </c:pt>
                <c:pt idx="1693">
                  <c:v>0.0117001622679</c:v>
                </c:pt>
                <c:pt idx="1694">
                  <c:v>0.0116699335344</c:v>
                </c:pt>
                <c:pt idx="1695">
                  <c:v>0.0116398327913</c:v>
                </c:pt>
                <c:pt idx="1696">
                  <c:v>0.011609859206</c:v>
                </c:pt>
                <c:pt idx="1697">
                  <c:v>0.0115800119524</c:v>
                </c:pt>
                <c:pt idx="1698">
                  <c:v>0.0115502902108</c:v>
                </c:pt>
                <c:pt idx="1699">
                  <c:v>0.0115206931683</c:v>
                </c:pt>
                <c:pt idx="1700">
                  <c:v>0.0114912200181</c:v>
                </c:pt>
                <c:pt idx="1701">
                  <c:v>0.0114618699603</c:v>
                </c:pt>
                <c:pt idx="1702">
                  <c:v>0.0114326422015</c:v>
                </c:pt>
                <c:pt idx="1703">
                  <c:v>0.0114035359548</c:v>
                </c:pt>
                <c:pt idx="1704">
                  <c:v>0.01137455044</c:v>
                </c:pt>
                <c:pt idx="1705">
                  <c:v>0.0113456848834</c:v>
                </c:pt>
                <c:pt idx="1706">
                  <c:v>0.0113169385181</c:v>
                </c:pt>
                <c:pt idx="1707">
                  <c:v>0.0112883105836</c:v>
                </c:pt>
                <c:pt idx="1708">
                  <c:v>0.0112598003264</c:v>
                </c:pt>
                <c:pt idx="1709">
                  <c:v>0.0112314069992</c:v>
                </c:pt>
                <c:pt idx="1710">
                  <c:v>0.0112031298617</c:v>
                </c:pt>
                <c:pt idx="1711">
                  <c:v>0.0111749681799</c:v>
                </c:pt>
                <c:pt idx="1712">
                  <c:v>0.0111469212268</c:v>
                </c:pt>
                <c:pt idx="1713">
                  <c:v>0.0111189882816</c:v>
                </c:pt>
                <c:pt idx="1714">
                  <c:v>0.0110911686303</c:v>
                </c:pt>
                <c:pt idx="1715">
                  <c:v>0.0110634615655</c:v>
                </c:pt>
                <c:pt idx="1716">
                  <c:v>0.0110358663862</c:v>
                </c:pt>
                <c:pt idx="1717">
                  <c:v>0.0110083823982</c:v>
                </c:pt>
                <c:pt idx="1718">
                  <c:v>0.0109810089136</c:v>
                </c:pt>
                <c:pt idx="1719">
                  <c:v>0.010953745251</c:v>
                </c:pt>
                <c:pt idx="1720">
                  <c:v>0.0109265907354</c:v>
                </c:pt>
                <c:pt idx="1721">
                  <c:v>0.0108995446985</c:v>
                </c:pt>
                <c:pt idx="1722">
                  <c:v>0.010872606478</c:v>
                </c:pt>
                <c:pt idx="1723">
                  <c:v>0.0108457754183</c:v>
                </c:pt>
                <c:pt idx="1724">
                  <c:v>0.01081905087</c:v>
                </c:pt>
                <c:pt idx="1725">
                  <c:v>0.01079243219</c:v>
                </c:pt>
                <c:pt idx="1726">
                  <c:v>0.0107659187414</c:v>
                </c:pt>
                <c:pt idx="1727">
                  <c:v>0.0107395098935</c:v>
                </c:pt>
                <c:pt idx="1728">
                  <c:v>0.0107132050221</c:v>
                </c:pt>
                <c:pt idx="1729">
                  <c:v>0.0106870035086</c:v>
                </c:pt>
                <c:pt idx="1730">
                  <c:v>0.0106609047411</c:v>
                </c:pt>
                <c:pt idx="1731">
                  <c:v>0.0106349081134</c:v>
                </c:pt>
                <c:pt idx="1732">
                  <c:v>0.0106090130253</c:v>
                </c:pt>
                <c:pt idx="1733">
                  <c:v>0.0105832188829</c:v>
                </c:pt>
                <c:pt idx="1734">
                  <c:v>0.010557525098</c:v>
                </c:pt>
                <c:pt idx="1735">
                  <c:v>0.0105319310884</c:v>
                </c:pt>
                <c:pt idx="1736">
                  <c:v>0.0105064362779</c:v>
                </c:pt>
                <c:pt idx="1737">
                  <c:v>0.0104810400959</c:v>
                </c:pt>
                <c:pt idx="1738">
                  <c:v>0.0104557419778</c:v>
                </c:pt>
                <c:pt idx="1739">
                  <c:v>0.0104305413648</c:v>
                </c:pt>
                <c:pt idx="1740">
                  <c:v>0.0104054377037</c:v>
                </c:pt>
                <c:pt idx="1741">
                  <c:v>0.0103804304473</c:v>
                </c:pt>
                <c:pt idx="1742">
                  <c:v>0.0103555190537</c:v>
                </c:pt>
                <c:pt idx="1743">
                  <c:v>0.010330702987</c:v>
                </c:pt>
                <c:pt idx="1744">
                  <c:v>0.0103059817168</c:v>
                </c:pt>
                <c:pt idx="1745">
                  <c:v>0.0102813547184</c:v>
                </c:pt>
                <c:pt idx="1746">
                  <c:v>0.0102568214724</c:v>
                </c:pt>
                <c:pt idx="1747">
                  <c:v>0.0102323814653</c:v>
                </c:pt>
                <c:pt idx="1748">
                  <c:v>0.010208034189</c:v>
                </c:pt>
                <c:pt idx="1749">
                  <c:v>0.010183779141</c:v>
                </c:pt>
                <c:pt idx="1750">
                  <c:v>0.0101596158242</c:v>
                </c:pt>
                <c:pt idx="1751">
                  <c:v>0.010135543747</c:v>
                </c:pt>
                <c:pt idx="1752">
                  <c:v>0.0101115624234</c:v>
                </c:pt>
                <c:pt idx="1753">
                  <c:v>0.0100876713727</c:v>
                </c:pt>
                <c:pt idx="1754">
                  <c:v>0.0100638701198</c:v>
                </c:pt>
                <c:pt idx="1755">
                  <c:v>0.010040158195</c:v>
                </c:pt>
                <c:pt idx="1756">
                  <c:v>0.010016535134</c:v>
                </c:pt>
                <c:pt idx="1757">
                  <c:v>0.00999300047795</c:v>
                </c:pt>
                <c:pt idx="1758">
                  <c:v>0.00996955377347</c:v>
                </c:pt>
                <c:pt idx="1759">
                  <c:v>0.00994619457257</c:v>
                </c:pt>
                <c:pt idx="1760">
                  <c:v>0.00992292243267</c:v>
                </c:pt>
                <c:pt idx="1761">
                  <c:v>0.00989973691664</c:v>
                </c:pt>
                <c:pt idx="1762">
                  <c:v>0.00987663759274</c:v>
                </c:pt>
                <c:pt idx="1763">
                  <c:v>0.00985362403468</c:v>
                </c:pt>
                <c:pt idx="1764">
                  <c:v>0.00983069582157</c:v>
                </c:pt>
                <c:pt idx="1765">
                  <c:v>0.00980785253794</c:v>
                </c:pt>
                <c:pt idx="1766">
                  <c:v>0.00978509377378</c:v>
                </c:pt>
                <c:pt idx="1767">
                  <c:v>0.00976241912445</c:v>
                </c:pt>
                <c:pt idx="1768">
                  <c:v>0.0097398281908</c:v>
                </c:pt>
                <c:pt idx="1769">
                  <c:v>0.00971732057905</c:v>
                </c:pt>
                <c:pt idx="1770">
                  <c:v>0.0096948959009</c:v>
                </c:pt>
                <c:pt idx="1771">
                  <c:v>0.00967255377346</c:v>
                </c:pt>
                <c:pt idx="1772">
                  <c:v>0.00965029381928</c:v>
                </c:pt>
                <c:pt idx="1773">
                  <c:v>0.00962811566634</c:v>
                </c:pt>
                <c:pt idx="1774">
                  <c:v>0.00960601894805</c:v>
                </c:pt>
                <c:pt idx="1775">
                  <c:v>0.00958400330323</c:v>
                </c:pt>
                <c:pt idx="1776">
                  <c:v>0.00956206837617</c:v>
                </c:pt>
                <c:pt idx="1777">
                  <c:v>0.00954021381652</c:v>
                </c:pt>
                <c:pt idx="1778">
                  <c:v>0.00951843927937</c:v>
                </c:pt>
                <c:pt idx="1779">
                  <c:v>0.00949674442519</c:v>
                </c:pt>
                <c:pt idx="1780">
                  <c:v>0.00947512891984</c:v>
                </c:pt>
                <c:pt idx="1781">
                  <c:v>0.00945359243455</c:v>
                </c:pt>
                <c:pt idx="1782">
                  <c:v>0.00943213464589</c:v>
                </c:pt>
                <c:pt idx="1783">
                  <c:v>0.00941075523575</c:v>
                </c:pt>
                <c:pt idx="1784">
                  <c:v>0.00938945389133</c:v>
                </c:pt>
                <c:pt idx="1785">
                  <c:v>0.00936823030509</c:v>
                </c:pt>
                <c:pt idx="1786">
                  <c:v>0.00934708417475</c:v>
                </c:pt>
                <c:pt idx="1787">
                  <c:v>0.0093260152032</c:v>
                </c:pt>
                <c:pt idx="1788">
                  <c:v>0.00930502309851</c:v>
                </c:pt>
                <c:pt idx="1789">
                  <c:v>0.00928410757388</c:v>
                </c:pt>
                <c:pt idx="1790">
                  <c:v>0.00926326834757</c:v>
                </c:pt>
                <c:pt idx="1791">
                  <c:v>0.00924250514286</c:v>
                </c:pt>
                <c:pt idx="1792">
                  <c:v>0.00922181768798</c:v>
                </c:pt>
                <c:pt idx="1793">
                  <c:v>0.00920120571608</c:v>
                </c:pt>
                <c:pt idx="1794">
                  <c:v>0.00918066896514</c:v>
                </c:pt>
                <c:pt idx="1795">
                  <c:v>0.00916020717789</c:v>
                </c:pt>
                <c:pt idx="1796">
                  <c:v>0.00913982010179</c:v>
                </c:pt>
                <c:pt idx="1797">
                  <c:v>0.00911950748887</c:v>
                </c:pt>
                <c:pt idx="1798">
                  <c:v>0.00909926909571</c:v>
                </c:pt>
                <c:pt idx="1799">
                  <c:v>0.00907910468335</c:v>
                </c:pt>
                <c:pt idx="1800">
                  <c:v>0.00905901401715</c:v>
                </c:pt>
                <c:pt idx="1801">
                  <c:v>0.00903899686675</c:v>
                </c:pt>
                <c:pt idx="1802">
                  <c:v>0.00901905300593</c:v>
                </c:pt>
                <c:pt idx="1803">
                  <c:v>0.00899918221255</c:v>
                </c:pt>
                <c:pt idx="1804">
                  <c:v>0.00897938426838</c:v>
                </c:pt>
                <c:pt idx="1805">
                  <c:v>0.00895965895905</c:v>
                </c:pt>
                <c:pt idx="1806">
                  <c:v>0.00894000607393</c:v>
                </c:pt>
                <c:pt idx="1807">
                  <c:v>0.00892042540595</c:v>
                </c:pt>
                <c:pt idx="1808">
                  <c:v>0.00890091675158</c:v>
                </c:pt>
                <c:pt idx="1809">
                  <c:v>0.00888147991063</c:v>
                </c:pt>
                <c:pt idx="1810">
                  <c:v>0.00886211468615</c:v>
                </c:pt>
                <c:pt idx="1811">
                  <c:v>0.00884282088433</c:v>
                </c:pt>
                <c:pt idx="1812">
                  <c:v>0.00882359831433</c:v>
                </c:pt>
                <c:pt idx="1813">
                  <c:v>0.00880444678818</c:v>
                </c:pt>
                <c:pt idx="1814">
                  <c:v>0.00878536612067</c:v>
                </c:pt>
                <c:pt idx="1815">
                  <c:v>0.00876635612916</c:v>
                </c:pt>
                <c:pt idx="1816">
                  <c:v>0.00874741663352</c:v>
                </c:pt>
                <c:pt idx="1817">
                  <c:v>0.00872854745595</c:v>
                </c:pt>
                <c:pt idx="1818">
                  <c:v>0.00870974842087</c:v>
                </c:pt>
                <c:pt idx="1819">
                  <c:v>0.00869101935482</c:v>
                </c:pt>
                <c:pt idx="1820">
                  <c:v>0.00867236008628</c:v>
                </c:pt>
                <c:pt idx="1821">
                  <c:v>0.00865377044558</c:v>
                </c:pt>
                <c:pt idx="1822">
                  <c:v>0.00863525026479</c:v>
                </c:pt>
                <c:pt idx="1823">
                  <c:v>0.00861679937757</c:v>
                </c:pt>
                <c:pt idx="1824">
                  <c:v>0.00859841761905</c:v>
                </c:pt>
                <c:pt idx="1825">
                  <c:v>0.00858010482577</c:v>
                </c:pt>
                <c:pt idx="1826">
                  <c:v>0.00856186083548</c:v>
                </c:pt>
                <c:pt idx="1827">
                  <c:v>0.00854368548712</c:v>
                </c:pt>
                <c:pt idx="1828">
                  <c:v>0.00852557862067</c:v>
                </c:pt>
                <c:pt idx="1829">
                  <c:v>0.00850754007705</c:v>
                </c:pt>
                <c:pt idx="1830">
                  <c:v>0.00848956969803</c:v>
                </c:pt>
                <c:pt idx="1831">
                  <c:v>0.00847166732614</c:v>
                </c:pt>
                <c:pt idx="1832">
                  <c:v>0.00845383280461</c:v>
                </c:pt>
                <c:pt idx="1833">
                  <c:v>0.00843606597723</c:v>
                </c:pt>
                <c:pt idx="1834">
                  <c:v>0.0084183666883</c:v>
                </c:pt>
                <c:pt idx="1835">
                  <c:v>0.00840073478259</c:v>
                </c:pt>
                <c:pt idx="1836">
                  <c:v>0.00838317010522</c:v>
                </c:pt>
                <c:pt idx="1837">
                  <c:v>0.00836567250163</c:v>
                </c:pt>
                <c:pt idx="1838">
                  <c:v>0.0083482418175</c:v>
                </c:pt>
                <c:pt idx="1839">
                  <c:v>0.00833087789872</c:v>
                </c:pt>
                <c:pt idx="1840">
                  <c:v>0.00831358059132</c:v>
                </c:pt>
                <c:pt idx="1841">
                  <c:v>0.00829634974145</c:v>
                </c:pt>
                <c:pt idx="1842">
                  <c:v>0.00827918519534</c:v>
                </c:pt>
                <c:pt idx="1843">
                  <c:v>0.00826208679921</c:v>
                </c:pt>
                <c:pt idx="1844">
                  <c:v>0.00824505439935</c:v>
                </c:pt>
                <c:pt idx="1845">
                  <c:v>0.008228087842</c:v>
                </c:pt>
                <c:pt idx="1846">
                  <c:v>0.00821118697338</c:v>
                </c:pt>
                <c:pt idx="1847">
                  <c:v>0.00819435163964</c:v>
                </c:pt>
                <c:pt idx="1848">
                  <c:v>0.0081775816869</c:v>
                </c:pt>
                <c:pt idx="1849">
                  <c:v>0.00816087696122</c:v>
                </c:pt>
                <c:pt idx="1850">
                  <c:v>0.00814423730856</c:v>
                </c:pt>
                <c:pt idx="1851">
                  <c:v>0.00812766257485</c:v>
                </c:pt>
                <c:pt idx="1852">
                  <c:v>0.00811115260596</c:v>
                </c:pt>
                <c:pt idx="1853">
                  <c:v>0.00809470724768</c:v>
                </c:pt>
                <c:pt idx="1854">
                  <c:v>0.00807832634581</c:v>
                </c:pt>
                <c:pt idx="1855">
                  <c:v>0.00806200974609</c:v>
                </c:pt>
                <c:pt idx="1856">
                  <c:v>0.0080457572943</c:v>
                </c:pt>
                <c:pt idx="1857">
                  <c:v>0.00802956883619</c:v>
                </c:pt>
                <c:pt idx="1858">
                  <c:v>0.00801344421759</c:v>
                </c:pt>
                <c:pt idx="1859">
                  <c:v>0.0079973832844</c:v>
                </c:pt>
                <c:pt idx="1860">
                  <c:v>0.00798138588259</c:v>
                </c:pt>
                <c:pt idx="1861">
                  <c:v>0.00796545185828</c:v>
                </c:pt>
                <c:pt idx="1862">
                  <c:v>0.00794958105775</c:v>
                </c:pt>
                <c:pt idx="1863">
                  <c:v>0.00793377332747</c:v>
                </c:pt>
                <c:pt idx="1864">
                  <c:v>0.00791802851413</c:v>
                </c:pt>
                <c:pt idx="1865">
                  <c:v>0.00790234646469</c:v>
                </c:pt>
                <c:pt idx="1866">
                  <c:v>0.00788672702641</c:v>
                </c:pt>
                <c:pt idx="1867">
                  <c:v>0.00787117004689</c:v>
                </c:pt>
                <c:pt idx="1868">
                  <c:v>0.0078556753741</c:v>
                </c:pt>
                <c:pt idx="1869">
                  <c:v>0.00784024285644</c:v>
                </c:pt>
                <c:pt idx="1870">
                  <c:v>0.00782487234275</c:v>
                </c:pt>
                <c:pt idx="1871">
                  <c:v>0.00780956368236</c:v>
                </c:pt>
                <c:pt idx="1872">
                  <c:v>0.00779431672515</c:v>
                </c:pt>
                <c:pt idx="1873">
                  <c:v>0.00777913132155</c:v>
                </c:pt>
                <c:pt idx="1874">
                  <c:v>0.00776400732263</c:v>
                </c:pt>
                <c:pt idx="1875">
                  <c:v>0.00774894458006</c:v>
                </c:pt>
                <c:pt idx="1876">
                  <c:v>0.00773394294625</c:v>
                </c:pt>
                <c:pt idx="1877">
                  <c:v>0.00771900227429</c:v>
                </c:pt>
                <c:pt idx="1878">
                  <c:v>0.00770412241805</c:v>
                </c:pt>
                <c:pt idx="1879">
                  <c:v>0.0076893032322</c:v>
                </c:pt>
                <c:pt idx="1880">
                  <c:v>0.00767454457221</c:v>
                </c:pt>
                <c:pt idx="1881">
                  <c:v>0.00765984629443</c:v>
                </c:pt>
                <c:pt idx="1882">
                  <c:v>0.00764520825611</c:v>
                </c:pt>
                <c:pt idx="1883">
                  <c:v>0.00763063031542</c:v>
                </c:pt>
                <c:pt idx="1884">
                  <c:v>0.00761611233145</c:v>
                </c:pt>
                <c:pt idx="1885">
                  <c:v>0.00760165416432</c:v>
                </c:pt>
                <c:pt idx="1886">
                  <c:v>0.00758725567513</c:v>
                </c:pt>
                <c:pt idx="1887">
                  <c:v>0.00757291672601</c:v>
                </c:pt>
                <c:pt idx="1888">
                  <c:v>0.00755863718014</c:v>
                </c:pt>
                <c:pt idx="1889">
                  <c:v>0.00754441690179</c:v>
                </c:pt>
                <c:pt idx="1890">
                  <c:v>0.00753025575631</c:v>
                </c:pt>
                <c:pt idx="1891">
                  <c:v>0.00751615361016</c:v>
                </c:pt>
                <c:pt idx="1892">
                  <c:v>0.00750211033093</c:v>
                </c:pt>
                <c:pt idx="1893">
                  <c:v>0.00748812578736</c:v>
                </c:pt>
                <c:pt idx="1894">
                  <c:v>0.00747419984931</c:v>
                </c:pt>
                <c:pt idx="1895">
                  <c:v>0.00746033238783</c:v>
                </c:pt>
                <c:pt idx="1896">
                  <c:v>0.00744652327512</c:v>
                </c:pt>
                <c:pt idx="1897">
                  <c:v>0.00743277238455</c:v>
                </c:pt>
                <c:pt idx="1898">
                  <c:v>0.00741907959065</c:v>
                </c:pt>
                <c:pt idx="1899">
                  <c:v>0.00740544476916</c:v>
                </c:pt>
                <c:pt idx="1900">
                  <c:v>0.00739186779694</c:v>
                </c:pt>
                <c:pt idx="1901">
                  <c:v>0.00737834855206</c:v>
                </c:pt>
                <c:pt idx="1902">
                  <c:v>0.00736488691371</c:v>
                </c:pt>
                <c:pt idx="1903">
                  <c:v>0.00735148276225</c:v>
                </c:pt>
                <c:pt idx="1904">
                  <c:v>0.00733813597915</c:v>
                </c:pt>
                <c:pt idx="1905">
                  <c:v>0.00732484644704</c:v>
                </c:pt>
                <c:pt idx="1906">
                  <c:v>0.0073116140496</c:v>
                </c:pt>
                <c:pt idx="1907">
                  <c:v>0.00729843867163</c:v>
                </c:pt>
                <c:pt idx="1908">
                  <c:v>0.00728532019896</c:v>
                </c:pt>
                <c:pt idx="1909">
                  <c:v>0.00727225851848</c:v>
                </c:pt>
                <c:pt idx="1910">
                  <c:v>0.00725925351804</c:v>
                </c:pt>
                <c:pt idx="1911">
                  <c:v>0.00724630508649</c:v>
                </c:pt>
                <c:pt idx="1912">
                  <c:v>0.00723341311361</c:v>
                </c:pt>
                <c:pt idx="1913">
                  <c:v>0.00722057749007</c:v>
                </c:pt>
                <c:pt idx="1914">
                  <c:v>0.0072077981074</c:v>
                </c:pt>
                <c:pt idx="1915">
                  <c:v>0.00719507485793</c:v>
                </c:pt>
                <c:pt idx="1916">
                  <c:v>0.00718240763478</c:v>
                </c:pt>
                <c:pt idx="1917">
                  <c:v>0.00716979633176</c:v>
                </c:pt>
                <c:pt idx="1918">
                  <c:v>0.00715724084334</c:v>
                </c:pt>
                <c:pt idx="1919">
                  <c:v>0.00714474106462</c:v>
                </c:pt>
                <c:pt idx="1920">
                  <c:v>0.00713229689122</c:v>
                </c:pt>
                <c:pt idx="1921">
                  <c:v>0.00711990821925</c:v>
                </c:pt>
                <c:pt idx="1922">
                  <c:v>0.00710757494524</c:v>
                </c:pt>
                <c:pt idx="1923">
                  <c:v>0.00709529696606</c:v>
                </c:pt>
                <c:pt idx="1924">
                  <c:v>0.00708307417885</c:v>
                </c:pt>
                <c:pt idx="1925">
                  <c:v>0.00707090648096</c:v>
                </c:pt>
                <c:pt idx="1926">
                  <c:v>0.00705879376984</c:v>
                </c:pt>
                <c:pt idx="1927">
                  <c:v>0.007046735943</c:v>
                </c:pt>
                <c:pt idx="1928">
                  <c:v>0.00703473289788</c:v>
                </c:pt>
                <c:pt idx="1929">
                  <c:v>0.00702278453177</c:v>
                </c:pt>
                <c:pt idx="1930">
                  <c:v>0.00701089074175</c:v>
                </c:pt>
                <c:pt idx="1931">
                  <c:v>0.00699905142456</c:v>
                </c:pt>
                <c:pt idx="1932">
                  <c:v>0.00698726647652</c:v>
                </c:pt>
                <c:pt idx="1933">
                  <c:v>0.00697553579339</c:v>
                </c:pt>
                <c:pt idx="1934">
                  <c:v>0.00696385927034</c:v>
                </c:pt>
                <c:pt idx="1935">
                  <c:v>0.00695223680176</c:v>
                </c:pt>
                <c:pt idx="1936">
                  <c:v>0.00694066828119</c:v>
                </c:pt>
                <c:pt idx="1937">
                  <c:v>0.00692915360121</c:v>
                </c:pt>
                <c:pt idx="1938">
                  <c:v>0.0069176926533</c:v>
                </c:pt>
                <c:pt idx="1939">
                  <c:v>0.00690628532775</c:v>
                </c:pt>
                <c:pt idx="1940">
                  <c:v>0.00689493151349</c:v>
                </c:pt>
                <c:pt idx="1941">
                  <c:v>0.00688363109802</c:v>
                </c:pt>
                <c:pt idx="1942">
                  <c:v>0.00687238396725</c:v>
                </c:pt>
                <c:pt idx="1943">
                  <c:v>0.00686119000537</c:v>
                </c:pt>
                <c:pt idx="1944">
                  <c:v>0.00685004909474</c:v>
                </c:pt>
                <c:pt idx="1945">
                  <c:v>0.00683896111572</c:v>
                </c:pt>
                <c:pt idx="1946">
                  <c:v>0.00682792594659</c:v>
                </c:pt>
                <c:pt idx="1947">
                  <c:v>0.00681694346335</c:v>
                </c:pt>
                <c:pt idx="1948">
                  <c:v>0.00680601353963</c:v>
                </c:pt>
                <c:pt idx="1949">
                  <c:v>0.00679513604655</c:v>
                </c:pt>
                <c:pt idx="1950">
                  <c:v>0.00678431085253</c:v>
                </c:pt>
                <c:pt idx="1951">
                  <c:v>0.00677353782324</c:v>
                </c:pt>
                <c:pt idx="1952">
                  <c:v>0.00676281682137</c:v>
                </c:pt>
                <c:pt idx="1953">
                  <c:v>0.00675214770656</c:v>
                </c:pt>
                <c:pt idx="1954">
                  <c:v>0.00674153033522</c:v>
                </c:pt>
                <c:pt idx="1955">
                  <c:v>0.00673096456041</c:v>
                </c:pt>
                <c:pt idx="1956">
                  <c:v>0.00672045023173</c:v>
                </c:pt>
                <c:pt idx="1957">
                  <c:v>0.00670998719514</c:v>
                </c:pt>
                <c:pt idx="1958">
                  <c:v>0.00669957529285</c:v>
                </c:pt>
                <c:pt idx="1959">
                  <c:v>0.00668921436323</c:v>
                </c:pt>
                <c:pt idx="1960">
                  <c:v>0.00667890424063</c:v>
                </c:pt>
                <c:pt idx="1961">
                  <c:v>0.00666864475528</c:v>
                </c:pt>
                <c:pt idx="1962">
                  <c:v>0.00665843573321</c:v>
                </c:pt>
                <c:pt idx="1963">
                  <c:v>0.00664827699608</c:v>
                </c:pt>
                <c:pt idx="1964">
                  <c:v>0.00663816836111</c:v>
                </c:pt>
                <c:pt idx="1965">
                  <c:v>0.00662810964101</c:v>
                </c:pt>
                <c:pt idx="1966">
                  <c:v>0.00661810064382</c:v>
                </c:pt>
                <c:pt idx="1967">
                  <c:v>0.00660814117288</c:v>
                </c:pt>
                <c:pt idx="1968">
                  <c:v>0.00659823102673</c:v>
                </c:pt>
                <c:pt idx="1969">
                  <c:v>0.00658836999903</c:v>
                </c:pt>
                <c:pt idx="1970">
                  <c:v>0.00657855787856</c:v>
                </c:pt>
                <c:pt idx="1971">
                  <c:v>0.00656879444907</c:v>
                </c:pt>
                <c:pt idx="1972">
                  <c:v>0.00655907948934</c:v>
                </c:pt>
                <c:pt idx="1973">
                  <c:v>0.00654941277308</c:v>
                </c:pt>
                <c:pt idx="1974">
                  <c:v>0.00653979406895</c:v>
                </c:pt>
                <c:pt idx="1975">
                  <c:v>0.00653022314052</c:v>
                </c:pt>
                <c:pt idx="1976">
                  <c:v>0.0065206997463</c:v>
                </c:pt>
                <c:pt idx="1977">
                  <c:v>0.00651122363976</c:v>
                </c:pt>
                <c:pt idx="1978">
                  <c:v>0.00650179456933</c:v>
                </c:pt>
                <c:pt idx="1979">
                  <c:v>0.00649241227847</c:v>
                </c:pt>
                <c:pt idx="1980">
                  <c:v>0.00648307650573</c:v>
                </c:pt>
                <c:pt idx="1981">
                  <c:v>0.00647378698478</c:v>
                </c:pt>
                <c:pt idx="1982">
                  <c:v>0.00646454344454</c:v>
                </c:pt>
                <c:pt idx="1983">
                  <c:v>0.00645534560927</c:v>
                </c:pt>
                <c:pt idx="1984">
                  <c:v>0.00644619319867</c:v>
                </c:pt>
                <c:pt idx="1985">
                  <c:v>0.00643708592801</c:v>
                </c:pt>
                <c:pt idx="1986">
                  <c:v>0.0064280235083</c:v>
                </c:pt>
                <c:pt idx="1987">
                  <c:v>0.00641900564641</c:v>
                </c:pt>
                <c:pt idx="1988">
                  <c:v>0.00641003204528</c:v>
                </c:pt>
                <c:pt idx="1989">
                  <c:v>0.00640110240412</c:v>
                </c:pt>
                <c:pt idx="1990">
                  <c:v>0.00639221641855</c:v>
                </c:pt>
                <c:pt idx="1991">
                  <c:v>0.00638337378091</c:v>
                </c:pt>
                <c:pt idx="1992">
                  <c:v>0.00637457418041</c:v>
                </c:pt>
                <c:pt idx="1993">
                  <c:v>0.00636581730347</c:v>
                </c:pt>
                <c:pt idx="1994">
                  <c:v>0.0063571028339</c:v>
                </c:pt>
                <c:pt idx="1995">
                  <c:v>0.00634843045324</c:v>
                </c:pt>
                <c:pt idx="1996">
                  <c:v>0.00633979984101</c:v>
                </c:pt>
                <c:pt idx="1997">
                  <c:v>0.00633121067506</c:v>
                </c:pt>
                <c:pt idx="1998">
                  <c:v>0.00632266263184</c:v>
                </c:pt>
                <c:pt idx="1999">
                  <c:v>0.00631415538678</c:v>
                </c:pt>
                <c:pt idx="2000">
                  <c:v>0.00630568861459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0.75"/>
          <c:min val="0"/>
        </c:scaling>
        <c:delete val="0"/>
        <c:axPos val="l"/>
        <c:majorGridlines>
          <c:spPr>
            <a:ln xmlns:a="http://schemas.openxmlformats.org/drawingml/2006/main" w="4763">
              <a:solidFill>
                <a:srgbClr val="EEEEEE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2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majorUnit val="1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33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U/t = 3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222222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scatterChart>
        <c:scatterStyle val="lineMarker"/>
        <c:varyColors val="0"/>
        <c:ser>
          <c:idx val="0"/>
          <c:order val="0"/>
          <c:tx>
            <c:v>charge</c:v>
          </c:tx>
          <c:spPr>
            <a:ln xmlns:a="http://schemas.openxmlformats.org/drawingml/2006/main" w="15240">
              <a:solidFill>
                <a:srgbClr val="C43C64"/>
              </a:solidFill>
              <a:prstDash val="solid"/>
            </a:ln>
          </c:spPr>
          <c:marker>
            <c:symbol val="none"/>
            <c:size val="5"/>
            <c:spPr>
              <a:solidFill xmlns:a="http://schemas.openxmlformats.org/drawingml/2006/main">
                <a:srgbClr val="C43C64"/>
              </a:solidFill>
            </c:spPr>
          </c:marker>
          <c:xVal>
            <c:numRef>
              <c:f>'Chart Data'!$A$2:$A$2002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Data'!$B$2:$B$2002</c:f>
              <c:numCache>
                <c:formatCode>0.0</c:formatCode>
                <c:ptCount val="2001"/>
                <c:pt idx="0">
                  <c:v>0.00310782112281</c:v>
                </c:pt>
                <c:pt idx="1">
                  <c:v>0.00311295458602</c:v>
                </c:pt>
                <c:pt idx="2">
                  <c:v>0.00311810114564</c:v>
                </c:pt>
                <c:pt idx="3">
                  <c:v>0.00312326084816</c:v>
                </c:pt>
                <c:pt idx="4">
                  <c:v>0.00312843374031</c:v>
                </c:pt>
                <c:pt idx="5">
                  <c:v>0.00313361986902</c:v>
                </c:pt>
                <c:pt idx="6">
                  <c:v>0.00313881928147</c:v>
                </c:pt>
                <c:pt idx="7">
                  <c:v>0.00314403202502</c:v>
                </c:pt>
                <c:pt idx="8">
                  <c:v>0.0031492581473</c:v>
                </c:pt>
                <c:pt idx="9">
                  <c:v>0.00315449769614</c:v>
                </c:pt>
                <c:pt idx="10">
                  <c:v>0.0031597507196</c:v>
                </c:pt>
                <c:pt idx="11">
                  <c:v>0.00316501726596</c:v>
                </c:pt>
                <c:pt idx="12">
                  <c:v>0.00317029738374</c:v>
                </c:pt>
                <c:pt idx="13">
                  <c:v>0.0031755911217</c:v>
                </c:pt>
                <c:pt idx="14">
                  <c:v>0.00318089852882</c:v>
                </c:pt>
                <c:pt idx="15">
                  <c:v>0.00318621965432</c:v>
                </c:pt>
                <c:pt idx="16">
                  <c:v>0.00319155454764</c:v>
                </c:pt>
                <c:pt idx="17">
                  <c:v>0.00319690325847</c:v>
                </c:pt>
                <c:pt idx="18">
                  <c:v>0.00320226583674</c:v>
                </c:pt>
                <c:pt idx="19">
                  <c:v>0.00320764233262</c:v>
                </c:pt>
                <c:pt idx="20">
                  <c:v>0.00321303279652</c:v>
                </c:pt>
                <c:pt idx="21">
                  <c:v>0.00321843727908</c:v>
                </c:pt>
                <c:pt idx="22">
                  <c:v>0.0032238558312</c:v>
                </c:pt>
                <c:pt idx="23">
                  <c:v>0.00322928850402</c:v>
                </c:pt>
                <c:pt idx="24">
                  <c:v>0.00323473534893</c:v>
                </c:pt>
                <c:pt idx="25">
                  <c:v>0.00324019641757</c:v>
                </c:pt>
                <c:pt idx="26">
                  <c:v>0.00324567176181</c:v>
                </c:pt>
                <c:pt idx="27">
                  <c:v>0.0032511614338</c:v>
                </c:pt>
                <c:pt idx="28">
                  <c:v>0.00325666548594</c:v>
                </c:pt>
                <c:pt idx="29">
                  <c:v>0.00326218397086</c:v>
                </c:pt>
                <c:pt idx="30">
                  <c:v>0.00326771694148</c:v>
                </c:pt>
                <c:pt idx="31">
                  <c:v>0.00327326445096</c:v>
                </c:pt>
                <c:pt idx="32">
                  <c:v>0.00327882655271</c:v>
                </c:pt>
                <c:pt idx="33">
                  <c:v>0.00328440330042</c:v>
                </c:pt>
                <c:pt idx="34">
                  <c:v>0.00328999474805</c:v>
                </c:pt>
                <c:pt idx="35">
                  <c:v>0.0032956009498</c:v>
                </c:pt>
                <c:pt idx="36">
                  <c:v>0.00330122196014</c:v>
                </c:pt>
                <c:pt idx="37">
                  <c:v>0.00330685783384</c:v>
                </c:pt>
                <c:pt idx="38">
                  <c:v>0.0033125086259</c:v>
                </c:pt>
                <c:pt idx="39">
                  <c:v>0.00331817439162</c:v>
                </c:pt>
                <c:pt idx="40">
                  <c:v>0.00332385518655</c:v>
                </c:pt>
                <c:pt idx="41">
                  <c:v>0.00332955106654</c:v>
                </c:pt>
                <c:pt idx="42">
                  <c:v>0.0033352620877</c:v>
                </c:pt>
                <c:pt idx="43">
                  <c:v>0.00334098830642</c:v>
                </c:pt>
                <c:pt idx="44">
                  <c:v>0.00334672977938</c:v>
                </c:pt>
                <c:pt idx="45">
                  <c:v>0.00335248656354</c:v>
                </c:pt>
                <c:pt idx="46">
                  <c:v>0.00335825871613</c:v>
                </c:pt>
                <c:pt idx="47">
                  <c:v>0.00336404629469</c:v>
                </c:pt>
                <c:pt idx="48">
                  <c:v>0.00336984935702</c:v>
                </c:pt>
                <c:pt idx="49">
                  <c:v>0.00337566796124</c:v>
                </c:pt>
                <c:pt idx="50">
                  <c:v>0.00338150216574</c:v>
                </c:pt>
                <c:pt idx="51">
                  <c:v>0.00338735202921</c:v>
                </c:pt>
                <c:pt idx="52">
                  <c:v>0.00339321761063</c:v>
                </c:pt>
                <c:pt idx="53">
                  <c:v>0.0033990989693</c:v>
                </c:pt>
                <c:pt idx="54">
                  <c:v>0.00340499616478</c:v>
                </c:pt>
                <c:pt idx="55">
                  <c:v>0.00341090925697</c:v>
                </c:pt>
                <c:pt idx="56">
                  <c:v>0.00341683830606</c:v>
                </c:pt>
                <c:pt idx="57">
                  <c:v>0.00342278337253</c:v>
                </c:pt>
                <c:pt idx="58">
                  <c:v>0.00342874451718</c:v>
                </c:pt>
                <c:pt idx="59">
                  <c:v>0.00343472180113</c:v>
                </c:pt>
                <c:pt idx="60">
                  <c:v>0.0034407152858</c:v>
                </c:pt>
                <c:pt idx="61">
                  <c:v>0.00344672503292</c:v>
                </c:pt>
                <c:pt idx="62">
                  <c:v>0.00345275110454</c:v>
                </c:pt>
                <c:pt idx="63">
                  <c:v>0.00345879356303</c:v>
                </c:pt>
                <c:pt idx="64">
                  <c:v>0.00346485247107</c:v>
                </c:pt>
                <c:pt idx="65">
                  <c:v>0.00347092789168</c:v>
                </c:pt>
                <c:pt idx="66">
                  <c:v>0.00347701988818</c:v>
                </c:pt>
                <c:pt idx="67">
                  <c:v>0.00348312852425</c:v>
                </c:pt>
                <c:pt idx="68">
                  <c:v>0.00348925386386</c:v>
                </c:pt>
                <c:pt idx="69">
                  <c:v>0.00349539597134</c:v>
                </c:pt>
                <c:pt idx="70">
                  <c:v>0.00350155491134</c:v>
                </c:pt>
                <c:pt idx="71">
                  <c:v>0.00350773074884</c:v>
                </c:pt>
                <c:pt idx="72">
                  <c:v>0.00351392354917</c:v>
                </c:pt>
                <c:pt idx="73">
                  <c:v>0.00352013337799</c:v>
                </c:pt>
                <c:pt idx="74">
                  <c:v>0.00352636030132</c:v>
                </c:pt>
                <c:pt idx="75">
                  <c:v>0.00353260438549</c:v>
                </c:pt>
                <c:pt idx="76">
                  <c:v>0.00353886569721</c:v>
                </c:pt>
                <c:pt idx="77">
                  <c:v>0.00354514430352</c:v>
                </c:pt>
                <c:pt idx="78">
                  <c:v>0.00355144027183</c:v>
                </c:pt>
                <c:pt idx="79">
                  <c:v>0.00355775366987</c:v>
                </c:pt>
                <c:pt idx="80">
                  <c:v>0.00356408456577</c:v>
                </c:pt>
                <c:pt idx="81">
                  <c:v>0.00357043302798</c:v>
                </c:pt>
                <c:pt idx="82">
                  <c:v>0.00357679912533</c:v>
                </c:pt>
                <c:pt idx="83">
                  <c:v>0.00358318292702</c:v>
                </c:pt>
                <c:pt idx="84">
                  <c:v>0.0035895845026</c:v>
                </c:pt>
                <c:pt idx="85">
                  <c:v>0.003596003922</c:v>
                </c:pt>
                <c:pt idx="86">
                  <c:v>0.00360244125551</c:v>
                </c:pt>
                <c:pt idx="87">
                  <c:v>0.00360889657381</c:v>
                </c:pt>
                <c:pt idx="88">
                  <c:v>0.00361536994794</c:v>
                </c:pt>
                <c:pt idx="89">
                  <c:v>0.00362186144933</c:v>
                </c:pt>
                <c:pt idx="90">
                  <c:v>0.00362837114979</c:v>
                </c:pt>
                <c:pt idx="91">
                  <c:v>0.00363489912151</c:v>
                </c:pt>
                <c:pt idx="92">
                  <c:v>0.00364144543707</c:v>
                </c:pt>
                <c:pt idx="93">
                  <c:v>0.00364801016944</c:v>
                </c:pt>
                <c:pt idx="94">
                  <c:v>0.00365459339198</c:v>
                </c:pt>
                <c:pt idx="95">
                  <c:v>0.00366119517845</c:v>
                </c:pt>
                <c:pt idx="96">
                  <c:v>0.00366781560301</c:v>
                </c:pt>
                <c:pt idx="97">
                  <c:v>0.0036744547402</c:v>
                </c:pt>
                <c:pt idx="98">
                  <c:v>0.00368111266499</c:v>
                </c:pt>
                <c:pt idx="99">
                  <c:v>0.00368778945276</c:v>
                </c:pt>
                <c:pt idx="100">
                  <c:v>0.00369448517926</c:v>
                </c:pt>
                <c:pt idx="101">
                  <c:v>0.0037011999207</c:v>
                </c:pt>
                <c:pt idx="102">
                  <c:v>0.00370793375367</c:v>
                </c:pt>
                <c:pt idx="103">
                  <c:v>0.0037146867552</c:v>
                </c:pt>
                <c:pt idx="104">
                  <c:v>0.00372145900273</c:v>
                </c:pt>
                <c:pt idx="105">
                  <c:v>0.00372825057412</c:v>
                </c:pt>
                <c:pt idx="106">
                  <c:v>0.00373506154769</c:v>
                </c:pt>
                <c:pt idx="107">
                  <c:v>0.00374189200214</c:v>
                </c:pt>
                <c:pt idx="108">
                  <c:v>0.00374874201664</c:v>
                </c:pt>
                <c:pt idx="109">
                  <c:v>0.00375561167078</c:v>
                </c:pt>
                <c:pt idx="110">
                  <c:v>0.0037625010446</c:v>
                </c:pt>
                <c:pt idx="111">
                  <c:v>0.00376941021859</c:v>
                </c:pt>
                <c:pt idx="112">
                  <c:v>0.00377633927366</c:v>
                </c:pt>
                <c:pt idx="113">
                  <c:v>0.00378328829118</c:v>
                </c:pt>
                <c:pt idx="114">
                  <c:v>0.003790257353</c:v>
                </c:pt>
                <c:pt idx="115">
                  <c:v>0.00379724654138</c:v>
                </c:pt>
                <c:pt idx="116">
                  <c:v>0.00380425593908</c:v>
                </c:pt>
                <c:pt idx="117">
                  <c:v>0.0038112856293</c:v>
                </c:pt>
                <c:pt idx="118">
                  <c:v>0.00381833569572</c:v>
                </c:pt>
                <c:pt idx="119">
                  <c:v>0.00382540622247</c:v>
                </c:pt>
                <c:pt idx="120">
                  <c:v>0.00383249729416</c:v>
                </c:pt>
                <c:pt idx="121">
                  <c:v>0.00383960899591</c:v>
                </c:pt>
                <c:pt idx="122">
                  <c:v>0.00384674141326</c:v>
                </c:pt>
                <c:pt idx="123">
                  <c:v>0.00385389463229</c:v>
                </c:pt>
                <c:pt idx="124">
                  <c:v>0.00386106873953</c:v>
                </c:pt>
                <c:pt idx="125">
                  <c:v>0.00386826382202</c:v>
                </c:pt>
                <c:pt idx="126">
                  <c:v>0.00387547996729</c:v>
                </c:pt>
                <c:pt idx="127">
                  <c:v>0.00388271726336</c:v>
                </c:pt>
                <c:pt idx="128">
                  <c:v>0.00388997579877</c:v>
                </c:pt>
                <c:pt idx="129">
                  <c:v>0.00389725566256</c:v>
                </c:pt>
                <c:pt idx="130">
                  <c:v>0.00390455694426</c:v>
                </c:pt>
                <c:pt idx="131">
                  <c:v>0.00391187973393</c:v>
                </c:pt>
                <c:pt idx="132">
                  <c:v>0.00391922412216</c:v>
                </c:pt>
                <c:pt idx="133">
                  <c:v>0.00392659020004</c:v>
                </c:pt>
                <c:pt idx="134">
                  <c:v>0.0039339780592</c:v>
                </c:pt>
                <c:pt idx="135">
                  <c:v>0.00394138779178</c:v>
                </c:pt>
                <c:pt idx="136">
                  <c:v>0.00394881949047</c:v>
                </c:pt>
                <c:pt idx="137">
                  <c:v>0.0039562732485</c:v>
                </c:pt>
                <c:pt idx="138">
                  <c:v>0.00396374915964</c:v>
                </c:pt>
                <c:pt idx="139">
                  <c:v>0.00397124731818</c:v>
                </c:pt>
                <c:pt idx="140">
                  <c:v>0.00397876781901</c:v>
                </c:pt>
                <c:pt idx="141">
                  <c:v>0.00398631075752</c:v>
                </c:pt>
                <c:pt idx="142">
                  <c:v>0.00399387622969</c:v>
                </c:pt>
                <c:pt idx="143">
                  <c:v>0.00400146433206</c:v>
                </c:pt>
                <c:pt idx="144">
                  <c:v>0.00400907516173</c:v>
                </c:pt>
                <c:pt idx="145">
                  <c:v>0.00401670881639</c:v>
                </c:pt>
                <c:pt idx="146">
                  <c:v>0.00402436539427</c:v>
                </c:pt>
                <c:pt idx="147">
                  <c:v>0.00403204499421</c:v>
                </c:pt>
                <c:pt idx="148">
                  <c:v>0.00403974771563</c:v>
                </c:pt>
                <c:pt idx="149">
                  <c:v>0.00404747365853</c:v>
                </c:pt>
                <c:pt idx="150">
                  <c:v>0.00405522292351</c:v>
                </c:pt>
                <c:pt idx="151">
                  <c:v>0.00406299561177</c:v>
                </c:pt>
                <c:pt idx="152">
                  <c:v>0.00407079182513</c:v>
                </c:pt>
                <c:pt idx="153">
                  <c:v>0.00407861166597</c:v>
                </c:pt>
                <c:pt idx="154">
                  <c:v>0.00408645523734</c:v>
                </c:pt>
                <c:pt idx="155">
                  <c:v>0.00409432264288</c:v>
                </c:pt>
                <c:pt idx="156">
                  <c:v>0.00410221398684</c:v>
                </c:pt>
                <c:pt idx="157">
                  <c:v>0.00411012937412</c:v>
                </c:pt>
                <c:pt idx="158">
                  <c:v>0.00411806891026</c:v>
                </c:pt>
                <c:pt idx="159">
                  <c:v>0.0041260327014</c:v>
                </c:pt>
                <c:pt idx="160">
                  <c:v>0.00413402085437</c:v>
                </c:pt>
                <c:pt idx="161">
                  <c:v>0.00414203347662</c:v>
                </c:pt>
                <c:pt idx="162">
                  <c:v>0.00415007067625</c:v>
                </c:pt>
                <c:pt idx="163">
                  <c:v>0.00415813256204</c:v>
                </c:pt>
                <c:pt idx="164">
                  <c:v>0.00416621924341</c:v>
                </c:pt>
                <c:pt idx="165">
                  <c:v>0.00417433083047</c:v>
                </c:pt>
                <c:pt idx="166">
                  <c:v>0.00418246743399</c:v>
                </c:pt>
                <c:pt idx="167">
                  <c:v>0.00419062916544</c:v>
                </c:pt>
                <c:pt idx="168">
                  <c:v>0.00419881613695</c:v>
                </c:pt>
                <c:pt idx="169">
                  <c:v>0.00420702846136</c:v>
                </c:pt>
                <c:pt idx="170">
                  <c:v>0.00421526625221</c:v>
                </c:pt>
                <c:pt idx="171">
                  <c:v>0.00422352962371</c:v>
                </c:pt>
                <c:pt idx="172">
                  <c:v>0.00423181869083</c:v>
                </c:pt>
                <c:pt idx="173">
                  <c:v>0.00424013356921</c:v>
                </c:pt>
                <c:pt idx="174">
                  <c:v>0.00424847437523</c:v>
                </c:pt>
                <c:pt idx="175">
                  <c:v>0.00425684122601</c:v>
                </c:pt>
                <c:pt idx="176">
                  <c:v>0.00426523423937</c:v>
                </c:pt>
                <c:pt idx="177">
                  <c:v>0.00427365353389</c:v>
                </c:pt>
                <c:pt idx="178">
                  <c:v>0.00428209922889</c:v>
                </c:pt>
                <c:pt idx="179">
                  <c:v>0.00429057144445</c:v>
                </c:pt>
                <c:pt idx="180">
                  <c:v>0.00429907030138</c:v>
                </c:pt>
                <c:pt idx="181">
                  <c:v>0.00430759592129</c:v>
                </c:pt>
                <c:pt idx="182">
                  <c:v>0.00431614842653</c:v>
                </c:pt>
                <c:pt idx="183">
                  <c:v>0.00432472794024</c:v>
                </c:pt>
                <c:pt idx="184">
                  <c:v>0.00433333458635</c:v>
                </c:pt>
                <c:pt idx="185">
                  <c:v>0.00434196848955</c:v>
                </c:pt>
                <c:pt idx="186">
                  <c:v>0.00435062977537</c:v>
                </c:pt>
                <c:pt idx="187">
                  <c:v>0.0043593185701</c:v>
                </c:pt>
                <c:pt idx="188">
                  <c:v>0.00436803500088</c:v>
                </c:pt>
                <c:pt idx="189">
                  <c:v>0.00437677919562</c:v>
                </c:pt>
                <c:pt idx="190">
                  <c:v>0.0043855512831</c:v>
                </c:pt>
                <c:pt idx="191">
                  <c:v>0.00439435139291</c:v>
                </c:pt>
                <c:pt idx="192">
                  <c:v>0.00440317965547</c:v>
                </c:pt>
                <c:pt idx="193">
                  <c:v>0.00441203620205</c:v>
                </c:pt>
                <c:pt idx="194">
                  <c:v>0.00442092116479</c:v>
                </c:pt>
                <c:pt idx="195">
                  <c:v>0.00442983467666</c:v>
                </c:pt>
                <c:pt idx="196">
                  <c:v>0.00443877687153</c:v>
                </c:pt>
                <c:pt idx="197">
                  <c:v>0.00444774788412</c:v>
                </c:pt>
                <c:pt idx="198">
                  <c:v>0.00445674785003</c:v>
                </c:pt>
                <c:pt idx="199">
                  <c:v>0.00446577690578</c:v>
                </c:pt>
                <c:pt idx="200">
                  <c:v>0.00447483518875</c:v>
                </c:pt>
                <c:pt idx="201">
                  <c:v>0.00448392283726</c:v>
                </c:pt>
                <c:pt idx="202">
                  <c:v>0.00449303999051</c:v>
                </c:pt>
                <c:pt idx="203">
                  <c:v>0.00450218678866</c:v>
                </c:pt>
                <c:pt idx="204">
                  <c:v>0.00451136337276</c:v>
                </c:pt>
                <c:pt idx="205">
                  <c:v>0.00452056988482</c:v>
                </c:pt>
                <c:pt idx="206">
                  <c:v>0.00452980646781</c:v>
                </c:pt>
                <c:pt idx="207">
                  <c:v>0.00453907326562</c:v>
                </c:pt>
                <c:pt idx="208">
                  <c:v>0.00454837042312</c:v>
                </c:pt>
                <c:pt idx="209">
                  <c:v>0.00455769808617</c:v>
                </c:pt>
                <c:pt idx="210">
                  <c:v>0.00456705640158</c:v>
                </c:pt>
                <c:pt idx="211">
                  <c:v>0.00457644551718</c:v>
                </c:pt>
                <c:pt idx="212">
                  <c:v>0.00458586558176</c:v>
                </c:pt>
                <c:pt idx="213">
                  <c:v>0.00459531674515</c:v>
                </c:pt>
                <c:pt idx="214">
                  <c:v>0.00460479915818</c:v>
                </c:pt>
                <c:pt idx="215">
                  <c:v>0.00461431297271</c:v>
                </c:pt>
                <c:pt idx="216">
                  <c:v>0.00462385834165</c:v>
                </c:pt>
                <c:pt idx="217">
                  <c:v>0.00463343541892</c:v>
                </c:pt>
                <c:pt idx="218">
                  <c:v>0.00464304435953</c:v>
                </c:pt>
                <c:pt idx="219">
                  <c:v>0.00465268531952</c:v>
                </c:pt>
                <c:pt idx="220">
                  <c:v>0.00466235845603</c:v>
                </c:pt>
                <c:pt idx="221">
                  <c:v>0.00467206392727</c:v>
                </c:pt>
                <c:pt idx="222">
                  <c:v>0.00468180189255</c:v>
                </c:pt>
                <c:pt idx="223">
                  <c:v>0.00469157251226</c:v>
                </c:pt>
                <c:pt idx="224">
                  <c:v>0.00470137594795</c:v>
                </c:pt>
                <c:pt idx="225">
                  <c:v>0.00471121236224</c:v>
                </c:pt>
                <c:pt idx="226">
                  <c:v>0.00472108191893</c:v>
                </c:pt>
                <c:pt idx="227">
                  <c:v>0.00473098478292</c:v>
                </c:pt>
                <c:pt idx="228">
                  <c:v>0.0047409211203</c:v>
                </c:pt>
                <c:pt idx="229">
                  <c:v>0.00475089109832</c:v>
                </c:pt>
                <c:pt idx="230">
                  <c:v>0.00476089488538</c:v>
                </c:pt>
                <c:pt idx="231">
                  <c:v>0.00477093265111</c:v>
                </c:pt>
                <c:pt idx="232">
                  <c:v>0.00478100456631</c:v>
                </c:pt>
                <c:pt idx="233">
                  <c:v>0.004791110803</c:v>
                </c:pt>
                <c:pt idx="234">
                  <c:v>0.00480125153441</c:v>
                </c:pt>
                <c:pt idx="235">
                  <c:v>0.00481142693502</c:v>
                </c:pt>
                <c:pt idx="236">
                  <c:v>0.00482163718054</c:v>
                </c:pt>
                <c:pt idx="237">
                  <c:v>0.00483188244796</c:v>
                </c:pt>
                <c:pt idx="238">
                  <c:v>0.0048421629155</c:v>
                </c:pt>
                <c:pt idx="239">
                  <c:v>0.00485247876271</c:v>
                </c:pt>
                <c:pt idx="240">
                  <c:v>0.00486283017039</c:v>
                </c:pt>
                <c:pt idx="241">
                  <c:v>0.00487321732067</c:v>
                </c:pt>
                <c:pt idx="242">
                  <c:v>0.00488364039699</c:v>
                </c:pt>
                <c:pt idx="243">
                  <c:v>0.00489409958412</c:v>
                </c:pt>
                <c:pt idx="244">
                  <c:v>0.00490459506818</c:v>
                </c:pt>
                <c:pt idx="245">
                  <c:v>0.00491512703664</c:v>
                </c:pt>
                <c:pt idx="246">
                  <c:v>0.00492569567835</c:v>
                </c:pt>
                <c:pt idx="247">
                  <c:v>0.00493630118353</c:v>
                </c:pt>
                <c:pt idx="248">
                  <c:v>0.00494694374381</c:v>
                </c:pt>
                <c:pt idx="249">
                  <c:v>0.00495762355222</c:v>
                </c:pt>
                <c:pt idx="250">
                  <c:v>0.00496834080321</c:v>
                </c:pt>
                <c:pt idx="251">
                  <c:v>0.0049790956927</c:v>
                </c:pt>
                <c:pt idx="252">
                  <c:v>0.00498988841802</c:v>
                </c:pt>
                <c:pt idx="253">
                  <c:v>0.005000719178</c:v>
                </c:pt>
                <c:pt idx="254">
                  <c:v>0.00501158817293</c:v>
                </c:pt>
                <c:pt idx="255">
                  <c:v>0.00502249560462</c:v>
                </c:pt>
                <c:pt idx="256">
                  <c:v>0.00503344167636</c:v>
                </c:pt>
                <c:pt idx="257">
                  <c:v>0.00504442659299</c:v>
                </c:pt>
                <c:pt idx="258">
                  <c:v>0.00505545056089</c:v>
                </c:pt>
                <c:pt idx="259">
                  <c:v>0.00506651378798</c:v>
                </c:pt>
                <c:pt idx="260">
                  <c:v>0.00507761648377</c:v>
                </c:pt>
                <c:pt idx="261">
                  <c:v>0.00508875885936</c:v>
                </c:pt>
                <c:pt idx="262">
                  <c:v>0.00509994112745</c:v>
                </c:pt>
                <c:pt idx="263">
                  <c:v>0.00511116350234</c:v>
                </c:pt>
                <c:pt idx="264">
                  <c:v>0.00512242620001</c:v>
                </c:pt>
                <c:pt idx="265">
                  <c:v>0.00513372943805</c:v>
                </c:pt>
                <c:pt idx="266">
                  <c:v>0.00514507343575</c:v>
                </c:pt>
                <c:pt idx="267">
                  <c:v>0.00515645841408</c:v>
                </c:pt>
                <c:pt idx="268">
                  <c:v>0.00516788459572</c:v>
                </c:pt>
                <c:pt idx="269">
                  <c:v>0.00517935220505</c:v>
                </c:pt>
                <c:pt idx="270">
                  <c:v>0.00519086146823</c:v>
                </c:pt>
                <c:pt idx="271">
                  <c:v>0.00520241261314</c:v>
                </c:pt>
                <c:pt idx="272">
                  <c:v>0.00521400586946</c:v>
                </c:pt>
                <c:pt idx="273">
                  <c:v>0.00522564146865</c:v>
                </c:pt>
                <c:pt idx="274">
                  <c:v>0.00523731964401</c:v>
                </c:pt>
                <c:pt idx="275">
                  <c:v>0.00524904063065</c:v>
                </c:pt>
                <c:pt idx="276">
                  <c:v>0.00526080466552</c:v>
                </c:pt>
                <c:pt idx="277">
                  <c:v>0.00527261198748</c:v>
                </c:pt>
                <c:pt idx="278">
                  <c:v>0.00528446283725</c:v>
                </c:pt>
                <c:pt idx="279">
                  <c:v>0.00529635745747</c:v>
                </c:pt>
                <c:pt idx="280">
                  <c:v>0.00530829609271</c:v>
                </c:pt>
                <c:pt idx="281">
                  <c:v>0.0053202789895</c:v>
                </c:pt>
                <c:pt idx="282">
                  <c:v>0.00533230639632</c:v>
                </c:pt>
                <c:pt idx="283">
                  <c:v>0.00534437856368</c:v>
                </c:pt>
                <c:pt idx="284">
                  <c:v>0.00535649574407</c:v>
                </c:pt>
                <c:pt idx="285">
                  <c:v>0.00536865819203</c:v>
                </c:pt>
                <c:pt idx="286">
                  <c:v>0.00538086616416</c:v>
                </c:pt>
                <c:pt idx="287">
                  <c:v>0.00539311991914</c:v>
                </c:pt>
                <c:pt idx="288">
                  <c:v>0.00540541971773</c:v>
                </c:pt>
                <c:pt idx="289">
                  <c:v>0.00541776582285</c:v>
                </c:pt>
                <c:pt idx="290">
                  <c:v>0.00543015849955</c:v>
                </c:pt>
                <c:pt idx="291">
                  <c:v>0.00544259801505</c:v>
                </c:pt>
                <c:pt idx="292">
                  <c:v>0.00545508463876</c:v>
                </c:pt>
                <c:pt idx="293">
                  <c:v>0.00546761864233</c:v>
                </c:pt>
                <c:pt idx="294">
                  <c:v>0.00548020029963</c:v>
                </c:pt>
                <c:pt idx="295">
                  <c:v>0.0054928298868</c:v>
                </c:pt>
                <c:pt idx="296">
                  <c:v>0.00550550768229</c:v>
                </c:pt>
                <c:pt idx="297">
                  <c:v>0.00551823396685</c:v>
                </c:pt>
                <c:pt idx="298">
                  <c:v>0.00553100902357</c:v>
                </c:pt>
                <c:pt idx="299">
                  <c:v>0.00554383313793</c:v>
                </c:pt>
                <c:pt idx="300">
                  <c:v>0.0055567065978</c:v>
                </c:pt>
                <c:pt idx="301">
                  <c:v>0.00556962969344</c:v>
                </c:pt>
                <c:pt idx="302">
                  <c:v>0.0055826027176</c:v>
                </c:pt>
                <c:pt idx="303">
                  <c:v>0.00559562596549</c:v>
                </c:pt>
                <c:pt idx="304">
                  <c:v>0.00560869973482</c:v>
                </c:pt>
                <c:pt idx="305">
                  <c:v>0.00562182432582</c:v>
                </c:pt>
                <c:pt idx="306">
                  <c:v>0.00563500004132</c:v>
                </c:pt>
                <c:pt idx="307">
                  <c:v>0.0056482271867</c:v>
                </c:pt>
                <c:pt idx="308">
                  <c:v>0.00566150606996</c:v>
                </c:pt>
                <c:pt idx="309">
                  <c:v>0.00567483700179</c:v>
                </c:pt>
                <c:pt idx="310">
                  <c:v>0.0056882202955</c:v>
                </c:pt>
                <c:pt idx="311">
                  <c:v>0.00570165626715</c:v>
                </c:pt>
                <c:pt idx="312">
                  <c:v>0.00571514523553</c:v>
                </c:pt>
                <c:pt idx="313">
                  <c:v>0.00572868752218</c:v>
                </c:pt>
                <c:pt idx="314">
                  <c:v>0.00574228345147</c:v>
                </c:pt>
                <c:pt idx="315">
                  <c:v>0.0057559333506</c:v>
                </c:pt>
                <c:pt idx="316">
                  <c:v>0.00576963754961</c:v>
                </c:pt>
                <c:pt idx="317">
                  <c:v>0.00578339638148</c:v>
                </c:pt>
                <c:pt idx="318">
                  <c:v>0.00579721018209</c:v>
                </c:pt>
                <c:pt idx="319">
                  <c:v>0.00581107929031</c:v>
                </c:pt>
                <c:pt idx="320">
                  <c:v>0.005825004048</c:v>
                </c:pt>
                <c:pt idx="321">
                  <c:v>0.00583898480006</c:v>
                </c:pt>
                <c:pt idx="322">
                  <c:v>0.00585302189447</c:v>
                </c:pt>
                <c:pt idx="323">
                  <c:v>0.00586711568231</c:v>
                </c:pt>
                <c:pt idx="324">
                  <c:v>0.00588126651781</c:v>
                </c:pt>
                <c:pt idx="325">
                  <c:v>0.00589547475838</c:v>
                </c:pt>
                <c:pt idx="326">
                  <c:v>0.00590974076464</c:v>
                </c:pt>
                <c:pt idx="327">
                  <c:v>0.00592406490048</c:v>
                </c:pt>
                <c:pt idx="328">
                  <c:v>0.00593844753309</c:v>
                </c:pt>
                <c:pt idx="329">
                  <c:v>0.00595288903298</c:v>
                </c:pt>
                <c:pt idx="330">
                  <c:v>0.00596738977405</c:v>
                </c:pt>
                <c:pt idx="331">
                  <c:v>0.0059819501336</c:v>
                </c:pt>
                <c:pt idx="332">
                  <c:v>0.0059965704924</c:v>
                </c:pt>
                <c:pt idx="333">
                  <c:v>0.00601125123471</c:v>
                </c:pt>
                <c:pt idx="334">
                  <c:v>0.00602599274832</c:v>
                </c:pt>
                <c:pt idx="335">
                  <c:v>0.00604079542463</c:v>
                </c:pt>
                <c:pt idx="336">
                  <c:v>0.00605565965864</c:v>
                </c:pt>
                <c:pt idx="337">
                  <c:v>0.00607058584903</c:v>
                </c:pt>
                <c:pt idx="338">
                  <c:v>0.00608557439818</c:v>
                </c:pt>
                <c:pt idx="339">
                  <c:v>0.00610062571224</c:v>
                </c:pt>
                <c:pt idx="340">
                  <c:v>0.00611574020117</c:v>
                </c:pt>
                <c:pt idx="341">
                  <c:v>0.00613091827876</c:v>
                </c:pt>
                <c:pt idx="342">
                  <c:v>0.00614616036273</c:v>
                </c:pt>
                <c:pt idx="343">
                  <c:v>0.0061614668747</c:v>
                </c:pt>
                <c:pt idx="344">
                  <c:v>0.00617683824033</c:v>
                </c:pt>
                <c:pt idx="345">
                  <c:v>0.00619227488929</c:v>
                </c:pt>
                <c:pt idx="346">
                  <c:v>0.00620777725535</c:v>
                </c:pt>
                <c:pt idx="347">
                  <c:v>0.00622334577645</c:v>
                </c:pt>
                <c:pt idx="348">
                  <c:v>0.00623898089468</c:v>
                </c:pt>
                <c:pt idx="349">
                  <c:v>0.00625468305641</c:v>
                </c:pt>
                <c:pt idx="350">
                  <c:v>0.0062704527123</c:v>
                </c:pt>
                <c:pt idx="351">
                  <c:v>0.00628629031736</c:v>
                </c:pt>
                <c:pt idx="352">
                  <c:v>0.006302196331</c:v>
                </c:pt>
                <c:pt idx="353">
                  <c:v>0.00631817121712</c:v>
                </c:pt>
                <c:pt idx="354">
                  <c:v>0.00633421544411</c:v>
                </c:pt>
                <c:pt idx="355">
                  <c:v>0.00635032948494</c:v>
                </c:pt>
                <c:pt idx="356">
                  <c:v>0.00636651381723</c:v>
                </c:pt>
                <c:pt idx="357">
                  <c:v>0.00638276892328</c:v>
                </c:pt>
                <c:pt idx="358">
                  <c:v>0.00639909529014</c:v>
                </c:pt>
                <c:pt idx="359">
                  <c:v>0.00641549340967</c:v>
                </c:pt>
                <c:pt idx="360">
                  <c:v>0.00643196377862</c:v>
                </c:pt>
                <c:pt idx="361">
                  <c:v>0.00644850689864</c:v>
                </c:pt>
                <c:pt idx="362">
                  <c:v>0.00646512327641</c:v>
                </c:pt>
                <c:pt idx="363">
                  <c:v>0.00648181342365</c:v>
                </c:pt>
                <c:pt idx="364">
                  <c:v>0.00649857785723</c:v>
                </c:pt>
                <c:pt idx="365">
                  <c:v>0.00651541709918</c:v>
                </c:pt>
                <c:pt idx="366">
                  <c:v>0.00653233167681</c:v>
                </c:pt>
                <c:pt idx="367">
                  <c:v>0.00654932212276</c:v>
                </c:pt>
                <c:pt idx="368">
                  <c:v>0.00656638897505</c:v>
                </c:pt>
                <c:pt idx="369">
                  <c:v>0.00658353277717</c:v>
                </c:pt>
                <c:pt idx="370">
                  <c:v>0.00660075407815</c:v>
                </c:pt>
                <c:pt idx="371">
                  <c:v>0.00661805343263</c:v>
                </c:pt>
                <c:pt idx="372">
                  <c:v>0.00663543140092</c:v>
                </c:pt>
                <c:pt idx="373">
                  <c:v>0.00665288854909</c:v>
                </c:pt>
                <c:pt idx="374">
                  <c:v>0.00667042544904</c:v>
                </c:pt>
                <c:pt idx="375">
                  <c:v>0.00668804267858</c:v>
                </c:pt>
                <c:pt idx="376">
                  <c:v>0.0067057408215</c:v>
                </c:pt>
                <c:pt idx="377">
                  <c:v>0.00672352046765</c:v>
                </c:pt>
                <c:pt idx="378">
                  <c:v>0.00674138221302</c:v>
                </c:pt>
                <c:pt idx="379">
                  <c:v>0.00675932665983</c:v>
                </c:pt>
                <c:pt idx="380">
                  <c:v>0.0067773544166</c:v>
                </c:pt>
                <c:pt idx="381">
                  <c:v>0.00679546609824</c:v>
                </c:pt>
                <c:pt idx="382">
                  <c:v>0.00681366232614</c:v>
                </c:pt>
                <c:pt idx="383">
                  <c:v>0.00683194372823</c:v>
                </c:pt>
                <c:pt idx="384">
                  <c:v>0.0068503109391</c:v>
                </c:pt>
                <c:pt idx="385">
                  <c:v>0.00686876460007</c:v>
                </c:pt>
                <c:pt idx="386">
                  <c:v>0.00688730535929</c:v>
                </c:pt>
                <c:pt idx="387">
                  <c:v>0.00690593387182</c:v>
                </c:pt>
                <c:pt idx="388">
                  <c:v>0.00692465079972</c:v>
                </c:pt>
                <c:pt idx="389">
                  <c:v>0.00694345681217</c:v>
                </c:pt>
                <c:pt idx="390">
                  <c:v>0.00696235258553</c:v>
                </c:pt>
                <c:pt idx="391">
                  <c:v>0.00698133880346</c:v>
                </c:pt>
                <c:pt idx="392">
                  <c:v>0.00700041615702</c:v>
                </c:pt>
                <c:pt idx="393">
                  <c:v>0.00701958534474</c:v>
                </c:pt>
                <c:pt idx="394">
                  <c:v>0.00703884707277</c:v>
                </c:pt>
                <c:pt idx="395">
                  <c:v>0.00705820205494</c:v>
                </c:pt>
                <c:pt idx="396">
                  <c:v>0.00707765101286</c:v>
                </c:pt>
                <c:pt idx="397">
                  <c:v>0.00709719467609</c:v>
                </c:pt>
                <c:pt idx="398">
                  <c:v>0.00711683378216</c:v>
                </c:pt>
                <c:pt idx="399">
                  <c:v>0.00713656907674</c:v>
                </c:pt>
                <c:pt idx="400">
                  <c:v>0.00715640131373</c:v>
                </c:pt>
                <c:pt idx="401">
                  <c:v>0.00717633125538</c:v>
                </c:pt>
                <c:pt idx="402">
                  <c:v>0.00719635967237</c:v>
                </c:pt>
                <c:pt idx="403">
                  <c:v>0.00721648734398</c:v>
                </c:pt>
                <c:pt idx="404">
                  <c:v>0.00723671505818</c:v>
                </c:pt>
                <c:pt idx="405">
                  <c:v>0.00725704361172</c:v>
                </c:pt>
                <c:pt idx="406">
                  <c:v>0.00727747381032</c:v>
                </c:pt>
                <c:pt idx="407">
                  <c:v>0.00729800646871</c:v>
                </c:pt>
                <c:pt idx="408">
                  <c:v>0.00731864241082</c:v>
                </c:pt>
                <c:pt idx="409">
                  <c:v>0.00733938246987</c:v>
                </c:pt>
                <c:pt idx="410">
                  <c:v>0.00736022748852</c:v>
                </c:pt>
                <c:pt idx="411">
                  <c:v>0.00738117831899</c:v>
                </c:pt>
                <c:pt idx="412">
                  <c:v>0.00740223582316</c:v>
                </c:pt>
                <c:pt idx="413">
                  <c:v>0.00742340087278</c:v>
                </c:pt>
                <c:pt idx="414">
                  <c:v>0.00744467434952</c:v>
                </c:pt>
                <c:pt idx="415">
                  <c:v>0.00746605714516</c:v>
                </c:pt>
                <c:pt idx="416">
                  <c:v>0.00748755016173</c:v>
                </c:pt>
                <c:pt idx="417">
                  <c:v>0.00750915431161</c:v>
                </c:pt>
                <c:pt idx="418">
                  <c:v>0.00753087051771</c:v>
                </c:pt>
                <c:pt idx="419">
                  <c:v>0.00755269971361</c:v>
                </c:pt>
                <c:pt idx="420">
                  <c:v>0.0075746428437</c:v>
                </c:pt>
                <c:pt idx="421">
                  <c:v>0.00759670086332</c:v>
                </c:pt>
                <c:pt idx="422">
                  <c:v>0.00761887473895</c:v>
                </c:pt>
                <c:pt idx="423">
                  <c:v>0.0076411654483</c:v>
                </c:pt>
                <c:pt idx="424">
                  <c:v>0.00766357398054</c:v>
                </c:pt>
                <c:pt idx="425">
                  <c:v>0.00768610133639</c:v>
                </c:pt>
                <c:pt idx="426">
                  <c:v>0.00770874852831</c:v>
                </c:pt>
                <c:pt idx="427">
                  <c:v>0.00773151658069</c:v>
                </c:pt>
                <c:pt idx="428">
                  <c:v>0.00775440652996</c:v>
                </c:pt>
                <c:pt idx="429">
                  <c:v>0.0077774194248</c:v>
                </c:pt>
                <c:pt idx="430">
                  <c:v>0.00780055632627</c:v>
                </c:pt>
                <c:pt idx="431">
                  <c:v>0.00782381830803</c:v>
                </c:pt>
                <c:pt idx="432">
                  <c:v>0.00784720645646</c:v>
                </c:pt>
                <c:pt idx="433">
                  <c:v>0.00787072187088</c:v>
                </c:pt>
                <c:pt idx="434">
                  <c:v>0.0078943656637</c:v>
                </c:pt>
                <c:pt idx="435">
                  <c:v>0.00791813896062</c:v>
                </c:pt>
                <c:pt idx="436">
                  <c:v>0.00794204290079</c:v>
                </c:pt>
                <c:pt idx="437">
                  <c:v>0.00796607863701</c:v>
                </c:pt>
                <c:pt idx="438">
                  <c:v>0.00799024733592</c:v>
                </c:pt>
                <c:pt idx="439">
                  <c:v>0.00801455017818</c:v>
                </c:pt>
                <c:pt idx="440">
                  <c:v>0.00803898835866</c:v>
                </c:pt>
                <c:pt idx="441">
                  <c:v>0.00806356308664</c:v>
                </c:pt>
                <c:pt idx="442">
                  <c:v>0.00808827558602</c:v>
                </c:pt>
                <c:pt idx="443">
                  <c:v>0.00811312709548</c:v>
                </c:pt>
                <c:pt idx="444">
                  <c:v>0.00813811886872</c:v>
                </c:pt>
                <c:pt idx="445">
                  <c:v>0.00816325217466</c:v>
                </c:pt>
                <c:pt idx="446">
                  <c:v>0.00818852829761</c:v>
                </c:pt>
                <c:pt idx="447">
                  <c:v>0.00821394853751</c:v>
                </c:pt>
                <c:pt idx="448">
                  <c:v>0.00823951421015</c:v>
                </c:pt>
                <c:pt idx="449">
                  <c:v>0.00826522664733</c:v>
                </c:pt>
                <c:pt idx="450">
                  <c:v>0.00829108719715</c:v>
                </c:pt>
                <c:pt idx="451">
                  <c:v>0.00831709722416</c:v>
                </c:pt>
                <c:pt idx="452">
                  <c:v>0.00834325810961</c:v>
                </c:pt>
                <c:pt idx="453">
                  <c:v>0.00836957125168</c:v>
                </c:pt>
                <c:pt idx="454">
                  <c:v>0.00839603806567</c:v>
                </c:pt>
                <c:pt idx="455">
                  <c:v>0.00842265998426</c:v>
                </c:pt>
                <c:pt idx="456">
                  <c:v>0.00844943845773</c:v>
                </c:pt>
                <c:pt idx="457">
                  <c:v>0.00847637495417</c:v>
                </c:pt>
                <c:pt idx="458">
                  <c:v>0.00850347095973</c:v>
                </c:pt>
                <c:pt idx="459">
                  <c:v>0.00853072797886</c:v>
                </c:pt>
                <c:pt idx="460">
                  <c:v>0.00855814753452</c:v>
                </c:pt>
                <c:pt idx="461">
                  <c:v>0.00858573116843</c:v>
                </c:pt>
                <c:pt idx="462">
                  <c:v>0.00861348044134</c:v>
                </c:pt>
                <c:pt idx="463">
                  <c:v>0.0086413969332</c:v>
                </c:pt>
                <c:pt idx="464">
                  <c:v>0.00866948224347</c:v>
                </c:pt>
                <c:pt idx="465">
                  <c:v>0.00869773799134</c:v>
                </c:pt>
                <c:pt idx="466">
                  <c:v>0.00872616581596</c:v>
                </c:pt>
                <c:pt idx="467">
                  <c:v>0.0087547673767</c:v>
                </c:pt>
                <c:pt idx="468">
                  <c:v>0.00878354435341</c:v>
                </c:pt>
                <c:pt idx="469">
                  <c:v>0.00881249844665</c:v>
                </c:pt>
                <c:pt idx="470">
                  <c:v>0.00884163137794</c:v>
                </c:pt>
                <c:pt idx="471">
                  <c:v>0.00887094489001</c:v>
                </c:pt>
                <c:pt idx="472">
                  <c:v>0.00890044074707</c:v>
                </c:pt>
                <c:pt idx="473">
                  <c:v>0.00893012073505</c:v>
                </c:pt>
                <c:pt idx="474">
                  <c:v>0.00895998666184</c:v>
                </c:pt>
                <c:pt idx="475">
                  <c:v>0.00899004035755</c:v>
                </c:pt>
                <c:pt idx="476">
                  <c:v>0.00902028367479</c:v>
                </c:pt>
                <c:pt idx="477">
                  <c:v>0.00905071848886</c:v>
                </c:pt>
                <c:pt idx="478">
                  <c:v>0.00908134669805</c:v>
                </c:pt>
                <c:pt idx="479">
                  <c:v>0.00911217022391</c:v>
                </c:pt>
                <c:pt idx="480">
                  <c:v>0.00914319101142</c:v>
                </c:pt>
                <c:pt idx="481">
                  <c:v>0.00917441102933</c:v>
                </c:pt>
                <c:pt idx="482">
                  <c:v>0.00920583227033</c:v>
                </c:pt>
                <c:pt idx="483">
                  <c:v>0.00923745675135</c:v>
                </c:pt>
                <c:pt idx="484">
                  <c:v>0.00926928651379</c:v>
                </c:pt>
                <c:pt idx="485">
                  <c:v>0.00930132362375</c:v>
                </c:pt>
                <c:pt idx="486">
                  <c:v>0.00933357017226</c:v>
                </c:pt>
                <c:pt idx="487">
                  <c:v>0.00936602827556</c:v>
                </c:pt>
                <c:pt idx="488">
                  <c:v>0.00939870007529</c:v>
                </c:pt>
                <c:pt idx="489">
                  <c:v>0.00943158773871</c:v>
                </c:pt>
                <c:pt idx="490">
                  <c:v>0.009464693459</c:v>
                </c:pt>
                <c:pt idx="491">
                  <c:v>0.00949801945538</c:v>
                </c:pt>
                <c:pt idx="492">
                  <c:v>0.00953156797341</c:v>
                </c:pt>
                <c:pt idx="493">
                  <c:v>0.00956534128512</c:v>
                </c:pt>
                <c:pt idx="494">
                  <c:v>0.00959934168931</c:v>
                </c:pt>
                <c:pt idx="495">
                  <c:v>0.00963357151166</c:v>
                </c:pt>
                <c:pt idx="496">
                  <c:v>0.00966803310497</c:v>
                </c:pt>
                <c:pt idx="497">
                  <c:v>0.00970272884931</c:v>
                </c:pt>
                <c:pt idx="498">
                  <c:v>0.00973766115224</c:v>
                </c:pt>
                <c:pt idx="499">
                  <c:v>0.00977283244892</c:v>
                </c:pt>
                <c:pt idx="500">
                  <c:v>0.00980824520232</c:v>
                </c:pt>
                <c:pt idx="501">
                  <c:v>0.00984390190332</c:v>
                </c:pt>
                <c:pt idx="502">
                  <c:v>0.00987980507087</c:v>
                </c:pt>
                <c:pt idx="503">
                  <c:v>0.00991595725213</c:v>
                </c:pt>
                <c:pt idx="504">
                  <c:v>0.00995236102252</c:v>
                </c:pt>
                <c:pt idx="505">
                  <c:v>0.00998901898588</c:v>
                </c:pt>
                <c:pt idx="506">
                  <c:v>0.0100259337745</c:v>
                </c:pt>
                <c:pt idx="507">
                  <c:v>0.0100631080493</c:v>
                </c:pt>
                <c:pt idx="508">
                  <c:v>0.0101005444997</c:v>
                </c:pt>
                <c:pt idx="509">
                  <c:v>0.0101382458437</c:v>
                </c:pt>
                <c:pt idx="510">
                  <c:v>0.0101762148282</c:v>
                </c:pt>
                <c:pt idx="511">
                  <c:v>0.0102144542284</c:v>
                </c:pt>
                <c:pt idx="512">
                  <c:v>0.0102529668483</c:v>
                </c:pt>
                <c:pt idx="513">
                  <c:v>0.0102917555206</c:v>
                </c:pt>
                <c:pt idx="514">
                  <c:v>0.0103308231062</c:v>
                </c:pt>
                <c:pt idx="515">
                  <c:v>0.0103701724947</c:v>
                </c:pt>
                <c:pt idx="516">
                  <c:v>0.0104098066037</c:v>
                </c:pt>
                <c:pt idx="517">
                  <c:v>0.0104497283792</c:v>
                </c:pt>
                <c:pt idx="518">
                  <c:v>0.010489940795</c:v>
                </c:pt>
                <c:pt idx="519">
                  <c:v>0.0105304468527</c:v>
                </c:pt>
                <c:pt idx="520">
                  <c:v>0.0105712495815</c:v>
                </c:pt>
                <c:pt idx="521">
                  <c:v>0.0106123520378</c:v>
                </c:pt>
                <c:pt idx="522">
                  <c:v>0.0106537573047</c:v>
                </c:pt>
                <c:pt idx="523">
                  <c:v>0.0106954684924</c:v>
                </c:pt>
                <c:pt idx="524">
                  <c:v>0.0107374887369</c:v>
                </c:pt>
                <c:pt idx="525">
                  <c:v>0.0107798212001</c:v>
                </c:pt>
                <c:pt idx="526">
                  <c:v>0.0108224690694</c:v>
                </c:pt>
                <c:pt idx="527">
                  <c:v>0.0108654355567</c:v>
                </c:pt>
                <c:pt idx="528">
                  <c:v>0.0109087238984</c:v>
                </c:pt>
                <c:pt idx="529">
                  <c:v>0.0109523373545</c:v>
                </c:pt>
                <c:pt idx="530">
                  <c:v>0.0109962792079</c:v>
                </c:pt>
                <c:pt idx="531">
                  <c:v>0.0110405527638</c:v>
                </c:pt>
                <c:pt idx="532">
                  <c:v>0.011085161349</c:v>
                </c:pt>
                <c:pt idx="533">
                  <c:v>0.0111301083109</c:v>
                </c:pt>
                <c:pt idx="534">
                  <c:v>0.0111753970166</c:v>
                </c:pt>
                <c:pt idx="535">
                  <c:v>0.0112210308522</c:v>
                </c:pt>
                <c:pt idx="536">
                  <c:v>0.0112670132214</c:v>
                </c:pt>
                <c:pt idx="537">
                  <c:v>0.0113133475448</c:v>
                </c:pt>
                <c:pt idx="538">
                  <c:v>0.0113600372583</c:v>
                </c:pt>
                <c:pt idx="539">
                  <c:v>0.0114070858122</c:v>
                </c:pt>
                <c:pt idx="540">
                  <c:v>0.0114544966699</c:v>
                </c:pt>
                <c:pt idx="541">
                  <c:v>0.0115022733062</c:v>
                </c:pt>
                <c:pt idx="542">
                  <c:v>0.011550419206</c:v>
                </c:pt>
                <c:pt idx="543">
                  <c:v>0.0115989378626</c:v>
                </c:pt>
                <c:pt idx="544">
                  <c:v>0.0116478327763</c:v>
                </c:pt>
                <c:pt idx="545">
                  <c:v>0.0116971074523</c:v>
                </c:pt>
                <c:pt idx="546">
                  <c:v>0.0117467653989</c:v>
                </c:pt>
                <c:pt idx="547">
                  <c:v>0.0117968101259</c:v>
                </c:pt>
                <c:pt idx="548">
                  <c:v>0.0118472451418</c:v>
                </c:pt>
                <c:pt idx="549">
                  <c:v>0.0118980739524</c:v>
                </c:pt>
                <c:pt idx="550">
                  <c:v>0.0119493000578</c:v>
                </c:pt>
                <c:pt idx="551">
                  <c:v>0.0120009269505</c:v>
                </c:pt>
                <c:pt idx="552">
                  <c:v>0.0120529581125</c:v>
                </c:pt>
                <c:pt idx="553">
                  <c:v>0.0121053970129</c:v>
                </c:pt>
                <c:pt idx="554">
                  <c:v>0.0121582471048</c:v>
                </c:pt>
                <c:pt idx="555">
                  <c:v>0.0122115118228</c:v>
                </c:pt>
                <c:pt idx="556">
                  <c:v>0.0122651945793</c:v>
                </c:pt>
                <c:pt idx="557">
                  <c:v>0.0123192987618</c:v>
                </c:pt>
                <c:pt idx="558">
                  <c:v>0.0123738277295</c:v>
                </c:pt>
                <c:pt idx="559">
                  <c:v>0.0124287848095</c:v>
                </c:pt>
                <c:pt idx="560">
                  <c:v>0.0124841732932</c:v>
                </c:pt>
                <c:pt idx="561">
                  <c:v>0.0125399964327</c:v>
                </c:pt>
                <c:pt idx="562">
                  <c:v>0.0125962574368</c:v>
                </c:pt>
                <c:pt idx="563">
                  <c:v>0.0126529594666</c:v>
                </c:pt>
                <c:pt idx="564">
                  <c:v>0.0127101056312</c:v>
                </c:pt>
                <c:pt idx="565">
                  <c:v>0.0127676989837</c:v>
                </c:pt>
                <c:pt idx="566">
                  <c:v>0.0128257425158</c:v>
                </c:pt>
                <c:pt idx="567">
                  <c:v>0.0128842391537</c:v>
                </c:pt>
                <c:pt idx="568">
                  <c:v>0.0129431917525</c:v>
                </c:pt>
                <c:pt idx="569">
                  <c:v>0.0130026030913</c:v>
                </c:pt>
                <c:pt idx="570">
                  <c:v>0.0130624758679</c:v>
                </c:pt>
                <c:pt idx="571">
                  <c:v>0.013122812693</c:v>
                </c:pt>
                <c:pt idx="572">
                  <c:v>0.0131836160846</c:v>
                </c:pt>
                <c:pt idx="573">
                  <c:v>0.0132448884622</c:v>
                </c:pt>
                <c:pt idx="574">
                  <c:v>0.0133066321402</c:v>
                </c:pt>
                <c:pt idx="575">
                  <c:v>0.0133688493223</c:v>
                </c:pt>
                <c:pt idx="576">
                  <c:v>0.0134315420945</c:v>
                </c:pt>
                <c:pt idx="577">
                  <c:v>0.0134947124183</c:v>
                </c:pt>
                <c:pt idx="578">
                  <c:v>0.0135583621245</c:v>
                </c:pt>
                <c:pt idx="579">
                  <c:v>0.0136224929054</c:v>
                </c:pt>
                <c:pt idx="580">
                  <c:v>0.0136871063083</c:v>
                </c:pt>
                <c:pt idx="581">
                  <c:v>0.0137522037273</c:v>
                </c:pt>
                <c:pt idx="582">
                  <c:v>0.0138177863965</c:v>
                </c:pt>
                <c:pt idx="583">
                  <c:v>0.0138838553817</c:v>
                </c:pt>
                <c:pt idx="584">
                  <c:v>0.0139504115729</c:v>
                </c:pt>
                <c:pt idx="585">
                  <c:v>0.0140174556759</c:v>
                </c:pt>
                <c:pt idx="586">
                  <c:v>0.0140849882043</c:v>
                </c:pt>
                <c:pt idx="587">
                  <c:v>0.0141530094714</c:v>
                </c:pt>
                <c:pt idx="588">
                  <c:v>0.014221519581</c:v>
                </c:pt>
                <c:pt idx="589">
                  <c:v>0.0142905184198</c:v>
                </c:pt>
                <c:pt idx="590">
                  <c:v>0.0143600056477</c:v>
                </c:pt>
                <c:pt idx="591">
                  <c:v>0.0144299806898</c:v>
                </c:pt>
                <c:pt idx="592">
                  <c:v>0.0145004427273</c:v>
                </c:pt>
                <c:pt idx="593">
                  <c:v>0.0145713906885</c:v>
                </c:pt>
                <c:pt idx="594">
                  <c:v>0.0146428232397</c:v>
                </c:pt>
                <c:pt idx="595">
                  <c:v>0.0147147387765</c:v>
                </c:pt>
                <c:pt idx="596">
                  <c:v>0.0147871354146</c:v>
                </c:pt>
                <c:pt idx="597">
                  <c:v>0.0148600109809</c:v>
                </c:pt>
                <c:pt idx="598">
                  <c:v>0.0149333630044</c:v>
                </c:pt>
                <c:pt idx="599">
                  <c:v>0.0150071887074</c:v>
                </c:pt>
                <c:pt idx="600">
                  <c:v>0.0150814849965</c:v>
                </c:pt>
                <c:pt idx="601">
                  <c:v>0.015156248454</c:v>
                </c:pt>
                <c:pt idx="602">
                  <c:v>0.0152314753292</c:v>
                </c:pt>
                <c:pt idx="603">
                  <c:v>0.01530716153</c:v>
                </c:pt>
                <c:pt idx="604">
                  <c:v>0.0153833026145</c:v>
                </c:pt>
                <c:pt idx="605">
                  <c:v>0.0154598937829</c:v>
                </c:pt>
                <c:pt idx="606">
                  <c:v>0.01553692987</c:v>
                </c:pt>
                <c:pt idx="607">
                  <c:v>0.0156144053373</c:v>
                </c:pt>
                <c:pt idx="608">
                  <c:v>0.0156923142656</c:v>
                </c:pt>
                <c:pt idx="609">
                  <c:v>0.0157706503488</c:v>
                </c:pt>
                <c:pt idx="610">
                  <c:v>0.0158494068863</c:v>
                </c:pt>
                <c:pt idx="611">
                  <c:v>0.015928576778</c:v>
                </c:pt>
                <c:pt idx="612">
                  <c:v>0.0160081525177</c:v>
                </c:pt>
                <c:pt idx="613">
                  <c:v>0.0160881261882</c:v>
                </c:pt>
                <c:pt idx="614">
                  <c:v>0.0161684894568</c:v>
                </c:pt>
                <c:pt idx="615">
                  <c:v>0.0162492335707</c:v>
                </c:pt>
                <c:pt idx="616">
                  <c:v>0.0163303493538</c:v>
                </c:pt>
                <c:pt idx="617">
                  <c:v>0.0164118272035</c:v>
                </c:pt>
                <c:pt idx="618">
                  <c:v>0.0164936570882</c:v>
                </c:pt>
                <c:pt idx="619">
                  <c:v>0.0165758285461</c:v>
                </c:pt>
                <c:pt idx="620">
                  <c:v>0.0166583306839</c:v>
                </c:pt>
                <c:pt idx="621">
                  <c:v>0.0167411521765</c:v>
                </c:pt>
                <c:pt idx="622">
                  <c:v>0.0168242812679</c:v>
                </c:pt>
                <c:pt idx="623">
                  <c:v>0.0169077057723</c:v>
                </c:pt>
                <c:pt idx="624">
                  <c:v>0.0169914130763</c:v>
                </c:pt>
                <c:pt idx="625">
                  <c:v>0.017075390142</c:v>
                </c:pt>
                <c:pt idx="626">
                  <c:v>0.0171596235105</c:v>
                </c:pt>
                <c:pt idx="627">
                  <c:v>0.0172440993073</c:v>
                </c:pt>
                <c:pt idx="628">
                  <c:v>0.0173288032474</c:v>
                </c:pt>
                <c:pt idx="629">
                  <c:v>0.017413720642</c:v>
                </c:pt>
                <c:pt idx="630">
                  <c:v>0.0174988364061</c:v>
                </c:pt>
                <c:pt idx="631">
                  <c:v>0.0175841350666</c:v>
                </c:pt>
                <c:pt idx="632">
                  <c:v>0.0176696007721</c:v>
                </c:pt>
                <c:pt idx="633">
                  <c:v>0.0177552173026</c:v>
                </c:pt>
                <c:pt idx="634">
                  <c:v>0.0178409680809</c:v>
                </c:pt>
                <c:pt idx="635">
                  <c:v>0.0179268361848</c:v>
                </c:pt>
                <c:pt idx="636">
                  <c:v>0.0180128043599</c:v>
                </c:pt>
                <c:pt idx="637">
                  <c:v>0.0180988550334</c:v>
                </c:pt>
                <c:pt idx="638">
                  <c:v>0.0181849703291</c:v>
                </c:pt>
                <c:pt idx="639">
                  <c:v>0.0182711320827</c:v>
                </c:pt>
                <c:pt idx="640">
                  <c:v>0.0183573218583</c:v>
                </c:pt>
                <c:pt idx="641">
                  <c:v>0.0184435209653</c:v>
                </c:pt>
                <c:pt idx="642">
                  <c:v>0.0185297104769</c:v>
                </c:pt>
                <c:pt idx="643">
                  <c:v>0.018615871248</c:v>
                </c:pt>
                <c:pt idx="644">
                  <c:v>0.0187019839348</c:v>
                </c:pt>
                <c:pt idx="645">
                  <c:v>0.0187880290151</c:v>
                </c:pt>
                <c:pt idx="646">
                  <c:v>0.0188739868078</c:v>
                </c:pt>
                <c:pt idx="647">
                  <c:v>0.018959837495</c:v>
                </c:pt>
                <c:pt idx="648">
                  <c:v>0.0190455611426</c:v>
                </c:pt>
                <c:pt idx="649">
                  <c:v>0.0191311377226</c:v>
                </c:pt>
                <c:pt idx="650">
                  <c:v>0.0192165471356</c:v>
                </c:pt>
                <c:pt idx="651">
                  <c:v>0.0193017692325</c:v>
                </c:pt>
                <c:pt idx="652">
                  <c:v>0.0193867838383</c:v>
                </c:pt>
                <c:pt idx="653">
                  <c:v>0.0194715707745</c:v>
                </c:pt>
                <c:pt idx="654">
                  <c:v>0.0195561098821</c:v>
                </c:pt>
                <c:pt idx="655">
                  <c:v>0.0196403810453</c:v>
                </c:pt>
                <c:pt idx="656">
                  <c:v>0.0197243642142</c:v>
                </c:pt>
                <c:pt idx="657">
                  <c:v>0.019808039428</c:v>
                </c:pt>
                <c:pt idx="658">
                  <c:v>0.0198913868381</c:v>
                </c:pt>
                <c:pt idx="659">
                  <c:v>0.0199743867311</c:v>
                </c:pt>
                <c:pt idx="660">
                  <c:v>0.0200570195508</c:v>
                </c:pt>
                <c:pt idx="661">
                  <c:v>0.0201392659211</c:v>
                </c:pt>
                <c:pt idx="662">
                  <c:v>0.0202211066676</c:v>
                </c:pt>
                <c:pt idx="663">
                  <c:v>0.0203025228395</c:v>
                </c:pt>
                <c:pt idx="664">
                  <c:v>0.0203834957304</c:v>
                </c:pt>
                <c:pt idx="665">
                  <c:v>0.0204640068993</c:v>
                </c:pt>
                <c:pt idx="666">
                  <c:v>0.0205440381905</c:v>
                </c:pt>
                <c:pt idx="667">
                  <c:v>0.0206235717534</c:v>
                </c:pt>
                <c:pt idx="668">
                  <c:v>0.0207025900614</c:v>
                </c:pt>
                <c:pt idx="669">
                  <c:v>0.0207810759306</c:v>
                </c:pt>
                <c:pt idx="670">
                  <c:v>0.0208590125369</c:v>
                </c:pt>
                <c:pt idx="671">
                  <c:v>0.020936383434</c:v>
                </c:pt>
                <c:pt idx="672">
                  <c:v>0.0210131725691</c:v>
                </c:pt>
                <c:pt idx="673">
                  <c:v>0.0210893642991</c:v>
                </c:pt>
                <c:pt idx="674">
                  <c:v>0.0211649434052</c:v>
                </c:pt>
                <c:pt idx="675">
                  <c:v>0.0212398951076</c:v>
                </c:pt>
                <c:pt idx="676">
                  <c:v>0.021314205079</c:v>
                </c:pt>
                <c:pt idx="677">
                  <c:v>0.021387859457</c:v>
                </c:pt>
                <c:pt idx="678">
                  <c:v>0.0214608448571</c:v>
                </c:pt>
                <c:pt idx="679">
                  <c:v>0.0215331483833</c:v>
                </c:pt>
                <c:pt idx="680">
                  <c:v>0.0216047576393</c:v>
                </c:pt>
                <c:pt idx="681">
                  <c:v>0.0216756607384</c:v>
                </c:pt>
                <c:pt idx="682">
                  <c:v>0.021745846313</c:v>
                </c:pt>
                <c:pt idx="683">
                  <c:v>0.0218153035231</c:v>
                </c:pt>
                <c:pt idx="684">
                  <c:v>0.0218840220643</c:v>
                </c:pt>
                <c:pt idx="685">
                  <c:v>0.0219519921756</c:v>
                </c:pt>
                <c:pt idx="686">
                  <c:v>0.0220192046457</c:v>
                </c:pt>
                <c:pt idx="687">
                  <c:v>0.0220856508199</c:v>
                </c:pt>
                <c:pt idx="688">
                  <c:v>0.0221513226051</c:v>
                </c:pt>
                <c:pt idx="689">
                  <c:v>0.0222162124753</c:v>
                </c:pt>
                <c:pt idx="690">
                  <c:v>0.0222803134766</c:v>
                </c:pt>
                <c:pt idx="691">
                  <c:v>0.0223436192306</c:v>
                </c:pt>
                <c:pt idx="692">
                  <c:v>0.0224061239387</c:v>
                </c:pt>
                <c:pt idx="693">
                  <c:v>0.0224678223853</c:v>
                </c:pt>
                <c:pt idx="694">
                  <c:v>0.0225287099405</c:v>
                </c:pt>
                <c:pt idx="695">
                  <c:v>0.0225887825629</c:v>
                </c:pt>
                <c:pt idx="696">
                  <c:v>0.0226480368013</c:v>
                </c:pt>
                <c:pt idx="697">
                  <c:v>0.022706469797</c:v>
                </c:pt>
                <c:pt idx="698">
                  <c:v>0.022764079285</c:v>
                </c:pt>
                <c:pt idx="699">
                  <c:v>0.0228208635953</c:v>
                </c:pt>
                <c:pt idx="700">
                  <c:v>0.0228768216537</c:v>
                </c:pt>
                <c:pt idx="701">
                  <c:v>0.0229319529828</c:v>
                </c:pt>
                <c:pt idx="702">
                  <c:v>0.022986257702</c:v>
                </c:pt>
                <c:pt idx="703">
                  <c:v>0.0230397365279</c:v>
                </c:pt>
                <c:pt idx="704">
                  <c:v>0.0230923907742</c:v>
                </c:pt>
                <c:pt idx="705">
                  <c:v>0.0231442223516</c:v>
                </c:pt>
                <c:pt idx="706">
                  <c:v>0.023195233767</c:v>
                </c:pt>
                <c:pt idx="707">
                  <c:v>0.0232454281232</c:v>
                </c:pt>
                <c:pt idx="708">
                  <c:v>0.0232948091178</c:v>
                </c:pt>
                <c:pt idx="709">
                  <c:v>0.0233433810419</c:v>
                </c:pt>
                <c:pt idx="710">
                  <c:v>0.0233911487795</c:v>
                </c:pt>
                <c:pt idx="711">
                  <c:v>0.0234381178051</c:v>
                </c:pt>
                <c:pt idx="712">
                  <c:v>0.0234842941827</c:v>
                </c:pt>
                <c:pt idx="713">
                  <c:v>0.0235296845634</c:v>
                </c:pt>
                <c:pt idx="714">
                  <c:v>0.0235742961835</c:v>
                </c:pt>
                <c:pt idx="715">
                  <c:v>0.0236181368618</c:v>
                </c:pt>
                <c:pt idx="716">
                  <c:v>0.0236612149969</c:v>
                </c:pt>
                <c:pt idx="717">
                  <c:v>0.0237035395643</c:v>
                </c:pt>
                <c:pt idx="718">
                  <c:v>0.0237451201133</c:v>
                </c:pt>
                <c:pt idx="719">
                  <c:v>0.0237859667627</c:v>
                </c:pt>
                <c:pt idx="720">
                  <c:v>0.0238260901977</c:v>
                </c:pt>
                <c:pt idx="721">
                  <c:v>0.0238655016647</c:v>
                </c:pt>
                <c:pt idx="722">
                  <c:v>0.0239042129672</c:v>
                </c:pt>
                <c:pt idx="723">
                  <c:v>0.0239422364606</c:v>
                </c:pt>
                <c:pt idx="724">
                  <c:v>0.0239795850463</c:v>
                </c:pt>
                <c:pt idx="725">
                  <c:v>0.024016272166</c:v>
                </c:pt>
                <c:pt idx="726">
                  <c:v>0.0240523117952</c:v>
                </c:pt>
                <c:pt idx="727">
                  <c:v>0.0240877184361</c:v>
                </c:pt>
                <c:pt idx="728">
                  <c:v>0.0241225071101</c:v>
                </c:pt>
                <c:pt idx="729">
                  <c:v>0.02415669335</c:v>
                </c:pt>
                <c:pt idx="730">
                  <c:v>0.0241902931914</c:v>
                </c:pt>
                <c:pt idx="731">
                  <c:v>0.024223323163</c:v>
                </c:pt>
                <c:pt idx="732">
                  <c:v>0.0242558002778</c:v>
                </c:pt>
                <c:pt idx="733">
                  <c:v>0.0242877420218</c:v>
                </c:pt>
                <c:pt idx="734">
                  <c:v>0.0243191663439</c:v>
                </c:pt>
                <c:pt idx="735">
                  <c:v>0.0243500916434</c:v>
                </c:pt>
                <c:pt idx="736">
                  <c:v>0.0243805367589</c:v>
                </c:pt>
                <c:pt idx="737">
                  <c:v>0.0244105209542</c:v>
                </c:pt>
                <c:pt idx="738">
                  <c:v>0.024440063906</c:v>
                </c:pt>
                <c:pt idx="739">
                  <c:v>0.0244691856889</c:v>
                </c:pt>
                <c:pt idx="740">
                  <c:v>0.024497906761</c:v>
                </c:pt>
                <c:pt idx="741">
                  <c:v>0.0245262479487</c:v>
                </c:pt>
                <c:pt idx="742">
                  <c:v>0.0245542304302</c:v>
                </c:pt>
                <c:pt idx="743">
                  <c:v>0.0245818757194</c:v>
                </c:pt>
                <c:pt idx="744">
                  <c:v>0.0246092056485</c:v>
                </c:pt>
                <c:pt idx="745">
                  <c:v>0.0246362423503</c:v>
                </c:pt>
                <c:pt idx="746">
                  <c:v>0.02466300824</c:v>
                </c:pt>
                <c:pt idx="747">
                  <c:v>0.0246895259962</c:v>
                </c:pt>
                <c:pt idx="748">
                  <c:v>0.0247158185422</c:v>
                </c:pt>
                <c:pt idx="749">
                  <c:v>0.0247419090257</c:v>
                </c:pt>
                <c:pt idx="750">
                  <c:v>0.0247678207991</c:v>
                </c:pt>
                <c:pt idx="751">
                  <c:v>0.0247935773989</c:v>
                </c:pt>
                <c:pt idx="752">
                  <c:v>0.0248192025252</c:v>
                </c:pt>
                <c:pt idx="753">
                  <c:v>0.0248447200203</c:v>
                </c:pt>
                <c:pt idx="754">
                  <c:v>0.0248701538479</c:v>
                </c:pt>
                <c:pt idx="755">
                  <c:v>0.0248955280713</c:v>
                </c:pt>
                <c:pt idx="756">
                  <c:v>0.024920866832</c:v>
                </c:pt>
                <c:pt idx="757">
                  <c:v>0.0249461943284</c:v>
                </c:pt>
                <c:pt idx="758">
                  <c:v>0.0249715347938</c:v>
                </c:pt>
                <c:pt idx="759">
                  <c:v>0.0249969124749</c:v>
                </c:pt>
                <c:pt idx="760">
                  <c:v>0.0250223516106</c:v>
                </c:pt>
                <c:pt idx="761">
                  <c:v>0.0250478764105</c:v>
                </c:pt>
                <c:pt idx="762">
                  <c:v>0.0250735110338</c:v>
                </c:pt>
                <c:pt idx="763">
                  <c:v>0.0250992795688</c:v>
                </c:pt>
                <c:pt idx="764">
                  <c:v>0.0251252060119</c:v>
                </c:pt>
                <c:pt idx="765">
                  <c:v>0.0251513142479</c:v>
                </c:pt>
                <c:pt idx="766">
                  <c:v>0.0251776280302</c:v>
                </c:pt>
                <c:pt idx="767">
                  <c:v>0.0252041709616</c:v>
                </c:pt>
                <c:pt idx="768">
                  <c:v>0.0252309664753</c:v>
                </c:pt>
                <c:pt idx="769">
                  <c:v>0.0252580378177</c:v>
                </c:pt>
                <c:pt idx="770">
                  <c:v>0.0252854080298</c:v>
                </c:pt>
                <c:pt idx="771">
                  <c:v>0.0253130999312</c:v>
                </c:pt>
                <c:pt idx="772">
                  <c:v>0.0253411361036</c:v>
                </c:pt>
                <c:pt idx="773">
                  <c:v>0.0253695388754</c:v>
                </c:pt>
                <c:pt idx="774">
                  <c:v>0.0253983303074</c:v>
                </c:pt>
                <c:pt idx="775">
                  <c:v>0.0254275321785</c:v>
                </c:pt>
                <c:pt idx="776">
                  <c:v>0.025457165973</c:v>
                </c:pt>
                <c:pt idx="777">
                  <c:v>0.0254872528681</c:v>
                </c:pt>
                <c:pt idx="778">
                  <c:v>0.0255178137231</c:v>
                </c:pt>
                <c:pt idx="779">
                  <c:v>0.0255488690683</c:v>
                </c:pt>
                <c:pt idx="780">
                  <c:v>0.0255804390957</c:v>
                </c:pt>
                <c:pt idx="781">
                  <c:v>0.0256125436504</c:v>
                </c:pt>
                <c:pt idx="782">
                  <c:v>0.0256452022226</c:v>
                </c:pt>
                <c:pt idx="783">
                  <c:v>0.0256784339408</c:v>
                </c:pt>
                <c:pt idx="784">
                  <c:v>0.0257122575653</c:v>
                </c:pt>
                <c:pt idx="785">
                  <c:v>0.0257466914838</c:v>
                </c:pt>
                <c:pt idx="786">
                  <c:v>0.0257817537064</c:v>
                </c:pt>
                <c:pt idx="787">
                  <c:v>0.0258174618625</c:v>
                </c:pt>
                <c:pt idx="788">
                  <c:v>0.0258538331982</c:v>
                </c:pt>
                <c:pt idx="789">
                  <c:v>0.025890884574</c:v>
                </c:pt>
                <c:pt idx="790">
                  <c:v>0.0259286324646</c:v>
                </c:pt>
                <c:pt idx="791">
                  <c:v>0.025967092958</c:v>
                </c:pt>
                <c:pt idx="792">
                  <c:v>0.0260062817565</c:v>
                </c:pt>
                <c:pt idx="793">
                  <c:v>0.0260462141776</c:v>
                </c:pt>
                <c:pt idx="794">
                  <c:v>0.0260869051562</c:v>
                </c:pt>
                <c:pt idx="795">
                  <c:v>0.0261283692472</c:v>
                </c:pt>
                <c:pt idx="796">
                  <c:v>0.0261706206286</c:v>
                </c:pt>
                <c:pt idx="797">
                  <c:v>0.0262136731057</c:v>
                </c:pt>
                <c:pt idx="798">
                  <c:v>0.0262575401154</c:v>
                </c:pt>
                <c:pt idx="799">
                  <c:v>0.0263022347311</c:v>
                </c:pt>
                <c:pt idx="800">
                  <c:v>0.0263477696684</c:v>
                </c:pt>
                <c:pt idx="801">
                  <c:v>0.0263941572911</c:v>
                </c:pt>
                <c:pt idx="802">
                  <c:v>0.0264414096176</c:v>
                </c:pt>
                <c:pt idx="803">
                  <c:v>0.0264895383277</c:v>
                </c:pt>
                <c:pt idx="804">
                  <c:v>0.0265385547702</c:v>
                </c:pt>
                <c:pt idx="805">
                  <c:v>0.0265884699701</c:v>
                </c:pt>
                <c:pt idx="806">
                  <c:v>0.0266392946367</c:v>
                </c:pt>
                <c:pt idx="807">
                  <c:v>0.0266910391718</c:v>
                </c:pt>
                <c:pt idx="808">
                  <c:v>0.0267437136783</c:v>
                </c:pt>
                <c:pt idx="809">
                  <c:v>0.0267973279688</c:v>
                </c:pt>
                <c:pt idx="810">
                  <c:v>0.0268518915744</c:v>
                </c:pt>
                <c:pt idx="811">
                  <c:v>0.0269074137539</c:v>
                </c:pt>
                <c:pt idx="812">
                  <c:v>0.0269639035032</c:v>
                </c:pt>
                <c:pt idx="813">
                  <c:v>0.0270213695643</c:v>
                </c:pt>
                <c:pt idx="814">
                  <c:v>0.0270798204348</c:v>
                </c:pt>
                <c:pt idx="815">
                  <c:v>0.0271392643778</c:v>
                </c:pt>
                <c:pt idx="816">
                  <c:v>0.0271997094309</c:v>
                </c:pt>
                <c:pt idx="817">
                  <c:v>0.0272611634162</c:v>
                </c:pt>
                <c:pt idx="818">
                  <c:v>0.0273236339498</c:v>
                </c:pt>
                <c:pt idx="819">
                  <c:v>0.0273871284512</c:v>
                </c:pt>
                <c:pt idx="820">
                  <c:v>0.0274516541531</c:v>
                </c:pt>
                <c:pt idx="821">
                  <c:v>0.0275172181109</c:v>
                </c:pt>
                <c:pt idx="822">
                  <c:v>0.0275838272121</c:v>
                </c:pt>
                <c:pt idx="823">
                  <c:v>0.0276514881856</c:v>
                </c:pt>
                <c:pt idx="824">
                  <c:v>0.0277202076112</c:v>
                </c:pt>
                <c:pt idx="825">
                  <c:v>0.0277899919286</c:v>
                </c:pt>
                <c:pt idx="826">
                  <c:v>0.0278608474467</c:v>
                </c:pt>
                <c:pt idx="827">
                  <c:v>0.0279327803525</c:v>
                </c:pt>
                <c:pt idx="828">
                  <c:v>0.0280057967199</c:v>
                </c:pt>
                <c:pt idx="829">
                  <c:v>0.0280799025186</c:v>
                </c:pt>
                <c:pt idx="830">
                  <c:v>0.0281551036223</c:v>
                </c:pt>
                <c:pt idx="831">
                  <c:v>0.0282314058177</c:v>
                </c:pt>
                <c:pt idx="832">
                  <c:v>0.0283088148123</c:v>
                </c:pt>
                <c:pt idx="833">
                  <c:v>0.0283873362427</c:v>
                </c:pt>
                <c:pt idx="834">
                  <c:v>0.0284669756828</c:v>
                </c:pt>
                <c:pt idx="835">
                  <c:v>0.028547738651</c:v>
                </c:pt>
                <c:pt idx="836">
                  <c:v>0.0286296306187</c:v>
                </c:pt>
                <c:pt idx="837">
                  <c:v>0.0287126570168</c:v>
                </c:pt>
                <c:pt idx="838">
                  <c:v>0.0287968232438</c:v>
                </c:pt>
                <c:pt idx="839">
                  <c:v>0.0288821346728</c:v>
                </c:pt>
                <c:pt idx="840">
                  <c:v>0.0289685966578</c:v>
                </c:pt>
                <c:pt idx="841">
                  <c:v>0.0290562145415</c:v>
                </c:pt>
                <c:pt idx="842">
                  <c:v>0.0291449936611</c:v>
                </c:pt>
                <c:pt idx="843">
                  <c:v>0.0292349393554</c:v>
                </c:pt>
                <c:pt idx="844">
                  <c:v>0.0293260569706</c:v>
                </c:pt>
                <c:pt idx="845">
                  <c:v>0.0294183518667</c:v>
                </c:pt>
                <c:pt idx="846">
                  <c:v>0.0295118294235</c:v>
                </c:pt>
                <c:pt idx="847">
                  <c:v>0.0296064950464</c:v>
                </c:pt>
                <c:pt idx="848">
                  <c:v>0.0297023541717</c:v>
                </c:pt>
                <c:pt idx="849">
                  <c:v>0.029799412273</c:v>
                </c:pt>
                <c:pt idx="850">
                  <c:v>0.0298976748654</c:v>
                </c:pt>
                <c:pt idx="851">
                  <c:v>0.0299971475119</c:v>
                </c:pt>
                <c:pt idx="852">
                  <c:v>0.0300978358275</c:v>
                </c:pt>
                <c:pt idx="853">
                  <c:v>0.0301997454848</c:v>
                </c:pt>
                <c:pt idx="854">
                  <c:v>0.0303028822184</c:v>
                </c:pt>
                <c:pt idx="855">
                  <c:v>0.03040725183</c:v>
                </c:pt>
                <c:pt idx="856">
                  <c:v>0.0305128601925</c:v>
                </c:pt>
                <c:pt idx="857">
                  <c:v>0.0306197132546</c:v>
                </c:pt>
                <c:pt idx="858">
                  <c:v>0.0307278170453</c:v>
                </c:pt>
                <c:pt idx="859">
                  <c:v>0.030837177678</c:v>
                </c:pt>
                <c:pt idx="860">
                  <c:v>0.0309478013544</c:v>
                </c:pt>
                <c:pt idx="861">
                  <c:v>0.0310596943686</c:v>
                </c:pt>
                <c:pt idx="862">
                  <c:v>0.0311728631112</c:v>
                </c:pt>
                <c:pt idx="863">
                  <c:v>0.0312873140727</c:v>
                </c:pt>
                <c:pt idx="864">
                  <c:v>0.0314030538474</c:v>
                </c:pt>
                <c:pt idx="865">
                  <c:v>0.0315200891371</c:v>
                </c:pt>
                <c:pt idx="866">
                  <c:v>0.0316384267544</c:v>
                </c:pt>
                <c:pt idx="867">
                  <c:v>0.0317580736263</c:v>
                </c:pt>
                <c:pt idx="868">
                  <c:v>0.0318790367974</c:v>
                </c:pt>
                <c:pt idx="869">
                  <c:v>0.0320013234333</c:v>
                </c:pt>
                <c:pt idx="870">
                  <c:v>0.0321249408238</c:v>
                </c:pt>
                <c:pt idx="871">
                  <c:v>0.0322498963859</c:v>
                </c:pt>
                <c:pt idx="872">
                  <c:v>0.0323761976672</c:v>
                </c:pt>
                <c:pt idx="873">
                  <c:v>0.0325038523486</c:v>
                </c:pt>
                <c:pt idx="874">
                  <c:v>0.0326328682475</c:v>
                </c:pt>
                <c:pt idx="875">
                  <c:v>0.0327632533204</c:v>
                </c:pt>
                <c:pt idx="876">
                  <c:v>0.0328950156661</c:v>
                </c:pt>
                <c:pt idx="877">
                  <c:v>0.0330281635284</c:v>
                </c:pt>
                <c:pt idx="878">
                  <c:v>0.033162705299</c:v>
                </c:pt>
                <c:pt idx="879">
                  <c:v>0.0332986495198</c:v>
                </c:pt>
                <c:pt idx="880">
                  <c:v>0.0334360048861</c:v>
                </c:pt>
                <c:pt idx="881">
                  <c:v>0.0335747802492</c:v>
                </c:pt>
                <c:pt idx="882">
                  <c:v>0.0337149846188</c:v>
                </c:pt>
                <c:pt idx="883">
                  <c:v>0.0338566271657</c:v>
                </c:pt>
                <c:pt idx="884">
                  <c:v>0.0339997172245</c:v>
                </c:pt>
                <c:pt idx="885">
                  <c:v>0.034144264296</c:v>
                </c:pt>
                <c:pt idx="886">
                  <c:v>0.0342902780501</c:v>
                </c:pt>
                <c:pt idx="887">
                  <c:v>0.0344377683279</c:v>
                </c:pt>
                <c:pt idx="888">
                  <c:v>0.0345867451443</c:v>
                </c:pt>
                <c:pt idx="889">
                  <c:v>0.0347372186909</c:v>
                </c:pt>
                <c:pt idx="890">
                  <c:v>0.034889199338</c:v>
                </c:pt>
                <c:pt idx="891">
                  <c:v>0.0350426976374</c:v>
                </c:pt>
                <c:pt idx="892">
                  <c:v>0.0351977243248</c:v>
                </c:pt>
                <c:pt idx="893">
                  <c:v>0.0353542903221</c:v>
                </c:pt>
                <c:pt idx="894">
                  <c:v>0.0355124067404</c:v>
                </c:pt>
                <c:pt idx="895">
                  <c:v>0.0356720848819</c:v>
                </c:pt>
                <c:pt idx="896">
                  <c:v>0.0358333362428</c:v>
                </c:pt>
                <c:pt idx="897">
                  <c:v>0.0359961725155</c:v>
                </c:pt>
                <c:pt idx="898">
                  <c:v>0.0361606055914</c:v>
                </c:pt>
                <c:pt idx="899">
                  <c:v>0.0363266475633</c:v>
                </c:pt>
                <c:pt idx="900">
                  <c:v>0.0364943107278</c:v>
                </c:pt>
                <c:pt idx="901">
                  <c:v>0.036663607588</c:v>
                </c:pt>
                <c:pt idx="902">
                  <c:v>0.0368345508561</c:v>
                </c:pt>
                <c:pt idx="903">
                  <c:v>0.0370071534556</c:v>
                </c:pt>
                <c:pt idx="904">
                  <c:v>0.0371814285246</c:v>
                </c:pt>
                <c:pt idx="905">
                  <c:v>0.0373573894176</c:v>
                </c:pt>
                <c:pt idx="906">
                  <c:v>0.0375350497089</c:v>
                </c:pt>
                <c:pt idx="907">
                  <c:v>0.0377144231945</c:v>
                </c:pt>
                <c:pt idx="908">
                  <c:v>0.0378955238955</c:v>
                </c:pt>
                <c:pt idx="909">
                  <c:v>0.0380783660603</c:v>
                </c:pt>
                <c:pt idx="910">
                  <c:v>0.0382629641675</c:v>
                </c:pt>
                <c:pt idx="911">
                  <c:v>0.038449332929</c:v>
                </c:pt>
                <c:pt idx="912">
                  <c:v>0.0386374872919</c:v>
                </c:pt>
                <c:pt idx="913">
                  <c:v>0.0388274424425</c:v>
                </c:pt>
                <c:pt idx="914">
                  <c:v>0.0390192138083</c:v>
                </c:pt>
                <c:pt idx="915">
                  <c:v>0.0392128170611</c:v>
                </c:pt>
                <c:pt idx="916">
                  <c:v>0.03940826812</c:v>
                </c:pt>
                <c:pt idx="917">
                  <c:v>0.0396055831546</c:v>
                </c:pt>
                <c:pt idx="918">
                  <c:v>0.0398047785875</c:v>
                </c:pt>
                <c:pt idx="919">
                  <c:v>0.0400058710978</c:v>
                </c:pt>
                <c:pt idx="920">
                  <c:v>0.0402088776238</c:v>
                </c:pt>
                <c:pt idx="921">
                  <c:v>0.0404138153665</c:v>
                </c:pt>
                <c:pt idx="922">
                  <c:v>0.0406207017925</c:v>
                </c:pt>
                <c:pt idx="923">
                  <c:v>0.0408295546372</c:v>
                </c:pt>
                <c:pt idx="924">
                  <c:v>0.0410403919083</c:v>
                </c:pt>
                <c:pt idx="925">
                  <c:v>0.0412532318889</c:v>
                </c:pt>
                <c:pt idx="926">
                  <c:v>0.0414680931408</c:v>
                </c:pt>
                <c:pt idx="927">
                  <c:v>0.0416849945081</c:v>
                </c:pt>
                <c:pt idx="928">
                  <c:v>0.0419039551206</c:v>
                </c:pt>
                <c:pt idx="929">
                  <c:v>0.042124994397</c:v>
                </c:pt>
                <c:pt idx="930">
                  <c:v>0.0423481320488</c:v>
                </c:pt>
                <c:pt idx="931">
                  <c:v>0.0425733880837</c:v>
                </c:pt>
                <c:pt idx="932">
                  <c:v>0.0428007828095</c:v>
                </c:pt>
                <c:pt idx="933">
                  <c:v>0.0430303368374</c:v>
                </c:pt>
                <c:pt idx="934">
                  <c:v>0.0432620710861</c:v>
                </c:pt>
                <c:pt idx="935">
                  <c:v>0.0434960067853</c:v>
                </c:pt>
                <c:pt idx="936">
                  <c:v>0.04373216548</c:v>
                </c:pt>
                <c:pt idx="937">
                  <c:v>0.0439705690339</c:v>
                </c:pt>
                <c:pt idx="938">
                  <c:v>0.0442112396341</c:v>
                </c:pt>
                <c:pt idx="939">
                  <c:v>0.0444541997942</c:v>
                </c:pt>
                <c:pt idx="940">
                  <c:v>0.0446994723593</c:v>
                </c:pt>
                <c:pt idx="941">
                  <c:v>0.0449470805096</c:v>
                </c:pt>
                <c:pt idx="942">
                  <c:v>0.0451970477649</c:v>
                </c:pt>
                <c:pt idx="943">
                  <c:v>0.0454493979888</c:v>
                </c:pt>
                <c:pt idx="944">
                  <c:v>0.0457041553931</c:v>
                </c:pt>
                <c:pt idx="945">
                  <c:v>0.0459613445422</c:v>
                </c:pt>
                <c:pt idx="946">
                  <c:v>0.0462209903576</c:v>
                </c:pt>
                <c:pt idx="947">
                  <c:v>0.0464831181223</c:v>
                </c:pt>
                <c:pt idx="948">
                  <c:v>0.0467477534859</c:v>
                </c:pt>
                <c:pt idx="949">
                  <c:v>0.0470149224688</c:v>
                </c:pt>
                <c:pt idx="950">
                  <c:v>0.0472846514671</c:v>
                </c:pt>
                <c:pt idx="951">
                  <c:v>0.0475569672577</c:v>
                </c:pt>
                <c:pt idx="952">
                  <c:v>0.0478318970028</c:v>
                </c:pt>
                <c:pt idx="953">
                  <c:v>0.0481094682554</c:v>
                </c:pt>
                <c:pt idx="954">
                  <c:v>0.0483897089636</c:v>
                </c:pt>
                <c:pt idx="955">
                  <c:v>0.0486726474767</c:v>
                </c:pt>
                <c:pt idx="956">
                  <c:v>0.0489583125496</c:v>
                </c:pt>
                <c:pt idx="957">
                  <c:v>0.0492467333484</c:v>
                </c:pt>
                <c:pt idx="958">
                  <c:v>0.049537939456</c:v>
                </c:pt>
                <c:pt idx="959">
                  <c:v>0.0498319608771</c:v>
                </c:pt>
                <c:pt idx="960">
                  <c:v>0.050128828044</c:v>
                </c:pt>
                <c:pt idx="961">
                  <c:v>0.0504285718221</c:v>
                </c:pt>
                <c:pt idx="962">
                  <c:v>0.0507312235156</c:v>
                </c:pt>
                <c:pt idx="963">
                  <c:v>0.0510368148735</c:v>
                </c:pt>
                <c:pt idx="964">
                  <c:v>0.0513453780949</c:v>
                </c:pt>
                <c:pt idx="965">
                  <c:v>0.0516569458354</c:v>
                </c:pt>
                <c:pt idx="966">
                  <c:v>0.051971551213</c:v>
                </c:pt>
                <c:pt idx="967">
                  <c:v>0.052289227814</c:v>
                </c:pt>
                <c:pt idx="968">
                  <c:v>0.0526100096995</c:v>
                </c:pt>
                <c:pt idx="969">
                  <c:v>0.0529339314113</c:v>
                </c:pt>
                <c:pt idx="970">
                  <c:v>0.0532610279784</c:v>
                </c:pt>
                <c:pt idx="971">
                  <c:v>0.0535913349235</c:v>
                </c:pt>
                <c:pt idx="972">
                  <c:v>0.0539248882692</c:v>
                </c:pt>
                <c:pt idx="973">
                  <c:v>0.0542617245449</c:v>
                </c:pt>
                <c:pt idx="974">
                  <c:v>0.0546018807934</c:v>
                </c:pt>
                <c:pt idx="975">
                  <c:v>0.0549453945772</c:v>
                </c:pt>
                <c:pt idx="976">
                  <c:v>0.0552923039861</c:v>
                </c:pt>
                <c:pt idx="977">
                  <c:v>0.0556426476432</c:v>
                </c:pt>
                <c:pt idx="978">
                  <c:v>0.0559964647125</c:v>
                </c:pt>
                <c:pt idx="979">
                  <c:v>0.0563537949057</c:v>
                </c:pt>
                <c:pt idx="980">
                  <c:v>0.0567146784892</c:v>
                </c:pt>
                <c:pt idx="981">
                  <c:v>0.0570791562915</c:v>
                </c:pt>
                <c:pt idx="982">
                  <c:v>0.0574472697101</c:v>
                </c:pt>
                <c:pt idx="983">
                  <c:v>0.0578190607191</c:v>
                </c:pt>
                <c:pt idx="984">
                  <c:v>0.0581945718765</c:v>
                </c:pt>
                <c:pt idx="985">
                  <c:v>0.0585738463314</c:v>
                </c:pt>
                <c:pt idx="986">
                  <c:v>0.0589569278317</c:v>
                </c:pt>
                <c:pt idx="987">
                  <c:v>0.0593438607314</c:v>
                </c:pt>
                <c:pt idx="988">
                  <c:v>0.0597346899984</c:v>
                </c:pt>
                <c:pt idx="989">
                  <c:v>0.0601294612218</c:v>
                </c:pt>
                <c:pt idx="990">
                  <c:v>0.0605282206198</c:v>
                </c:pt>
                <c:pt idx="991">
                  <c:v>0.0609310150472</c:v>
                </c:pt>
                <c:pt idx="992">
                  <c:v>0.061337892003</c:v>
                </c:pt>
                <c:pt idx="993">
                  <c:v>0.0617488996384</c:v>
                </c:pt>
                <c:pt idx="994">
                  <c:v>0.0621640867642</c:v>
                </c:pt>
                <c:pt idx="995">
                  <c:v>0.0625835028585</c:v>
                </c:pt>
                <c:pt idx="996">
                  <c:v>0.0630071980748</c:v>
                </c:pt>
                <c:pt idx="997">
                  <c:v>0.0634352232492</c:v>
                </c:pt>
                <c:pt idx="998">
                  <c:v>0.0638676299085</c:v>
                </c:pt>
                <c:pt idx="999">
                  <c:v>0.0643044702773</c:v>
                </c:pt>
                <c:pt idx="1000">
                  <c:v>0.0647457972864</c:v>
                </c:pt>
                <c:pt idx="1001">
                  <c:v>0.0651916645795</c:v>
                </c:pt>
                <c:pt idx="1002">
                  <c:v>0.0656421265214</c:v>
                </c:pt>
                <c:pt idx="1003">
                  <c:v>0.0660972382052</c:v>
                </c:pt>
                <c:pt idx="1004">
                  <c:v>0.0665570554592</c:v>
                </c:pt>
                <c:pt idx="1005">
                  <c:v>0.0670216348552</c:v>
                </c:pt>
                <c:pt idx="1006">
                  <c:v>0.0674910337145</c:v>
                </c:pt>
                <c:pt idx="1007">
                  <c:v>0.0679653101158</c:v>
                </c:pt>
                <c:pt idx="1008">
                  <c:v>0.0684445229019</c:v>
                </c:pt>
                <c:pt idx="1009">
                  <c:v>0.068928731686</c:v>
                </c:pt>
                <c:pt idx="1010">
                  <c:v>0.0694179968591</c:v>
                </c:pt>
                <c:pt idx="1011">
                  <c:v>0.0699123795958</c:v>
                </c:pt>
                <c:pt idx="1012">
                  <c:v>0.0704119418612</c:v>
                </c:pt>
                <c:pt idx="1013">
                  <c:v>0.070916746416</c:v>
                </c:pt>
                <c:pt idx="1014">
                  <c:v>0.0714268568234</c:v>
                </c:pt>
                <c:pt idx="1015">
                  <c:v>0.071942337454</c:v>
                </c:pt>
                <c:pt idx="1016">
                  <c:v>0.0724632534911</c:v>
                </c:pt>
                <c:pt idx="1017">
                  <c:v>0.0729896709363</c:v>
                </c:pt>
                <c:pt idx="1018">
                  <c:v>0.0735216566137</c:v>
                </c:pt>
                <c:pt idx="1019">
                  <c:v>0.0740592781747</c:v>
                </c:pt>
                <c:pt idx="1020">
                  <c:v>0.0746026041017</c:v>
                </c:pt>
                <c:pt idx="1021">
                  <c:v>0.0751517037121</c:v>
                </c:pt>
                <c:pt idx="1022">
                  <c:v>0.0757066471618</c:v>
                </c:pt>
                <c:pt idx="1023">
                  <c:v>0.0762675054476</c:v>
                </c:pt>
                <c:pt idx="1024">
                  <c:v>0.0768343504101</c:v>
                </c:pt>
                <c:pt idx="1025">
                  <c:v>0.0774072547355</c:v>
                </c:pt>
                <c:pt idx="1026">
                  <c:v>0.0779862919574</c:v>
                </c:pt>
                <c:pt idx="1027">
                  <c:v>0.0785715364572</c:v>
                </c:pt>
                <c:pt idx="1028">
                  <c:v>0.0791630634654</c:v>
                </c:pt>
                <c:pt idx="1029">
                  <c:v>0.0797609490606</c:v>
                </c:pt>
                <c:pt idx="1030">
                  <c:v>0.0803652701694</c:v>
                </c:pt>
                <c:pt idx="1031">
                  <c:v>0.0809761045644</c:v>
                </c:pt>
                <c:pt idx="1032">
                  <c:v>0.0815935308629</c:v>
                </c:pt>
                <c:pt idx="1033">
                  <c:v>0.0822176285231</c:v>
                </c:pt>
                <c:pt idx="1034">
                  <c:v>0.0828484778416</c:v>
                </c:pt>
                <c:pt idx="1035">
                  <c:v>0.083486159948</c:v>
                </c:pt>
                <c:pt idx="1036">
                  <c:v>0.0841307568004</c:v>
                </c:pt>
                <c:pt idx="1037">
                  <c:v>0.0847823511794</c:v>
                </c:pt>
                <c:pt idx="1038">
                  <c:v>0.0854410266804</c:v>
                </c:pt>
                <c:pt idx="1039">
                  <c:v>0.0861068677064</c:v>
                </c:pt>
                <c:pt idx="1040">
                  <c:v>0.0867799594587</c:v>
                </c:pt>
                <c:pt idx="1041">
                  <c:v>0.0874603879268</c:v>
                </c:pt>
                <c:pt idx="1042">
                  <c:v>0.0881482398777</c:v>
                </c:pt>
                <c:pt idx="1043">
                  <c:v>0.0888436028432</c:v>
                </c:pt>
                <c:pt idx="1044">
                  <c:v>0.0895465651066</c:v>
                </c:pt>
                <c:pt idx="1045">
                  <c:v>0.0902572156881</c:v>
                </c:pt>
                <c:pt idx="1046">
                  <c:v>0.0909756443288</c:v>
                </c:pt>
                <c:pt idx="1047">
                  <c:v>0.0917019414732</c:v>
                </c:pt>
                <c:pt idx="1048">
                  <c:v>0.0924361982502</c:v>
                </c:pt>
                <c:pt idx="1049">
                  <c:v>0.0931785064534</c:v>
                </c:pt>
                <c:pt idx="1050">
                  <c:v>0.093928958519</c:v>
                </c:pt>
                <c:pt idx="1051">
                  <c:v>0.0946876475021</c:v>
                </c:pt>
                <c:pt idx="1052">
                  <c:v>0.0954546670524</c:v>
                </c:pt>
                <c:pt idx="1053">
                  <c:v>0.0962301113867</c:v>
                </c:pt>
                <c:pt idx="1054">
                  <c:v>0.097014075261</c:v>
                </c:pt>
                <c:pt idx="1055">
                  <c:v>0.0978066539395</c:v>
                </c:pt>
                <c:pt idx="1056">
                  <c:v>0.0986079431631</c:v>
                </c:pt>
                <c:pt idx="1057">
                  <c:v>0.0994180391143</c:v>
                </c:pt>
                <c:pt idx="1058">
                  <c:v>0.100237038382</c:v>
                </c:pt>
                <c:pt idx="1059">
                  <c:v>0.101065037921</c:v>
                </c:pt>
                <c:pt idx="1060">
                  <c:v>0.101902135016</c:v>
                </c:pt>
                <c:pt idx="1061">
                  <c:v>0.102748427232</c:v>
                </c:pt>
                <c:pt idx="1062">
                  <c:v>0.103604012376</c:v>
                </c:pt>
                <c:pt idx="1063">
                  <c:v>0.104468988446</c:v>
                </c:pt>
                <c:pt idx="1064">
                  <c:v>0.10534345358</c:v>
                </c:pt>
                <c:pt idx="1065">
                  <c:v>0.106227506008</c:v>
                </c:pt>
                <c:pt idx="1066">
                  <c:v>0.107121243993</c:v>
                </c:pt>
                <c:pt idx="1067">
                  <c:v>0.108024765774</c:v>
                </c:pt>
                <c:pt idx="1068">
                  <c:v>0.10893816951</c:v>
                </c:pt>
                <c:pt idx="1069">
                  <c:v>0.109861553212</c:v>
                </c:pt>
                <c:pt idx="1070">
                  <c:v>0.110795014679</c:v>
                </c:pt>
                <c:pt idx="1071">
                  <c:v>0.111738651429</c:v>
                </c:pt>
                <c:pt idx="1072">
                  <c:v>0.112692560631</c:v>
                </c:pt>
                <c:pt idx="1073">
                  <c:v>0.113656839026</c:v>
                </c:pt>
                <c:pt idx="1074">
                  <c:v>0.114631582851</c:v>
                </c:pt>
                <c:pt idx="1075">
                  <c:v>0.115616887761</c:v>
                </c:pt>
                <c:pt idx="1076">
                  <c:v>0.116612848743</c:v>
                </c:pt>
                <c:pt idx="1077">
                  <c:v>0.117619560031</c:v>
                </c:pt>
                <c:pt idx="1078">
                  <c:v>0.118637115014</c:v>
                </c:pt>
                <c:pt idx="1079">
                  <c:v>0.119665606149</c:v>
                </c:pt>
                <c:pt idx="1080">
                  <c:v>0.120705124857</c:v>
                </c:pt>
                <c:pt idx="1081">
                  <c:v>0.121755761433</c:v>
                </c:pt>
                <c:pt idx="1082">
                  <c:v>0.122817604936</c:v>
                </c:pt>
                <c:pt idx="1083">
                  <c:v>0.123890743091</c:v>
                </c:pt>
                <c:pt idx="1084">
                  <c:v>0.124975262175</c:v>
                </c:pt>
                <c:pt idx="1085">
                  <c:v>0.126071246909</c:v>
                </c:pt>
                <c:pt idx="1086">
                  <c:v>0.127178780346</c:v>
                </c:pt>
                <c:pt idx="1087">
                  <c:v>0.128297943748</c:v>
                </c:pt>
                <c:pt idx="1088">
                  <c:v>0.129428816472</c:v>
                </c:pt>
                <c:pt idx="1089">
                  <c:v>0.130571475844</c:v>
                </c:pt>
                <c:pt idx="1090">
                  <c:v>0.131725997034</c:v>
                </c:pt>
                <c:pt idx="1091">
                  <c:v>0.132892452931</c:v>
                </c:pt>
                <c:pt idx="1092">
                  <c:v>0.13407091401</c:v>
                </c:pt>
                <c:pt idx="1093">
                  <c:v>0.1352614482</c:v>
                </c:pt>
                <c:pt idx="1094">
                  <c:v>0.13646412075</c:v>
                </c:pt>
                <c:pt idx="1095">
                  <c:v>0.137678994092</c:v>
                </c:pt>
                <c:pt idx="1096">
                  <c:v>0.138906127705</c:v>
                </c:pt>
                <c:pt idx="1097">
                  <c:v>0.140145577969</c:v>
                </c:pt>
                <c:pt idx="1098">
                  <c:v>0.141397398032</c:v>
                </c:pt>
                <c:pt idx="1099">
                  <c:v>0.14266163766</c:v>
                </c:pt>
                <c:pt idx="1100">
                  <c:v>0.1439383431</c:v>
                </c:pt>
                <c:pt idx="1101">
                  <c:v>0.145227556932</c:v>
                </c:pt>
                <c:pt idx="1102">
                  <c:v>0.146529317927</c:v>
                </c:pt>
                <c:pt idx="1103">
                  <c:v>0.147843660903</c:v>
                </c:pt>
                <c:pt idx="1104">
                  <c:v>0.149170616581</c:v>
                </c:pt>
                <c:pt idx="1105">
                  <c:v>0.150510211442</c:v>
                </c:pt>
                <c:pt idx="1106">
                  <c:v>0.151862467584</c:v>
                </c:pt>
                <c:pt idx="1107">
                  <c:v>0.153227402586</c:v>
                </c:pt>
                <c:pt idx="1108">
                  <c:v>0.154605029364</c:v>
                </c:pt>
                <c:pt idx="1109">
                  <c:v>0.155995356037</c:v>
                </c:pt>
                <c:pt idx="1110">
                  <c:v>0.157398385795</c:v>
                </c:pt>
                <c:pt idx="1111">
                  <c:v>0.158814116766</c:v>
                </c:pt>
                <c:pt idx="1112">
                  <c:v>0.16024254189</c:v>
                </c:pt>
                <c:pt idx="1113">
                  <c:v>0.161683648797</c:v>
                </c:pt>
                <c:pt idx="1114">
                  <c:v>0.163137419685</c:v>
                </c:pt>
                <c:pt idx="1115">
                  <c:v>0.164603831212</c:v>
                </c:pt>
                <c:pt idx="1116">
                  <c:v>0.166082854383</c:v>
                </c:pt>
                <c:pt idx="1117">
                  <c:v>0.167574454449</c:v>
                </c:pt>
                <c:pt idx="1118">
                  <c:v>0.169078590812</c:v>
                </c:pt>
                <c:pt idx="1119">
                  <c:v>0.170595216934</c:v>
                </c:pt>
                <c:pt idx="1120">
                  <c:v>0.17212428026</c:v>
                </c:pt>
                <c:pt idx="1121">
                  <c:v>0.173665722135</c:v>
                </c:pt>
                <c:pt idx="1122">
                  <c:v>0.175219477747</c:v>
                </c:pt>
                <c:pt idx="1123">
                  <c:v>0.176785476063</c:v>
                </c:pt>
                <c:pt idx="1124">
                  <c:v>0.178363639786</c:v>
                </c:pt>
                <c:pt idx="1125">
                  <c:v>0.179953885311</c:v>
                </c:pt>
                <c:pt idx="1126">
                  <c:v>0.181556122701</c:v>
                </c:pt>
                <c:pt idx="1127">
                  <c:v>0.183170255663</c:v>
                </c:pt>
                <c:pt idx="1128">
                  <c:v>0.184796181543</c:v>
                </c:pt>
                <c:pt idx="1129">
                  <c:v>0.186433791325</c:v>
                </c:pt>
                <c:pt idx="1130">
                  <c:v>0.188082969648</c:v>
                </c:pt>
                <c:pt idx="1131">
                  <c:v>0.189743594827</c:v>
                </c:pt>
                <c:pt idx="1132">
                  <c:v>0.19141553889</c:v>
                </c:pt>
                <c:pt idx="1133">
                  <c:v>0.193098667625</c:v>
                </c:pt>
                <c:pt idx="1134">
                  <c:v>0.194792840636</c:v>
                </c:pt>
                <c:pt idx="1135">
                  <c:v>0.196497911417</c:v>
                </c:pt>
                <c:pt idx="1136">
                  <c:v>0.198213727432</c:v>
                </c:pt>
                <c:pt idx="1137">
                  <c:v>0.199940130204</c:v>
                </c:pt>
                <c:pt idx="1138">
                  <c:v>0.201676955427</c:v>
                </c:pt>
                <c:pt idx="1139">
                  <c:v>0.203424033073</c:v>
                </c:pt>
                <c:pt idx="1140">
                  <c:v>0.205181187523</c:v>
                </c:pt>
                <c:pt idx="1141">
                  <c:v>0.206948237701</c:v>
                </c:pt>
                <c:pt idx="1142">
                  <c:v>0.208724997221</c:v>
                </c:pt>
                <c:pt idx="1143">
                  <c:v>0.210511274546</c:v>
                </c:pt>
                <c:pt idx="1144">
                  <c:v>0.212306873146</c:v>
                </c:pt>
                <c:pt idx="1145">
                  <c:v>0.214111591678</c:v>
                </c:pt>
                <c:pt idx="1146">
                  <c:v>0.215925224167</c:v>
                </c:pt>
                <c:pt idx="1147">
                  <c:v>0.217747560193</c:v>
                </c:pt>
                <c:pt idx="1148">
                  <c:v>0.219578385085</c:v>
                </c:pt>
                <c:pt idx="1149">
                  <c:v>0.221417480128</c:v>
                </c:pt>
                <c:pt idx="1150">
                  <c:v>0.223264622765</c:v>
                </c:pt>
                <c:pt idx="1151">
                  <c:v>0.225119586807</c:v>
                </c:pt>
                <c:pt idx="1152">
                  <c:v>0.226982142649</c:v>
                </c:pt>
                <c:pt idx="1153">
                  <c:v>0.228852057485</c:v>
                </c:pt>
                <c:pt idx="1154">
                  <c:v>0.230729095525</c:v>
                </c:pt>
                <c:pt idx="1155">
                  <c:v>0.232613018215</c:v>
                </c:pt>
                <c:pt idx="1156">
                  <c:v>0.234503584447</c:v>
                </c:pt>
                <c:pt idx="1157">
                  <c:v>0.236400550783</c:v>
                </c:pt>
                <c:pt idx="1158">
                  <c:v>0.238303671662</c:v>
                </c:pt>
                <c:pt idx="1159">
                  <c:v>0.240212699609</c:v>
                </c:pt>
                <c:pt idx="1160">
                  <c:v>0.242127385438</c:v>
                </c:pt>
                <c:pt idx="1161">
                  <c:v>0.244047478453</c:v>
                </c:pt>
                <c:pt idx="1162">
                  <c:v>0.245972726633</c:v>
                </c:pt>
                <c:pt idx="1163">
                  <c:v>0.24790287682</c:v>
                </c:pt>
                <c:pt idx="1164">
                  <c:v>0.249837674888</c:v>
                </c:pt>
                <c:pt idx="1165">
                  <c:v>0.251776865906</c:v>
                </c:pt>
                <c:pt idx="1166">
                  <c:v>0.253720194292</c:v>
                </c:pt>
                <c:pt idx="1167">
                  <c:v>0.255667403953</c:v>
                </c:pt>
                <c:pt idx="1168">
                  <c:v>0.257618238409</c:v>
                </c:pt>
                <c:pt idx="1169">
                  <c:v>0.259572440906</c:v>
                </c:pt>
                <c:pt idx="1170">
                  <c:v>0.261529754516</c:v>
                </c:pt>
                <c:pt idx="1171">
                  <c:v>0.263489922216</c:v>
                </c:pt>
                <c:pt idx="1172">
                  <c:v>0.265452686959</c:v>
                </c:pt>
                <c:pt idx="1173">
                  <c:v>0.267417791714</c:v>
                </c:pt>
                <c:pt idx="1174">
                  <c:v>0.269384979505</c:v>
                </c:pt>
                <c:pt idx="1175">
                  <c:v>0.271353993418</c:v>
                </c:pt>
                <c:pt idx="1176">
                  <c:v>0.273324576595</c:v>
                </c:pt>
                <c:pt idx="1177">
                  <c:v>0.27529647221</c:v>
                </c:pt>
                <c:pt idx="1178">
                  <c:v>0.27726942342</c:v>
                </c:pt>
                <c:pt idx="1179">
                  <c:v>0.279243173297</c:v>
                </c:pt>
                <c:pt idx="1180">
                  <c:v>0.281217464743</c:v>
                </c:pt>
                <c:pt idx="1181">
                  <c:v>0.283192040379</c:v>
                </c:pt>
                <c:pt idx="1182">
                  <c:v>0.285166642415</c:v>
                </c:pt>
                <c:pt idx="1183">
                  <c:v>0.287141012497</c:v>
                </c:pt>
                <c:pt idx="1184">
                  <c:v>0.289114891535</c:v>
                </c:pt>
                <c:pt idx="1185">
                  <c:v>0.291088019508</c:v>
                </c:pt>
                <c:pt idx="1186">
                  <c:v>0.293060135242</c:v>
                </c:pt>
                <c:pt idx="1187">
                  <c:v>0.295030976176</c:v>
                </c:pt>
                <c:pt idx="1188">
                  <c:v>0.297000278101</c:v>
                </c:pt>
                <c:pt idx="1189">
                  <c:v>0.298967774875</c:v>
                </c:pt>
                <c:pt idx="1190">
                  <c:v>0.300933198121</c:v>
                </c:pt>
                <c:pt idx="1191">
                  <c:v>0.302896276906</c:v>
                </c:pt>
                <c:pt idx="1192">
                  <c:v>0.304856737391</c:v>
                </c:pt>
                <c:pt idx="1193">
                  <c:v>0.306814302473</c:v>
                </c:pt>
                <c:pt idx="1194">
                  <c:v>0.308768691397</c:v>
                </c:pt>
                <c:pt idx="1195">
                  <c:v>0.310719619354</c:v>
                </c:pt>
                <c:pt idx="1196">
                  <c:v>0.312666797061</c:v>
                </c:pt>
                <c:pt idx="1197">
                  <c:v>0.314609930325</c:v>
                </c:pt>
                <c:pt idx="1198">
                  <c:v>0.316548719585</c:v>
                </c:pt>
                <c:pt idx="1199">
                  <c:v>0.318482859445</c:v>
                </c:pt>
                <c:pt idx="1200">
                  <c:v>0.320412038189</c:v>
                </c:pt>
                <c:pt idx="1201">
                  <c:v>0.322335937283</c:v>
                </c:pt>
                <c:pt idx="1202">
                  <c:v>0.324254230867</c:v>
                </c:pt>
                <c:pt idx="1203">
                  <c:v>0.326166585234</c:v>
                </c:pt>
                <c:pt idx="1204">
                  <c:v>0.3280726583</c:v>
                </c:pt>
                <c:pt idx="1205">
                  <c:v>0.329972099068</c:v>
                </c:pt>
                <c:pt idx="1206">
                  <c:v>0.331864547089</c:v>
                </c:pt>
                <c:pt idx="1207">
                  <c:v>0.333749631909</c:v>
                </c:pt>
                <c:pt idx="1208">
                  <c:v>0.335626972525</c:v>
                </c:pt>
                <c:pt idx="1209">
                  <c:v>0.337496176835</c:v>
                </c:pt>
                <c:pt idx="1210">
                  <c:v>0.339356841092</c:v>
                </c:pt>
                <c:pt idx="1211">
                  <c:v>0.341208549362</c:v>
                </c:pt>
                <c:pt idx="1212">
                  <c:v>0.343050872989</c:v>
                </c:pt>
                <c:pt idx="1213">
                  <c:v>0.344883370071</c:v>
                </c:pt>
                <c:pt idx="1214">
                  <c:v>0.346705584944</c:v>
                </c:pt>
                <c:pt idx="1215">
                  <c:v>0.348517047688</c:v>
                </c:pt>
                <c:pt idx="1216">
                  <c:v>0.350317273647</c:v>
                </c:pt>
                <c:pt idx="1217">
                  <c:v>0.352105762966</c:v>
                </c:pt>
                <c:pt idx="1218">
                  <c:v>0.353882000161</c:v>
                </c:pt>
                <c:pt idx="1219">
                  <c:v>0.355645453711</c:v>
                </c:pt>
                <c:pt idx="1220">
                  <c:v>0.357395575682</c:v>
                </c:pt>
                <c:pt idx="1221">
                  <c:v>0.359131801385</c:v>
                </c:pt>
                <c:pt idx="1222">
                  <c:v>0.360853549071</c:v>
                </c:pt>
                <c:pt idx="1223">
                  <c:v>0.36256021967</c:v>
                </c:pt>
                <c:pt idx="1224">
                  <c:v>0.364251196573</c:v>
                </c:pt>
                <c:pt idx="1225">
                  <c:v>0.365925845459</c:v>
                </c:pt>
                <c:pt idx="1226">
                  <c:v>0.367583514181</c:v>
                </c:pt>
                <c:pt idx="1227">
                  <c:v>0.369223532701</c:v>
                </c:pt>
                <c:pt idx="1228">
                  <c:v>0.370845213086</c:v>
                </c:pt>
                <c:pt idx="1229">
                  <c:v>0.372447849567</c:v>
                </c:pt>
                <c:pt idx="1230">
                  <c:v>0.37403071866</c:v>
                </c:pt>
                <c:pt idx="1231">
                  <c:v>0.375593079361</c:v>
                </c:pt>
                <c:pt idx="1232">
                  <c:v>0.377134173406</c:v>
                </c:pt>
                <c:pt idx="1233">
                  <c:v>0.378653225607</c:v>
                </c:pt>
                <c:pt idx="1234">
                  <c:v>0.380149444269</c:v>
                </c:pt>
                <c:pt idx="1235">
                  <c:v>0.381622021679</c:v>
                </c:pt>
                <c:pt idx="1236">
                  <c:v>0.38307013468</c:v>
                </c:pt>
                <c:pt idx="1237">
                  <c:v>0.384492945323</c:v>
                </c:pt>
                <c:pt idx="1238">
                  <c:v>0.385889601612</c:v>
                </c:pt>
                <c:pt idx="1239">
                  <c:v>0.387259238319</c:v>
                </c:pt>
                <c:pt idx="1240">
                  <c:v>0.3886009779</c:v>
                </c:pt>
                <c:pt idx="1241">
                  <c:v>0.389913931483</c:v>
                </c:pt>
                <c:pt idx="1242">
                  <c:v>0.39119719995</c:v>
                </c:pt>
                <c:pt idx="1243">
                  <c:v>0.392449875096</c:v>
                </c:pt>
                <c:pt idx="1244">
                  <c:v>0.39367104088</c:v>
                </c:pt>
                <c:pt idx="1245">
                  <c:v>0.394859774746</c:v>
                </c:pt>
                <c:pt idx="1246">
                  <c:v>0.396015149032</c:v>
                </c:pt>
                <c:pt idx="1247">
                  <c:v>0.397136232452</c:v>
                </c:pt>
                <c:pt idx="1248">
                  <c:v>0.398222091649</c:v>
                </c:pt>
                <c:pt idx="1249">
                  <c:v>0.399271792821</c:v>
                </c:pt>
                <c:pt idx="1250">
                  <c:v>0.400284403409</c:v>
                </c:pt>
                <c:pt idx="1251">
                  <c:v>0.401258993847</c:v>
                </c:pt>
                <c:pt idx="1252">
                  <c:v>0.402194639365</c:v>
                </c:pt>
                <c:pt idx="1253">
                  <c:v>0.403090421844</c:v>
                </c:pt>
                <c:pt idx="1254">
                  <c:v>0.403945431712</c:v>
                </c:pt>
                <c:pt idx="1255">
                  <c:v>0.40475876988</c:v>
                </c:pt>
                <c:pt idx="1256">
                  <c:v>0.405529549702</c:v>
                </c:pt>
                <c:pt idx="1257">
                  <c:v>0.406256898962</c:v>
                </c:pt>
                <c:pt idx="1258">
                  <c:v>0.406939961877</c:v>
                </c:pt>
                <c:pt idx="1259">
                  <c:v>0.407577901105</c:v>
                </c:pt>
                <c:pt idx="1260">
                  <c:v>0.408169899753</c:v>
                </c:pt>
                <c:pt idx="1261">
                  <c:v>0.408715163375</c:v>
                </c:pt>
                <c:pt idx="1262">
                  <c:v>0.409212921957</c:v>
                </c:pt>
                <c:pt idx="1263">
                  <c:v>0.409662431876</c:v>
                </c:pt>
                <c:pt idx="1264">
                  <c:v>0.410062977819</c:v>
                </c:pt>
                <c:pt idx="1265">
                  <c:v>0.41041387467</c:v>
                </c:pt>
                <c:pt idx="1266">
                  <c:v>0.410714469345</c:v>
                </c:pt>
                <c:pt idx="1267">
                  <c:v>0.410964142561</c:v>
                </c:pt>
                <c:pt idx="1268">
                  <c:v>0.411162310557</c:v>
                </c:pt>
                <c:pt idx="1269">
                  <c:v>0.411308426724</c:v>
                </c:pt>
                <c:pt idx="1270">
                  <c:v>0.41140198317</c:v>
                </c:pt>
                <c:pt idx="1271">
                  <c:v>0.411442512189</c:v>
                </c:pt>
                <c:pt idx="1272">
                  <c:v>0.411429587649</c:v>
                </c:pt>
                <c:pt idx="1273">
                  <c:v>0.411362826269</c:v>
                </c:pt>
                <c:pt idx="1274">
                  <c:v>0.411241888804</c:v>
                </c:pt>
                <c:pt idx="1275">
                  <c:v>0.411066481115</c:v>
                </c:pt>
                <c:pt idx="1276">
                  <c:v>0.410836355135</c:v>
                </c:pt>
                <c:pt idx="1277">
                  <c:v>0.410551309709</c:v>
                </c:pt>
                <c:pt idx="1278">
                  <c:v>0.410211191326</c:v>
                </c:pt>
                <c:pt idx="1279">
                  <c:v>0.409815894726</c:v>
                </c:pt>
                <c:pt idx="1280">
                  <c:v>0.409365363386</c:v>
                </c:pt>
                <c:pt idx="1281">
                  <c:v>0.408859589878</c:v>
                </c:pt>
                <c:pt idx="1282">
                  <c:v>0.408298616115</c:v>
                </c:pt>
                <c:pt idx="1283">
                  <c:v>0.407682533462</c:v>
                </c:pt>
                <c:pt idx="1284">
                  <c:v>0.407011482729</c:v>
                </c:pt>
                <c:pt idx="1285">
                  <c:v>0.406285654044</c:v>
                </c:pt>
                <c:pt idx="1286">
                  <c:v>0.405505286606</c:v>
                </c:pt>
                <c:pt idx="1287">
                  <c:v>0.404670668323</c:v>
                </c:pt>
                <c:pt idx="1288">
                  <c:v>0.403782135329</c:v>
                </c:pt>
                <c:pt idx="1289">
                  <c:v>0.402840071399</c:v>
                </c:pt>
                <c:pt idx="1290">
                  <c:v>0.401844907253</c:v>
                </c:pt>
                <c:pt idx="1291">
                  <c:v>0.400797119758</c:v>
                </c:pt>
                <c:pt idx="1292">
                  <c:v>0.399697231034</c:v>
                </c:pt>
                <c:pt idx="1293">
                  <c:v>0.398545807463</c:v>
                </c:pt>
                <c:pt idx="1294">
                  <c:v>0.397343458609</c:v>
                </c:pt>
                <c:pt idx="1295">
                  <c:v>0.396090836065</c:v>
                </c:pt>
                <c:pt idx="1296">
                  <c:v>0.394788632208</c:v>
                </c:pt>
                <c:pt idx="1297">
                  <c:v>0.393437578891</c:v>
                </c:pt>
                <c:pt idx="1298">
                  <c:v>0.392038446068</c:v>
                </c:pt>
                <c:pt idx="1299">
                  <c:v>0.390592040357</c:v>
                </c:pt>
                <c:pt idx="1300">
                  <c:v>0.389099203545</c:v>
                </c:pt>
                <c:pt idx="1301">
                  <c:v>0.387560811048</c:v>
                </c:pt>
                <c:pt idx="1302">
                  <c:v>0.385977770327</c:v>
                </c:pt>
                <c:pt idx="1303">
                  <c:v>0.384351019262</c:v>
                </c:pt>
                <c:pt idx="1304">
                  <c:v>0.3826815245</c:v>
                </c:pt>
                <c:pt idx="1305">
                  <c:v>0.380970279765</c:v>
                </c:pt>
                <c:pt idx="1306">
                  <c:v>0.379218304158</c:v>
                </c:pt>
                <c:pt idx="1307">
                  <c:v>0.377426640433</c:v>
                </c:pt>
                <c:pt idx="1308">
                  <c:v>0.375596353261</c:v>
                </c:pt>
                <c:pt idx="1309">
                  <c:v>0.373728527488</c:v>
                </c:pt>
                <c:pt idx="1310">
                  <c:v>0.37182426639</c:v>
                </c:pt>
                <c:pt idx="1311">
                  <c:v>0.369884689929</c:v>
                </c:pt>
                <c:pt idx="1312">
                  <c:v>0.367910933014</c:v>
                </c:pt>
                <c:pt idx="1313">
                  <c:v>0.365904143773</c:v>
                </c:pt>
                <c:pt idx="1314">
                  <c:v>0.363865481835</c:v>
                </c:pt>
                <c:pt idx="1315">
                  <c:v>0.361796116634</c:v>
                </c:pt>
                <c:pt idx="1316">
                  <c:v>0.359697225726</c:v>
                </c:pt>
                <c:pt idx="1317">
                  <c:v>0.357569993138</c:v>
                </c:pt>
                <c:pt idx="1318">
                  <c:v>0.355415607733</c:v>
                </c:pt>
                <c:pt idx="1319">
                  <c:v>0.353235261614</c:v>
                </c:pt>
                <c:pt idx="1320">
                  <c:v>0.351030148552</c:v>
                </c:pt>
                <c:pt idx="1321">
                  <c:v>0.348801462453</c:v>
                </c:pt>
                <c:pt idx="1322">
                  <c:v>0.346550395859</c:v>
                </c:pt>
                <c:pt idx="1323">
                  <c:v>0.344278138484</c:v>
                </c:pt>
                <c:pt idx="1324">
                  <c:v>0.341985875804</c:v>
                </c:pt>
                <c:pt idx="1325">
                  <c:v>0.33967478767</c:v>
                </c:pt>
                <c:pt idx="1326">
                  <c:v>0.337346046979</c:v>
                </c:pt>
                <c:pt idx="1327">
                  <c:v>0.335000818387</c:v>
                </c:pt>
                <c:pt idx="1328">
                  <c:v>0.332640257065</c:v>
                </c:pt>
                <c:pt idx="1329">
                  <c:v>0.330265507509</c:v>
                </c:pt>
                <c:pt idx="1330">
                  <c:v>0.327877702395</c:v>
                </c:pt>
                <c:pt idx="1331">
                  <c:v>0.325477961484</c:v>
                </c:pt>
                <c:pt idx="1332">
                  <c:v>0.323067390584</c:v>
                </c:pt>
                <c:pt idx="1333">
                  <c:v>0.320647080553</c:v>
                </c:pt>
                <c:pt idx="1334">
                  <c:v>0.318218106366</c:v>
                </c:pt>
                <c:pt idx="1335">
                  <c:v>0.315781526224</c:v>
                </c:pt>
                <c:pt idx="1336">
                  <c:v>0.313338380728</c:v>
                </c:pt>
                <c:pt idx="1337">
                  <c:v>0.31088969209</c:v>
                </c:pt>
                <c:pt idx="1338">
                  <c:v>0.308436463416</c:v>
                </c:pt>
                <c:pt idx="1339">
                  <c:v>0.305979678028</c:v>
                </c:pt>
                <c:pt idx="1340">
                  <c:v>0.303520298843</c:v>
                </c:pt>
                <c:pt idx="1341">
                  <c:v>0.301059267809</c:v>
                </c:pt>
                <c:pt idx="1342">
                  <c:v>0.298597505387</c:v>
                </c:pt>
                <c:pt idx="1343">
                  <c:v>0.296135910088</c:v>
                </c:pt>
                <c:pt idx="1344">
                  <c:v>0.293675358063</c:v>
                </c:pt>
                <c:pt idx="1345">
                  <c:v>0.291216702737</c:v>
                </c:pt>
                <c:pt idx="1346">
                  <c:v>0.288760774499</c:v>
                </c:pt>
                <c:pt idx="1347">
                  <c:v>0.286308380436</c:v>
                </c:pt>
                <c:pt idx="1348">
                  <c:v>0.283860304119</c:v>
                </c:pt>
                <c:pt idx="1349">
                  <c:v>0.281417305425</c:v>
                </c:pt>
                <c:pt idx="1350">
                  <c:v>0.278980120421</c:v>
                </c:pt>
                <c:pt idx="1351">
                  <c:v>0.276549461273</c:v>
                </c:pt>
                <c:pt idx="1352">
                  <c:v>0.274126016209</c:v>
                </c:pt>
                <c:pt idx="1353">
                  <c:v>0.271710449519</c:v>
                </c:pt>
                <c:pt idx="1354">
                  <c:v>0.269303401597</c:v>
                </c:pt>
                <c:pt idx="1355">
                  <c:v>0.266905489012</c:v>
                </c:pt>
                <c:pt idx="1356">
                  <c:v>0.264517304627</c:v>
                </c:pt>
                <c:pt idx="1357">
                  <c:v>0.262139417741</c:v>
                </c:pt>
                <c:pt idx="1358">
                  <c:v>0.259772374274</c:v>
                </c:pt>
                <c:pt idx="1359">
                  <c:v>0.257416696972</c:v>
                </c:pt>
                <c:pt idx="1360">
                  <c:v>0.25507288565</c:v>
                </c:pt>
                <c:pt idx="1361">
                  <c:v>0.252741417458</c:v>
                </c:pt>
                <c:pt idx="1362">
                  <c:v>0.250422747172</c:v>
                </c:pt>
                <c:pt idx="1363">
                  <c:v>0.248117307513</c:v>
                </c:pt>
                <c:pt idx="1364">
                  <c:v>0.245825509482</c:v>
                </c:pt>
                <c:pt idx="1365">
                  <c:v>0.243547742719</c:v>
                </c:pt>
                <c:pt idx="1366">
                  <c:v>0.241284375882</c:v>
                </c:pt>
                <c:pt idx="1367">
                  <c:v>0.239035757043</c:v>
                </c:pt>
                <c:pt idx="1368">
                  <c:v>0.236802214089</c:v>
                </c:pt>
                <c:pt idx="1369">
                  <c:v>0.234584055156</c:v>
                </c:pt>
                <c:pt idx="1370">
                  <c:v>0.232381569057</c:v>
                </c:pt>
                <c:pt idx="1371">
                  <c:v>0.230195025729</c:v>
                </c:pt>
                <c:pt idx="1372">
                  <c:v>0.228024676692</c:v>
                </c:pt>
                <c:pt idx="1373">
                  <c:v>0.225870755507</c:v>
                </c:pt>
                <c:pt idx="1374">
                  <c:v>0.223733478249</c:v>
                </c:pt>
                <c:pt idx="1375">
                  <c:v>0.221613043979</c:v>
                </c:pt>
                <c:pt idx="1376">
                  <c:v>0.219509635224</c:v>
                </c:pt>
                <c:pt idx="1377">
                  <c:v>0.217423418456</c:v>
                </c:pt>
                <c:pt idx="1378">
                  <c:v>0.215354544574</c:v>
                </c:pt>
                <c:pt idx="1379">
                  <c:v>0.213303149392</c:v>
                </c:pt>
                <c:pt idx="1380">
                  <c:v>0.211269354112</c:v>
                </c:pt>
                <c:pt idx="1381">
                  <c:v>0.209253265813</c:v>
                </c:pt>
                <c:pt idx="1382">
                  <c:v>0.207254977925</c:v>
                </c:pt>
                <c:pt idx="1383">
                  <c:v>0.205274570703</c:v>
                </c:pt>
                <c:pt idx="1384">
                  <c:v>0.2033121117</c:v>
                </c:pt>
                <c:pt idx="1385">
                  <c:v>0.201367656234</c:v>
                </c:pt>
                <c:pt idx="1386">
                  <c:v>0.199441247843</c:v>
                </c:pt>
                <c:pt idx="1387">
                  <c:v>0.197532918746</c:v>
                </c:pt>
                <c:pt idx="1388">
                  <c:v>0.195642690287</c:v>
                </c:pt>
                <c:pt idx="1389">
                  <c:v>0.193770573376</c:v>
                </c:pt>
                <c:pt idx="1390">
                  <c:v>0.191916568924</c:v>
                </c:pt>
                <c:pt idx="1391">
                  <c:v>0.190080668265</c:v>
                </c:pt>
                <c:pt idx="1392">
                  <c:v>0.188262853577</c:v>
                </c:pt>
                <c:pt idx="1393">
                  <c:v>0.186463098286</c:v>
                </c:pt>
                <c:pt idx="1394">
                  <c:v>0.184681367467</c:v>
                </c:pt>
                <c:pt idx="1395">
                  <c:v>0.182917618234</c:v>
                </c:pt>
                <c:pt idx="1396">
                  <c:v>0.181171800123</c:v>
                </c:pt>
                <c:pt idx="1397">
                  <c:v>0.179443855457</c:v>
                </c:pt>
                <c:pt idx="1398">
                  <c:v>0.177733719715</c:v>
                </c:pt>
                <c:pt idx="1399">
                  <c:v>0.176041321877</c:v>
                </c:pt>
                <c:pt idx="1400">
                  <c:v>0.174366584771</c:v>
                </c:pt>
                <c:pt idx="1401">
                  <c:v>0.172709425404</c:v>
                </c:pt>
                <c:pt idx="1402">
                  <c:v>0.171069755281</c:v>
                </c:pt>
                <c:pt idx="1403">
                  <c:v>0.169447480722</c:v>
                </c:pt>
                <c:pt idx="1404">
                  <c:v>0.167842503161</c:v>
                </c:pt>
                <c:pt idx="1405">
                  <c:v>0.166254719444</c:v>
                </c:pt>
                <c:pt idx="1406">
                  <c:v>0.164684022105</c:v>
                </c:pt>
                <c:pt idx="1407">
                  <c:v>0.163130299645</c:v>
                </c:pt>
                <c:pt idx="1408">
                  <c:v>0.161593436796</c:v>
                </c:pt>
                <c:pt idx="1409">
                  <c:v>0.160073314773</c:v>
                </c:pt>
                <c:pt idx="1410">
                  <c:v>0.158569811522</c:v>
                </c:pt>
                <c:pt idx="1411">
                  <c:v>0.157082801958</c:v>
                </c:pt>
                <c:pt idx="1412">
                  <c:v>0.155612158188</c:v>
                </c:pt>
                <c:pt idx="1413">
                  <c:v>0.154157749734</c:v>
                </c:pt>
                <c:pt idx="1414">
                  <c:v>0.152719443744</c:v>
                </c:pt>
                <c:pt idx="1415">
                  <c:v>0.151297105191</c:v>
                </c:pt>
                <c:pt idx="1416">
                  <c:v>0.149890597068</c:v>
                </c:pt>
                <c:pt idx="1417">
                  <c:v>0.148499780577</c:v>
                </c:pt>
                <c:pt idx="1418">
                  <c:v>0.147124515302</c:v>
                </c:pt>
                <c:pt idx="1419">
                  <c:v>0.145764659384</c:v>
                </c:pt>
                <c:pt idx="1420">
                  <c:v>0.144420069682</c:v>
                </c:pt>
                <c:pt idx="1421">
                  <c:v>0.143090601928</c:v>
                </c:pt>
                <c:pt idx="1422">
                  <c:v>0.141776110879</c:v>
                </c:pt>
                <c:pt idx="1423">
                  <c:v>0.140476450456</c:v>
                </c:pt>
                <c:pt idx="1424">
                  <c:v>0.139191473884</c:v>
                </c:pt>
                <c:pt idx="1425">
                  <c:v>0.137921033814</c:v>
                </c:pt>
                <c:pt idx="1426">
                  <c:v>0.136664982453</c:v>
                </c:pt>
                <c:pt idx="1427">
                  <c:v>0.135423171678</c:v>
                </c:pt>
                <c:pt idx="1428">
                  <c:v>0.134195453147</c:v>
                </c:pt>
                <c:pt idx="1429">
                  <c:v>0.132981678405</c:v>
                </c:pt>
                <c:pt idx="1430">
                  <c:v>0.131781698984</c:v>
                </c:pt>
                <c:pt idx="1431">
                  <c:v>0.1305953665</c:v>
                </c:pt>
                <c:pt idx="1432">
                  <c:v>0.129422532738</c:v>
                </c:pt>
                <c:pt idx="1433">
                  <c:v>0.128263049743</c:v>
                </c:pt>
                <c:pt idx="1434">
                  <c:v>0.127116769897</c:v>
                </c:pt>
                <c:pt idx="1435">
                  <c:v>0.125983545996</c:v>
                </c:pt>
                <c:pt idx="1436">
                  <c:v>0.124863231321</c:v>
                </c:pt>
                <c:pt idx="1437">
                  <c:v>0.123755679704</c:v>
                </c:pt>
                <c:pt idx="1438">
                  <c:v>0.122660745596</c:v>
                </c:pt>
                <c:pt idx="1439">
                  <c:v>0.121578284122</c:v>
                </c:pt>
                <c:pt idx="1440">
                  <c:v>0.120508151139</c:v>
                </c:pt>
                <c:pt idx="1441">
                  <c:v>0.119450203287</c:v>
                </c:pt>
                <c:pt idx="1442">
                  <c:v>0.118404298041</c:v>
                </c:pt>
                <c:pt idx="1443">
                  <c:v>0.117370293752</c:v>
                </c:pt>
                <c:pt idx="1444">
                  <c:v>0.116348049694</c:v>
                </c:pt>
                <c:pt idx="1445">
                  <c:v>0.115337426102</c:v>
                </c:pt>
                <c:pt idx="1446">
                  <c:v>0.114338284207</c:v>
                </c:pt>
                <c:pt idx="1447">
                  <c:v>0.113350486273</c:v>
                </c:pt>
                <c:pt idx="1448">
                  <c:v>0.112373895628</c:v>
                </c:pt>
                <c:pt idx="1449">
                  <c:v>0.11140837669</c:v>
                </c:pt>
                <c:pt idx="1450">
                  <c:v>0.110453794996</c:v>
                </c:pt>
                <c:pt idx="1451">
                  <c:v>0.109510017227</c:v>
                </c:pt>
                <c:pt idx="1452">
                  <c:v>0.108576911229</c:v>
                </c:pt>
                <c:pt idx="1453">
                  <c:v>0.107654346034</c:v>
                </c:pt>
                <c:pt idx="1454">
                  <c:v>0.106742191874</c:v>
                </c:pt>
                <c:pt idx="1455">
                  <c:v>0.105840320206</c:v>
                </c:pt>
                <c:pt idx="1456">
                  <c:v>0.104948603716</c:v>
                </c:pt>
                <c:pt idx="1457">
                  <c:v>0.104066916342</c:v>
                </c:pt>
                <c:pt idx="1458">
                  <c:v>0.103195133275</c:v>
                </c:pt>
                <c:pt idx="1459">
                  <c:v>0.10233313098</c:v>
                </c:pt>
                <c:pt idx="1460">
                  <c:v>0.101480787192</c:v>
                </c:pt>
                <c:pt idx="1461">
                  <c:v>0.100637980935</c:v>
                </c:pt>
                <c:pt idx="1462">
                  <c:v>0.0998045925177</c:v>
                </c:pt>
                <c:pt idx="1463">
                  <c:v>0.0989805035436</c:v>
                </c:pt>
                <c:pt idx="1464">
                  <c:v>0.0981655969124</c:v>
                </c:pt>
                <c:pt idx="1465">
                  <c:v>0.0973597568225</c:v>
                </c:pt>
                <c:pt idx="1466">
                  <c:v>0.0965628687715</c:v>
                </c:pt>
                <c:pt idx="1467">
                  <c:v>0.095774819557</c:v>
                </c:pt>
                <c:pt idx="1468">
                  <c:v>0.0949954972755</c:v>
                </c:pt>
                <c:pt idx="1469">
                  <c:v>0.0942247913206</c:v>
                </c:pt>
                <c:pt idx="1470">
                  <c:v>0.0934625923806</c:v>
                </c:pt>
                <c:pt idx="1471">
                  <c:v>0.0927087924354</c:v>
                </c:pt>
                <c:pt idx="1472">
                  <c:v>0.0919632847522</c:v>
                </c:pt>
                <c:pt idx="1473">
                  <c:v>0.0912259638811</c:v>
                </c:pt>
                <c:pt idx="1474">
                  <c:v>0.0904967256496</c:v>
                </c:pt>
                <c:pt idx="1475">
                  <c:v>0.0897754671569</c:v>
                </c:pt>
                <c:pt idx="1476">
                  <c:v>0.0890620867672</c:v>
                </c:pt>
                <c:pt idx="1477">
                  <c:v>0.088356484103</c:v>
                </c:pt>
                <c:pt idx="1478">
                  <c:v>0.0876585600375</c:v>
                </c:pt>
                <c:pt idx="1479">
                  <c:v>0.0869682166865</c:v>
                </c:pt>
                <c:pt idx="1480">
                  <c:v>0.0862853574006</c:v>
                </c:pt>
                <c:pt idx="1481">
                  <c:v>0.0856098867558</c:v>
                </c:pt>
                <c:pt idx="1482">
                  <c:v>0.0849417105453</c:v>
                </c:pt>
                <c:pt idx="1483">
                  <c:v>0.0842807357692</c:v>
                </c:pt>
                <c:pt idx="1484">
                  <c:v>0.0836268706254</c:v>
                </c:pt>
                <c:pt idx="1485">
                  <c:v>0.0829800244994</c:v>
                </c:pt>
                <c:pt idx="1486">
                  <c:v>0.0823401079542</c:v>
                </c:pt>
                <c:pt idx="1487">
                  <c:v>0.0817070327197</c:v>
                </c:pt>
                <c:pt idx="1488">
                  <c:v>0.081080711682</c:v>
                </c:pt>
                <c:pt idx="1489">
                  <c:v>0.0804610588727</c:v>
                </c:pt>
                <c:pt idx="1490">
                  <c:v>0.0798479894578</c:v>
                </c:pt>
                <c:pt idx="1491">
                  <c:v>0.0792414197264</c:v>
                </c:pt>
                <c:pt idx="1492">
                  <c:v>0.0786412670798</c:v>
                </c:pt>
                <c:pt idx="1493">
                  <c:v>0.0780474500192</c:v>
                </c:pt>
                <c:pt idx="1494">
                  <c:v>0.0774598881352</c:v>
                </c:pt>
                <c:pt idx="1495">
                  <c:v>0.0768785020953</c:v>
                </c:pt>
                <c:pt idx="1496">
                  <c:v>0.076303213633</c:v>
                </c:pt>
                <c:pt idx="1497">
                  <c:v>0.0757339455351</c:v>
                </c:pt>
                <c:pt idx="1498">
                  <c:v>0.0751706216309</c:v>
                </c:pt>
                <c:pt idx="1499">
                  <c:v>0.0746131667794</c:v>
                </c:pt>
                <c:pt idx="1500">
                  <c:v>0.0740615068581</c:v>
                </c:pt>
                <c:pt idx="1501">
                  <c:v>0.073515568751</c:v>
                </c:pt>
                <c:pt idx="1502">
                  <c:v>0.0729752803363</c:v>
                </c:pt>
                <c:pt idx="1503">
                  <c:v>0.072440570475</c:v>
                </c:pt>
                <c:pt idx="1504">
                  <c:v>0.0719113689989</c:v>
                </c:pt>
                <c:pt idx="1505">
                  <c:v>0.0713876066983</c:v>
                </c:pt>
                <c:pt idx="1506">
                  <c:v>0.0708692153111</c:v>
                </c:pt>
                <c:pt idx="1507">
                  <c:v>0.0703561275099</c:v>
                </c:pt>
                <c:pt idx="1508">
                  <c:v>0.0698482768911</c:v>
                </c:pt>
                <c:pt idx="1509">
                  <c:v>0.0693455979629</c:v>
                </c:pt>
                <c:pt idx="1510">
                  <c:v>0.0688480261336</c:v>
                </c:pt>
                <c:pt idx="1511">
                  <c:v>0.0683554977</c:v>
                </c:pt>
                <c:pt idx="1512">
                  <c:v>0.067867949836</c:v>
                </c:pt>
                <c:pt idx="1513">
                  <c:v>0.0673853205811</c:v>
                </c:pt>
                <c:pt idx="1514">
                  <c:v>0.0669075488291</c:v>
                </c:pt>
                <c:pt idx="1515">
                  <c:v>0.0664345743165</c:v>
                </c:pt>
                <c:pt idx="1516">
                  <c:v>0.0659663376117</c:v>
                </c:pt>
                <c:pt idx="1517">
                  <c:v>0.0655027801037</c:v>
                </c:pt>
                <c:pt idx="1518">
                  <c:v>0.0650438439908</c:v>
                </c:pt>
                <c:pt idx="1519">
                  <c:v>0.06458947227</c:v>
                </c:pt>
                <c:pt idx="1520">
                  <c:v>0.0641396087262</c:v>
                </c:pt>
                <c:pt idx="1521">
                  <c:v>0.063694197921</c:v>
                </c:pt>
                <c:pt idx="1522">
                  <c:v>0.0632531851824</c:v>
                </c:pt>
                <c:pt idx="1523">
                  <c:v>0.0628165165941</c:v>
                </c:pt>
                <c:pt idx="1524">
                  <c:v>0.0623841389852</c:v>
                </c:pt>
                <c:pt idx="1525">
                  <c:v>0.0619559999198</c:v>
                </c:pt>
                <c:pt idx="1526">
                  <c:v>0.0615320476863</c:v>
                </c:pt>
                <c:pt idx="1527">
                  <c:v>0.0611122312882</c:v>
                </c:pt>
                <c:pt idx="1528">
                  <c:v>0.060696500433</c:v>
                </c:pt>
                <c:pt idx="1529">
                  <c:v>0.0602848055232</c:v>
                </c:pt>
                <c:pt idx="1530">
                  <c:v>0.0598770976459</c:v>
                </c:pt>
                <c:pt idx="1531">
                  <c:v>0.0594733285633</c:v>
                </c:pt>
                <c:pt idx="1532">
                  <c:v>0.0590734507032</c:v>
                </c:pt>
                <c:pt idx="1533">
                  <c:v>0.0586774171493</c:v>
                </c:pt>
                <c:pt idx="1534">
                  <c:v>0.058285181632</c:v>
                </c:pt>
                <c:pt idx="1535">
                  <c:v>0.0578966985192</c:v>
                </c:pt>
                <c:pt idx="1536">
                  <c:v>0.0575119228069</c:v>
                </c:pt>
                <c:pt idx="1537">
                  <c:v>0.0571308101104</c:v>
                </c:pt>
                <c:pt idx="1538">
                  <c:v>0.0567533166555</c:v>
                </c:pt>
                <c:pt idx="1539">
                  <c:v>0.0563793992694</c:v>
                </c:pt>
                <c:pt idx="1540">
                  <c:v>0.0560090153719</c:v>
                </c:pt>
                <c:pt idx="1541">
                  <c:v>0.0556421229674</c:v>
                </c:pt>
                <c:pt idx="1542">
                  <c:v>0.0552786806359</c:v>
                </c:pt>
                <c:pt idx="1543">
                  <c:v>0.0549186475249</c:v>
                </c:pt>
                <c:pt idx="1544">
                  <c:v>0.054561983341</c:v>
                </c:pt>
                <c:pt idx="1545">
                  <c:v>0.0542086483418</c:v>
                </c:pt>
                <c:pt idx="1546">
                  <c:v>0.0538586033281</c:v>
                </c:pt>
                <c:pt idx="1547">
                  <c:v>0.0535118096356</c:v>
                </c:pt>
                <c:pt idx="1548">
                  <c:v>0.0531682291273</c:v>
                </c:pt>
                <c:pt idx="1549">
                  <c:v>0.0528278241858</c:v>
                </c:pt>
                <c:pt idx="1550">
                  <c:v>0.0524905577056</c:v>
                </c:pt>
                <c:pt idx="1551">
                  <c:v>0.0521563930859</c:v>
                </c:pt>
                <c:pt idx="1552">
                  <c:v>0.0518252942227</c:v>
                </c:pt>
                <c:pt idx="1553">
                  <c:v>0.051497225502</c:v>
                </c:pt>
                <c:pt idx="1554">
                  <c:v>0.0511721517923</c:v>
                </c:pt>
                <c:pt idx="1555">
                  <c:v>0.0508500384375</c:v>
                </c:pt>
                <c:pt idx="1556">
                  <c:v>0.0505308512504</c:v>
                </c:pt>
                <c:pt idx="1557">
                  <c:v>0.0502145565052</c:v>
                </c:pt>
                <c:pt idx="1558">
                  <c:v>0.049901120931</c:v>
                </c:pt>
                <c:pt idx="1559">
                  <c:v>0.0495905117053</c:v>
                </c:pt>
                <c:pt idx="1560">
                  <c:v>0.0492826964469</c:v>
                </c:pt>
                <c:pt idx="1561">
                  <c:v>0.04897764321</c:v>
                </c:pt>
                <c:pt idx="1562">
                  <c:v>0.0486753204774</c:v>
                </c:pt>
                <c:pt idx="1563">
                  <c:v>0.0483756971544</c:v>
                </c:pt>
                <c:pt idx="1564">
                  <c:v>0.0480787425623</c:v>
                </c:pt>
                <c:pt idx="1565">
                  <c:v>0.0477844264327</c:v>
                </c:pt>
                <c:pt idx="1566">
                  <c:v>0.0474927189012</c:v>
                </c:pt>
                <c:pt idx="1567">
                  <c:v>0.0472035905015</c:v>
                </c:pt>
                <c:pt idx="1568">
                  <c:v>0.0469170121597</c:v>
                </c:pt>
                <c:pt idx="1569">
                  <c:v>0.0466329551882</c:v>
                </c:pt>
                <c:pt idx="1570">
                  <c:v>0.0463513912803</c:v>
                </c:pt>
                <c:pt idx="1571">
                  <c:v>0.0460722925047</c:v>
                </c:pt>
                <c:pt idx="1572">
                  <c:v>0.0457956312996</c:v>
                </c:pt>
                <c:pt idx="1573">
                  <c:v>0.0455213804677</c:v>
                </c:pt>
                <c:pt idx="1574">
                  <c:v>0.0452495131705</c:v>
                </c:pt>
                <c:pt idx="1575">
                  <c:v>0.0449800029232</c:v>
                </c:pt>
                <c:pt idx="1576">
                  <c:v>0.0447128235896</c:v>
                </c:pt>
                <c:pt idx="1577">
                  <c:v>0.044447949377</c:v>
                </c:pt>
                <c:pt idx="1578">
                  <c:v>0.0441853548309</c:v>
                </c:pt>
                <c:pt idx="1579">
                  <c:v>0.0439250148302</c:v>
                </c:pt>
                <c:pt idx="1580">
                  <c:v>0.0436669045826</c:v>
                </c:pt>
                <c:pt idx="1581">
                  <c:v>0.0434109996193</c:v>
                </c:pt>
                <c:pt idx="1582">
                  <c:v>0.0431572757906</c:v>
                </c:pt>
                <c:pt idx="1583">
                  <c:v>0.0429057092613</c:v>
                </c:pt>
                <c:pt idx="1584">
                  <c:v>0.0426562765058</c:v>
                </c:pt>
                <c:pt idx="1585">
                  <c:v>0.0424089543039</c:v>
                </c:pt>
                <c:pt idx="1586">
                  <c:v>0.0421637197361</c:v>
                </c:pt>
                <c:pt idx="1587">
                  <c:v>0.0419205501795</c:v>
                </c:pt>
                <c:pt idx="1588">
                  <c:v>0.0416794233033</c:v>
                </c:pt>
                <c:pt idx="1589">
                  <c:v>0.0414403170645</c:v>
                </c:pt>
                <c:pt idx="1590">
                  <c:v>0.0412032097038</c:v>
                </c:pt>
                <c:pt idx="1591">
                  <c:v>0.0409680797417</c:v>
                </c:pt>
                <c:pt idx="1592">
                  <c:v>0.0407349059742</c:v>
                </c:pt>
                <c:pt idx="1593">
                  <c:v>0.0405036674687</c:v>
                </c:pt>
                <c:pt idx="1594">
                  <c:v>0.0402743435603</c:v>
                </c:pt>
                <c:pt idx="1595">
                  <c:v>0.040046913848</c:v>
                </c:pt>
                <c:pt idx="1596">
                  <c:v>0.0398213581907</c:v>
                </c:pt>
                <c:pt idx="1597">
                  <c:v>0.0395976567034</c:v>
                </c:pt>
                <c:pt idx="1598">
                  <c:v>0.0393757897539</c:v>
                </c:pt>
                <c:pt idx="1599">
                  <c:v>0.0391557379586</c:v>
                </c:pt>
                <c:pt idx="1600">
                  <c:v>0.0389374821795</c:v>
                </c:pt>
                <c:pt idx="1601">
                  <c:v>0.0387210035201</c:v>
                </c:pt>
                <c:pt idx="1602">
                  <c:v>0.0385062833225</c:v>
                </c:pt>
                <c:pt idx="1603">
                  <c:v>0.0382933031635</c:v>
                </c:pt>
                <c:pt idx="1604">
                  <c:v>0.0380820448517</c:v>
                </c:pt>
                <c:pt idx="1605">
                  <c:v>0.0378724904237</c:v>
                </c:pt>
                <c:pt idx="1606">
                  <c:v>0.0376646221413</c:v>
                </c:pt>
                <c:pt idx="1607">
                  <c:v>0.037458422488</c:v>
                </c:pt>
                <c:pt idx="1608">
                  <c:v>0.0372538741658</c:v>
                </c:pt>
                <c:pt idx="1609">
                  <c:v>0.0370509600925</c:v>
                </c:pt>
                <c:pt idx="1610">
                  <c:v>0.036849663398</c:v>
                </c:pt>
                <c:pt idx="1611">
                  <c:v>0.0366499674221</c:v>
                </c:pt>
                <c:pt idx="1612">
                  <c:v>0.0364518557105</c:v>
                </c:pt>
                <c:pt idx="1613">
                  <c:v>0.036255312013</c:v>
                </c:pt>
                <c:pt idx="1614">
                  <c:v>0.0360603202798</c:v>
                </c:pt>
                <c:pt idx="1615">
                  <c:v>0.0358668646589</c:v>
                </c:pt>
                <c:pt idx="1616">
                  <c:v>0.0356749294935</c:v>
                </c:pt>
                <c:pt idx="1617">
                  <c:v>0.035484499319</c:v>
                </c:pt>
                <c:pt idx="1618">
                  <c:v>0.0352955588606</c:v>
                </c:pt>
                <c:pt idx="1619">
                  <c:v>0.0351080930301</c:v>
                </c:pt>
                <c:pt idx="1620">
                  <c:v>0.0349220869239</c:v>
                </c:pt>
                <c:pt idx="1621">
                  <c:v>0.0347375258201</c:v>
                </c:pt>
                <c:pt idx="1622">
                  <c:v>0.0345543951759</c:v>
                </c:pt>
                <c:pt idx="1623">
                  <c:v>0.0343726806253</c:v>
                </c:pt>
                <c:pt idx="1624">
                  <c:v>0.0341923679765</c:v>
                </c:pt>
                <c:pt idx="1625">
                  <c:v>0.0340134432094</c:v>
                </c:pt>
                <c:pt idx="1626">
                  <c:v>0.0338358924736</c:v>
                </c:pt>
                <c:pt idx="1627">
                  <c:v>0.0336597020854</c:v>
                </c:pt>
                <c:pt idx="1628">
                  <c:v>0.0334848585261</c:v>
                </c:pt>
                <c:pt idx="1629">
                  <c:v>0.0333113484394</c:v>
                </c:pt>
                <c:pt idx="1630">
                  <c:v>0.0331391586293</c:v>
                </c:pt>
                <c:pt idx="1631">
                  <c:v>0.0329682760576</c:v>
                </c:pt>
                <c:pt idx="1632">
                  <c:v>0.0327986878421</c:v>
                </c:pt>
                <c:pt idx="1633">
                  <c:v>0.0326303812543</c:v>
                </c:pt>
                <c:pt idx="1634">
                  <c:v>0.0324633437172</c:v>
                </c:pt>
                <c:pt idx="1635">
                  <c:v>0.0322975628033</c:v>
                </c:pt>
                <c:pt idx="1636">
                  <c:v>0.0321330262326</c:v>
                </c:pt>
                <c:pt idx="1637">
                  <c:v>0.0319697218704</c:v>
                </c:pt>
                <c:pt idx="1638">
                  <c:v>0.0318076377256</c:v>
                </c:pt>
                <c:pt idx="1639">
                  <c:v>0.0316467619485</c:v>
                </c:pt>
                <c:pt idx="1640">
                  <c:v>0.0314870828289</c:v>
                </c:pt>
                <c:pt idx="1641">
                  <c:v>0.0313285887944</c:v>
                </c:pt>
                <c:pt idx="1642">
                  <c:v>0.0311712684082</c:v>
                </c:pt>
                <c:pt idx="1643">
                  <c:v>0.0310151103677</c:v>
                </c:pt>
                <c:pt idx="1644">
                  <c:v>0.0308601035021</c:v>
                </c:pt>
                <c:pt idx="1645">
                  <c:v>0.0307062367712</c:v>
                </c:pt>
                <c:pt idx="1646">
                  <c:v>0.0305534992634</c:v>
                </c:pt>
                <c:pt idx="1647">
                  <c:v>0.0304018801937</c:v>
                </c:pt>
                <c:pt idx="1648">
                  <c:v>0.0302513689026</c:v>
                </c:pt>
                <c:pt idx="1649">
                  <c:v>0.0301019548537</c:v>
                </c:pt>
                <c:pt idx="1650">
                  <c:v>0.0299536276326</c:v>
                </c:pt>
                <c:pt idx="1651">
                  <c:v>0.0298063769451</c:v>
                </c:pt>
                <c:pt idx="1652">
                  <c:v>0.0296601926156</c:v>
                </c:pt>
                <c:pt idx="1653">
                  <c:v>0.0295150645852</c:v>
                </c:pt>
                <c:pt idx="1654">
                  <c:v>0.0293709829108</c:v>
                </c:pt>
                <c:pt idx="1655">
                  <c:v>0.029227937763</c:v>
                </c:pt>
                <c:pt idx="1656">
                  <c:v>0.0290859194247</c:v>
                </c:pt>
                <c:pt idx="1657">
                  <c:v>0.0289449182899</c:v>
                </c:pt>
                <c:pt idx="1658">
                  <c:v>0.0288049248619</c:v>
                </c:pt>
                <c:pt idx="1659">
                  <c:v>0.0286659297519</c:v>
                </c:pt>
                <c:pt idx="1660">
                  <c:v>0.0285279236777</c:v>
                </c:pt>
                <c:pt idx="1661">
                  <c:v>0.0283908974623</c:v>
                </c:pt>
                <c:pt idx="1662">
                  <c:v>0.0282548420324</c:v>
                </c:pt>
                <c:pt idx="1663">
                  <c:v>0.0281197484171</c:v>
                </c:pt>
                <c:pt idx="1664">
                  <c:v>0.0279856077466</c:v>
                </c:pt>
                <c:pt idx="1665">
                  <c:v>0.0278524112506</c:v>
                </c:pt>
                <c:pt idx="1666">
                  <c:v>0.0277201502576</c:v>
                </c:pt>
                <c:pt idx="1667">
                  <c:v>0.0275888161929</c:v>
                </c:pt>
                <c:pt idx="1668">
                  <c:v>0.0274584005778</c:v>
                </c:pt>
                <c:pt idx="1669">
                  <c:v>0.0273288950282</c:v>
                </c:pt>
                <c:pt idx="1670">
                  <c:v>0.0272002912535</c:v>
                </c:pt>
                <c:pt idx="1671">
                  <c:v>0.0270725810551</c:v>
                </c:pt>
                <c:pt idx="1672">
                  <c:v>0.0269457563256</c:v>
                </c:pt>
                <c:pt idx="1673">
                  <c:v>0.0268198090471</c:v>
                </c:pt>
                <c:pt idx="1674">
                  <c:v>0.0266947312907</c:v>
                </c:pt>
                <c:pt idx="1675">
                  <c:v>0.0265705152149</c:v>
                </c:pt>
                <c:pt idx="1676">
                  <c:v>0.0264471530643</c:v>
                </c:pt>
                <c:pt idx="1677">
                  <c:v>0.0263246371692</c:v>
                </c:pt>
                <c:pt idx="1678">
                  <c:v>0.0262029599439</c:v>
                </c:pt>
                <c:pt idx="1679">
                  <c:v>0.0260821138856</c:v>
                </c:pt>
                <c:pt idx="1680">
                  <c:v>0.025962091574</c:v>
                </c:pt>
                <c:pt idx="1681">
                  <c:v>0.0258428856693</c:v>
                </c:pt>
                <c:pt idx="1682">
                  <c:v>0.025724488912</c:v>
                </c:pt>
                <c:pt idx="1683">
                  <c:v>0.0256068941214</c:v>
                </c:pt>
                <c:pt idx="1684">
                  <c:v>0.0254900941948</c:v>
                </c:pt>
                <c:pt idx="1685">
                  <c:v>0.0253740821065</c:v>
                </c:pt>
                <c:pt idx="1686">
                  <c:v>0.0252588509066</c:v>
                </c:pt>
                <c:pt idx="1687">
                  <c:v>0.0251443937204</c:v>
                </c:pt>
                <c:pt idx="1688">
                  <c:v>0.0250307037471</c:v>
                </c:pt>
                <c:pt idx="1689">
                  <c:v>0.0249177742594</c:v>
                </c:pt>
                <c:pt idx="1690">
                  <c:v>0.0248055986018</c:v>
                </c:pt>
                <c:pt idx="1691">
                  <c:v>0.0246941701903</c:v>
                </c:pt>
                <c:pt idx="1692">
                  <c:v>0.0245834825113</c:v>
                </c:pt>
                <c:pt idx="1693">
                  <c:v>0.0244735291209</c:v>
                </c:pt>
                <c:pt idx="1694">
                  <c:v>0.0243643036437</c:v>
                </c:pt>
                <c:pt idx="1695">
                  <c:v>0.024255799772</c:v>
                </c:pt>
                <c:pt idx="1696">
                  <c:v>0.0241480112654</c:v>
                </c:pt>
                <c:pt idx="1697">
                  <c:v>0.0240409319495</c:v>
                </c:pt>
                <c:pt idx="1698">
                  <c:v>0.023934555715</c:v>
                </c:pt>
                <c:pt idx="1699">
                  <c:v>0.0238288765176</c:v>
                </c:pt>
                <c:pt idx="1700">
                  <c:v>0.0237238883761</c:v>
                </c:pt>
                <c:pt idx="1701">
                  <c:v>0.0236195853728</c:v>
                </c:pt>
                <c:pt idx="1702">
                  <c:v>0.0235159616519</c:v>
                </c:pt>
                <c:pt idx="1703">
                  <c:v>0.0234130114189</c:v>
                </c:pt>
                <c:pt idx="1704">
                  <c:v>0.02331072894</c:v>
                </c:pt>
                <c:pt idx="1705">
                  <c:v>0.0232091085415</c:v>
                </c:pt>
                <c:pt idx="1706">
                  <c:v>0.0231081446086</c:v>
                </c:pt>
                <c:pt idx="1707">
                  <c:v>0.023007831585</c:v>
                </c:pt>
                <c:pt idx="1708">
                  <c:v>0.0229081639723</c:v>
                </c:pt>
                <c:pt idx="1709">
                  <c:v>0.0228091363288</c:v>
                </c:pt>
                <c:pt idx="1710">
                  <c:v>0.0227107432694</c:v>
                </c:pt>
                <c:pt idx="1711">
                  <c:v>0.0226129794645</c:v>
                </c:pt>
                <c:pt idx="1712">
                  <c:v>0.0225158396396</c:v>
                </c:pt>
                <c:pt idx="1713">
                  <c:v>0.0224193185744</c:v>
                </c:pt>
                <c:pt idx="1714">
                  <c:v>0.0223234111023</c:v>
                </c:pt>
                <c:pt idx="1715">
                  <c:v>0.0222281121096</c:v>
                </c:pt>
                <c:pt idx="1716">
                  <c:v>0.0221334165352</c:v>
                </c:pt>
                <c:pt idx="1717">
                  <c:v>0.0220393193694</c:v>
                </c:pt>
                <c:pt idx="1718">
                  <c:v>0.021945815654</c:v>
                </c:pt>
                <c:pt idx="1719">
                  <c:v>0.021852900481</c:v>
                </c:pt>
                <c:pt idx="1720">
                  <c:v>0.0217605689924</c:v>
                </c:pt>
                <c:pt idx="1721">
                  <c:v>0.0216688163797</c:v>
                </c:pt>
                <c:pt idx="1722">
                  <c:v>0.0215776378827</c:v>
                </c:pt>
                <c:pt idx="1723">
                  <c:v>0.0214870287897</c:v>
                </c:pt>
                <c:pt idx="1724">
                  <c:v>0.0213969844365</c:v>
                </c:pt>
                <c:pt idx="1725">
                  <c:v>0.0213075002057</c:v>
                </c:pt>
                <c:pt idx="1726">
                  <c:v>0.0212185715266</c:v>
                </c:pt>
                <c:pt idx="1727">
                  <c:v>0.0211301938744</c:v>
                </c:pt>
                <c:pt idx="1728">
                  <c:v>0.0210423627694</c:v>
                </c:pt>
                <c:pt idx="1729">
                  <c:v>0.0209550737769</c:v>
                </c:pt>
                <c:pt idx="1730">
                  <c:v>0.0208683225065</c:v>
                </c:pt>
                <c:pt idx="1731">
                  <c:v>0.0207821046117</c:v>
                </c:pt>
                <c:pt idx="1732">
                  <c:v>0.0206964157889</c:v>
                </c:pt>
                <c:pt idx="1733">
                  <c:v>0.0206112517776</c:v>
                </c:pt>
                <c:pt idx="1734">
                  <c:v>0.0205266083595</c:v>
                </c:pt>
                <c:pt idx="1735">
                  <c:v>0.0204424813579</c:v>
                </c:pt>
                <c:pt idx="1736">
                  <c:v>0.0203588666376</c:v>
                </c:pt>
                <c:pt idx="1737">
                  <c:v>0.020275760104</c:v>
                </c:pt>
                <c:pt idx="1738">
                  <c:v>0.020193157703</c:v>
                </c:pt>
                <c:pt idx="1739">
                  <c:v>0.0201110554202</c:v>
                </c:pt>
                <c:pt idx="1740">
                  <c:v>0.0200294492809</c:v>
                </c:pt>
                <c:pt idx="1741">
                  <c:v>0.0199483353489</c:v>
                </c:pt>
                <c:pt idx="1742">
                  <c:v>0.0198677097269</c:v>
                </c:pt>
                <c:pt idx="1743">
                  <c:v>0.0197875685554</c:v>
                </c:pt>
                <c:pt idx="1744">
                  <c:v>0.0197079080127</c:v>
                </c:pt>
                <c:pt idx="1745">
                  <c:v>0.0196287243142</c:v>
                </c:pt>
                <c:pt idx="1746">
                  <c:v>0.019550013712</c:v>
                </c:pt>
                <c:pt idx="1747">
                  <c:v>0.0194717724947</c:v>
                </c:pt>
                <c:pt idx="1748">
                  <c:v>0.0193939969867</c:v>
                </c:pt>
                <c:pt idx="1749">
                  <c:v>0.019316683548</c:v>
                </c:pt>
                <c:pt idx="1750">
                  <c:v>0.0192398285736</c:v>
                </c:pt>
                <c:pt idx="1751">
                  <c:v>0.0191634284934</c:v>
                </c:pt>
                <c:pt idx="1752">
                  <c:v>0.0190874797715</c:v>
                </c:pt>
                <c:pt idx="1753">
                  <c:v>0.0190119789059</c:v>
                </c:pt>
                <c:pt idx="1754">
                  <c:v>0.0189369224284</c:v>
                </c:pt>
                <c:pt idx="1755">
                  <c:v>0.0188623069036</c:v>
                </c:pt>
                <c:pt idx="1756">
                  <c:v>0.0187881289291</c:v>
                </c:pt>
                <c:pt idx="1757">
                  <c:v>0.0187143851351</c:v>
                </c:pt>
                <c:pt idx="1758">
                  <c:v>0.0186410721836</c:v>
                </c:pt>
                <c:pt idx="1759">
                  <c:v>0.0185681867685</c:v>
                </c:pt>
                <c:pt idx="1760">
                  <c:v>0.0184957256149</c:v>
                </c:pt>
                <c:pt idx="1761">
                  <c:v>0.018423685479</c:v>
                </c:pt>
                <c:pt idx="1762">
                  <c:v>0.0183520631477</c:v>
                </c:pt>
                <c:pt idx="1763">
                  <c:v>0.0182808554381</c:v>
                </c:pt>
                <c:pt idx="1764">
                  <c:v>0.0182100591975</c:v>
                </c:pt>
                <c:pt idx="1765">
                  <c:v>0.0181396713026</c:v>
                </c:pt>
                <c:pt idx="1766">
                  <c:v>0.0180696886596</c:v>
                </c:pt>
                <c:pt idx="1767">
                  <c:v>0.0180001082036</c:v>
                </c:pt>
                <c:pt idx="1768">
                  <c:v>0.0179309268985</c:v>
                </c:pt>
                <c:pt idx="1769">
                  <c:v>0.0178621417365</c:v>
                </c:pt>
                <c:pt idx="1770">
                  <c:v>0.0177937497378</c:v>
                </c:pt>
                <c:pt idx="1771">
                  <c:v>0.0177257479505</c:v>
                </c:pt>
                <c:pt idx="1772">
                  <c:v>0.0176581334499</c:v>
                </c:pt>
                <c:pt idx="1773">
                  <c:v>0.0175909033387</c:v>
                </c:pt>
                <c:pt idx="1774">
                  <c:v>0.0175240547464</c:v>
                </c:pt>
                <c:pt idx="1775">
                  <c:v>0.0174575848289</c:v>
                </c:pt>
                <c:pt idx="1776">
                  <c:v>0.0173914907686</c:v>
                </c:pt>
                <c:pt idx="1777">
                  <c:v>0.0173257697736</c:v>
                </c:pt>
                <c:pt idx="1778">
                  <c:v>0.0172604190779</c:v>
                </c:pt>
                <c:pt idx="1779">
                  <c:v>0.0171954359409</c:v>
                </c:pt>
                <c:pt idx="1780">
                  <c:v>0.0171308176472</c:v>
                </c:pt>
                <c:pt idx="1781">
                  <c:v>0.0170665615061</c:v>
                </c:pt>
                <c:pt idx="1782">
                  <c:v>0.0170026648517</c:v>
                </c:pt>
                <c:pt idx="1783">
                  <c:v>0.0169391250424</c:v>
                </c:pt>
                <c:pt idx="1784">
                  <c:v>0.0168759394605</c:v>
                </c:pt>
                <c:pt idx="1785">
                  <c:v>0.0168131055124</c:v>
                </c:pt>
                <c:pt idx="1786">
                  <c:v>0.0167506206278</c:v>
                </c:pt>
                <c:pt idx="1787">
                  <c:v>0.0166884822601</c:v>
                </c:pt>
                <c:pt idx="1788">
                  <c:v>0.0166266878854</c:v>
                </c:pt>
                <c:pt idx="1789">
                  <c:v>0.0165652350028</c:v>
                </c:pt>
                <c:pt idx="1790">
                  <c:v>0.0165041211339</c:v>
                </c:pt>
                <c:pt idx="1791">
                  <c:v>0.0164433438228</c:v>
                </c:pt>
                <c:pt idx="1792">
                  <c:v>0.0163829006356</c:v>
                </c:pt>
                <c:pt idx="1793">
                  <c:v>0.0163227891602</c:v>
                </c:pt>
                <c:pt idx="1794">
                  <c:v>0.0162630070063</c:v>
                </c:pt>
                <c:pt idx="1795">
                  <c:v>0.016203551805</c:v>
                </c:pt>
                <c:pt idx="1796">
                  <c:v>0.0161444212084</c:v>
                </c:pt>
                <c:pt idx="1797">
                  <c:v>0.0160856128899</c:v>
                </c:pt>
                <c:pt idx="1798">
                  <c:v>0.0160271245433</c:v>
                </c:pt>
                <c:pt idx="1799">
                  <c:v>0.0159689538832</c:v>
                </c:pt>
                <c:pt idx="1800">
                  <c:v>0.0159110986444</c:v>
                </c:pt>
                <c:pt idx="1801">
                  <c:v>0.0158535565818</c:v>
                </c:pt>
                <c:pt idx="1802">
                  <c:v>0.0157963254702</c:v>
                </c:pt>
                <c:pt idx="1803">
                  <c:v>0.0157394031042</c:v>
                </c:pt>
                <c:pt idx="1804">
                  <c:v>0.0156827872978</c:v>
                </c:pt>
                <c:pt idx="1805">
                  <c:v>0.0156264758843</c:v>
                </c:pt>
                <c:pt idx="1806">
                  <c:v>0.015570466716</c:v>
                </c:pt>
                <c:pt idx="1807">
                  <c:v>0.0155147576643</c:v>
                </c:pt>
                <c:pt idx="1808">
                  <c:v>0.015459346619</c:v>
                </c:pt>
                <c:pt idx="1809">
                  <c:v>0.0154042314888</c:v>
                </c:pt>
                <c:pt idx="1810">
                  <c:v>0.0153494102003</c:v>
                </c:pt>
                <c:pt idx="1811">
                  <c:v>0.0152948806986</c:v>
                </c:pt>
                <c:pt idx="1812">
                  <c:v>0.0152406409464</c:v>
                </c:pt>
                <c:pt idx="1813">
                  <c:v>0.0151866889244</c:v>
                </c:pt>
                <c:pt idx="1814">
                  <c:v>0.0151330226308</c:v>
                </c:pt>
                <c:pt idx="1815">
                  <c:v>0.0150796400812</c:v>
                </c:pt>
                <c:pt idx="1816">
                  <c:v>0.0150265393085</c:v>
                </c:pt>
                <c:pt idx="1817">
                  <c:v>0.0149737183624</c:v>
                </c:pt>
                <c:pt idx="1818">
                  <c:v>0.0149211753098</c:v>
                </c:pt>
                <c:pt idx="1819">
                  <c:v>0.0148689082342</c:v>
                </c:pt>
                <c:pt idx="1820">
                  <c:v>0.0148169152354</c:v>
                </c:pt>
                <c:pt idx="1821">
                  <c:v>0.0147651944299</c:v>
                </c:pt>
                <c:pt idx="1822">
                  <c:v>0.0147137439503</c:v>
                </c:pt>
                <c:pt idx="1823">
                  <c:v>0.0146625619452</c:v>
                </c:pt>
                <c:pt idx="1824">
                  <c:v>0.0146116465791</c:v>
                </c:pt>
                <c:pt idx="1825">
                  <c:v>0.0145609960322</c:v>
                </c:pt>
                <c:pt idx="1826">
                  <c:v>0.0145106085004</c:v>
                </c:pt>
                <c:pt idx="1827">
                  <c:v>0.0144604821948</c:v>
                </c:pt>
                <c:pt idx="1828">
                  <c:v>0.0144106153419</c:v>
                </c:pt>
                <c:pt idx="1829">
                  <c:v>0.0143610061834</c:v>
                </c:pt>
                <c:pt idx="1830">
                  <c:v>0.0143116529757</c:v>
                </c:pt>
                <c:pt idx="1831">
                  <c:v>0.0142625539902</c:v>
                </c:pt>
                <c:pt idx="1832">
                  <c:v>0.0142137075131</c:v>
                </c:pt>
                <c:pt idx="1833">
                  <c:v>0.0141651118447</c:v>
                </c:pt>
                <c:pt idx="1834">
                  <c:v>0.0141167653</c:v>
                </c:pt>
                <c:pt idx="1835">
                  <c:v>0.0140686662083</c:v>
                </c:pt>
                <c:pt idx="1836">
                  <c:v>0.0140208129127</c:v>
                </c:pt>
                <c:pt idx="1837">
                  <c:v>0.0139732037706</c:v>
                </c:pt>
                <c:pt idx="1838">
                  <c:v>0.0139258371528</c:v>
                </c:pt>
                <c:pt idx="1839">
                  <c:v>0.0138787114443</c:v>
                </c:pt>
                <c:pt idx="1840">
                  <c:v>0.0138318250432</c:v>
                </c:pt>
                <c:pt idx="1841">
                  <c:v>0.0137851763614</c:v>
                </c:pt>
                <c:pt idx="1842">
                  <c:v>0.0137387638237</c:v>
                </c:pt>
                <c:pt idx="1843">
                  <c:v>0.0136925858685</c:v>
                </c:pt>
                <c:pt idx="1844">
                  <c:v>0.0136466409468</c:v>
                </c:pt>
                <c:pt idx="1845">
                  <c:v>0.0136009275229</c:v>
                </c:pt>
                <c:pt idx="1846">
                  <c:v>0.0135554440737</c:v>
                </c:pt>
                <c:pt idx="1847">
                  <c:v>0.0135101890888</c:v>
                </c:pt>
                <c:pt idx="1848">
                  <c:v>0.0134651610702</c:v>
                </c:pt>
                <c:pt idx="1849">
                  <c:v>0.0134203585325</c:v>
                </c:pt>
                <c:pt idx="1850">
                  <c:v>0.0133757800027</c:v>
                </c:pt>
                <c:pt idx="1851">
                  <c:v>0.0133314240197</c:v>
                </c:pt>
                <c:pt idx="1852">
                  <c:v>0.0132872891346</c:v>
                </c:pt>
                <c:pt idx="1853">
                  <c:v>0.0132433739106</c:v>
                </c:pt>
                <c:pt idx="1854">
                  <c:v>0.0131996769225</c:v>
                </c:pt>
                <c:pt idx="1855">
                  <c:v>0.0131561967569</c:v>
                </c:pt>
                <c:pt idx="1856">
                  <c:v>0.0131129320122</c:v>
                </c:pt>
                <c:pt idx="1857">
                  <c:v>0.0130698812981</c:v>
                </c:pt>
                <c:pt idx="1858">
                  <c:v>0.0130270432358</c:v>
                </c:pt>
                <c:pt idx="1859">
                  <c:v>0.0129844164577</c:v>
                </c:pt>
                <c:pt idx="1860">
                  <c:v>0.0129419996075</c:v>
                </c:pt>
                <c:pt idx="1861">
                  <c:v>0.0128997913398</c:v>
                </c:pt>
                <c:pt idx="1862">
                  <c:v>0.0128577903204</c:v>
                </c:pt>
                <c:pt idx="1863">
                  <c:v>0.0128159952259</c:v>
                </c:pt>
                <c:pt idx="1864">
                  <c:v>0.0127744047436</c:v>
                </c:pt>
                <c:pt idx="1865">
                  <c:v>0.0127330175715</c:v>
                </c:pt>
                <c:pt idx="1866">
                  <c:v>0.0126918324181</c:v>
                </c:pt>
                <c:pt idx="1867">
                  <c:v>0.0126508480026</c:v>
                </c:pt>
                <c:pt idx="1868">
                  <c:v>0.0126100630542</c:v>
                </c:pt>
                <c:pt idx="1869">
                  <c:v>0.0125694763129</c:v>
                </c:pt>
                <c:pt idx="1870">
                  <c:v>0.0125290865283</c:v>
                </c:pt>
                <c:pt idx="1871">
                  <c:v>0.0124888924604</c:v>
                </c:pt>
                <c:pt idx="1872">
                  <c:v>0.0124488928793</c:v>
                </c:pt>
                <c:pt idx="1873">
                  <c:v>0.0124090865646</c:v>
                </c:pt>
                <c:pt idx="1874">
                  <c:v>0.0123694723062</c:v>
                </c:pt>
                <c:pt idx="1875">
                  <c:v>0.0123300489033</c:v>
                </c:pt>
                <c:pt idx="1876">
                  <c:v>0.0122908151649</c:v>
                </c:pt>
                <c:pt idx="1877">
                  <c:v>0.0122517699095</c:v>
                </c:pt>
                <c:pt idx="1878">
                  <c:v>0.0122129119651</c:v>
                </c:pt>
                <c:pt idx="1879">
                  <c:v>0.012174240169</c:v>
                </c:pt>
                <c:pt idx="1880">
                  <c:v>0.0121357533678</c:v>
                </c:pt>
                <c:pt idx="1881">
                  <c:v>0.0120974504172</c:v>
                </c:pt>
                <c:pt idx="1882">
                  <c:v>0.0120593301821</c:v>
                </c:pt>
                <c:pt idx="1883">
                  <c:v>0.0120213915363</c:v>
                </c:pt>
                <c:pt idx="1884">
                  <c:v>0.0119836333628</c:v>
                </c:pt>
                <c:pt idx="1885">
                  <c:v>0.011946054553</c:v>
                </c:pt>
                <c:pt idx="1886">
                  <c:v>0.0119086540075</c:v>
                </c:pt>
                <c:pt idx="1887">
                  <c:v>0.0118714306353</c:v>
                </c:pt>
                <c:pt idx="1888">
                  <c:v>0.0118343833541</c:v>
                </c:pt>
                <c:pt idx="1889">
                  <c:v>0.01179751109</c:v>
                </c:pt>
                <c:pt idx="1890">
                  <c:v>0.0117608127778</c:v>
                </c:pt>
                <c:pt idx="1891">
                  <c:v>0.0117242873604</c:v>
                </c:pt>
                <c:pt idx="1892">
                  <c:v>0.011687933789</c:v>
                </c:pt>
                <c:pt idx="1893">
                  <c:v>0.0116517510233</c:v>
                </c:pt>
                <c:pt idx="1894">
                  <c:v>0.0116157380307</c:v>
                </c:pt>
                <c:pt idx="1895">
                  <c:v>0.0115798937868</c:v>
                </c:pt>
                <c:pt idx="1896">
                  <c:v>0.0115442172754</c:v>
                </c:pt>
                <c:pt idx="1897">
                  <c:v>0.0115087074879</c:v>
                </c:pt>
                <c:pt idx="1898">
                  <c:v>0.0114733634235</c:v>
                </c:pt>
                <c:pt idx="1899">
                  <c:v>0.0114381840894</c:v>
                </c:pt>
                <c:pt idx="1900">
                  <c:v>0.0114031685003</c:v>
                </c:pt>
                <c:pt idx="1901">
                  <c:v>0.0113683156785</c:v>
                </c:pt>
                <c:pt idx="1902">
                  <c:v>0.0113336246537</c:v>
                </c:pt>
                <c:pt idx="1903">
                  <c:v>0.0112990944633</c:v>
                </c:pt>
                <c:pt idx="1904">
                  <c:v>0.0112647241518</c:v>
                </c:pt>
                <c:pt idx="1905">
                  <c:v>0.0112305127712</c:v>
                </c:pt>
                <c:pt idx="1906">
                  <c:v>0.0111964593807</c:v>
                </c:pt>
                <c:pt idx="1907">
                  <c:v>0.0111625630465</c:v>
                </c:pt>
                <c:pt idx="1908">
                  <c:v>0.0111288228419</c:v>
                </c:pt>
                <c:pt idx="1909">
                  <c:v>0.0110952378474</c:v>
                </c:pt>
                <c:pt idx="1910">
                  <c:v>0.0110618071502</c:v>
                </c:pt>
                <c:pt idx="1911">
                  <c:v>0.0110285298445</c:v>
                </c:pt>
                <c:pt idx="1912">
                  <c:v>0.0109954050311</c:v>
                </c:pt>
                <c:pt idx="1913">
                  <c:v>0.0109624318179</c:v>
                </c:pt>
                <c:pt idx="1914">
                  <c:v>0.010929609319</c:v>
                </c:pt>
                <c:pt idx="1915">
                  <c:v>0.0108969366554</c:v>
                </c:pt>
                <c:pt idx="1916">
                  <c:v>0.0108644129543</c:v>
                </c:pt>
                <c:pt idx="1917">
                  <c:v>0.0108320373496</c:v>
                </c:pt>
                <c:pt idx="1918">
                  <c:v>0.0107998089815</c:v>
                </c:pt>
                <c:pt idx="1919">
                  <c:v>0.0107677269963</c:v>
                </c:pt>
                <c:pt idx="1920">
                  <c:v>0.0107357905467</c:v>
                </c:pt>
                <c:pt idx="1921">
                  <c:v>0.0107039987915</c:v>
                </c:pt>
                <c:pt idx="1922">
                  <c:v>0.0106723508956</c:v>
                </c:pt>
                <c:pt idx="1923">
                  <c:v>0.0106408460298</c:v>
                </c:pt>
                <c:pt idx="1924">
                  <c:v>0.0106094833709</c:v>
                </c:pt>
                <c:pt idx="1925">
                  <c:v>0.0105782621016</c:v>
                </c:pt>
                <c:pt idx="1926">
                  <c:v>0.0105471814102</c:v>
                </c:pt>
                <c:pt idx="1927">
                  <c:v>0.0105162404909</c:v>
                </c:pt>
                <c:pt idx="1928">
                  <c:v>0.0104854385436</c:v>
                </c:pt>
                <c:pt idx="1929">
                  <c:v>0.0104547747735</c:v>
                </c:pt>
                <c:pt idx="1930">
                  <c:v>0.0104242483915</c:v>
                </c:pt>
                <c:pt idx="1931">
                  <c:v>0.0103938586138</c:v>
                </c:pt>
                <c:pt idx="1932">
                  <c:v>0.0103636046622</c:v>
                </c:pt>
                <c:pt idx="1933">
                  <c:v>0.0103334857634</c:v>
                </c:pt>
                <c:pt idx="1934">
                  <c:v>0.0103035011496</c:v>
                </c:pt>
                <c:pt idx="1935">
                  <c:v>0.0102736500581</c:v>
                </c:pt>
                <c:pt idx="1936">
                  <c:v>0.0102439317311</c:v>
                </c:pt>
                <c:pt idx="1937">
                  <c:v>0.0102143454159</c:v>
                </c:pt>
                <c:pt idx="1938">
                  <c:v>0.0101848903647</c:v>
                </c:pt>
                <c:pt idx="1939">
                  <c:v>0.0101555658346</c:v>
                </c:pt>
                <c:pt idx="1940">
                  <c:v>0.0101263710874</c:v>
                </c:pt>
                <c:pt idx="1941">
                  <c:v>0.0100973053896</c:v>
                </c:pt>
                <c:pt idx="1942">
                  <c:v>0.0100683680123</c:v>
                </c:pt>
                <c:pt idx="1943">
                  <c:v>0.0100395582312</c:v>
                </c:pt>
                <c:pt idx="1944">
                  <c:v>0.0100108753264</c:v>
                </c:pt>
                <c:pt idx="1945">
                  <c:v>0.00998231858246</c:v>
                </c:pt>
                <c:pt idx="1946">
                  <c:v>0.00995388728831</c:v>
                </c:pt>
                <c:pt idx="1947">
                  <c:v>0.00992558073706</c:v>
                </c:pt>
                <c:pt idx="1948">
                  <c:v>0.00989739822601</c:v>
                </c:pt>
                <c:pt idx="1949">
                  <c:v>0.00986933905659</c:v>
                </c:pt>
                <c:pt idx="1950">
                  <c:v>0.00984140253426</c:v>
                </c:pt>
                <c:pt idx="1951">
                  <c:v>0.00981358796845</c:v>
                </c:pt>
                <c:pt idx="1952">
                  <c:v>0.00978589467247</c:v>
                </c:pt>
                <c:pt idx="1953">
                  <c:v>0.00975832196348</c:v>
                </c:pt>
                <c:pt idx="1954">
                  <c:v>0.00973086916236</c:v>
                </c:pt>
                <c:pt idx="1955">
                  <c:v>0.00970353559369</c:v>
                </c:pt>
                <c:pt idx="1956">
                  <c:v>0.00967632058569</c:v>
                </c:pt>
                <c:pt idx="1957">
                  <c:v>0.00964922347007</c:v>
                </c:pt>
                <c:pt idx="1958">
                  <c:v>0.00962224358208</c:v>
                </c:pt>
                <c:pt idx="1959">
                  <c:v>0.00959538026035</c:v>
                </c:pt>
                <c:pt idx="1960">
                  <c:v>0.00956863284686</c:v>
                </c:pt>
                <c:pt idx="1961">
                  <c:v>0.00954200068688</c:v>
                </c:pt>
                <c:pt idx="1962">
                  <c:v>0.00951548312892</c:v>
                </c:pt>
                <c:pt idx="1963">
                  <c:v>0.00948907952462</c:v>
                </c:pt>
                <c:pt idx="1964">
                  <c:v>0.00946278922877</c:v>
                </c:pt>
                <c:pt idx="1965">
                  <c:v>0.00943661159916</c:v>
                </c:pt>
                <c:pt idx="1966">
                  <c:v>0.00941054599659</c:v>
                </c:pt>
                <c:pt idx="1967">
                  <c:v>0.00938459178481</c:v>
                </c:pt>
                <c:pt idx="1968">
                  <c:v>0.00935874833043</c:v>
                </c:pt>
                <c:pt idx="1969">
                  <c:v>0.00933301500293</c:v>
                </c:pt>
                <c:pt idx="1970">
                  <c:v>0.00930739117456</c:v>
                </c:pt>
                <c:pt idx="1971">
                  <c:v>0.0092818762203</c:v>
                </c:pt>
                <c:pt idx="1972">
                  <c:v>0.00925646951785</c:v>
                </c:pt>
                <c:pt idx="1973">
                  <c:v>0.00923117044759</c:v>
                </c:pt>
                <c:pt idx="1974">
                  <c:v>0.00920597839251</c:v>
                </c:pt>
                <c:pt idx="1975">
                  <c:v>0.00918089273817</c:v>
                </c:pt>
                <c:pt idx="1976">
                  <c:v>0.00915591287274</c:v>
                </c:pt>
                <c:pt idx="1977">
                  <c:v>0.0091310381869</c:v>
                </c:pt>
                <c:pt idx="1978">
                  <c:v>0.00910626807383</c:v>
                </c:pt>
                <c:pt idx="1979">
                  <c:v>0.00908160192922</c:v>
                </c:pt>
                <c:pt idx="1980">
                  <c:v>0.00905703915122</c:v>
                </c:pt>
                <c:pt idx="1981">
                  <c:v>0.00903257914044</c:v>
                </c:pt>
                <c:pt idx="1982">
                  <c:v>0.00900822129994</c:v>
                </c:pt>
                <c:pt idx="1983">
                  <c:v>0.00898396503521</c:v>
                </c:pt>
                <c:pt idx="1984">
                  <c:v>0.00895980975419</c:v>
                </c:pt>
                <c:pt idx="1985">
                  <c:v>0.00893575486724</c:v>
                </c:pt>
                <c:pt idx="1986">
                  <c:v>0.00891179978716</c:v>
                </c:pt>
                <c:pt idx="1987">
                  <c:v>0.00888794392919</c:v>
                </c:pt>
                <c:pt idx="1988">
                  <c:v>0.00886418671104</c:v>
                </c:pt>
                <c:pt idx="1989">
                  <c:v>0.00884052755287</c:v>
                </c:pt>
                <c:pt idx="1990">
                  <c:v>0.00881696587733</c:v>
                </c:pt>
                <c:pt idx="1991">
                  <c:v>0.00879350110958</c:v>
                </c:pt>
                <c:pt idx="1992">
                  <c:v>0.00877013267731</c:v>
                </c:pt>
                <c:pt idx="1993">
                  <c:v>0.00874686001076</c:v>
                </c:pt>
                <c:pt idx="1994">
                  <c:v>0.00872368254276</c:v>
                </c:pt>
                <c:pt idx="1995">
                  <c:v>0.00870059970874</c:v>
                </c:pt>
                <c:pt idx="1996">
                  <c:v>0.00867761094682</c:v>
                </c:pt>
                <c:pt idx="1997">
                  <c:v>0.00865471569778</c:v>
                </c:pt>
                <c:pt idx="1998">
                  <c:v>0.00863191340516</c:v>
                </c:pt>
                <c:pt idx="1999">
                  <c:v>0.00860920351525</c:v>
                </c:pt>
                <c:pt idx="2000">
                  <c:v>0.00858658547718</c:v>
                </c:pt>
              </c:numCache>
            </c:numRef>
          </c:yVal>
        </c:ser>
        <c:ser>
          <c:idx val="1"/>
          <c:order val="1"/>
          <c:tx>
            <c:v>spin</c:v>
          </c:tx>
          <c:spPr>
            <a:ln xmlns:a="http://schemas.openxmlformats.org/drawingml/2006/main" w="15240">
              <a:solidFill>
                <a:srgbClr val="234F91"/>
              </a:solidFill>
              <a:prstDash val="dash"/>
            </a:ln>
          </c:spPr>
          <c:marker>
            <c:symbol val="none"/>
            <c:size val="5"/>
            <c:spPr>
              <a:solidFill xmlns:a="http://schemas.openxmlformats.org/drawingml/2006/main">
                <a:srgbClr val="234F91"/>
              </a:solidFill>
            </c:spPr>
          </c:marker>
          <c:xVal>
            <c:numRef>
              <c:f>'Chart Data'!$C$2:$C$2002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Data'!$D$2:$D$2002</c:f>
              <c:numCache>
                <c:formatCode>0.0</c:formatCode>
                <c:ptCount val="2001"/>
                <c:pt idx="0">
                  <c:v>0.0120844384345</c:v>
                </c:pt>
                <c:pt idx="1">
                  <c:v>0.0121162282564</c:v>
                </c:pt>
                <c:pt idx="2">
                  <c:v>0.0121481444985</c:v>
                </c:pt>
                <c:pt idx="3">
                  <c:v>0.0121801878344</c:v>
                </c:pt>
                <c:pt idx="4">
                  <c:v>0.0122123589419</c:v>
                </c:pt>
                <c:pt idx="5">
                  <c:v>0.0122446585036</c:v>
                </c:pt>
                <c:pt idx="6">
                  <c:v>0.0122770872067</c:v>
                </c:pt>
                <c:pt idx="7">
                  <c:v>0.0123096457428</c:v>
                </c:pt>
                <c:pt idx="8">
                  <c:v>0.0123423348084</c:v>
                </c:pt>
                <c:pt idx="9">
                  <c:v>0.0123751551044</c:v>
                </c:pt>
                <c:pt idx="10">
                  <c:v>0.0124081073366</c:v>
                </c:pt>
                <c:pt idx="11">
                  <c:v>0.0124411922155</c:v>
                </c:pt>
                <c:pt idx="12">
                  <c:v>0.0124744104564</c:v>
                </c:pt>
                <c:pt idx="13">
                  <c:v>0.0125077627795</c:v>
                </c:pt>
                <c:pt idx="14">
                  <c:v>0.0125412499098</c:v>
                </c:pt>
                <c:pt idx="15">
                  <c:v>0.0125748725772</c:v>
                </c:pt>
                <c:pt idx="16">
                  <c:v>0.0126086315166</c:v>
                </c:pt>
                <c:pt idx="17">
                  <c:v>0.0126425274678</c:v>
                </c:pt>
                <c:pt idx="18">
                  <c:v>0.0126765611758</c:v>
                </c:pt>
                <c:pt idx="19">
                  <c:v>0.0127107333906</c:v>
                </c:pt>
                <c:pt idx="20">
                  <c:v>0.0127450448673</c:v>
                </c:pt>
                <c:pt idx="21">
                  <c:v>0.012779496366</c:v>
                </c:pt>
                <c:pt idx="22">
                  <c:v>0.0128140886523</c:v>
                </c:pt>
                <c:pt idx="23">
                  <c:v>0.0128488224969</c:v>
                </c:pt>
                <c:pt idx="24">
                  <c:v>0.0128836986758</c:v>
                </c:pt>
                <c:pt idx="25">
                  <c:v>0.0129187179703</c:v>
                </c:pt>
                <c:pt idx="26">
                  <c:v>0.012953881167</c:v>
                </c:pt>
                <c:pt idx="27">
                  <c:v>0.0129891890581</c:v>
                </c:pt>
                <c:pt idx="28">
                  <c:v>0.0130246424412</c:v>
                </c:pt>
                <c:pt idx="29">
                  <c:v>0.0130602421193</c:v>
                </c:pt>
                <c:pt idx="30">
                  <c:v>0.0130959889011</c:v>
                </c:pt>
                <c:pt idx="31">
                  <c:v>0.0131318836008</c:v>
                </c:pt>
                <c:pt idx="32">
                  <c:v>0.0131679270384</c:v>
                </c:pt>
                <c:pt idx="33">
                  <c:v>0.0132041200393</c:v>
                </c:pt>
                <c:pt idx="34">
                  <c:v>0.013240463435</c:v>
                </c:pt>
                <c:pt idx="35">
                  <c:v>0.0132769580624</c:v>
                </c:pt>
                <c:pt idx="36">
                  <c:v>0.0133136047646</c:v>
                </c:pt>
                <c:pt idx="37">
                  <c:v>0.0133504043904</c:v>
                </c:pt>
                <c:pt idx="38">
                  <c:v>0.0133873577946</c:v>
                </c:pt>
                <c:pt idx="39">
                  <c:v>0.0134244658379</c:v>
                </c:pt>
                <c:pt idx="40">
                  <c:v>0.0134617293871</c:v>
                </c:pt>
                <c:pt idx="41">
                  <c:v>0.0134991493151</c:v>
                </c:pt>
                <c:pt idx="42">
                  <c:v>0.013536726501</c:v>
                </c:pt>
                <c:pt idx="43">
                  <c:v>0.0135744618298</c:v>
                </c:pt>
                <c:pt idx="44">
                  <c:v>0.0136123561931</c:v>
                </c:pt>
                <c:pt idx="45">
                  <c:v>0.0136504104886</c:v>
                </c:pt>
                <c:pt idx="46">
                  <c:v>0.0136886256205</c:v>
                </c:pt>
                <c:pt idx="47">
                  <c:v>0.0137270024991</c:v>
                </c:pt>
                <c:pt idx="48">
                  <c:v>0.0137655420415</c:v>
                </c:pt>
                <c:pt idx="49">
                  <c:v>0.0138042451711</c:v>
                </c:pt>
                <c:pt idx="50">
                  <c:v>0.0138431128179</c:v>
                </c:pt>
                <c:pt idx="51">
                  <c:v>0.0138821459186</c:v>
                </c:pt>
                <c:pt idx="52">
                  <c:v>0.0139213454166</c:v>
                </c:pt>
                <c:pt idx="53">
                  <c:v>0.0139607122619</c:v>
                </c:pt>
                <c:pt idx="54">
                  <c:v>0.0140002474114</c:v>
                </c:pt>
                <c:pt idx="55">
                  <c:v>0.0140399518287</c:v>
                </c:pt>
                <c:pt idx="56">
                  <c:v>0.0140798264846</c:v>
                </c:pt>
                <c:pt idx="57">
                  <c:v>0.0141198723566</c:v>
                </c:pt>
                <c:pt idx="58">
                  <c:v>0.0141600904294</c:v>
                </c:pt>
                <c:pt idx="59">
                  <c:v>0.0142004816947</c:v>
                </c:pt>
                <c:pt idx="60">
                  <c:v>0.0142410471513</c:v>
                </c:pt>
                <c:pt idx="61">
                  <c:v>0.0142817878055</c:v>
                </c:pt>
                <c:pt idx="62">
                  <c:v>0.0143227046705</c:v>
                </c:pt>
                <c:pt idx="63">
                  <c:v>0.014363798767</c:v>
                </c:pt>
                <c:pt idx="64">
                  <c:v>0.0144050711232</c:v>
                </c:pt>
                <c:pt idx="65">
                  <c:v>0.0144465227747</c:v>
                </c:pt>
                <c:pt idx="66">
                  <c:v>0.0144881547646</c:v>
                </c:pt>
                <c:pt idx="67">
                  <c:v>0.0145299681437</c:v>
                </c:pt>
                <c:pt idx="68">
                  <c:v>0.0145719639702</c:v>
                </c:pt>
                <c:pt idx="69">
                  <c:v>0.0146141433105</c:v>
                </c:pt>
                <c:pt idx="70">
                  <c:v>0.0146565072383</c:v>
                </c:pt>
                <c:pt idx="71">
                  <c:v>0.0146990568354</c:v>
                </c:pt>
                <c:pt idx="72">
                  <c:v>0.0147417931917</c:v>
                </c:pt>
                <c:pt idx="73">
                  <c:v>0.0147847174049</c:v>
                </c:pt>
                <c:pt idx="74">
                  <c:v>0.0148278305807</c:v>
                </c:pt>
                <c:pt idx="75">
                  <c:v>0.0148711338333</c:v>
                </c:pt>
                <c:pt idx="76">
                  <c:v>0.0149146282847</c:v>
                </c:pt>
                <c:pt idx="77">
                  <c:v>0.0149583150655</c:v>
                </c:pt>
                <c:pt idx="78">
                  <c:v>0.0150021953145</c:v>
                </c:pt>
                <c:pt idx="79">
                  <c:v>0.0150462701791</c:v>
                </c:pt>
                <c:pt idx="80">
                  <c:v>0.0150905408151</c:v>
                </c:pt>
                <c:pt idx="81">
                  <c:v>0.0151350083869</c:v>
                </c:pt>
                <c:pt idx="82">
                  <c:v>0.0151796740676</c:v>
                </c:pt>
                <c:pt idx="83">
                  <c:v>0.0152245390391</c:v>
                </c:pt>
                <c:pt idx="84">
                  <c:v>0.015269604492</c:v>
                </c:pt>
                <c:pt idx="85">
                  <c:v>0.015314871626</c:v>
                </c:pt>
                <c:pt idx="86">
                  <c:v>0.0153603416496</c:v>
                </c:pt>
                <c:pt idx="87">
                  <c:v>0.0154060157804</c:v>
                </c:pt>
                <c:pt idx="88">
                  <c:v>0.0154518952452</c:v>
                </c:pt>
                <c:pt idx="89">
                  <c:v>0.01549798128</c:v>
                </c:pt>
                <c:pt idx="90">
                  <c:v>0.0155442751303</c:v>
                </c:pt>
                <c:pt idx="91">
                  <c:v>0.0155907780506</c:v>
                </c:pt>
                <c:pt idx="92">
                  <c:v>0.0156374913052</c:v>
                </c:pt>
                <c:pt idx="93">
                  <c:v>0.0156844161679</c:v>
                </c:pt>
                <c:pt idx="94">
                  <c:v>0.0157315539222</c:v>
                </c:pt>
                <c:pt idx="95">
                  <c:v>0.0157789058612</c:v>
                </c:pt>
                <c:pt idx="96">
                  <c:v>0.0158264732879</c:v>
                </c:pt>
                <c:pt idx="97">
                  <c:v>0.0158742575152</c:v>
                </c:pt>
                <c:pt idx="98">
                  <c:v>0.0159222598662</c:v>
                </c:pt>
                <c:pt idx="99">
                  <c:v>0.0159704816739</c:v>
                </c:pt>
                <c:pt idx="100">
                  <c:v>0.0160189242815</c:v>
                </c:pt>
                <c:pt idx="101">
                  <c:v>0.0160675890426</c:v>
                </c:pt>
                <c:pt idx="102">
                  <c:v>0.0161164773211</c:v>
                </c:pt>
                <c:pt idx="103">
                  <c:v>0.0161655904914</c:v>
                </c:pt>
                <c:pt idx="104">
                  <c:v>0.0162149299385</c:v>
                </c:pt>
                <c:pt idx="105">
                  <c:v>0.0162644970581</c:v>
                </c:pt>
                <c:pt idx="106">
                  <c:v>0.0163142932566</c:v>
                </c:pt>
                <c:pt idx="107">
                  <c:v>0.0163643199513</c:v>
                </c:pt>
                <c:pt idx="108">
                  <c:v>0.0164145785706</c:v>
                </c:pt>
                <c:pt idx="109">
                  <c:v>0.0164650705536</c:v>
                </c:pt>
                <c:pt idx="110">
                  <c:v>0.0165157973511</c:v>
                </c:pt>
                <c:pt idx="111">
                  <c:v>0.0165667604248</c:v>
                </c:pt>
                <c:pt idx="112">
                  <c:v>0.016617961248</c:v>
                </c:pt>
                <c:pt idx="113">
                  <c:v>0.0166694013052</c:v>
                </c:pt>
                <c:pt idx="114">
                  <c:v>0.0167210820929</c:v>
                </c:pt>
                <c:pt idx="115">
                  <c:v>0.0167730051191</c:v>
                </c:pt>
                <c:pt idx="116">
                  <c:v>0.0168251719035</c:v>
                </c:pt>
                <c:pt idx="117">
                  <c:v>0.016877583978</c:v>
                </c:pt>
                <c:pt idx="118">
                  <c:v>0.0169302428863</c:v>
                </c:pt>
                <c:pt idx="119">
                  <c:v>0.0169831501845</c:v>
                </c:pt>
                <c:pt idx="120">
                  <c:v>0.0170363074407</c:v>
                </c:pt>
                <c:pt idx="121">
                  <c:v>0.0170897162356</c:v>
                </c:pt>
                <c:pt idx="122">
                  <c:v>0.0171433781624</c:v>
                </c:pt>
                <c:pt idx="123">
                  <c:v>0.0171972948267</c:v>
                </c:pt>
                <c:pt idx="124">
                  <c:v>0.017251467847</c:v>
                </c:pt>
                <c:pt idx="125">
                  <c:v>0.0173058988548</c:v>
                </c:pt>
                <c:pt idx="126">
                  <c:v>0.0173605894944</c:v>
                </c:pt>
                <c:pt idx="127">
                  <c:v>0.0174155414231</c:v>
                </c:pt>
                <c:pt idx="128">
                  <c:v>0.0174707563118</c:v>
                </c:pt>
                <c:pt idx="129">
                  <c:v>0.0175262358444</c:v>
                </c:pt>
                <c:pt idx="130">
                  <c:v>0.0175819817186</c:v>
                </c:pt>
                <c:pt idx="131">
                  <c:v>0.0176379956454</c:v>
                </c:pt>
                <c:pt idx="132">
                  <c:v>0.0176942793498</c:v>
                </c:pt>
                <c:pt idx="133">
                  <c:v>0.0177508345706</c:v>
                </c:pt>
                <c:pt idx="134">
                  <c:v>0.0178076630606</c:v>
                </c:pt>
                <c:pt idx="135">
                  <c:v>0.0178647665867</c:v>
                </c:pt>
                <c:pt idx="136">
                  <c:v>0.0179221469303</c:v>
                </c:pt>
                <c:pt idx="137">
                  <c:v>0.0179798058869</c:v>
                </c:pt>
                <c:pt idx="138">
                  <c:v>0.0180377452669</c:v>
                </c:pt>
                <c:pt idx="139">
                  <c:v>0.0180959668951</c:v>
                </c:pt>
                <c:pt idx="140">
                  <c:v>0.0181544726114</c:v>
                </c:pt>
                <c:pt idx="141">
                  <c:v>0.0182132642707</c:v>
                </c:pt>
                <c:pt idx="142">
                  <c:v>0.0182723437427</c:v>
                </c:pt>
                <c:pt idx="143">
                  <c:v>0.0183317129128</c:v>
                </c:pt>
                <c:pt idx="144">
                  <c:v>0.0183913736817</c:v>
                </c:pt>
                <c:pt idx="145">
                  <c:v>0.0184513279656</c:v>
                </c:pt>
                <c:pt idx="146">
                  <c:v>0.0185115776964</c:v>
                </c:pt>
                <c:pt idx="147">
                  <c:v>0.0185721248222</c:v>
                </c:pt>
                <c:pt idx="148">
                  <c:v>0.0186329713069</c:v>
                </c:pt>
                <c:pt idx="149">
                  <c:v>0.0186941191307</c:v>
                </c:pt>
                <c:pt idx="150">
                  <c:v>0.01875557029</c:v>
                </c:pt>
                <c:pt idx="151">
                  <c:v>0.0188173267981</c:v>
                </c:pt>
                <c:pt idx="152">
                  <c:v>0.0188793906846</c:v>
                </c:pt>
                <c:pt idx="153">
                  <c:v>0.0189417639963</c:v>
                </c:pt>
                <c:pt idx="154">
                  <c:v>0.0190044487968</c:v>
                </c:pt>
                <c:pt idx="155">
                  <c:v>0.0190674471671</c:v>
                </c:pt>
                <c:pt idx="156">
                  <c:v>0.0191307612053</c:v>
                </c:pt>
                <c:pt idx="157">
                  <c:v>0.0191943930273</c:v>
                </c:pt>
                <c:pt idx="158">
                  <c:v>0.0192583447666</c:v>
                </c:pt>
                <c:pt idx="159">
                  <c:v>0.0193226185748</c:v>
                </c:pt>
                <c:pt idx="160">
                  <c:v>0.0193872166212</c:v>
                </c:pt>
                <c:pt idx="161">
                  <c:v>0.0194521410937</c:v>
                </c:pt>
                <c:pt idx="162">
                  <c:v>0.0195173941985</c:v>
                </c:pt>
                <c:pt idx="163">
                  <c:v>0.0195829781604</c:v>
                </c:pt>
                <c:pt idx="164">
                  <c:v>0.0196488952233</c:v>
                </c:pt>
                <c:pt idx="165">
                  <c:v>0.0197151476496</c:v>
                </c:pt>
                <c:pt idx="166">
                  <c:v>0.0197817377214</c:v>
                </c:pt>
                <c:pt idx="167">
                  <c:v>0.0198486677399</c:v>
                </c:pt>
                <c:pt idx="168">
                  <c:v>0.0199159400261</c:v>
                </c:pt>
                <c:pt idx="169">
                  <c:v>0.0199835569206</c:v>
                </c:pt>
                <c:pt idx="170">
                  <c:v>0.020051520784</c:v>
                </c:pt>
                <c:pt idx="171">
                  <c:v>0.0201198339974</c:v>
                </c:pt>
                <c:pt idx="172">
                  <c:v>0.0201884989619</c:v>
                </c:pt>
                <c:pt idx="173">
                  <c:v>0.0202575180996</c:v>
                </c:pt>
                <c:pt idx="174">
                  <c:v>0.020326893853</c:v>
                </c:pt>
                <c:pt idx="175">
                  <c:v>0.0203966286861</c:v>
                </c:pt>
                <c:pt idx="176">
                  <c:v>0.0204667250838</c:v>
                </c:pt>
                <c:pt idx="177">
                  <c:v>0.0205371855528</c:v>
                </c:pt>
                <c:pt idx="178">
                  <c:v>0.0206080126211</c:v>
                </c:pt>
                <c:pt idx="179">
                  <c:v>0.020679208839</c:v>
                </c:pt>
                <c:pt idx="180">
                  <c:v>0.0207507767787</c:v>
                </c:pt>
                <c:pt idx="181">
                  <c:v>0.0208227190349</c:v>
                </c:pt>
                <c:pt idx="182">
                  <c:v>0.020895038225</c:v>
                </c:pt>
                <c:pt idx="183">
                  <c:v>0.0209677369891</c:v>
                </c:pt>
                <c:pt idx="184">
                  <c:v>0.0210408179904</c:v>
                </c:pt>
                <c:pt idx="185">
                  <c:v>0.0211142839154</c:v>
                </c:pt>
                <c:pt idx="186">
                  <c:v>0.0211881374744</c:v>
                </c:pt>
                <c:pt idx="187">
                  <c:v>0.0212623814012</c:v>
                </c:pt>
                <c:pt idx="188">
                  <c:v>0.021337018454</c:v>
                </c:pt>
                <c:pt idx="189">
                  <c:v>0.021412051415</c:v>
                </c:pt>
                <c:pt idx="190">
                  <c:v>0.0214874830912</c:v>
                </c:pt>
                <c:pt idx="191">
                  <c:v>0.0215633163144</c:v>
                </c:pt>
                <c:pt idx="192">
                  <c:v>0.0216395539414</c:v>
                </c:pt>
                <c:pt idx="193">
                  <c:v>0.0217161988546</c:v>
                </c:pt>
                <c:pt idx="194">
                  <c:v>0.0217932539617</c:v>
                </c:pt>
                <c:pt idx="195">
                  <c:v>0.0218707221966</c:v>
                </c:pt>
                <c:pt idx="196">
                  <c:v>0.0219486065193</c:v>
                </c:pt>
                <c:pt idx="197">
                  <c:v>0.0220269099161</c:v>
                </c:pt>
                <c:pt idx="198">
                  <c:v>0.0221056354003</c:v>
                </c:pt>
                <c:pt idx="199">
                  <c:v>0.0221847860121</c:v>
                </c:pt>
                <c:pt idx="200">
                  <c:v>0.0222643648191</c:v>
                </c:pt>
                <c:pt idx="201">
                  <c:v>0.0223443749163</c:v>
                </c:pt>
                <c:pt idx="202">
                  <c:v>0.0224248194268</c:v>
                </c:pt>
                <c:pt idx="203">
                  <c:v>0.022505701502</c:v>
                </c:pt>
                <c:pt idx="204">
                  <c:v>0.0225870243216</c:v>
                </c:pt>
                <c:pt idx="205">
                  <c:v>0.0226687910942</c:v>
                </c:pt>
                <c:pt idx="206">
                  <c:v>0.0227510050575</c:v>
                </c:pt>
                <c:pt idx="207">
                  <c:v>0.0228336694788</c:v>
                </c:pt>
                <c:pt idx="208">
                  <c:v>0.022916787655</c:v>
                </c:pt>
                <c:pt idx="209">
                  <c:v>0.0230003629132</c:v>
                </c:pt>
                <c:pt idx="210">
                  <c:v>0.0230843986109</c:v>
                </c:pt>
                <c:pt idx="211">
                  <c:v>0.0231688981362</c:v>
                </c:pt>
                <c:pt idx="212">
                  <c:v>0.0232538649085</c:v>
                </c:pt>
                <c:pt idx="213">
                  <c:v>0.0233393023786</c:v>
                </c:pt>
                <c:pt idx="214">
                  <c:v>0.023425214029</c:v>
                </c:pt>
                <c:pt idx="215">
                  <c:v>0.0235116033742</c:v>
                </c:pt>
                <c:pt idx="216">
                  <c:v>0.0235984739615</c:v>
                </c:pt>
                <c:pt idx="217">
                  <c:v>0.0236858293707</c:v>
                </c:pt>
                <c:pt idx="218">
                  <c:v>0.0237736732151</c:v>
                </c:pt>
                <c:pt idx="219">
                  <c:v>0.0238620091413</c:v>
                </c:pt>
                <c:pt idx="220">
                  <c:v>0.0239508408299</c:v>
                </c:pt>
                <c:pt idx="221">
                  <c:v>0.0240401719959</c:v>
                </c:pt>
                <c:pt idx="222">
                  <c:v>0.0241300063889</c:v>
                </c:pt>
                <c:pt idx="223">
                  <c:v>0.0242203477936</c:v>
                </c:pt>
                <c:pt idx="224">
                  <c:v>0.0243112000302</c:v>
                </c:pt>
                <c:pt idx="225">
                  <c:v>0.0244025669548</c:v>
                </c:pt>
                <c:pt idx="226">
                  <c:v>0.0244944524595</c:v>
                </c:pt>
                <c:pt idx="227">
                  <c:v>0.0245868604735</c:v>
                </c:pt>
                <c:pt idx="228">
                  <c:v>0.0246797949627</c:v>
                </c:pt>
                <c:pt idx="229">
                  <c:v>0.0247732599307</c:v>
                </c:pt>
                <c:pt idx="230">
                  <c:v>0.024867259419</c:v>
                </c:pt>
                <c:pt idx="231">
                  <c:v>0.0249617975073</c:v>
                </c:pt>
                <c:pt idx="232">
                  <c:v>0.0250568783143</c:v>
                </c:pt>
                <c:pt idx="233">
                  <c:v>0.0251525059977</c:v>
                </c:pt>
                <c:pt idx="234">
                  <c:v>0.0252486847551</c:v>
                </c:pt>
                <c:pt idx="235">
                  <c:v>0.025345418824</c:v>
                </c:pt>
                <c:pt idx="236">
                  <c:v>0.0254427124826</c:v>
                </c:pt>
                <c:pt idx="237">
                  <c:v>0.02554057005</c:v>
                </c:pt>
                <c:pt idx="238">
                  <c:v>0.025638995887</c:v>
                </c:pt>
                <c:pt idx="239">
                  <c:v>0.0257379943962</c:v>
                </c:pt>
                <c:pt idx="240">
                  <c:v>0.0258375700227</c:v>
                </c:pt>
                <c:pt idx="241">
                  <c:v>0.0259377272546</c:v>
                </c:pt>
                <c:pt idx="242">
                  <c:v>0.0260384706234</c:v>
                </c:pt>
                <c:pt idx="243">
                  <c:v>0.0261398047045</c:v>
                </c:pt>
                <c:pt idx="244">
                  <c:v>0.0262417341178</c:v>
                </c:pt>
                <c:pt idx="245">
                  <c:v>0.026344263528</c:v>
                </c:pt>
                <c:pt idx="246">
                  <c:v>0.0264473976455</c:v>
                </c:pt>
                <c:pt idx="247">
                  <c:v>0.0265511412266</c:v>
                </c:pt>
                <c:pt idx="248">
                  <c:v>0.0266554990741</c:v>
                </c:pt>
                <c:pt idx="249">
                  <c:v>0.0267604760379</c:v>
                </c:pt>
                <c:pt idx="250">
                  <c:v>0.0268660770156</c:v>
                </c:pt>
                <c:pt idx="251">
                  <c:v>0.0269723069528</c:v>
                </c:pt>
                <c:pt idx="252">
                  <c:v>0.0270791708441</c:v>
                </c:pt>
                <c:pt idx="253">
                  <c:v>0.0271866737331</c:v>
                </c:pt>
                <c:pt idx="254">
                  <c:v>0.0272948207135</c:v>
                </c:pt>
                <c:pt idx="255">
                  <c:v>0.0274036169295</c:v>
                </c:pt>
                <c:pt idx="256">
                  <c:v>0.0275130675763</c:v>
                </c:pt>
                <c:pt idx="257">
                  <c:v>0.0276231779008</c:v>
                </c:pt>
                <c:pt idx="258">
                  <c:v>0.027733953202</c:v>
                </c:pt>
                <c:pt idx="259">
                  <c:v>0.0278453988322</c:v>
                </c:pt>
                <c:pt idx="260">
                  <c:v>0.0279575201968</c:v>
                </c:pt>
                <c:pt idx="261">
                  <c:v>0.0280703227556</c:v>
                </c:pt>
                <c:pt idx="262">
                  <c:v>0.0281838120233</c:v>
                </c:pt>
                <c:pt idx="263">
                  <c:v>0.0282979935697</c:v>
                </c:pt>
                <c:pt idx="264">
                  <c:v>0.0284128730211</c:v>
                </c:pt>
                <c:pt idx="265">
                  <c:v>0.0285284560605</c:v>
                </c:pt>
                <c:pt idx="266">
                  <c:v>0.0286447484281</c:v>
                </c:pt>
                <c:pt idx="267">
                  <c:v>0.0287617559227</c:v>
                </c:pt>
                <c:pt idx="268">
                  <c:v>0.0288794844016</c:v>
                </c:pt>
                <c:pt idx="269">
                  <c:v>0.0289979397818</c:v>
                </c:pt>
                <c:pt idx="270">
                  <c:v>0.0291171280406</c:v>
                </c:pt>
                <c:pt idx="271">
                  <c:v>0.0292370552163</c:v>
                </c:pt>
                <c:pt idx="272">
                  <c:v>0.029357727409</c:v>
                </c:pt>
                <c:pt idx="273">
                  <c:v>0.0294791507812</c:v>
                </c:pt>
                <c:pt idx="274">
                  <c:v>0.0296013315588</c:v>
                </c:pt>
                <c:pt idx="275">
                  <c:v>0.0297242760315</c:v>
                </c:pt>
                <c:pt idx="276">
                  <c:v>0.0298479905541</c:v>
                </c:pt>
                <c:pt idx="277">
                  <c:v>0.0299724815467</c:v>
                </c:pt>
                <c:pt idx="278">
                  <c:v>0.030097755496</c:v>
                </c:pt>
                <c:pt idx="279">
                  <c:v>0.030223818956</c:v>
                </c:pt>
                <c:pt idx="280">
                  <c:v>0.0303506785483</c:v>
                </c:pt>
                <c:pt idx="281">
                  <c:v>0.030478340964</c:v>
                </c:pt>
                <c:pt idx="282">
                  <c:v>0.0306068129633</c:v>
                </c:pt>
                <c:pt idx="283">
                  <c:v>0.0307361013774</c:v>
                </c:pt>
                <c:pt idx="284">
                  <c:v>0.0308662131089</c:v>
                </c:pt>
                <c:pt idx="285">
                  <c:v>0.0309971551325</c:v>
                </c:pt>
                <c:pt idx="286">
                  <c:v>0.0311289344963</c:v>
                </c:pt>
                <c:pt idx="287">
                  <c:v>0.0312615583226</c:v>
                </c:pt>
                <c:pt idx="288">
                  <c:v>0.0313950338086</c:v>
                </c:pt>
                <c:pt idx="289">
                  <c:v>0.0315293682276</c:v>
                </c:pt>
                <c:pt idx="290">
                  <c:v>0.0316645689299</c:v>
                </c:pt>
                <c:pt idx="291">
                  <c:v>0.0318006433435</c:v>
                </c:pt>
                <c:pt idx="292">
                  <c:v>0.0319375989755</c:v>
                </c:pt>
                <c:pt idx="293">
                  <c:v>0.0320754434128</c:v>
                </c:pt>
                <c:pt idx="294">
                  <c:v>0.032214184323</c:v>
                </c:pt>
                <c:pt idx="295">
                  <c:v>0.0323538294559</c:v>
                </c:pt>
                <c:pt idx="296">
                  <c:v>0.032494386644</c:v>
                </c:pt>
                <c:pt idx="297">
                  <c:v>0.0326358638038</c:v>
                </c:pt>
                <c:pt idx="298">
                  <c:v>0.0327782689369</c:v>
                </c:pt>
                <c:pt idx="299">
                  <c:v>0.032921610131</c:v>
                </c:pt>
                <c:pt idx="300">
                  <c:v>0.033065895561</c:v>
                </c:pt>
                <c:pt idx="301">
                  <c:v>0.03321113349</c:v>
                </c:pt>
                <c:pt idx="302">
                  <c:v>0.0333573322706</c:v>
                </c:pt>
                <c:pt idx="303">
                  <c:v>0.0335045003461</c:v>
                </c:pt>
                <c:pt idx="304">
                  <c:v>0.0336526462514</c:v>
                </c:pt>
                <c:pt idx="305">
                  <c:v>0.0338017786144</c:v>
                </c:pt>
                <c:pt idx="306">
                  <c:v>0.0339519061569</c:v>
                </c:pt>
                <c:pt idx="307">
                  <c:v>0.0341030376962</c:v>
                </c:pt>
                <c:pt idx="308">
                  <c:v>0.034255182146</c:v>
                </c:pt>
                <c:pt idx="309">
                  <c:v>0.0344083485181</c:v>
                </c:pt>
                <c:pt idx="310">
                  <c:v>0.0345625459228</c:v>
                </c:pt>
                <c:pt idx="311">
                  <c:v>0.0347177835712</c:v>
                </c:pt>
                <c:pt idx="312">
                  <c:v>0.0348740707758</c:v>
                </c:pt>
                <c:pt idx="313">
                  <c:v>0.035031416952</c:v>
                </c:pt>
                <c:pt idx="314">
                  <c:v>0.0351898316196</c:v>
                </c:pt>
                <c:pt idx="315">
                  <c:v>0.035349324404</c:v>
                </c:pt>
                <c:pt idx="316">
                  <c:v>0.0355099050375</c:v>
                </c:pt>
                <c:pt idx="317">
                  <c:v>0.035671583361</c:v>
                </c:pt>
                <c:pt idx="318">
                  <c:v>0.0358343693251</c:v>
                </c:pt>
                <c:pt idx="319">
                  <c:v>0.0359982729916</c:v>
                </c:pt>
                <c:pt idx="320">
                  <c:v>0.0361633045352</c:v>
                </c:pt>
                <c:pt idx="321">
                  <c:v>0.0363294742447</c:v>
                </c:pt>
                <c:pt idx="322">
                  <c:v>0.0364967925247</c:v>
                </c:pt>
                <c:pt idx="323">
                  <c:v>0.0366652698969</c:v>
                </c:pt>
                <c:pt idx="324">
                  <c:v>0.0368349170018</c:v>
                </c:pt>
                <c:pt idx="325">
                  <c:v>0.0370057446005</c:v>
                </c:pt>
                <c:pt idx="326">
                  <c:v>0.0371777635758</c:v>
                </c:pt>
                <c:pt idx="327">
                  <c:v>0.0373509849341</c:v>
                </c:pt>
                <c:pt idx="328">
                  <c:v>0.0375254198071</c:v>
                </c:pt>
                <c:pt idx="329">
                  <c:v>0.0377010794535</c:v>
                </c:pt>
                <c:pt idx="330">
                  <c:v>0.0378779752602</c:v>
                </c:pt>
                <c:pt idx="331">
                  <c:v>0.0380561187449</c:v>
                </c:pt>
                <c:pt idx="332">
                  <c:v>0.038235521557</c:v>
                </c:pt>
                <c:pt idx="333">
                  <c:v>0.0384161954799</c:v>
                </c:pt>
                <c:pt idx="334">
                  <c:v>0.0385981524323</c:v>
                </c:pt>
                <c:pt idx="335">
                  <c:v>0.0387814044708</c:v>
                </c:pt>
                <c:pt idx="336">
                  <c:v>0.0389659637909</c:v>
                </c:pt>
                <c:pt idx="337">
                  <c:v>0.0391518427296</c:v>
                </c:pt>
                <c:pt idx="338">
                  <c:v>0.0393390537666</c:v>
                </c:pt>
                <c:pt idx="339">
                  <c:v>0.039527609527</c:v>
                </c:pt>
                <c:pt idx="340">
                  <c:v>0.0397175227827</c:v>
                </c:pt>
                <c:pt idx="341">
                  <c:v>0.0399088064544</c:v>
                </c:pt>
                <c:pt idx="342">
                  <c:v>0.0401014736142</c:v>
                </c:pt>
                <c:pt idx="343">
                  <c:v>0.040295537487</c:v>
                </c:pt>
                <c:pt idx="344">
                  <c:v>0.040491011453</c:v>
                </c:pt>
                <c:pt idx="345">
                  <c:v>0.0406879090494</c:v>
                </c:pt>
                <c:pt idx="346">
                  <c:v>0.0408862439731</c:v>
                </c:pt>
                <c:pt idx="347">
                  <c:v>0.0410860300826</c:v>
                </c:pt>
                <c:pt idx="348">
                  <c:v>0.0412872814001</c:v>
                </c:pt>
                <c:pt idx="349">
                  <c:v>0.0414900121139</c:v>
                </c:pt>
                <c:pt idx="350">
                  <c:v>0.0416942365809</c:v>
                </c:pt>
                <c:pt idx="351">
                  <c:v>0.0418999693283</c:v>
                </c:pt>
                <c:pt idx="352">
                  <c:v>0.0421072250568</c:v>
                </c:pt>
                <c:pt idx="353">
                  <c:v>0.0423160186421</c:v>
                </c:pt>
                <c:pt idx="354">
                  <c:v>0.0425263651382</c:v>
                </c:pt>
                <c:pt idx="355">
                  <c:v>0.0427382797792</c:v>
                </c:pt>
                <c:pt idx="356">
                  <c:v>0.042951777982</c:v>
                </c:pt>
                <c:pt idx="357">
                  <c:v>0.0431668753491</c:v>
                </c:pt>
                <c:pt idx="358">
                  <c:v>0.043383587671</c:v>
                </c:pt>
                <c:pt idx="359">
                  <c:v>0.0436019309285</c:v>
                </c:pt>
                <c:pt idx="360">
                  <c:v>0.0438219212961</c:v>
                </c:pt>
                <c:pt idx="361">
                  <c:v>0.0440435751439</c:v>
                </c:pt>
                <c:pt idx="362">
                  <c:v>0.0442669090409</c:v>
                </c:pt>
                <c:pt idx="363">
                  <c:v>0.0444919397577</c:v>
                </c:pt>
                <c:pt idx="364">
                  <c:v>0.0447186842692</c:v>
                </c:pt>
                <c:pt idx="365">
                  <c:v>0.0449471597573</c:v>
                </c:pt>
                <c:pt idx="366">
                  <c:v>0.0451773836143</c:v>
                </c:pt>
                <c:pt idx="367">
                  <c:v>0.0454093734456</c:v>
                </c:pt>
                <c:pt idx="368">
                  <c:v>0.0456431470726</c:v>
                </c:pt>
                <c:pt idx="369">
                  <c:v>0.0458787225361</c:v>
                </c:pt>
                <c:pt idx="370">
                  <c:v>0.0461161180989</c:v>
                </c:pt>
                <c:pt idx="371">
                  <c:v>0.0463553522495</c:v>
                </c:pt>
                <c:pt idx="372">
                  <c:v>0.0465964437049</c:v>
                </c:pt>
                <c:pt idx="373">
                  <c:v>0.0468394114141</c:v>
                </c:pt>
                <c:pt idx="374">
                  <c:v>0.0470842745612</c:v>
                </c:pt>
                <c:pt idx="375">
                  <c:v>0.047331052569</c:v>
                </c:pt>
                <c:pt idx="376">
                  <c:v>0.0475797651022</c:v>
                </c:pt>
                <c:pt idx="377">
                  <c:v>0.0478304320709</c:v>
                </c:pt>
                <c:pt idx="378">
                  <c:v>0.0480830736341</c:v>
                </c:pt>
                <c:pt idx="379">
                  <c:v>0.0483377102036</c:v>
                </c:pt>
                <c:pt idx="380">
                  <c:v>0.0485943624469</c:v>
                </c:pt>
                <c:pt idx="381">
                  <c:v>0.0488530512917</c:v>
                </c:pt>
                <c:pt idx="382">
                  <c:v>0.0491137979291</c:v>
                </c:pt>
                <c:pt idx="383">
                  <c:v>0.0493766238174</c:v>
                </c:pt>
                <c:pt idx="384">
                  <c:v>0.0496415506864</c:v>
                </c:pt>
                <c:pt idx="385">
                  <c:v>0.0499086005408</c:v>
                </c:pt>
                <c:pt idx="386">
                  <c:v>0.0501777956645</c:v>
                </c:pt>
                <c:pt idx="387">
                  <c:v>0.0504491586245</c:v>
                </c:pt>
                <c:pt idx="388">
                  <c:v>0.0507227122751</c:v>
                </c:pt>
                <c:pt idx="389">
                  <c:v>0.0509984797617</c:v>
                </c:pt>
                <c:pt idx="390">
                  <c:v>0.0512764845257</c:v>
                </c:pt>
                <c:pt idx="391">
                  <c:v>0.0515567503082</c:v>
                </c:pt>
                <c:pt idx="392">
                  <c:v>0.0518393011547</c:v>
                </c:pt>
                <c:pt idx="393">
                  <c:v>0.0521241614192</c:v>
                </c:pt>
                <c:pt idx="394">
                  <c:v>0.0524113557691</c:v>
                </c:pt>
                <c:pt idx="395">
                  <c:v>0.0527009091893</c:v>
                </c:pt>
                <c:pt idx="396">
                  <c:v>0.0529928469874</c:v>
                </c:pt>
                <c:pt idx="397">
                  <c:v>0.053287194798</c:v>
                </c:pt>
                <c:pt idx="398">
                  <c:v>0.0535839785873</c:v>
                </c:pt>
                <c:pt idx="399">
                  <c:v>0.0538832246587</c:v>
                </c:pt>
                <c:pt idx="400">
                  <c:v>0.0541849596569</c:v>
                </c:pt>
                <c:pt idx="401">
                  <c:v>0.0544892105733</c:v>
                </c:pt>
                <c:pt idx="402">
                  <c:v>0.0547960047512</c:v>
                </c:pt>
                <c:pt idx="403">
                  <c:v>0.0551053698907</c:v>
                </c:pt>
                <c:pt idx="404">
                  <c:v>0.055417334054</c:v>
                </c:pt>
                <c:pt idx="405">
                  <c:v>0.0557319256708</c:v>
                </c:pt>
                <c:pt idx="406">
                  <c:v>0.0560491735436</c:v>
                </c:pt>
                <c:pt idx="407">
                  <c:v>0.0563691068532</c:v>
                </c:pt>
                <c:pt idx="408">
                  <c:v>0.0566917551644</c:v>
                </c:pt>
                <c:pt idx="409">
                  <c:v>0.0570171484315</c:v>
                </c:pt>
                <c:pt idx="410">
                  <c:v>0.0573453170038</c:v>
                </c:pt>
                <c:pt idx="411">
                  <c:v>0.0576762916321</c:v>
                </c:pt>
                <c:pt idx="412">
                  <c:v>0.0580101034739</c:v>
                </c:pt>
                <c:pt idx="413">
                  <c:v>0.0583467840999</c:v>
                </c:pt>
                <c:pt idx="414">
                  <c:v>0.0586863654995</c:v>
                </c:pt>
                <c:pt idx="415">
                  <c:v>0.0590288800877</c:v>
                </c:pt>
                <c:pt idx="416">
                  <c:v>0.0593743607109</c:v>
                </c:pt>
                <c:pt idx="417">
                  <c:v>0.0597228406533</c:v>
                </c:pt>
                <c:pt idx="418">
                  <c:v>0.0600743536435</c:v>
                </c:pt>
                <c:pt idx="419">
                  <c:v>0.060428933861</c:v>
                </c:pt>
                <c:pt idx="420">
                  <c:v>0.0607866159426</c:v>
                </c:pt>
                <c:pt idx="421">
                  <c:v>0.0611474349897</c:v>
                </c:pt>
                <c:pt idx="422">
                  <c:v>0.0615114265746</c:v>
                </c:pt>
                <c:pt idx="423">
                  <c:v>0.0618786267476</c:v>
                </c:pt>
                <c:pt idx="424">
                  <c:v>0.0622490720443</c:v>
                </c:pt>
                <c:pt idx="425">
                  <c:v>0.0626227994923</c:v>
                </c:pt>
                <c:pt idx="426">
                  <c:v>0.0629998466188</c:v>
                </c:pt>
                <c:pt idx="427">
                  <c:v>0.0633802514579</c:v>
                </c:pt>
                <c:pt idx="428">
                  <c:v>0.0637640525578</c:v>
                </c:pt>
                <c:pt idx="429">
                  <c:v>0.0641512889887</c:v>
                </c:pt>
                <c:pt idx="430">
                  <c:v>0.0645420003503</c:v>
                </c:pt>
                <c:pt idx="431">
                  <c:v>0.0649362267794</c:v>
                </c:pt>
                <c:pt idx="432">
                  <c:v>0.0653340089582</c:v>
                </c:pt>
                <c:pt idx="433">
                  <c:v>0.0657353881219</c:v>
                </c:pt>
                <c:pt idx="434">
                  <c:v>0.0661404060671</c:v>
                </c:pt>
                <c:pt idx="435">
                  <c:v>0.0665491051597</c:v>
                </c:pt>
                <c:pt idx="436">
                  <c:v>0.0669615283435</c:v>
                </c:pt>
                <c:pt idx="437">
                  <c:v>0.0673777191484</c:v>
                </c:pt>
                <c:pt idx="438">
                  <c:v>0.0677977216992</c:v>
                </c:pt>
                <c:pt idx="439">
                  <c:v>0.068221580724</c:v>
                </c:pt>
                <c:pt idx="440">
                  <c:v>0.0686493415633</c:v>
                </c:pt>
                <c:pt idx="441">
                  <c:v>0.0690810501783</c:v>
                </c:pt>
                <c:pt idx="442">
                  <c:v>0.0695167531607</c:v>
                </c:pt>
                <c:pt idx="443">
                  <c:v>0.069956497741</c:v>
                </c:pt>
                <c:pt idx="444">
                  <c:v>0.0704003317984</c:v>
                </c:pt>
                <c:pt idx="445">
                  <c:v>0.0708483038696</c:v>
                </c:pt>
                <c:pt idx="446">
                  <c:v>0.0713004631589</c:v>
                </c:pt>
                <c:pt idx="447">
                  <c:v>0.071756859547</c:v>
                </c:pt>
                <c:pt idx="448">
                  <c:v>0.0722175436011</c:v>
                </c:pt>
                <c:pt idx="449">
                  <c:v>0.0726825665849</c:v>
                </c:pt>
                <c:pt idx="450">
                  <c:v>0.0731519804681</c:v>
                </c:pt>
                <c:pt idx="451">
                  <c:v>0.0736258379367</c:v>
                </c:pt>
                <c:pt idx="452">
                  <c:v>0.0741041924028</c:v>
                </c:pt>
                <c:pt idx="453">
                  <c:v>0.0745870980155</c:v>
                </c:pt>
                <c:pt idx="454">
                  <c:v>0.0750746096704</c:v>
                </c:pt>
                <c:pt idx="455">
                  <c:v>0.0755667830209</c:v>
                </c:pt>
                <c:pt idx="456">
                  <c:v>0.0760636744882</c:v>
                </c:pt>
                <c:pt idx="457">
                  <c:v>0.0765653412721</c:v>
                </c:pt>
                <c:pt idx="458">
                  <c:v>0.0770718413622</c:v>
                </c:pt>
                <c:pt idx="459">
                  <c:v>0.0775832335482</c:v>
                </c:pt>
                <c:pt idx="460">
                  <c:v>0.0780995774312</c:v>
                </c:pt>
                <c:pt idx="461">
                  <c:v>0.0786209334349</c:v>
                </c:pt>
                <c:pt idx="462">
                  <c:v>0.0791473628165</c:v>
                </c:pt>
                <c:pt idx="463">
                  <c:v>0.0796789276782</c:v>
                </c:pt>
                <c:pt idx="464">
                  <c:v>0.0802156909785</c:v>
                </c:pt>
                <c:pt idx="465">
                  <c:v>0.0807577165439</c:v>
                </c:pt>
                <c:pt idx="466">
                  <c:v>0.0813050690801</c:v>
                </c:pt>
                <c:pt idx="467">
                  <c:v>0.0818578141836</c:v>
                </c:pt>
                <c:pt idx="468">
                  <c:v>0.0824160183539</c:v>
                </c:pt>
                <c:pt idx="469">
                  <c:v>0.0829797490049</c:v>
                </c:pt>
                <c:pt idx="470">
                  <c:v>0.0835490744768</c:v>
                </c:pt>
                <c:pt idx="471">
                  <c:v>0.0841240640481</c:v>
                </c:pt>
                <c:pt idx="472">
                  <c:v>0.0847047879475</c:v>
                </c:pt>
                <c:pt idx="473">
                  <c:v>0.085291317366</c:v>
                </c:pt>
                <c:pt idx="474">
                  <c:v>0.0858837244689</c:v>
                </c:pt>
                <c:pt idx="475">
                  <c:v>0.0864820824081</c:v>
                </c:pt>
                <c:pt idx="476">
                  <c:v>0.0870864653339</c:v>
                </c:pt>
                <c:pt idx="477">
                  <c:v>0.0876969484075</c:v>
                </c:pt>
                <c:pt idx="478">
                  <c:v>0.0883136078131</c:v>
                </c:pt>
                <c:pt idx="479">
                  <c:v>0.08893652077</c:v>
                </c:pt>
                <c:pt idx="480">
                  <c:v>0.0895657655448</c:v>
                </c:pt>
                <c:pt idx="481">
                  <c:v>0.0902014214638</c:v>
                </c:pt>
                <c:pt idx="482">
                  <c:v>0.0908435689251</c:v>
                </c:pt>
                <c:pt idx="483">
                  <c:v>0.0914922894103</c:v>
                </c:pt>
                <c:pt idx="484">
                  <c:v>0.0921476654972</c:v>
                </c:pt>
                <c:pt idx="485">
                  <c:v>0.0928097808717</c:v>
                </c:pt>
                <c:pt idx="486">
                  <c:v>0.0934787203393</c:v>
                </c:pt>
                <c:pt idx="487">
                  <c:v>0.0941545698376</c:v>
                </c:pt>
                <c:pt idx="488">
                  <c:v>0.0948374164478</c:v>
                </c:pt>
                <c:pt idx="489">
                  <c:v>0.0955273484063</c:v>
                </c:pt>
                <c:pt idx="490">
                  <c:v>0.0962244551165</c:v>
                </c:pt>
                <c:pt idx="491">
                  <c:v>0.09692882716</c:v>
                </c:pt>
                <c:pt idx="492">
                  <c:v>0.0976405563078</c:v>
                </c:pt>
                <c:pt idx="493">
                  <c:v>0.0983597355316</c:v>
                </c:pt>
                <c:pt idx="494">
                  <c:v>0.0990864590144</c:v>
                </c:pt>
                <c:pt idx="495">
                  <c:v>0.0998208221615</c:v>
                </c:pt>
                <c:pt idx="496">
                  <c:v>0.10056292161</c:v>
                </c:pt>
                <c:pt idx="497">
                  <c:v>0.101312855241</c:v>
                </c:pt>
                <c:pt idx="498">
                  <c:v>0.102070722186</c:v>
                </c:pt>
                <c:pt idx="499">
                  <c:v>0.10283662284</c:v>
                </c:pt>
                <c:pt idx="500">
                  <c:v>0.103610658868</c:v>
                </c:pt>
                <c:pt idx="501">
                  <c:v>0.104392933216</c:v>
                </c:pt>
                <c:pt idx="502">
                  <c:v>0.105183550117</c:v>
                </c:pt>
                <c:pt idx="503">
                  <c:v>0.105982615101</c:v>
                </c:pt>
                <c:pt idx="504">
                  <c:v>0.106790235001</c:v>
                </c:pt>
                <c:pt idx="505">
                  <c:v>0.107606517961</c:v>
                </c:pt>
                <c:pt idx="506">
                  <c:v>0.108431573442</c:v>
                </c:pt>
                <c:pt idx="507">
                  <c:v>0.109265512229</c:v>
                </c:pt>
                <c:pt idx="508">
                  <c:v>0.110108446432</c:v>
                </c:pt>
                <c:pt idx="509">
                  <c:v>0.110960489496</c:v>
                </c:pt>
                <c:pt idx="510">
                  <c:v>0.111821756204</c:v>
                </c:pt>
                <c:pt idx="511">
                  <c:v>0.112692362676</c:v>
                </c:pt>
                <c:pt idx="512">
                  <c:v>0.113572426374</c:v>
                </c:pt>
                <c:pt idx="513">
                  <c:v>0.114462066105</c:v>
                </c:pt>
                <c:pt idx="514">
                  <c:v>0.115361402021</c:v>
                </c:pt>
                <c:pt idx="515">
                  <c:v>0.116270555614</c:v>
                </c:pt>
                <c:pt idx="516">
                  <c:v>0.117189649723</c:v>
                </c:pt>
                <c:pt idx="517">
                  <c:v>0.118118808523</c:v>
                </c:pt>
                <c:pt idx="518">
                  <c:v>0.119058157527</c:v>
                </c:pt>
                <c:pt idx="519">
                  <c:v>0.12000782358</c:v>
                </c:pt>
                <c:pt idx="520">
                  <c:v>0.120967934852</c:v>
                </c:pt>
                <c:pt idx="521">
                  <c:v>0.121938620831</c:v>
                </c:pt>
                <c:pt idx="522">
                  <c:v>0.122920012314</c:v>
                </c:pt>
                <c:pt idx="523">
                  <c:v>0.1239122414</c:v>
                </c:pt>
                <c:pt idx="524">
                  <c:v>0.124915441472</c:v>
                </c:pt>
                <c:pt idx="525">
                  <c:v>0.125929747188</c:v>
                </c:pt>
                <c:pt idx="526">
                  <c:v>0.126955294467</c:v>
                </c:pt>
                <c:pt idx="527">
                  <c:v>0.127992220468</c:v>
                </c:pt>
                <c:pt idx="528">
                  <c:v>0.129040663572</c:v>
                </c:pt>
                <c:pt idx="529">
                  <c:v>0.130100763366</c:v>
                </c:pt>
                <c:pt idx="530">
                  <c:v>0.131172660614</c:v>
                </c:pt>
                <c:pt idx="531">
                  <c:v>0.132256497234</c:v>
                </c:pt>
                <c:pt idx="532">
                  <c:v>0.133352416273</c:v>
                </c:pt>
                <c:pt idx="533">
                  <c:v>0.134460561873</c:v>
                </c:pt>
                <c:pt idx="534">
                  <c:v>0.135581079243</c:v>
                </c:pt>
                <c:pt idx="535">
                  <c:v>0.136714114619</c:v>
                </c:pt>
                <c:pt idx="536">
                  <c:v>0.137859815233</c:v>
                </c:pt>
                <c:pt idx="537">
                  <c:v>0.139018329267</c:v>
                </c:pt>
                <c:pt idx="538">
                  <c:v>0.140189805811</c:v>
                </c:pt>
                <c:pt idx="539">
                  <c:v>0.141374394817</c:v>
                </c:pt>
                <c:pt idx="540">
                  <c:v>0.14257224705</c:v>
                </c:pt>
                <c:pt idx="541">
                  <c:v>0.143783514032</c:v>
                </c:pt>
                <c:pt idx="542">
                  <c:v>0.145008347987</c:v>
                </c:pt>
                <c:pt idx="543">
                  <c:v>0.146246901782</c:v>
                </c:pt>
                <c:pt idx="544">
                  <c:v>0.147499328858</c:v>
                </c:pt>
                <c:pt idx="545">
                  <c:v>0.148765783169</c:v>
                </c:pt>
                <c:pt idx="546">
                  <c:v>0.150046419101</c:v>
                </c:pt>
                <c:pt idx="547">
                  <c:v>0.151341391403</c:v>
                </c:pt>
                <c:pt idx="548">
                  <c:v>0.152650855101</c:v>
                </c:pt>
                <c:pt idx="549">
                  <c:v>0.153974965416</c:v>
                </c:pt>
                <c:pt idx="550">
                  <c:v>0.155313877669</c:v>
                </c:pt>
                <c:pt idx="551">
                  <c:v>0.156667747192</c:v>
                </c:pt>
                <c:pt idx="552">
                  <c:v>0.158036729219</c:v>
                </c:pt>
                <c:pt idx="553">
                  <c:v>0.15942097879</c:v>
                </c:pt>
                <c:pt idx="554">
                  <c:v>0.160820650631</c:v>
                </c:pt>
                <c:pt idx="555">
                  <c:v>0.162235899045</c:v>
                </c:pt>
                <c:pt idx="556">
                  <c:v>0.163666877781</c:v>
                </c:pt>
                <c:pt idx="557">
                  <c:v>0.165113739915</c:v>
                </c:pt>
                <c:pt idx="558">
                  <c:v>0.166576637707</c:v>
                </c:pt>
                <c:pt idx="559">
                  <c:v>0.168055722464</c:v>
                </c:pt>
                <c:pt idx="560">
                  <c:v>0.169551144393</c:v>
                </c:pt>
                <c:pt idx="561">
                  <c:v>0.171063052445</c:v>
                </c:pt>
                <c:pt idx="562">
                  <c:v>0.172591594155</c:v>
                </c:pt>
                <c:pt idx="563">
                  <c:v>0.174136915475</c:v>
                </c:pt>
                <c:pt idx="564">
                  <c:v>0.175699160595</c:v>
                </c:pt>
                <c:pt idx="565">
                  <c:v>0.177278471768</c:v>
                </c:pt>
                <c:pt idx="566">
                  <c:v>0.17887498911</c:v>
                </c:pt>
                <c:pt idx="567">
                  <c:v>0.180488850414</c:v>
                </c:pt>
                <c:pt idx="568">
                  <c:v>0.182120190934</c:v>
                </c:pt>
                <c:pt idx="569">
                  <c:v>0.183769143179</c:v>
                </c:pt>
                <c:pt idx="570">
                  <c:v>0.185435836691</c:v>
                </c:pt>
                <c:pt idx="571">
                  <c:v>0.187120397813</c:v>
                </c:pt>
                <c:pt idx="572">
                  <c:v>0.188822949453</c:v>
                </c:pt>
                <c:pt idx="573">
                  <c:v>0.190543610839</c:v>
                </c:pt>
                <c:pt idx="574">
                  <c:v>0.192282497267</c:v>
                </c:pt>
                <c:pt idx="575">
                  <c:v>0.194039719834</c:v>
                </c:pt>
                <c:pt idx="576">
                  <c:v>0.195815385169</c:v>
                </c:pt>
                <c:pt idx="577">
                  <c:v>0.197609595156</c:v>
                </c:pt>
                <c:pt idx="578">
                  <c:v>0.199422446645</c:v>
                </c:pt>
                <c:pt idx="579">
                  <c:v>0.201254031153</c:v>
                </c:pt>
                <c:pt idx="580">
                  <c:v>0.203104434564</c:v>
                </c:pt>
                <c:pt idx="581">
                  <c:v>0.204973736814</c:v>
                </c:pt>
                <c:pt idx="582">
                  <c:v>0.20686201157</c:v>
                </c:pt>
                <c:pt idx="583">
                  <c:v>0.208769325901</c:v>
                </c:pt>
                <c:pt idx="584">
                  <c:v>0.210695739941</c:v>
                </c:pt>
                <c:pt idx="585">
                  <c:v>0.212641306544</c:v>
                </c:pt>
                <c:pt idx="586">
                  <c:v>0.214606070933</c:v>
                </c:pt>
                <c:pt idx="587">
                  <c:v>0.216590070339</c:v>
                </c:pt>
                <c:pt idx="588">
                  <c:v>0.218593333637</c:v>
                </c:pt>
                <c:pt idx="589">
                  <c:v>0.220615880969</c:v>
                </c:pt>
                <c:pt idx="590">
                  <c:v>0.222657723368</c:v>
                </c:pt>
                <c:pt idx="591">
                  <c:v>0.224718862373</c:v>
                </c:pt>
                <c:pt idx="592">
                  <c:v>0.226799289636</c:v>
                </c:pt>
                <c:pt idx="593">
                  <c:v>0.228898986528</c:v>
                </c:pt>
                <c:pt idx="594">
                  <c:v>0.231017923742</c:v>
                </c:pt>
                <c:pt idx="595">
                  <c:v>0.233156060886</c:v>
                </c:pt>
                <c:pt idx="596">
                  <c:v>0.235313346077</c:v>
                </c:pt>
                <c:pt idx="597">
                  <c:v>0.237489715534</c:v>
                </c:pt>
                <c:pt idx="598">
                  <c:v>0.239685093167</c:v>
                </c:pt>
                <c:pt idx="599">
                  <c:v>0.241899390165</c:v>
                </c:pt>
                <c:pt idx="600">
                  <c:v>0.244132504587</c:v>
                </c:pt>
                <c:pt idx="601">
                  <c:v>0.246384320945</c:v>
                </c:pt>
                <c:pt idx="602">
                  <c:v>0.248654709806</c:v>
                </c:pt>
                <c:pt idx="603">
                  <c:v>0.250943527375</c:v>
                </c:pt>
                <c:pt idx="604">
                  <c:v>0.253250615102</c:v>
                </c:pt>
                <c:pt idx="605">
                  <c:v>0.255575799278</c:v>
                </c:pt>
                <c:pt idx="606">
                  <c:v>0.257918890648</c:v>
                </c:pt>
                <c:pt idx="607">
                  <c:v>0.260279684026</c:v>
                </c:pt>
                <c:pt idx="608">
                  <c:v>0.262657957918</c:v>
                </c:pt>
                <c:pt idx="609">
                  <c:v>0.265053474156</c:v>
                </c:pt>
                <c:pt idx="610">
                  <c:v>0.267465977545</c:v>
                </c:pt>
                <c:pt idx="611">
                  <c:v>0.269895195516</c:v>
                </c:pt>
                <c:pt idx="612">
                  <c:v>0.272340837802</c:v>
                </c:pt>
                <c:pt idx="613">
                  <c:v>0.274802596115</c:v>
                </c:pt>
                <c:pt idx="614">
                  <c:v>0.277280143855</c:v>
                </c:pt>
                <c:pt idx="615">
                  <c:v>0.279773135823</c:v>
                </c:pt>
                <c:pt idx="616">
                  <c:v>0.282281207964</c:v>
                </c:pt>
                <c:pt idx="617">
                  <c:v>0.284803977118</c:v>
                </c:pt>
                <c:pt idx="618">
                  <c:v>0.287341040807</c:v>
                </c:pt>
                <c:pt idx="619">
                  <c:v>0.289891977031</c:v>
                </c:pt>
                <c:pt idx="620">
                  <c:v>0.292456344102</c:v>
                </c:pt>
                <c:pt idx="621">
                  <c:v>0.295033680487</c:v>
                </c:pt>
                <c:pt idx="622">
                  <c:v>0.297623504698</c:v>
                </c:pt>
                <c:pt idx="623">
                  <c:v>0.300225315191</c:v>
                </c:pt>
                <c:pt idx="624">
                  <c:v>0.302838590309</c:v>
                </c:pt>
                <c:pt idx="625">
                  <c:v>0.305462788246</c:v>
                </c:pt>
                <c:pt idx="626">
                  <c:v>0.308097347049</c:v>
                </c:pt>
                <c:pt idx="627">
                  <c:v>0.310741684646</c:v>
                </c:pt>
                <c:pt idx="628">
                  <c:v>0.313395198917</c:v>
                </c:pt>
                <c:pt idx="629">
                  <c:v>0.316057267788</c:v>
                </c:pt>
                <c:pt idx="630">
                  <c:v>0.318727249371</c:v>
                </c:pt>
                <c:pt idx="631">
                  <c:v>0.32140448213</c:v>
                </c:pt>
                <c:pt idx="632">
                  <c:v>0.324088285096</c:v>
                </c:pt>
                <c:pt idx="633">
                  <c:v>0.326777958103</c:v>
                </c:pt>
                <c:pt idx="634">
                  <c:v>0.329472782075</c:v>
                </c:pt>
                <c:pt idx="635">
                  <c:v>0.332172019344</c:v>
                </c:pt>
                <c:pt idx="636">
                  <c:v>0.334874914007</c:v>
                </c:pt>
                <c:pt idx="637">
                  <c:v>0.337580692322</c:v>
                </c:pt>
                <c:pt idx="638">
                  <c:v>0.340288563139</c:v>
                </c:pt>
                <c:pt idx="639">
                  <c:v>0.342997718371</c:v>
                </c:pt>
                <c:pt idx="640">
                  <c:v>0.3457073335</c:v>
                </c:pt>
                <c:pt idx="641">
                  <c:v>0.348416568121</c:v>
                </c:pt>
                <c:pt idx="642">
                  <c:v>0.351124566525</c:v>
                </c:pt>
                <c:pt idx="643">
                  <c:v>0.353830458308</c:v>
                </c:pt>
                <c:pt idx="644">
                  <c:v>0.356533359025</c:v>
                </c:pt>
                <c:pt idx="645">
                  <c:v>0.35923237087</c:v>
                </c:pt>
                <c:pt idx="646">
                  <c:v>0.361926583394</c:v>
                </c:pt>
                <c:pt idx="647">
                  <c:v>0.364615074249</c:v>
                </c:pt>
                <c:pt idx="648">
                  <c:v>0.367296909969</c:v>
                </c:pt>
                <c:pt idx="649">
                  <c:v>0.369971146768</c:v>
                </c:pt>
                <c:pt idx="650">
                  <c:v>0.372636831378</c:v>
                </c:pt>
                <c:pt idx="651">
                  <c:v>0.375293001906</c:v>
                </c:pt>
                <c:pt idx="652">
                  <c:v>0.377938688711</c:v>
                </c:pt>
                <c:pt idx="653">
                  <c:v>0.380572915316</c:v>
                </c:pt>
                <c:pt idx="654">
                  <c:v>0.383194699325</c:v>
                </c:pt>
                <c:pt idx="655">
                  <c:v>0.385803053367</c:v>
                </c:pt>
                <c:pt idx="656">
                  <c:v>0.388396986059</c:v>
                </c:pt>
                <c:pt idx="657">
                  <c:v>0.390975502977</c:v>
                </c:pt>
                <c:pt idx="658">
                  <c:v>0.393537607646</c:v>
                </c:pt>
                <c:pt idx="659">
                  <c:v>0.396082302533</c:v>
                </c:pt>
                <c:pt idx="660">
                  <c:v>0.398608590058</c:v>
                </c:pt>
                <c:pt idx="661">
                  <c:v>0.401115473608</c:v>
                </c:pt>
                <c:pt idx="662">
                  <c:v>0.403601958552</c:v>
                </c:pt>
                <c:pt idx="663">
                  <c:v>0.406067053266</c:v>
                </c:pt>
                <c:pt idx="664">
                  <c:v>0.408509770153</c:v>
                </c:pt>
                <c:pt idx="665">
                  <c:v>0.410929126667</c:v>
                </c:pt>
                <c:pt idx="666">
                  <c:v>0.413324146329</c:v>
                </c:pt>
                <c:pt idx="667">
                  <c:v>0.415693859746</c:v>
                </c:pt>
                <c:pt idx="668">
                  <c:v>0.41803730561</c:v>
                </c:pt>
                <c:pt idx="669">
                  <c:v>0.420353531706</c:v>
                </c:pt>
                <c:pt idx="670">
                  <c:v>0.422641595897</c:v>
                </c:pt>
                <c:pt idx="671">
                  <c:v>0.424900567102</c:v>
                </c:pt>
                <c:pt idx="672">
                  <c:v>0.427129526263</c:v>
                </c:pt>
                <c:pt idx="673">
                  <c:v>0.42932756729</c:v>
                </c:pt>
                <c:pt idx="674">
                  <c:v>0.431493798</c:v>
                </c:pt>
                <c:pt idx="675">
                  <c:v>0.433627341031</c:v>
                </c:pt>
                <c:pt idx="676">
                  <c:v>0.435727334738</c:v>
                </c:pt>
                <c:pt idx="677">
                  <c:v>0.437792934075</c:v>
                </c:pt>
                <c:pt idx="678">
                  <c:v>0.439823311446</c:v>
                </c:pt>
                <c:pt idx="679">
                  <c:v>0.441817657542</c:v>
                </c:pt>
                <c:pt idx="680">
                  <c:v>0.443775182153</c:v>
                </c:pt>
                <c:pt idx="681">
                  <c:v>0.44569511495</c:v>
                </c:pt>
                <c:pt idx="682">
                  <c:v>0.447576706254</c:v>
                </c:pt>
                <c:pt idx="683">
                  <c:v>0.449419227765</c:v>
                </c:pt>
                <c:pt idx="684">
                  <c:v>0.451221973277</c:v>
                </c:pt>
                <c:pt idx="685">
                  <c:v>0.452984259357</c:v>
                </c:pt>
                <c:pt idx="686">
                  <c:v>0.454705426001</c:v>
                </c:pt>
                <c:pt idx="687">
                  <c:v>0.456384837261</c:v>
                </c:pt>
                <c:pt idx="688">
                  <c:v>0.458021881845</c:v>
                </c:pt>
                <c:pt idx="689">
                  <c:v>0.45961597368</c:v>
                </c:pt>
                <c:pt idx="690">
                  <c:v>0.46116655246</c:v>
                </c:pt>
                <c:pt idx="691">
                  <c:v>0.46267308415</c:v>
                </c:pt>
                <c:pt idx="692">
                  <c:v>0.464135061468</c:v>
                </c:pt>
                <c:pt idx="693">
                  <c:v>0.465552004337</c:v>
                </c:pt>
                <c:pt idx="694">
                  <c:v>0.466923460303</c:v>
                </c:pt>
                <c:pt idx="695">
                  <c:v>0.468249004924</c:v>
                </c:pt>
                <c:pt idx="696">
                  <c:v>0.469528242131</c:v>
                </c:pt>
                <c:pt idx="697">
                  <c:v>0.470760804559</c:v>
                </c:pt>
                <c:pt idx="698">
                  <c:v>0.471946353839</c:v>
                </c:pt>
                <c:pt idx="699">
                  <c:v>0.47308458087</c:v>
                </c:pt>
                <c:pt idx="700">
                  <c:v>0.474175206055</c:v>
                </c:pt>
                <c:pt idx="701">
                  <c:v>0.47521797951</c:v>
                </c:pt>
                <c:pt idx="702">
                  <c:v>0.476212681236</c:v>
                </c:pt>
                <c:pt idx="703">
                  <c:v>0.477159121267</c:v>
                </c:pt>
                <c:pt idx="704">
                  <c:v>0.478057139788</c:v>
                </c:pt>
                <c:pt idx="705">
                  <c:v>0.478906607216</c:v>
                </c:pt>
                <c:pt idx="706">
                  <c:v>0.47970742426</c:v>
                </c:pt>
                <c:pt idx="707">
                  <c:v>0.480459521942</c:v>
                </c:pt>
                <c:pt idx="708">
                  <c:v>0.481162861596</c:v>
                </c:pt>
                <c:pt idx="709">
                  <c:v>0.481817434834</c:v>
                </c:pt>
                <c:pt idx="710">
                  <c:v>0.482423263481</c:v>
                </c:pt>
                <c:pt idx="711">
                  <c:v>0.482980399485</c:v>
                </c:pt>
                <c:pt idx="712">
                  <c:v>0.483488924794</c:v>
                </c:pt>
                <c:pt idx="713">
                  <c:v>0.483948951203</c:v>
                </c:pt>
                <c:pt idx="714">
                  <c:v>0.484360620183</c:v>
                </c:pt>
                <c:pt idx="715">
                  <c:v>0.484724102665</c:v>
                </c:pt>
                <c:pt idx="716">
                  <c:v>0.485039598809</c:v>
                </c:pt>
                <c:pt idx="717">
                  <c:v>0.485307337744</c:v>
                </c:pt>
                <c:pt idx="718">
                  <c:v>0.485527577271</c:v>
                </c:pt>
                <c:pt idx="719">
                  <c:v>0.485700603553</c:v>
                </c:pt>
                <c:pt idx="720">
                  <c:v>0.485826730766</c:v>
                </c:pt>
                <c:pt idx="721">
                  <c:v>0.485906300731</c:v>
                </c:pt>
                <c:pt idx="722">
                  <c:v>0.485939682519</c:v>
                </c:pt>
                <c:pt idx="723">
                  <c:v>0.48592727203</c:v>
                </c:pt>
                <c:pt idx="724">
                  <c:v>0.485869491546</c:v>
                </c:pt>
                <c:pt idx="725">
                  <c:v>0.485766789262</c:v>
                </c:pt>
                <c:pt idx="726">
                  <c:v>0.485619638794</c:v>
                </c:pt>
                <c:pt idx="727">
                  <c:v>0.485428538661</c:v>
                </c:pt>
                <c:pt idx="728">
                  <c:v>0.485194011746</c:v>
                </c:pt>
                <c:pt idx="729">
                  <c:v>0.48491660474</c:v>
                </c:pt>
                <c:pt idx="730">
                  <c:v>0.484596887555</c:v>
                </c:pt>
                <c:pt idx="731">
                  <c:v>0.484235452728</c:v>
                </c:pt>
                <c:pt idx="732">
                  <c:v>0.483832914796</c:v>
                </c:pt>
                <c:pt idx="733">
                  <c:v>0.483389909662</c:v>
                </c:pt>
                <c:pt idx="734">
                  <c:v>0.482907093934</c:v>
                </c:pt>
                <c:pt idx="735">
                  <c:v>0.482385144253</c:v>
                </c:pt>
                <c:pt idx="736">
                  <c:v>0.481824756607</c:v>
                </c:pt>
                <c:pt idx="737">
                  <c:v>0.481226645619</c:v>
                </c:pt>
                <c:pt idx="738">
                  <c:v>0.480591543838</c:v>
                </c:pt>
                <c:pt idx="739">
                  <c:v>0.479920201</c:v>
                </c:pt>
                <c:pt idx="740">
                  <c:v>0.479213383286</c:v>
                </c:pt>
                <c:pt idx="741">
                  <c:v>0.478471872572</c:v>
                </c:pt>
                <c:pt idx="742">
                  <c:v>0.477696465656</c:v>
                </c:pt>
                <c:pt idx="743">
                  <c:v>0.476887973489</c:v>
                </c:pt>
                <c:pt idx="744">
                  <c:v>0.476047220391</c:v>
                </c:pt>
                <c:pt idx="745">
                  <c:v>0.475175043259</c:v>
                </c:pt>
                <c:pt idx="746">
                  <c:v>0.474272290772</c:v>
                </c:pt>
                <c:pt idx="747">
                  <c:v>0.473339822589</c:v>
                </c:pt>
                <c:pt idx="748">
                  <c:v>0.472378508538</c:v>
                </c:pt>
                <c:pt idx="749">
                  <c:v>0.471389227812</c:v>
                </c:pt>
                <c:pt idx="750">
                  <c:v>0.470372868149</c:v>
                </c:pt>
                <c:pt idx="751">
                  <c:v>0.469330325019</c:v>
                </c:pt>
                <c:pt idx="752">
                  <c:v>0.468262500806</c:v>
                </c:pt>
                <c:pt idx="753">
                  <c:v>0.467170303991</c:v>
                </c:pt>
                <c:pt idx="754">
                  <c:v>0.466054648332</c:v>
                </c:pt>
                <c:pt idx="755">
                  <c:v>0.464916452048</c:v>
                </c:pt>
                <c:pt idx="756">
                  <c:v>0.463756637004</c:v>
                </c:pt>
                <c:pt idx="757">
                  <c:v>0.462576127897</c:v>
                </c:pt>
                <c:pt idx="758">
                  <c:v>0.461375851442</c:v>
                </c:pt>
                <c:pt idx="759">
                  <c:v>0.460156735567</c:v>
                </c:pt>
                <c:pt idx="760">
                  <c:v>0.458919708607</c:v>
                </c:pt>
                <c:pt idx="761">
                  <c:v>0.457665698502</c:v>
                </c:pt>
                <c:pt idx="762">
                  <c:v>0.456395632002</c:v>
                </c:pt>
                <c:pt idx="763">
                  <c:v>0.455110433872</c:v>
                </c:pt>
                <c:pt idx="764">
                  <c:v>0.45381102611</c:v>
                </c:pt>
                <c:pt idx="765">
                  <c:v>0.452498327158</c:v>
                </c:pt>
                <c:pt idx="766">
                  <c:v>0.451173251132</c:v>
                </c:pt>
                <c:pt idx="767">
                  <c:v>0.449836707044</c:v>
                </c:pt>
                <c:pt idx="768">
                  <c:v>0.448489598045</c:v>
                </c:pt>
                <c:pt idx="769">
                  <c:v>0.447132820657</c:v>
                </c:pt>
                <c:pt idx="770">
                  <c:v>0.445767264027</c:v>
                </c:pt>
                <c:pt idx="771">
                  <c:v>0.444393809176</c:v>
                </c:pt>
                <c:pt idx="772">
                  <c:v>0.443013328261</c:v>
                </c:pt>
                <c:pt idx="773">
                  <c:v>0.441626683837</c:v>
                </c:pt>
                <c:pt idx="774">
                  <c:v>0.440234728135</c:v>
                </c:pt>
                <c:pt idx="775">
                  <c:v>0.438838302338</c:v>
                </c:pt>
                <c:pt idx="776">
                  <c:v>0.437438235868</c:v>
                </c:pt>
                <c:pt idx="777">
                  <c:v>0.436035345682</c:v>
                </c:pt>
                <c:pt idx="778">
                  <c:v>0.434630435571</c:v>
                </c:pt>
                <c:pt idx="779">
                  <c:v>0.433224295467</c:v>
                </c:pt>
                <c:pt idx="780">
                  <c:v>0.431817700765</c:v>
                </c:pt>
                <c:pt idx="781">
                  <c:v>0.430411411643</c:v>
                </c:pt>
                <c:pt idx="782">
                  <c:v>0.429006172398</c:v>
                </c:pt>
                <c:pt idx="783">
                  <c:v>0.427602710788</c:v>
                </c:pt>
                <c:pt idx="784">
                  <c:v>0.426201737384</c:v>
                </c:pt>
                <c:pt idx="785">
                  <c:v>0.424803944932</c:v>
                </c:pt>
                <c:pt idx="786">
                  <c:v>0.423410007724</c:v>
                </c:pt>
                <c:pt idx="787">
                  <c:v>0.422020580986</c:v>
                </c:pt>
                <c:pt idx="788">
                  <c:v>0.420636300267</c:v>
                </c:pt>
                <c:pt idx="789">
                  <c:v>0.419257780853</c:v>
                </c:pt>
                <c:pt idx="790">
                  <c:v>0.417885617186</c:v>
                </c:pt>
                <c:pt idx="791">
                  <c:v>0.416520382299</c:v>
                </c:pt>
                <c:pt idx="792">
                  <c:v>0.415162627269</c:v>
                </c:pt>
                <c:pt idx="793">
                  <c:v>0.41381288068</c:v>
                </c:pt>
                <c:pt idx="794">
                  <c:v>0.412471648113</c:v>
                </c:pt>
                <c:pt idx="795">
                  <c:v>0.411139411644</c:v>
                </c:pt>
                <c:pt idx="796">
                  <c:v>0.409816629366</c:v>
                </c:pt>
                <c:pt idx="797">
                  <c:v>0.408503734934</c:v>
                </c:pt>
                <c:pt idx="798">
                  <c:v>0.407201137125</c:v>
                </c:pt>
                <c:pt idx="799">
                  <c:v>0.405909219426</c:v>
                </c:pt>
                <c:pt idx="800">
                  <c:v>0.404628339648</c:v>
                </c:pt>
                <c:pt idx="801">
                  <c:v>0.403358829557</c:v>
                </c:pt>
                <c:pt idx="802">
                  <c:v>0.402100994541</c:v>
                </c:pt>
                <c:pt idx="803">
                  <c:v>0.400855113298</c:v>
                </c:pt>
                <c:pt idx="804">
                  <c:v>0.399621437558</c:v>
                </c:pt>
                <c:pt idx="805">
                  <c:v>0.398400191831</c:v>
                </c:pt>
                <c:pt idx="806">
                  <c:v>0.397191573194</c:v>
                </c:pt>
                <c:pt idx="807">
                  <c:v>0.395995751102</c:v>
                </c:pt>
                <c:pt idx="808">
                  <c:v>0.394812867238</c:v>
                </c:pt>
                <c:pt idx="809">
                  <c:v>0.393643035401</c:v>
                </c:pt>
                <c:pt idx="810">
                  <c:v>0.392486341424</c:v>
                </c:pt>
                <c:pt idx="811">
                  <c:v>0.391342843134</c:v>
                </c:pt>
                <c:pt idx="812">
                  <c:v>0.390212570352</c:v>
                </c:pt>
                <c:pt idx="813">
                  <c:v>0.389095524927</c:v>
                </c:pt>
                <c:pt idx="814">
                  <c:v>0.387991680816</c:v>
                </c:pt>
                <c:pt idx="815">
                  <c:v>0.386900984202</c:v>
                </c:pt>
                <c:pt idx="816">
                  <c:v>0.385823353654</c:v>
                </c:pt>
                <c:pt idx="817">
                  <c:v>0.384758680333</c:v>
                </c:pt>
                <c:pt idx="818">
                  <c:v>0.383706828238</c:v>
                </c:pt>
                <c:pt idx="819">
                  <c:v>0.382667634494</c:v>
                </c:pt>
                <c:pt idx="820">
                  <c:v>0.381640909691</c:v>
                </c:pt>
                <c:pt idx="821">
                  <c:v>0.380626438257</c:v>
                </c:pt>
                <c:pt idx="822">
                  <c:v>0.379623978886</c:v>
                </c:pt>
                <c:pt idx="823">
                  <c:v>0.378633265001</c:v>
                </c:pt>
                <c:pt idx="824">
                  <c:v>0.377654005268</c:v>
                </c:pt>
                <c:pt idx="825">
                  <c:v>0.376685884147</c:v>
                </c:pt>
                <c:pt idx="826">
                  <c:v>0.375728562498</c:v>
                </c:pt>
                <c:pt idx="827">
                  <c:v>0.374781678212</c:v>
                </c:pt>
                <c:pt idx="828">
                  <c:v>0.373844846906</c:v>
                </c:pt>
                <c:pt idx="829">
                  <c:v>0.372917662638</c:v>
                </c:pt>
                <c:pt idx="830">
                  <c:v>0.371999698683</c:v>
                </c:pt>
                <c:pt idx="831">
                  <c:v>0.37109050833</c:v>
                </c:pt>
                <c:pt idx="832">
                  <c:v>0.370189625733</c:v>
                </c:pt>
                <c:pt idx="833">
                  <c:v>0.369296566788</c:v>
                </c:pt>
                <c:pt idx="834">
                  <c:v>0.368410830054</c:v>
                </c:pt>
                <c:pt idx="835">
                  <c:v>0.367531897703</c:v>
                </c:pt>
                <c:pt idx="836">
                  <c:v>0.366659236505</c:v>
                </c:pt>
                <c:pt idx="837">
                  <c:v>0.365792298846</c:v>
                </c:pt>
                <c:pt idx="838">
                  <c:v>0.364930523768</c:v>
                </c:pt>
                <c:pt idx="839">
                  <c:v>0.364073338046</c:v>
                </c:pt>
                <c:pt idx="840">
                  <c:v>0.363220157284</c:v>
                </c:pt>
                <c:pt idx="841">
                  <c:v>0.362370387034</c:v>
                </c:pt>
                <c:pt idx="842">
                  <c:v>0.361523423943</c:v>
                </c:pt>
                <c:pt idx="843">
                  <c:v>0.360678656906</c:v>
                </c:pt>
                <c:pt idx="844">
                  <c:v>0.359835468247</c:v>
                </c:pt>
                <c:pt idx="845">
                  <c:v>0.35899323491</c:v>
                </c:pt>
                <c:pt idx="846">
                  <c:v>0.358151329662</c:v>
                </c:pt>
                <c:pt idx="847">
                  <c:v>0.3573091223</c:v>
                </c:pt>
                <c:pt idx="848">
                  <c:v>0.356465980872</c:v>
                </c:pt>
                <c:pt idx="849">
                  <c:v>0.355621272902</c:v>
                </c:pt>
                <c:pt idx="850">
                  <c:v>0.354774366605</c:v>
                </c:pt>
                <c:pt idx="851">
                  <c:v>0.353924632119</c:v>
                </c:pt>
                <c:pt idx="852">
                  <c:v>0.353071442715</c:v>
                </c:pt>
                <c:pt idx="853">
                  <c:v>0.352214176015</c:v>
                </c:pt>
                <c:pt idx="854">
                  <c:v>0.351352215191</c:v>
                </c:pt>
                <c:pt idx="855">
                  <c:v>0.350484950163</c:v>
                </c:pt>
                <c:pt idx="856">
                  <c:v>0.349611778769</c:v>
                </c:pt>
                <c:pt idx="857">
                  <c:v>0.348732107932</c:v>
                </c:pt>
                <c:pt idx="858">
                  <c:v>0.347845354802</c:v>
                </c:pt>
                <c:pt idx="859">
                  <c:v>0.346950947875</c:v>
                </c:pt>
                <c:pt idx="860">
                  <c:v>0.346048328094</c:v>
                </c:pt>
                <c:pt idx="861">
                  <c:v>0.345136949917</c:v>
                </c:pt>
                <c:pt idx="862">
                  <c:v>0.344216282362</c:v>
                </c:pt>
                <c:pt idx="863">
                  <c:v>0.343285810023</c:v>
                </c:pt>
                <c:pt idx="864">
                  <c:v>0.342345034043</c:v>
                </c:pt>
                <c:pt idx="865">
                  <c:v>0.341393473068</c:v>
                </c:pt>
                <c:pt idx="866">
                  <c:v>0.340430664149</c:v>
                </c:pt>
                <c:pt idx="867">
                  <c:v>0.339456163617</c:v>
                </c:pt>
                <c:pt idx="868">
                  <c:v>0.338469547911</c:v>
                </c:pt>
                <c:pt idx="869">
                  <c:v>0.337470414366</c:v>
                </c:pt>
                <c:pt idx="870">
                  <c:v>0.336458381958</c:v>
                </c:pt>
                <c:pt idx="871">
                  <c:v>0.335433092003</c:v>
                </c:pt>
                <c:pt idx="872">
                  <c:v>0.334394208804</c:v>
                </c:pt>
                <c:pt idx="873">
                  <c:v>0.333341420263</c:v>
                </c:pt>
                <c:pt idx="874">
                  <c:v>0.332274438427</c:v>
                </c:pt>
                <c:pt idx="875">
                  <c:v>0.331192999995</c:v>
                </c:pt>
                <c:pt idx="876">
                  <c:v>0.330096866771</c:v>
                </c:pt>
                <c:pt idx="877">
                  <c:v>0.328985826057</c:v>
                </c:pt>
                <c:pt idx="878">
                  <c:v>0.327859691006</c:v>
                </c:pt>
                <c:pt idx="879">
                  <c:v>0.326718300903</c:v>
                </c:pt>
                <c:pt idx="880">
                  <c:v>0.325561521409</c:v>
                </c:pt>
                <c:pt idx="881">
                  <c:v>0.324389244736</c:v>
                </c:pt>
                <c:pt idx="882">
                  <c:v>0.323201389776</c:v>
                </c:pt>
                <c:pt idx="883">
                  <c:v>0.321997902162</c:v>
                </c:pt>
                <c:pt idx="884">
                  <c:v>0.320778754287</c:v>
                </c:pt>
                <c:pt idx="885">
                  <c:v>0.319543945256</c:v>
                </c:pt>
                <c:pt idx="886">
                  <c:v>0.318293500785</c:v>
                </c:pt>
                <c:pt idx="887">
                  <c:v>0.317027473051</c:v>
                </c:pt>
                <c:pt idx="888">
                  <c:v>0.315745940472</c:v>
                </c:pt>
                <c:pt idx="889">
                  <c:v>0.314449007449</c:v>
                </c:pt>
                <c:pt idx="890">
                  <c:v>0.313136804043</c:v>
                </c:pt>
                <c:pt idx="891">
                  <c:v>0.311809485605</c:v>
                </c:pt>
                <c:pt idx="892">
                  <c:v>0.310467232349</c:v>
                </c:pt>
                <c:pt idx="893">
                  <c:v>0.309110248881</c:v>
                </c:pt>
                <c:pt idx="894">
                  <c:v>0.307738763673</c:v>
                </c:pt>
                <c:pt idx="895">
                  <c:v>0.306353028492</c:v>
                </c:pt>
                <c:pt idx="896">
                  <c:v>0.304953317785</c:v>
                </c:pt>
                <c:pt idx="897">
                  <c:v>0.303539928016</c:v>
                </c:pt>
                <c:pt idx="898">
                  <c:v>0.302113176962</c:v>
                </c:pt>
                <c:pt idx="899">
                  <c:v>0.300673402974</c:v>
                </c:pt>
                <c:pt idx="900">
                  <c:v>0.29922096419</c:v>
                </c:pt>
                <c:pt idx="901">
                  <c:v>0.297756237724</c:v>
                </c:pt>
                <c:pt idx="902">
                  <c:v>0.296279618814</c:v>
                </c:pt>
                <c:pt idx="903">
                  <c:v>0.294791519943</c:v>
                </c:pt>
                <c:pt idx="904">
                  <c:v>0.293292369933</c:v>
                </c:pt>
                <c:pt idx="905">
                  <c:v>0.291782613009</c:v>
                </c:pt>
                <c:pt idx="906">
                  <c:v>0.290262707852</c:v>
                </c:pt>
                <c:pt idx="907">
                  <c:v>0.288733126616</c:v>
                </c:pt>
                <c:pt idx="908">
                  <c:v>0.287194353948</c:v>
                </c:pt>
                <c:pt idx="909">
                  <c:v>0.285646885977</c:v>
                </c:pt>
                <c:pt idx="910">
                  <c:v>0.284091229305</c:v>
                </c:pt>
                <c:pt idx="911">
                  <c:v>0.282527899985</c:v>
                </c:pt>
                <c:pt idx="912">
                  <c:v>0.280957422496</c:v>
                </c:pt>
                <c:pt idx="913">
                  <c:v>0.279380328718</c:v>
                </c:pt>
                <c:pt idx="914">
                  <c:v>0.2777971569</c:v>
                </c:pt>
                <c:pt idx="915">
                  <c:v>0.27620845065</c:v>
                </c:pt>
                <c:pt idx="916">
                  <c:v>0.274614757911</c:v>
                </c:pt>
                <c:pt idx="917">
                  <c:v>0.273016629964</c:v>
                </c:pt>
                <c:pt idx="918">
                  <c:v>0.271414620432</c:v>
                </c:pt>
                <c:pt idx="919">
                  <c:v>0.269809284308</c:v>
                </c:pt>
                <c:pt idx="920">
                  <c:v>0.268201176991</c:v>
                </c:pt>
                <c:pt idx="921">
                  <c:v>0.26659085335</c:v>
                </c:pt>
                <c:pt idx="922">
                  <c:v>0.264978866807</c:v>
                </c:pt>
                <c:pt idx="923">
                  <c:v>0.263365768439</c:v>
                </c:pt>
                <c:pt idx="924">
                  <c:v>0.261752106115</c:v>
                </c:pt>
                <c:pt idx="925">
                  <c:v>0.260138423654</c:v>
                </c:pt>
                <c:pt idx="926">
                  <c:v>0.258525260014</c:v>
                </c:pt>
                <c:pt idx="927">
                  <c:v>0.25691314851</c:v>
                </c:pt>
                <c:pt idx="928">
                  <c:v>0.255302616065</c:v>
                </c:pt>
                <c:pt idx="929">
                  <c:v>0.253694182497</c:v>
                </c:pt>
                <c:pt idx="930">
                  <c:v>0.252088359833</c:v>
                </c:pt>
                <c:pt idx="931">
                  <c:v>0.250485651663</c:v>
                </c:pt>
                <c:pt idx="932">
                  <c:v>0.248886552526</c:v>
                </c:pt>
                <c:pt idx="933">
                  <c:v>0.247291547336</c:v>
                </c:pt>
                <c:pt idx="934">
                  <c:v>0.245701110835</c:v>
                </c:pt>
                <c:pt idx="935">
                  <c:v>0.244115707095</c:v>
                </c:pt>
                <c:pt idx="936">
                  <c:v>0.242535789043</c:v>
                </c:pt>
                <c:pt idx="937">
                  <c:v>0.240961798032</c:v>
                </c:pt>
                <c:pt idx="938">
                  <c:v>0.239394163439</c:v>
                </c:pt>
                <c:pt idx="939">
                  <c:v>0.237833302309</c:v>
                </c:pt>
                <c:pt idx="940">
                  <c:v>0.23627961902</c:v>
                </c:pt>
                <c:pt idx="941">
                  <c:v>0.234733504998</c:v>
                </c:pt>
                <c:pt idx="942">
                  <c:v>0.23319533845</c:v>
                </c:pt>
                <c:pt idx="943">
                  <c:v>0.231665484144</c:v>
                </c:pt>
                <c:pt idx="944">
                  <c:v>0.230144293206</c:v>
                </c:pt>
                <c:pt idx="945">
                  <c:v>0.228632102964</c:v>
                </c:pt>
                <c:pt idx="946">
                  <c:v>0.227129236809</c:v>
                </c:pt>
                <c:pt idx="947">
                  <c:v>0.225636004092</c:v>
                </c:pt>
                <c:pt idx="948">
                  <c:v>0.224152700046</c:v>
                </c:pt>
                <c:pt idx="949">
                  <c:v>0.222679605736</c:v>
                </c:pt>
                <c:pt idx="950">
                  <c:v>0.221216988032</c:v>
                </c:pt>
                <c:pt idx="951">
                  <c:v>0.219765099613</c:v>
                </c:pt>
                <c:pt idx="952">
                  <c:v>0.218324178986</c:v>
                </c:pt>
                <c:pt idx="953">
                  <c:v>0.216894450531</c:v>
                </c:pt>
                <c:pt idx="954">
                  <c:v>0.21547612457</c:v>
                </c:pt>
                <c:pt idx="955">
                  <c:v>0.21406939745</c:v>
                </c:pt>
                <c:pt idx="956">
                  <c:v>0.212674451646</c:v>
                </c:pt>
                <c:pt idx="957">
                  <c:v>0.211291455885</c:v>
                </c:pt>
                <c:pt idx="958">
                  <c:v>0.209920565285</c:v>
                </c:pt>
                <c:pt idx="959">
                  <c:v>0.208561921502</c:v>
                </c:pt>
                <c:pt idx="960">
                  <c:v>0.207215652905</c:v>
                </c:pt>
                <c:pt idx="961">
                  <c:v>0.205881874751</c:v>
                </c:pt>
                <c:pt idx="962">
                  <c:v>0.204560689379</c:v>
                </c:pt>
                <c:pt idx="963">
                  <c:v>0.203252186413</c:v>
                </c:pt>
                <c:pt idx="964">
                  <c:v>0.20195644298</c:v>
                </c:pt>
                <c:pt idx="965">
                  <c:v>0.200673523927</c:v>
                </c:pt>
                <c:pt idx="966">
                  <c:v>0.199403482058</c:v>
                </c:pt>
                <c:pt idx="967">
                  <c:v>0.198146358372</c:v>
                </c:pt>
                <c:pt idx="968">
                  <c:v>0.19690218231</c:v>
                </c:pt>
                <c:pt idx="969">
                  <c:v>0.19567097201</c:v>
                </c:pt>
                <c:pt idx="970">
                  <c:v>0.194452734561</c:v>
                </c:pt>
                <c:pt idx="971">
                  <c:v>0.193247466273</c:v>
                </c:pt>
                <c:pt idx="972">
                  <c:v>0.192055152944</c:v>
                </c:pt>
                <c:pt idx="973">
                  <c:v>0.19087577013</c:v>
                </c:pt>
                <c:pt idx="974">
                  <c:v>0.189709283424</c:v>
                </c:pt>
                <c:pt idx="975">
                  <c:v>0.188555648736</c:v>
                </c:pt>
                <c:pt idx="976">
                  <c:v>0.18741481257</c:v>
                </c:pt>
                <c:pt idx="977">
                  <c:v>0.186286712315</c:v>
                </c:pt>
                <c:pt idx="978">
                  <c:v>0.185171276523</c:v>
                </c:pt>
                <c:pt idx="979">
                  <c:v>0.184068425206</c:v>
                </c:pt>
                <c:pt idx="980">
                  <c:v>0.182978070114</c:v>
                </c:pt>
                <c:pt idx="981">
                  <c:v>0.181900115035</c:v>
                </c:pt>
                <c:pt idx="982">
                  <c:v>0.180834456076</c:v>
                </c:pt>
                <c:pt idx="983">
                  <c:v>0.179780981961</c:v>
                </c:pt>
                <c:pt idx="984">
                  <c:v>0.178739574317</c:v>
                </c:pt>
                <c:pt idx="985">
                  <c:v>0.177710107965</c:v>
                </c:pt>
                <c:pt idx="986">
                  <c:v>0.176692451214</c:v>
                </c:pt>
                <c:pt idx="987">
                  <c:v>0.175686466147</c:v>
                </c:pt>
                <c:pt idx="988">
                  <c:v>0.174692008912</c:v>
                </c:pt>
                <c:pt idx="989">
                  <c:v>0.173708930011</c:v>
                </c:pt>
                <c:pt idx="990">
                  <c:v>0.172737074585</c:v>
                </c:pt>
                <c:pt idx="991">
                  <c:v>0.171776282701</c:v>
                </c:pt>
                <c:pt idx="992">
                  <c:v>0.170826389639</c:v>
                </c:pt>
                <c:pt idx="993">
                  <c:v>0.169887226172</c:v>
                </c:pt>
                <c:pt idx="994">
                  <c:v>0.168958618849</c:v>
                </c:pt>
                <c:pt idx="995">
                  <c:v>0.168040390274</c:v>
                </c:pt>
                <c:pt idx="996">
                  <c:v>0.167132359384</c:v>
                </c:pt>
                <c:pt idx="997">
                  <c:v>0.166234341724</c:v>
                </c:pt>
                <c:pt idx="998">
                  <c:v>0.165346149718</c:v>
                </c:pt>
                <c:pt idx="999">
                  <c:v>0.164467592942</c:v>
                </c:pt>
                <c:pt idx="1000">
                  <c:v>0.16359847839</c:v>
                </c:pt>
                <c:pt idx="1001">
                  <c:v>0.162738610739</c:v>
                </c:pt>
                <c:pt idx="1002">
                  <c:v>0.16188779261</c:v>
                </c:pt>
                <c:pt idx="1003">
                  <c:v>0.161045824826</c:v>
                </c:pt>
                <c:pt idx="1004">
                  <c:v>0.160212506668</c:v>
                </c:pt>
                <c:pt idx="1005">
                  <c:v>0.159387636124</c:v>
                </c:pt>
                <c:pt idx="1006">
                  <c:v>0.158571010138</c:v>
                </c:pt>
                <c:pt idx="1007">
                  <c:v>0.157762424853</c:v>
                </c:pt>
                <c:pt idx="1008">
                  <c:v>0.156961675853</c:v>
                </c:pt>
                <c:pt idx="1009">
                  <c:v>0.156168558392</c:v>
                </c:pt>
                <c:pt idx="1010">
                  <c:v>0.155382867632</c:v>
                </c:pt>
                <c:pt idx="1011">
                  <c:v>0.154604398863</c:v>
                </c:pt>
                <c:pt idx="1012">
                  <c:v>0.15383294773</c:v>
                </c:pt>
                <c:pt idx="1013">
                  <c:v>0.153068310447</c:v>
                </c:pt>
                <c:pt idx="1014">
                  <c:v>0.15231028401</c:v>
                </c:pt>
                <c:pt idx="1015">
                  <c:v>0.151558666403</c:v>
                </c:pt>
                <c:pt idx="1016">
                  <c:v>0.150813256803</c:v>
                </c:pt>
                <c:pt idx="1017">
                  <c:v>0.150073855773</c:v>
                </c:pt>
                <c:pt idx="1018">
                  <c:v>0.149340265457</c:v>
                </c:pt>
                <c:pt idx="1019">
                  <c:v>0.148612289764</c:v>
                </c:pt>
                <c:pt idx="1020">
                  <c:v>0.147889734551</c:v>
                </c:pt>
                <c:pt idx="1021">
                  <c:v>0.147172407798</c:v>
                </c:pt>
                <c:pt idx="1022">
                  <c:v>0.146460119777</c:v>
                </c:pt>
                <c:pt idx="1023">
                  <c:v>0.145752683218</c:v>
                </c:pt>
                <c:pt idx="1024">
                  <c:v>0.145049913469</c:v>
                </c:pt>
                <c:pt idx="1025">
                  <c:v>0.144351628649</c:v>
                </c:pt>
                <c:pt idx="1026">
                  <c:v>0.143657649793</c:v>
                </c:pt>
                <c:pt idx="1027">
                  <c:v>0.142967801003</c:v>
                </c:pt>
                <c:pt idx="1028">
                  <c:v>0.142281909576</c:v>
                </c:pt>
                <c:pt idx="1029">
                  <c:v>0.141599806141</c:v>
                </c:pt>
                <c:pt idx="1030">
                  <c:v>0.140921324787</c:v>
                </c:pt>
                <c:pt idx="1031">
                  <c:v>0.14024630318</c:v>
                </c:pt>
                <c:pt idx="1032">
                  <c:v>0.139574582678</c:v>
                </c:pt>
                <c:pt idx="1033">
                  <c:v>0.138906008447</c:v>
                </c:pt>
                <c:pt idx="1034">
                  <c:v>0.13824042956</c:v>
                </c:pt>
                <c:pt idx="1035">
                  <c:v>0.137577699101</c:v>
                </c:pt>
                <c:pt idx="1036">
                  <c:v>0.136917674255</c:v>
                </c:pt>
                <c:pt idx="1037">
                  <c:v>0.136260216401</c:v>
                </c:pt>
                <c:pt idx="1038">
                  <c:v>0.135605191195</c:v>
                </c:pt>
                <c:pt idx="1039">
                  <c:v>0.134952468647</c:v>
                </c:pt>
                <c:pt idx="1040">
                  <c:v>0.134301923196</c:v>
                </c:pt>
                <c:pt idx="1041">
                  <c:v>0.133653433777</c:v>
                </c:pt>
                <c:pt idx="1042">
                  <c:v>0.133006883889</c:v>
                </c:pt>
                <c:pt idx="1043">
                  <c:v>0.132362161645</c:v>
                </c:pt>
                <c:pt idx="1044">
                  <c:v>0.131719159833</c:v>
                </c:pt>
                <c:pt idx="1045">
                  <c:v>0.131077775958</c:v>
                </c:pt>
                <c:pt idx="1046">
                  <c:v>0.130437912289</c:v>
                </c:pt>
                <c:pt idx="1047">
                  <c:v>0.129799475892</c:v>
                </c:pt>
                <c:pt idx="1048">
                  <c:v>0.129162378667</c:v>
                </c:pt>
                <c:pt idx="1049">
                  <c:v>0.12852653737</c:v>
                </c:pt>
                <c:pt idx="1050">
                  <c:v>0.12789187364</c:v>
                </c:pt>
                <c:pt idx="1051">
                  <c:v>0.127258314011</c:v>
                </c:pt>
                <c:pt idx="1052">
                  <c:v>0.126625789925</c:v>
                </c:pt>
                <c:pt idx="1053">
                  <c:v>0.125994237738</c:v>
                </c:pt>
                <c:pt idx="1054">
                  <c:v>0.125363598717</c:v>
                </c:pt>
                <c:pt idx="1055">
                  <c:v>0.12473381904</c:v>
                </c:pt>
                <c:pt idx="1056">
                  <c:v>0.12410484978</c:v>
                </c:pt>
                <c:pt idx="1057">
                  <c:v>0.12347664689</c:v>
                </c:pt>
                <c:pt idx="1058">
                  <c:v>0.122849171181</c:v>
                </c:pt>
                <c:pt idx="1059">
                  <c:v>0.122222388295</c:v>
                </c:pt>
                <c:pt idx="1060">
                  <c:v>0.121596268666</c:v>
                </c:pt>
                <c:pt idx="1061">
                  <c:v>0.120970787489</c:v>
                </c:pt>
                <c:pt idx="1062">
                  <c:v>0.120345924667</c:v>
                </c:pt>
                <c:pt idx="1063">
                  <c:v>0.11972166476</c:v>
                </c:pt>
                <c:pt idx="1064">
                  <c:v>0.119097996932</c:v>
                </c:pt>
                <c:pt idx="1065">
                  <c:v>0.118474914887</c:v>
                </c:pt>
                <c:pt idx="1066">
                  <c:v>0.117852416794</c:v>
                </c:pt>
                <c:pt idx="1067">
                  <c:v>0.117230505221</c:v>
                </c:pt>
                <c:pt idx="1068">
                  <c:v>0.116609187046</c:v>
                </c:pt>
                <c:pt idx="1069">
                  <c:v>0.115988473375</c:v>
                </c:pt>
                <c:pt idx="1070">
                  <c:v>0.115368379452</c:v>
                </c:pt>
                <c:pt idx="1071">
                  <c:v>0.114748924555</c:v>
                </c:pt>
                <c:pt idx="1072">
                  <c:v>0.114130131898</c:v>
                </c:pt>
                <c:pt idx="1073">
                  <c:v>0.113512028519</c:v>
                </c:pt>
                <c:pt idx="1074">
                  <c:v>0.112894645171</c:v>
                </c:pt>
                <c:pt idx="1075">
                  <c:v>0.112278016199</c:v>
                </c:pt>
                <c:pt idx="1076">
                  <c:v>0.111662179419</c:v>
                </c:pt>
                <c:pt idx="1077">
                  <c:v>0.111047175989</c:v>
                </c:pt>
                <c:pt idx="1078">
                  <c:v>0.110433050276</c:v>
                </c:pt>
                <c:pt idx="1079">
                  <c:v>0.109819849724</c:v>
                </c:pt>
                <c:pt idx="1080">
                  <c:v>0.109207624708</c:v>
                </c:pt>
                <c:pt idx="1081">
                  <c:v>0.108596428394</c:v>
                </c:pt>
                <c:pt idx="1082">
                  <c:v>0.107986316593</c:v>
                </c:pt>
                <c:pt idx="1083">
                  <c:v>0.107377347608</c:v>
                </c:pt>
                <c:pt idx="1084">
                  <c:v>0.106769582084</c:v>
                </c:pt>
                <c:pt idx="1085">
                  <c:v>0.106163082855</c:v>
                </c:pt>
                <c:pt idx="1086">
                  <c:v>0.105557914786</c:v>
                </c:pt>
                <c:pt idx="1087">
                  <c:v>0.104954144616</c:v>
                </c:pt>
                <c:pt idx="1088">
                  <c:v>0.1043518408</c:v>
                </c:pt>
                <c:pt idx="1089">
                  <c:v>0.103751073349</c:v>
                </c:pt>
                <c:pt idx="1090">
                  <c:v>0.103151913672</c:v>
                </c:pt>
                <c:pt idx="1091">
                  <c:v>0.102554434418</c:v>
                </c:pt>
                <c:pt idx="1092">
                  <c:v>0.101958709315</c:v>
                </c:pt>
                <c:pt idx="1093">
                  <c:v>0.101364813014</c:v>
                </c:pt>
                <c:pt idx="1094">
                  <c:v>0.10077282093</c:v>
                </c:pt>
                <c:pt idx="1095">
                  <c:v>0.100182809095</c:v>
                </c:pt>
                <c:pt idx="1096">
                  <c:v>0.0995948539973</c:v>
                </c:pt>
                <c:pt idx="1097">
                  <c:v>0.0990090324365</c:v>
                </c:pt>
                <c:pt idx="1098">
                  <c:v>0.0984254213761</c:v>
                </c:pt>
                <c:pt idx="1099">
                  <c:v>0.0978440977991</c:v>
                </c:pt>
                <c:pt idx="1100">
                  <c:v>0.0972651385681</c:v>
                </c:pt>
                <c:pt idx="1101">
                  <c:v>0.0966886202892</c:v>
                </c:pt>
                <c:pt idx="1102">
                  <c:v>0.0961146191797</c:v>
                </c:pt>
                <c:pt idx="1103">
                  <c:v>0.0955432109402</c:v>
                </c:pt>
                <c:pt idx="1104">
                  <c:v>0.0949744706313</c:v>
                </c:pt>
                <c:pt idx="1105">
                  <c:v>0.0944084725555</c:v>
                </c:pt>
                <c:pt idx="1106">
                  <c:v>0.0938452901434</c:v>
                </c:pt>
                <c:pt idx="1107">
                  <c:v>0.0932849958461</c:v>
                </c:pt>
                <c:pt idx="1108">
                  <c:v>0.0927276610321</c:v>
                </c:pt>
                <c:pt idx="1109">
                  <c:v>0.0921733558899</c:v>
                </c:pt>
                <c:pt idx="1110">
                  <c:v>0.0916221493366</c:v>
                </c:pt>
                <c:pt idx="1111">
                  <c:v>0.0910741089317</c:v>
                </c:pt>
                <c:pt idx="1112">
                  <c:v>0.0905293007966</c:v>
                </c:pt>
                <c:pt idx="1113">
                  <c:v>0.0899877895406</c:v>
                </c:pt>
                <c:pt idx="1114">
                  <c:v>0.0894496381912</c:v>
                </c:pt>
                <c:pt idx="1115">
                  <c:v>0.0889149081318</c:v>
                </c:pt>
                <c:pt idx="1116">
                  <c:v>0.088383659044</c:v>
                </c:pt>
                <c:pt idx="1117">
                  <c:v>0.0878559488557</c:v>
                </c:pt>
                <c:pt idx="1118">
                  <c:v>0.0873318336953</c:v>
                </c:pt>
                <c:pt idx="1119">
                  <c:v>0.0868113678508</c:v>
                </c:pt>
                <c:pt idx="1120">
                  <c:v>0.0862946037344</c:v>
                </c:pt>
                <c:pt idx="1121">
                  <c:v>0.0857815918527</c:v>
                </c:pt>
                <c:pt idx="1122">
                  <c:v>0.0852723807812</c:v>
                </c:pt>
                <c:pt idx="1123">
                  <c:v>0.0847670171448</c:v>
                </c:pt>
                <c:pt idx="1124">
                  <c:v>0.0842655456022</c:v>
                </c:pt>
                <c:pt idx="1125">
                  <c:v>0.0837680088351</c:v>
                </c:pt>
                <c:pt idx="1126">
                  <c:v>0.0832744475422</c:v>
                </c:pt>
                <c:pt idx="1127">
                  <c:v>0.0827849004367</c:v>
                </c:pt>
                <c:pt idx="1128">
                  <c:v>0.0822994042487</c:v>
                </c:pt>
                <c:pt idx="1129">
                  <c:v>0.0818179937305</c:v>
                </c:pt>
                <c:pt idx="1130">
                  <c:v>0.0813407016658</c:v>
                </c:pt>
                <c:pt idx="1131">
                  <c:v>0.0808675588828</c:v>
                </c:pt>
                <c:pt idx="1132">
                  <c:v>0.0803985942695</c:v>
                </c:pt>
                <c:pt idx="1133">
                  <c:v>0.0799338347929</c:v>
                </c:pt>
                <c:pt idx="1134">
                  <c:v>0.0794733055198</c:v>
                </c:pt>
                <c:pt idx="1135">
                  <c:v>0.0790170296413</c:v>
                </c:pt>
                <c:pt idx="1136">
                  <c:v>0.0785650284987</c:v>
                </c:pt>
                <c:pt idx="1137">
                  <c:v>0.0781173216119</c:v>
                </c:pt>
                <c:pt idx="1138">
                  <c:v>0.0776739267093</c:v>
                </c:pt>
                <c:pt idx="1139">
                  <c:v>0.0772348597597</c:v>
                </c:pt>
                <c:pt idx="1140">
                  <c:v>0.0768001350054</c:v>
                </c:pt>
                <c:pt idx="1141">
                  <c:v>0.0763697649971</c:v>
                </c:pt>
                <c:pt idx="1142">
                  <c:v>0.0759437606284</c:v>
                </c:pt>
                <c:pt idx="1143">
                  <c:v>0.0755221311733</c:v>
                </c:pt>
                <c:pt idx="1144">
                  <c:v>0.0751048843225</c:v>
                </c:pt>
                <c:pt idx="1145">
                  <c:v>0.0746920262213</c:v>
                </c:pt>
                <c:pt idx="1146">
                  <c:v>0.0742835615076</c:v>
                </c:pt>
                <c:pt idx="1147">
                  <c:v>0.0738794933497</c:v>
                </c:pt>
                <c:pt idx="1148">
                  <c:v>0.073479823485</c:v>
                </c:pt>
                <c:pt idx="1149">
                  <c:v>0.0730845522576</c:v>
                </c:pt>
                <c:pt idx="1150">
                  <c:v>0.0726936786564</c:v>
                </c:pt>
                <c:pt idx="1151">
                  <c:v>0.0723072003527</c:v>
                </c:pt>
                <c:pt idx="1152">
                  <c:v>0.0719251137369</c:v>
                </c:pt>
                <c:pt idx="1153">
                  <c:v>0.0715474139551</c:v>
                </c:pt>
                <c:pt idx="1154">
                  <c:v>0.0711740949449</c:v>
                </c:pt>
                <c:pt idx="1155">
                  <c:v>0.0708051494699</c:v>
                </c:pt>
                <c:pt idx="1156">
                  <c:v>0.0704405691541</c:v>
                </c:pt>
                <c:pt idx="1157">
                  <c:v>0.0700803445146</c:v>
                </c:pt>
                <c:pt idx="1158">
                  <c:v>0.0697244649934</c:v>
                </c:pt>
                <c:pt idx="1159">
                  <c:v>0.0693729189887</c:v>
                </c:pt>
                <c:pt idx="1160">
                  <c:v>0.0690256938836</c:v>
                </c:pt>
                <c:pt idx="1161">
                  <c:v>0.068682776075</c:v>
                </c:pt>
                <c:pt idx="1162">
                  <c:v>0.0683441510001</c:v>
                </c:pt>
                <c:pt idx="1163">
                  <c:v>0.0680098031621</c:v>
                </c:pt>
                <c:pt idx="1164">
                  <c:v>0.0676797161542</c:v>
                </c:pt>
                <c:pt idx="1165">
                  <c:v>0.0673538726818</c:v>
                </c:pt>
                <c:pt idx="1166">
                  <c:v>0.0670322545842</c:v>
                </c:pt>
                <c:pt idx="1167">
                  <c:v>0.0667148428534</c:v>
                </c:pt>
                <c:pt idx="1168">
                  <c:v>0.0664016176522</c:v>
                </c:pt>
                <c:pt idx="1169">
                  <c:v>0.0660925583309</c:v>
                </c:pt>
                <c:pt idx="1170">
                  <c:v>0.0657876434411</c:v>
                </c:pt>
                <c:pt idx="1171">
                  <c:v>0.0654868507494</c:v>
                </c:pt>
                <c:pt idx="1172">
                  <c:v>0.0651901572484</c:v>
                </c:pt>
                <c:pt idx="1173">
                  <c:v>0.0648975391665</c:v>
                </c:pt>
                <c:pt idx="1174">
                  <c:v>0.0646089719757</c:v>
                </c:pt>
                <c:pt idx="1175">
                  <c:v>0.0643244303985</c:v>
                </c:pt>
                <c:pt idx="1176">
                  <c:v>0.0640438884118</c:v>
                </c:pt>
                <c:pt idx="1177">
                  <c:v>0.0637673192505</c:v>
                </c:pt>
                <c:pt idx="1178">
                  <c:v>0.0634946954089</c:v>
                </c:pt>
                <c:pt idx="1179">
                  <c:v>0.0632259886401</c:v>
                </c:pt>
                <c:pt idx="1180">
                  <c:v>0.0629611699544</c:v>
                </c:pt>
                <c:pt idx="1181">
                  <c:v>0.0627002096162</c:v>
                </c:pt>
                <c:pt idx="1182">
                  <c:v>0.0624430771384</c:v>
                </c:pt>
                <c:pt idx="1183">
                  <c:v>0.0621897412766</c:v>
                </c:pt>
                <c:pt idx="1184">
                  <c:v>0.0619401700207</c:v>
                </c:pt>
                <c:pt idx="1185">
                  <c:v>0.0616943305856</c:v>
                </c:pt>
                <c:pt idx="1186">
                  <c:v>0.0614521894006</c:v>
                </c:pt>
                <c:pt idx="1187">
                  <c:v>0.061213712097</c:v>
                </c:pt>
                <c:pt idx="1188">
                  <c:v>0.0609788634949</c:v>
                </c:pt>
                <c:pt idx="1189">
                  <c:v>0.0607476075885</c:v>
                </c:pt>
                <c:pt idx="1190">
                  <c:v>0.06051990753</c:v>
                </c:pt>
                <c:pt idx="1191">
                  <c:v>0.0602957256128</c:v>
                </c:pt>
                <c:pt idx="1192">
                  <c:v>0.0600750232538</c:v>
                </c:pt>
                <c:pt idx="1193">
                  <c:v>0.059857760974</c:v>
                </c:pt>
                <c:pt idx="1194">
                  <c:v>0.0596438983789</c:v>
                </c:pt>
                <c:pt idx="1195">
                  <c:v>0.0594333941379</c:v>
                </c:pt>
                <c:pt idx="1196">
                  <c:v>0.059226205963</c:v>
                </c:pt>
                <c:pt idx="1197">
                  <c:v>0.0590222905871</c:v>
                </c:pt>
                <c:pt idx="1198">
                  <c:v>0.0588216037414</c:v>
                </c:pt>
                <c:pt idx="1199">
                  <c:v>0.0586241001327</c:v>
                </c:pt>
                <c:pt idx="1200">
                  <c:v>0.0584297334207</c:v>
                </c:pt>
                <c:pt idx="1201">
                  <c:v>0.0582384561949</c:v>
                </c:pt>
                <c:pt idx="1202">
                  <c:v>0.0580502199515</c:v>
                </c:pt>
                <c:pt idx="1203">
                  <c:v>0.0578649750704</c:v>
                </c:pt>
                <c:pt idx="1204">
                  <c:v>0.0576826707931</c:v>
                </c:pt>
                <c:pt idx="1205">
                  <c:v>0.0575032552001</c:v>
                </c:pt>
                <c:pt idx="1206">
                  <c:v>0.0573266751899</c:v>
                </c:pt>
                <c:pt idx="1207">
                  <c:v>0.057152876458</c:v>
                </c:pt>
                <c:pt idx="1208">
                  <c:v>0.0569818034778</c:v>
                </c:pt>
                <c:pt idx="1209">
                  <c:v>0.0568133994812</c:v>
                </c:pt>
                <c:pt idx="1210">
                  <c:v>0.0566476064425</c:v>
                </c:pt>
                <c:pt idx="1211">
                  <c:v>0.056484365062</c:v>
                </c:pt>
                <c:pt idx="1212">
                  <c:v>0.0563236147524</c:v>
                </c:pt>
                <c:pt idx="1213">
                  <c:v>0.0561652936271</c:v>
                </c:pt>
                <c:pt idx="1214">
                  <c:v>0.0560093384899</c:v>
                </c:pt>
                <c:pt idx="1215">
                  <c:v>0.0558556848281</c:v>
                </c:pt>
                <c:pt idx="1216">
                  <c:v>0.0557042668076</c:v>
                </c:pt>
                <c:pt idx="1217">
                  <c:v>0.0555550172705</c:v>
                </c:pt>
                <c:pt idx="1218">
                  <c:v>0.0554078677366</c:v>
                </c:pt>
                <c:pt idx="1219">
                  <c:v>0.0552627484072</c:v>
                </c:pt>
                <c:pt idx="1220">
                  <c:v>0.0551195881732</c:v>
                </c:pt>
                <c:pt idx="1221">
                  <c:v>0.0549783146261</c:v>
                </c:pt>
                <c:pt idx="1222">
                  <c:v>0.0548388540735</c:v>
                </c:pt>
                <c:pt idx="1223">
                  <c:v>0.0547011315583</c:v>
                </c:pt>
                <c:pt idx="1224">
                  <c:v>0.0545650708824</c:v>
                </c:pt>
                <c:pt idx="1225">
                  <c:v>0.054430594635</c:v>
                </c:pt>
                <c:pt idx="1226">
                  <c:v>0.054297624225</c:v>
                </c:pt>
                <c:pt idx="1227">
                  <c:v>0.0541660799193</c:v>
                </c:pt>
                <c:pt idx="1228">
                  <c:v>0.0540358808848</c:v>
                </c:pt>
                <c:pt idx="1229">
                  <c:v>0.053906945237</c:v>
                </c:pt>
                <c:pt idx="1230">
                  <c:v>0.0537791900927</c:v>
                </c:pt>
                <c:pt idx="1231">
                  <c:v>0.0536525316285</c:v>
                </c:pt>
                <c:pt idx="1232">
                  <c:v>0.0535268851453</c:v>
                </c:pt>
                <c:pt idx="1233">
                  <c:v>0.0534021651378</c:v>
                </c:pt>
                <c:pt idx="1234">
                  <c:v>0.0532782853698</c:v>
                </c:pt>
                <c:pt idx="1235">
                  <c:v>0.0531551589549</c:v>
                </c:pt>
                <c:pt idx="1236">
                  <c:v>0.0530326984438</c:v>
                </c:pt>
                <c:pt idx="1237">
                  <c:v>0.0529108159156</c:v>
                </c:pt>
                <c:pt idx="1238">
                  <c:v>0.0527894230763</c:v>
                </c:pt>
                <c:pt idx="1239">
                  <c:v>0.0526684313618</c:v>
                </c:pt>
                <c:pt idx="1240">
                  <c:v>0.0525477520463</c:v>
                </c:pt>
                <c:pt idx="1241">
                  <c:v>0.0524272963561</c:v>
                </c:pt>
                <c:pt idx="1242">
                  <c:v>0.0523069755883</c:v>
                </c:pt>
                <c:pt idx="1243">
                  <c:v>0.052186701234</c:v>
                </c:pt>
                <c:pt idx="1244">
                  <c:v>0.0520663851064</c:v>
                </c:pt>
                <c:pt idx="1245">
                  <c:v>0.0519459394723</c:v>
                </c:pt>
                <c:pt idx="1246">
                  <c:v>0.0518252771886</c:v>
                </c:pt>
                <c:pt idx="1247">
                  <c:v>0.0517043118404</c:v>
                </c:pt>
                <c:pt idx="1248">
                  <c:v>0.0515829578843</c:v>
                </c:pt>
                <c:pt idx="1249">
                  <c:v>0.0514611307921</c:v>
                </c:pt>
                <c:pt idx="1250">
                  <c:v>0.0513387471982</c:v>
                </c:pt>
                <c:pt idx="1251">
                  <c:v>0.0512157250475</c:v>
                </c:pt>
                <c:pt idx="1252">
                  <c:v>0.0510919837451</c:v>
                </c:pt>
                <c:pt idx="1253">
                  <c:v>0.0509674443055</c:v>
                </c:pt>
                <c:pt idx="1254">
                  <c:v>0.0508420295025</c:v>
                </c:pt>
                <c:pt idx="1255">
                  <c:v>0.050715664018</c:v>
                </c:pt>
                <c:pt idx="1256">
                  <c:v>0.0505882745892</c:v>
                </c:pt>
                <c:pt idx="1257">
                  <c:v>0.0504597901541</c:v>
                </c:pt>
                <c:pt idx="1258">
                  <c:v>0.0503301419938</c:v>
                </c:pt>
                <c:pt idx="1259">
                  <c:v>0.0501992638723</c:v>
                </c:pt>
                <c:pt idx="1260">
                  <c:v>0.0500670921714</c:v>
                </c:pt>
                <c:pt idx="1261">
                  <c:v>0.0499335660214</c:v>
                </c:pt>
                <c:pt idx="1262">
                  <c:v>0.0497986274264</c:v>
                </c:pt>
                <c:pt idx="1263">
                  <c:v>0.0496622213837</c:v>
                </c:pt>
                <c:pt idx="1264">
                  <c:v>0.0495242959967</c:v>
                </c:pt>
                <c:pt idx="1265">
                  <c:v>0.0493848025806</c:v>
                </c:pt>
                <c:pt idx="1266">
                  <c:v>0.0492436957604</c:v>
                </c:pt>
                <c:pt idx="1267">
                  <c:v>0.049100933561</c:v>
                </c:pt>
                <c:pt idx="1268">
                  <c:v>0.0489564774882</c:v>
                </c:pt>
                <c:pt idx="1269">
                  <c:v>0.0488102926006</c:v>
                </c:pt>
                <c:pt idx="1270">
                  <c:v>0.0486623475727</c:v>
                </c:pt>
                <c:pt idx="1271">
                  <c:v>0.048512614747</c:v>
                </c:pt>
                <c:pt idx="1272">
                  <c:v>0.0483610701768</c:v>
                </c:pt>
                <c:pt idx="1273">
                  <c:v>0.0482076936583</c:v>
                </c:pt>
                <c:pt idx="1274">
                  <c:v>0.0480524687521</c:v>
                </c:pt>
                <c:pt idx="1275">
                  <c:v>0.0478953827939</c:v>
                </c:pt>
                <c:pt idx="1276">
                  <c:v>0.0477364268945</c:v>
                </c:pt>
                <c:pt idx="1277">
                  <c:v>0.0475755959292</c:v>
                </c:pt>
                <c:pt idx="1278">
                  <c:v>0.0474128885158</c:v>
                </c:pt>
                <c:pt idx="1279">
                  <c:v>0.0472483069827</c:v>
                </c:pt>
                <c:pt idx="1280">
                  <c:v>0.0470818573262</c:v>
                </c:pt>
                <c:pt idx="1281">
                  <c:v>0.0469135491573</c:v>
                </c:pt>
                <c:pt idx="1282">
                  <c:v>0.0467433956391</c:v>
                </c:pt>
                <c:pt idx="1283">
                  <c:v>0.0465714134141</c:v>
                </c:pt>
                <c:pt idx="1284">
                  <c:v>0.0463976225223</c:v>
                </c:pt>
                <c:pt idx="1285">
                  <c:v>0.0462220463107</c:v>
                </c:pt>
                <c:pt idx="1286">
                  <c:v>0.0460447113343</c:v>
                </c:pt>
                <c:pt idx="1287">
                  <c:v>0.0458656472494</c:v>
                </c:pt>
                <c:pt idx="1288">
                  <c:v>0.0456848866991</c:v>
                </c:pt>
                <c:pt idx="1289">
                  <c:v>0.045502465193</c:v>
                </c:pt>
                <c:pt idx="1290">
                  <c:v>0.04531842098</c:v>
                </c:pt>
                <c:pt idx="1291">
                  <c:v>0.0451327949156</c:v>
                </c:pt>
                <c:pt idx="1292">
                  <c:v>0.0449456303253</c:v>
                </c:pt>
                <c:pt idx="1293">
                  <c:v>0.0447569728626</c:v>
                </c:pt>
                <c:pt idx="1294">
                  <c:v>0.044566870364</c:v>
                </c:pt>
                <c:pt idx="1295">
                  <c:v>0.0443753727013</c:v>
                </c:pt>
                <c:pt idx="1296">
                  <c:v>0.0441825316313</c:v>
                </c:pt>
                <c:pt idx="1297">
                  <c:v>0.0439884006443</c:v>
                </c:pt>
                <c:pt idx="1298">
                  <c:v>0.043793034811</c:v>
                </c:pt>
                <c:pt idx="1299">
                  <c:v>0.0435964906299</c:v>
                </c:pt>
                <c:pt idx="1300">
                  <c:v>0.0433988258743</c:v>
                </c:pt>
                <c:pt idx="1301">
                  <c:v>0.0432000994407</c:v>
                </c:pt>
                <c:pt idx="1302">
                  <c:v>0.0430003711981</c:v>
                </c:pt>
                <c:pt idx="1303">
                  <c:v>0.0427997018394</c:v>
                </c:pt>
                <c:pt idx="1304">
                  <c:v>0.0425981527357</c:v>
                </c:pt>
                <c:pt idx="1305">
                  <c:v>0.0423957857928</c:v>
                </c:pt>
                <c:pt idx="1306">
                  <c:v>0.0421926633115</c:v>
                </c:pt>
                <c:pt idx="1307">
                  <c:v>0.0419888478513</c:v>
                </c:pt>
                <c:pt idx="1308">
                  <c:v>0.0417844020987</c:v>
                </c:pt>
                <c:pt idx="1309">
                  <c:v>0.0415793887393</c:v>
                </c:pt>
                <c:pt idx="1310">
                  <c:v>0.0413738703351</c:v>
                </c:pt>
                <c:pt idx="1311">
                  <c:v>0.0411679092064</c:v>
                </c:pt>
                <c:pt idx="1312">
                  <c:v>0.0409615673193</c:v>
                </c:pt>
                <c:pt idx="1313">
                  <c:v>0.0407549061781</c:v>
                </c:pt>
                <c:pt idx="1314">
                  <c:v>0.0405479867236</c:v>
                </c:pt>
                <c:pt idx="1315">
                  <c:v>0.0403408692365</c:v>
                </c:pt>
                <c:pt idx="1316">
                  <c:v>0.0401336132473</c:v>
                </c:pt>
                <c:pt idx="1317">
                  <c:v>0.0399262774513</c:v>
                </c:pt>
                <c:pt idx="1318">
                  <c:v>0.0397189196293</c:v>
                </c:pt>
                <c:pt idx="1319">
                  <c:v>0.0395115965748</c:v>
                </c:pt>
                <c:pt idx="1320">
                  <c:v>0.039304364026</c:v>
                </c:pt>
                <c:pt idx="1321">
                  <c:v>0.0390972766043</c:v>
                </c:pt>
                <c:pt idx="1322">
                  <c:v>0.0388903877577</c:v>
                </c:pt>
                <c:pt idx="1323">
                  <c:v>0.0386837497101</c:v>
                </c:pt>
                <c:pt idx="1324">
                  <c:v>0.0384774134161</c:v>
                </c:pt>
                <c:pt idx="1325">
                  <c:v>0.0382714285206</c:v>
                </c:pt>
                <c:pt idx="1326">
                  <c:v>0.0380658433234</c:v>
                </c:pt>
                <c:pt idx="1327">
                  <c:v>0.0378607047499</c:v>
                </c:pt>
                <c:pt idx="1328">
                  <c:v>0.0376560583246</c:v>
                </c:pt>
                <c:pt idx="1329">
                  <c:v>0.0374519481511</c:v>
                </c:pt>
                <c:pt idx="1330">
                  <c:v>0.037248416895</c:v>
                </c:pt>
                <c:pt idx="1331">
                  <c:v>0.0370455057719</c:v>
                </c:pt>
                <c:pt idx="1332">
                  <c:v>0.0368432545392</c:v>
                </c:pt>
                <c:pt idx="1333">
                  <c:v>0.036641701491</c:v>
                </c:pt>
                <c:pt idx="1334">
                  <c:v>0.0364408834575</c:v>
                </c:pt>
                <c:pt idx="1335">
                  <c:v>0.0362408358074</c:v>
                </c:pt>
                <c:pt idx="1336">
                  <c:v>0.0360415924531</c:v>
                </c:pt>
                <c:pt idx="1337">
                  <c:v>0.0358431858592</c:v>
                </c:pt>
                <c:pt idx="1338">
                  <c:v>0.0356456470538</c:v>
                </c:pt>
                <c:pt idx="1339">
                  <c:v>0.0354490056422</c:v>
                </c:pt>
                <c:pt idx="1340">
                  <c:v>0.0352532898225</c:v>
                </c:pt>
                <c:pt idx="1341">
                  <c:v>0.0350585264046</c:v>
                </c:pt>
                <c:pt idx="1342">
                  <c:v>0.0348647408296</c:v>
                </c:pt>
                <c:pt idx="1343">
                  <c:v>0.0346719571922</c:v>
                </c:pt>
                <c:pt idx="1344">
                  <c:v>0.0344801982639</c:v>
                </c:pt>
                <c:pt idx="1345">
                  <c:v>0.0342894855181</c:v>
                </c:pt>
                <c:pt idx="1346">
                  <c:v>0.0340998391568</c:v>
                </c:pt>
                <c:pt idx="1347">
                  <c:v>0.033911278137</c:v>
                </c:pt>
                <c:pt idx="1348">
                  <c:v>0.0337238202001</c:v>
                </c:pt>
                <c:pt idx="1349">
                  <c:v>0.0335374819004</c:v>
                </c:pt>
                <c:pt idx="1350">
                  <c:v>0.0333522786352</c:v>
                </c:pt>
                <c:pt idx="1351">
                  <c:v>0.0331682246754</c:v>
                </c:pt>
                <c:pt idx="1352">
                  <c:v>0.0329853331964</c:v>
                </c:pt>
                <c:pt idx="1353">
                  <c:v>0.0328036163089</c:v>
                </c:pt>
                <c:pt idx="1354">
                  <c:v>0.0326230850913</c:v>
                </c:pt>
                <c:pt idx="1355">
                  <c:v>0.0324437496206</c:v>
                </c:pt>
                <c:pt idx="1356">
                  <c:v>0.0322656190046</c:v>
                </c:pt>
                <c:pt idx="1357">
                  <c:v>0.0320887014134</c:v>
                </c:pt>
                <c:pt idx="1358">
                  <c:v>0.031913004111</c:v>
                </c:pt>
                <c:pt idx="1359">
                  <c:v>0.0317385334867</c:v>
                </c:pt>
                <c:pt idx="1360">
                  <c:v>0.0315652950866</c:v>
                </c:pt>
                <c:pt idx="1361">
                  <c:v>0.031393293644</c:v>
                </c:pt>
                <c:pt idx="1362">
                  <c:v>0.0312225331102</c:v>
                </c:pt>
                <c:pt idx="1363">
                  <c:v>0.0310530166847</c:v>
                </c:pt>
                <c:pt idx="1364">
                  <c:v>0.0308847468448</c:v>
                </c:pt>
                <c:pt idx="1365">
                  <c:v>0.0307177253748</c:v>
                </c:pt>
                <c:pt idx="1366">
                  <c:v>0.0305519533944</c:v>
                </c:pt>
                <c:pt idx="1367">
                  <c:v>0.0303874313875</c:v>
                </c:pt>
                <c:pt idx="1368">
                  <c:v>0.0302241592291</c:v>
                </c:pt>
                <c:pt idx="1369">
                  <c:v>0.0300621362125</c:v>
                </c:pt>
                <c:pt idx="1370">
                  <c:v>0.0299013610756</c:v>
                </c:pt>
                <c:pt idx="1371">
                  <c:v>0.0297418320268</c:v>
                </c:pt>
                <c:pt idx="1372">
                  <c:v>0.0295835467696</c:v>
                </c:pt>
                <c:pt idx="1373">
                  <c:v>0.0294265025273</c:v>
                </c:pt>
                <c:pt idx="1374">
                  <c:v>0.0292706960669</c:v>
                </c:pt>
                <c:pt idx="1375">
                  <c:v>0.0291161237215</c:v>
                </c:pt>
                <c:pt idx="1376">
                  <c:v>0.0289627814135</c:v>
                </c:pt>
                <c:pt idx="1377">
                  <c:v>0.0288106646756</c:v>
                </c:pt>
                <c:pt idx="1378">
                  <c:v>0.0286597686721</c:v>
                </c:pt>
                <c:pt idx="1379">
                  <c:v>0.0285100882194</c:v>
                </c:pt>
                <c:pt idx="1380">
                  <c:v>0.0283616178054</c:v>
                </c:pt>
                <c:pt idx="1381">
                  <c:v>0.0282143516087</c:v>
                </c:pt>
                <c:pt idx="1382">
                  <c:v>0.028068283517</c:v>
                </c:pt>
                <c:pt idx="1383">
                  <c:v>0.0279234071446</c:v>
                </c:pt>
                <c:pt idx="1384">
                  <c:v>0.0277797158497</c:v>
                </c:pt>
                <c:pt idx="1385">
                  <c:v>0.0276372027508</c:v>
                </c:pt>
                <c:pt idx="1386">
                  <c:v>0.0274958607425</c:v>
                </c:pt>
                <c:pt idx="1387">
                  <c:v>0.0273556825109</c:v>
                </c:pt>
                <c:pt idx="1388">
                  <c:v>0.0272166605479</c:v>
                </c:pt>
                <c:pt idx="1389">
                  <c:v>0.0270787871656</c:v>
                </c:pt>
                <c:pt idx="1390">
                  <c:v>0.0269420545098</c:v>
                </c:pt>
                <c:pt idx="1391">
                  <c:v>0.0268064545725</c:v>
                </c:pt>
                <c:pt idx="1392">
                  <c:v>0.0266719792049</c:v>
                </c:pt>
                <c:pt idx="1393">
                  <c:v>0.0265386201291</c:v>
                </c:pt>
                <c:pt idx="1394">
                  <c:v>0.0264063689492</c:v>
                </c:pt>
                <c:pt idx="1395">
                  <c:v>0.0262752171623</c:v>
                </c:pt>
                <c:pt idx="1396">
                  <c:v>0.0261451561692</c:v>
                </c:pt>
                <c:pt idx="1397">
                  <c:v>0.026016177284</c:v>
                </c:pt>
                <c:pt idx="1398">
                  <c:v>0.0258882717436</c:v>
                </c:pt>
                <c:pt idx="1399">
                  <c:v>0.0257614307169</c:v>
                </c:pt>
                <c:pt idx="1400">
                  <c:v>0.0256356453132</c:v>
                </c:pt>
                <c:pt idx="1401">
                  <c:v>0.0255109065905</c:v>
                </c:pt>
                <c:pt idx="1402">
                  <c:v>0.0253872055633</c:v>
                </c:pt>
                <c:pt idx="1403">
                  <c:v>0.0252645332101</c:v>
                </c:pt>
                <c:pt idx="1404">
                  <c:v>0.0251428804803</c:v>
                </c:pt>
                <c:pt idx="1405">
                  <c:v>0.0250222383009</c:v>
                </c:pt>
                <c:pt idx="1406">
                  <c:v>0.024902597583</c:v>
                </c:pt>
                <c:pt idx="1407">
                  <c:v>0.0247839492274</c:v>
                </c:pt>
                <c:pt idx="1408">
                  <c:v>0.024666284131</c:v>
                </c:pt>
                <c:pt idx="1409">
                  <c:v>0.0245495931916</c:v>
                </c:pt>
                <c:pt idx="1410">
                  <c:v>0.024433867313</c:v>
                </c:pt>
                <c:pt idx="1411">
                  <c:v>0.0243190974102</c:v>
                </c:pt>
                <c:pt idx="1412">
                  <c:v>0.0242052744137</c:v>
                </c:pt>
                <c:pt idx="1413">
                  <c:v>0.0240923892738</c:v>
                </c:pt>
                <c:pt idx="1414">
                  <c:v>0.0239804329645</c:v>
                </c:pt>
                <c:pt idx="1415">
                  <c:v>0.0238693964877</c:v>
                </c:pt>
                <c:pt idx="1416">
                  <c:v>0.0237592708763</c:v>
                </c:pt>
                <c:pt idx="1417">
                  <c:v>0.0236500471977</c:v>
                </c:pt>
                <c:pt idx="1418">
                  <c:v>0.0235417165572</c:v>
                </c:pt>
                <c:pt idx="1419">
                  <c:v>0.0234342701007</c:v>
                </c:pt>
                <c:pt idx="1420">
                  <c:v>0.0233276990173</c:v>
                </c:pt>
                <c:pt idx="1421">
                  <c:v>0.0232219945421</c:v>
                </c:pt>
                <c:pt idx="1422">
                  <c:v>0.0231171479588</c:v>
                </c:pt>
                <c:pt idx="1423">
                  <c:v>0.0230131506014</c:v>
                </c:pt>
                <c:pt idx="1424">
                  <c:v>0.0229099938567</c:v>
                </c:pt>
                <c:pt idx="1425">
                  <c:v>0.0228076691662</c:v>
                </c:pt>
                <c:pt idx="1426">
                  <c:v>0.0227061680275</c:v>
                </c:pt>
                <c:pt idx="1427">
                  <c:v>0.0226054819965</c:v>
                </c:pt>
                <c:pt idx="1428">
                  <c:v>0.0225056026886</c:v>
                </c:pt>
                <c:pt idx="1429">
                  <c:v>0.0224065217802</c:v>
                </c:pt>
                <c:pt idx="1430">
                  <c:v>0.0223082310099</c:v>
                </c:pt>
                <c:pt idx="1431">
                  <c:v>0.02221072218</c:v>
                </c:pt>
                <c:pt idx="1432">
                  <c:v>0.022113987157</c:v>
                </c:pt>
                <c:pt idx="1433">
                  <c:v>0.0220180178732</c:v>
                </c:pt>
                <c:pt idx="1434">
                  <c:v>0.0219228063273</c:v>
                </c:pt>
                <c:pt idx="1435">
                  <c:v>0.0218283445851</c:v>
                </c:pt>
                <c:pt idx="1436">
                  <c:v>0.0217346247806</c:v>
                </c:pt>
                <c:pt idx="1437">
                  <c:v>0.0216416391163</c:v>
                </c:pt>
                <c:pt idx="1438">
                  <c:v>0.0215493798638</c:v>
                </c:pt>
                <c:pt idx="1439">
                  <c:v>0.0214578393647</c:v>
                </c:pt>
                <c:pt idx="1440">
                  <c:v>0.0213670100305</c:v>
                </c:pt>
                <c:pt idx="1441">
                  <c:v>0.0212768843434</c:v>
                </c:pt>
                <c:pt idx="1442">
                  <c:v>0.0211874548564</c:v>
                </c:pt>
                <c:pt idx="1443">
                  <c:v>0.0210987141938</c:v>
                </c:pt>
                <c:pt idx="1444">
                  <c:v>0.021010655051</c:v>
                </c:pt>
                <c:pt idx="1445">
                  <c:v>0.0209232701954</c:v>
                </c:pt>
                <c:pt idx="1446">
                  <c:v>0.0208365524656</c:v>
                </c:pt>
                <c:pt idx="1447">
                  <c:v>0.0207504947724</c:v>
                </c:pt>
                <c:pt idx="1448">
                  <c:v>0.0206650900981</c:v>
                </c:pt>
                <c:pt idx="1449">
                  <c:v>0.0205803314971</c:v>
                </c:pt>
                <c:pt idx="1450">
                  <c:v>0.0204962120954</c:v>
                </c:pt>
                <c:pt idx="1451">
                  <c:v>0.020412725091</c:v>
                </c:pt>
                <c:pt idx="1452">
                  <c:v>0.0203298637533</c:v>
                </c:pt>
                <c:pt idx="1453">
                  <c:v>0.0202476214235</c:v>
                </c:pt>
                <c:pt idx="1454">
                  <c:v>0.0201659915141</c:v>
                </c:pt>
                <c:pt idx="1455">
                  <c:v>0.0200849675087</c:v>
                </c:pt>
                <c:pt idx="1456">
                  <c:v>0.0200045429622</c:v>
                </c:pt>
                <c:pt idx="1457">
                  <c:v>0.0199247115001</c:v>
                </c:pt>
                <c:pt idx="1458">
                  <c:v>0.0198454668186</c:v>
                </c:pt>
                <c:pt idx="1459">
                  <c:v>0.019766802684</c:v>
                </c:pt>
                <c:pt idx="1460">
                  <c:v>0.0196887129327</c:v>
                </c:pt>
                <c:pt idx="1461">
                  <c:v>0.0196111914707</c:v>
                </c:pt>
                <c:pt idx="1462">
                  <c:v>0.0195342322736</c:v>
                </c:pt>
                <c:pt idx="1463">
                  <c:v>0.0194578293857</c:v>
                </c:pt>
                <c:pt idx="1464">
                  <c:v>0.01938197692</c:v>
                </c:pt>
                <c:pt idx="1465">
                  <c:v>0.0193066690578</c:v>
                </c:pt>
                <c:pt idx="1466">
                  <c:v>0.0192319000483</c:v>
                </c:pt>
                <c:pt idx="1467">
                  <c:v>0.0191576642079</c:v>
                </c:pt>
                <c:pt idx="1468">
                  <c:v>0.0190839559202</c:v>
                </c:pt>
                <c:pt idx="1469">
                  <c:v>0.0190107696352</c:v>
                </c:pt>
                <c:pt idx="1470">
                  <c:v>0.0189380998691</c:v>
                </c:pt>
                <c:pt idx="1471">
                  <c:v>0.0188659412036</c:v>
                </c:pt>
                <c:pt idx="1472">
                  <c:v>0.0187942882855</c:v>
                </c:pt>
                <c:pt idx="1473">
                  <c:v>0.0187231358263</c:v>
                </c:pt>
                <c:pt idx="1474">
                  <c:v>0.0186524786015</c:v>
                </c:pt>
                <c:pt idx="1475">
                  <c:v>0.0185823114503</c:v>
                </c:pt>
                <c:pt idx="1476">
                  <c:v>0.0185126292747</c:v>
                </c:pt>
                <c:pt idx="1477">
                  <c:v>0.0184434270395</c:v>
                </c:pt>
                <c:pt idx="1478">
                  <c:v>0.0183746997712</c:v>
                </c:pt>
                <c:pt idx="1479">
                  <c:v>0.0183064425577</c:v>
                </c:pt>
                <c:pt idx="1480">
                  <c:v>0.0182386505477</c:v>
                </c:pt>
                <c:pt idx="1481">
                  <c:v>0.0181713189503</c:v>
                </c:pt>
                <c:pt idx="1482">
                  <c:v>0.0181044430338</c:v>
                </c:pt>
                <c:pt idx="1483">
                  <c:v>0.018038018126</c:v>
                </c:pt>
                <c:pt idx="1484">
                  <c:v>0.0179720396128</c:v>
                </c:pt>
                <c:pt idx="1485">
                  <c:v>0.0179065029379</c:v>
                </c:pt>
                <c:pt idx="1486">
                  <c:v>0.0178414036024</c:v>
                </c:pt>
                <c:pt idx="1487">
                  <c:v>0.0177767371639</c:v>
                </c:pt>
                <c:pt idx="1488">
                  <c:v>0.0177124992357</c:v>
                </c:pt>
                <c:pt idx="1489">
                  <c:v>0.0176486854869</c:v>
                </c:pt>
                <c:pt idx="1490">
                  <c:v>0.0175852916407</c:v>
                </c:pt>
                <c:pt idx="1491">
                  <c:v>0.0175223134748</c:v>
                </c:pt>
                <c:pt idx="1492">
                  <c:v>0.0174597468202</c:v>
                </c:pt>
                <c:pt idx="1493">
                  <c:v>0.0173975875605</c:v>
                </c:pt>
                <c:pt idx="1494">
                  <c:v>0.0173358316315</c:v>
                </c:pt>
                <c:pt idx="1495">
                  <c:v>0.0172744750207</c:v>
                </c:pt>
                <c:pt idx="1496">
                  <c:v>0.0172135137661</c:v>
                </c:pt>
                <c:pt idx="1497">
                  <c:v>0.0171529439563</c:v>
                </c:pt>
                <c:pt idx="1498">
                  <c:v>0.017092761729</c:v>
                </c:pt>
                <c:pt idx="1499">
                  <c:v>0.0170329632712</c:v>
                </c:pt>
                <c:pt idx="1500">
                  <c:v>0.0169735448181</c:v>
                </c:pt>
                <c:pt idx="1501">
                  <c:v>0.0169145026524</c:v>
                </c:pt>
                <c:pt idx="1502">
                  <c:v>0.016855833104</c:v>
                </c:pt>
                <c:pt idx="1503">
                  <c:v>0.0167975325491</c:v>
                </c:pt>
                <c:pt idx="1504">
                  <c:v>0.0167395974098</c:v>
                </c:pt>
                <c:pt idx="1505">
                  <c:v>0.016682024153</c:v>
                </c:pt>
                <c:pt idx="1506">
                  <c:v>0.0166248092906</c:v>
                </c:pt>
                <c:pt idx="1507">
                  <c:v>0.0165679493781</c:v>
                </c:pt>
                <c:pt idx="1508">
                  <c:v>0.0165114410145</c:v>
                </c:pt>
                <c:pt idx="1509">
                  <c:v>0.0164552808412</c:v>
                </c:pt>
                <c:pt idx="1510">
                  <c:v>0.0163994655422</c:v>
                </c:pt>
                <c:pt idx="1511">
                  <c:v>0.0163439918425</c:v>
                </c:pt>
                <c:pt idx="1512">
                  <c:v>0.0162888565086</c:v>
                </c:pt>
                <c:pt idx="1513">
                  <c:v>0.0162340563468</c:v>
                </c:pt>
                <c:pt idx="1514">
                  <c:v>0.0161795882037</c:v>
                </c:pt>
                <c:pt idx="1515">
                  <c:v>0.0161254489648</c:v>
                </c:pt>
                <c:pt idx="1516">
                  <c:v>0.0160716355544</c:v>
                </c:pt>
                <c:pt idx="1517">
                  <c:v>0.0160181449351</c:v>
                </c:pt>
                <c:pt idx="1518">
                  <c:v>0.0159649741068</c:v>
                </c:pt>
                <c:pt idx="1519">
                  <c:v>0.0159121201067</c:v>
                </c:pt>
                <c:pt idx="1520">
                  <c:v>0.0158595800085</c:v>
                </c:pt>
                <c:pt idx="1521">
                  <c:v>0.0158073509219</c:v>
                </c:pt>
                <c:pt idx="1522">
                  <c:v>0.0157554299921</c:v>
                </c:pt>
                <c:pt idx="1523">
                  <c:v>0.0157038143995</c:v>
                </c:pt>
                <c:pt idx="1524">
                  <c:v>0.0156525013589</c:v>
                </c:pt>
                <c:pt idx="1525">
                  <c:v>0.0156014881193</c:v>
                </c:pt>
                <c:pt idx="1526">
                  <c:v>0.0155507719631</c:v>
                </c:pt>
                <c:pt idx="1527">
                  <c:v>0.015500350206</c:v>
                </c:pt>
                <c:pt idx="1528">
                  <c:v>0.0154502201965</c:v>
                </c:pt>
                <c:pt idx="1529">
                  <c:v>0.0154003793151</c:v>
                </c:pt>
                <c:pt idx="1530">
                  <c:v>0.0153508249744</c:v>
                </c:pt>
                <c:pt idx="1531">
                  <c:v>0.0153015546181</c:v>
                </c:pt>
                <c:pt idx="1532">
                  <c:v>0.0152525657212</c:v>
                </c:pt>
                <c:pt idx="1533">
                  <c:v>0.0152038557891</c:v>
                </c:pt>
                <c:pt idx="1534">
                  <c:v>0.0151554223573</c:v>
                </c:pt>
                <c:pt idx="1535">
                  <c:v>0.0151072629915</c:v>
                </c:pt>
                <c:pt idx="1536">
                  <c:v>0.0150593752864</c:v>
                </c:pt>
                <c:pt idx="1537">
                  <c:v>0.015011756866</c:v>
                </c:pt>
                <c:pt idx="1538">
                  <c:v>0.014964405383</c:v>
                </c:pt>
                <c:pt idx="1539">
                  <c:v>0.0149173185185</c:v>
                </c:pt>
                <c:pt idx="1540">
                  <c:v>0.0148704939815</c:v>
                </c:pt>
                <c:pt idx="1541">
                  <c:v>0.0148239295089</c:v>
                </c:pt>
                <c:pt idx="1542">
                  <c:v>0.0147776228649</c:v>
                </c:pt>
                <c:pt idx="1543">
                  <c:v>0.0147315718407</c:v>
                </c:pt>
                <c:pt idx="1544">
                  <c:v>0.0146857742545</c:v>
                </c:pt>
                <c:pt idx="1545">
                  <c:v>0.0146402279508</c:v>
                </c:pt>
                <c:pt idx="1546">
                  <c:v>0.0145949308005</c:v>
                </c:pt>
                <c:pt idx="1547">
                  <c:v>0.0145498807004</c:v>
                </c:pt>
                <c:pt idx="1548">
                  <c:v>0.0145050755729</c:v>
                </c:pt>
                <c:pt idx="1549">
                  <c:v>0.0144605133659</c:v>
                </c:pt>
                <c:pt idx="1550">
                  <c:v>0.0144161920525</c:v>
                </c:pt>
                <c:pt idx="1551">
                  <c:v>0.0143721096309</c:v>
                </c:pt>
                <c:pt idx="1552">
                  <c:v>0.0143282641239</c:v>
                </c:pt>
                <c:pt idx="1553">
                  <c:v>0.0142846535788</c:v>
                </c:pt>
                <c:pt idx="1554">
                  <c:v>0.0142412760673</c:v>
                </c:pt>
                <c:pt idx="1555">
                  <c:v>0.0141981296853</c:v>
                </c:pt>
                <c:pt idx="1556">
                  <c:v>0.0141552125524</c:v>
                </c:pt>
                <c:pt idx="1557">
                  <c:v>0.0141125228121</c:v>
                </c:pt>
                <c:pt idx="1558">
                  <c:v>0.0140700586316</c:v>
                </c:pt>
                <c:pt idx="1559">
                  <c:v>0.0140278182011</c:v>
                </c:pt>
                <c:pt idx="1560">
                  <c:v>0.0139857997346</c:v>
                </c:pt>
                <c:pt idx="1561">
                  <c:v>0.0139440014686</c:v>
                </c:pt>
                <c:pt idx="1562">
                  <c:v>0.013902421663</c:v>
                </c:pt>
                <c:pt idx="1563">
                  <c:v>0.0138610586003</c:v>
                </c:pt>
                <c:pt idx="1564">
                  <c:v>0.0138199105857</c:v>
                </c:pt>
                <c:pt idx="1565">
                  <c:v>0.013778975947</c:v>
                </c:pt>
                <c:pt idx="1566">
                  <c:v>0.0137382530342</c:v>
                </c:pt>
                <c:pt idx="1567">
                  <c:v>0.0136977402198</c:v>
                </c:pt>
                <c:pt idx="1568">
                  <c:v>0.0136574358986</c:v>
                </c:pt>
                <c:pt idx="1569">
                  <c:v>0.0136173384872</c:v>
                </c:pt>
                <c:pt idx="1570">
                  <c:v>0.0135774464243</c:v>
                </c:pt>
                <c:pt idx="1571">
                  <c:v>0.0135377581706</c:v>
                </c:pt>
                <c:pt idx="1572">
                  <c:v>0.0134982722083</c:v>
                </c:pt>
                <c:pt idx="1573">
                  <c:v>0.0134589870417</c:v>
                </c:pt>
                <c:pt idx="1574">
                  <c:v>0.0134199011963</c:v>
                </c:pt>
                <c:pt idx="1575">
                  <c:v>0.0133810132193</c:v>
                </c:pt>
                <c:pt idx="1576">
                  <c:v>0.0133423216794</c:v>
                </c:pt>
                <c:pt idx="1577">
                  <c:v>0.0133038251665</c:v>
                </c:pt>
                <c:pt idx="1578">
                  <c:v>0.0132655222918</c:v>
                </c:pt>
                <c:pt idx="1579">
                  <c:v>0.0132274116877</c:v>
                </c:pt>
                <c:pt idx="1580">
                  <c:v>0.0131894920076</c:v>
                </c:pt>
                <c:pt idx="1581">
                  <c:v>0.0131517619261</c:v>
                </c:pt>
                <c:pt idx="1582">
                  <c:v>0.0131142201385</c:v>
                </c:pt>
                <c:pt idx="1583">
                  <c:v>0.013076865361</c:v>
                </c:pt>
                <c:pt idx="1584">
                  <c:v>0.0130396963306</c:v>
                </c:pt>
                <c:pt idx="1585">
                  <c:v>0.0130027118048</c:v>
                </c:pt>
                <c:pt idx="1586">
                  <c:v>0.0129659105617</c:v>
                </c:pt>
                <c:pt idx="1587">
                  <c:v>0.0129292913999</c:v>
                </c:pt>
                <c:pt idx="1588">
                  <c:v>0.0128928531382</c:v>
                </c:pt>
                <c:pt idx="1589">
                  <c:v>0.0128565946157</c:v>
                </c:pt>
                <c:pt idx="1590">
                  <c:v>0.0128205146914</c:v>
                </c:pt>
                <c:pt idx="1591">
                  <c:v>0.0127846122445</c:v>
                </c:pt>
                <c:pt idx="1592">
                  <c:v>0.0127488861739</c:v>
                </c:pt>
                <c:pt idx="1593">
                  <c:v>0.0127133353981</c:v>
                </c:pt>
                <c:pt idx="1594">
                  <c:v>0.0126779588553</c:v>
                </c:pt>
                <c:pt idx="1595">
                  <c:v>0.0126427555029</c:v>
                </c:pt>
                <c:pt idx="1596">
                  <c:v>0.0126077243175</c:v>
                </c:pt>
                <c:pt idx="1597">
                  <c:v>0.0125728642949</c:v>
                </c:pt>
                <c:pt idx="1598">
                  <c:v>0.0125381744494</c:v>
                </c:pt>
                <c:pt idx="1599">
                  <c:v>0.0125036538143</c:v>
                </c:pt>
                <c:pt idx="1600">
                  <c:v>0.0124693014411</c:v>
                </c:pt>
                <c:pt idx="1601">
                  <c:v>0.0124351163994</c:v>
                </c:pt>
                <c:pt idx="1602">
                  <c:v>0.0124010977769</c:v>
                </c:pt>
                <c:pt idx="1603">
                  <c:v>0.0123672446791</c:v>
                </c:pt>
                <c:pt idx="1604">
                  <c:v>0.0123335562287</c:v>
                </c:pt>
                <c:pt idx="1605">
                  <c:v>0.0123000315658</c:v>
                </c:pt>
                <c:pt idx="1606">
                  <c:v>0.0122666698474</c:v>
                </c:pt>
                <c:pt idx="1607">
                  <c:v>0.012233470247</c:v>
                </c:pt>
                <c:pt idx="1608">
                  <c:v>0.0122004319545</c:v>
                </c:pt>
                <c:pt idx="1609">
                  <c:v>0.0121675541758</c:v>
                </c:pt>
                <c:pt idx="1610">
                  <c:v>0.0121348361325</c:v>
                </c:pt>
                <c:pt idx="1611">
                  <c:v>0.0121022770615</c:v>
                </c:pt>
                <c:pt idx="1612">
                  <c:v>0.0120698762148</c:v>
                </c:pt>
                <c:pt idx="1613">
                  <c:v>0.0120376328588</c:v>
                </c:pt>
                <c:pt idx="1614">
                  <c:v>0.0120055462745</c:v>
                </c:pt>
                <c:pt idx="1615">
                  <c:v>0.0119736157566</c:v>
                </c:pt>
                <c:pt idx="1616">
                  <c:v>0.0119418406133</c:v>
                </c:pt>
                <c:pt idx="1617">
                  <c:v>0.0119102201661</c:v>
                </c:pt>
                <c:pt idx="1618">
                  <c:v>0.0118787537489</c:v>
                </c:pt>
                <c:pt idx="1619">
                  <c:v>0.0118474407083</c:v>
                </c:pt>
                <c:pt idx="1620">
                  <c:v>0.0118162804025</c:v>
                </c:pt>
                <c:pt idx="1621">
                  <c:v>0.0117852722012</c:v>
                </c:pt>
                <c:pt idx="1622">
                  <c:v>0.0117544154852</c:v>
                </c:pt>
                <c:pt idx="1623">
                  <c:v>0.011723709646</c:v>
                </c:pt>
                <c:pt idx="1624">
                  <c:v>0.0116931540851</c:v>
                </c:pt>
                <c:pt idx="1625">
                  <c:v>0.0116627482139</c:v>
                </c:pt>
                <c:pt idx="1626">
                  <c:v>0.0116324914529</c:v>
                </c:pt>
                <c:pt idx="1627">
                  <c:v>0.0116023832316</c:v>
                </c:pt>
                <c:pt idx="1628">
                  <c:v>0.0115724229878</c:v>
                </c:pt>
                <c:pt idx="1629">
                  <c:v>0.0115426101673</c:v>
                </c:pt>
                <c:pt idx="1630">
                  <c:v>0.0115129442235</c:v>
                </c:pt>
                <c:pt idx="1631">
                  <c:v>0.0114834246166</c:v>
                </c:pt>
                <c:pt idx="1632">
                  <c:v>0.0114540508137</c:v>
                </c:pt>
                <c:pt idx="1633">
                  <c:v>0.0114248222881</c:v>
                </c:pt>
                <c:pt idx="1634">
                  <c:v>0.0113957385185</c:v>
                </c:pt>
                <c:pt idx="1635">
                  <c:v>0.0113667989893</c:v>
                </c:pt>
                <c:pt idx="1636">
                  <c:v>0.0113380031896</c:v>
                </c:pt>
                <c:pt idx="1637">
                  <c:v>0.0113093506131</c:v>
                </c:pt>
                <c:pt idx="1638">
                  <c:v>0.0112808407572</c:v>
                </c:pt>
                <c:pt idx="1639">
                  <c:v>0.0112524731234</c:v>
                </c:pt>
                <c:pt idx="1640">
                  <c:v>0.0112242472161</c:v>
                </c:pt>
                <c:pt idx="1641">
                  <c:v>0.0111961625428</c:v>
                </c:pt>
                <c:pt idx="1642">
                  <c:v>0.011168218613</c:v>
                </c:pt>
                <c:pt idx="1643">
                  <c:v>0.0111404149387</c:v>
                </c:pt>
                <c:pt idx="1644">
                  <c:v>0.0111127510334</c:v>
                </c:pt>
                <c:pt idx="1645">
                  <c:v>0.0110852264118</c:v>
                </c:pt>
                <c:pt idx="1646">
                  <c:v>0.0110578405896</c:v>
                </c:pt>
                <c:pt idx="1647">
                  <c:v>0.0110305930831</c:v>
                </c:pt>
                <c:pt idx="1648">
                  <c:v>0.0110034834088</c:v>
                </c:pt>
                <c:pt idx="1649">
                  <c:v>0.010976511083</c:v>
                </c:pt>
                <c:pt idx="1650">
                  <c:v>0.0109496756218</c:v>
                </c:pt>
                <c:pt idx="1651">
                  <c:v>0.0109229765402</c:v>
                </c:pt>
                <c:pt idx="1652">
                  <c:v>0.0108964133522</c:v>
                </c:pt>
                <c:pt idx="1653">
                  <c:v>0.0108699855704</c:v>
                </c:pt>
                <c:pt idx="1654">
                  <c:v>0.0108436927057</c:v>
                </c:pt>
                <c:pt idx="1655">
                  <c:v>0.0108175342669</c:v>
                </c:pt>
                <c:pt idx="1656">
                  <c:v>0.0107915097605</c:v>
                </c:pt>
                <c:pt idx="1657">
                  <c:v>0.0107656186902</c:v>
                </c:pt>
                <c:pt idx="1658">
                  <c:v>0.0107398605571</c:v>
                </c:pt>
                <c:pt idx="1659">
                  <c:v>0.010714234859</c:v>
                </c:pt>
                <c:pt idx="1660">
                  <c:v>0.0106887410899</c:v>
                </c:pt>
                <c:pt idx="1661">
                  <c:v>0.0106633787406</c:v>
                </c:pt>
                <c:pt idx="1662">
                  <c:v>0.0106381472974</c:v>
                </c:pt>
                <c:pt idx="1663">
                  <c:v>0.0106130462426</c:v>
                </c:pt>
                <c:pt idx="1664">
                  <c:v>0.0105880750539</c:v>
                </c:pt>
                <c:pt idx="1665">
                  <c:v>0.0105632332042</c:v>
                </c:pt>
                <c:pt idx="1666">
                  <c:v>0.0105385201614</c:v>
                </c:pt>
                <c:pt idx="1667">
                  <c:v>0.0105139353879</c:v>
                </c:pt>
                <c:pt idx="1668">
                  <c:v>0.0104894783407</c:v>
                </c:pt>
                <c:pt idx="1669">
                  <c:v>0.0104651484711</c:v>
                </c:pt>
                <c:pt idx="1670">
                  <c:v>0.0104409452242</c:v>
                </c:pt>
                <c:pt idx="1671">
                  <c:v>0.0104168680388</c:v>
                </c:pt>
                <c:pt idx="1672">
                  <c:v>0.0103929163472</c:v>
                </c:pt>
                <c:pt idx="1673">
                  <c:v>0.0103690895751</c:v>
                </c:pt>
                <c:pt idx="1674">
                  <c:v>0.0103453871409</c:v>
                </c:pt>
                <c:pt idx="1675">
                  <c:v>0.0103218084559</c:v>
                </c:pt>
                <c:pt idx="1676">
                  <c:v>0.0102983529241</c:v>
                </c:pt>
                <c:pt idx="1677">
                  <c:v>0.0102750199415</c:v>
                </c:pt>
                <c:pt idx="1678">
                  <c:v>0.0102518088963</c:v>
                </c:pt>
                <c:pt idx="1679">
                  <c:v>0.0102287191686</c:v>
                </c:pt>
                <c:pt idx="1680">
                  <c:v>0.0102057501302</c:v>
                </c:pt>
                <c:pt idx="1681">
                  <c:v>0.0101829011441</c:v>
                </c:pt>
                <c:pt idx="1682">
                  <c:v>0.0101601715645</c:v>
                </c:pt>
                <c:pt idx="1683">
                  <c:v>0.0101375607369</c:v>
                </c:pt>
                <c:pt idx="1684">
                  <c:v>0.0101150679972</c:v>
                </c:pt>
                <c:pt idx="1685">
                  <c:v>0.0100926926722</c:v>
                </c:pt>
                <c:pt idx="1686">
                  <c:v>0.0100704340789</c:v>
                </c:pt>
                <c:pt idx="1687">
                  <c:v>0.0100482915245</c:v>
                </c:pt>
                <c:pt idx="1688">
                  <c:v>0.0100262643063</c:v>
                </c:pt>
                <c:pt idx="1689">
                  <c:v>0.0100043517116</c:v>
                </c:pt>
                <c:pt idx="1690">
                  <c:v>0.00998255301725</c:v>
                </c:pt>
                <c:pt idx="1691">
                  <c:v>0.0099608674896</c:v>
                </c:pt>
                <c:pt idx="1692">
                  <c:v>0.00993929438453</c:v>
                </c:pt>
                <c:pt idx="1693">
                  <c:v>0.00991783294719</c:v>
                </c:pt>
                <c:pt idx="1694">
                  <c:v>0.00989648241187</c:v>
                </c:pt>
                <c:pt idx="1695">
                  <c:v>0.00987524200196</c:v>
                </c:pt>
                <c:pt idx="1696">
                  <c:v>0.0098541109298</c:v>
                </c:pt>
                <c:pt idx="1697">
                  <c:v>0.00983308839666</c:v>
                </c:pt>
                <c:pt idx="1698">
                  <c:v>0.00981217359267</c:v>
                </c:pt>
                <c:pt idx="1699">
                  <c:v>0.00979136569673</c:v>
                </c:pt>
                <c:pt idx="1700">
                  <c:v>0.00977066387656</c:v>
                </c:pt>
                <c:pt idx="1701">
                  <c:v>0.00975006728864</c:v>
                </c:pt>
                <c:pt idx="1702">
                  <c:v>0.00972957507825</c:v>
                </c:pt>
                <c:pt idx="1703">
                  <c:v>0.00970918637949</c:v>
                </c:pt>
                <c:pt idx="1704">
                  <c:v>0.00968890031533</c:v>
                </c:pt>
                <c:pt idx="1705">
                  <c:v>0.00966871599771</c:v>
                </c:pt>
                <c:pt idx="1706">
                  <c:v>0.00964863252761</c:v>
                </c:pt>
                <c:pt idx="1707">
                  <c:v>0.00962864899516</c:v>
                </c:pt>
                <c:pt idx="1708">
                  <c:v>0.00960876447982</c:v>
                </c:pt>
                <c:pt idx="1709">
                  <c:v>0.0095889780505</c:v>
                </c:pt>
                <c:pt idx="1710">
                  <c:v>0.00956928876576</c:v>
                </c:pt>
                <c:pt idx="1711">
                  <c:v>0.00954969567404</c:v>
                </c:pt>
                <c:pt idx="1712">
                  <c:v>0.00953019781385</c:v>
                </c:pt>
                <c:pt idx="1713">
                  <c:v>0.00951079421408</c:v>
                </c:pt>
                <c:pt idx="1714">
                  <c:v>0.00949148389423</c:v>
                </c:pt>
                <c:pt idx="1715">
                  <c:v>0.00947226586472</c:v>
                </c:pt>
                <c:pt idx="1716">
                  <c:v>0.00945313912724</c:v>
                </c:pt>
                <c:pt idx="1717">
                  <c:v>0.00943410267507</c:v>
                </c:pt>
                <c:pt idx="1718">
                  <c:v>0.00941515549347</c:v>
                </c:pt>
                <c:pt idx="1719">
                  <c:v>0.00939629656005</c:v>
                </c:pt>
                <c:pt idx="1720">
                  <c:v>0.00937752484518</c:v>
                </c:pt>
                <c:pt idx="1721">
                  <c:v>0.00935883931243</c:v>
                </c:pt>
                <c:pt idx="1722">
                  <c:v>0.00934023891902</c:v>
                </c:pt>
                <c:pt idx="1723">
                  <c:v>0.00932172261626</c:v>
                </c:pt>
                <c:pt idx="1724">
                  <c:v>0.00930328935006</c:v>
                </c:pt>
                <c:pt idx="1725">
                  <c:v>0.00928493806142</c:v>
                </c:pt>
                <c:pt idx="1726">
                  <c:v>0.00926666768692</c:v>
                </c:pt>
                <c:pt idx="1727">
                  <c:v>0.00924847715929</c:v>
                </c:pt>
                <c:pt idx="1728">
                  <c:v>0.00923036540787</c:v>
                </c:pt>
                <c:pt idx="1729">
                  <c:v>0.00921233135924</c:v>
                </c:pt>
                <c:pt idx="1730">
                  <c:v>0.0091943739377</c:v>
                </c:pt>
                <c:pt idx="1731">
                  <c:v>0.0091764920659</c:v>
                </c:pt>
                <c:pt idx="1732">
                  <c:v>0.00915868466533</c:v>
                </c:pt>
                <c:pt idx="1733">
                  <c:v>0.00914095065695</c:v>
                </c:pt>
                <c:pt idx="1734">
                  <c:v>0.00912328896174</c:v>
                </c:pt>
                <c:pt idx="1735">
                  <c:v>0.00910569850126</c:v>
                </c:pt>
                <c:pt idx="1736">
                  <c:v>0.00908817819823</c:v>
                </c:pt>
                <c:pt idx="1737">
                  <c:v>0.00907072697713</c:v>
                </c:pt>
                <c:pt idx="1738">
                  <c:v>0.00905334376472</c:v>
                </c:pt>
                <c:pt idx="1739">
                  <c:v>0.00903602749061</c:v>
                </c:pt>
                <c:pt idx="1740">
                  <c:v>0.00901877708785</c:v>
                </c:pt>
                <c:pt idx="1741">
                  <c:v>0.00900159149343</c:v>
                </c:pt>
                <c:pt idx="1742">
                  <c:v>0.00898446964884</c:v>
                </c:pt>
                <c:pt idx="1743">
                  <c:v>0.0089674105006</c:v>
                </c:pt>
                <c:pt idx="1744">
                  <c:v>0.00895041300077</c:v>
                </c:pt>
                <c:pt idx="1745">
                  <c:v>0.00893347610746</c:v>
                </c:pt>
                <c:pt idx="1746">
                  <c:v>0.00891659878529</c:v>
                </c:pt>
                <c:pt idx="1747">
                  <c:v>0.00889978000593</c:v>
                </c:pt>
                <c:pt idx="1748">
                  <c:v>0.00888301874849</c:v>
                </c:pt>
                <c:pt idx="1749">
                  <c:v>0.00886631400001</c:v>
                </c:pt>
                <c:pt idx="1750">
                  <c:v>0.00884966475589</c:v>
                </c:pt>
                <c:pt idx="1751">
                  <c:v>0.00883307002028</c:v>
                </c:pt>
                <c:pt idx="1752">
                  <c:v>0.00881652880652</c:v>
                </c:pt>
                <c:pt idx="1753">
                  <c:v>0.00880004013746</c:v>
                </c:pt>
                <c:pt idx="1754">
                  <c:v>0.0087836030459</c:v>
                </c:pt>
                <c:pt idx="1755">
                  <c:v>0.00876721657488</c:v>
                </c:pt>
                <c:pt idx="1756">
                  <c:v>0.00875087977804</c:v>
                </c:pt>
                <c:pt idx="1757">
                  <c:v>0.00873459171995</c:v>
                </c:pt>
                <c:pt idx="1758">
                  <c:v>0.00871835147637</c:v>
                </c:pt>
                <c:pt idx="1759">
                  <c:v>0.00870215813458</c:v>
                </c:pt>
                <c:pt idx="1760">
                  <c:v>0.00868601079364</c:v>
                </c:pt>
                <c:pt idx="1761">
                  <c:v>0.00866990856462</c:v>
                </c:pt>
                <c:pt idx="1762">
                  <c:v>0.00865385057088</c:v>
                </c:pt>
                <c:pt idx="1763">
                  <c:v>0.0086378359483</c:v>
                </c:pt>
                <c:pt idx="1764">
                  <c:v>0.00862186384548</c:v>
                </c:pt>
                <c:pt idx="1765">
                  <c:v>0.00860593342398</c:v>
                </c:pt>
                <c:pt idx="1766">
                  <c:v>0.00859004385846</c:v>
                </c:pt>
                <c:pt idx="1767">
                  <c:v>0.00857419433696</c:v>
                </c:pt>
                <c:pt idx="1768">
                  <c:v>0.00855838406101</c:v>
                </c:pt>
                <c:pt idx="1769">
                  <c:v>0.00854261224584</c:v>
                </c:pt>
                <c:pt idx="1770">
                  <c:v>0.00852687812053</c:v>
                </c:pt>
                <c:pt idx="1771">
                  <c:v>0.0085111809282</c:v>
                </c:pt>
                <c:pt idx="1772">
                  <c:v>0.00849551992616</c:v>
                </c:pt>
                <c:pt idx="1773">
                  <c:v>0.00847989438606</c:v>
                </c:pt>
                <c:pt idx="1774">
                  <c:v>0.00846430359404</c:v>
                </c:pt>
                <c:pt idx="1775">
                  <c:v>0.00844874685093</c:v>
                </c:pt>
                <c:pt idx="1776">
                  <c:v>0.00843322347233</c:v>
                </c:pt>
                <c:pt idx="1777">
                  <c:v>0.00841773278885</c:v>
                </c:pt>
                <c:pt idx="1778">
                  <c:v>0.0084022741462</c:v>
                </c:pt>
                <c:pt idx="1779">
                  <c:v>0.00838684690538</c:v>
                </c:pt>
                <c:pt idx="1780">
                  <c:v>0.00837145044286</c:v>
                </c:pt>
                <c:pt idx="1781">
                  <c:v>0.00835608415069</c:v>
                </c:pt>
                <c:pt idx="1782">
                  <c:v>0.00834074743675</c:v>
                </c:pt>
                <c:pt idx="1783">
                  <c:v>0.00832543972487</c:v>
                </c:pt>
                <c:pt idx="1784">
                  <c:v>0.00831016045501</c:v>
                </c:pt>
                <c:pt idx="1785">
                  <c:v>0.00829490908351</c:v>
                </c:pt>
                <c:pt idx="1786">
                  <c:v>0.0082796850832</c:v>
                </c:pt>
                <c:pt idx="1787">
                  <c:v>0.0082644879437</c:v>
                </c:pt>
                <c:pt idx="1788">
                  <c:v>0.00824931717152</c:v>
                </c:pt>
                <c:pt idx="1789">
                  <c:v>0.00823417229037</c:v>
                </c:pt>
                <c:pt idx="1790">
                  <c:v>0.00821905284134</c:v>
                </c:pt>
                <c:pt idx="1791">
                  <c:v>0.00820395838313</c:v>
                </c:pt>
                <c:pt idx="1792">
                  <c:v>0.00818888849229</c:v>
                </c:pt>
                <c:pt idx="1793">
                  <c:v>0.00817384276345</c:v>
                </c:pt>
                <c:pt idx="1794">
                  <c:v>0.00815882080963</c:v>
                </c:pt>
                <c:pt idx="1795">
                  <c:v>0.00814382226238</c:v>
                </c:pt>
                <c:pt idx="1796">
                  <c:v>0.00812884677217</c:v>
                </c:pt>
                <c:pt idx="1797">
                  <c:v>0.00811389400853</c:v>
                </c:pt>
                <c:pt idx="1798">
                  <c:v>0.0080989636604</c:v>
                </c:pt>
                <c:pt idx="1799">
                  <c:v>0.00808405543638</c:v>
                </c:pt>
                <c:pt idx="1800">
                  <c:v>0.00806916906495</c:v>
                </c:pt>
                <c:pt idx="1801">
                  <c:v>0.0080543042948</c:v>
                </c:pt>
                <c:pt idx="1802">
                  <c:v>0.00803946089508</c:v>
                </c:pt>
                <c:pt idx="1803">
                  <c:v>0.00802463865563</c:v>
                </c:pt>
                <c:pt idx="1804">
                  <c:v>0.00800983738729</c:v>
                </c:pt>
                <c:pt idx="1805">
                  <c:v>0.00799505692213</c:v>
                </c:pt>
                <c:pt idx="1806">
                  <c:v>0.00798029711369</c:v>
                </c:pt>
                <c:pt idx="1807">
                  <c:v>0.00796555783725</c:v>
                </c:pt>
                <c:pt idx="1808">
                  <c:v>0.00795083899002</c:v>
                </c:pt>
                <c:pt idx="1809">
                  <c:v>0.0079361404914</c:v>
                </c:pt>
                <c:pt idx="1810">
                  <c:v>0.00792146228316</c:v>
                </c:pt>
                <c:pt idx="1811">
                  <c:v>0.00790680432964</c:v>
                </c:pt>
                <c:pt idx="1812">
                  <c:v>0.0078921666179</c:v>
                </c:pt>
                <c:pt idx="1813">
                  <c:v>0.00787754915791</c:v>
                </c:pt>
                <c:pt idx="1814">
                  <c:v>0.00786295198267</c:v>
                </c:pt>
                <c:pt idx="1815">
                  <c:v>0.00784837514829</c:v>
                </c:pt>
                <c:pt idx="1816">
                  <c:v>0.00783381873414</c:v>
                </c:pt>
                <c:pt idx="1817">
                  <c:v>0.00781928284283</c:v>
                </c:pt>
                <c:pt idx="1818">
                  <c:v>0.00780476760034</c:v>
                </c:pt>
                <c:pt idx="1819">
                  <c:v>0.00779027315592</c:v>
                </c:pt>
                <c:pt idx="1820">
                  <c:v>0.00777579968214</c:v>
                </c:pt>
                <c:pt idx="1821">
                  <c:v>0.00776134737483</c:v>
                </c:pt>
                <c:pt idx="1822">
                  <c:v>0.00774691645292</c:v>
                </c:pt>
                <c:pt idx="1823">
                  <c:v>0.00773250715838</c:v>
                </c:pt>
                <c:pt idx="1824">
                  <c:v>0.00771811975604</c:v>
                </c:pt>
                <c:pt idx="1825">
                  <c:v>0.00770375453338</c:v>
                </c:pt>
                <c:pt idx="1826">
                  <c:v>0.0076894118003</c:v>
                </c:pt>
                <c:pt idx="1827">
                  <c:v>0.00767509188883</c:v>
                </c:pt>
                <c:pt idx="1828">
                  <c:v>0.00766079515283</c:v>
                </c:pt>
                <c:pt idx="1829">
                  <c:v>0.00764652196764</c:v>
                </c:pt>
                <c:pt idx="1830">
                  <c:v>0.00763227272966</c:v>
                </c:pt>
                <c:pt idx="1831">
                  <c:v>0.00761804785595</c:v>
                </c:pt>
                <c:pt idx="1832">
                  <c:v>0.0076038477837</c:v>
                </c:pt>
                <c:pt idx="1833">
                  <c:v>0.0075896729698</c:v>
                </c:pt>
                <c:pt idx="1834">
                  <c:v>0.0075755238902</c:v>
                </c:pt>
                <c:pt idx="1835">
                  <c:v>0.00756140103938</c:v>
                </c:pt>
                <c:pt idx="1836">
                  <c:v>0.00754730492968</c:v>
                </c:pt>
                <c:pt idx="1837">
                  <c:v>0.00753323609068</c:v>
                </c:pt>
                <c:pt idx="1838">
                  <c:v>0.00751919506846</c:v>
                </c:pt>
                <c:pt idx="1839">
                  <c:v>0.00750518242489</c:v>
                </c:pt>
                <c:pt idx="1840">
                  <c:v>0.00749119873686</c:v>
                </c:pt>
                <c:pt idx="1841">
                  <c:v>0.00747724459549</c:v>
                </c:pt>
                <c:pt idx="1842">
                  <c:v>0.00746332060531</c:v>
                </c:pt>
                <c:pt idx="1843">
                  <c:v>0.00744942738339</c:v>
                </c:pt>
                <c:pt idx="1844">
                  <c:v>0.00743556555851</c:v>
                </c:pt>
                <c:pt idx="1845">
                  <c:v>0.00742173577024</c:v>
                </c:pt>
                <c:pt idx="1846">
                  <c:v>0.00740793866803</c:v>
                </c:pt>
                <c:pt idx="1847">
                  <c:v>0.00739417491029</c:v>
                </c:pt>
                <c:pt idx="1848">
                  <c:v>0.00738044516347</c:v>
                </c:pt>
                <c:pt idx="1849">
                  <c:v>0.0073667501011</c:v>
                </c:pt>
                <c:pt idx="1850">
                  <c:v>0.0073530904028</c:v>
                </c:pt>
                <c:pt idx="1851">
                  <c:v>0.00733946675337</c:v>
                </c:pt>
                <c:pt idx="1852">
                  <c:v>0.00732587984181</c:v>
                </c:pt>
                <c:pt idx="1853">
                  <c:v>0.00731233036036</c:v>
                </c:pt>
                <c:pt idx="1854">
                  <c:v>0.00729881900352</c:v>
                </c:pt>
                <c:pt idx="1855">
                  <c:v>0.00728534646716</c:v>
                </c:pt>
                <c:pt idx="1856">
                  <c:v>0.00727191344752</c:v>
                </c:pt>
                <c:pt idx="1857">
                  <c:v>0.00725852064031</c:v>
                </c:pt>
                <c:pt idx="1858">
                  <c:v>0.0072451687398</c:v>
                </c:pt>
                <c:pt idx="1859">
                  <c:v>0.00723185843795</c:v>
                </c:pt>
                <c:pt idx="1860">
                  <c:v>0.00721859042348</c:v>
                </c:pt>
                <c:pt idx="1861">
                  <c:v>0.00720536538108</c:v>
                </c:pt>
                <c:pt idx="1862">
                  <c:v>0.00719218399055</c:v>
                </c:pt>
                <c:pt idx="1863">
                  <c:v>0.00717904692601</c:v>
                </c:pt>
                <c:pt idx="1864">
                  <c:v>0.00716595485515</c:v>
                </c:pt>
                <c:pt idx="1865">
                  <c:v>0.00715290843847</c:v>
                </c:pt>
                <c:pt idx="1866">
                  <c:v>0.00713990832857</c:v>
                </c:pt>
                <c:pt idx="1867">
                  <c:v>0.00712695516953</c:v>
                </c:pt>
                <c:pt idx="1868">
                  <c:v>0.00711404959619</c:v>
                </c:pt>
                <c:pt idx="1869">
                  <c:v>0.00710119223362</c:v>
                </c:pt>
                <c:pt idx="1870">
                  <c:v>0.00708838369653</c:v>
                </c:pt>
                <c:pt idx="1871">
                  <c:v>0.00707562458875</c:v>
                </c:pt>
                <c:pt idx="1872">
                  <c:v>0.00706291550272</c:v>
                </c:pt>
                <c:pt idx="1873">
                  <c:v>0.00705025701908</c:v>
                </c:pt>
                <c:pt idx="1874">
                  <c:v>0.00703764970622</c:v>
                </c:pt>
                <c:pt idx="1875">
                  <c:v>0.00702509411994</c:v>
                </c:pt>
                <c:pt idx="1876">
                  <c:v>0.0070125908031</c:v>
                </c:pt>
                <c:pt idx="1877">
                  <c:v>0.00700014028532</c:v>
                </c:pt>
                <c:pt idx="1878">
                  <c:v>0.00698774308276</c:v>
                </c:pt>
                <c:pt idx="1879">
                  <c:v>0.00697539969785</c:v>
                </c:pt>
                <c:pt idx="1880">
                  <c:v>0.00696311061913</c:v>
                </c:pt>
                <c:pt idx="1881">
                  <c:v>0.00695087632112</c:v>
                </c:pt>
                <c:pt idx="1882">
                  <c:v>0.00693869726418</c:v>
                </c:pt>
                <c:pt idx="1883">
                  <c:v>0.00692657389445</c:v>
                </c:pt>
                <c:pt idx="1884">
                  <c:v>0.00691450664379</c:v>
                </c:pt>
                <c:pt idx="1885">
                  <c:v>0.0069024959298</c:v>
                </c:pt>
                <c:pt idx="1886">
                  <c:v>0.00689054215579</c:v>
                </c:pt>
                <c:pt idx="1887">
                  <c:v>0.00687864571085</c:v>
                </c:pt>
                <c:pt idx="1888">
                  <c:v>0.00686680696994</c:v>
                </c:pt>
                <c:pt idx="1889">
                  <c:v>0.00685502629395</c:v>
                </c:pt>
                <c:pt idx="1890">
                  <c:v>0.00684330402987</c:v>
                </c:pt>
                <c:pt idx="1891">
                  <c:v>0.00683164051091</c:v>
                </c:pt>
                <c:pt idx="1892">
                  <c:v>0.00682003605665</c:v>
                </c:pt>
                <c:pt idx="1893">
                  <c:v>0.00680849097329</c:v>
                </c:pt>
                <c:pt idx="1894">
                  <c:v>0.00679700555379</c:v>
                </c:pt>
                <c:pt idx="1895">
                  <c:v>0.00678558007816</c:v>
                </c:pt>
                <c:pt idx="1896">
                  <c:v>0.00677421481365</c:v>
                </c:pt>
                <c:pt idx="1897">
                  <c:v>0.00676291001501</c:v>
                </c:pt>
                <c:pt idx="1898">
                  <c:v>0.00675166592481</c:v>
                </c:pt>
                <c:pt idx="1899">
                  <c:v>0.00674048277365</c:v>
                </c:pt>
                <c:pt idx="1900">
                  <c:v>0.00672936078049</c:v>
                </c:pt>
                <c:pt idx="1901">
                  <c:v>0.00671830015294</c:v>
                </c:pt>
                <c:pt idx="1902">
                  <c:v>0.00670730108755</c:v>
                </c:pt>
                <c:pt idx="1903">
                  <c:v>0.00669636377014</c:v>
                </c:pt>
                <c:pt idx="1904">
                  <c:v>0.00668548837611</c:v>
                </c:pt>
                <c:pt idx="1905">
                  <c:v>0.00667467507072</c:v>
                </c:pt>
                <c:pt idx="1906">
                  <c:v>0.00666392400947</c:v>
                </c:pt>
                <c:pt idx="1907">
                  <c:v>0.00665323533837</c:v>
                </c:pt>
                <c:pt idx="1908">
                  <c:v>0.00664260919428</c:v>
                </c:pt>
                <c:pt idx="1909">
                  <c:v>0.00663204570522</c:v>
                </c:pt>
                <c:pt idx="1910">
                  <c:v>0.0066215449907</c:v>
                </c:pt>
                <c:pt idx="1911">
                  <c:v>0.00661110716198</c:v>
                </c:pt>
                <c:pt idx="1912">
                  <c:v>0.00660073232246</c:v>
                </c:pt>
                <c:pt idx="1913">
                  <c:v>0.0065904205679</c:v>
                </c:pt>
                <c:pt idx="1914">
                  <c:v>0.00658017198677</c:v>
                </c:pt>
                <c:pt idx="1915">
                  <c:v>0.0065699866605</c:v>
                </c:pt>
                <c:pt idx="1916">
                  <c:v>0.00655986466379</c:v>
                </c:pt>
                <c:pt idx="1917">
                  <c:v>0.00654980606485</c:v>
                </c:pt>
                <c:pt idx="1918">
                  <c:v>0.00653981092568</c:v>
                </c:pt>
                <c:pt idx="1919">
                  <c:v>0.00652987930235</c:v>
                </c:pt>
                <c:pt idx="1920">
                  <c:v>0.00652001124517</c:v>
                </c:pt>
                <c:pt idx="1921">
                  <c:v>0.006510206799</c:v>
                </c:pt>
                <c:pt idx="1922">
                  <c:v>0.00650046600341</c:v>
                </c:pt>
                <c:pt idx="1923">
                  <c:v>0.00649078889294</c:v>
                </c:pt>
                <c:pt idx="1924">
                  <c:v>0.00648117549723</c:v>
                </c:pt>
                <c:pt idx="1925">
                  <c:v>0.00647162584127</c:v>
                </c:pt>
                <c:pt idx="1926">
                  <c:v>0.00646213994555</c:v>
                </c:pt>
                <c:pt idx="1927">
                  <c:v>0.00645271782618</c:v>
                </c:pt>
                <c:pt idx="1928">
                  <c:v>0.0064433594951</c:v>
                </c:pt>
                <c:pt idx="1929">
                  <c:v>0.00643406496016</c:v>
                </c:pt>
                <c:pt idx="1930">
                  <c:v>0.00642483422525</c:v>
                </c:pt>
                <c:pt idx="1931">
                  <c:v>0.00641566729043</c:v>
                </c:pt>
                <c:pt idx="1932">
                  <c:v>0.00640656415198</c:v>
                </c:pt>
                <c:pt idx="1933">
                  <c:v>0.0063975248025</c:v>
                </c:pt>
                <c:pt idx="1934">
                  <c:v>0.00638854923097</c:v>
                </c:pt>
                <c:pt idx="1935">
                  <c:v>0.0063796374228</c:v>
                </c:pt>
                <c:pt idx="1936">
                  <c:v>0.00637078935986</c:v>
                </c:pt>
                <c:pt idx="1937">
                  <c:v>0.0063620050205</c:v>
                </c:pt>
                <c:pt idx="1938">
                  <c:v>0.00635328437958</c:v>
                </c:pt>
                <c:pt idx="1939">
                  <c:v>0.00634462740842</c:v>
                </c:pt>
                <c:pt idx="1940">
                  <c:v>0.00633603407483</c:v>
                </c:pt>
                <c:pt idx="1941">
                  <c:v>0.00632750434306</c:v>
                </c:pt>
                <c:pt idx="1942">
                  <c:v>0.00631903817374</c:v>
                </c:pt>
                <c:pt idx="1943">
                  <c:v>0.00631063552386</c:v>
                </c:pt>
                <c:pt idx="1944">
                  <c:v>0.00630229634668</c:v>
                </c:pt>
                <c:pt idx="1945">
                  <c:v>0.00629402059165</c:v>
                </c:pt>
                <c:pt idx="1946">
                  <c:v>0.00628580820436</c:v>
                </c:pt>
                <c:pt idx="1947">
                  <c:v>0.00627765912637</c:v>
                </c:pt>
                <c:pt idx="1948">
                  <c:v>0.00626957329519</c:v>
                </c:pt>
                <c:pt idx="1949">
                  <c:v>0.0062615506441</c:v>
                </c:pt>
                <c:pt idx="1950">
                  <c:v>0.00625359110204</c:v>
                </c:pt>
                <c:pt idx="1951">
                  <c:v>0.00624569459349</c:v>
                </c:pt>
                <c:pt idx="1952">
                  <c:v>0.00623786103834</c:v>
                </c:pt>
                <c:pt idx="1953">
                  <c:v>0.00623009035173</c:v>
                </c:pt>
                <c:pt idx="1954">
                  <c:v>0.00622238244389</c:v>
                </c:pt>
                <c:pt idx="1955">
                  <c:v>0.00621473722</c:v>
                </c:pt>
                <c:pt idx="1956">
                  <c:v>0.00620715458006</c:v>
                </c:pt>
                <c:pt idx="1957">
                  <c:v>0.00619963441867</c:v>
                </c:pt>
                <c:pt idx="1958">
                  <c:v>0.00619217662493</c:v>
                </c:pt>
                <c:pt idx="1959">
                  <c:v>0.00618478108224</c:v>
                </c:pt>
                <c:pt idx="1960">
                  <c:v>0.00617744766815</c:v>
                </c:pt>
                <c:pt idx="1961">
                  <c:v>0.00617017625422</c:v>
                </c:pt>
                <c:pt idx="1962">
                  <c:v>0.00616296670582</c:v>
                </c:pt>
                <c:pt idx="1963">
                  <c:v>0.00615581888204</c:v>
                </c:pt>
                <c:pt idx="1964">
                  <c:v>0.00614873263547</c:v>
                </c:pt>
                <c:pt idx="1965">
                  <c:v>0.00614170781212</c:v>
                </c:pt>
                <c:pt idx="1966">
                  <c:v>0.00613474425125</c:v>
                </c:pt>
                <c:pt idx="1967">
                  <c:v>0.00612784178525</c:v>
                </c:pt>
                <c:pt idx="1968">
                  <c:v>0.00612100023953</c:v>
                </c:pt>
                <c:pt idx="1969">
                  <c:v>0.00611421943242</c:v>
                </c:pt>
                <c:pt idx="1970">
                  <c:v>0.00610749917504</c:v>
                </c:pt>
                <c:pt idx="1971">
                  <c:v>0.00610083927126</c:v>
                </c:pt>
                <c:pt idx="1972">
                  <c:v>0.0060942395176</c:v>
                </c:pt>
                <c:pt idx="1973">
                  <c:v>0.0060876997032</c:v>
                </c:pt>
                <c:pt idx="1974">
                  <c:v>0.00608121960974</c:v>
                </c:pt>
                <c:pt idx="1975">
                  <c:v>0.00607479901146</c:v>
                </c:pt>
                <c:pt idx="1976">
                  <c:v>0.00606843767515</c:v>
                </c:pt>
                <c:pt idx="1977">
                  <c:v>0.00606213536012</c:v>
                </c:pt>
                <c:pt idx="1978">
                  <c:v>0.00605589181828</c:v>
                </c:pt>
                <c:pt idx="1979">
                  <c:v>0.00604970679418</c:v>
                </c:pt>
                <c:pt idx="1980">
                  <c:v>0.00604358002506</c:v>
                </c:pt>
                <c:pt idx="1981">
                  <c:v>0.00603751124096</c:v>
                </c:pt>
                <c:pt idx="1982">
                  <c:v>0.00603150016485</c:v>
                </c:pt>
                <c:pt idx="1983">
                  <c:v>0.00602554651272</c:v>
                </c:pt>
                <c:pt idx="1984">
                  <c:v>0.00601964999378</c:v>
                </c:pt>
                <c:pt idx="1985">
                  <c:v>0.00601381031062</c:v>
                </c:pt>
                <c:pt idx="1986">
                  <c:v>0.00600802715944</c:v>
                </c:pt>
                <c:pt idx="1987">
                  <c:v>0.00600230023024</c:v>
                </c:pt>
                <c:pt idx="1988">
                  <c:v>0.00599662920706</c:v>
                </c:pt>
                <c:pt idx="1989">
                  <c:v>0.00599101376831</c:v>
                </c:pt>
                <c:pt idx="1990">
                  <c:v>0.00598545358701</c:v>
                </c:pt>
                <c:pt idx="1991">
                  <c:v>0.00597994833109</c:v>
                </c:pt>
                <c:pt idx="1992">
                  <c:v>0.00597449766379</c:v>
                </c:pt>
                <c:pt idx="1993">
                  <c:v>0.00596910124395</c:v>
                </c:pt>
                <c:pt idx="1994">
                  <c:v>0.00596375872641</c:v>
                </c:pt>
                <c:pt idx="1995">
                  <c:v>0.0059584697624</c:v>
                </c:pt>
                <c:pt idx="1996">
                  <c:v>0.00595323399995</c:v>
                </c:pt>
                <c:pt idx="1997">
                  <c:v>0.00594805108429</c:v>
                </c:pt>
                <c:pt idx="1998">
                  <c:v>0.00594292065835</c:v>
                </c:pt>
                <c:pt idx="1999">
                  <c:v>0.00593784236313</c:v>
                </c:pt>
                <c:pt idx="2000">
                  <c:v>0.00593281583825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0.75"/>
          <c:min val="0"/>
        </c:scaling>
        <c:delete val="0"/>
        <c:axPos val="l"/>
        <c:majorGridlines>
          <c:spPr>
            <a:ln xmlns:a="http://schemas.openxmlformats.org/drawingml/2006/main" w="4763">
              <a:solidFill>
                <a:srgbClr val="EEEEEE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2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majorUnit val="1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34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U/t = 4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222222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scatterChart>
        <c:scatterStyle val="lineMarker"/>
        <c:varyColors val="0"/>
        <c:ser>
          <c:idx val="0"/>
          <c:order val="0"/>
          <c:tx>
            <c:v>charge</c:v>
          </c:tx>
          <c:spPr>
            <a:ln xmlns:a="http://schemas.openxmlformats.org/drawingml/2006/main" w="15240">
              <a:solidFill>
                <a:srgbClr val="C43C64"/>
              </a:solidFill>
              <a:prstDash val="solid"/>
            </a:ln>
          </c:spPr>
          <c:marker>
            <c:symbol val="none"/>
            <c:size val="5"/>
            <c:spPr>
              <a:solidFill xmlns:a="http://schemas.openxmlformats.org/drawingml/2006/main">
                <a:srgbClr val="C43C64"/>
              </a:solidFill>
            </c:spPr>
          </c:marker>
          <c:xVal>
            <c:numRef>
              <c:f>'Chart Data'!$A$2:$A$2002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Data'!$B$2:$B$2002</c:f>
              <c:numCache>
                <c:formatCode>0.0</c:formatCode>
                <c:ptCount val="2001"/>
                <c:pt idx="0">
                  <c:v>0.00288781162099</c:v>
                </c:pt>
                <c:pt idx="1">
                  <c:v>0.00289263686885</c:v>
                </c:pt>
                <c:pt idx="2">
                  <c:v>0.00289747481116</c:v>
                </c:pt>
                <c:pt idx="3">
                  <c:v>0.00290232549594</c:v>
                </c:pt>
                <c:pt idx="4">
                  <c:v>0.00290718897144</c:v>
                </c:pt>
                <c:pt idx="5">
                  <c:v>0.00291206528615</c:v>
                </c:pt>
                <c:pt idx="6">
                  <c:v>0.00291695448885</c:v>
                </c:pt>
                <c:pt idx="7">
                  <c:v>0.00292185662855</c:v>
                </c:pt>
                <c:pt idx="8">
                  <c:v>0.00292677175452</c:v>
                </c:pt>
                <c:pt idx="9">
                  <c:v>0.0029316999163</c:v>
                </c:pt>
                <c:pt idx="10">
                  <c:v>0.00293664116367</c:v>
                </c:pt>
                <c:pt idx="11">
                  <c:v>0.0029415955467</c:v>
                </c:pt>
                <c:pt idx="12">
                  <c:v>0.00294656311571</c:v>
                </c:pt>
                <c:pt idx="13">
                  <c:v>0.00295154392129</c:v>
                </c:pt>
                <c:pt idx="14">
                  <c:v>0.0029565380143</c:v>
                </c:pt>
                <c:pt idx="15">
                  <c:v>0.00296154544588</c:v>
                </c:pt>
                <c:pt idx="16">
                  <c:v>0.00296656626741</c:v>
                </c:pt>
                <c:pt idx="17">
                  <c:v>0.00297160053059</c:v>
                </c:pt>
                <c:pt idx="18">
                  <c:v>0.00297664828736</c:v>
                </c:pt>
                <c:pt idx="19">
                  <c:v>0.00298170958997</c:v>
                </c:pt>
                <c:pt idx="20">
                  <c:v>0.00298678449092</c:v>
                </c:pt>
                <c:pt idx="21">
                  <c:v>0.002991873043</c:v>
                </c:pt>
                <c:pt idx="22">
                  <c:v>0.00299697529931</c:v>
                </c:pt>
                <c:pt idx="23">
                  <c:v>0.00300209131321</c:v>
                </c:pt>
                <c:pt idx="24">
                  <c:v>0.00300722113836</c:v>
                </c:pt>
                <c:pt idx="25">
                  <c:v>0.00301236482871</c:v>
                </c:pt>
                <c:pt idx="26">
                  <c:v>0.0030175224385</c:v>
                </c:pt>
                <c:pt idx="27">
                  <c:v>0.00302269402226</c:v>
                </c:pt>
                <c:pt idx="28">
                  <c:v>0.00302787963483</c:v>
                </c:pt>
                <c:pt idx="29">
                  <c:v>0.00303307933135</c:v>
                </c:pt>
                <c:pt idx="30">
                  <c:v>0.00303829316724</c:v>
                </c:pt>
                <c:pt idx="31">
                  <c:v>0.00304352119826</c:v>
                </c:pt>
                <c:pt idx="32">
                  <c:v>0.00304876348045</c:v>
                </c:pt>
                <c:pt idx="33">
                  <c:v>0.00305402007016</c:v>
                </c:pt>
                <c:pt idx="34">
                  <c:v>0.00305929102406</c:v>
                </c:pt>
                <c:pt idx="35">
                  <c:v>0.00306457639912</c:v>
                </c:pt>
                <c:pt idx="36">
                  <c:v>0.00306987625265</c:v>
                </c:pt>
                <c:pt idx="37">
                  <c:v>0.00307519064226</c:v>
                </c:pt>
                <c:pt idx="38">
                  <c:v>0.00308051962587</c:v>
                </c:pt>
                <c:pt idx="39">
                  <c:v>0.00308586326174</c:v>
                </c:pt>
                <c:pt idx="40">
                  <c:v>0.00309122160846</c:v>
                </c:pt>
                <c:pt idx="41">
                  <c:v>0.00309659472493</c:v>
                </c:pt>
                <c:pt idx="42">
                  <c:v>0.00310198267039</c:v>
                </c:pt>
                <c:pt idx="43">
                  <c:v>0.00310738550441</c:v>
                </c:pt>
                <c:pt idx="44">
                  <c:v>0.0031128032869</c:v>
                </c:pt>
                <c:pt idx="45">
                  <c:v>0.00311823607809</c:v>
                </c:pt>
                <c:pt idx="46">
                  <c:v>0.00312368393857</c:v>
                </c:pt>
                <c:pt idx="47">
                  <c:v>0.00312914692927</c:v>
                </c:pt>
                <c:pt idx="48">
                  <c:v>0.00313462511146</c:v>
                </c:pt>
                <c:pt idx="49">
                  <c:v>0.00314011854675</c:v>
                </c:pt>
                <c:pt idx="50">
                  <c:v>0.00314562729711</c:v>
                </c:pt>
                <c:pt idx="51">
                  <c:v>0.00315115142488</c:v>
                </c:pt>
                <c:pt idx="52">
                  <c:v>0.00315669099272</c:v>
                </c:pt>
                <c:pt idx="53">
                  <c:v>0.00316224606367</c:v>
                </c:pt>
                <c:pt idx="54">
                  <c:v>0.00316781670113</c:v>
                </c:pt>
                <c:pt idx="55">
                  <c:v>0.00317340296886</c:v>
                </c:pt>
                <c:pt idx="56">
                  <c:v>0.003179004931</c:v>
                </c:pt>
                <c:pt idx="57">
                  <c:v>0.00318462265204</c:v>
                </c:pt>
                <c:pt idx="58">
                  <c:v>0.00319025619686</c:v>
                </c:pt>
                <c:pt idx="59">
                  <c:v>0.0031959056307</c:v>
                </c:pt>
                <c:pt idx="60">
                  <c:v>0.00320157101919</c:v>
                </c:pt>
                <c:pt idx="61">
                  <c:v>0.00320725242834</c:v>
                </c:pt>
                <c:pt idx="62">
                  <c:v>0.00321294992454</c:v>
                </c:pt>
                <c:pt idx="63">
                  <c:v>0.00321866357458</c:v>
                </c:pt>
                <c:pt idx="64">
                  <c:v>0.00322439344563</c:v>
                </c:pt>
                <c:pt idx="65">
                  <c:v>0.00323013960524</c:v>
                </c:pt>
                <c:pt idx="66">
                  <c:v>0.00323590212139</c:v>
                </c:pt>
                <c:pt idx="67">
                  <c:v>0.00324168106243</c:v>
                </c:pt>
                <c:pt idx="68">
                  <c:v>0.00324747649714</c:v>
                </c:pt>
                <c:pt idx="69">
                  <c:v>0.00325328849468</c:v>
                </c:pt>
                <c:pt idx="70">
                  <c:v>0.00325911712464</c:v>
                </c:pt>
                <c:pt idx="71">
                  <c:v>0.003264962457</c:v>
                </c:pt>
                <c:pt idx="72">
                  <c:v>0.00327082456219</c:v>
                </c:pt>
                <c:pt idx="73">
                  <c:v>0.00327670351103</c:v>
                </c:pt>
                <c:pt idx="74">
                  <c:v>0.00328259937478</c:v>
                </c:pt>
                <c:pt idx="75">
                  <c:v>0.00328851222512</c:v>
                </c:pt>
                <c:pt idx="76">
                  <c:v>0.00329444213415</c:v>
                </c:pt>
                <c:pt idx="77">
                  <c:v>0.00330038917443</c:v>
                </c:pt>
                <c:pt idx="78">
                  <c:v>0.00330635341893</c:v>
                </c:pt>
                <c:pt idx="79">
                  <c:v>0.00331233494107</c:v>
                </c:pt>
                <c:pt idx="80">
                  <c:v>0.00331833381472</c:v>
                </c:pt>
                <c:pt idx="81">
                  <c:v>0.0033243501142</c:v>
                </c:pt>
                <c:pt idx="82">
                  <c:v>0.00333038391426</c:v>
                </c:pt>
                <c:pt idx="83">
                  <c:v>0.00333643529013</c:v>
                </c:pt>
                <c:pt idx="84">
                  <c:v>0.00334250431748</c:v>
                </c:pt>
                <c:pt idx="85">
                  <c:v>0.00334859107246</c:v>
                </c:pt>
                <c:pt idx="86">
                  <c:v>0.00335469563167</c:v>
                </c:pt>
                <c:pt idx="87">
                  <c:v>0.0033608180722</c:v>
                </c:pt>
                <c:pt idx="88">
                  <c:v>0.00336695847159</c:v>
                </c:pt>
                <c:pt idx="89">
                  <c:v>0.00337311690787</c:v>
                </c:pt>
                <c:pt idx="90">
                  <c:v>0.00337929345957</c:v>
                </c:pt>
                <c:pt idx="91">
                  <c:v>0.00338548820567</c:v>
                </c:pt>
                <c:pt idx="92">
                  <c:v>0.00339170122566</c:v>
                </c:pt>
                <c:pt idx="93">
                  <c:v>0.00339793259954</c:v>
                </c:pt>
                <c:pt idx="94">
                  <c:v>0.00340418240778</c:v>
                </c:pt>
                <c:pt idx="95">
                  <c:v>0.00341045073137</c:v>
                </c:pt>
                <c:pt idx="96">
                  <c:v>0.0034167376518</c:v>
                </c:pt>
                <c:pt idx="97">
                  <c:v>0.00342304325108</c:v>
                </c:pt>
                <c:pt idx="98">
                  <c:v>0.00342936761172</c:v>
                </c:pt>
                <c:pt idx="99">
                  <c:v>0.00343571081677</c:v>
                </c:pt>
                <c:pt idx="100">
                  <c:v>0.00344207294978</c:v>
                </c:pt>
                <c:pt idx="101">
                  <c:v>0.00344845409486</c:v>
                </c:pt>
                <c:pt idx="102">
                  <c:v>0.00345485433663</c:v>
                </c:pt>
                <c:pt idx="103">
                  <c:v>0.00346127376026</c:v>
                </c:pt>
                <c:pt idx="104">
                  <c:v>0.00346771245145</c:v>
                </c:pt>
                <c:pt idx="105">
                  <c:v>0.00347417049646</c:v>
                </c:pt>
                <c:pt idx="106">
                  <c:v>0.0034806479821</c:v>
                </c:pt>
                <c:pt idx="107">
                  <c:v>0.00348714499574</c:v>
                </c:pt>
                <c:pt idx="108">
                  <c:v>0.00349366162529</c:v>
                </c:pt>
                <c:pt idx="109">
                  <c:v>0.00350019795927</c:v>
                </c:pt>
                <c:pt idx="110">
                  <c:v>0.00350675408673</c:v>
                </c:pt>
                <c:pt idx="111">
                  <c:v>0.00351333009731</c:v>
                </c:pt>
                <c:pt idx="112">
                  <c:v>0.00351992608124</c:v>
                </c:pt>
                <c:pt idx="113">
                  <c:v>0.00352654212934</c:v>
                </c:pt>
                <c:pt idx="114">
                  <c:v>0.00353317833301</c:v>
                </c:pt>
                <c:pt idx="115">
                  <c:v>0.00353983478424</c:v>
                </c:pt>
                <c:pt idx="116">
                  <c:v>0.00354651157565</c:v>
                </c:pt>
                <c:pt idx="117">
                  <c:v>0.00355320880044</c:v>
                </c:pt>
                <c:pt idx="118">
                  <c:v>0.00355992655245</c:v>
                </c:pt>
                <c:pt idx="119">
                  <c:v>0.00356666492611</c:v>
                </c:pt>
                <c:pt idx="120">
                  <c:v>0.0035734240165</c:v>
                </c:pt>
                <c:pt idx="121">
                  <c:v>0.00358020391932</c:v>
                </c:pt>
                <c:pt idx="122">
                  <c:v>0.00358700473091</c:v>
                </c:pt>
                <c:pt idx="123">
                  <c:v>0.00359382654823</c:v>
                </c:pt>
                <c:pt idx="124">
                  <c:v>0.00360066946891</c:v>
                </c:pt>
                <c:pt idx="125">
                  <c:v>0.00360753359125</c:v>
                </c:pt>
                <c:pt idx="126">
                  <c:v>0.00361441901416</c:v>
                </c:pt>
                <c:pt idx="127">
                  <c:v>0.00362132583725</c:v>
                </c:pt>
                <c:pt idx="128">
                  <c:v>0.0036282541608</c:v>
                </c:pt>
                <c:pt idx="129">
                  <c:v>0.00363520408575</c:v>
                </c:pt>
                <c:pt idx="130">
                  <c:v>0.00364217571375</c:v>
                </c:pt>
                <c:pt idx="131">
                  <c:v>0.00364916914711</c:v>
                </c:pt>
                <c:pt idx="132">
                  <c:v>0.00365618448886</c:v>
                </c:pt>
                <c:pt idx="133">
                  <c:v>0.00366322184272</c:v>
                </c:pt>
                <c:pt idx="134">
                  <c:v>0.00367028131312</c:v>
                </c:pt>
                <c:pt idx="135">
                  <c:v>0.0036773630052</c:v>
                </c:pt>
                <c:pt idx="136">
                  <c:v>0.00368446702485</c:v>
                </c:pt>
                <c:pt idx="137">
                  <c:v>0.00369159347866</c:v>
                </c:pt>
                <c:pt idx="138">
                  <c:v>0.00369874247396</c:v>
                </c:pt>
                <c:pt idx="139">
                  <c:v>0.00370591411883</c:v>
                </c:pt>
                <c:pt idx="140">
                  <c:v>0.0037131085221</c:v>
                </c:pt>
                <c:pt idx="141">
                  <c:v>0.00372032579336</c:v>
                </c:pt>
                <c:pt idx="142">
                  <c:v>0.00372756604295</c:v>
                </c:pt>
                <c:pt idx="143">
                  <c:v>0.00373482938199</c:v>
                </c:pt>
                <c:pt idx="144">
                  <c:v>0.00374211592239</c:v>
                </c:pt>
                <c:pt idx="145">
                  <c:v>0.00374942577682</c:v>
                </c:pt>
                <c:pt idx="146">
                  <c:v>0.00375675905876</c:v>
                </c:pt>
                <c:pt idx="147">
                  <c:v>0.0037641158825</c:v>
                </c:pt>
                <c:pt idx="148">
                  <c:v>0.00377149636312</c:v>
                </c:pt>
                <c:pt idx="149">
                  <c:v>0.00377890061652</c:v>
                </c:pt>
                <c:pt idx="150">
                  <c:v>0.00378632875943</c:v>
                </c:pt>
                <c:pt idx="151">
                  <c:v>0.00379378090941</c:v>
                </c:pt>
                <c:pt idx="152">
                  <c:v>0.00380125718486</c:v>
                </c:pt>
                <c:pt idx="153">
                  <c:v>0.00380875770502</c:v>
                </c:pt>
                <c:pt idx="154">
                  <c:v>0.00381628259002</c:v>
                </c:pt>
                <c:pt idx="155">
                  <c:v>0.0038238319608</c:v>
                </c:pt>
                <c:pt idx="156">
                  <c:v>0.00383140593923</c:v>
                </c:pt>
                <c:pt idx="157">
                  <c:v>0.00383900464801</c:v>
                </c:pt>
                <c:pt idx="158">
                  <c:v>0.00384662821077</c:v>
                </c:pt>
                <c:pt idx="159">
                  <c:v>0.00385427675202</c:v>
                </c:pt>
                <c:pt idx="160">
                  <c:v>0.00386195039719</c:v>
                </c:pt>
                <c:pt idx="161">
                  <c:v>0.00386964927262</c:v>
                </c:pt>
                <c:pt idx="162">
                  <c:v>0.00387737350556</c:v>
                </c:pt>
                <c:pt idx="163">
                  <c:v>0.00388512322423</c:v>
                </c:pt>
                <c:pt idx="164">
                  <c:v>0.00389289855777</c:v>
                </c:pt>
                <c:pt idx="165">
                  <c:v>0.00390069963628</c:v>
                </c:pt>
                <c:pt idx="166">
                  <c:v>0.00390852659082</c:v>
                </c:pt>
                <c:pt idx="167">
                  <c:v>0.00391637955343</c:v>
                </c:pt>
                <c:pt idx="168">
                  <c:v>0.00392425865713</c:v>
                </c:pt>
                <c:pt idx="169">
                  <c:v>0.00393216403594</c:v>
                </c:pt>
                <c:pt idx="170">
                  <c:v>0.00394009582487</c:v>
                </c:pt>
                <c:pt idx="171">
                  <c:v>0.00394805415995</c:v>
                </c:pt>
                <c:pt idx="172">
                  <c:v>0.00395603917823</c:v>
                </c:pt>
                <c:pt idx="173">
                  <c:v>0.00396405101779</c:v>
                </c:pt>
                <c:pt idx="174">
                  <c:v>0.00397208981778</c:v>
                </c:pt>
                <c:pt idx="175">
                  <c:v>0.00398015571838</c:v>
                </c:pt>
                <c:pt idx="176">
                  <c:v>0.00398824886083</c:v>
                </c:pt>
                <c:pt idx="177">
                  <c:v>0.00399636938746</c:v>
                </c:pt>
                <c:pt idx="178">
                  <c:v>0.0040045174417</c:v>
                </c:pt>
                <c:pt idx="179">
                  <c:v>0.00401269316805</c:v>
                </c:pt>
                <c:pt idx="180">
                  <c:v>0.00402089671214</c:v>
                </c:pt>
                <c:pt idx="181">
                  <c:v>0.00402912822073</c:v>
                </c:pt>
                <c:pt idx="182">
                  <c:v>0.00403738784168</c:v>
                </c:pt>
                <c:pt idx="183">
                  <c:v>0.00404567572403</c:v>
                </c:pt>
                <c:pt idx="184">
                  <c:v>0.00405399201796</c:v>
                </c:pt>
                <c:pt idx="185">
                  <c:v>0.00406233687482</c:v>
                </c:pt>
                <c:pt idx="186">
                  <c:v>0.00407071044715</c:v>
                </c:pt>
                <c:pt idx="187">
                  <c:v>0.00407911288868</c:v>
                </c:pt>
                <c:pt idx="188">
                  <c:v>0.00408754435434</c:v>
                </c:pt>
                <c:pt idx="189">
                  <c:v>0.00409600500029</c:v>
                </c:pt>
                <c:pt idx="190">
                  <c:v>0.00410449498391</c:v>
                </c:pt>
                <c:pt idx="191">
                  <c:v>0.00411301446385</c:v>
                </c:pt>
                <c:pt idx="192">
                  <c:v>0.00412156359998</c:v>
                </c:pt>
                <c:pt idx="193">
                  <c:v>0.00413014255348</c:v>
                </c:pt>
                <c:pt idx="194">
                  <c:v>0.0041387514868</c:v>
                </c:pt>
                <c:pt idx="195">
                  <c:v>0.00414739056368</c:v>
                </c:pt>
                <c:pt idx="196">
                  <c:v>0.00415605994918</c:v>
                </c:pt>
                <c:pt idx="197">
                  <c:v>0.00416475980971</c:v>
                </c:pt>
                <c:pt idx="198">
                  <c:v>0.00417349031299</c:v>
                </c:pt>
                <c:pt idx="199">
                  <c:v>0.00418225162811</c:v>
                </c:pt>
                <c:pt idx="200">
                  <c:v>0.00419104392553</c:v>
                </c:pt>
                <c:pt idx="201">
                  <c:v>0.0041998673771</c:v>
                </c:pt>
                <c:pt idx="202">
                  <c:v>0.00420872215608</c:v>
                </c:pt>
                <c:pt idx="203">
                  <c:v>0.00421760843711</c:v>
                </c:pt>
                <c:pt idx="204">
                  <c:v>0.00422652639631</c:v>
                </c:pt>
                <c:pt idx="205">
                  <c:v>0.00423547621122</c:v>
                </c:pt>
                <c:pt idx="206">
                  <c:v>0.00424445806085</c:v>
                </c:pt>
                <c:pt idx="207">
                  <c:v>0.00425347212568</c:v>
                </c:pt>
                <c:pt idx="208">
                  <c:v>0.00426251858771</c:v>
                </c:pt>
                <c:pt idx="209">
                  <c:v>0.00427159763043</c:v>
                </c:pt>
                <c:pt idx="210">
                  <c:v>0.00428070943888</c:v>
                </c:pt>
                <c:pt idx="211">
                  <c:v>0.00428985419963</c:v>
                </c:pt>
                <c:pt idx="212">
                  <c:v>0.00429903210082</c:v>
                </c:pt>
                <c:pt idx="213">
                  <c:v>0.00430824333218</c:v>
                </c:pt>
                <c:pt idx="214">
                  <c:v>0.00431748808502</c:v>
                </c:pt>
                <c:pt idx="215">
                  <c:v>0.00432676655229</c:v>
                </c:pt>
                <c:pt idx="216">
                  <c:v>0.00433607892856</c:v>
                </c:pt>
                <c:pt idx="217">
                  <c:v>0.00434542541007</c:v>
                </c:pt>
                <c:pt idx="218">
                  <c:v>0.00435480619472</c:v>
                </c:pt>
                <c:pt idx="219">
                  <c:v>0.0043642214821</c:v>
                </c:pt>
                <c:pt idx="220">
                  <c:v>0.00437367147352</c:v>
                </c:pt>
                <c:pt idx="221">
                  <c:v>0.00438315637202</c:v>
                </c:pt>
                <c:pt idx="222">
                  <c:v>0.00439267638239</c:v>
                </c:pt>
                <c:pt idx="223">
                  <c:v>0.00440223171119</c:v>
                </c:pt>
                <c:pt idx="224">
                  <c:v>0.00441182256677</c:v>
                </c:pt>
                <c:pt idx="225">
                  <c:v>0.00442144915929</c:v>
                </c:pt>
                <c:pt idx="226">
                  <c:v>0.00443111170076</c:v>
                </c:pt>
                <c:pt idx="227">
                  <c:v>0.00444081040501</c:v>
                </c:pt>
                <c:pt idx="228">
                  <c:v>0.00445054548779</c:v>
                </c:pt>
                <c:pt idx="229">
                  <c:v>0.0044603171667</c:v>
                </c:pt>
                <c:pt idx="230">
                  <c:v>0.00447012566131</c:v>
                </c:pt>
                <c:pt idx="231">
                  <c:v>0.00447997119308</c:v>
                </c:pt>
                <c:pt idx="232">
                  <c:v>0.00448985398548</c:v>
                </c:pt>
                <c:pt idx="233">
                  <c:v>0.00449977426394</c:v>
                </c:pt>
                <c:pt idx="234">
                  <c:v>0.0045097322559</c:v>
                </c:pt>
                <c:pt idx="235">
                  <c:v>0.00451972819087</c:v>
                </c:pt>
                <c:pt idx="236">
                  <c:v>0.00452976230038</c:v>
                </c:pt>
                <c:pt idx="237">
                  <c:v>0.00453983481806</c:v>
                </c:pt>
                <c:pt idx="238">
                  <c:v>0.00454994597964</c:v>
                </c:pt>
                <c:pt idx="239">
                  <c:v>0.00456009602301</c:v>
                </c:pt>
                <c:pt idx="240">
                  <c:v>0.00457028518818</c:v>
                </c:pt>
                <c:pt idx="241">
                  <c:v>0.00458051371737</c:v>
                </c:pt>
                <c:pt idx="242">
                  <c:v>0.00459078185502</c:v>
                </c:pt>
                <c:pt idx="243">
                  <c:v>0.00460108984777</c:v>
                </c:pt>
                <c:pt idx="244">
                  <c:v>0.00461143794457</c:v>
                </c:pt>
                <c:pt idx="245">
                  <c:v>0.00462182639663</c:v>
                </c:pt>
                <c:pt idx="246">
                  <c:v>0.00463225545749</c:v>
                </c:pt>
                <c:pt idx="247">
                  <c:v>0.00464272538304</c:v>
                </c:pt>
                <c:pt idx="248">
                  <c:v>0.00465323643155</c:v>
                </c:pt>
                <c:pt idx="249">
                  <c:v>0.00466378886369</c:v>
                </c:pt>
                <c:pt idx="250">
                  <c:v>0.00467438294256</c:v>
                </c:pt>
                <c:pt idx="251">
                  <c:v>0.00468501893374</c:v>
                </c:pt>
                <c:pt idx="252">
                  <c:v>0.00469569710529</c:v>
                </c:pt>
                <c:pt idx="253">
                  <c:v>0.00470641772781</c:v>
                </c:pt>
                <c:pt idx="254">
                  <c:v>0.00471718107443</c:v>
                </c:pt>
                <c:pt idx="255">
                  <c:v>0.00472798742091</c:v>
                </c:pt>
                <c:pt idx="256">
                  <c:v>0.0047388370456</c:v>
                </c:pt>
                <c:pt idx="257">
                  <c:v>0.00474973022951</c:v>
                </c:pt>
                <c:pt idx="258">
                  <c:v>0.00476066725633</c:v>
                </c:pt>
                <c:pt idx="259">
                  <c:v>0.0047716484125</c:v>
                </c:pt>
                <c:pt idx="260">
                  <c:v>0.00478267398717</c:v>
                </c:pt>
                <c:pt idx="261">
                  <c:v>0.00479374427231</c:v>
                </c:pt>
                <c:pt idx="262">
                  <c:v>0.0048048595627</c:v>
                </c:pt>
                <c:pt idx="263">
                  <c:v>0.00481602015599</c:v>
                </c:pt>
                <c:pt idx="264">
                  <c:v>0.0048272263527</c:v>
                </c:pt>
                <c:pt idx="265">
                  <c:v>0.00483847845631</c:v>
                </c:pt>
                <c:pt idx="266">
                  <c:v>0.00484977677325</c:v>
                </c:pt>
                <c:pt idx="267">
                  <c:v>0.00486112161296</c:v>
                </c:pt>
                <c:pt idx="268">
                  <c:v>0.00487251328794</c:v>
                </c:pt>
                <c:pt idx="269">
                  <c:v>0.00488395211374</c:v>
                </c:pt>
                <c:pt idx="270">
                  <c:v>0.00489543840907</c:v>
                </c:pt>
                <c:pt idx="271">
                  <c:v>0.00490697249578</c:v>
                </c:pt>
                <c:pt idx="272">
                  <c:v>0.00491855469892</c:v>
                </c:pt>
                <c:pt idx="273">
                  <c:v>0.00493018534679</c:v>
                </c:pt>
                <c:pt idx="274">
                  <c:v>0.00494186477099</c:v>
                </c:pt>
                <c:pt idx="275">
                  <c:v>0.00495359330643</c:v>
                </c:pt>
                <c:pt idx="276">
                  <c:v>0.00496537129139</c:v>
                </c:pt>
                <c:pt idx="277">
                  <c:v>0.00497719906758</c:v>
                </c:pt>
                <c:pt idx="278">
                  <c:v>0.00498907698015</c:v>
                </c:pt>
                <c:pt idx="279">
                  <c:v>0.00500100537778</c:v>
                </c:pt>
                <c:pt idx="280">
                  <c:v>0.00501298461266</c:v>
                </c:pt>
                <c:pt idx="281">
                  <c:v>0.00502501504063</c:v>
                </c:pt>
                <c:pt idx="282">
                  <c:v>0.00503709702112</c:v>
                </c:pt>
                <c:pt idx="283">
                  <c:v>0.00504923091729</c:v>
                </c:pt>
                <c:pt idx="284">
                  <c:v>0.00506141709601</c:v>
                </c:pt>
                <c:pt idx="285">
                  <c:v>0.00507365592796</c:v>
                </c:pt>
                <c:pt idx="286">
                  <c:v>0.00508594778765</c:v>
                </c:pt>
                <c:pt idx="287">
                  <c:v>0.00509829305347</c:v>
                </c:pt>
                <c:pt idx="288">
                  <c:v>0.00511069210777</c:v>
                </c:pt>
                <c:pt idx="289">
                  <c:v>0.00512314533688</c:v>
                </c:pt>
                <c:pt idx="290">
                  <c:v>0.00513565313118</c:v>
                </c:pt>
                <c:pt idx="291">
                  <c:v>0.00514821588513</c:v>
                </c:pt>
                <c:pt idx="292">
                  <c:v>0.00516083399738</c:v>
                </c:pt>
                <c:pt idx="293">
                  <c:v>0.00517350787076</c:v>
                </c:pt>
                <c:pt idx="294">
                  <c:v>0.00518623791238</c:v>
                </c:pt>
                <c:pt idx="295">
                  <c:v>0.00519902453366</c:v>
                </c:pt>
                <c:pt idx="296">
                  <c:v>0.00521186815041</c:v>
                </c:pt>
                <c:pt idx="297">
                  <c:v>0.00522476918289</c:v>
                </c:pt>
                <c:pt idx="298">
                  <c:v>0.00523772805583</c:v>
                </c:pt>
                <c:pt idx="299">
                  <c:v>0.00525074519854</c:v>
                </c:pt>
                <c:pt idx="300">
                  <c:v>0.00526382104495</c:v>
                </c:pt>
                <c:pt idx="301">
                  <c:v>0.00527695603367</c:v>
                </c:pt>
                <c:pt idx="302">
                  <c:v>0.00529015060806</c:v>
                </c:pt>
                <c:pt idx="303">
                  <c:v>0.00530340521628</c:v>
                </c:pt>
                <c:pt idx="304">
                  <c:v>0.00531672031139</c:v>
                </c:pt>
                <c:pt idx="305">
                  <c:v>0.00533009635136</c:v>
                </c:pt>
                <c:pt idx="306">
                  <c:v>0.00534353379921</c:v>
                </c:pt>
                <c:pt idx="307">
                  <c:v>0.00535703312299</c:v>
                </c:pt>
                <c:pt idx="308">
                  <c:v>0.00537059479595</c:v>
                </c:pt>
                <c:pt idx="309">
                  <c:v>0.00538421929651</c:v>
                </c:pt>
                <c:pt idx="310">
                  <c:v>0.00539790710842</c:v>
                </c:pt>
                <c:pt idx="311">
                  <c:v>0.00541165872076</c:v>
                </c:pt>
                <c:pt idx="312">
                  <c:v>0.00542547462807</c:v>
                </c:pt>
                <c:pt idx="313">
                  <c:v>0.00543935533038</c:v>
                </c:pt>
                <c:pt idx="314">
                  <c:v>0.00545330133332</c:v>
                </c:pt>
                <c:pt idx="315">
                  <c:v>0.00546731314817</c:v>
                </c:pt>
                <c:pt idx="316">
                  <c:v>0.00548139129196</c:v>
                </c:pt>
                <c:pt idx="317">
                  <c:v>0.00549553628755</c:v>
                </c:pt>
                <c:pt idx="318">
                  <c:v>0.00550974866368</c:v>
                </c:pt>
                <c:pt idx="319">
                  <c:v>0.00552402895507</c:v>
                </c:pt>
                <c:pt idx="320">
                  <c:v>0.00553837770253</c:v>
                </c:pt>
                <c:pt idx="321">
                  <c:v>0.005552795453</c:v>
                </c:pt>
                <c:pt idx="322">
                  <c:v>0.00556728275965</c:v>
                </c:pt>
                <c:pt idx="323">
                  <c:v>0.00558184018199</c:v>
                </c:pt>
                <c:pt idx="324">
                  <c:v>0.00559646828591</c:v>
                </c:pt>
                <c:pt idx="325">
                  <c:v>0.00561116764382</c:v>
                </c:pt>
                <c:pt idx="326">
                  <c:v>0.00562593883472</c:v>
                </c:pt>
                <c:pt idx="327">
                  <c:v>0.00564078244425</c:v>
                </c:pt>
                <c:pt idx="328">
                  <c:v>0.00565569906488</c:v>
                </c:pt>
                <c:pt idx="329">
                  <c:v>0.0056706892959</c:v>
                </c:pt>
                <c:pt idx="330">
                  <c:v>0.00568575374359</c:v>
                </c:pt>
                <c:pt idx="331">
                  <c:v>0.00570089302126</c:v>
                </c:pt>
                <c:pt idx="332">
                  <c:v>0.00571610774941</c:v>
                </c:pt>
                <c:pt idx="333">
                  <c:v>0.00573139855578</c:v>
                </c:pt>
                <c:pt idx="334">
                  <c:v>0.00574676607546</c:v>
                </c:pt>
                <c:pt idx="335">
                  <c:v>0.00576221095101</c:v>
                </c:pt>
                <c:pt idx="336">
                  <c:v>0.00577773383257</c:v>
                </c:pt>
                <c:pt idx="337">
                  <c:v>0.00579333537793</c:v>
                </c:pt>
                <c:pt idx="338">
                  <c:v>0.00580901625266</c:v>
                </c:pt>
                <c:pt idx="339">
                  <c:v>0.00582477713022</c:v>
                </c:pt>
                <c:pt idx="340">
                  <c:v>0.00584061869207</c:v>
                </c:pt>
                <c:pt idx="341">
                  <c:v>0.00585654162777</c:v>
                </c:pt>
                <c:pt idx="342">
                  <c:v>0.00587254663511</c:v>
                </c:pt>
                <c:pt idx="343">
                  <c:v>0.00588863442021</c:v>
                </c:pt>
                <c:pt idx="344">
                  <c:v>0.00590480569763</c:v>
                </c:pt>
                <c:pt idx="345">
                  <c:v>0.00592106119053</c:v>
                </c:pt>
                <c:pt idx="346">
                  <c:v>0.00593740163073</c:v>
                </c:pt>
                <c:pt idx="347">
                  <c:v>0.00595382775887</c:v>
                </c:pt>
                <c:pt idx="348">
                  <c:v>0.00597034032452</c:v>
                </c:pt>
                <c:pt idx="349">
                  <c:v>0.0059869400863</c:v>
                </c:pt>
                <c:pt idx="350">
                  <c:v>0.00600362781203</c:v>
                </c:pt>
                <c:pt idx="351">
                  <c:v>0.00602040427882</c:v>
                </c:pt>
                <c:pt idx="352">
                  <c:v>0.00603727027321</c:v>
                </c:pt>
                <c:pt idx="353">
                  <c:v>0.00605422659134</c:v>
                </c:pt>
                <c:pt idx="354">
                  <c:v>0.00607127403903</c:v>
                </c:pt>
                <c:pt idx="355">
                  <c:v>0.00608841343192</c:v>
                </c:pt>
                <c:pt idx="356">
                  <c:v>0.00610564559564</c:v>
                </c:pt>
                <c:pt idx="357">
                  <c:v>0.00612297136592</c:v>
                </c:pt>
                <c:pt idx="358">
                  <c:v>0.00614039158873</c:v>
                </c:pt>
                <c:pt idx="359">
                  <c:v>0.00615790712043</c:v>
                </c:pt>
                <c:pt idx="360">
                  <c:v>0.00617551882789</c:v>
                </c:pt>
                <c:pt idx="361">
                  <c:v>0.00619322758867</c:v>
                </c:pt>
                <c:pt idx="362">
                  <c:v>0.00621103429114</c:v>
                </c:pt>
                <c:pt idx="363">
                  <c:v>0.00622893983461</c:v>
                </c:pt>
                <c:pt idx="364">
                  <c:v>0.00624694512953</c:v>
                </c:pt>
                <c:pt idx="365">
                  <c:v>0.00626505109758</c:v>
                </c:pt>
                <c:pt idx="366">
                  <c:v>0.00628325867187</c:v>
                </c:pt>
                <c:pt idx="367">
                  <c:v>0.00630156879706</c:v>
                </c:pt>
                <c:pt idx="368">
                  <c:v>0.00631998242952</c:v>
                </c:pt>
                <c:pt idx="369">
                  <c:v>0.00633850053751</c:v>
                </c:pt>
                <c:pt idx="370">
                  <c:v>0.0063571241013</c:v>
                </c:pt>
                <c:pt idx="371">
                  <c:v>0.00637585411337</c:v>
                </c:pt>
                <c:pt idx="372">
                  <c:v>0.00639469157853</c:v>
                </c:pt>
                <c:pt idx="373">
                  <c:v>0.00641363751409</c:v>
                </c:pt>
                <c:pt idx="374">
                  <c:v>0.00643269295004</c:v>
                </c:pt>
                <c:pt idx="375">
                  <c:v>0.00645185892922</c:v>
                </c:pt>
                <c:pt idx="376">
                  <c:v>0.00647113650746</c:v>
                </c:pt>
                <c:pt idx="377">
                  <c:v>0.00649052675373</c:v>
                </c:pt>
                <c:pt idx="378">
                  <c:v>0.00651003075036</c:v>
                </c:pt>
                <c:pt idx="379">
                  <c:v>0.00652964959319</c:v>
                </c:pt>
                <c:pt idx="380">
                  <c:v>0.00654938439169</c:v>
                </c:pt>
                <c:pt idx="381">
                  <c:v>0.00656923626922</c:v>
                </c:pt>
                <c:pt idx="382">
                  <c:v>0.00658920636311</c:v>
                </c:pt>
                <c:pt idx="383">
                  <c:v>0.0066092958249</c:v>
                </c:pt>
                <c:pt idx="384">
                  <c:v>0.00662950582047</c:v>
                </c:pt>
                <c:pt idx="385">
                  <c:v>0.00664983753023</c:v>
                </c:pt>
                <c:pt idx="386">
                  <c:v>0.00667029214932</c:v>
                </c:pt>
                <c:pt idx="387">
                  <c:v>0.00669087088771</c:v>
                </c:pt>
                <c:pt idx="388">
                  <c:v>0.00671157497046</c:v>
                </c:pt>
                <c:pt idx="389">
                  <c:v>0.00673240563784</c:v>
                </c:pt>
                <c:pt idx="390">
                  <c:v>0.00675336414551</c:v>
                </c:pt>
                <c:pt idx="391">
                  <c:v>0.00677445176472</c:v>
                </c:pt>
                <c:pt idx="392">
                  <c:v>0.00679566978246</c:v>
                </c:pt>
                <c:pt idx="393">
                  <c:v>0.00681701950164</c:v>
                </c:pt>
                <c:pt idx="394">
                  <c:v>0.00683850224128</c:v>
                </c:pt>
                <c:pt idx="395">
                  <c:v>0.00686011933664</c:v>
                </c:pt>
                <c:pt idx="396">
                  <c:v>0.00688187213944</c:v>
                </c:pt>
                <c:pt idx="397">
                  <c:v>0.00690376201801</c:v>
                </c:pt>
                <c:pt idx="398">
                  <c:v>0.00692579035744</c:v>
                </c:pt>
                <c:pt idx="399">
                  <c:v>0.00694795855977</c:v>
                </c:pt>
                <c:pt idx="400">
                  <c:v>0.00697026804418</c:v>
                </c:pt>
                <c:pt idx="401">
                  <c:v>0.00699272024708</c:v>
                </c:pt>
                <c:pt idx="402">
                  <c:v>0.00701531662235</c:v>
                </c:pt>
                <c:pt idx="403">
                  <c:v>0.00703805864146</c:v>
                </c:pt>
                <c:pt idx="404">
                  <c:v>0.00706094779362</c:v>
                </c:pt>
                <c:pt idx="405">
                  <c:v>0.00708398558597</c:v>
                </c:pt>
                <c:pt idx="406">
                  <c:v>0.00710717354367</c:v>
                </c:pt>
                <c:pt idx="407">
                  <c:v>0.00713051321011</c:v>
                </c:pt>
                <c:pt idx="408">
                  <c:v>0.00715400614703</c:v>
                </c:pt>
                <c:pt idx="409">
                  <c:v>0.00717765393463</c:v>
                </c:pt>
                <c:pt idx="410">
                  <c:v>0.00720145817173</c:v>
                </c:pt>
                <c:pt idx="411">
                  <c:v>0.0072254204759</c:v>
                </c:pt>
                <c:pt idx="412">
                  <c:v>0.00724954248359</c:v>
                </c:pt>
                <c:pt idx="413">
                  <c:v>0.0072738258502</c:v>
                </c:pt>
                <c:pt idx="414">
                  <c:v>0.00729827225024</c:v>
                </c:pt>
                <c:pt idx="415">
                  <c:v>0.00732288337742</c:v>
                </c:pt>
                <c:pt idx="416">
                  <c:v>0.00734766094474</c:v>
                </c:pt>
                <c:pt idx="417">
                  <c:v>0.00737260668455</c:v>
                </c:pt>
                <c:pt idx="418">
                  <c:v>0.00739772234871</c:v>
                </c:pt>
                <c:pt idx="419">
                  <c:v>0.00742300970855</c:v>
                </c:pt>
                <c:pt idx="420">
                  <c:v>0.00744847055502</c:v>
                </c:pt>
                <c:pt idx="421">
                  <c:v>0.0074741066987</c:v>
                </c:pt>
                <c:pt idx="422">
                  <c:v>0.00749991996984</c:v>
                </c:pt>
                <c:pt idx="423">
                  <c:v>0.00752591221841</c:v>
                </c:pt>
                <c:pt idx="424">
                  <c:v>0.00755208531407</c:v>
                </c:pt>
                <c:pt idx="425">
                  <c:v>0.00757844114621</c:v>
                </c:pt>
                <c:pt idx="426">
                  <c:v>0.00760498162394</c:v>
                </c:pt>
                <c:pt idx="427">
                  <c:v>0.00763170867602</c:v>
                </c:pt>
                <c:pt idx="428">
                  <c:v>0.00765862425087</c:v>
                </c:pt>
                <c:pt idx="429">
                  <c:v>0.00768573031648</c:v>
                </c:pt>
                <c:pt idx="430">
                  <c:v>0.00771302886032</c:v>
                </c:pt>
                <c:pt idx="431">
                  <c:v>0.00774052188928</c:v>
                </c:pt>
                <c:pt idx="432">
                  <c:v>0.00776821142955</c:v>
                </c:pt>
                <c:pt idx="433">
                  <c:v>0.00779609952644</c:v>
                </c:pt>
                <c:pt idx="434">
                  <c:v>0.00782418824428</c:v>
                </c:pt>
                <c:pt idx="435">
                  <c:v>0.00785247966621</c:v>
                </c:pt>
                <c:pt idx="436">
                  <c:v>0.00788097589398</c:v>
                </c:pt>
                <c:pt idx="437">
                  <c:v>0.00790967904772</c:v>
                </c:pt>
                <c:pt idx="438">
                  <c:v>0.00793859126569</c:v>
                </c:pt>
                <c:pt idx="439">
                  <c:v>0.007967714704</c:v>
                </c:pt>
                <c:pt idx="440">
                  <c:v>0.00799705153628</c:v>
                </c:pt>
                <c:pt idx="441">
                  <c:v>0.00802660395337</c:v>
                </c:pt>
                <c:pt idx="442">
                  <c:v>0.00805637416291</c:v>
                </c:pt>
                <c:pt idx="443">
                  <c:v>0.00808636438894</c:v>
                </c:pt>
                <c:pt idx="444">
                  <c:v>0.00811657687149</c:v>
                </c:pt>
                <c:pt idx="445">
                  <c:v>0.00814701386606</c:v>
                </c:pt>
                <c:pt idx="446">
                  <c:v>0.00817767764311</c:v>
                </c:pt>
                <c:pt idx="447">
                  <c:v>0.00820857048752</c:v>
                </c:pt>
                <c:pt idx="448">
                  <c:v>0.00823969469799</c:v>
                </c:pt>
                <c:pt idx="449">
                  <c:v>0.00827105258636</c:v>
                </c:pt>
                <c:pt idx="450">
                  <c:v>0.00830264647697</c:v>
                </c:pt>
                <c:pt idx="451">
                  <c:v>0.00833447870589</c:v>
                </c:pt>
                <c:pt idx="452">
                  <c:v>0.00836655162016</c:v>
                </c:pt>
                <c:pt idx="453">
                  <c:v>0.00839886757692</c:v>
                </c:pt>
                <c:pt idx="454">
                  <c:v>0.00843142894255</c:v>
                </c:pt>
                <c:pt idx="455">
                  <c:v>0.00846423809172</c:v>
                </c:pt>
                <c:pt idx="456">
                  <c:v>0.00849729740636</c:v>
                </c:pt>
                <c:pt idx="457">
                  <c:v>0.00853060927465</c:v>
                </c:pt>
                <c:pt idx="458">
                  <c:v>0.00856417608982</c:v>
                </c:pt>
                <c:pt idx="459">
                  <c:v>0.00859800024904</c:v>
                </c:pt>
                <c:pt idx="460">
                  <c:v>0.00863208415208</c:v>
                </c:pt>
                <c:pt idx="461">
                  <c:v>0.00866643020007</c:v>
                </c:pt>
                <c:pt idx="462">
                  <c:v>0.00870104079402</c:v>
                </c:pt>
                <c:pt idx="463">
                  <c:v>0.00873591833342</c:v>
                </c:pt>
                <c:pt idx="464">
                  <c:v>0.00877106521464</c:v>
                </c:pt>
                <c:pt idx="465">
                  <c:v>0.00880648382931</c:v>
                </c:pt>
                <c:pt idx="466">
                  <c:v>0.00884217656265</c:v>
                </c:pt>
                <c:pt idx="467">
                  <c:v>0.00887814579162</c:v>
                </c:pt>
                <c:pt idx="468">
                  <c:v>0.00891439388308</c:v>
                </c:pt>
                <c:pt idx="469">
                  <c:v>0.00895092319181</c:v>
                </c:pt>
                <c:pt idx="470">
                  <c:v>0.00898773605844</c:v>
                </c:pt>
                <c:pt idx="471">
                  <c:v>0.00902483480733</c:v>
                </c:pt>
                <c:pt idx="472">
                  <c:v>0.00906222174426</c:v>
                </c:pt>
                <c:pt idx="473">
                  <c:v>0.00909989915413</c:v>
                </c:pt>
                <c:pt idx="474">
                  <c:v>0.00913786929852</c:v>
                </c:pt>
                <c:pt idx="475">
                  <c:v>0.00917613441307</c:v>
                </c:pt>
                <c:pt idx="476">
                  <c:v>0.0092146967049</c:v>
                </c:pt>
                <c:pt idx="477">
                  <c:v>0.00925355834978</c:v>
                </c:pt>
                <c:pt idx="478">
                  <c:v>0.00929272148929</c:v>
                </c:pt>
                <c:pt idx="479">
                  <c:v>0.00933218822785</c:v>
                </c:pt>
                <c:pt idx="480">
                  <c:v>0.00937196062956</c:v>
                </c:pt>
                <c:pt idx="481">
                  <c:v>0.00941204071504</c:v>
                </c:pt>
                <c:pt idx="482">
                  <c:v>0.00945243045806</c:v>
                </c:pt>
                <c:pt idx="483">
                  <c:v>0.00949313178213</c:v>
                </c:pt>
                <c:pt idx="484">
                  <c:v>0.00953414655691</c:v>
                </c:pt>
                <c:pt idx="485">
                  <c:v>0.00957547659452</c:v>
                </c:pt>
                <c:pt idx="486">
                  <c:v>0.00961712364576</c:v>
                </c:pt>
                <c:pt idx="487">
                  <c:v>0.00965908939615</c:v>
                </c:pt>
                <c:pt idx="488">
                  <c:v>0.00970137546193</c:v>
                </c:pt>
                <c:pt idx="489">
                  <c:v>0.00974398338586</c:v>
                </c:pt>
                <c:pt idx="490">
                  <c:v>0.00978691463294</c:v>
                </c:pt>
                <c:pt idx="491">
                  <c:v>0.00983017058605</c:v>
                </c:pt>
                <c:pt idx="492">
                  <c:v>0.00987375254137</c:v>
                </c:pt>
                <c:pt idx="493">
                  <c:v>0.00991766170382</c:v>
                </c:pt>
                <c:pt idx="494">
                  <c:v>0.00996189918228</c:v>
                </c:pt>
                <c:pt idx="495">
                  <c:v>0.0100064659847</c:v>
                </c:pt>
                <c:pt idx="496">
                  <c:v>0.0100513630133</c:v>
                </c:pt>
                <c:pt idx="497">
                  <c:v>0.0100965910594</c:v>
                </c:pt>
                <c:pt idx="498">
                  <c:v>0.010142150798</c:v>
                </c:pt>
                <c:pt idx="499">
                  <c:v>0.0101880427833</c:v>
                </c:pt>
                <c:pt idx="500">
                  <c:v>0.0102342674424</c:v>
                </c:pt>
                <c:pt idx="501">
                  <c:v>0.0102808250707</c:v>
                </c:pt>
                <c:pt idx="502">
                  <c:v>0.0103277158259</c:v>
                </c:pt>
                <c:pt idx="503">
                  <c:v>0.0103749397228</c:v>
                </c:pt>
                <c:pt idx="504">
                  <c:v>0.0104224966274</c:v>
                </c:pt>
                <c:pt idx="505">
                  <c:v>0.0104703862514</c:v>
                </c:pt>
                <c:pt idx="506">
                  <c:v>0.0105186081466</c:v>
                </c:pt>
                <c:pt idx="507">
                  <c:v>0.010567161699</c:v>
                </c:pt>
                <c:pt idx="508">
                  <c:v>0.0106160461231</c:v>
                </c:pt>
                <c:pt idx="509">
                  <c:v>0.0106652604562</c:v>
                </c:pt>
                <c:pt idx="510">
                  <c:v>0.0107148035528</c:v>
                </c:pt>
                <c:pt idx="511">
                  <c:v>0.0107646740787</c:v>
                </c:pt>
                <c:pt idx="512">
                  <c:v>0.0108148705054</c:v>
                </c:pt>
                <c:pt idx="513">
                  <c:v>0.0108653911046</c:v>
                </c:pt>
                <c:pt idx="514">
                  <c:v>0.0109162339423</c:v>
                </c:pt>
                <c:pt idx="515">
                  <c:v>0.0109673968738</c:v>
                </c:pt>
                <c:pt idx="516">
                  <c:v>0.0110188775381</c:v>
                </c:pt>
                <c:pt idx="517">
                  <c:v>0.0110706733527</c:v>
                </c:pt>
                <c:pt idx="518">
                  <c:v>0.0111227815084</c:v>
                </c:pt>
                <c:pt idx="519">
                  <c:v>0.0111751989645</c:v>
                </c:pt>
                <c:pt idx="520">
                  <c:v>0.0112279224441</c:v>
                </c:pt>
                <c:pt idx="521">
                  <c:v>0.0112809484294</c:v>
                </c:pt>
                <c:pt idx="522">
                  <c:v>0.0113342731573</c:v>
                </c:pt>
                <c:pt idx="523">
                  <c:v>0.0113878926154</c:v>
                </c:pt>
                <c:pt idx="524">
                  <c:v>0.0114418025383</c:v>
                </c:pt>
                <c:pt idx="525">
                  <c:v>0.0114959984037</c:v>
                </c:pt>
                <c:pt idx="526">
                  <c:v>0.0115504754296</c:v>
                </c:pt>
                <c:pt idx="527">
                  <c:v>0.0116052285709</c:v>
                </c:pt>
                <c:pt idx="528">
                  <c:v>0.0116602525172</c:v>
                </c:pt>
                <c:pt idx="529">
                  <c:v>0.0117155416904</c:v>
                </c:pt>
                <c:pt idx="530">
                  <c:v>0.0117710902428</c:v>
                </c:pt>
                <c:pt idx="531">
                  <c:v>0.0118268920561</c:v>
                </c:pt>
                <c:pt idx="532">
                  <c:v>0.0118829407398</c:v>
                </c:pt>
                <c:pt idx="533">
                  <c:v>0.0119392296313</c:v>
                </c:pt>
                <c:pt idx="534">
                  <c:v>0.0119957517953</c:v>
                </c:pt>
                <c:pt idx="535">
                  <c:v>0.0120525000246</c:v>
                </c:pt>
                <c:pt idx="536">
                  <c:v>0.0121094668409</c:v>
                </c:pt>
                <c:pt idx="537">
                  <c:v>0.0121666444961</c:v>
                </c:pt>
                <c:pt idx="538">
                  <c:v>0.0122240249744</c:v>
                </c:pt>
                <c:pt idx="539">
                  <c:v>0.0122815999947</c:v>
                </c:pt>
                <c:pt idx="540">
                  <c:v>0.0123393610139</c:v>
                </c:pt>
                <c:pt idx="541">
                  <c:v>0.01239729923</c:v>
                </c:pt>
                <c:pt idx="542">
                  <c:v>0.0124554055867</c:v>
                </c:pt>
                <c:pt idx="543">
                  <c:v>0.0125136707779</c:v>
                </c:pt>
                <c:pt idx="544">
                  <c:v>0.0125720852531</c:v>
                </c:pt>
                <c:pt idx="545">
                  <c:v>0.0126306392231</c:v>
                </c:pt>
                <c:pt idx="546">
                  <c:v>0.0126893226665</c:v>
                </c:pt>
                <c:pt idx="547">
                  <c:v>0.0127481253368</c:v>
                </c:pt>
                <c:pt idx="548">
                  <c:v>0.0128070367696</c:v>
                </c:pt>
                <c:pt idx="549">
                  <c:v>0.012866046291</c:v>
                </c:pt>
                <c:pt idx="550">
                  <c:v>0.012925143026</c:v>
                </c:pt>
                <c:pt idx="551">
                  <c:v>0.0129843159077</c:v>
                </c:pt>
                <c:pt idx="552">
                  <c:v>0.0130435536866</c:v>
                </c:pt>
                <c:pt idx="553">
                  <c:v>0.013102844941</c:v>
                </c:pt>
                <c:pt idx="554">
                  <c:v>0.0131621780876</c:v>
                </c:pt>
                <c:pt idx="555">
                  <c:v>0.0132215413919</c:v>
                </c:pt>
                <c:pt idx="556">
                  <c:v>0.0132809229803</c:v>
                </c:pt>
                <c:pt idx="557">
                  <c:v>0.013340310851</c:v>
                </c:pt>
                <c:pt idx="558">
                  <c:v>0.0133996928868</c:v>
                </c:pt>
                <c:pt idx="559">
                  <c:v>0.0134590568671</c:v>
                </c:pt>
                <c:pt idx="560">
                  <c:v>0.0135183904805</c:v>
                </c:pt>
                <c:pt idx="561">
                  <c:v>0.0135776813378</c:v>
                </c:pt>
                <c:pt idx="562">
                  <c:v>0.0136369169852</c:v>
                </c:pt>
                <c:pt idx="563">
                  <c:v>0.0136960849173</c:v>
                </c:pt>
                <c:pt idx="564">
                  <c:v>0.0137551725908</c:v>
                </c:pt>
                <c:pt idx="565">
                  <c:v>0.0138141674376</c:v>
                </c:pt>
                <c:pt idx="566">
                  <c:v>0.0138730568786</c:v>
                </c:pt>
                <c:pt idx="567">
                  <c:v>0.0139318283373</c:v>
                </c:pt>
                <c:pt idx="568">
                  <c:v>0.0139904692529</c:v>
                </c:pt>
                <c:pt idx="569">
                  <c:v>0.0140489670941</c:v>
                </c:pt>
                <c:pt idx="570">
                  <c:v>0.0141073093724</c:v>
                </c:pt>
                <c:pt idx="571">
                  <c:v>0.014165483655</c:v>
                </c:pt>
                <c:pt idx="572">
                  <c:v>0.0142234775782</c:v>
                </c:pt>
                <c:pt idx="573">
                  <c:v>0.0142812788598</c:v>
                </c:pt>
                <c:pt idx="574">
                  <c:v>0.0143388753119</c:v>
                </c:pt>
                <c:pt idx="575">
                  <c:v>0.014396254853</c:v>
                </c:pt>
                <c:pt idx="576">
                  <c:v>0.0144534055198</c:v>
                </c:pt>
                <c:pt idx="577">
                  <c:v>0.0145103154791</c:v>
                </c:pt>
                <c:pt idx="578">
                  <c:v>0.0145669730388</c:v>
                </c:pt>
                <c:pt idx="579">
                  <c:v>0.0146233666587</c:v>
                </c:pt>
                <c:pt idx="580">
                  <c:v>0.014679484961</c:v>
                </c:pt>
                <c:pt idx="581">
                  <c:v>0.01473531674</c:v>
                </c:pt>
                <c:pt idx="582">
                  <c:v>0.0147908509718</c:v>
                </c:pt>
                <c:pt idx="583">
                  <c:v>0.0148460768233</c:v>
                </c:pt>
                <c:pt idx="584">
                  <c:v>0.0149009836608</c:v>
                </c:pt>
                <c:pt idx="585">
                  <c:v>0.0149555610578</c:v>
                </c:pt>
                <c:pt idx="586">
                  <c:v>0.0150097988024</c:v>
                </c:pt>
                <c:pt idx="587">
                  <c:v>0.015063686905</c:v>
                </c:pt>
                <c:pt idx="588">
                  <c:v>0.0151172156041</c:v>
                </c:pt>
                <c:pt idx="589">
                  <c:v>0.0151703753724</c:v>
                </c:pt>
                <c:pt idx="590">
                  <c:v>0.0152231569227</c:v>
                </c:pt>
                <c:pt idx="591">
                  <c:v>0.0152755512124</c:v>
                </c:pt>
                <c:pt idx="592">
                  <c:v>0.0153275494483</c:v>
                </c:pt>
                <c:pt idx="593">
                  <c:v>0.0153791430901</c:v>
                </c:pt>
                <c:pt idx="594">
                  <c:v>0.0154303238546</c:v>
                </c:pt>
                <c:pt idx="595">
                  <c:v>0.0154810837182</c:v>
                </c:pt>
                <c:pt idx="596">
                  <c:v>0.0155314149194</c:v>
                </c:pt>
                <c:pt idx="597">
                  <c:v>0.0155813099615</c:v>
                </c:pt>
                <c:pt idx="598">
                  <c:v>0.0156307616137</c:v>
                </c:pt>
                <c:pt idx="599">
                  <c:v>0.0156797629128</c:v>
                </c:pt>
                <c:pt idx="600">
                  <c:v>0.0157283071639</c:v>
                </c:pt>
                <c:pt idx="601">
                  <c:v>0.015776387941</c:v>
                </c:pt>
                <c:pt idx="602">
                  <c:v>0.0158239990873</c:v>
                </c:pt>
                <c:pt idx="603">
                  <c:v>0.0158711347151</c:v>
                </c:pt>
                <c:pt idx="604">
                  <c:v>0.0159177892052</c:v>
                </c:pt>
                <c:pt idx="605">
                  <c:v>0.0159639572064</c:v>
                </c:pt>
                <c:pt idx="606">
                  <c:v>0.0160096336346</c:v>
                </c:pt>
                <c:pt idx="607">
                  <c:v>0.0160548136715</c:v>
                </c:pt>
                <c:pt idx="608">
                  <c:v>0.0160994927631</c:v>
                </c:pt>
                <c:pt idx="609">
                  <c:v>0.0161436666186</c:v>
                </c:pt>
                <c:pt idx="610">
                  <c:v>0.0161873312085</c:v>
                </c:pt>
                <c:pt idx="611">
                  <c:v>0.0162304827624</c:v>
                </c:pt>
                <c:pt idx="612">
                  <c:v>0.0162731177675</c:v>
                </c:pt>
                <c:pt idx="613">
                  <c:v>0.0163152329665</c:v>
                </c:pt>
                <c:pt idx="614">
                  <c:v>0.0163568253554</c:v>
                </c:pt>
                <c:pt idx="615">
                  <c:v>0.0163978921812</c:v>
                </c:pt>
                <c:pt idx="616">
                  <c:v>0.01643843094</c:v>
                </c:pt>
                <c:pt idx="617">
                  <c:v>0.0164784393748</c:v>
                </c:pt>
                <c:pt idx="618">
                  <c:v>0.0165179154729</c:v>
                </c:pt>
                <c:pt idx="619">
                  <c:v>0.0165568574643</c:v>
                </c:pt>
                <c:pt idx="620">
                  <c:v>0.0165952638195</c:v>
                </c:pt>
                <c:pt idx="621">
                  <c:v>0.0166331332471</c:v>
                </c:pt>
                <c:pt idx="622">
                  <c:v>0.0166704646922</c:v>
                </c:pt>
                <c:pt idx="623">
                  <c:v>0.0167072573345</c:v>
                </c:pt>
                <c:pt idx="624">
                  <c:v>0.0167435105864</c:v>
                </c:pt>
                <c:pt idx="625">
                  <c:v>0.0167792240913</c:v>
                </c:pt>
                <c:pt idx="626">
                  <c:v>0.0168143977225</c:v>
                </c:pt>
                <c:pt idx="627">
                  <c:v>0.0168490315813</c:v>
                </c:pt>
                <c:pt idx="628">
                  <c:v>0.0168831259961</c:v>
                </c:pt>
                <c:pt idx="629">
                  <c:v>0.0169166815211</c:v>
                </c:pt>
                <c:pt idx="630">
                  <c:v>0.0169496989356</c:v>
                </c:pt>
                <c:pt idx="631">
                  <c:v>0.0169821792431</c:v>
                </c:pt>
                <c:pt idx="632">
                  <c:v>0.0170141236705</c:v>
                </c:pt>
                <c:pt idx="633">
                  <c:v>0.0170455336681</c:v>
                </c:pt>
                <c:pt idx="634">
                  <c:v>0.017076410909</c:v>
                </c:pt>
                <c:pt idx="635">
                  <c:v>0.0171067572891</c:v>
                </c:pt>
                <c:pt idx="636">
                  <c:v>0.0171365749269</c:v>
                </c:pt>
                <c:pt idx="637">
                  <c:v>0.0171658661643</c:v>
                </c:pt>
                <c:pt idx="638">
                  <c:v>0.0171946335665</c:v>
                </c:pt>
                <c:pt idx="639">
                  <c:v>0.0172228799226</c:v>
                </c:pt>
                <c:pt idx="640">
                  <c:v>0.0172506082464</c:v>
                </c:pt>
                <c:pt idx="641">
                  <c:v>0.0172778217771</c:v>
                </c:pt>
                <c:pt idx="642">
                  <c:v>0.0173045239804</c:v>
                </c:pt>
                <c:pt idx="643">
                  <c:v>0.0173307185493</c:v>
                </c:pt>
                <c:pt idx="644">
                  <c:v>0.0173564094058</c:v>
                </c:pt>
                <c:pt idx="645">
                  <c:v>0.0173816007014</c:v>
                </c:pt>
                <c:pt idx="646">
                  <c:v>0.017406296819</c:v>
                </c:pt>
                <c:pt idx="647">
                  <c:v>0.0174305023745</c:v>
                </c:pt>
                <c:pt idx="648">
                  <c:v>0.0174542222175</c:v>
                </c:pt>
                <c:pt idx="649">
                  <c:v>0.0174774614336</c:v>
                </c:pt>
                <c:pt idx="650">
                  <c:v>0.0175002253457</c:v>
                </c:pt>
                <c:pt idx="651">
                  <c:v>0.0175225195154</c:v>
                </c:pt>
                <c:pt idx="652">
                  <c:v>0.0175443497445</c:v>
                </c:pt>
                <c:pt idx="653">
                  <c:v>0.0175657220769</c:v>
                </c:pt>
                <c:pt idx="654">
                  <c:v>0.0175866427996</c:v>
                </c:pt>
                <c:pt idx="655">
                  <c:v>0.0176071184443</c:v>
                </c:pt>
                <c:pt idx="656">
                  <c:v>0.0176271557886</c:v>
                </c:pt>
                <c:pt idx="657">
                  <c:v>0.0176467618574</c:v>
                </c:pt>
                <c:pt idx="658">
                  <c:v>0.0176659439235</c:v>
                </c:pt>
                <c:pt idx="659">
                  <c:v>0.0176847095087</c:v>
                </c:pt>
                <c:pt idx="660">
                  <c:v>0.0177030663846</c:v>
                </c:pt>
                <c:pt idx="661">
                  <c:v>0.0177210225729</c:v>
                </c:pt>
                <c:pt idx="662">
                  <c:v>0.0177385863457</c:v>
                </c:pt>
                <c:pt idx="663">
                  <c:v>0.0177557662257</c:v>
                </c:pt>
                <c:pt idx="664">
                  <c:v>0.0177725709854</c:v>
                </c:pt>
                <c:pt idx="665">
                  <c:v>0.0177890096473</c:v>
                </c:pt>
                <c:pt idx="666">
                  <c:v>0.0178050914824</c:v>
                </c:pt>
                <c:pt idx="667">
                  <c:v>0.0178208260093</c:v>
                </c:pt>
                <c:pt idx="668">
                  <c:v>0.0178362229928</c:v>
                </c:pt>
                <c:pt idx="669">
                  <c:v>0.0178512924416</c:v>
                </c:pt>
                <c:pt idx="670">
                  <c:v>0.0178660446064</c:v>
                </c:pt>
                <c:pt idx="671">
                  <c:v>0.0178804899768</c:v>
                </c:pt>
                <c:pt idx="672">
                  <c:v>0.0178946392786</c:v>
                </c:pt>
                <c:pt idx="673">
                  <c:v>0.0179085034701</c:v>
                </c:pt>
                <c:pt idx="674">
                  <c:v>0.0179220937381</c:v>
                </c:pt>
                <c:pt idx="675">
                  <c:v>0.0179354214934</c:v>
                </c:pt>
                <c:pt idx="676">
                  <c:v>0.0179484983663</c:v>
                </c:pt>
                <c:pt idx="677">
                  <c:v>0.0179613362007</c:v>
                </c:pt>
                <c:pt idx="678">
                  <c:v>0.0179739470487</c:v>
                </c:pt>
                <c:pt idx="679">
                  <c:v>0.0179863431645</c:v>
                </c:pt>
                <c:pt idx="680">
                  <c:v>0.0179985369971</c:v>
                </c:pt>
                <c:pt idx="681">
                  <c:v>0.0180105411837</c:v>
                </c:pt>
                <c:pt idx="682">
                  <c:v>0.0180223685415</c:v>
                </c:pt>
                <c:pt idx="683">
                  <c:v>0.0180340320603</c:v>
                </c:pt>
                <c:pt idx="684">
                  <c:v>0.0180455448932</c:v>
                </c:pt>
                <c:pt idx="685">
                  <c:v>0.0180569203482</c:v>
                </c:pt>
                <c:pt idx="686">
                  <c:v>0.0180681718788</c:v>
                </c:pt>
                <c:pt idx="687">
                  <c:v>0.0180793130738</c:v>
                </c:pt>
                <c:pt idx="688">
                  <c:v>0.0180903576478</c:v>
                </c:pt>
                <c:pt idx="689">
                  <c:v>0.0181013194299</c:v>
                </c:pt>
                <c:pt idx="690">
                  <c:v>0.0181122123539</c:v>
                </c:pt>
                <c:pt idx="691">
                  <c:v>0.0181230504462</c:v>
                </c:pt>
                <c:pt idx="692">
                  <c:v>0.0181338478149</c:v>
                </c:pt>
                <c:pt idx="693">
                  <c:v>0.0181446186383</c:v>
                </c:pt>
                <c:pt idx="694">
                  <c:v>0.0181553771526</c:v>
                </c:pt>
                <c:pt idx="695">
                  <c:v>0.0181661376399</c:v>
                </c:pt>
                <c:pt idx="696">
                  <c:v>0.0181769144164</c:v>
                </c:pt>
                <c:pt idx="697">
                  <c:v>0.0181877218197</c:v>
                </c:pt>
                <c:pt idx="698">
                  <c:v>0.0181985741965</c:v>
                </c:pt>
                <c:pt idx="699">
                  <c:v>0.0182094858899</c:v>
                </c:pt>
                <c:pt idx="700">
                  <c:v>0.0182204712276</c:v>
                </c:pt>
                <c:pt idx="701">
                  <c:v>0.0182315445086</c:v>
                </c:pt>
                <c:pt idx="702">
                  <c:v>0.0182427199914</c:v>
                </c:pt>
                <c:pt idx="703">
                  <c:v>0.0182540118816</c:v>
                </c:pt>
                <c:pt idx="704">
                  <c:v>0.0182654343197</c:v>
                </c:pt>
                <c:pt idx="705">
                  <c:v>0.018277001369</c:v>
                </c:pt>
                <c:pt idx="706">
                  <c:v>0.018288727004</c:v>
                </c:pt>
                <c:pt idx="707">
                  <c:v>0.018300625099</c:v>
                </c:pt>
                <c:pt idx="708">
                  <c:v>0.0183127094164</c:v>
                </c:pt>
                <c:pt idx="709">
                  <c:v>0.0183249935961</c:v>
                </c:pt>
                <c:pt idx="710">
                  <c:v>0.0183374911448</c:v>
                </c:pt>
                <c:pt idx="711">
                  <c:v>0.0183502154257</c:v>
                </c:pt>
                <c:pt idx="712">
                  <c:v>0.0183631796487</c:v>
                </c:pt>
                <c:pt idx="713">
                  <c:v>0.0183763968607</c:v>
                </c:pt>
                <c:pt idx="714">
                  <c:v>0.0183898799368</c:v>
                </c:pt>
                <c:pt idx="715">
                  <c:v>0.0184036415717</c:v>
                </c:pt>
                <c:pt idx="716">
                  <c:v>0.0184176942714</c:v>
                </c:pt>
                <c:pt idx="717">
                  <c:v>0.0184320503459</c:v>
                </c:pt>
                <c:pt idx="718">
                  <c:v>0.0184467219017</c:v>
                </c:pt>
                <c:pt idx="719">
                  <c:v>0.0184617208354</c:v>
                </c:pt>
                <c:pt idx="720">
                  <c:v>0.0184770588277</c:v>
                </c:pt>
                <c:pt idx="721">
                  <c:v>0.0184927473376</c:v>
                </c:pt>
                <c:pt idx="722">
                  <c:v>0.0185087975975</c:v>
                </c:pt>
                <c:pt idx="723">
                  <c:v>0.0185252206087</c:v>
                </c:pt>
                <c:pt idx="724">
                  <c:v>0.0185420271376</c:v>
                </c:pt>
                <c:pt idx="725">
                  <c:v>0.0185592277118</c:v>
                </c:pt>
                <c:pt idx="726">
                  <c:v>0.0185768326176</c:v>
                </c:pt>
                <c:pt idx="727">
                  <c:v>0.0185948518976</c:v>
                </c:pt>
                <c:pt idx="728">
                  <c:v>0.0186132953487</c:v>
                </c:pt>
                <c:pt idx="729">
                  <c:v>0.0186321725207</c:v>
                </c:pt>
                <c:pt idx="730">
                  <c:v>0.0186514927157</c:v>
                </c:pt>
                <c:pt idx="731">
                  <c:v>0.0186712649872</c:v>
                </c:pt>
                <c:pt idx="732">
                  <c:v>0.0186914981408</c:v>
                </c:pt>
                <c:pt idx="733">
                  <c:v>0.0187122007345</c:v>
                </c:pt>
                <c:pt idx="734">
                  <c:v>0.0187333810793</c:v>
                </c:pt>
                <c:pt idx="735">
                  <c:v>0.0187550472412</c:v>
                </c:pt>
                <c:pt idx="736">
                  <c:v>0.0187772070425</c:v>
                </c:pt>
                <c:pt idx="737">
                  <c:v>0.0187998680643</c:v>
                </c:pt>
                <c:pt idx="738">
                  <c:v>0.018823037649</c:v>
                </c:pt>
                <c:pt idx="739">
                  <c:v>0.018846722903</c:v>
                </c:pt>
                <c:pt idx="740">
                  <c:v>0.0188709306999</c:v>
                </c:pt>
                <c:pt idx="741">
                  <c:v>0.0188956676843</c:v>
                </c:pt>
                <c:pt idx="742">
                  <c:v>0.0189209402755</c:v>
                </c:pt>
                <c:pt idx="743">
                  <c:v>0.0189467546714</c:v>
                </c:pt>
                <c:pt idx="744">
                  <c:v>0.0189731168529</c:v>
                </c:pt>
                <c:pt idx="745">
                  <c:v>0.0190000325884</c:v>
                </c:pt>
                <c:pt idx="746">
                  <c:v>0.0190275074387</c:v>
                </c:pt>
                <c:pt idx="747">
                  <c:v>0.0190555467618</c:v>
                </c:pt>
                <c:pt idx="748">
                  <c:v>0.0190841557179</c:v>
                </c:pt>
                <c:pt idx="749">
                  <c:v>0.0191133392749</c:v>
                </c:pt>
                <c:pt idx="750">
                  <c:v>0.0191431022133</c:v>
                </c:pt>
                <c:pt idx="751">
                  <c:v>0.0191734491322</c:v>
                </c:pt>
                <c:pt idx="752">
                  <c:v>0.0192043844545</c:v>
                </c:pt>
                <c:pt idx="753">
                  <c:v>0.0192359124329</c:v>
                </c:pt>
                <c:pt idx="754">
                  <c:v>0.0192680371551</c:v>
                </c:pt>
                <c:pt idx="755">
                  <c:v>0.0193007625502</c:v>
                </c:pt>
                <c:pt idx="756">
                  <c:v>0.0193340923936</c:v>
                </c:pt>
                <c:pt idx="757">
                  <c:v>0.019368030314</c:v>
                </c:pt>
                <c:pt idx="758">
                  <c:v>0.0194025797981</c:v>
                </c:pt>
                <c:pt idx="759">
                  <c:v>0.0194377441971</c:v>
                </c:pt>
                <c:pt idx="760">
                  <c:v>0.0194735267321</c:v>
                </c:pt>
                <c:pt idx="761">
                  <c:v>0.0195099305003</c:v>
                </c:pt>
                <c:pt idx="762">
                  <c:v>0.0195469584802</c:v>
                </c:pt>
                <c:pt idx="763">
                  <c:v>0.0195846135378</c:v>
                </c:pt>
                <c:pt idx="764">
                  <c:v>0.0196228984318</c:v>
                </c:pt>
                <c:pt idx="765">
                  <c:v>0.0196618158194</c:v>
                </c:pt>
                <c:pt idx="766">
                  <c:v>0.0197013682619</c:v>
                </c:pt>
                <c:pt idx="767">
                  <c:v>0.0197415582297</c:v>
                </c:pt>
                <c:pt idx="768">
                  <c:v>0.0197823881082</c:v>
                </c:pt>
                <c:pt idx="769">
                  <c:v>0.0198238602026</c:v>
                </c:pt>
                <c:pt idx="770">
                  <c:v>0.0198659767433</c:v>
                </c:pt>
                <c:pt idx="771">
                  <c:v>0.0199087398908</c:v>
                </c:pt>
                <c:pt idx="772">
                  <c:v>0.0199521517408</c:v>
                </c:pt>
                <c:pt idx="773">
                  <c:v>0.0199962143291</c:v>
                </c:pt>
                <c:pt idx="774">
                  <c:v>0.0200409296361</c:v>
                </c:pt>
                <c:pt idx="775">
                  <c:v>0.0200862995919</c:v>
                </c:pt>
                <c:pt idx="776">
                  <c:v>0.0201323260801</c:v>
                </c:pt>
                <c:pt idx="777">
                  <c:v>0.0201790109432</c:v>
                </c:pt>
                <c:pt idx="778">
                  <c:v>0.020226355986</c:v>
                </c:pt>
                <c:pt idx="779">
                  <c:v>0.0202743629805</c:v>
                </c:pt>
                <c:pt idx="780">
                  <c:v>0.0203230336695</c:v>
                </c:pt>
                <c:pt idx="781">
                  <c:v>0.0203723697709</c:v>
                </c:pt>
                <c:pt idx="782">
                  <c:v>0.0204223729814</c:v>
                </c:pt>
                <c:pt idx="783">
                  <c:v>0.0204730449801</c:v>
                </c:pt>
                <c:pt idx="784">
                  <c:v>0.0205243874328</c:v>
                </c:pt>
                <c:pt idx="785">
                  <c:v>0.0205764019948</c:v>
                </c:pt>
                <c:pt idx="786">
                  <c:v>0.0206290903145</c:v>
                </c:pt>
                <c:pt idx="787">
                  <c:v>0.020682454037</c:v>
                </c:pt>
                <c:pt idx="788">
                  <c:v>0.0207364948072</c:v>
                </c:pt>
                <c:pt idx="789">
                  <c:v>0.0207912142726</c:v>
                </c:pt>
                <c:pt idx="790">
                  <c:v>0.0208466140869</c:v>
                </c:pt>
                <c:pt idx="791">
                  <c:v>0.0209026959122</c:v>
                </c:pt>
                <c:pt idx="792">
                  <c:v>0.0209594614226</c:v>
                </c:pt>
                <c:pt idx="793">
                  <c:v>0.021016912306</c:v>
                </c:pt>
                <c:pt idx="794">
                  <c:v>0.0210750502677</c:v>
                </c:pt>
                <c:pt idx="795">
                  <c:v>0.0211338770321</c:v>
                </c:pt>
                <c:pt idx="796">
                  <c:v>0.0211933943456</c:v>
                </c:pt>
                <c:pt idx="797">
                  <c:v>0.0212536039789</c:v>
                </c:pt>
                <c:pt idx="798">
                  <c:v>0.0213145077291</c:v>
                </c:pt>
                <c:pt idx="799">
                  <c:v>0.0213761074222</c:v>
                </c:pt>
                <c:pt idx="800">
                  <c:v>0.0214384049147</c:v>
                </c:pt>
                <c:pt idx="801">
                  <c:v>0.0215014020961</c:v>
                </c:pt>
                <c:pt idx="802">
                  <c:v>0.0215651008908</c:v>
                </c:pt>
                <c:pt idx="803">
                  <c:v>0.0216295032598</c:v>
                </c:pt>
                <c:pt idx="804">
                  <c:v>0.0216946112025</c:v>
                </c:pt>
                <c:pt idx="805">
                  <c:v>0.0217604267586</c:v>
                </c:pt>
                <c:pt idx="806">
                  <c:v>0.0218269520098</c:v>
                </c:pt>
                <c:pt idx="807">
                  <c:v>0.0218941890813</c:v>
                </c:pt>
                <c:pt idx="808">
                  <c:v>0.0219621401436</c:v>
                </c:pt>
                <c:pt idx="809">
                  <c:v>0.0220308074134</c:v>
                </c:pt>
                <c:pt idx="810">
                  <c:v>0.0221001931559</c:v>
                </c:pt>
                <c:pt idx="811">
                  <c:v>0.0221702996855</c:v>
                </c:pt>
                <c:pt idx="812">
                  <c:v>0.0222411293676</c:v>
                </c:pt>
                <c:pt idx="813">
                  <c:v>0.0223126846196</c:v>
                </c:pt>
                <c:pt idx="814">
                  <c:v>0.0223849679123</c:v>
                </c:pt>
                <c:pt idx="815">
                  <c:v>0.022457981771</c:v>
                </c:pt>
                <c:pt idx="816">
                  <c:v>0.0225317287769</c:v>
                </c:pt>
                <c:pt idx="817">
                  <c:v>0.0226062115679</c:v>
                </c:pt>
                <c:pt idx="818">
                  <c:v>0.0226814328399</c:v>
                </c:pt>
                <c:pt idx="819">
                  <c:v>0.0227573953478</c:v>
                </c:pt>
                <c:pt idx="820">
                  <c:v>0.0228341019065</c:v>
                </c:pt>
                <c:pt idx="821">
                  <c:v>0.022911555392</c:v>
                </c:pt>
                <c:pt idx="822">
                  <c:v>0.0229897587421</c:v>
                </c:pt>
                <c:pt idx="823">
                  <c:v>0.0230687149574</c:v>
                </c:pt>
                <c:pt idx="824">
                  <c:v>0.0231484271026</c:v>
                </c:pt>
                <c:pt idx="825">
                  <c:v>0.0232288983068</c:v>
                </c:pt>
                <c:pt idx="826">
                  <c:v>0.0233101317646</c:v>
                </c:pt>
                <c:pt idx="827">
                  <c:v>0.023392130737</c:v>
                </c:pt>
                <c:pt idx="828">
                  <c:v>0.023474898552</c:v>
                </c:pt>
                <c:pt idx="829">
                  <c:v>0.0235584386057</c:v>
                </c:pt>
                <c:pt idx="830">
                  <c:v>0.0236427543627</c:v>
                </c:pt>
                <c:pt idx="831">
                  <c:v>0.0237278493573</c:v>
                </c:pt>
                <c:pt idx="832">
                  <c:v>0.0238137271936</c:v>
                </c:pt>
                <c:pt idx="833">
                  <c:v>0.023900391547</c:v>
                </c:pt>
                <c:pt idx="834">
                  <c:v>0.0239878461644</c:v>
                </c:pt>
                <c:pt idx="835">
                  <c:v>0.0240760948649</c:v>
                </c:pt>
                <c:pt idx="836">
                  <c:v>0.0241651415409</c:v>
                </c:pt>
                <c:pt idx="837">
                  <c:v>0.0242549901583</c:v>
                </c:pt>
                <c:pt idx="838">
                  <c:v>0.0243456447577</c:v>
                </c:pt>
                <c:pt idx="839">
                  <c:v>0.0244371094547</c:v>
                </c:pt>
                <c:pt idx="840">
                  <c:v>0.0245293884406</c:v>
                </c:pt>
                <c:pt idx="841">
                  <c:v>0.0246224859834</c:v>
                </c:pt>
                <c:pt idx="842">
                  <c:v>0.0247164064281</c:v>
                </c:pt>
                <c:pt idx="843">
                  <c:v>0.0248111541977</c:v>
                </c:pt>
                <c:pt idx="844">
                  <c:v>0.0249067337936</c:v>
                </c:pt>
                <c:pt idx="845">
                  <c:v>0.0250031497968</c:v>
                </c:pt>
                <c:pt idx="846">
                  <c:v>0.0251004068678</c:v>
                </c:pt>
                <c:pt idx="847">
                  <c:v>0.025198509748</c:v>
                </c:pt>
                <c:pt idx="848">
                  <c:v>0.0252974632602</c:v>
                </c:pt>
                <c:pt idx="849">
                  <c:v>0.0253972723092</c:v>
                </c:pt>
                <c:pt idx="850">
                  <c:v>0.0254979418826</c:v>
                </c:pt>
                <c:pt idx="851">
                  <c:v>0.0255994770516</c:v>
                </c:pt>
                <c:pt idx="852">
                  <c:v>0.0257018829718</c:v>
                </c:pt>
                <c:pt idx="853">
                  <c:v>0.0258051648838</c:v>
                </c:pt>
                <c:pt idx="854">
                  <c:v>0.0259093281142</c:v>
                </c:pt>
                <c:pt idx="855">
                  <c:v>0.0260143780761</c:v>
                </c:pt>
                <c:pt idx="856">
                  <c:v>0.0261203202704</c:v>
                </c:pt>
                <c:pt idx="857">
                  <c:v>0.026227160286</c:v>
                </c:pt>
                <c:pt idx="858">
                  <c:v>0.0263349038012</c:v>
                </c:pt>
                <c:pt idx="859">
                  <c:v>0.0264435565843</c:v>
                </c:pt>
                <c:pt idx="860">
                  <c:v>0.0265531244948</c:v>
                </c:pt>
                <c:pt idx="861">
                  <c:v>0.0266636134836</c:v>
                </c:pt>
                <c:pt idx="862">
                  <c:v>0.026775029595</c:v>
                </c:pt>
                <c:pt idx="863">
                  <c:v>0.0268873789666</c:v>
                </c:pt>
                <c:pt idx="864">
                  <c:v>0.0270006678312</c:v>
                </c:pt>
                <c:pt idx="865">
                  <c:v>0.027114902517</c:v>
                </c:pt>
                <c:pt idx="866">
                  <c:v>0.0272300894493</c:v>
                </c:pt>
                <c:pt idx="867">
                  <c:v>0.0273462351512</c:v>
                </c:pt>
                <c:pt idx="868">
                  <c:v>0.0274633462449</c:v>
                </c:pt>
                <c:pt idx="869">
                  <c:v>0.0275814294525</c:v>
                </c:pt>
                <c:pt idx="870">
                  <c:v>0.0277004915975</c:v>
                </c:pt>
                <c:pt idx="871">
                  <c:v>0.0278205396057</c:v>
                </c:pt>
                <c:pt idx="872">
                  <c:v>0.0279415805066</c:v>
                </c:pt>
                <c:pt idx="873">
                  <c:v>0.0280636214346</c:v>
                </c:pt>
                <c:pt idx="874">
                  <c:v>0.0281866696301</c:v>
                </c:pt>
                <c:pt idx="875">
                  <c:v>0.0283107324409</c:v>
                </c:pt>
                <c:pt idx="876">
                  <c:v>0.0284358173236</c:v>
                </c:pt>
                <c:pt idx="877">
                  <c:v>0.0285619318448</c:v>
                </c:pt>
                <c:pt idx="878">
                  <c:v>0.0286890836825</c:v>
                </c:pt>
                <c:pt idx="879">
                  <c:v>0.0288172806275</c:v>
                </c:pt>
                <c:pt idx="880">
                  <c:v>0.0289465305849</c:v>
                </c:pt>
                <c:pt idx="881">
                  <c:v>0.0290768415756</c:v>
                </c:pt>
                <c:pt idx="882">
                  <c:v>0.0292082217377</c:v>
                </c:pt>
                <c:pt idx="883">
                  <c:v>0.0293406793278</c:v>
                </c:pt>
                <c:pt idx="884">
                  <c:v>0.0294742227231</c:v>
                </c:pt>
                <c:pt idx="885">
                  <c:v>0.0296088604224</c:v>
                </c:pt>
                <c:pt idx="886">
                  <c:v>0.0297446010482</c:v>
                </c:pt>
                <c:pt idx="887">
                  <c:v>0.0298814533477</c:v>
                </c:pt>
                <c:pt idx="888">
                  <c:v>0.0300194261952</c:v>
                </c:pt>
                <c:pt idx="889">
                  <c:v>0.0301585285933</c:v>
                </c:pt>
                <c:pt idx="890">
                  <c:v>0.0302987696747</c:v>
                </c:pt>
                <c:pt idx="891">
                  <c:v>0.0304401587041</c:v>
                </c:pt>
                <c:pt idx="892">
                  <c:v>0.0305827050796</c:v>
                </c:pt>
                <c:pt idx="893">
                  <c:v>0.0307264183348</c:v>
                </c:pt>
                <c:pt idx="894">
                  <c:v>0.0308713081408</c:v>
                </c:pt>
                <c:pt idx="895">
                  <c:v>0.0310173843074</c:v>
                </c:pt>
                <c:pt idx="896">
                  <c:v>0.0311646567856</c:v>
                </c:pt>
                <c:pt idx="897">
                  <c:v>0.031313135669</c:v>
                </c:pt>
                <c:pt idx="898">
                  <c:v>0.0314628311961</c:v>
                </c:pt>
                <c:pt idx="899">
                  <c:v>0.031613753752</c:v>
                </c:pt>
                <c:pt idx="900">
                  <c:v>0.0317659138705</c:v>
                </c:pt>
                <c:pt idx="901">
                  <c:v>0.0319193222359</c:v>
                </c:pt>
                <c:pt idx="902">
                  <c:v>0.0320739896852</c:v>
                </c:pt>
                <c:pt idx="903">
                  <c:v>0.03222992721</c:v>
                </c:pt>
                <c:pt idx="904">
                  <c:v>0.0323871459585</c:v>
                </c:pt>
                <c:pt idx="905">
                  <c:v>0.032545657238</c:v>
                </c:pt>
                <c:pt idx="906">
                  <c:v>0.0327054725163</c:v>
                </c:pt>
                <c:pt idx="907">
                  <c:v>0.0328666034244</c:v>
                </c:pt>
                <c:pt idx="908">
                  <c:v>0.0330290617584</c:v>
                </c:pt>
                <c:pt idx="909">
                  <c:v>0.0331928594817</c:v>
                </c:pt>
                <c:pt idx="910">
                  <c:v>0.0333580087273</c:v>
                </c:pt>
                <c:pt idx="911">
                  <c:v>0.0335245217998</c:v>
                </c:pt>
                <c:pt idx="912">
                  <c:v>0.033692411178</c:v>
                </c:pt>
                <c:pt idx="913">
                  <c:v>0.0338616895167</c:v>
                </c:pt>
                <c:pt idx="914">
                  <c:v>0.0340323696495</c:v>
                </c:pt>
                <c:pt idx="915">
                  <c:v>0.0342044645908</c:v>
                </c:pt>
                <c:pt idx="916">
                  <c:v>0.0343779875381</c:v>
                </c:pt>
                <c:pt idx="917">
                  <c:v>0.0345529518748</c:v>
                </c:pt>
                <c:pt idx="918">
                  <c:v>0.0347293711723</c:v>
                </c:pt>
                <c:pt idx="919">
                  <c:v>0.0349072591923</c:v>
                </c:pt>
                <c:pt idx="920">
                  <c:v>0.0350866298897</c:v>
                </c:pt>
                <c:pt idx="921">
                  <c:v>0.0352674974147</c:v>
                </c:pt>
                <c:pt idx="922">
                  <c:v>0.0354498761158</c:v>
                </c:pt>
                <c:pt idx="923">
                  <c:v>0.0356337805417</c:v>
                </c:pt>
                <c:pt idx="924">
                  <c:v>0.0358192254446</c:v>
                </c:pt>
                <c:pt idx="925">
                  <c:v>0.0360062257825</c:v>
                </c:pt>
                <c:pt idx="926">
                  <c:v>0.0361947967219</c:v>
                </c:pt>
                <c:pt idx="927">
                  <c:v>0.0363849536407</c:v>
                </c:pt>
                <c:pt idx="928">
                  <c:v>0.0365767121305</c:v>
                </c:pt>
                <c:pt idx="929">
                  <c:v>0.0367700880002</c:v>
                </c:pt>
                <c:pt idx="930">
                  <c:v>0.0369650972778</c:v>
                </c:pt>
                <c:pt idx="931">
                  <c:v>0.0371617562144</c:v>
                </c:pt>
                <c:pt idx="932">
                  <c:v>0.0373600812862</c:v>
                </c:pt>
                <c:pt idx="933">
                  <c:v>0.0375600891981</c:v>
                </c:pt>
                <c:pt idx="934">
                  <c:v>0.0377617968862</c:v>
                </c:pt>
                <c:pt idx="935">
                  <c:v>0.0379652215213</c:v>
                </c:pt>
                <c:pt idx="936">
                  <c:v>0.038170380512</c:v>
                </c:pt>
                <c:pt idx="937">
                  <c:v>0.0383772915074</c:v>
                </c:pt>
                <c:pt idx="938">
                  <c:v>0.0385859724008</c:v>
                </c:pt>
                <c:pt idx="939">
                  <c:v>0.0387964413328</c:v>
                </c:pt>
                <c:pt idx="940">
                  <c:v>0.0390087166945</c:v>
                </c:pt>
                <c:pt idx="941">
                  <c:v>0.0392228171311</c:v>
                </c:pt>
                <c:pt idx="942">
                  <c:v>0.0394387615452</c:v>
                </c:pt>
                <c:pt idx="943">
                  <c:v>0.0396565691001</c:v>
                </c:pt>
                <c:pt idx="944">
                  <c:v>0.0398762592236</c:v>
                </c:pt>
                <c:pt idx="945">
                  <c:v>0.0400978516117</c:v>
                </c:pt>
                <c:pt idx="946">
                  <c:v>0.0403213662318</c:v>
                </c:pt>
                <c:pt idx="947">
                  <c:v>0.0405468233268</c:v>
                </c:pt>
                <c:pt idx="948">
                  <c:v>0.0407742434188</c:v>
                </c:pt>
                <c:pt idx="949">
                  <c:v>0.0410036473127</c:v>
                </c:pt>
                <c:pt idx="950">
                  <c:v>0.0412350561004</c:v>
                </c:pt>
                <c:pt idx="951">
                  <c:v>0.0414684911647</c:v>
                </c:pt>
                <c:pt idx="952">
                  <c:v>0.0417039741831</c:v>
                </c:pt>
                <c:pt idx="953">
                  <c:v>0.0419415271321</c:v>
                </c:pt>
                <c:pt idx="954">
                  <c:v>0.0421811722915</c:v>
                </c:pt>
                <c:pt idx="955">
                  <c:v>0.0424229322482</c:v>
                </c:pt>
                <c:pt idx="956">
                  <c:v>0.0426668299007</c:v>
                </c:pt>
                <c:pt idx="957">
                  <c:v>0.0429128884636</c:v>
                </c:pt>
                <c:pt idx="958">
                  <c:v>0.0431611314718</c:v>
                </c:pt>
                <c:pt idx="959">
                  <c:v>0.0434115827852</c:v>
                </c:pt>
                <c:pt idx="960">
                  <c:v>0.0436642665931</c:v>
                </c:pt>
                <c:pt idx="961">
                  <c:v>0.0439192074189</c:v>
                </c:pt>
                <c:pt idx="962">
                  <c:v>0.0441764301247</c:v>
                </c:pt>
                <c:pt idx="963">
                  <c:v>0.0444359599164</c:v>
                </c:pt>
                <c:pt idx="964">
                  <c:v>0.0446978223483</c:v>
                </c:pt>
                <c:pt idx="965">
                  <c:v>0.0449620433278</c:v>
                </c:pt>
                <c:pt idx="966">
                  <c:v>0.0452286491211</c:v>
                </c:pt>
                <c:pt idx="967">
                  <c:v>0.0454976663575</c:v>
                </c:pt>
                <c:pt idx="968">
                  <c:v>0.0457691220352</c:v>
                </c:pt>
                <c:pt idx="969">
                  <c:v>0.0460430435261</c:v>
                </c:pt>
                <c:pt idx="970">
                  <c:v>0.0463194585813</c:v>
                </c:pt>
                <c:pt idx="971">
                  <c:v>0.0465983953364</c:v>
                </c:pt>
                <c:pt idx="972">
                  <c:v>0.0468798823172</c:v>
                </c:pt>
                <c:pt idx="973">
                  <c:v>0.0471639484448</c:v>
                </c:pt>
                <c:pt idx="974">
                  <c:v>0.0474506230418</c:v>
                </c:pt>
                <c:pt idx="975">
                  <c:v>0.0477399358375</c:v>
                </c:pt>
                <c:pt idx="976">
                  <c:v>0.0480319169741</c:v>
                </c:pt>
                <c:pt idx="977">
                  <c:v>0.0483265970122</c:v>
                </c:pt>
                <c:pt idx="978">
                  <c:v>0.0486240069371</c:v>
                </c:pt>
                <c:pt idx="979">
                  <c:v>0.0489241781648</c:v>
                </c:pt>
                <c:pt idx="980">
                  <c:v>0.0492271425477</c:v>
                </c:pt>
                <c:pt idx="981">
                  <c:v>0.0495329323815</c:v>
                </c:pt>
                <c:pt idx="982">
                  <c:v>0.049841580411</c:v>
                </c:pt>
                <c:pt idx="983">
                  <c:v>0.0501531198367</c:v>
                </c:pt>
                <c:pt idx="984">
                  <c:v>0.0504675843212</c:v>
                </c:pt>
                <c:pt idx="985">
                  <c:v>0.0507850079961</c:v>
                </c:pt>
                <c:pt idx="986">
                  <c:v>0.0511054254679</c:v>
                </c:pt>
                <c:pt idx="987">
                  <c:v>0.0514288718257</c:v>
                </c:pt>
                <c:pt idx="988">
                  <c:v>0.0517553826475</c:v>
                </c:pt>
                <c:pt idx="989">
                  <c:v>0.0520849940071</c:v>
                </c:pt>
                <c:pt idx="990">
                  <c:v>0.0524177424816</c:v>
                </c:pt>
                <c:pt idx="991">
                  <c:v>0.052753665158</c:v>
                </c:pt>
                <c:pt idx="992">
                  <c:v>0.0530927996408</c:v>
                </c:pt>
                <c:pt idx="993">
                  <c:v>0.0534351840592</c:v>
                </c:pt>
                <c:pt idx="994">
                  <c:v>0.0537808570748</c:v>
                </c:pt>
                <c:pt idx="995">
                  <c:v>0.0541298578887</c:v>
                </c:pt>
                <c:pt idx="996">
                  <c:v>0.0544822262493</c:v>
                </c:pt>
                <c:pt idx="997">
                  <c:v>0.0548380024605</c:v>
                </c:pt>
                <c:pt idx="998">
                  <c:v>0.0551972273888</c:v>
                </c:pt>
                <c:pt idx="999">
                  <c:v>0.0555599424719</c:v>
                </c:pt>
                <c:pt idx="1000">
                  <c:v>0.0559261897264</c:v>
                </c:pt>
                <c:pt idx="1001">
                  <c:v>0.0562960117562</c:v>
                </c:pt>
                <c:pt idx="1002">
                  <c:v>0.0566694517606</c:v>
                </c:pt>
                <c:pt idx="1003">
                  <c:v>0.0570465535427</c:v>
                </c:pt>
                <c:pt idx="1004">
                  <c:v>0.0574273615183</c:v>
                </c:pt>
                <c:pt idx="1005">
                  <c:v>0.057811920724</c:v>
                </c:pt>
                <c:pt idx="1006">
                  <c:v>0.0582002768263</c:v>
                </c:pt>
                <c:pt idx="1007">
                  <c:v>0.05859247613</c:v>
                </c:pt>
                <c:pt idx="1008">
                  <c:v>0.0589885655878</c:v>
                </c:pt>
                <c:pt idx="1009">
                  <c:v>0.059388592809</c:v>
                </c:pt>
                <c:pt idx="1010">
                  <c:v>0.0597926060687</c:v>
                </c:pt>
                <c:pt idx="1011">
                  <c:v>0.060200654317</c:v>
                </c:pt>
                <c:pt idx="1012">
                  <c:v>0.0606127871888</c:v>
                </c:pt>
                <c:pt idx="1013">
                  <c:v>0.061029055013</c:v>
                </c:pt>
                <c:pt idx="1014">
                  <c:v>0.0614495088223</c:v>
                </c:pt>
                <c:pt idx="1015">
                  <c:v>0.061874200363</c:v>
                </c:pt>
                <c:pt idx="1016">
                  <c:v>0.0623031821045</c:v>
                </c:pt>
                <c:pt idx="1017">
                  <c:v>0.06273650725</c:v>
                </c:pt>
                <c:pt idx="1018">
                  <c:v>0.0631742297459</c:v>
                </c:pt>
                <c:pt idx="1019">
                  <c:v>0.0636164042926</c:v>
                </c:pt>
                <c:pt idx="1020">
                  <c:v>0.0640630863542</c:v>
                </c:pt>
                <c:pt idx="1021">
                  <c:v>0.0645143321697</c:v>
                </c:pt>
                <c:pt idx="1022">
                  <c:v>0.0649701987626</c:v>
                </c:pt>
                <c:pt idx="1023">
                  <c:v>0.0654307439526</c:v>
                </c:pt>
                <c:pt idx="1024">
                  <c:v>0.0658960263654</c:v>
                </c:pt>
                <c:pt idx="1025">
                  <c:v>0.0663661054441</c:v>
                </c:pt>
                <c:pt idx="1026">
                  <c:v>0.06684104146</c:v>
                </c:pt>
                <c:pt idx="1027">
                  <c:v>0.0673208955236</c:v>
                </c:pt>
                <c:pt idx="1028">
                  <c:v>0.0678057295955</c:v>
                </c:pt>
                <c:pt idx="1029">
                  <c:v>0.0682956064982</c:v>
                </c:pt>
                <c:pt idx="1030">
                  <c:v>0.0687905899267</c:v>
                </c:pt>
                <c:pt idx="1031">
                  <c:v>0.0692907444603</c:v>
                </c:pt>
                <c:pt idx="1032">
                  <c:v>0.0697961355738</c:v>
                </c:pt>
                <c:pt idx="1033">
                  <c:v>0.0703068296492</c:v>
                </c:pt>
                <c:pt idx="1034">
                  <c:v>0.0708228939869</c:v>
                </c:pt>
                <c:pt idx="1035">
                  <c:v>0.0713443968178</c:v>
                </c:pt>
                <c:pt idx="1036">
                  <c:v>0.0718714073145</c:v>
                </c:pt>
                <c:pt idx="1037">
                  <c:v>0.0724039956033</c:v>
                </c:pt>
                <c:pt idx="1038">
                  <c:v>0.0729422327755</c:v>
                </c:pt>
                <c:pt idx="1039">
                  <c:v>0.0734861908996</c:v>
                </c:pt>
                <c:pt idx="1040">
                  <c:v>0.0740359430331</c:v>
                </c:pt>
                <c:pt idx="1041">
                  <c:v>0.0745915632335</c:v>
                </c:pt>
                <c:pt idx="1042">
                  <c:v>0.0751531265711</c:v>
                </c:pt>
                <c:pt idx="1043">
                  <c:v>0.0757207091398</c:v>
                </c:pt>
                <c:pt idx="1044">
                  <c:v>0.0762943880696</c:v>
                </c:pt>
                <c:pt idx="1045">
                  <c:v>0.0768742415376</c:v>
                </c:pt>
                <c:pt idx="1046">
                  <c:v>0.07746034878</c:v>
                </c:pt>
                <c:pt idx="1047">
                  <c:v>0.0780527901037</c:v>
                </c:pt>
                <c:pt idx="1048">
                  <c:v>0.0786516468976</c:v>
                </c:pt>
                <c:pt idx="1049">
                  <c:v>0.0792570016438</c:v>
                </c:pt>
                <c:pt idx="1050">
                  <c:v>0.0798689379296</c:v>
                </c:pt>
                <c:pt idx="1051">
                  <c:v>0.0804875404577</c:v>
                </c:pt>
                <c:pt idx="1052">
                  <c:v>0.0811128950579</c:v>
                </c:pt>
                <c:pt idx="1053">
                  <c:v>0.0817450886978</c:v>
                </c:pt>
                <c:pt idx="1054">
                  <c:v>0.0823842094933</c:v>
                </c:pt>
                <c:pt idx="1055">
                  <c:v>0.0830303467192</c:v>
                </c:pt>
                <c:pt idx="1056">
                  <c:v>0.0836835908195</c:v>
                </c:pt>
                <c:pt idx="1057">
                  <c:v>0.0843440334174</c:v>
                </c:pt>
                <c:pt idx="1058">
                  <c:v>0.085011767325</c:v>
                </c:pt>
                <c:pt idx="1059">
                  <c:v>0.0856868865527</c:v>
                </c:pt>
                <c:pt idx="1060">
                  <c:v>0.0863694863186</c:v>
                </c:pt>
                <c:pt idx="1061">
                  <c:v>0.087059663057</c:v>
                </c:pt>
                <c:pt idx="1062">
                  <c:v>0.0877575144271</c:v>
                </c:pt>
                <c:pt idx="1063">
                  <c:v>0.0884631393211</c:v>
                </c:pt>
                <c:pt idx="1064">
                  <c:v>0.0891766378713</c:v>
                </c:pt>
                <c:pt idx="1065">
                  <c:v>0.0898981114581</c:v>
                </c:pt>
                <c:pt idx="1066">
                  <c:v>0.0906276627157</c:v>
                </c:pt>
                <c:pt idx="1067">
                  <c:v>0.0913653955392</c:v>
                </c:pt>
                <c:pt idx="1068">
                  <c:v>0.0921114150893</c:v>
                </c:pt>
                <c:pt idx="1069">
                  <c:v>0.092865827798</c:v>
                </c:pt>
                <c:pt idx="1070">
                  <c:v>0.0936287413723</c:v>
                </c:pt>
                <c:pt idx="1071">
                  <c:v>0.0944002647984</c:v>
                </c:pt>
                <c:pt idx="1072">
                  <c:v>0.0951805083441</c:v>
                </c:pt>
                <c:pt idx="1073">
                  <c:v>0.0959695835613</c:v>
                </c:pt>
                <c:pt idx="1074">
                  <c:v>0.0967676032871</c:v>
                </c:pt>
                <c:pt idx="1075">
                  <c:v>0.0975746816441</c:v>
                </c:pt>
                <c:pt idx="1076">
                  <c:v>0.0983909340403</c:v>
                </c:pt>
                <c:pt idx="1077">
                  <c:v>0.0992164771673</c:v>
                </c:pt>
                <c:pt idx="1078">
                  <c:v>0.100051428998</c:v>
                </c:pt>
                <c:pt idx="1079">
                  <c:v>0.100895908782</c:v>
                </c:pt>
                <c:pt idx="1080">
                  <c:v>0.101750037044</c:v>
                </c:pt>
                <c:pt idx="1081">
                  <c:v>0.102613935572</c:v>
                </c:pt>
                <c:pt idx="1082">
                  <c:v>0.103487727417</c:v>
                </c:pt>
                <c:pt idx="1083">
                  <c:v>0.104371536877</c:v>
                </c:pt>
                <c:pt idx="1084">
                  <c:v>0.105265489495</c:v>
                </c:pt>
                <c:pt idx="1085">
                  <c:v>0.10616971204</c:v>
                </c:pt>
                <c:pt idx="1086">
                  <c:v>0.107084332499</c:v>
                </c:pt>
                <c:pt idx="1087">
                  <c:v>0.108009480058</c:v>
                </c:pt>
                <c:pt idx="1088">
                  <c:v>0.10894528509</c:v>
                </c:pt>
                <c:pt idx="1089">
                  <c:v>0.109891879133</c:v>
                </c:pt>
                <c:pt idx="1090">
                  <c:v>0.110849394871</c:v>
                </c:pt>
                <c:pt idx="1091">
                  <c:v>0.111817966111</c:v>
                </c:pt>
                <c:pt idx="1092">
                  <c:v>0.112797727762</c:v>
                </c:pt>
                <c:pt idx="1093">
                  <c:v>0.113788815801</c:v>
                </c:pt>
                <c:pt idx="1094">
                  <c:v>0.114791367253</c:v>
                </c:pt>
                <c:pt idx="1095">
                  <c:v>0.115805520153</c:v>
                </c:pt>
                <c:pt idx="1096">
                  <c:v>0.116831413514</c:v>
                </c:pt>
                <c:pt idx="1097">
                  <c:v>0.117869187293</c:v>
                </c:pt>
                <c:pt idx="1098">
                  <c:v>0.118918982348</c:v>
                </c:pt>
                <c:pt idx="1099">
                  <c:v>0.119980940398</c:v>
                </c:pt>
                <c:pt idx="1100">
                  <c:v>0.121055203978</c:v>
                </c:pt>
                <c:pt idx="1101">
                  <c:v>0.12214191639</c:v>
                </c:pt>
                <c:pt idx="1102">
                  <c:v>0.123241221652</c:v>
                </c:pt>
                <c:pt idx="1103">
                  <c:v>0.124353264443</c:v>
                </c:pt>
                <c:pt idx="1104">
                  <c:v>0.125478190046</c:v>
                </c:pt>
                <c:pt idx="1105">
                  <c:v>0.126616144284</c:v>
                </c:pt>
                <c:pt idx="1106">
                  <c:v>0.127767273456</c:v>
                </c:pt>
                <c:pt idx="1107">
                  <c:v>0.128931724266</c:v>
                </c:pt>
                <c:pt idx="1108">
                  <c:v>0.130109643751</c:v>
                </c:pt>
                <c:pt idx="1109">
                  <c:v>0.131301179203</c:v>
                </c:pt>
                <c:pt idx="1110">
                  <c:v>0.132506478084</c:v>
                </c:pt>
                <c:pt idx="1111">
                  <c:v>0.133725687945</c:v>
                </c:pt>
                <c:pt idx="1112">
                  <c:v>0.134958956327</c:v>
                </c:pt>
                <c:pt idx="1113">
                  <c:v>0.136206430673</c:v>
                </c:pt>
                <c:pt idx="1114">
                  <c:v>0.137468258221</c:v>
                </c:pt>
                <c:pt idx="1115">
                  <c:v>0.138744585898</c:v>
                </c:pt>
                <c:pt idx="1116">
                  <c:v>0.140035560215</c:v>
                </c:pt>
                <c:pt idx="1117">
                  <c:v>0.141341327141</c:v>
                </c:pt>
                <c:pt idx="1118">
                  <c:v>0.142662031987</c:v>
                </c:pt>
                <c:pt idx="1119">
                  <c:v>0.143997819274</c:v>
                </c:pt>
                <c:pt idx="1120">
                  <c:v>0.145348832601</c:v>
                </c:pt>
                <c:pt idx="1121">
                  <c:v>0.146715214504</c:v>
                </c:pt>
                <c:pt idx="1122">
                  <c:v>0.14809710631</c:v>
                </c:pt>
                <c:pt idx="1123">
                  <c:v>0.149494647982</c:v>
                </c:pt>
                <c:pt idx="1124">
                  <c:v>0.150907977962</c:v>
                </c:pt>
                <c:pt idx="1125">
                  <c:v>0.152337233006</c:v>
                </c:pt>
                <c:pt idx="1126">
                  <c:v>0.153782548006</c:v>
                </c:pt>
                <c:pt idx="1127">
                  <c:v>0.155244055816</c:v>
                </c:pt>
                <c:pt idx="1128">
                  <c:v>0.156721887062</c:v>
                </c:pt>
                <c:pt idx="1129">
                  <c:v>0.158216169947</c:v>
                </c:pt>
                <c:pt idx="1130">
                  <c:v>0.159727030055</c:v>
                </c:pt>
                <c:pt idx="1131">
                  <c:v>0.161254590134</c:v>
                </c:pt>
                <c:pt idx="1132">
                  <c:v>0.162798969887</c:v>
                </c:pt>
                <c:pt idx="1133">
                  <c:v>0.164360285745</c:v>
                </c:pt>
                <c:pt idx="1134">
                  <c:v>0.165938650634</c:v>
                </c:pt>
                <c:pt idx="1135">
                  <c:v>0.167534173739</c:v>
                </c:pt>
                <c:pt idx="1136">
                  <c:v>0.169146960255</c:v>
                </c:pt>
                <c:pt idx="1137">
                  <c:v>0.170777111131</c:v>
                </c:pt>
                <c:pt idx="1138">
                  <c:v>0.172424722809</c:v>
                </c:pt>
                <c:pt idx="1139">
                  <c:v>0.174089886953</c:v>
                </c:pt>
                <c:pt idx="1140">
                  <c:v>0.175772690169</c:v>
                </c:pt>
                <c:pt idx="1141">
                  <c:v>0.177473213721</c:v>
                </c:pt>
                <c:pt idx="1142">
                  <c:v>0.179191533233</c:v>
                </c:pt>
                <c:pt idx="1143">
                  <c:v>0.180927718392</c:v>
                </c:pt>
                <c:pt idx="1144">
                  <c:v>0.182681832634</c:v>
                </c:pt>
                <c:pt idx="1145">
                  <c:v>0.184453932829</c:v>
                </c:pt>
                <c:pt idx="1146">
                  <c:v>0.186244068955</c:v>
                </c:pt>
                <c:pt idx="1147">
                  <c:v>0.188052283768</c:v>
                </c:pt>
                <c:pt idx="1148">
                  <c:v>0.189878612463</c:v>
                </c:pt>
                <c:pt idx="1149">
                  <c:v>0.191723082327</c:v>
                </c:pt>
                <c:pt idx="1150">
                  <c:v>0.193585712386</c:v>
                </c:pt>
                <c:pt idx="1151">
                  <c:v>0.195466513047</c:v>
                </c:pt>
                <c:pt idx="1152">
                  <c:v>0.197365485737</c:v>
                </c:pt>
                <c:pt idx="1153">
                  <c:v>0.199282622523</c:v>
                </c:pt>
                <c:pt idx="1154">
                  <c:v>0.201217905748</c:v>
                </c:pt>
                <c:pt idx="1155">
                  <c:v>0.203171307639</c:v>
                </c:pt>
                <c:pt idx="1156">
                  <c:v>0.205142789927</c:v>
                </c:pt>
                <c:pt idx="1157">
                  <c:v>0.207132303457</c:v>
                </c:pt>
                <c:pt idx="1158">
                  <c:v>0.209139787793</c:v>
                </c:pt>
                <c:pt idx="1159">
                  <c:v>0.21116517082</c:v>
                </c:pt>
                <c:pt idx="1160">
                  <c:v>0.213208368346</c:v>
                </c:pt>
                <c:pt idx="1161">
                  <c:v>0.2152692837</c:v>
                </c:pt>
                <c:pt idx="1162">
                  <c:v>0.217347807327</c:v>
                </c:pt>
                <c:pt idx="1163">
                  <c:v>0.219443816384</c:v>
                </c:pt>
                <c:pt idx="1164">
                  <c:v>0.221557174336</c:v>
                </c:pt>
                <c:pt idx="1165">
                  <c:v>0.223687730552</c:v>
                </c:pt>
                <c:pt idx="1166">
                  <c:v>0.225835319897</c:v>
                </c:pt>
                <c:pt idx="1167">
                  <c:v>0.227999762336</c:v>
                </c:pt>
                <c:pt idx="1168">
                  <c:v>0.230180862527</c:v>
                </c:pt>
                <c:pt idx="1169">
                  <c:v>0.232378409431</c:v>
                </c:pt>
                <c:pt idx="1170">
                  <c:v>0.234592175917</c:v>
                </c:pt>
                <c:pt idx="1171">
                  <c:v>0.236821918371</c:v>
                </c:pt>
                <c:pt idx="1172">
                  <c:v>0.239067376316</c:v>
                </c:pt>
                <c:pt idx="1173">
                  <c:v>0.241328272037</c:v>
                </c:pt>
                <c:pt idx="1174">
                  <c:v>0.243604310206</c:v>
                </c:pt>
                <c:pt idx="1175">
                  <c:v>0.245895177526</c:v>
                </c:pt>
                <c:pt idx="1176">
                  <c:v>0.248200542374</c:v>
                </c:pt>
                <c:pt idx="1177">
                  <c:v>0.250520054458</c:v>
                </c:pt>
                <c:pt idx="1178">
                  <c:v>0.252853344484</c:v>
                </c:pt>
                <c:pt idx="1179">
                  <c:v>0.255200023835</c:v>
                </c:pt>
                <c:pt idx="1180">
                  <c:v>0.257559684258</c:v>
                </c:pt>
                <c:pt idx="1181">
                  <c:v>0.259931897565</c:v>
                </c:pt>
                <c:pt idx="1182">
                  <c:v>0.262316215352</c:v>
                </c:pt>
                <c:pt idx="1183">
                  <c:v>0.264712168729</c:v>
                </c:pt>
                <c:pt idx="1184">
                  <c:v>0.267119268058</c:v>
                </c:pt>
                <c:pt idx="1185">
                  <c:v>0.269537002723</c:v>
                </c:pt>
                <c:pt idx="1186">
                  <c:v>0.271964840898</c:v>
                </c:pt>
                <c:pt idx="1187">
                  <c:v>0.274402229349</c:v>
                </c:pt>
                <c:pt idx="1188">
                  <c:v>0.27684859324</c:v>
                </c:pt>
                <c:pt idx="1189">
                  <c:v>0.279303335966</c:v>
                </c:pt>
                <c:pt idx="1190">
                  <c:v>0.281765839004</c:v>
                </c:pt>
                <c:pt idx="1191">
                  <c:v>0.284235461782</c:v>
                </c:pt>
                <c:pt idx="1192">
                  <c:v>0.286711541569</c:v>
                </c:pt>
                <c:pt idx="1193">
                  <c:v>0.289193393387</c:v>
                </c:pt>
                <c:pt idx="1194">
                  <c:v>0.291680309947</c:v>
                </c:pt>
                <c:pt idx="1195">
                  <c:v>0.294171561602</c:v>
                </c:pt>
                <c:pt idx="1196">
                  <c:v>0.296666396329</c:v>
                </c:pt>
                <c:pt idx="1197">
                  <c:v>0.29916403973</c:v>
                </c:pt>
                <c:pt idx="1198">
                  <c:v>0.301663695063</c:v>
                </c:pt>
                <c:pt idx="1199">
                  <c:v>0.30416454329</c:v>
                </c:pt>
                <c:pt idx="1200">
                  <c:v>0.30666574316</c:v>
                </c:pt>
                <c:pt idx="1201">
                  <c:v>0.30916643131</c:v>
                </c:pt>
                <c:pt idx="1202">
                  <c:v>0.311665722399</c:v>
                </c:pt>
                <c:pt idx="1203">
                  <c:v>0.314162709263</c:v>
                </c:pt>
                <c:pt idx="1204">
                  <c:v>0.316656463108</c:v>
                </c:pt>
                <c:pt idx="1205">
                  <c:v>0.319146033722</c:v>
                </c:pt>
                <c:pt idx="1206">
                  <c:v>0.321630449723</c:v>
                </c:pt>
                <c:pt idx="1207">
                  <c:v>0.324108718835</c:v>
                </c:pt>
                <c:pt idx="1208">
                  <c:v>0.326579828193</c:v>
                </c:pt>
                <c:pt idx="1209">
                  <c:v>0.329042744689</c:v>
                </c:pt>
                <c:pt idx="1210">
                  <c:v>0.33149641534</c:v>
                </c:pt>
                <c:pt idx="1211">
                  <c:v>0.333939767695</c:v>
                </c:pt>
                <c:pt idx="1212">
                  <c:v>0.336371710278</c:v>
                </c:pt>
                <c:pt idx="1213">
                  <c:v>0.338791133067</c:v>
                </c:pt>
                <c:pt idx="1214">
                  <c:v>0.341196908004</c:v>
                </c:pt>
                <c:pt idx="1215">
                  <c:v>0.34358788955</c:v>
                </c:pt>
                <c:pt idx="1216">
                  <c:v>0.345962915278</c:v>
                </c:pt>
                <c:pt idx="1217">
                  <c:v>0.348320806498</c:v>
                </c:pt>
                <c:pt idx="1218">
                  <c:v>0.350660368938</c:v>
                </c:pt>
                <c:pt idx="1219">
                  <c:v>0.35298039345</c:v>
                </c:pt>
                <c:pt idx="1220">
                  <c:v>0.355279656777</c:v>
                </c:pt>
                <c:pt idx="1221">
                  <c:v>0.35755692235</c:v>
                </c:pt>
                <c:pt idx="1222">
                  <c:v>0.35981094114</c:v>
                </c:pt>
                <c:pt idx="1223">
                  <c:v>0.362040452555</c:v>
                </c:pt>
                <c:pt idx="1224">
                  <c:v>0.364244185382</c:v>
                </c:pt>
                <c:pt idx="1225">
                  <c:v>0.366420858784</c:v>
                </c:pt>
                <c:pt idx="1226">
                  <c:v>0.368569183339</c:v>
                </c:pt>
                <c:pt idx="1227">
                  <c:v>0.370687862142</c:v>
                </c:pt>
                <c:pt idx="1228">
                  <c:v>0.372775591946</c:v>
                </c:pt>
                <c:pt idx="1229">
                  <c:v>0.374831064367</c:v>
                </c:pt>
                <c:pt idx="1230">
                  <c:v>0.376852967134</c:v>
                </c:pt>
                <c:pt idx="1231">
                  <c:v>0.3788399854</c:v>
                </c:pt>
                <c:pt idx="1232">
                  <c:v>0.380790803101</c:v>
                </c:pt>
                <c:pt idx="1233">
                  <c:v>0.38270410437</c:v>
                </c:pt>
                <c:pt idx="1234">
                  <c:v>0.384578575015</c:v>
                </c:pt>
                <c:pt idx="1235">
                  <c:v>0.386412904036</c:v>
                </c:pt>
                <c:pt idx="1236">
                  <c:v>0.388205785206</c:v>
                </c:pt>
                <c:pt idx="1237">
                  <c:v>0.389955918699</c:v>
                </c:pt>
                <c:pt idx="1238">
                  <c:v>0.391662012775</c:v>
                </c:pt>
                <c:pt idx="1239">
                  <c:v>0.39332278551</c:v>
                </c:pt>
                <c:pt idx="1240">
                  <c:v>0.394936966574</c:v>
                </c:pt>
                <c:pt idx="1241">
                  <c:v>0.39650329906</c:v>
                </c:pt>
                <c:pt idx="1242">
                  <c:v>0.398020541355</c:v>
                </c:pt>
                <c:pt idx="1243">
                  <c:v>0.399487469045</c:v>
                </c:pt>
                <c:pt idx="1244">
                  <c:v>0.400902876868</c:v>
                </c:pt>
                <c:pt idx="1245">
                  <c:v>0.402265580696</c:v>
                </c:pt>
                <c:pt idx="1246">
                  <c:v>0.403574419548</c:v>
                </c:pt>
                <c:pt idx="1247">
                  <c:v>0.404828257623</c:v>
                </c:pt>
                <c:pt idx="1248">
                  <c:v>0.406025986365</c:v>
                </c:pt>
                <c:pt idx="1249">
                  <c:v>0.407166526537</c:v>
                </c:pt>
                <c:pt idx="1250">
                  <c:v>0.408248830301</c:v>
                </c:pt>
                <c:pt idx="1251">
                  <c:v>0.40927188331</c:v>
                </c:pt>
                <c:pt idx="1252">
                  <c:v>0.410234706793</c:v>
                </c:pt>
                <c:pt idx="1253">
                  <c:v>0.411136359636</c:v>
                </c:pt>
                <c:pt idx="1254">
                  <c:v>0.411975940438</c:v>
                </c:pt>
                <c:pt idx="1255">
                  <c:v>0.412752589551</c:v>
                </c:pt>
                <c:pt idx="1256">
                  <c:v>0.413465491089</c:v>
                </c:pt>
                <c:pt idx="1257">
                  <c:v>0.414113874896</c:v>
                </c:pt>
                <c:pt idx="1258">
                  <c:v>0.414697018466</c:v>
                </c:pt>
                <c:pt idx="1259">
                  <c:v>0.415214248815</c:v>
                </c:pt>
                <c:pt idx="1260">
                  <c:v>0.415664944281</c:v>
                </c:pt>
                <c:pt idx="1261">
                  <c:v>0.416048536261</c:v>
                </c:pt>
                <c:pt idx="1262">
                  <c:v>0.416364510864</c:v>
                </c:pt>
                <c:pt idx="1263">
                  <c:v>0.41661241048</c:v>
                </c:pt>
                <c:pt idx="1264">
                  <c:v>0.416791835251</c:v>
                </c:pt>
                <c:pt idx="1265">
                  <c:v>0.416902444437</c:v>
                </c:pt>
                <c:pt idx="1266">
                  <c:v>0.416943957678</c:v>
                </c:pt>
                <c:pt idx="1267">
                  <c:v>0.416916156135</c:v>
                </c:pt>
                <c:pt idx="1268">
                  <c:v>0.4168188835</c:v>
                </c:pt>
                <c:pt idx="1269">
                  <c:v>0.416652046881</c:v>
                </c:pt>
                <c:pt idx="1270">
                  <c:v>0.416415617553</c:v>
                </c:pt>
                <c:pt idx="1271">
                  <c:v>0.416109631557</c:v>
                </c:pt>
                <c:pt idx="1272">
                  <c:v>0.415734190156</c:v>
                </c:pt>
                <c:pt idx="1273">
                  <c:v>0.41528946014</c:v>
                </c:pt>
                <c:pt idx="1274">
                  <c:v>0.414775673975</c:v>
                </c:pt>
                <c:pt idx="1275">
                  <c:v>0.414193129791</c:v>
                </c:pt>
                <c:pt idx="1276">
                  <c:v>0.413542191212</c:v>
                </c:pt>
                <c:pt idx="1277">
                  <c:v>0.412823287022</c:v>
                </c:pt>
                <c:pt idx="1278">
                  <c:v>0.412036910674</c:v>
                </c:pt>
                <c:pt idx="1279">
                  <c:v>0.411183619628</c:v>
                </c:pt>
                <c:pt idx="1280">
                  <c:v>0.410264034536</c:v>
                </c:pt>
                <c:pt idx="1281">
                  <c:v>0.409278838262</c:v>
                </c:pt>
                <c:pt idx="1282">
                  <c:v>0.40822877475</c:v>
                </c:pt>
                <c:pt idx="1283">
                  <c:v>0.407114647733</c:v>
                </c:pt>
                <c:pt idx="1284">
                  <c:v>0.405937319304</c:v>
                </c:pt>
                <c:pt idx="1285">
                  <c:v>0.404697708329</c:v>
                </c:pt>
                <c:pt idx="1286">
                  <c:v>0.403396788733</c:v>
                </c:pt>
                <c:pt idx="1287">
                  <c:v>0.40203558765</c:v>
                </c:pt>
                <c:pt idx="1288">
                  <c:v>0.400615183447</c:v>
                </c:pt>
                <c:pt idx="1289">
                  <c:v>0.399136703637</c:v>
                </c:pt>
                <c:pt idx="1290">
                  <c:v>0.397601322676</c:v>
                </c:pt>
                <c:pt idx="1291">
                  <c:v>0.396010259666</c:v>
                </c:pt>
                <c:pt idx="1292">
                  <c:v>0.394364775961</c:v>
                </c:pt>
                <c:pt idx="1293">
                  <c:v>0.392666172698</c:v>
                </c:pt>
                <c:pt idx="1294">
                  <c:v>0.39091578825</c:v>
                </c:pt>
                <c:pt idx="1295">
                  <c:v>0.389114995624</c:v>
                </c:pt>
                <c:pt idx="1296">
                  <c:v>0.387265199798</c:v>
                </c:pt>
                <c:pt idx="1297">
                  <c:v>0.385367835027</c:v>
                </c:pt>
                <c:pt idx="1298">
                  <c:v>0.383424362108</c:v>
                </c:pt>
                <c:pt idx="1299">
                  <c:v>0.381436265631</c:v>
                </c:pt>
                <c:pt idx="1300">
                  <c:v>0.379405051213</c:v>
                </c:pt>
                <c:pt idx="1301">
                  <c:v>0.377332242737</c:v>
                </c:pt>
                <c:pt idx="1302">
                  <c:v>0.375219379594</c:v>
                </c:pt>
                <c:pt idx="1303">
                  <c:v>0.373068013945</c:v>
                </c:pt>
                <c:pt idx="1304">
                  <c:v>0.370879708011</c:v>
                </c:pt>
                <c:pt idx="1305">
                  <c:v>0.368656031397</c:v>
                </c:pt>
                <c:pt idx="1306">
                  <c:v>0.36639855846</c:v>
                </c:pt>
                <c:pt idx="1307">
                  <c:v>0.36410886573</c:v>
                </c:pt>
                <c:pt idx="1308">
                  <c:v>0.361788529391</c:v>
                </c:pt>
                <c:pt idx="1309">
                  <c:v>0.359439122824</c:v>
                </c:pt>
                <c:pt idx="1310">
                  <c:v>0.357062214224</c:v>
                </c:pt>
                <c:pt idx="1311">
                  <c:v>0.3546593643</c:v>
                </c:pt>
                <c:pt idx="1312">
                  <c:v>0.352232124053</c:v>
                </c:pt>
                <c:pt idx="1313">
                  <c:v>0.34978203264</c:v>
                </c:pt>
                <c:pt idx="1314">
                  <c:v>0.347310615336</c:v>
                </c:pt>
                <c:pt idx="1315">
                  <c:v>0.344819381592</c:v>
                </c:pt>
                <c:pt idx="1316">
                  <c:v>0.342309823181</c:v>
                </c:pt>
                <c:pt idx="1317">
                  <c:v>0.339783412459</c:v>
                </c:pt>
                <c:pt idx="1318">
                  <c:v>0.337241600719</c:v>
                </c:pt>
                <c:pt idx="1319">
                  <c:v>0.334685816652</c:v>
                </c:pt>
                <c:pt idx="1320">
                  <c:v>0.332117464915</c:v>
                </c:pt>
                <c:pt idx="1321">
                  <c:v>0.329537924799</c:v>
                </c:pt>
                <c:pt idx="1322">
                  <c:v>0.326948549008</c:v>
                </c:pt>
                <c:pt idx="1323">
                  <c:v>0.324350662536</c:v>
                </c:pt>
                <c:pt idx="1324">
                  <c:v>0.321745561655</c:v>
                </c:pt>
                <c:pt idx="1325">
                  <c:v>0.319134512999</c:v>
                </c:pt>
                <c:pt idx="1326">
                  <c:v>0.316518752747</c:v>
                </c:pt>
                <c:pt idx="1327">
                  <c:v>0.313899485915</c:v>
                </c:pt>
                <c:pt idx="1328">
                  <c:v>0.311277885727</c:v>
                </c:pt>
                <c:pt idx="1329">
                  <c:v>0.308655093098</c:v>
                </c:pt>
                <c:pt idx="1330">
                  <c:v>0.30603221619</c:v>
                </c:pt>
                <c:pt idx="1331">
                  <c:v>0.303410330066</c:v>
                </c:pt>
                <c:pt idx="1332">
                  <c:v>0.300790476429</c:v>
                </c:pt>
                <c:pt idx="1333">
                  <c:v>0.29817366343</c:v>
                </c:pt>
                <c:pt idx="1334">
                  <c:v>0.295560865568</c:v>
                </c:pt>
                <c:pt idx="1335">
                  <c:v>0.292953023653</c:v>
                </c:pt>
                <c:pt idx="1336">
                  <c:v>0.290351044843</c:v>
                </c:pt>
                <c:pt idx="1337">
                  <c:v>0.287755802748</c:v>
                </c:pt>
                <c:pt idx="1338">
                  <c:v>0.285168137591</c:v>
                </c:pt>
                <c:pt idx="1339">
                  <c:v>0.282588856434</c:v>
                </c:pt>
                <c:pt idx="1340">
                  <c:v>0.280018733454</c:v>
                </c:pt>
                <c:pt idx="1341">
                  <c:v>0.277458510274</c:v>
                </c:pt>
                <c:pt idx="1342">
                  <c:v>0.274908896337</c:v>
                </c:pt>
                <c:pt idx="1343">
                  <c:v>0.272370569327</c:v>
                </c:pt>
                <c:pt idx="1344">
                  <c:v>0.269844175628</c:v>
                </c:pt>
                <c:pt idx="1345">
                  <c:v>0.26733033082</c:v>
                </c:pt>
                <c:pt idx="1346">
                  <c:v>0.264829620211</c:v>
                </c:pt>
                <c:pt idx="1347">
                  <c:v>0.262342599392</c:v>
                </c:pt>
                <c:pt idx="1348">
                  <c:v>0.259869794827</c:v>
                </c:pt>
                <c:pt idx="1349">
                  <c:v>0.257411704462</c:v>
                </c:pt>
                <c:pt idx="1350">
                  <c:v>0.254968798354</c:v>
                </c:pt>
                <c:pt idx="1351">
                  <c:v>0.252541519319</c:v>
                </c:pt>
                <c:pt idx="1352">
                  <c:v>0.2501302836</c:v>
                </c:pt>
                <c:pt idx="1353">
                  <c:v>0.247735481536</c:v>
                </c:pt>
                <c:pt idx="1354">
                  <c:v>0.245357478255</c:v>
                </c:pt>
                <c:pt idx="1355">
                  <c:v>0.242996614365</c:v>
                </c:pt>
                <c:pt idx="1356">
                  <c:v>0.240653206654</c:v>
                </c:pt>
                <c:pt idx="1357">
                  <c:v>0.238327548793</c:v>
                </c:pt>
                <c:pt idx="1358">
                  <c:v>0.236019912045</c:v>
                </c:pt>
                <c:pt idx="1359">
                  <c:v>0.233730545966</c:v>
                </c:pt>
                <c:pt idx="1360">
                  <c:v>0.231459679113</c:v>
                </c:pt>
                <c:pt idx="1361">
                  <c:v>0.229207519741</c:v>
                </c:pt>
                <c:pt idx="1362">
                  <c:v>0.2269742565</c:v>
                </c:pt>
                <c:pt idx="1363">
                  <c:v>0.224760059128</c:v>
                </c:pt>
                <c:pt idx="1364">
                  <c:v>0.222565079132</c:v>
                </c:pt>
                <c:pt idx="1365">
                  <c:v>0.220389450459</c:v>
                </c:pt>
                <c:pt idx="1366">
                  <c:v>0.218233290171</c:v>
                </c:pt>
                <c:pt idx="1367">
                  <c:v>0.216096699091</c:v>
                </c:pt>
                <c:pt idx="1368">
                  <c:v>0.213979762455</c:v>
                </c:pt>
                <c:pt idx="1369">
                  <c:v>0.211882550541</c:v>
                </c:pt>
                <c:pt idx="1370">
                  <c:v>0.209805119292</c:v>
                </c:pt>
                <c:pt idx="1371">
                  <c:v>0.207747510924</c:v>
                </c:pt>
                <c:pt idx="1372">
                  <c:v>0.205709754523</c:v>
                </c:pt>
                <c:pt idx="1373">
                  <c:v>0.203691866622</c:v>
                </c:pt>
                <c:pt idx="1374">
                  <c:v>0.201693851777</c:v>
                </c:pt>
                <c:pt idx="1375">
                  <c:v>0.19971570311</c:v>
                </c:pt>
                <c:pt idx="1376">
                  <c:v>0.197757402858</c:v>
                </c:pt>
                <c:pt idx="1377">
                  <c:v>0.195818922892</c:v>
                </c:pt>
                <c:pt idx="1378">
                  <c:v>0.19390022523</c:v>
                </c:pt>
                <c:pt idx="1379">
                  <c:v>0.192001262531</c:v>
                </c:pt>
                <c:pt idx="1380">
                  <c:v>0.190121978575</c:v>
                </c:pt>
                <c:pt idx="1381">
                  <c:v>0.188262308732</c:v>
                </c:pt>
                <c:pt idx="1382">
                  <c:v>0.186422180411</c:v>
                </c:pt>
                <c:pt idx="1383">
                  <c:v>0.184601513497</c:v>
                </c:pt>
                <c:pt idx="1384">
                  <c:v>0.182800220774</c:v>
                </c:pt>
                <c:pt idx="1385">
                  <c:v>0.181018208333</c:v>
                </c:pt>
                <c:pt idx="1386">
                  <c:v>0.179255375969</c:v>
                </c:pt>
                <c:pt idx="1387">
                  <c:v>0.177511617556</c:v>
                </c:pt>
                <c:pt idx="1388">
                  <c:v>0.175786821417</c:v>
                </c:pt>
                <c:pt idx="1389">
                  <c:v>0.174080870677</c:v>
                </c:pt>
                <c:pt idx="1390">
                  <c:v>0.172393643601</c:v>
                </c:pt>
                <c:pt idx="1391">
                  <c:v>0.170725013924</c:v>
                </c:pt>
                <c:pt idx="1392">
                  <c:v>0.169074851163</c:v>
                </c:pt>
                <c:pt idx="1393">
                  <c:v>0.167443020919</c:v>
                </c:pt>
                <c:pt idx="1394">
                  <c:v>0.165829385169</c:v>
                </c:pt>
                <c:pt idx="1395">
                  <c:v>0.164233802541</c:v>
                </c:pt>
                <c:pt idx="1396">
                  <c:v>0.162656128583</c:v>
                </c:pt>
                <c:pt idx="1397">
                  <c:v>0.161096216017</c:v>
                </c:pt>
                <c:pt idx="1398">
                  <c:v>0.159553914983</c:v>
                </c:pt>
                <c:pt idx="1399">
                  <c:v>0.158029073274</c:v>
                </c:pt>
                <c:pt idx="1400">
                  <c:v>0.156521536559</c:v>
                </c:pt>
                <c:pt idx="1401">
                  <c:v>0.155031148598</c:v>
                </c:pt>
                <c:pt idx="1402">
                  <c:v>0.153557751442</c:v>
                </c:pt>
                <c:pt idx="1403">
                  <c:v>0.152101185631</c:v>
                </c:pt>
                <c:pt idx="1404">
                  <c:v>0.150661290378</c:v>
                </c:pt>
                <c:pt idx="1405">
                  <c:v>0.149237903747</c:v>
                </c:pt>
                <c:pt idx="1406">
                  <c:v>0.147830862818</c:v>
                </c:pt>
                <c:pt idx="1407">
                  <c:v>0.14644000385</c:v>
                </c:pt>
                <c:pt idx="1408">
                  <c:v>0.145065162432</c:v>
                </c:pt>
                <c:pt idx="1409">
                  <c:v>0.143706173628</c:v>
                </c:pt>
                <c:pt idx="1410">
                  <c:v>0.142362872112</c:v>
                </c:pt>
                <c:pt idx="1411">
                  <c:v>0.1410350923</c:v>
                </c:pt>
                <c:pt idx="1412">
                  <c:v>0.139722668473</c:v>
                </c:pt>
                <c:pt idx="1413">
                  <c:v>0.138425434891</c:v>
                </c:pt>
                <c:pt idx="1414">
                  <c:v>0.137143225908</c:v>
                </c:pt>
                <c:pt idx="1415">
                  <c:v>0.135875876071</c:v>
                </c:pt>
                <c:pt idx="1416">
                  <c:v>0.134623220221</c:v>
                </c:pt>
                <c:pt idx="1417">
                  <c:v>0.133385093587</c:v>
                </c:pt>
                <c:pt idx="1418">
                  <c:v>0.132161331871</c:v>
                </c:pt>
                <c:pt idx="1419">
                  <c:v>0.13095177133</c:v>
                </c:pt>
                <c:pt idx="1420">
                  <c:v>0.129756248856</c:v>
                </c:pt>
                <c:pt idx="1421">
                  <c:v>0.128574602043</c:v>
                </c:pt>
                <c:pt idx="1422">
                  <c:v>0.127406669264</c:v>
                </c:pt>
                <c:pt idx="1423">
                  <c:v>0.126252289725</c:v>
                </c:pt>
                <c:pt idx="1424">
                  <c:v>0.125111303531</c:v>
                </c:pt>
                <c:pt idx="1425">
                  <c:v>0.123983551739</c:v>
                </c:pt>
                <c:pt idx="1426">
                  <c:v>0.122868876408</c:v>
                </c:pt>
                <c:pt idx="1427">
                  <c:v>0.121767120652</c:v>
                </c:pt>
                <c:pt idx="1428">
                  <c:v>0.12067812868</c:v>
                </c:pt>
                <c:pt idx="1429">
                  <c:v>0.119601745839</c:v>
                </c:pt>
                <c:pt idx="1430">
                  <c:v>0.118537818652</c:v>
                </c:pt>
                <c:pt idx="1431">
                  <c:v>0.117486194855</c:v>
                </c:pt>
                <c:pt idx="1432">
                  <c:v>0.116446723424</c:v>
                </c:pt>
                <c:pt idx="1433">
                  <c:v>0.115419254612</c:v>
                </c:pt>
                <c:pt idx="1434">
                  <c:v>0.11440363997</c:v>
                </c:pt>
                <c:pt idx="1435">
                  <c:v>0.113399732373</c:v>
                </c:pt>
                <c:pt idx="1436">
                  <c:v>0.112407386044</c:v>
                </c:pt>
                <c:pt idx="1437">
                  <c:v>0.111426456571</c:v>
                </c:pt>
                <c:pt idx="1438">
                  <c:v>0.110456800928</c:v>
                </c:pt>
                <c:pt idx="1439">
                  <c:v>0.109498277488</c:v>
                </c:pt>
                <c:pt idx="1440">
                  <c:v>0.108550746037</c:v>
                </c:pt>
                <c:pt idx="1441">
                  <c:v>0.107614067789</c:v>
                </c:pt>
                <c:pt idx="1442">
                  <c:v>0.106688105392</c:v>
                </c:pt>
                <c:pt idx="1443">
                  <c:v>0.10577272294</c:v>
                </c:pt>
                <c:pt idx="1444">
                  <c:v>0.104867785979</c:v>
                </c:pt>
                <c:pt idx="1445">
                  <c:v>0.103973161512</c:v>
                </c:pt>
                <c:pt idx="1446">
                  <c:v>0.103088718005</c:v>
                </c:pt>
                <c:pt idx="1447">
                  <c:v>0.102214325387</c:v>
                </c:pt>
                <c:pt idx="1448">
                  <c:v>0.101349855057</c:v>
                </c:pt>
                <c:pt idx="1449">
                  <c:v>0.100495179877</c:v>
                </c:pt>
                <c:pt idx="1450">
                  <c:v>0.0996501741784</c:v>
                </c:pt>
                <c:pt idx="1451">
                  <c:v>0.0988147137584</c:v>
                </c:pt>
                <c:pt idx="1452">
                  <c:v>0.0979886758757</c:v>
                </c:pt>
                <c:pt idx="1453">
                  <c:v>0.0971719392489</c:v>
                </c:pt>
                <c:pt idx="1454">
                  <c:v>0.0963643840517</c:v>
                </c:pt>
                <c:pt idx="1455">
                  <c:v>0.095565891908</c:v>
                </c:pt>
                <c:pt idx="1456">
                  <c:v>0.0947763458862</c:v>
                </c:pt>
                <c:pt idx="1457">
                  <c:v>0.0939956304924</c:v>
                </c:pt>
                <c:pt idx="1458">
                  <c:v>0.0932236316637</c:v>
                </c:pt>
                <c:pt idx="1459">
                  <c:v>0.0924602367601</c:v>
                </c:pt>
                <c:pt idx="1460">
                  <c:v>0.0917053345562</c:v>
                </c:pt>
                <c:pt idx="1461">
                  <c:v>0.0909588152325</c:v>
                </c:pt>
                <c:pt idx="1462">
                  <c:v>0.0902205703662</c:v>
                </c:pt>
                <c:pt idx="1463">
                  <c:v>0.0894904929211</c:v>
                </c:pt>
                <c:pt idx="1464">
                  <c:v>0.0887684772374</c:v>
                </c:pt>
                <c:pt idx="1465">
                  <c:v>0.0880544190214</c:v>
                </c:pt>
                <c:pt idx="1466">
                  <c:v>0.0873482153345</c:v>
                </c:pt>
                <c:pt idx="1467">
                  <c:v>0.0866497645815</c:v>
                </c:pt>
                <c:pt idx="1468">
                  <c:v>0.0859589664996</c:v>
                </c:pt>
                <c:pt idx="1469">
                  <c:v>0.0852757221462</c:v>
                </c:pt>
                <c:pt idx="1470">
                  <c:v>0.0845999338869</c:v>
                </c:pt>
                <c:pt idx="1471">
                  <c:v>0.0839315053831</c:v>
                </c:pt>
                <c:pt idx="1472">
                  <c:v>0.0832703415798</c:v>
                </c:pt>
                <c:pt idx="1473">
                  <c:v>0.0826163486925</c:v>
                </c:pt>
                <c:pt idx="1474">
                  <c:v>0.0819694341945</c:v>
                </c:pt>
                <c:pt idx="1475">
                  <c:v>0.081329506804</c:v>
                </c:pt>
                <c:pt idx="1476">
                  <c:v>0.080696476471</c:v>
                </c:pt>
                <c:pt idx="1477">
                  <c:v>0.0800702543638</c:v>
                </c:pt>
                <c:pt idx="1478">
                  <c:v>0.0794507528562</c:v>
                </c:pt>
                <c:pt idx="1479">
                  <c:v>0.0788378855136</c:v>
                </c:pt>
                <c:pt idx="1480">
                  <c:v>0.0782315670798</c:v>
                </c:pt>
                <c:pt idx="1481">
                  <c:v>0.0776317134638</c:v>
                </c:pt>
                <c:pt idx="1482">
                  <c:v>0.0770382417257</c:v>
                </c:pt>
                <c:pt idx="1483">
                  <c:v>0.0764510700636</c:v>
                </c:pt>
                <c:pt idx="1484">
                  <c:v>0.0758701178</c:v>
                </c:pt>
                <c:pt idx="1485">
                  <c:v>0.0752953053683</c:v>
                </c:pt>
                <c:pt idx="1486">
                  <c:v>0.0747265542992</c:v>
                </c:pt>
                <c:pt idx="1487">
                  <c:v>0.074163787207</c:v>
                </c:pt>
                <c:pt idx="1488">
                  <c:v>0.0736069277768</c:v>
                </c:pt>
                <c:pt idx="1489">
                  <c:v>0.0730559007502</c:v>
                </c:pt>
                <c:pt idx="1490">
                  <c:v>0.0725106319128</c:v>
                </c:pt>
                <c:pt idx="1491">
                  <c:v>0.0719710480801</c:v>
                </c:pt>
                <c:pt idx="1492">
                  <c:v>0.071437077085</c:v>
                </c:pt>
                <c:pt idx="1493">
                  <c:v>0.0709086477638</c:v>
                </c:pt>
                <c:pt idx="1494">
                  <c:v>0.0703856899438</c:v>
                </c:pt>
                <c:pt idx="1495">
                  <c:v>0.0698681344299</c:v>
                </c:pt>
                <c:pt idx="1496">
                  <c:v>0.0693559129918</c:v>
                </c:pt>
                <c:pt idx="1497">
                  <c:v>0.068848958351</c:v>
                </c:pt>
                <c:pt idx="1498">
                  <c:v>0.0683472041681</c:v>
                </c:pt>
                <c:pt idx="1499">
                  <c:v>0.0678505850303</c:v>
                </c:pt>
                <c:pt idx="1500">
                  <c:v>0.0673590364386</c:v>
                </c:pt>
                <c:pt idx="1501">
                  <c:v>0.0668724947953</c:v>
                </c:pt>
                <c:pt idx="1502">
                  <c:v>0.0663908973919</c:v>
                </c:pt>
                <c:pt idx="1503">
                  <c:v>0.0659141823968</c:v>
                </c:pt>
                <c:pt idx="1504">
                  <c:v>0.0654422888431</c:v>
                </c:pt>
                <c:pt idx="1505">
                  <c:v>0.0649751566164</c:v>
                </c:pt>
                <c:pt idx="1506">
                  <c:v>0.0645127264433</c:v>
                </c:pt>
                <c:pt idx="1507">
                  <c:v>0.0640549398794</c:v>
                </c:pt>
                <c:pt idx="1508">
                  <c:v>0.0636017392977</c:v>
                </c:pt>
                <c:pt idx="1509">
                  <c:v>0.0631530678769</c:v>
                </c:pt>
                <c:pt idx="1510">
                  <c:v>0.0627088695903</c:v>
                </c:pt>
                <c:pt idx="1511">
                  <c:v>0.0622690891943</c:v>
                </c:pt>
                <c:pt idx="1512">
                  <c:v>0.0618336722173</c:v>
                </c:pt>
                <c:pt idx="1513">
                  <c:v>0.0614025649488</c:v>
                </c:pt>
                <c:pt idx="1514">
                  <c:v>0.0609757144281</c:v>
                </c:pt>
                <c:pt idx="1515">
                  <c:v>0.0605530684342</c:v>
                </c:pt>
                <c:pt idx="1516">
                  <c:v>0.0601345754744</c:v>
                </c:pt>
                <c:pt idx="1517">
                  <c:v>0.0597201847743</c:v>
                </c:pt>
                <c:pt idx="1518">
                  <c:v>0.0593098462672</c:v>
                </c:pt>
                <c:pt idx="1519">
                  <c:v>0.0589035105841</c:v>
                </c:pt>
                <c:pt idx="1520">
                  <c:v>0.0585011290431</c:v>
                </c:pt>
                <c:pt idx="1521">
                  <c:v>0.0581026536398</c:v>
                </c:pt>
                <c:pt idx="1522">
                  <c:v>0.0577080370373</c:v>
                </c:pt>
                <c:pt idx="1523">
                  <c:v>0.0573172325564</c:v>
                </c:pt>
                <c:pt idx="1524">
                  <c:v>0.056930194166</c:v>
                </c:pt>
                <c:pt idx="1525">
                  <c:v>0.0565468764737</c:v>
                </c:pt>
                <c:pt idx="1526">
                  <c:v>0.0561672347164</c:v>
                </c:pt>
                <c:pt idx="1527">
                  <c:v>0.0557912247509</c:v>
                </c:pt>
                <c:pt idx="1528">
                  <c:v>0.055418803045</c:v>
                </c:pt>
                <c:pt idx="1529">
                  <c:v>0.0550499266683</c:v>
                </c:pt>
                <c:pt idx="1530">
                  <c:v>0.0546845532837</c:v>
                </c:pt>
                <c:pt idx="1531">
                  <c:v>0.0543226411381</c:v>
                </c:pt>
                <c:pt idx="1532">
                  <c:v>0.0539641490543</c:v>
                </c:pt>
                <c:pt idx="1533">
                  <c:v>0.0536090364222</c:v>
                </c:pt>
                <c:pt idx="1534">
                  <c:v>0.0532572631903</c:v>
                </c:pt>
                <c:pt idx="1535">
                  <c:v>0.0529087898579</c:v>
                </c:pt>
                <c:pt idx="1536">
                  <c:v>0.0525635774664</c:v>
                </c:pt>
                <c:pt idx="1537">
                  <c:v>0.0522215875919</c:v>
                </c:pt>
                <c:pt idx="1538">
                  <c:v>0.0518827823365</c:v>
                </c:pt>
                <c:pt idx="1539">
                  <c:v>0.0515471243211</c:v>
                </c:pt>
                <c:pt idx="1540">
                  <c:v>0.0512145766775</c:v>
                </c:pt>
                <c:pt idx="1541">
                  <c:v>0.050885103041</c:v>
                </c:pt>
                <c:pt idx="1542">
                  <c:v>0.0505586675424</c:v>
                </c:pt>
                <c:pt idx="1543">
                  <c:v>0.0502352348012</c:v>
                </c:pt>
                <c:pt idx="1544">
                  <c:v>0.0499147699183</c:v>
                </c:pt>
                <c:pt idx="1545">
                  <c:v>0.0495972384686</c:v>
                </c:pt>
                <c:pt idx="1546">
                  <c:v>0.0492826064939</c:v>
                </c:pt>
                <c:pt idx="1547">
                  <c:v>0.0489708404964</c:v>
                </c:pt>
                <c:pt idx="1548">
                  <c:v>0.0486619074314</c:v>
                </c:pt>
                <c:pt idx="1549">
                  <c:v>0.0483557747009</c:v>
                </c:pt>
                <c:pt idx="1550">
                  <c:v>0.0480524101469</c:v>
                </c:pt>
                <c:pt idx="1551">
                  <c:v>0.0477517820447</c:v>
                </c:pt>
                <c:pt idx="1552">
                  <c:v>0.0474538590966</c:v>
                </c:pt>
                <c:pt idx="1553">
                  <c:v>0.0471586104256</c:v>
                </c:pt>
                <c:pt idx="1554">
                  <c:v>0.0468660055691</c:v>
                </c:pt>
                <c:pt idx="1555">
                  <c:v>0.0465760144728</c:v>
                </c:pt>
                <c:pt idx="1556">
                  <c:v>0.0462886074847</c:v>
                </c:pt>
                <c:pt idx="1557">
                  <c:v>0.0460037553488</c:v>
                </c:pt>
                <c:pt idx="1558">
                  <c:v>0.0457214291999</c:v>
                </c:pt>
                <c:pt idx="1559">
                  <c:v>0.045441600557</c:v>
                </c:pt>
                <c:pt idx="1560">
                  <c:v>0.0451642413185</c:v>
                </c:pt>
                <c:pt idx="1561">
                  <c:v>0.0448893237556</c:v>
                </c:pt>
                <c:pt idx="1562">
                  <c:v>0.0446168205079</c:v>
                </c:pt>
                <c:pt idx="1563">
                  <c:v>0.0443467045769</c:v>
                </c:pt>
                <c:pt idx="1564">
                  <c:v>0.0440789493215</c:v>
                </c:pt>
                <c:pt idx="1565">
                  <c:v>0.0438135284521</c:v>
                </c:pt>
                <c:pt idx="1566">
                  <c:v>0.0435504160259</c:v>
                </c:pt>
                <c:pt idx="1567">
                  <c:v>0.0432895864414</c:v>
                </c:pt>
                <c:pt idx="1568">
                  <c:v>0.0430310144338</c:v>
                </c:pt>
                <c:pt idx="1569">
                  <c:v>0.0427746750697</c:v>
                </c:pt>
                <c:pt idx="1570">
                  <c:v>0.0425205437423</c:v>
                </c:pt>
                <c:pt idx="1571">
                  <c:v>0.0422685961666</c:v>
                </c:pt>
                <c:pt idx="1572">
                  <c:v>0.042018808375</c:v>
                </c:pt>
                <c:pt idx="1573">
                  <c:v>0.0417711567122</c:v>
                </c:pt>
                <c:pt idx="1574">
                  <c:v>0.0415256178307</c:v>
                </c:pt>
                <c:pt idx="1575">
                  <c:v>0.0412821686867</c:v>
                </c:pt>
                <c:pt idx="1576">
                  <c:v>0.0410407865351</c:v>
                </c:pt>
                <c:pt idx="1577">
                  <c:v>0.0408014489256</c:v>
                </c:pt>
                <c:pt idx="1578">
                  <c:v>0.0405641336981</c:v>
                </c:pt>
                <c:pt idx="1579">
                  <c:v>0.0403288189786</c:v>
                </c:pt>
                <c:pt idx="1580">
                  <c:v>0.0400954831751</c:v>
                </c:pt>
                <c:pt idx="1581">
                  <c:v>0.0398641049732</c:v>
                </c:pt>
                <c:pt idx="1582">
                  <c:v>0.0396346633325</c:v>
                </c:pt>
                <c:pt idx="1583">
                  <c:v>0.0394071374824</c:v>
                </c:pt>
                <c:pt idx="1584">
                  <c:v>0.039181506918</c:v>
                </c:pt>
                <c:pt idx="1585">
                  <c:v>0.0389577513967</c:v>
                </c:pt>
                <c:pt idx="1586">
                  <c:v>0.0387358509339</c:v>
                </c:pt>
                <c:pt idx="1587">
                  <c:v>0.0385157857998</c:v>
                </c:pt>
                <c:pt idx="1588">
                  <c:v>0.0382975365151</c:v>
                </c:pt>
                <c:pt idx="1589">
                  <c:v>0.0380810838481</c:v>
                </c:pt>
                <c:pt idx="1590">
                  <c:v>0.0378664088106</c:v>
                </c:pt>
                <c:pt idx="1591">
                  <c:v>0.0376534926545</c:v>
                </c:pt>
                <c:pt idx="1592">
                  <c:v>0.0374423168685</c:v>
                </c:pt>
                <c:pt idx="1593">
                  <c:v>0.0372328631747</c:v>
                </c:pt>
                <c:pt idx="1594">
                  <c:v>0.0370251135251</c:v>
                </c:pt>
                <c:pt idx="1595">
                  <c:v>0.0368190500983</c:v>
                </c:pt>
                <c:pt idx="1596">
                  <c:v>0.0366146552966</c:v>
                </c:pt>
                <c:pt idx="1597">
                  <c:v>0.0364119117422</c:v>
                </c:pt>
                <c:pt idx="1598">
                  <c:v>0.0362108022749</c:v>
                </c:pt>
                <c:pt idx="1599">
                  <c:v>0.036011309948</c:v>
                </c:pt>
                <c:pt idx="1600">
                  <c:v>0.0358134180262</c:v>
                </c:pt>
                <c:pt idx="1601">
                  <c:v>0.035617109982</c:v>
                </c:pt>
                <c:pt idx="1602">
                  <c:v>0.035422369493</c:v>
                </c:pt>
                <c:pt idx="1603">
                  <c:v>0.0352291804388</c:v>
                </c:pt>
                <c:pt idx="1604">
                  <c:v>0.0350375268985</c:v>
                </c:pt>
                <c:pt idx="1605">
                  <c:v>0.0348473931474</c:v>
                </c:pt>
                <c:pt idx="1606">
                  <c:v>0.0346587636548</c:v>
                </c:pt>
                <c:pt idx="1607">
                  <c:v>0.0344716230807</c:v>
                </c:pt>
                <c:pt idx="1608">
                  <c:v>0.0342859562735</c:v>
                </c:pt>
                <c:pt idx="1609">
                  <c:v>0.0341017482671</c:v>
                </c:pt>
                <c:pt idx="1610">
                  <c:v>0.0339189842787</c:v>
                </c:pt>
                <c:pt idx="1611">
                  <c:v>0.0337376497057</c:v>
                </c:pt>
                <c:pt idx="1612">
                  <c:v>0.0335577301236</c:v>
                </c:pt>
                <c:pt idx="1613">
                  <c:v>0.0333792112831</c:v>
                </c:pt>
                <c:pt idx="1614">
                  <c:v>0.0332020791083</c:v>
                </c:pt>
                <c:pt idx="1615">
                  <c:v>0.0330263196935</c:v>
                </c:pt>
                <c:pt idx="1616">
                  <c:v>0.0328519193015</c:v>
                </c:pt>
                <c:pt idx="1617">
                  <c:v>0.0326788643609</c:v>
                </c:pt>
                <c:pt idx="1618">
                  <c:v>0.0325071414638</c:v>
                </c:pt>
                <c:pt idx="1619">
                  <c:v>0.0323367373637</c:v>
                </c:pt>
                <c:pt idx="1620">
                  <c:v>0.0321676389733</c:v>
                </c:pt>
                <c:pt idx="1621">
                  <c:v>0.0319998333621</c:v>
                </c:pt>
                <c:pt idx="1622">
                  <c:v>0.0318333077541</c:v>
                </c:pt>
                <c:pt idx="1623">
                  <c:v>0.0316680495263</c:v>
                </c:pt>
                <c:pt idx="1624">
                  <c:v>0.0315040462059</c:v>
                </c:pt>
                <c:pt idx="1625">
                  <c:v>0.0313412854687</c:v>
                </c:pt>
                <c:pt idx="1626">
                  <c:v>0.031179755137</c:v>
                </c:pt>
                <c:pt idx="1627">
                  <c:v>0.0310194431771</c:v>
                </c:pt>
                <c:pt idx="1628">
                  <c:v>0.0308603376982</c:v>
                </c:pt>
                <c:pt idx="1629">
                  <c:v>0.0307024269496</c:v>
                </c:pt>
                <c:pt idx="1630">
                  <c:v>0.0305456993196</c:v>
                </c:pt>
                <c:pt idx="1631">
                  <c:v>0.0303901433327</c:v>
                </c:pt>
                <c:pt idx="1632">
                  <c:v>0.0302357476485</c:v>
                </c:pt>
                <c:pt idx="1633">
                  <c:v>0.0300825010597</c:v>
                </c:pt>
                <c:pt idx="1634">
                  <c:v>0.02993039249</c:v>
                </c:pt>
                <c:pt idx="1635">
                  <c:v>0.0297794109927</c:v>
                </c:pt>
                <c:pt idx="1636">
                  <c:v>0.0296295457485</c:v>
                </c:pt>
                <c:pt idx="1637">
                  <c:v>0.0294807860644</c:v>
                </c:pt>
                <c:pt idx="1638">
                  <c:v>0.0293331213716</c:v>
                </c:pt>
                <c:pt idx="1639">
                  <c:v>0.0291865412236</c:v>
                </c:pt>
                <c:pt idx="1640">
                  <c:v>0.0290410352954</c:v>
                </c:pt>
                <c:pt idx="1641">
                  <c:v>0.0288965933808</c:v>
                </c:pt>
                <c:pt idx="1642">
                  <c:v>0.0287532053916</c:v>
                </c:pt>
                <c:pt idx="1643">
                  <c:v>0.0286108613559</c:v>
                </c:pt>
                <c:pt idx="1644">
                  <c:v>0.0284695514162</c:v>
                </c:pt>
                <c:pt idx="1645">
                  <c:v>0.0283292658281</c:v>
                </c:pt>
                <c:pt idx="1646">
                  <c:v>0.028189994959</c:v>
                </c:pt>
                <c:pt idx="1647">
                  <c:v>0.0280517292862</c:v>
                </c:pt>
                <c:pt idx="1648">
                  <c:v>0.0279144593958</c:v>
                </c:pt>
                <c:pt idx="1649">
                  <c:v>0.0277781759811</c:v>
                </c:pt>
                <c:pt idx="1650">
                  <c:v>0.0276428698413</c:v>
                </c:pt>
                <c:pt idx="1651">
                  <c:v>0.0275085318797</c:v>
                </c:pt>
                <c:pt idx="1652">
                  <c:v>0.0273751531031</c:v>
                </c:pt>
                <c:pt idx="1653">
                  <c:v>0.0272427246196</c:v>
                </c:pt>
                <c:pt idx="1654">
                  <c:v>0.0271112376378</c:v>
                </c:pt>
                <c:pt idx="1655">
                  <c:v>0.0269806834655</c:v>
                </c:pt>
                <c:pt idx="1656">
                  <c:v>0.026851053508</c:v>
                </c:pt>
                <c:pt idx="1657">
                  <c:v>0.0267223392673</c:v>
                </c:pt>
                <c:pt idx="1658">
                  <c:v>0.0265945323404</c:v>
                </c:pt>
                <c:pt idx="1659">
                  <c:v>0.0264676244185</c:v>
                </c:pt>
                <c:pt idx="1660">
                  <c:v>0.0263416072854</c:v>
                </c:pt>
                <c:pt idx="1661">
                  <c:v>0.0262164728166</c:v>
                </c:pt>
                <c:pt idx="1662">
                  <c:v>0.0260922129778</c:v>
                </c:pt>
                <c:pt idx="1663">
                  <c:v>0.0259688198241</c:v>
                </c:pt>
                <c:pt idx="1664">
                  <c:v>0.0258462854986</c:v>
                </c:pt>
                <c:pt idx="1665">
                  <c:v>0.0257246022312</c:v>
                </c:pt>
                <c:pt idx="1666">
                  <c:v>0.0256037623377</c:v>
                </c:pt>
                <c:pt idx="1667">
                  <c:v>0.0254837582188</c:v>
                </c:pt>
                <c:pt idx="1668">
                  <c:v>0.0253645823585</c:v>
                </c:pt>
                <c:pt idx="1669">
                  <c:v>0.0252462273236</c:v>
                </c:pt>
                <c:pt idx="1670">
                  <c:v>0.0251286857623</c:v>
                </c:pt>
                <c:pt idx="1671">
                  <c:v>0.0250119504031</c:v>
                </c:pt>
                <c:pt idx="1672">
                  <c:v>0.0248960140544</c:v>
                </c:pt>
                <c:pt idx="1673">
                  <c:v>0.0247808696025</c:v>
                </c:pt>
                <c:pt idx="1674">
                  <c:v>0.0246665100115</c:v>
                </c:pt>
                <c:pt idx="1675">
                  <c:v>0.0245529283218</c:v>
                </c:pt>
                <c:pt idx="1676">
                  <c:v>0.0244401176494</c:v>
                </c:pt>
                <c:pt idx="1677">
                  <c:v>0.0243280711848</c:v>
                </c:pt>
                <c:pt idx="1678">
                  <c:v>0.0242167821919</c:v>
                </c:pt>
                <c:pt idx="1679">
                  <c:v>0.0241062440076</c:v>
                </c:pt>
                <c:pt idx="1680">
                  <c:v>0.0239964500404</c:v>
                </c:pt>
                <c:pt idx="1681">
                  <c:v>0.0238873937696</c:v>
                </c:pt>
                <c:pt idx="1682">
                  <c:v>0.0237790687446</c:v>
                </c:pt>
                <c:pt idx="1683">
                  <c:v>0.023671468584</c:v>
                </c:pt>
                <c:pt idx="1684">
                  <c:v>0.0235645869743</c:v>
                </c:pt>
                <c:pt idx="1685">
                  <c:v>0.0234584176697</c:v>
                </c:pt>
                <c:pt idx="1686">
                  <c:v>0.0233529544909</c:v>
                </c:pt>
                <c:pt idx="1687">
                  <c:v>0.0232481913242</c:v>
                </c:pt>
                <c:pt idx="1688">
                  <c:v>0.023144122121</c:v>
                </c:pt>
                <c:pt idx="1689">
                  <c:v>0.0230407408967</c:v>
                </c:pt>
                <c:pt idx="1690">
                  <c:v>0.0229380417301</c:v>
                </c:pt>
                <c:pt idx="1691">
                  <c:v>0.0228360187624</c:v>
                </c:pt>
                <c:pt idx="1692">
                  <c:v>0.0227346661968</c:v>
                </c:pt>
                <c:pt idx="1693">
                  <c:v>0.0226339782973</c:v>
                </c:pt>
                <c:pt idx="1694">
                  <c:v>0.0225339493884</c:v>
                </c:pt>
                <c:pt idx="1695">
                  <c:v>0.0224345738539</c:v>
                </c:pt>
                <c:pt idx="1696">
                  <c:v>0.0223358461365</c:v>
                </c:pt>
                <c:pt idx="1697">
                  <c:v>0.0222377607371</c:v>
                </c:pt>
                <c:pt idx="1698">
                  <c:v>0.0221403122139</c:v>
                </c:pt>
                <c:pt idx="1699">
                  <c:v>0.0220434951817</c:v>
                </c:pt>
                <c:pt idx="1700">
                  <c:v>0.0219473043114</c:v>
                </c:pt>
                <c:pt idx="1701">
                  <c:v>0.0218517343293</c:v>
                </c:pt>
                <c:pt idx="1702">
                  <c:v>0.0217567800161</c:v>
                </c:pt>
                <c:pt idx="1703">
                  <c:v>0.0216624362067</c:v>
                </c:pt>
                <c:pt idx="1704">
                  <c:v>0.0215686977894</c:v>
                </c:pt>
                <c:pt idx="1705">
                  <c:v>0.021475559705</c:v>
                </c:pt>
                <c:pt idx="1706">
                  <c:v>0.0213830169465</c:v>
                </c:pt>
                <c:pt idx="1707">
                  <c:v>0.0212910645583</c:v>
                </c:pt>
                <c:pt idx="1708">
                  <c:v>0.0211996976357</c:v>
                </c:pt>
                <c:pt idx="1709">
                  <c:v>0.0211089113241</c:v>
                </c:pt>
                <c:pt idx="1710">
                  <c:v>0.0210187008187</c:v>
                </c:pt>
                <c:pt idx="1711">
                  <c:v>0.0209290613636</c:v>
                </c:pt>
                <c:pt idx="1712">
                  <c:v>0.0208399882514</c:v>
                </c:pt>
                <c:pt idx="1713">
                  <c:v>0.0207514768225</c:v>
                </c:pt>
                <c:pt idx="1714">
                  <c:v>0.0206635224648</c:v>
                </c:pt>
                <c:pt idx="1715">
                  <c:v>0.0205761206128</c:v>
                </c:pt>
                <c:pt idx="1716">
                  <c:v>0.0204892667472</c:v>
                </c:pt>
                <c:pt idx="1717">
                  <c:v>0.0204029563945</c:v>
                </c:pt>
                <c:pt idx="1718">
                  <c:v>0.0203171851261</c:v>
                </c:pt>
                <c:pt idx="1719">
                  <c:v>0.0202319485582</c:v>
                </c:pt>
                <c:pt idx="1720">
                  <c:v>0.020147242351</c:v>
                </c:pt>
                <c:pt idx="1721">
                  <c:v>0.0200630622082</c:v>
                </c:pt>
                <c:pt idx="1722">
                  <c:v>0.0199794038765</c:v>
                </c:pt>
                <c:pt idx="1723">
                  <c:v>0.0198962631454</c:v>
                </c:pt>
                <c:pt idx="1724">
                  <c:v>0.0198136358463</c:v>
                </c:pt>
                <c:pt idx="1725">
                  <c:v>0.0197315178519</c:v>
                </c:pt>
                <c:pt idx="1726">
                  <c:v>0.0196499050765</c:v>
                </c:pt>
                <c:pt idx="1727">
                  <c:v>0.0195687934746</c:v>
                </c:pt>
                <c:pt idx="1728">
                  <c:v>0.0194881790409</c:v>
                </c:pt>
                <c:pt idx="1729">
                  <c:v>0.01940805781</c:v>
                </c:pt>
                <c:pt idx="1730">
                  <c:v>0.0193284258554</c:v>
                </c:pt>
                <c:pt idx="1731">
                  <c:v>0.0192492792896</c:v>
                </c:pt>
                <c:pt idx="1732">
                  <c:v>0.0191706142633</c:v>
                </c:pt>
                <c:pt idx="1733">
                  <c:v>0.0190924269651</c:v>
                </c:pt>
                <c:pt idx="1734">
                  <c:v>0.019014713621</c:v>
                </c:pt>
                <c:pt idx="1735">
                  <c:v>0.0189374704942</c:v>
                </c:pt>
                <c:pt idx="1736">
                  <c:v>0.0188606938843</c:v>
                </c:pt>
                <c:pt idx="1737">
                  <c:v>0.0187843801271</c:v>
                </c:pt>
                <c:pt idx="1738">
                  <c:v>0.0187085255944</c:v>
                </c:pt>
                <c:pt idx="1739">
                  <c:v>0.0186331266929</c:v>
                </c:pt>
                <c:pt idx="1740">
                  <c:v>0.0185581798648</c:v>
                </c:pt>
                <c:pt idx="1741">
                  <c:v>0.0184836815865</c:v>
                </c:pt>
                <c:pt idx="1742">
                  <c:v>0.0184096283686</c:v>
                </c:pt>
                <c:pt idx="1743">
                  <c:v>0.0183360167556</c:v>
                </c:pt>
                <c:pt idx="1744">
                  <c:v>0.0182628433255</c:v>
                </c:pt>
                <c:pt idx="1745">
                  <c:v>0.0181901046891</c:v>
                </c:pt>
                <c:pt idx="1746">
                  <c:v>0.01811779749</c:v>
                </c:pt>
                <c:pt idx="1747">
                  <c:v>0.0180459184041</c:v>
                </c:pt>
                <c:pt idx="1748">
                  <c:v>0.0179744641391</c:v>
                </c:pt>
                <c:pt idx="1749">
                  <c:v>0.0179034314344</c:v>
                </c:pt>
                <c:pt idx="1750">
                  <c:v>0.0178328170606</c:v>
                </c:pt>
                <c:pt idx="1751">
                  <c:v>0.0177626178192</c:v>
                </c:pt>
                <c:pt idx="1752">
                  <c:v>0.0176928305422</c:v>
                </c:pt>
                <c:pt idx="1753">
                  <c:v>0.0176234520917</c:v>
                </c:pt>
                <c:pt idx="1754">
                  <c:v>0.0175544793599</c:v>
                </c:pt>
                <c:pt idx="1755">
                  <c:v>0.0174859092682</c:v>
                </c:pt>
                <c:pt idx="1756">
                  <c:v>0.0174177387674</c:v>
                </c:pt>
                <c:pt idx="1757">
                  <c:v>0.0173499648372</c:v>
                </c:pt>
                <c:pt idx="1758">
                  <c:v>0.0172825844858</c:v>
                </c:pt>
                <c:pt idx="1759">
                  <c:v>0.0172155947495</c:v>
                </c:pt>
                <c:pt idx="1760">
                  <c:v>0.0171489926927</c:v>
                </c:pt>
                <c:pt idx="1761">
                  <c:v>0.0170827754073</c:v>
                </c:pt>
                <c:pt idx="1762">
                  <c:v>0.0170169400127</c:v>
                </c:pt>
                <c:pt idx="1763">
                  <c:v>0.016951483655</c:v>
                </c:pt>
                <c:pt idx="1764">
                  <c:v>0.0168864035074</c:v>
                </c:pt>
                <c:pt idx="1765">
                  <c:v>0.0168216967691</c:v>
                </c:pt>
                <c:pt idx="1766">
                  <c:v>0.0167573606658</c:v>
                </c:pt>
                <c:pt idx="1767">
                  <c:v>0.0166933924488</c:v>
                </c:pt>
                <c:pt idx="1768">
                  <c:v>0.016629789395</c:v>
                </c:pt>
                <c:pt idx="1769">
                  <c:v>0.0165665488066</c:v>
                </c:pt>
                <c:pt idx="1770">
                  <c:v>0.0165036680108</c:v>
                </c:pt>
                <c:pt idx="1771">
                  <c:v>0.0164411443595</c:v>
                </c:pt>
                <c:pt idx="1772">
                  <c:v>0.0163789752291</c:v>
                </c:pt>
                <c:pt idx="1773">
                  <c:v>0.0163171580202</c:v>
                </c:pt>
                <c:pt idx="1774">
                  <c:v>0.0162556901571</c:v>
                </c:pt>
                <c:pt idx="1775">
                  <c:v>0.016194569088</c:v>
                </c:pt>
                <c:pt idx="1776">
                  <c:v>0.0161337922845</c:v>
                </c:pt>
                <c:pt idx="1777">
                  <c:v>0.016073357241</c:v>
                </c:pt>
                <c:pt idx="1778">
                  <c:v>0.0160132614752</c:v>
                </c:pt>
                <c:pt idx="1779">
                  <c:v>0.0159535025271</c:v>
                </c:pt>
                <c:pt idx="1780">
                  <c:v>0.0158940779593</c:v>
                </c:pt>
                <c:pt idx="1781">
                  <c:v>0.0158349853564</c:v>
                </c:pt>
                <c:pt idx="1782">
                  <c:v>0.0157762223249</c:v>
                </c:pt>
                <c:pt idx="1783">
                  <c:v>0.015717786493</c:v>
                </c:pt>
                <c:pt idx="1784">
                  <c:v>0.0156596755102</c:v>
                </c:pt>
                <c:pt idx="1785">
                  <c:v>0.0156018870472</c:v>
                </c:pt>
                <c:pt idx="1786">
                  <c:v>0.0155444187956</c:v>
                </c:pt>
                <c:pt idx="1787">
                  <c:v>0.0154872684679</c:v>
                </c:pt>
                <c:pt idx="1788">
                  <c:v>0.0154304337967</c:v>
                </c:pt>
                <c:pt idx="1789">
                  <c:v>0.0153739125351</c:v>
                </c:pt>
                <c:pt idx="1790">
                  <c:v>0.0153177024561</c:v>
                </c:pt>
                <c:pt idx="1791">
                  <c:v>0.0152618013524</c:v>
                </c:pt>
                <c:pt idx="1792">
                  <c:v>0.0152062070365</c:v>
                </c:pt>
                <c:pt idx="1793">
                  <c:v>0.0151509173399</c:v>
                </c:pt>
                <c:pt idx="1794">
                  <c:v>0.0150959301135</c:v>
                </c:pt>
                <c:pt idx="1795">
                  <c:v>0.015041243227</c:v>
                </c:pt>
                <c:pt idx="1796">
                  <c:v>0.0149868545685</c:v>
                </c:pt>
                <c:pt idx="1797">
                  <c:v>0.014932762045</c:v>
                </c:pt>
                <c:pt idx="1798">
                  <c:v>0.0148789635815</c:v>
                </c:pt>
                <c:pt idx="1799">
                  <c:v>0.0148254571209</c:v>
                </c:pt>
                <c:pt idx="1800">
                  <c:v>0.0147722406243</c:v>
                </c:pt>
                <c:pt idx="1801">
                  <c:v>0.0147193120701</c:v>
                </c:pt>
                <c:pt idx="1802">
                  <c:v>0.0146666694542</c:v>
                </c:pt>
                <c:pt idx="1803">
                  <c:v>0.0146143107897</c:v>
                </c:pt>
                <c:pt idx="1804">
                  <c:v>0.0145622341066</c:v>
                </c:pt>
                <c:pt idx="1805">
                  <c:v>0.0145104374518</c:v>
                </c:pt>
                <c:pt idx="1806">
                  <c:v>0.0144589188887</c:v>
                </c:pt>
                <c:pt idx="1807">
                  <c:v>0.0144076764973</c:v>
                </c:pt>
                <c:pt idx="1808">
                  <c:v>0.0143567083734</c:v>
                </c:pt>
                <c:pt idx="1809">
                  <c:v>0.0143060126291</c:v>
                </c:pt>
                <c:pt idx="1810">
                  <c:v>0.0142555873922</c:v>
                </c:pt>
                <c:pt idx="1811">
                  <c:v>0.0142054308059</c:v>
                </c:pt>
                <c:pt idx="1812">
                  <c:v>0.0141555410292</c:v>
                </c:pt>
                <c:pt idx="1813">
                  <c:v>0.0141059162358</c:v>
                </c:pt>
                <c:pt idx="1814">
                  <c:v>0.0140565546148</c:v>
                </c:pt>
                <c:pt idx="1815">
                  <c:v>0.01400745437</c:v>
                </c:pt>
                <c:pt idx="1816">
                  <c:v>0.0139586137197</c:v>
                </c:pt>
                <c:pt idx="1817">
                  <c:v>0.0139100308968</c:v>
                </c:pt>
                <c:pt idx="1818">
                  <c:v>0.0138617041483</c:v>
                </c:pt>
                <c:pt idx="1819">
                  <c:v>0.0138136317354</c:v>
                </c:pt>
                <c:pt idx="1820">
                  <c:v>0.0137658119331</c:v>
                </c:pt>
                <c:pt idx="1821">
                  <c:v>0.0137182430301</c:v>
                </c:pt>
                <c:pt idx="1822">
                  <c:v>0.0136709233285</c:v>
                </c:pt>
                <c:pt idx="1823">
                  <c:v>0.0136238511439</c:v>
                </c:pt>
                <c:pt idx="1824">
                  <c:v>0.0135770248049</c:v>
                </c:pt>
                <c:pt idx="1825">
                  <c:v>0.0135304426532</c:v>
                </c:pt>
                <c:pt idx="1826">
                  <c:v>0.0134841030431</c:v>
                </c:pt>
                <c:pt idx="1827">
                  <c:v>0.0134380043417</c:v>
                </c:pt>
                <c:pt idx="1828">
                  <c:v>0.0133921449285</c:v>
                </c:pt>
                <c:pt idx="1829">
                  <c:v>0.0133465231951</c:v>
                </c:pt>
                <c:pt idx="1830">
                  <c:v>0.0133011375453</c:v>
                </c:pt>
                <c:pt idx="1831">
                  <c:v>0.0132559863949</c:v>
                </c:pt>
                <c:pt idx="1832">
                  <c:v>0.0132110681713</c:v>
                </c:pt>
                <c:pt idx="1833">
                  <c:v>0.0131663813136</c:v>
                </c:pt>
                <c:pt idx="1834">
                  <c:v>0.0131219242724</c:v>
                </c:pt>
                <c:pt idx="1835">
                  <c:v>0.0130776955093</c:v>
                </c:pt>
                <c:pt idx="1836">
                  <c:v>0.0130336934973</c:v>
                </c:pt>
                <c:pt idx="1837">
                  <c:v>0.0129899167201</c:v>
                </c:pt>
                <c:pt idx="1838">
                  <c:v>0.0129463636724</c:v>
                </c:pt>
                <c:pt idx="1839">
                  <c:v>0.0129030328594</c:v>
                </c:pt>
                <c:pt idx="1840">
                  <c:v>0.012859922797</c:v>
                </c:pt>
                <c:pt idx="1841">
                  <c:v>0.0128170320113</c:v>
                </c:pt>
                <c:pt idx="1842">
                  <c:v>0.0127743590386</c:v>
                </c:pt>
                <c:pt idx="1843">
                  <c:v>0.0127319024253</c:v>
                </c:pt>
                <c:pt idx="1844">
                  <c:v>0.0126896607278</c:v>
                </c:pt>
                <c:pt idx="1845">
                  <c:v>0.0126476325124</c:v>
                </c:pt>
                <c:pt idx="1846">
                  <c:v>0.0126058163548</c:v>
                </c:pt>
                <c:pt idx="1847">
                  <c:v>0.0125642108406</c:v>
                </c:pt>
                <c:pt idx="1848">
                  <c:v>0.0125228145646</c:v>
                </c:pt>
                <c:pt idx="1849">
                  <c:v>0.012481626131</c:v>
                </c:pt>
                <c:pt idx="1850">
                  <c:v>0.0124406441532</c:v>
                </c:pt>
                <c:pt idx="1851">
                  <c:v>0.0123998672539</c:v>
                </c:pt>
                <c:pt idx="1852">
                  <c:v>0.0123592940645</c:v>
                </c:pt>
                <c:pt idx="1853">
                  <c:v>0.0123189232255</c:v>
                </c:pt>
                <c:pt idx="1854">
                  <c:v>0.0122787533863</c:v>
                </c:pt>
                <c:pt idx="1855">
                  <c:v>0.0122387832048</c:v>
                </c:pt>
                <c:pt idx="1856">
                  <c:v>0.0121990113477</c:v>
                </c:pt>
                <c:pt idx="1857">
                  <c:v>0.0121594364902</c:v>
                </c:pt>
                <c:pt idx="1858">
                  <c:v>0.0121200573162</c:v>
                </c:pt>
                <c:pt idx="1859">
                  <c:v>0.0120808725178</c:v>
                </c:pt>
                <c:pt idx="1860">
                  <c:v>0.0120418807956</c:v>
                </c:pt>
                <c:pt idx="1861">
                  <c:v>0.0120030808583</c:v>
                </c:pt>
                <c:pt idx="1862">
                  <c:v>0.0119644714232</c:v>
                </c:pt>
                <c:pt idx="1863">
                  <c:v>0.0119260512155</c:v>
                </c:pt>
                <c:pt idx="1864">
                  <c:v>0.0118878189689</c:v>
                </c:pt>
                <c:pt idx="1865">
                  <c:v>0.0118497734248</c:v>
                </c:pt>
                <c:pt idx="1866">
                  <c:v>0.0118119133331</c:v>
                </c:pt>
                <c:pt idx="1867">
                  <c:v>0.0117742374516</c:v>
                </c:pt>
                <c:pt idx="1868">
                  <c:v>0.011736744546</c:v>
                </c:pt>
                <c:pt idx="1869">
                  <c:v>0.0116994333904</c:v>
                </c:pt>
                <c:pt idx="1870">
                  <c:v>0.0116623027667</c:v>
                </c:pt>
                <c:pt idx="1871">
                  <c:v>0.0116253514647</c:v>
                </c:pt>
                <c:pt idx="1872">
                  <c:v>0.0115885782823</c:v>
                </c:pt>
                <c:pt idx="1873">
                  <c:v>0.0115519820256</c:v>
                </c:pt>
                <c:pt idx="1874">
                  <c:v>0.0115155615083</c:v>
                </c:pt>
                <c:pt idx="1875">
                  <c:v>0.0114793155526</c:v>
                </c:pt>
                <c:pt idx="1876">
                  <c:v>0.0114432429882</c:v>
                </c:pt>
                <c:pt idx="1877">
                  <c:v>0.0114073426532</c:v>
                </c:pt>
                <c:pt idx="1878">
                  <c:v>0.0113716133936</c:v>
                </c:pt>
                <c:pt idx="1879">
                  <c:v>0.0113360540635</c:v>
                </c:pt>
                <c:pt idx="1880">
                  <c:v>0.011300663525</c:v>
                </c:pt>
                <c:pt idx="1881">
                  <c:v>0.0112654406483</c:v>
                </c:pt>
                <c:pt idx="1882">
                  <c:v>0.0112303843119</c:v>
                </c:pt>
                <c:pt idx="1883">
                  <c:v>0.0111954934023</c:v>
                </c:pt>
                <c:pt idx="1884">
                  <c:v>0.011160766814</c:v>
                </c:pt>
                <c:pt idx="1885">
                  <c:v>0.0111262034499</c:v>
                </c:pt>
                <c:pt idx="1886">
                  <c:v>0.0110918022211</c:v>
                </c:pt>
                <c:pt idx="1887">
                  <c:v>0.0110575620469</c:v>
                </c:pt>
                <c:pt idx="1888">
                  <c:v>0.0110234818548</c:v>
                </c:pt>
                <c:pt idx="1889">
                  <c:v>0.0109895605807</c:v>
                </c:pt>
                <c:pt idx="1890">
                  <c:v>0.0109557971685</c:v>
                </c:pt>
                <c:pt idx="1891">
                  <c:v>0.0109221905708</c:v>
                </c:pt>
                <c:pt idx="1892">
                  <c:v>0.0108887397483</c:v>
                </c:pt>
                <c:pt idx="1893">
                  <c:v>0.0108554436701</c:v>
                </c:pt>
                <c:pt idx="1894">
                  <c:v>0.0108223013137</c:v>
                </c:pt>
                <c:pt idx="1895">
                  <c:v>0.0107893116649</c:v>
                </c:pt>
                <c:pt idx="1896">
                  <c:v>0.010756473718</c:v>
                </c:pt>
                <c:pt idx="1897">
                  <c:v>0.0107237864754</c:v>
                </c:pt>
                <c:pt idx="1898">
                  <c:v>0.0106912489483</c:v>
                </c:pt>
                <c:pt idx="1899">
                  <c:v>0.010658860156</c:v>
                </c:pt>
                <c:pt idx="1900">
                  <c:v>0.0106266191263</c:v>
                </c:pt>
                <c:pt idx="1901">
                  <c:v>0.0105945248954</c:v>
                </c:pt>
                <c:pt idx="1902">
                  <c:v>0.0105625765076</c:v>
                </c:pt>
                <c:pt idx="1903">
                  <c:v>0.010530773016</c:v>
                </c:pt>
                <c:pt idx="1904">
                  <c:v>0.0104991134817</c:v>
                </c:pt>
                <c:pt idx="1905">
                  <c:v>0.0104675969743</c:v>
                </c:pt>
                <c:pt idx="1906">
                  <c:v>0.0104362225715</c:v>
                </c:pt>
                <c:pt idx="1907">
                  <c:v>0.0104049893595</c:v>
                </c:pt>
                <c:pt idx="1908">
                  <c:v>0.0103738964325</c:v>
                </c:pt>
                <c:pt idx="1909">
                  <c:v>0.010342942893</c:v>
                </c:pt>
                <c:pt idx="1910">
                  <c:v>0.0103121278518</c:v>
                </c:pt>
                <c:pt idx="1911">
                  <c:v>0.0102814504275</c:v>
                </c:pt>
                <c:pt idx="1912">
                  <c:v>0.010250909747</c:v>
                </c:pt>
                <c:pt idx="1913">
                  <c:v>0.0102205049453</c:v>
                </c:pt>
                <c:pt idx="1914">
                  <c:v>0.010190235165</c:v>
                </c:pt>
                <c:pt idx="1915">
                  <c:v>0.010160099557</c:v>
                </c:pt>
                <c:pt idx="1916">
                  <c:v>0.0101300972799</c:v>
                </c:pt>
                <c:pt idx="1917">
                  <c:v>0.0101002275</c:v>
                </c:pt>
                <c:pt idx="1918">
                  <c:v>0.0100704893915</c:v>
                </c:pt>
                <c:pt idx="1919">
                  <c:v>0.0100408821362</c:v>
                </c:pt>
                <c:pt idx="1920">
                  <c:v>0.0100114049234</c:v>
                </c:pt>
                <c:pt idx="1921">
                  <c:v>0.00998205695014</c:v>
                </c:pt>
                <c:pt idx="1922">
                  <c:v>0.0099528374207</c:v>
                </c:pt>
                <c:pt idx="1923">
                  <c:v>0.00992374554688</c:v>
                </c:pt>
                <c:pt idx="1924">
                  <c:v>0.00989478054773</c:v>
                </c:pt>
                <c:pt idx="1925">
                  <c:v>0.00986594164953</c:v>
                </c:pt>
                <c:pt idx="1926">
                  <c:v>0.00983722808574</c:v>
                </c:pt>
                <c:pt idx="1927">
                  <c:v>0.00980863909686</c:v>
                </c:pt>
                <c:pt idx="1928">
                  <c:v>0.00978017393038</c:v>
                </c:pt>
                <c:pt idx="1929">
                  <c:v>0.00975183184072</c:v>
                </c:pt>
                <c:pt idx="1930">
                  <c:v>0.00972361208911</c:v>
                </c:pt>
                <c:pt idx="1931">
                  <c:v>0.00969551394352</c:v>
                </c:pt>
                <c:pt idx="1932">
                  <c:v>0.00966753667858</c:v>
                </c:pt>
                <c:pt idx="1933">
                  <c:v>0.0096396795755</c:v>
                </c:pt>
                <c:pt idx="1934">
                  <c:v>0.00961194192196</c:v>
                </c:pt>
                <c:pt idx="1935">
                  <c:v>0.00958432301207</c:v>
                </c:pt>
                <c:pt idx="1936">
                  <c:v>0.00955682214625</c:v>
                </c:pt>
                <c:pt idx="1937">
                  <c:v>0.00952943863115</c:v>
                </c:pt>
                <c:pt idx="1938">
                  <c:v>0.00950217177957</c:v>
                </c:pt>
                <c:pt idx="1939">
                  <c:v>0.0094750209104</c:v>
                </c:pt>
                <c:pt idx="1940">
                  <c:v>0.00944798534849</c:v>
                </c:pt>
                <c:pt idx="1941">
                  <c:v>0.0094210644246</c:v>
                </c:pt>
                <c:pt idx="1942">
                  <c:v>0.00939425747532</c:v>
                </c:pt>
                <c:pt idx="1943">
                  <c:v>0.00936756384296</c:v>
                </c:pt>
                <c:pt idx="1944">
                  <c:v>0.00934098287551</c:v>
                </c:pt>
                <c:pt idx="1945">
                  <c:v>0.00931451392651</c:v>
                </c:pt>
                <c:pt idx="1946">
                  <c:v>0.00928815635503</c:v>
                </c:pt>
                <c:pt idx="1947">
                  <c:v>0.00926190952552</c:v>
                </c:pt>
                <c:pt idx="1948">
                  <c:v>0.00923577280782</c:v>
                </c:pt>
                <c:pt idx="1949">
                  <c:v>0.009209745577</c:v>
                </c:pt>
                <c:pt idx="1950">
                  <c:v>0.00918382721333</c:v>
                </c:pt>
                <c:pt idx="1951">
                  <c:v>0.00915801710221</c:v>
                </c:pt>
                <c:pt idx="1952">
                  <c:v>0.00913231463407</c:v>
                </c:pt>
                <c:pt idx="1953">
                  <c:v>0.00910671920431</c:v>
                </c:pt>
                <c:pt idx="1954">
                  <c:v>0.00908123021326</c:v>
                </c:pt>
                <c:pt idx="1955">
                  <c:v>0.00905584706604</c:v>
                </c:pt>
                <c:pt idx="1956">
                  <c:v>0.00903056917256</c:v>
                </c:pt>
                <c:pt idx="1957">
                  <c:v>0.00900539594742</c:v>
                </c:pt>
                <c:pt idx="1958">
                  <c:v>0.00898032680986</c:v>
                </c:pt>
                <c:pt idx="1959">
                  <c:v>0.00895536118368</c:v>
                </c:pt>
                <c:pt idx="1960">
                  <c:v>0.00893049849716</c:v>
                </c:pt>
                <c:pt idx="1961">
                  <c:v>0.00890573818307</c:v>
                </c:pt>
                <c:pt idx="1962">
                  <c:v>0.00888107967851</c:v>
                </c:pt>
                <c:pt idx="1963">
                  <c:v>0.00885652242493</c:v>
                </c:pt>
                <c:pt idx="1964">
                  <c:v>0.00883206586802</c:v>
                </c:pt>
                <c:pt idx="1965">
                  <c:v>0.0088077094577</c:v>
                </c:pt>
                <c:pt idx="1966">
                  <c:v>0.00878345264801</c:v>
                </c:pt>
                <c:pt idx="1967">
                  <c:v>0.00875929489709</c:v>
                </c:pt>
                <c:pt idx="1968">
                  <c:v>0.00873523566714</c:v>
                </c:pt>
                <c:pt idx="1969">
                  <c:v>0.00871127442431</c:v>
                </c:pt>
                <c:pt idx="1970">
                  <c:v>0.00868741063871</c:v>
                </c:pt>
                <c:pt idx="1971">
                  <c:v>0.00866364378433</c:v>
                </c:pt>
                <c:pt idx="1972">
                  <c:v>0.00863997333898</c:v>
                </c:pt>
                <c:pt idx="1973">
                  <c:v>0.00861639878426</c:v>
                </c:pt>
                <c:pt idx="1974">
                  <c:v>0.00859291960551</c:v>
                </c:pt>
                <c:pt idx="1975">
                  <c:v>0.00856953529178</c:v>
                </c:pt>
                <c:pt idx="1976">
                  <c:v>0.00854624533573</c:v>
                </c:pt>
                <c:pt idx="1977">
                  <c:v>0.00852304923366</c:v>
                </c:pt>
                <c:pt idx="1978">
                  <c:v>0.00849994648539</c:v>
                </c:pt>
                <c:pt idx="1979">
                  <c:v>0.00847693659429</c:v>
                </c:pt>
                <c:pt idx="1980">
                  <c:v>0.00845401906719</c:v>
                </c:pt>
                <c:pt idx="1981">
                  <c:v>0.00843119341435</c:v>
                </c:pt>
                <c:pt idx="1982">
                  <c:v>0.00840845914942</c:v>
                </c:pt>
                <c:pt idx="1983">
                  <c:v>0.00838581578944</c:v>
                </c:pt>
                <c:pt idx="1984">
                  <c:v>0.00836326285472</c:v>
                </c:pt>
                <c:pt idx="1985">
                  <c:v>0.00834079986887</c:v>
                </c:pt>
                <c:pt idx="1986">
                  <c:v>0.00831842635877</c:v>
                </c:pt>
                <c:pt idx="1987">
                  <c:v>0.00829614185445</c:v>
                </c:pt>
                <c:pt idx="1988">
                  <c:v>0.00827394588918</c:v>
                </c:pt>
                <c:pt idx="1989">
                  <c:v>0.00825183799931</c:v>
                </c:pt>
                <c:pt idx="1990">
                  <c:v>0.00822981772433</c:v>
                </c:pt>
                <c:pt idx="1991">
                  <c:v>0.00820788460679</c:v>
                </c:pt>
                <c:pt idx="1992">
                  <c:v>0.0081860381923</c:v>
                </c:pt>
                <c:pt idx="1993">
                  <c:v>0.00816427802944</c:v>
                </c:pt>
                <c:pt idx="1994">
                  <c:v>0.0081426036698</c:v>
                </c:pt>
                <c:pt idx="1995">
                  <c:v>0.00812101466792</c:v>
                </c:pt>
                <c:pt idx="1996">
                  <c:v>0.00809951058123</c:v>
                </c:pt>
                <c:pt idx="1997">
                  <c:v>0.00807809097007</c:v>
                </c:pt>
                <c:pt idx="1998">
                  <c:v>0.00805675539765</c:v>
                </c:pt>
                <c:pt idx="1999">
                  <c:v>0.00803550342999</c:v>
                </c:pt>
                <c:pt idx="2000">
                  <c:v>0.00801433463592</c:v>
                </c:pt>
              </c:numCache>
            </c:numRef>
          </c:yVal>
        </c:ser>
        <c:ser>
          <c:idx val="1"/>
          <c:order val="1"/>
          <c:tx>
            <c:v>spin</c:v>
          </c:tx>
          <c:spPr>
            <a:ln xmlns:a="http://schemas.openxmlformats.org/drawingml/2006/main" w="15240">
              <a:solidFill>
                <a:srgbClr val="234F91"/>
              </a:solidFill>
              <a:prstDash val="dash"/>
            </a:ln>
          </c:spPr>
          <c:marker>
            <c:symbol val="none"/>
            <c:size val="5"/>
            <c:spPr>
              <a:solidFill xmlns:a="http://schemas.openxmlformats.org/drawingml/2006/main">
                <a:srgbClr val="234F91"/>
              </a:solidFill>
            </c:spPr>
          </c:marker>
          <c:xVal>
            <c:numRef>
              <c:f>'Chart Data'!$C$2:$C$2002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Data'!$D$2:$D$2002</c:f>
              <c:numCache>
                <c:formatCode>0.0</c:formatCode>
                <c:ptCount val="2001"/>
                <c:pt idx="0">
                  <c:v>0.0158746497246</c:v>
                </c:pt>
                <c:pt idx="1">
                  <c:v>0.0159222393626</c:v>
                </c:pt>
                <c:pt idx="2">
                  <c:v>0.0159700445798</c:v>
                </c:pt>
                <c:pt idx="3">
                  <c:v>0.0160180666826</c:v>
                </c:pt>
                <c:pt idx="4">
                  <c:v>0.0160663069879</c:v>
                </c:pt>
                <c:pt idx="5">
                  <c:v>0.0161147668221</c:v>
                </c:pt>
                <c:pt idx="6">
                  <c:v>0.016163447522</c:v>
                </c:pt>
                <c:pt idx="7">
                  <c:v>0.0162123504344</c:v>
                </c:pt>
                <c:pt idx="8">
                  <c:v>0.0162614769165</c:v>
                </c:pt>
                <c:pt idx="9">
                  <c:v>0.0163108283359</c:v>
                </c:pt>
                <c:pt idx="10">
                  <c:v>0.0163604060705</c:v>
                </c:pt>
                <c:pt idx="11">
                  <c:v>0.0164102115088</c:v>
                </c:pt>
                <c:pt idx="12">
                  <c:v>0.0164602460501</c:v>
                </c:pt>
                <c:pt idx="13">
                  <c:v>0.0165105111044</c:v>
                </c:pt>
                <c:pt idx="14">
                  <c:v>0.0165610080925</c:v>
                </c:pt>
                <c:pt idx="15">
                  <c:v>0.016611738446</c:v>
                </c:pt>
                <c:pt idx="16">
                  <c:v>0.016662703608</c:v>
                </c:pt>
                <c:pt idx="17">
                  <c:v>0.0167139050323</c:v>
                </c:pt>
                <c:pt idx="18">
                  <c:v>0.0167653441843</c:v>
                </c:pt>
                <c:pt idx="19">
                  <c:v>0.0168170225405</c:v>
                </c:pt>
                <c:pt idx="20">
                  <c:v>0.016868941589</c:v>
                </c:pt>
                <c:pt idx="21">
                  <c:v>0.0169211028295</c:v>
                </c:pt>
                <c:pt idx="22">
                  <c:v>0.0169735077734</c:v>
                </c:pt>
                <c:pt idx="23">
                  <c:v>0.0170261579439</c:v>
                </c:pt>
                <c:pt idx="24">
                  <c:v>0.0170790548759</c:v>
                </c:pt>
                <c:pt idx="25">
                  <c:v>0.0171322001165</c:v>
                </c:pt>
                <c:pt idx="26">
                  <c:v>0.0171855952251</c:v>
                </c:pt>
                <c:pt idx="27">
                  <c:v>0.017239241773</c:v>
                </c:pt>
                <c:pt idx="28">
                  <c:v>0.017293141344</c:v>
                </c:pt>
                <c:pt idx="29">
                  <c:v>0.0173472955344</c:v>
                </c:pt>
                <c:pt idx="30">
                  <c:v>0.0174017059532</c:v>
                </c:pt>
                <c:pt idx="31">
                  <c:v>0.0174563742218</c:v>
                </c:pt>
                <c:pt idx="32">
                  <c:v>0.0175113019749</c:v>
                </c:pt>
                <c:pt idx="33">
                  <c:v>0.0175664908596</c:v>
                </c:pt>
                <c:pt idx="34">
                  <c:v>0.0176219425366</c:v>
                </c:pt>
                <c:pt idx="35">
                  <c:v>0.0176776586794</c:v>
                </c:pt>
                <c:pt idx="36">
                  <c:v>0.0177336409751</c:v>
                </c:pt>
                <c:pt idx="37">
                  <c:v>0.0177898911241</c:v>
                </c:pt>
                <c:pt idx="38">
                  <c:v>0.0178464108404</c:v>
                </c:pt>
                <c:pt idx="39">
                  <c:v>0.0179032018518</c:v>
                </c:pt>
                <c:pt idx="40">
                  <c:v>0.0179602658999</c:v>
                </c:pt>
                <c:pt idx="41">
                  <c:v>0.0180176047403</c:v>
                </c:pt>
                <c:pt idx="42">
                  <c:v>0.0180752201425</c:v>
                </c:pt>
                <c:pt idx="43">
                  <c:v>0.0181331138906</c:v>
                </c:pt>
                <c:pt idx="44">
                  <c:v>0.0181912877829</c:v>
                </c:pt>
                <c:pt idx="45">
                  <c:v>0.0182497436322</c:v>
                </c:pt>
                <c:pt idx="46">
                  <c:v>0.018308483266</c:v>
                </c:pt>
                <c:pt idx="47">
                  <c:v>0.0183675085266</c:v>
                </c:pt>
                <c:pt idx="48">
                  <c:v>0.0184268212713</c:v>
                </c:pt>
                <c:pt idx="49">
                  <c:v>0.0184864233724</c:v>
                </c:pt>
                <c:pt idx="50">
                  <c:v>0.0185463167175</c:v>
                </c:pt>
                <c:pt idx="51">
                  <c:v>0.0186065032097</c:v>
                </c:pt>
                <c:pt idx="52">
                  <c:v>0.0186669847674</c:v>
                </c:pt>
                <c:pt idx="53">
                  <c:v>0.0187277633248</c:v>
                </c:pt>
                <c:pt idx="54">
                  <c:v>0.018788840832</c:v>
                </c:pt>
                <c:pt idx="55">
                  <c:v>0.0188502192551</c:v>
                </c:pt>
                <c:pt idx="56">
                  <c:v>0.0189119005764</c:v>
                </c:pt>
                <c:pt idx="57">
                  <c:v>0.0189738867943</c:v>
                </c:pt>
                <c:pt idx="58">
                  <c:v>0.0190361799238</c:v>
                </c:pt>
                <c:pt idx="59">
                  <c:v>0.0190987819967</c:v>
                </c:pt>
                <c:pt idx="60">
                  <c:v>0.0191616950614</c:v>
                </c:pt>
                <c:pt idx="61">
                  <c:v>0.0192249211834</c:v>
                </c:pt>
                <c:pt idx="62">
                  <c:v>0.0192884624451</c:v>
                </c:pt>
                <c:pt idx="63">
                  <c:v>0.0193523209466</c:v>
                </c:pt>
                <c:pt idx="64">
                  <c:v>0.0194164988051</c:v>
                </c:pt>
                <c:pt idx="65">
                  <c:v>0.0194809981558</c:v>
                </c:pt>
                <c:pt idx="66">
                  <c:v>0.0195458211514</c:v>
                </c:pt>
                <c:pt idx="67">
                  <c:v>0.0196109699629</c:v>
                </c:pt>
                <c:pt idx="68">
                  <c:v>0.0196764467792</c:v>
                </c:pt>
                <c:pt idx="69">
                  <c:v>0.0197422538079</c:v>
                </c:pt>
                <c:pt idx="70">
                  <c:v>0.0198083932749</c:v>
                </c:pt>
                <c:pt idx="71">
                  <c:v>0.0198748674249</c:v>
                </c:pt>
                <c:pt idx="72">
                  <c:v>0.0199416785217</c:v>
                </c:pt>
                <c:pt idx="73">
                  <c:v>0.020008828848</c:v>
                </c:pt>
                <c:pt idx="74">
                  <c:v>0.0200763207059</c:v>
                </c:pt>
                <c:pt idx="75">
                  <c:v>0.020144156417</c:v>
                </c:pt>
                <c:pt idx="76">
                  <c:v>0.0202123383227</c:v>
                </c:pt>
                <c:pt idx="77">
                  <c:v>0.0202808687842</c:v>
                </c:pt>
                <c:pt idx="78">
                  <c:v>0.0203497501828</c:v>
                </c:pt>
                <c:pt idx="79">
                  <c:v>0.0204189849203</c:v>
                </c:pt>
                <c:pt idx="80">
                  <c:v>0.0204885754188</c:v>
                </c:pt>
                <c:pt idx="81">
                  <c:v>0.0205585241212</c:v>
                </c:pt>
                <c:pt idx="82">
                  <c:v>0.0206288334914</c:v>
                </c:pt>
                <c:pt idx="83">
                  <c:v>0.0206995060145</c:v>
                </c:pt>
                <c:pt idx="84">
                  <c:v>0.0207705441968</c:v>
                </c:pt>
                <c:pt idx="85">
                  <c:v>0.0208419505665</c:v>
                </c:pt>
                <c:pt idx="86">
                  <c:v>0.0209137276732</c:v>
                </c:pt>
                <c:pt idx="87">
                  <c:v>0.0209858780888</c:v>
                </c:pt>
                <c:pt idx="88">
                  <c:v>0.0210584044076</c:v>
                </c:pt>
                <c:pt idx="89">
                  <c:v>0.0211313092461</c:v>
                </c:pt>
                <c:pt idx="90">
                  <c:v>0.0212045952438</c:v>
                </c:pt>
                <c:pt idx="91">
                  <c:v>0.0212782650631</c:v>
                </c:pt>
                <c:pt idx="92">
                  <c:v>0.0213523213893</c:v>
                </c:pt>
                <c:pt idx="93">
                  <c:v>0.0214267669317</c:v>
                </c:pt>
                <c:pt idx="94">
                  <c:v>0.0215016044229</c:v>
                </c:pt>
                <c:pt idx="95">
                  <c:v>0.0215768366196</c:v>
                </c:pt>
                <c:pt idx="96">
                  <c:v>0.0216524663027</c:v>
                </c:pt>
                <c:pt idx="97">
                  <c:v>0.0217284962774</c:v>
                </c:pt>
                <c:pt idx="98">
                  <c:v>0.0218049293738</c:v>
                </c:pt>
                <c:pt idx="99">
                  <c:v>0.0218817684468</c:v>
                </c:pt>
                <c:pt idx="100">
                  <c:v>0.0219590163768</c:v>
                </c:pt>
                <c:pt idx="101">
                  <c:v>0.0220366760693</c:v>
                </c:pt>
                <c:pt idx="102">
                  <c:v>0.0221147504558</c:v>
                </c:pt>
                <c:pt idx="103">
                  <c:v>0.022193242494</c:v>
                </c:pt>
                <c:pt idx="104">
                  <c:v>0.0222721551675</c:v>
                </c:pt>
                <c:pt idx="105">
                  <c:v>0.0223514914868</c:v>
                </c:pt>
                <c:pt idx="106">
                  <c:v>0.0224312544892</c:v>
                </c:pt>
                <c:pt idx="107">
                  <c:v>0.0225114472392</c:v>
                </c:pt>
                <c:pt idx="108">
                  <c:v>0.0225920728286</c:v>
                </c:pt>
                <c:pt idx="109">
                  <c:v>0.0226731343771</c:v>
                </c:pt>
                <c:pt idx="110">
                  <c:v>0.0227546350325</c:v>
                </c:pt>
                <c:pt idx="111">
                  <c:v>0.0228365779706</c:v>
                </c:pt>
                <c:pt idx="112">
                  <c:v>0.0229189663963</c:v>
                </c:pt>
                <c:pt idx="113">
                  <c:v>0.0230018035431</c:v>
                </c:pt>
                <c:pt idx="114">
                  <c:v>0.023085092674</c:v>
                </c:pt>
                <c:pt idx="115">
                  <c:v>0.0231688370815</c:v>
                </c:pt>
                <c:pt idx="116">
                  <c:v>0.0232530400879</c:v>
                </c:pt>
                <c:pt idx="117">
                  <c:v>0.0233377050459</c:v>
                </c:pt>
                <c:pt idx="118">
                  <c:v>0.0234228353387</c:v>
                </c:pt>
                <c:pt idx="119">
                  <c:v>0.0235084343803</c:v>
                </c:pt>
                <c:pt idx="120">
                  <c:v>0.023594505616</c:v>
                </c:pt>
                <c:pt idx="121">
                  <c:v>0.0236810525227</c:v>
                </c:pt>
                <c:pt idx="122">
                  <c:v>0.0237680786092</c:v>
                </c:pt>
                <c:pt idx="123">
                  <c:v>0.0238555874164</c:v>
                </c:pt>
                <c:pt idx="124">
                  <c:v>0.0239435825181</c:v>
                </c:pt>
                <c:pt idx="125">
                  <c:v>0.0240320675207</c:v>
                </c:pt>
                <c:pt idx="126">
                  <c:v>0.0241210460644</c:v>
                </c:pt>
                <c:pt idx="127">
                  <c:v>0.0242105218226</c:v>
                </c:pt>
                <c:pt idx="128">
                  <c:v>0.0243004985032</c:v>
                </c:pt>
                <c:pt idx="129">
                  <c:v>0.0243909798482</c:v>
                </c:pt>
                <c:pt idx="130">
                  <c:v>0.0244819696348</c:v>
                </c:pt>
                <c:pt idx="131">
                  <c:v>0.024573471675</c:v>
                </c:pt>
                <c:pt idx="132">
                  <c:v>0.0246654898167</c:v>
                </c:pt>
                <c:pt idx="133">
                  <c:v>0.0247580279437</c:v>
                </c:pt>
                <c:pt idx="134">
                  <c:v>0.0248510899763</c:v>
                </c:pt>
                <c:pt idx="135">
                  <c:v>0.0249446798714</c:v>
                </c:pt>
                <c:pt idx="136">
                  <c:v>0.0250388016234</c:v>
                </c:pt>
                <c:pt idx="137">
                  <c:v>0.0251334592641</c:v>
                </c:pt>
                <c:pt idx="138">
                  <c:v>0.0252286568634</c:v>
                </c:pt>
                <c:pt idx="139">
                  <c:v>0.0253243985299</c:v>
                </c:pt>
                <c:pt idx="140">
                  <c:v>0.0254206884109</c:v>
                </c:pt>
                <c:pt idx="141">
                  <c:v>0.0255175306932</c:v>
                </c:pt>
                <c:pt idx="142">
                  <c:v>0.0256149296032</c:v>
                </c:pt>
                <c:pt idx="143">
                  <c:v>0.0257128894078</c:v>
                </c:pt>
                <c:pt idx="144">
                  <c:v>0.0258114144144</c:v>
                </c:pt>
                <c:pt idx="145">
                  <c:v>0.0259105089718</c:v>
                </c:pt>
                <c:pt idx="146">
                  <c:v>0.0260101774703</c:v>
                </c:pt>
                <c:pt idx="147">
                  <c:v>0.0261104243424</c:v>
                </c:pt>
                <c:pt idx="148">
                  <c:v>0.026211254063</c:v>
                </c:pt>
                <c:pt idx="149">
                  <c:v>0.0263126711503</c:v>
                </c:pt>
                <c:pt idx="150">
                  <c:v>0.0264146801661</c:v>
                </c:pt>
                <c:pt idx="151">
                  <c:v>0.0265172857161</c:v>
                </c:pt>
                <c:pt idx="152">
                  <c:v>0.0266204924506</c:v>
                </c:pt>
                <c:pt idx="153">
                  <c:v>0.0267243050653</c:v>
                </c:pt>
                <c:pt idx="154">
                  <c:v>0.0268287283011</c:v>
                </c:pt>
                <c:pt idx="155">
                  <c:v>0.0269337669453</c:v>
                </c:pt>
                <c:pt idx="156">
                  <c:v>0.0270394258318</c:v>
                </c:pt>
                <c:pt idx="157">
                  <c:v>0.0271457098418</c:v>
                </c:pt>
                <c:pt idx="158">
                  <c:v>0.0272526239042</c:v>
                </c:pt>
                <c:pt idx="159">
                  <c:v>0.0273601729961</c:v>
                </c:pt>
                <c:pt idx="160">
                  <c:v>0.0274683621438</c:v>
                </c:pt>
                <c:pt idx="161">
                  <c:v>0.0275771964228</c:v>
                </c:pt>
                <c:pt idx="162">
                  <c:v>0.0276866809587</c:v>
                </c:pt>
                <c:pt idx="163">
                  <c:v>0.0277968209277</c:v>
                </c:pt>
                <c:pt idx="164">
                  <c:v>0.0279076215574</c:v>
                </c:pt>
                <c:pt idx="165">
                  <c:v>0.0280190881269</c:v>
                </c:pt>
                <c:pt idx="166">
                  <c:v>0.028131225968</c:v>
                </c:pt>
                <c:pt idx="167">
                  <c:v>0.0282440404653</c:v>
                </c:pt>
                <c:pt idx="168">
                  <c:v>0.0283575370574</c:v>
                </c:pt>
                <c:pt idx="169">
                  <c:v>0.0284717212369</c:v>
                </c:pt>
                <c:pt idx="170">
                  <c:v>0.0285865985514</c:v>
                </c:pt>
                <c:pt idx="171">
                  <c:v>0.0287021746043</c:v>
                </c:pt>
                <c:pt idx="172">
                  <c:v>0.0288184550551</c:v>
                </c:pt>
                <c:pt idx="173">
                  <c:v>0.0289354456203</c:v>
                </c:pt>
                <c:pt idx="174">
                  <c:v>0.0290531520738</c:v>
                </c:pt>
                <c:pt idx="175">
                  <c:v>0.0291715802481</c:v>
                </c:pt>
                <c:pt idx="176">
                  <c:v>0.0292907360346</c:v>
                </c:pt>
                <c:pt idx="177">
                  <c:v>0.0294106253843</c:v>
                </c:pt>
                <c:pt idx="178">
                  <c:v>0.0295312543088</c:v>
                </c:pt>
                <c:pt idx="179">
                  <c:v>0.0296526288807</c:v>
                </c:pt>
                <c:pt idx="180">
                  <c:v>0.0297747552345</c:v>
                </c:pt>
                <c:pt idx="181">
                  <c:v>0.0298976395675</c:v>
                </c:pt>
                <c:pt idx="182">
                  <c:v>0.0300212881402</c:v>
                </c:pt>
                <c:pt idx="183">
                  <c:v>0.0301457072773</c:v>
                </c:pt>
                <c:pt idx="184">
                  <c:v>0.0302709033685</c:v>
                </c:pt>
                <c:pt idx="185">
                  <c:v>0.0303968828692</c:v>
                </c:pt>
                <c:pt idx="186">
                  <c:v>0.0305236523014</c:v>
                </c:pt>
                <c:pt idx="187">
                  <c:v>0.0306512182543</c:v>
                </c:pt>
                <c:pt idx="188">
                  <c:v>0.0307795873854</c:v>
                </c:pt>
                <c:pt idx="189">
                  <c:v>0.0309087664211</c:v>
                </c:pt>
                <c:pt idx="190">
                  <c:v>0.0310387621577</c:v>
                </c:pt>
                <c:pt idx="191">
                  <c:v>0.0311695814623</c:v>
                </c:pt>
                <c:pt idx="192">
                  <c:v>0.0313012312733</c:v>
                </c:pt>
                <c:pt idx="193">
                  <c:v>0.0314337186018</c:v>
                </c:pt>
                <c:pt idx="194">
                  <c:v>0.0315670505322</c:v>
                </c:pt>
                <c:pt idx="195">
                  <c:v>0.0317012342231</c:v>
                </c:pt>
                <c:pt idx="196">
                  <c:v>0.0318362769084</c:v>
                </c:pt>
                <c:pt idx="197">
                  <c:v>0.031972185898</c:v>
                </c:pt>
                <c:pt idx="198">
                  <c:v>0.0321089685788</c:v>
                </c:pt>
                <c:pt idx="199">
                  <c:v>0.0322466324159</c:v>
                </c:pt>
                <c:pt idx="200">
                  <c:v>0.0323851849532</c:v>
                </c:pt>
                <c:pt idx="201">
                  <c:v>0.0325246338149</c:v>
                </c:pt>
                <c:pt idx="202">
                  <c:v>0.0326649867057</c:v>
                </c:pt>
                <c:pt idx="203">
                  <c:v>0.0328062514128</c:v>
                </c:pt>
                <c:pt idx="204">
                  <c:v>0.032948435806</c:v>
                </c:pt>
                <c:pt idx="205">
                  <c:v>0.0330915478395</c:v>
                </c:pt>
                <c:pt idx="206">
                  <c:v>0.0332355955523</c:v>
                </c:pt>
                <c:pt idx="207">
                  <c:v>0.03338058707</c:v>
                </c:pt>
                <c:pt idx="208">
                  <c:v>0.0335265306053</c:v>
                </c:pt>
                <c:pt idx="209">
                  <c:v>0.0336734344591</c:v>
                </c:pt>
                <c:pt idx="210">
                  <c:v>0.0338213070222</c:v>
                </c:pt>
                <c:pt idx="211">
                  <c:v>0.0339701567759</c:v>
                </c:pt>
                <c:pt idx="212">
                  <c:v>0.0341199922931</c:v>
                </c:pt>
                <c:pt idx="213">
                  <c:v>0.0342708222402</c:v>
                </c:pt>
                <c:pt idx="214">
                  <c:v>0.0344226553772</c:v>
                </c:pt>
                <c:pt idx="215">
                  <c:v>0.0345755005599</c:v>
                </c:pt>
                <c:pt idx="216">
                  <c:v>0.0347293667406</c:v>
                </c:pt>
                <c:pt idx="217">
                  <c:v>0.0348842629693</c:v>
                </c:pt>
                <c:pt idx="218">
                  <c:v>0.0350401983953</c:v>
                </c:pt>
                <c:pt idx="219">
                  <c:v>0.0351971822681</c:v>
                </c:pt>
                <c:pt idx="220">
                  <c:v>0.0353552239392</c:v>
                </c:pt>
                <c:pt idx="221">
                  <c:v>0.0355143328627</c:v>
                </c:pt>
                <c:pt idx="222">
                  <c:v>0.0356745185972</c:v>
                </c:pt>
                <c:pt idx="223">
                  <c:v>0.0358357908071</c:v>
                </c:pt>
                <c:pt idx="224">
                  <c:v>0.0359981592637</c:v>
                </c:pt>
                <c:pt idx="225">
                  <c:v>0.0361616338467</c:v>
                </c:pt>
                <c:pt idx="226">
                  <c:v>0.0363262245459</c:v>
                </c:pt>
                <c:pt idx="227">
                  <c:v>0.0364919414622</c:v>
                </c:pt>
                <c:pt idx="228">
                  <c:v>0.0366587948094</c:v>
                </c:pt>
                <c:pt idx="229">
                  <c:v>0.0368267949152</c:v>
                </c:pt>
                <c:pt idx="230">
                  <c:v>0.0369959522236</c:v>
                </c:pt>
                <c:pt idx="231">
                  <c:v>0.0371662772953</c:v>
                </c:pt>
                <c:pt idx="232">
                  <c:v>0.0373377808101</c:v>
                </c:pt>
                <c:pt idx="233">
                  <c:v>0.0375104735681</c:v>
                </c:pt>
                <c:pt idx="234">
                  <c:v>0.0376843664914</c:v>
                </c:pt>
                <c:pt idx="235">
                  <c:v>0.0378594706256</c:v>
                </c:pt>
                <c:pt idx="236">
                  <c:v>0.0380357971414</c:v>
                </c:pt>
                <c:pt idx="237">
                  <c:v>0.0382133573367</c:v>
                </c:pt>
                <c:pt idx="238">
                  <c:v>0.0383921626376</c:v>
                </c:pt>
                <c:pt idx="239">
                  <c:v>0.0385722246008</c:v>
                </c:pt>
                <c:pt idx="240">
                  <c:v>0.0387535549147</c:v>
                </c:pt>
                <c:pt idx="241">
                  <c:v>0.0389361654016</c:v>
                </c:pt>
                <c:pt idx="242">
                  <c:v>0.0391200680195</c:v>
                </c:pt>
                <c:pt idx="243">
                  <c:v>0.0393052748636</c:v>
                </c:pt>
                <c:pt idx="244">
                  <c:v>0.0394917981684</c:v>
                </c:pt>
                <c:pt idx="245">
                  <c:v>0.0396796503095</c:v>
                </c:pt>
                <c:pt idx="246">
                  <c:v>0.0398688438054</c:v>
                </c:pt>
                <c:pt idx="247">
                  <c:v>0.0400593913197</c:v>
                </c:pt>
                <c:pt idx="248">
                  <c:v>0.0402513056628</c:v>
                </c:pt>
                <c:pt idx="249">
                  <c:v>0.0404445997941</c:v>
                </c:pt>
                <c:pt idx="250">
                  <c:v>0.0406392868235</c:v>
                </c:pt>
                <c:pt idx="251">
                  <c:v>0.0408353800144</c:v>
                </c:pt>
                <c:pt idx="252">
                  <c:v>0.0410328927849</c:v>
                </c:pt>
                <c:pt idx="253">
                  <c:v>0.0412318387102</c:v>
                </c:pt>
                <c:pt idx="254">
                  <c:v>0.0414322315249</c:v>
                </c:pt>
                <c:pt idx="255">
                  <c:v>0.0416340851251</c:v>
                </c:pt>
                <c:pt idx="256">
                  <c:v>0.0418374135704</c:v>
                </c:pt>
                <c:pt idx="257">
                  <c:v>0.0420422310864</c:v>
                </c:pt>
                <c:pt idx="258">
                  <c:v>0.042248552067</c:v>
                </c:pt>
                <c:pt idx="259">
                  <c:v>0.0424563910764</c:v>
                </c:pt>
                <c:pt idx="260">
                  <c:v>0.0426657628517</c:v>
                </c:pt>
                <c:pt idx="261">
                  <c:v>0.0428766823054</c:v>
                </c:pt>
                <c:pt idx="262">
                  <c:v>0.0430891645273</c:v>
                </c:pt>
                <c:pt idx="263">
                  <c:v>0.0433032247877</c:v>
                </c:pt>
                <c:pt idx="264">
                  <c:v>0.0435188785392</c:v>
                </c:pt>
                <c:pt idx="265">
                  <c:v>0.0437361414196</c:v>
                </c:pt>
                <c:pt idx="266">
                  <c:v>0.0439550292545</c:v>
                </c:pt>
                <c:pt idx="267">
                  <c:v>0.0441755580597</c:v>
                </c:pt>
                <c:pt idx="268">
                  <c:v>0.0443977440441</c:v>
                </c:pt>
                <c:pt idx="269">
                  <c:v>0.044621603612</c:v>
                </c:pt>
                <c:pt idx="270">
                  <c:v>0.0448471533663</c:v>
                </c:pt>
                <c:pt idx="271">
                  <c:v>0.0450744101111</c:v>
                </c:pt>
                <c:pt idx="272">
                  <c:v>0.0453033908542</c:v>
                </c:pt>
                <c:pt idx="273">
                  <c:v>0.0455341128105</c:v>
                </c:pt>
                <c:pt idx="274">
                  <c:v>0.0457665934046</c:v>
                </c:pt>
                <c:pt idx="275">
                  <c:v>0.0460008502736</c:v>
                </c:pt>
                <c:pt idx="276">
                  <c:v>0.0462369012706</c:v>
                </c:pt>
                <c:pt idx="277">
                  <c:v>0.046474764467</c:v>
                </c:pt>
                <c:pt idx="278">
                  <c:v>0.0467144581565</c:v>
                </c:pt>
                <c:pt idx="279">
                  <c:v>0.0469560008574</c:v>
                </c:pt>
                <c:pt idx="280">
                  <c:v>0.0471994113162</c:v>
                </c:pt>
                <c:pt idx="281">
                  <c:v>0.0474447085108</c:v>
                </c:pt>
                <c:pt idx="282">
                  <c:v>0.0476919116538</c:v>
                </c:pt>
                <c:pt idx="283">
                  <c:v>0.0479410401957</c:v>
                </c:pt>
                <c:pt idx="284">
                  <c:v>0.0481921138284</c:v>
                </c:pt>
                <c:pt idx="285">
                  <c:v>0.0484451524886</c:v>
                </c:pt>
                <c:pt idx="286">
                  <c:v>0.0487001763613</c:v>
                </c:pt>
                <c:pt idx="287">
                  <c:v>0.0489572058831</c:v>
                </c:pt>
                <c:pt idx="288">
                  <c:v>0.0492162617465</c:v>
                </c:pt>
                <c:pt idx="289">
                  <c:v>0.0494773649028</c:v>
                </c:pt>
                <c:pt idx="290">
                  <c:v>0.049740536566</c:v>
                </c:pt>
                <c:pt idx="291">
                  <c:v>0.0500057982169</c:v>
                </c:pt>
                <c:pt idx="292">
                  <c:v>0.0502731716065</c:v>
                </c:pt>
                <c:pt idx="293">
                  <c:v>0.0505426787602</c:v>
                </c:pt>
                <c:pt idx="294">
                  <c:v>0.0508143419815</c:v>
                </c:pt>
                <c:pt idx="295">
                  <c:v>0.0510881838564</c:v>
                </c:pt>
                <c:pt idx="296">
                  <c:v>0.0513642272567</c:v>
                </c:pt>
                <c:pt idx="297">
                  <c:v>0.0516424953452</c:v>
                </c:pt>
                <c:pt idx="298">
                  <c:v>0.0519230115788</c:v>
                </c:pt>
                <c:pt idx="299">
                  <c:v>0.0522057997136</c:v>
                </c:pt>
                <c:pt idx="300">
                  <c:v>0.0524908838087</c:v>
                </c:pt>
                <c:pt idx="301">
                  <c:v>0.0527782882309</c:v>
                </c:pt>
                <c:pt idx="302">
                  <c:v>0.053068037659</c:v>
                </c:pt>
                <c:pt idx="303">
                  <c:v>0.0533601570884</c:v>
                </c:pt>
                <c:pt idx="304">
                  <c:v>0.0536546718356</c:v>
                </c:pt>
                <c:pt idx="305">
                  <c:v>0.0539516075429</c:v>
                </c:pt>
                <c:pt idx="306">
                  <c:v>0.0542509901832</c:v>
                </c:pt>
                <c:pt idx="307">
                  <c:v>0.0545528460647</c:v>
                </c:pt>
                <c:pt idx="308">
                  <c:v>0.0548572018359</c:v>
                </c:pt>
                <c:pt idx="309">
                  <c:v>0.0551640844905</c:v>
                </c:pt>
                <c:pt idx="310">
                  <c:v>0.0554735213725</c:v>
                </c:pt>
                <c:pt idx="311">
                  <c:v>0.0557855401809</c:v>
                </c:pt>
                <c:pt idx="312">
                  <c:v>0.0561001689757</c:v>
                </c:pt>
                <c:pt idx="313">
                  <c:v>0.0564174361822</c:v>
                </c:pt>
                <c:pt idx="314">
                  <c:v>0.0567373705972</c:v>
                </c:pt>
                <c:pt idx="315">
                  <c:v>0.0570600013937</c:v>
                </c:pt>
                <c:pt idx="316">
                  <c:v>0.057385358127</c:v>
                </c:pt>
                <c:pt idx="317">
                  <c:v>0.0577134707399</c:v>
                </c:pt>
                <c:pt idx="318">
                  <c:v>0.0580443695685</c:v>
                </c:pt>
                <c:pt idx="319">
                  <c:v>0.058378085348</c:v>
                </c:pt>
                <c:pt idx="320">
                  <c:v>0.0587146492183</c:v>
                </c:pt>
                <c:pt idx="321">
                  <c:v>0.0590540927302</c:v>
                </c:pt>
                <c:pt idx="322">
                  <c:v>0.0593964478515</c:v>
                </c:pt>
                <c:pt idx="323">
                  <c:v>0.0597417469725</c:v>
                </c:pt>
                <c:pt idx="324">
                  <c:v>0.060090022913</c:v>
                </c:pt>
                <c:pt idx="325">
                  <c:v>0.060441308928</c:v>
                </c:pt>
                <c:pt idx="326">
                  <c:v>0.0607956387142</c:v>
                </c:pt>
                <c:pt idx="327">
                  <c:v>0.0611530464165</c:v>
                </c:pt>
                <c:pt idx="328">
                  <c:v>0.0615135666348</c:v>
                </c:pt>
                <c:pt idx="329">
                  <c:v>0.0618772344301</c:v>
                </c:pt>
                <c:pt idx="330">
                  <c:v>0.0622440853318</c:v>
                </c:pt>
                <c:pt idx="331">
                  <c:v>0.0626141553443</c:v>
                </c:pt>
                <c:pt idx="332">
                  <c:v>0.0629874809537</c:v>
                </c:pt>
                <c:pt idx="333">
                  <c:v>0.0633640991354</c:v>
                </c:pt>
                <c:pt idx="334">
                  <c:v>0.0637440473607</c:v>
                </c:pt>
                <c:pt idx="335">
                  <c:v>0.0641273636044</c:v>
                </c:pt>
                <c:pt idx="336">
                  <c:v>0.0645140863519</c:v>
                </c:pt>
                <c:pt idx="337">
                  <c:v>0.0649042546067</c:v>
                </c:pt>
                <c:pt idx="338">
                  <c:v>0.0652979078982</c:v>
                </c:pt>
                <c:pt idx="339">
                  <c:v>0.0656950862889</c:v>
                </c:pt>
                <c:pt idx="340">
                  <c:v>0.0660958303823</c:v>
                </c:pt>
                <c:pt idx="341">
                  <c:v>0.066500181331</c:v>
                </c:pt>
                <c:pt idx="342">
                  <c:v>0.0669081808444</c:v>
                </c:pt>
                <c:pt idx="343">
                  <c:v>0.0673198711968</c:v>
                </c:pt>
                <c:pt idx="344">
                  <c:v>0.0677352952356</c:v>
                </c:pt>
                <c:pt idx="345">
                  <c:v>0.0681544963895</c:v>
                </c:pt>
                <c:pt idx="346">
                  <c:v>0.0685775186771</c:v>
                </c:pt>
                <c:pt idx="347">
                  <c:v>0.0690044067152</c:v>
                </c:pt>
                <c:pt idx="348">
                  <c:v>0.0694352057271</c:v>
                </c:pt>
                <c:pt idx="349">
                  <c:v>0.0698699615521</c:v>
                </c:pt>
                <c:pt idx="350">
                  <c:v>0.0703087206535</c:v>
                </c:pt>
                <c:pt idx="351">
                  <c:v>0.0707515301278</c:v>
                </c:pt>
                <c:pt idx="352">
                  <c:v>0.0711984377139</c:v>
                </c:pt>
                <c:pt idx="353">
                  <c:v>0.0716494918022</c:v>
                </c:pt>
                <c:pt idx="354">
                  <c:v>0.0721047414433</c:v>
                </c:pt>
                <c:pt idx="355">
                  <c:v>0.0725642363582</c:v>
                </c:pt>
                <c:pt idx="356">
                  <c:v>0.073028026947</c:v>
                </c:pt>
                <c:pt idx="357">
                  <c:v>0.0734961642989</c:v>
                </c:pt>
                <c:pt idx="358">
                  <c:v>0.0739687002016</c:v>
                </c:pt>
                <c:pt idx="359">
                  <c:v>0.0744456871512</c:v>
                </c:pt>
                <c:pt idx="360">
                  <c:v>0.0749271783621</c:v>
                </c:pt>
                <c:pt idx="361">
                  <c:v>0.0754132277767</c:v>
                </c:pt>
                <c:pt idx="362">
                  <c:v>0.0759038900759</c:v>
                </c:pt>
                <c:pt idx="363">
                  <c:v>0.0763992206888</c:v>
                </c:pt>
                <c:pt idx="364">
                  <c:v>0.0768992758032</c:v>
                </c:pt>
                <c:pt idx="365">
                  <c:v>0.0774041123759</c:v>
                </c:pt>
                <c:pt idx="366">
                  <c:v>0.0779137881434</c:v>
                </c:pt>
                <c:pt idx="367">
                  <c:v>0.0784283616318</c:v>
                </c:pt>
                <c:pt idx="368">
                  <c:v>0.0789478921682</c:v>
                </c:pt>
                <c:pt idx="369">
                  <c:v>0.0794724398908</c:v>
                </c:pt>
                <c:pt idx="370">
                  <c:v>0.08000206576</c:v>
                </c:pt>
                <c:pt idx="371">
                  <c:v>0.0805368315691</c:v>
                </c:pt>
                <c:pt idx="372">
                  <c:v>0.0810767999555</c:v>
                </c:pt>
                <c:pt idx="373">
                  <c:v>0.0816220344115</c:v>
                </c:pt>
                <c:pt idx="374">
                  <c:v>0.0821725992955</c:v>
                </c:pt>
                <c:pt idx="375">
                  <c:v>0.0827285598429</c:v>
                </c:pt>
                <c:pt idx="376">
                  <c:v>0.0832899821778</c:v>
                </c:pt>
                <c:pt idx="377">
                  <c:v>0.0838569333237</c:v>
                </c:pt>
                <c:pt idx="378">
                  <c:v>0.0844294812153</c:v>
                </c:pt>
                <c:pt idx="379">
                  <c:v>0.0850076947096</c:v>
                </c:pt>
                <c:pt idx="380">
                  <c:v>0.0855916435973</c:v>
                </c:pt>
                <c:pt idx="381">
                  <c:v>0.0861813986143</c:v>
                </c:pt>
                <c:pt idx="382">
                  <c:v>0.0867770314529</c:v>
                </c:pt>
                <c:pt idx="383">
                  <c:v>0.0873786147738</c:v>
                </c:pt>
                <c:pt idx="384">
                  <c:v>0.087986222217</c:v>
                </c:pt>
                <c:pt idx="385">
                  <c:v>0.0885999284137</c:v>
                </c:pt>
                <c:pt idx="386">
                  <c:v>0.0892198089972</c:v>
                </c:pt>
                <c:pt idx="387">
                  <c:v>0.0898459406151</c:v>
                </c:pt>
                <c:pt idx="388">
                  <c:v>0.0904784009401</c:v>
                </c:pt>
                <c:pt idx="389">
                  <c:v>0.0911172686815</c:v>
                </c:pt>
                <c:pt idx="390">
                  <c:v>0.0917626235968</c:v>
                </c:pt>
                <c:pt idx="391">
                  <c:v>0.0924145465025</c:v>
                </c:pt>
                <c:pt idx="392">
                  <c:v>0.0930731192858</c:v>
                </c:pt>
                <c:pt idx="393">
                  <c:v>0.0937384249151</c:v>
                </c:pt>
                <c:pt idx="394">
                  <c:v>0.0944105474514</c:v>
                </c:pt>
                <c:pt idx="395">
                  <c:v>0.0950895720591</c:v>
                </c:pt>
                <c:pt idx="396">
                  <c:v>0.0957755850166</c:v>
                </c:pt>
                <c:pt idx="397">
                  <c:v>0.096468673727</c:v>
                </c:pt>
                <c:pt idx="398">
                  <c:v>0.0971689267284</c:v>
                </c:pt>
                <c:pt idx="399">
                  <c:v>0.0978764337041</c:v>
                </c:pt>
                <c:pt idx="400">
                  <c:v>0.0985912854928</c:v>
                </c:pt>
                <c:pt idx="401">
                  <c:v>0.0993135740982</c:v>
                </c:pt>
                <c:pt idx="402">
                  <c:v>0.100043392699</c:v>
                </c:pt>
                <c:pt idx="403">
                  <c:v>0.100780835656</c:v>
                </c:pt>
                <c:pt idx="404">
                  <c:v>0.101525998526</c:v>
                </c:pt>
                <c:pt idx="405">
                  <c:v>0.102278978065</c:v>
                </c:pt>
                <c:pt idx="406">
                  <c:v>0.103039872238</c:v>
                </c:pt>
                <c:pt idx="407">
                  <c:v>0.10380878023</c:v>
                </c:pt>
                <c:pt idx="408">
                  <c:v>0.10458580245</c:v>
                </c:pt>
                <c:pt idx="409">
                  <c:v>0.10537104054</c:v>
                </c:pt>
                <c:pt idx="410">
                  <c:v>0.106164597379</c:v>
                </c:pt>
                <c:pt idx="411">
                  <c:v>0.106966577094</c:v>
                </c:pt>
                <c:pt idx="412">
                  <c:v>0.10777708506</c:v>
                </c:pt>
                <c:pt idx="413">
                  <c:v>0.10859622791</c:v>
                </c:pt>
                <c:pt idx="414">
                  <c:v>0.109424113535</c:v>
                </c:pt>
                <c:pt idx="415">
                  <c:v>0.110260851091</c:v>
                </c:pt>
                <c:pt idx="416">
                  <c:v>0.111106551001</c:v>
                </c:pt>
                <c:pt idx="417">
                  <c:v>0.111961324957</c:v>
                </c:pt>
                <c:pt idx="418">
                  <c:v>0.112825285923</c:v>
                </c:pt>
                <c:pt idx="419">
                  <c:v>0.113698548133</c:v>
                </c:pt>
                <c:pt idx="420">
                  <c:v>0.114581227093</c:v>
                </c:pt>
                <c:pt idx="421">
                  <c:v>0.115473439582</c:v>
                </c:pt>
                <c:pt idx="422">
                  <c:v>0.116375303644</c:v>
                </c:pt>
                <c:pt idx="423">
                  <c:v>0.117286938591</c:v>
                </c:pt>
                <c:pt idx="424">
                  <c:v>0.118208464996</c:v>
                </c:pt>
                <c:pt idx="425">
                  <c:v>0.119140004687</c:v>
                </c:pt>
                <c:pt idx="426">
                  <c:v>0.120081680744</c:v>
                </c:pt>
                <c:pt idx="427">
                  <c:v>0.121033617487</c:v>
                </c:pt>
                <c:pt idx="428">
                  <c:v>0.12199594047</c:v>
                </c:pt>
                <c:pt idx="429">
                  <c:v>0.12296877647</c:v>
                </c:pt>
                <c:pt idx="430">
                  <c:v>0.123952253473</c:v>
                </c:pt>
                <c:pt idx="431">
                  <c:v>0.124946500664</c:v>
                </c:pt>
                <c:pt idx="432">
                  <c:v>0.125951648408</c:v>
                </c:pt>
                <c:pt idx="433">
                  <c:v>0.126967828237</c:v>
                </c:pt>
                <c:pt idx="434">
                  <c:v>0.127995172828</c:v>
                </c:pt>
                <c:pt idx="435">
                  <c:v>0.129033815985</c:v>
                </c:pt>
                <c:pt idx="436">
                  <c:v>0.130083892615</c:v>
                </c:pt>
                <c:pt idx="437">
                  <c:v>0.131145538705</c:v>
                </c:pt>
                <c:pt idx="438">
                  <c:v>0.132218891294</c:v>
                </c:pt>
                <c:pt idx="439">
                  <c:v>0.133304088443</c:v>
                </c:pt>
                <c:pt idx="440">
                  <c:v>0.134401269209</c:v>
                </c:pt>
                <c:pt idx="441">
                  <c:v>0.135510573604</c:v>
                </c:pt>
                <c:pt idx="442">
                  <c:v>0.136632142564</c:v>
                </c:pt>
                <c:pt idx="443">
                  <c:v>0.137766117909</c:v>
                </c:pt>
                <c:pt idx="444">
                  <c:v>0.138912642301</c:v>
                </c:pt>
                <c:pt idx="445">
                  <c:v>0.140071859199</c:v>
                </c:pt>
                <c:pt idx="446">
                  <c:v>0.141243912814</c:v>
                </c:pt>
                <c:pt idx="447">
                  <c:v>0.142428948053</c:v>
                </c:pt>
                <c:pt idx="448">
                  <c:v>0.143627110474</c:v>
                </c:pt>
                <c:pt idx="449">
                  <c:v>0.144838546219</c:v>
                </c:pt>
                <c:pt idx="450">
                  <c:v>0.146063401961</c:v>
                </c:pt>
                <c:pt idx="451">
                  <c:v>0.147301824837</c:v>
                </c:pt>
                <c:pt idx="452">
                  <c:v>0.148553962379</c:v>
                </c:pt>
                <c:pt idx="453">
                  <c:v>0.149819962446</c:v>
                </c:pt>
                <c:pt idx="454">
                  <c:v>0.151099973143</c:v>
                </c:pt>
                <c:pt idx="455">
                  <c:v>0.152394142746</c:v>
                </c:pt>
                <c:pt idx="456">
                  <c:v>0.153702619617</c:v>
                </c:pt>
                <c:pt idx="457">
                  <c:v>0.155025552114</c:v>
                </c:pt>
                <c:pt idx="458">
                  <c:v>0.1563630885</c:v>
                </c:pt>
                <c:pt idx="459">
                  <c:v>0.157715376842</c:v>
                </c:pt>
                <c:pt idx="460">
                  <c:v>0.159082564916</c:v>
                </c:pt>
                <c:pt idx="461">
                  <c:v>0.160464800092</c:v>
                </c:pt>
                <c:pt idx="462">
                  <c:v>0.161862229228</c:v>
                </c:pt>
                <c:pt idx="463">
                  <c:v>0.163274998548</c:v>
                </c:pt>
                <c:pt idx="464">
                  <c:v>0.164703253524</c:v>
                </c:pt>
                <c:pt idx="465">
                  <c:v>0.166147138745</c:v>
                </c:pt>
                <c:pt idx="466">
                  <c:v>0.167606797783</c:v>
                </c:pt>
                <c:pt idx="467">
                  <c:v>0.16908237306</c:v>
                </c:pt>
                <c:pt idx="468">
                  <c:v>0.170574005694</c:v>
                </c:pt>
                <c:pt idx="469">
                  <c:v>0.172081835357</c:v>
                </c:pt>
                <c:pt idx="470">
                  <c:v>0.173606000115</c:v>
                </c:pt>
                <c:pt idx="471">
                  <c:v>0.175146636265</c:v>
                </c:pt>
                <c:pt idx="472">
                  <c:v>0.176703878167</c:v>
                </c:pt>
                <c:pt idx="473">
                  <c:v>0.178277858071</c:v>
                </c:pt>
                <c:pt idx="474">
                  <c:v>0.179868705935</c:v>
                </c:pt>
                <c:pt idx="475">
                  <c:v>0.181476549236</c:v>
                </c:pt>
                <c:pt idx="476">
                  <c:v>0.183101512782</c:v>
                </c:pt>
                <c:pt idx="477">
                  <c:v>0.184743718505</c:v>
                </c:pt>
                <c:pt idx="478">
                  <c:v>0.186403285261</c:v>
                </c:pt>
                <c:pt idx="479">
                  <c:v>0.188080328616</c:v>
                </c:pt>
                <c:pt idx="480">
                  <c:v>0.189774960624</c:v>
                </c:pt>
                <c:pt idx="481">
                  <c:v>0.191487289609</c:v>
                </c:pt>
                <c:pt idx="482">
                  <c:v>0.193217419925</c:v>
                </c:pt>
                <c:pt idx="483">
                  <c:v>0.194965451727</c:v>
                </c:pt>
                <c:pt idx="484">
                  <c:v>0.196731480721</c:v>
                </c:pt>
                <c:pt idx="485">
                  <c:v>0.19851559792</c:v>
                </c:pt>
                <c:pt idx="486">
                  <c:v>0.200317889384</c:v>
                </c:pt>
                <c:pt idx="487">
                  <c:v>0.202138435964</c:v>
                </c:pt>
                <c:pt idx="488">
                  <c:v>0.203977313033</c:v>
                </c:pt>
                <c:pt idx="489">
                  <c:v>0.205834590213</c:v>
                </c:pt>
                <c:pt idx="490">
                  <c:v>0.207710331103</c:v>
                </c:pt>
                <c:pt idx="491">
                  <c:v>0.209604592994</c:v>
                </c:pt>
                <c:pt idx="492">
                  <c:v>0.211517426587</c:v>
                </c:pt>
                <c:pt idx="493">
                  <c:v>0.213448875698</c:v>
                </c:pt>
                <c:pt idx="494">
                  <c:v>0.215398976972</c:v>
                </c:pt>
                <c:pt idx="495">
                  <c:v>0.217367759578</c:v>
                </c:pt>
                <c:pt idx="496">
                  <c:v>0.219355244917</c:v>
                </c:pt>
                <c:pt idx="497">
                  <c:v>0.221361446315</c:v>
                </c:pt>
                <c:pt idx="498">
                  <c:v>0.223386368721</c:v>
                </c:pt>
                <c:pt idx="499">
                  <c:v>0.225430008401</c:v>
                </c:pt>
                <c:pt idx="500">
                  <c:v>0.227492352631</c:v>
                </c:pt>
                <c:pt idx="501">
                  <c:v>0.229573379394</c:v>
                </c:pt>
                <c:pt idx="502">
                  <c:v>0.231673057066</c:v>
                </c:pt>
                <c:pt idx="503">
                  <c:v>0.233791344119</c:v>
                </c:pt>
                <c:pt idx="504">
                  <c:v>0.235928188812</c:v>
                </c:pt>
                <c:pt idx="505">
                  <c:v>0.238083528891</c:v>
                </c:pt>
                <c:pt idx="506">
                  <c:v>0.24025729129</c:v>
                </c:pt>
                <c:pt idx="507">
                  <c:v>0.24244939184</c:v>
                </c:pt>
                <c:pt idx="508">
                  <c:v>0.244659734972</c:v>
                </c:pt>
                <c:pt idx="509">
                  <c:v>0.246888213442</c:v>
                </c:pt>
                <c:pt idx="510">
                  <c:v>0.249134708042</c:v>
                </c:pt>
                <c:pt idx="511">
                  <c:v>0.251399087341</c:v>
                </c:pt>
                <c:pt idx="512">
                  <c:v>0.25368120741</c:v>
                </c:pt>
                <c:pt idx="513">
                  <c:v>0.255980911577</c:v>
                </c:pt>
                <c:pt idx="514">
                  <c:v>0.258298030179</c:v>
                </c:pt>
                <c:pt idx="515">
                  <c:v>0.260632380327</c:v>
                </c:pt>
                <c:pt idx="516">
                  <c:v>0.262983765686</c:v>
                </c:pt>
                <c:pt idx="517">
                  <c:v>0.265351976264</c:v>
                </c:pt>
                <c:pt idx="518">
                  <c:v>0.267736788215</c:v>
                </c:pt>
                <c:pt idx="519">
                  <c:v>0.27013796366</c:v>
                </c:pt>
                <c:pt idx="520">
                  <c:v>0.272555250514</c:v>
                </c:pt>
                <c:pt idx="521">
                  <c:v>0.274988382338</c:v>
                </c:pt>
                <c:pt idx="522">
                  <c:v>0.277437078206</c:v>
                </c:pt>
                <c:pt idx="523">
                  <c:v>0.279901042582</c:v>
                </c:pt>
                <c:pt idx="524">
                  <c:v>0.282379965227</c:v>
                </c:pt>
                <c:pt idx="525">
                  <c:v>0.284873521111</c:v>
                </c:pt>
                <c:pt idx="526">
                  <c:v>0.287381370362</c:v>
                </c:pt>
                <c:pt idx="527">
                  <c:v>0.289903158215</c:v>
                </c:pt>
                <c:pt idx="528">
                  <c:v>0.292438514999</c:v>
                </c:pt>
                <c:pt idx="529">
                  <c:v>0.294987056134</c:v>
                </c:pt>
                <c:pt idx="530">
                  <c:v>0.297548382156</c:v>
                </c:pt>
                <c:pt idx="531">
                  <c:v>0.300122078759</c:v>
                </c:pt>
                <c:pt idx="532">
                  <c:v>0.302707716865</c:v>
                </c:pt>
                <c:pt idx="533">
                  <c:v>0.305304852709</c:v>
                </c:pt>
                <c:pt idx="534">
                  <c:v>0.307913027953</c:v>
                </c:pt>
                <c:pt idx="535">
                  <c:v>0.31053176982</c:v>
                </c:pt>
                <c:pt idx="536">
                  <c:v>0.313160591248</c:v>
                </c:pt>
                <c:pt idx="537">
                  <c:v>0.315798991074</c:v>
                </c:pt>
                <c:pt idx="538">
                  <c:v>0.318446454229</c:v>
                </c:pt>
                <c:pt idx="539">
                  <c:v>0.321102451967</c:v>
                </c:pt>
                <c:pt idx="540">
                  <c:v>0.323766442104</c:v>
                </c:pt>
                <c:pt idx="541">
                  <c:v>0.326437869288</c:v>
                </c:pt>
                <c:pt idx="542">
                  <c:v>0.329116165282</c:v>
                </c:pt>
                <c:pt idx="543">
                  <c:v>0.33180074927</c:v>
                </c:pt>
                <c:pt idx="544">
                  <c:v>0.334491028182</c:v>
                </c:pt>
                <c:pt idx="545">
                  <c:v>0.33718639704</c:v>
                </c:pt>
                <c:pt idx="546">
                  <c:v>0.339886239313</c:v>
                </c:pt>
                <c:pt idx="547">
                  <c:v>0.342589927296</c:v>
                </c:pt>
                <c:pt idx="548">
                  <c:v>0.345296822504</c:v>
                </c:pt>
                <c:pt idx="549">
                  <c:v>0.348006276077</c:v>
                </c:pt>
                <c:pt idx="550">
                  <c:v>0.350717629197</c:v>
                </c:pt>
                <c:pt idx="551">
                  <c:v>0.353430213523</c:v>
                </c:pt>
                <c:pt idx="552">
                  <c:v>0.356143351633</c:v>
                </c:pt>
                <c:pt idx="553">
                  <c:v>0.358856357473</c:v>
                </c:pt>
                <c:pt idx="554">
                  <c:v>0.361568536818</c:v>
                </c:pt>
                <c:pt idx="555">
                  <c:v>0.364279187739</c:v>
                </c:pt>
                <c:pt idx="556">
                  <c:v>0.366987601075</c:v>
                </c:pt>
                <c:pt idx="557">
                  <c:v>0.36969306091</c:v>
                </c:pt>
                <c:pt idx="558">
                  <c:v>0.372394845049</c:v>
                </c:pt>
                <c:pt idx="559">
                  <c:v>0.375092225502</c:v>
                </c:pt>
                <c:pt idx="560">
                  <c:v>0.377784468964</c:v>
                </c:pt>
                <c:pt idx="561">
                  <c:v>0.380470837294</c:v>
                </c:pt>
                <c:pt idx="562">
                  <c:v>0.383150587992</c:v>
                </c:pt>
                <c:pt idx="563">
                  <c:v>0.385822974677</c:v>
                </c:pt>
                <c:pt idx="564">
                  <c:v>0.388487247551</c:v>
                </c:pt>
                <c:pt idx="565">
                  <c:v>0.391142653869</c:v>
                </c:pt>
                <c:pt idx="566">
                  <c:v>0.393788438393</c:v>
                </c:pt>
                <c:pt idx="567">
                  <c:v>0.396423843842</c:v>
                </c:pt>
                <c:pt idx="568">
                  <c:v>0.399048111339</c:v>
                </c:pt>
                <c:pt idx="569">
                  <c:v>0.401660480836</c:v>
                </c:pt>
                <c:pt idx="570">
                  <c:v>0.404260191545</c:v>
                </c:pt>
                <c:pt idx="571">
                  <c:v>0.406846482347</c:v>
                </c:pt>
                <c:pt idx="572">
                  <c:v>0.409418592196</c:v>
                </c:pt>
                <c:pt idx="573">
                  <c:v>0.411975760512</c:v>
                </c:pt>
                <c:pt idx="574">
                  <c:v>0.414517227559</c:v>
                </c:pt>
                <c:pt idx="575">
                  <c:v>0.417042234817</c:v>
                </c:pt>
                <c:pt idx="576">
                  <c:v>0.419550025339</c:v>
                </c:pt>
                <c:pt idx="577">
                  <c:v>0.422039844099</c:v>
                </c:pt>
                <c:pt idx="578">
                  <c:v>0.424510938328</c:v>
                </c:pt>
                <c:pt idx="579">
                  <c:v>0.426962557838</c:v>
                </c:pt>
                <c:pt idx="580">
                  <c:v>0.429393955338</c:v>
                </c:pt>
                <c:pt idx="581">
                  <c:v>0.431804386741</c:v>
                </c:pt>
                <c:pt idx="582">
                  <c:v>0.434193111459</c:v>
                </c:pt>
                <c:pt idx="583">
                  <c:v>0.43655939269</c:v>
                </c:pt>
                <c:pt idx="584">
                  <c:v>0.438902497701</c:v>
                </c:pt>
                <c:pt idx="585">
                  <c:v>0.441221698097</c:v>
                </c:pt>
                <c:pt idx="586">
                  <c:v>0.443516270093</c:v>
                </c:pt>
                <c:pt idx="587">
                  <c:v>0.445785494771</c:v>
                </c:pt>
                <c:pt idx="588">
                  <c:v>0.448028658343</c:v>
                </c:pt>
                <c:pt idx="589">
                  <c:v>0.450245052402</c:v>
                </c:pt>
                <c:pt idx="590">
                  <c:v>0.452433974179</c:v>
                </c:pt>
                <c:pt idx="591">
                  <c:v>0.454594726791</c:v>
                </c:pt>
                <c:pt idx="592">
                  <c:v>0.456726619497</c:v>
                </c:pt>
                <c:pt idx="593">
                  <c:v>0.458828967952</c:v>
                </c:pt>
                <c:pt idx="594">
                  <c:v>0.46090109446</c:v>
                </c:pt>
                <c:pt idx="595">
                  <c:v>0.462942328235</c:v>
                </c:pt>
                <c:pt idx="596">
                  <c:v>0.46495200567</c:v>
                </c:pt>
                <c:pt idx="597">
                  <c:v>0.466929470601</c:v>
                </c:pt>
                <c:pt idx="598">
                  <c:v>0.468874074585</c:v>
                </c:pt>
                <c:pt idx="599">
                  <c:v>0.470785177189</c:v>
                </c:pt>
                <c:pt idx="600">
                  <c:v>0.472662146275</c:v>
                </c:pt>
                <c:pt idx="601">
                  <c:v>0.474504358308</c:v>
                </c:pt>
                <c:pt idx="602">
                  <c:v>0.476311198663</c:v>
                </c:pt>
                <c:pt idx="603">
                  <c:v>0.478082061952</c:v>
                </c:pt>
                <c:pt idx="604">
                  <c:v>0.47981635235</c:v>
                </c:pt>
                <c:pt idx="605">
                  <c:v>0.481513483944</c:v>
                </c:pt>
                <c:pt idx="606">
                  <c:v>0.48317288109</c:v>
                </c:pt>
                <c:pt idx="607">
                  <c:v>0.484793978776</c:v>
                </c:pt>
                <c:pt idx="608">
                  <c:v>0.486376223006</c:v>
                </c:pt>
                <c:pt idx="609">
                  <c:v>0.487919071188</c:v>
                </c:pt>
                <c:pt idx="610">
                  <c:v>0.489421992544</c:v>
                </c:pt>
                <c:pt idx="611">
                  <c:v>0.490884468519</c:v>
                </c:pt>
                <c:pt idx="612">
                  <c:v>0.492305993208</c:v>
                </c:pt>
                <c:pt idx="613">
                  <c:v>0.493686073798</c:v>
                </c:pt>
                <c:pt idx="614">
                  <c:v>0.495024231013</c:v>
                </c:pt>
                <c:pt idx="615">
                  <c:v>0.496319999569</c:v>
                </c:pt>
                <c:pt idx="616">
                  <c:v>0.497572928641</c:v>
                </c:pt>
                <c:pt idx="617">
                  <c:v>0.498782582339</c:v>
                </c:pt>
                <c:pt idx="618">
                  <c:v>0.499948540186</c:v>
                </c:pt>
                <c:pt idx="619">
                  <c:v>0.501070397603</c:v>
                </c:pt>
                <c:pt idx="620">
                  <c:v>0.502147766403</c:v>
                </c:pt>
                <c:pt idx="621">
                  <c:v>0.50318027528</c:v>
                </c:pt>
                <c:pt idx="622">
                  <c:v>0.504167570311</c:v>
                </c:pt>
                <c:pt idx="623">
                  <c:v>0.505109315446</c:v>
                </c:pt>
                <c:pt idx="624">
                  <c:v>0.506005193009</c:v>
                </c:pt>
                <c:pt idx="625">
                  <c:v>0.506854904185</c:v>
                </c:pt>
                <c:pt idx="626">
                  <c:v>0.507658169518</c:v>
                </c:pt>
                <c:pt idx="627">
                  <c:v>0.508414729385</c:v>
                </c:pt>
                <c:pt idx="628">
                  <c:v>0.50912434448</c:v>
                </c:pt>
                <c:pt idx="629">
                  <c:v>0.50978679628</c:v>
                </c:pt>
                <c:pt idx="630">
                  <c:v>0.510401887501</c:v>
                </c:pt>
                <c:pt idx="631">
                  <c:v>0.51096944255</c:v>
                </c:pt>
                <c:pt idx="632">
                  <c:v>0.511489307951</c:v>
                </c:pt>
                <c:pt idx="633">
                  <c:v>0.51196135277</c:v>
                </c:pt>
                <c:pt idx="634">
                  <c:v>0.512385469012</c:v>
                </c:pt>
                <c:pt idx="635">
                  <c:v>0.512761572009</c:v>
                </c:pt>
                <c:pt idx="636">
                  <c:v>0.513089600783</c:v>
                </c:pt>
                <c:pt idx="637">
                  <c:v>0.513369518392</c:v>
                </c:pt>
                <c:pt idx="638">
                  <c:v>0.51360131225</c:v>
                </c:pt>
                <c:pt idx="639">
                  <c:v>0.513784994433</c:v>
                </c:pt>
                <c:pt idx="640">
                  <c:v>0.513920601946</c:v>
                </c:pt>
                <c:pt idx="641">
                  <c:v>0.514008196981</c:v>
                </c:pt>
                <c:pt idx="642">
                  <c:v>0.514047867137</c:v>
                </c:pt>
                <c:pt idx="643">
                  <c:v>0.514039725615</c:v>
                </c:pt>
                <c:pt idx="644">
                  <c:v>0.513983911391</c:v>
                </c:pt>
                <c:pt idx="645">
                  <c:v>0.513880589351</c:v>
                </c:pt>
                <c:pt idx="646">
                  <c:v>0.513729950403</c:v>
                </c:pt>
                <c:pt idx="647">
                  <c:v>0.513532211558</c:v>
                </c:pt>
                <c:pt idx="648">
                  <c:v>0.513287615973</c:v>
                </c:pt>
                <c:pt idx="649">
                  <c:v>0.512996432975</c:v>
                </c:pt>
                <c:pt idx="650">
                  <c:v>0.512658958041</c:v>
                </c:pt>
                <c:pt idx="651">
                  <c:v>0.512275512754</c:v>
                </c:pt>
                <c:pt idx="652">
                  <c:v>0.511846444724</c:v>
                </c:pt>
                <c:pt idx="653">
                  <c:v>0.511372127478</c:v>
                </c:pt>
                <c:pt idx="654">
                  <c:v>0.510852960311</c:v>
                </c:pt>
                <c:pt idx="655">
                  <c:v>0.510289368114</c:v>
                </c:pt>
                <c:pt idx="656">
                  <c:v>0.509681801162</c:v>
                </c:pt>
                <c:pt idx="657">
                  <c:v>0.509030734875</c:v>
                </c:pt>
                <c:pt idx="658">
                  <c:v>0.508336669538</c:v>
                </c:pt>
                <c:pt idx="659">
                  <c:v>0.507600129995</c:v>
                </c:pt>
                <c:pt idx="660">
                  <c:v>0.506821665314</c:v>
                </c:pt>
                <c:pt idx="661">
                  <c:v>0.506001848408</c:v>
                </c:pt>
                <c:pt idx="662">
                  <c:v>0.505141275634</c:v>
                </c:pt>
                <c:pt idx="663">
                  <c:v>0.50424056636</c:v>
                </c:pt>
                <c:pt idx="664">
                  <c:v>0.503300362492</c:v>
                </c:pt>
                <c:pt idx="665">
                  <c:v>0.502321327979</c:v>
                </c:pt>
                <c:pt idx="666">
                  <c:v>0.501304148284</c:v>
                </c:pt>
                <c:pt idx="667">
                  <c:v>0.500249529821</c:v>
                </c:pt>
                <c:pt idx="668">
                  <c:v>0.499158199369</c:v>
                </c:pt>
                <c:pt idx="669">
                  <c:v>0.498030903445</c:v>
                </c:pt>
                <c:pt idx="670">
                  <c:v>0.496868407663</c:v>
                </c:pt>
                <c:pt idx="671">
                  <c:v>0.495671496048</c:v>
                </c:pt>
                <c:pt idx="672">
                  <c:v>0.49444097033</c:v>
                </c:pt>
                <c:pt idx="673">
                  <c:v>0.49317764921</c:v>
                </c:pt>
                <c:pt idx="674">
                  <c:v>0.491882367592</c:v>
                </c:pt>
                <c:pt idx="675">
                  <c:v>0.490555975797</c:v>
                </c:pt>
                <c:pt idx="676">
                  <c:v>0.489199338739</c:v>
                </c:pt>
                <c:pt idx="677">
                  <c:v>0.487813335084</c:v>
                </c:pt>
                <c:pt idx="678">
                  <c:v>0.486398856377</c:v>
                </c:pt>
                <c:pt idx="679">
                  <c:v>0.484956806149</c:v>
                </c:pt>
                <c:pt idx="680">
                  <c:v>0.483488098994</c:v>
                </c:pt>
                <c:pt idx="681">
                  <c:v>0.481993659628</c:v>
                </c:pt>
                <c:pt idx="682">
                  <c:v>0.48047442192</c:v>
                </c:pt>
                <c:pt idx="683">
                  <c:v>0.478931327904</c:v>
                </c:pt>
                <c:pt idx="684">
                  <c:v>0.477365326769</c:v>
                </c:pt>
                <c:pt idx="685">
                  <c:v>0.47577737383</c:v>
                </c:pt>
                <c:pt idx="686">
                  <c:v>0.474168429479</c:v>
                </c:pt>
                <c:pt idx="687">
                  <c:v>0.472539458118</c:v>
                </c:pt>
                <c:pt idx="688">
                  <c:v>0.470891427075</c:v>
                </c:pt>
                <c:pt idx="689">
                  <c:v>0.46922530551</c:v>
                </c:pt>
                <c:pt idx="690">
                  <c:v>0.467542063298</c:v>
                </c:pt>
                <c:pt idx="691">
                  <c:v>0.46584266991</c:v>
                </c:pt>
                <c:pt idx="692">
                  <c:v>0.464128093277</c:v>
                </c:pt>
                <c:pt idx="693">
                  <c:v>0.462399298648</c:v>
                </c:pt>
                <c:pt idx="694">
                  <c:v>0.460657247441</c:v>
                </c:pt>
                <c:pt idx="695">
                  <c:v>0.458902896089</c:v>
                </c:pt>
                <c:pt idx="696">
                  <c:v>0.457137194882</c:v>
                </c:pt>
                <c:pt idx="697">
                  <c:v>0.455361086812</c:v>
                </c:pt>
                <c:pt idx="698">
                  <c:v>0.453575506415</c:v>
                </c:pt>
                <c:pt idx="699">
                  <c:v>0.451781378621</c:v>
                </c:pt>
                <c:pt idx="700">
                  <c:v>0.449979617607</c:v>
                </c:pt>
                <c:pt idx="701">
                  <c:v>0.448171125659</c:v>
                </c:pt>
                <c:pt idx="702">
                  <c:v>0.446356792047</c:v>
                </c:pt>
                <c:pt idx="703">
                  <c:v>0.444537491913</c:v>
                </c:pt>
                <c:pt idx="704">
                  <c:v>0.44271408517</c:v>
                </c:pt>
                <c:pt idx="705">
                  <c:v>0.440887415427</c:v>
                </c:pt>
                <c:pt idx="706">
                  <c:v>0.439058308932</c:v>
                </c:pt>
                <c:pt idx="707">
                  <c:v>0.437227573534</c:v>
                </c:pt>
                <c:pt idx="708">
                  <c:v>0.435395997679</c:v>
                </c:pt>
                <c:pt idx="709">
                  <c:v>0.433564349428</c:v>
                </c:pt>
                <c:pt idx="710">
                  <c:v>0.43173337551</c:v>
                </c:pt>
                <c:pt idx="711">
                  <c:v>0.429903800406</c:v>
                </c:pt>
                <c:pt idx="712">
                  <c:v>0.42807632547</c:v>
                </c:pt>
                <c:pt idx="713">
                  <c:v>0.426251628088</c:v>
                </c:pt>
                <c:pt idx="714">
                  <c:v>0.424430360878</c:v>
                </c:pt>
                <c:pt idx="715">
                  <c:v>0.42261315093</c:v>
                </c:pt>
                <c:pt idx="716">
                  <c:v>0.420800599096</c:v>
                </c:pt>
                <c:pt idx="717">
                  <c:v>0.41899327932</c:v>
                </c:pt>
                <c:pt idx="718">
                  <c:v>0.417191738019</c:v>
                </c:pt>
                <c:pt idx="719">
                  <c:v>0.415396493519</c:v>
                </c:pt>
                <c:pt idx="720">
                  <c:v>0.413608035538</c:v>
                </c:pt>
                <c:pt idx="721">
                  <c:v>0.411826824719</c:v>
                </c:pt>
                <c:pt idx="722">
                  <c:v>0.410053292229</c:v>
                </c:pt>
                <c:pt idx="723">
                  <c:v>0.408287839406</c:v>
                </c:pt>
                <c:pt idx="724">
                  <c:v>0.406530837461</c:v>
                </c:pt>
                <c:pt idx="725">
                  <c:v>0.40478262725</c:v>
                </c:pt>
                <c:pt idx="726">
                  <c:v>0.403043519094</c:v>
                </c:pt>
                <c:pt idx="727">
                  <c:v>0.401313792663</c:v>
                </c:pt>
                <c:pt idx="728">
                  <c:v>0.399593696925</c:v>
                </c:pt>
                <c:pt idx="729">
                  <c:v>0.397883450149</c:v>
                </c:pt>
                <c:pt idx="730">
                  <c:v>0.396183239976</c:v>
                </c:pt>
                <c:pt idx="731">
                  <c:v>0.394493223544</c:v>
                </c:pt>
                <c:pt idx="732">
                  <c:v>0.392813527687</c:v>
                </c:pt>
                <c:pt idx="733">
                  <c:v>0.391144249182</c:v>
                </c:pt>
                <c:pt idx="734">
                  <c:v>0.38948545507</c:v>
                </c:pt>
                <c:pt idx="735">
                  <c:v>0.387837183025</c:v>
                </c:pt>
                <c:pt idx="736">
                  <c:v>0.386199441797</c:v>
                </c:pt>
                <c:pt idx="737">
                  <c:v>0.384572211702</c:v>
                </c:pt>
                <c:pt idx="738">
                  <c:v>0.382955445184</c:v>
                </c:pt>
                <c:pt idx="739">
                  <c:v>0.381349067423</c:v>
                </c:pt>
                <c:pt idx="740">
                  <c:v>0.379752977006</c:v>
                </c:pt>
                <c:pt idx="741">
                  <c:v>0.378167046652</c:v>
                </c:pt>
                <c:pt idx="742">
                  <c:v>0.376591123992</c:v>
                </c:pt>
                <c:pt idx="743">
                  <c:v>0.375025032403</c:v>
                </c:pt>
                <c:pt idx="744">
                  <c:v>0.373468571883</c:v>
                </c:pt>
                <c:pt idx="745">
                  <c:v>0.371921519989</c:v>
                </c:pt>
                <c:pt idx="746">
                  <c:v>0.370383632812</c:v>
                </c:pt>
                <c:pt idx="747">
                  <c:v>0.368854645999</c:v>
                </c:pt>
                <c:pt idx="748">
                  <c:v>0.367334275817</c:v>
                </c:pt>
                <c:pt idx="749">
                  <c:v>0.365822220258</c:v>
                </c:pt>
                <c:pt idx="750">
                  <c:v>0.36431816018</c:v>
                </c:pt>
                <c:pt idx="751">
                  <c:v>0.362821760482</c:v>
                </c:pt>
                <c:pt idx="752">
                  <c:v>0.361332671312</c:v>
                </c:pt>
                <c:pt idx="753">
                  <c:v>0.359850529302</c:v>
                </c:pt>
                <c:pt idx="754">
                  <c:v>0.358374958831</c:v>
                </c:pt>
                <c:pt idx="755">
                  <c:v>0.356905573307</c:v>
                </c:pt>
                <c:pt idx="756">
                  <c:v>0.35544197647</c:v>
                </c:pt>
                <c:pt idx="757">
                  <c:v>0.353983763711</c:v>
                </c:pt>
                <c:pt idx="758">
                  <c:v>0.352530523403</c:v>
                </c:pt>
                <c:pt idx="759">
                  <c:v>0.351081838242</c:v>
                </c:pt>
                <c:pt idx="760">
                  <c:v>0.349637286587</c:v>
                </c:pt>
                <c:pt idx="761">
                  <c:v>0.348196443813</c:v>
                </c:pt>
                <c:pt idx="762">
                  <c:v>0.34675888365</c:v>
                </c:pt>
                <c:pt idx="763">
                  <c:v>0.345324179523</c:v>
                </c:pt>
                <c:pt idx="764">
                  <c:v>0.343891905882</c:v>
                </c:pt>
                <c:pt idx="765">
                  <c:v>0.342461639516</c:v>
                </c:pt>
                <c:pt idx="766">
                  <c:v>0.341032960853</c:v>
                </c:pt>
                <c:pt idx="767">
                  <c:v>0.339605455237</c:v>
                </c:pt>
                <c:pt idx="768">
                  <c:v>0.338178714183</c:v>
                </c:pt>
                <c:pt idx="769">
                  <c:v>0.336752336603</c:v>
                </c:pt>
                <c:pt idx="770">
                  <c:v>0.335325929998</c:v>
                </c:pt>
                <c:pt idx="771">
                  <c:v>0.333899111624</c:v>
                </c:pt>
                <c:pt idx="772">
                  <c:v>0.332471509608</c:v>
                </c:pt>
                <c:pt idx="773">
                  <c:v>0.331042764032</c:v>
                </c:pt>
                <c:pt idx="774">
                  <c:v>0.329612527969</c:v>
                </c:pt>
                <c:pt idx="775">
                  <c:v>0.328180468475</c:v>
                </c:pt>
                <c:pt idx="776">
                  <c:v>0.326746267521</c:v>
                </c:pt>
                <c:pt idx="777">
                  <c:v>0.325309622889</c:v>
                </c:pt>
                <c:pt idx="778">
                  <c:v>0.323870248996</c:v>
                </c:pt>
                <c:pt idx="779">
                  <c:v>0.322427877674</c:v>
                </c:pt>
                <c:pt idx="780">
                  <c:v>0.320982258881</c:v>
                </c:pt>
                <c:pt idx="781">
                  <c:v>0.319533161359</c:v>
                </c:pt>
                <c:pt idx="782">
                  <c:v>0.318080373222</c:v>
                </c:pt>
                <c:pt idx="783">
                  <c:v>0.316623702484</c:v>
                </c:pt>
                <c:pt idx="784">
                  <c:v>0.315162977522</c:v>
                </c:pt>
                <c:pt idx="785">
                  <c:v>0.313698047472</c:v>
                </c:pt>
                <c:pt idx="786">
                  <c:v>0.312228782557</c:v>
                </c:pt>
                <c:pt idx="787">
                  <c:v>0.310755074351</c:v>
                </c:pt>
                <c:pt idx="788">
                  <c:v>0.309276835969</c:v>
                </c:pt>
                <c:pt idx="789">
                  <c:v>0.307794002202</c:v>
                </c:pt>
                <c:pt idx="790">
                  <c:v>0.306306529571</c:v>
                </c:pt>
                <c:pt idx="791">
                  <c:v>0.304814396325</c:v>
                </c:pt>
                <c:pt idx="792">
                  <c:v>0.303317602369</c:v>
                </c:pt>
                <c:pt idx="793">
                  <c:v>0.301816169129</c:v>
                </c:pt>
                <c:pt idx="794">
                  <c:v>0.300310139353</c:v>
                </c:pt>
                <c:pt idx="795">
                  <c:v>0.298799576854</c:v>
                </c:pt>
                <c:pt idx="796">
                  <c:v>0.297284566189</c:v>
                </c:pt>
                <c:pt idx="797">
                  <c:v>0.295765212281</c:v>
                </c:pt>
                <c:pt idx="798">
                  <c:v>0.294241639992</c:v>
                </c:pt>
                <c:pt idx="799">
                  <c:v>0.292713993629</c:v>
                </c:pt>
                <c:pt idx="800">
                  <c:v>0.29118243642</c:v>
                </c:pt>
                <c:pt idx="801">
                  <c:v>0.289647149918</c:v>
                </c:pt>
                <c:pt idx="802">
                  <c:v>0.288108333382</c:v>
                </c:pt>
                <c:pt idx="803">
                  <c:v>0.286566203103</c:v>
                </c:pt>
                <c:pt idx="804">
                  <c:v>0.285020991693</c:v>
                </c:pt>
                <c:pt idx="805">
                  <c:v>0.283472947345</c:v>
                </c:pt>
                <c:pt idx="806">
                  <c:v>0.281922333051</c:v>
                </c:pt>
                <c:pt idx="807">
                  <c:v>0.280369425796</c:v>
                </c:pt>
                <c:pt idx="808">
                  <c:v>0.278814515729</c:v>
                </c:pt>
                <c:pt idx="809">
                  <c:v>0.277257905305</c:v>
                </c:pt>
                <c:pt idx="810">
                  <c:v>0.275699908415</c:v>
                </c:pt>
                <c:pt idx="811">
                  <c:v>0.274140849495</c:v>
                </c:pt>
                <c:pt idx="812">
                  <c:v>0.272581062627</c:v>
                </c:pt>
                <c:pt idx="813">
                  <c:v>0.271020890626</c:v>
                </c:pt>
                <c:pt idx="814">
                  <c:v>0.26946068413</c:v>
                </c:pt>
                <c:pt idx="815">
                  <c:v>0.26790080068</c:v>
                </c:pt>
                <c:pt idx="816">
                  <c:v>0.266341603802</c:v>
                </c:pt>
                <c:pt idx="817">
                  <c:v>0.264783462101</c:v>
                </c:pt>
                <c:pt idx="818">
                  <c:v>0.263226748347</c:v>
                </c:pt>
                <c:pt idx="819">
                  <c:v>0.261671838586</c:v>
                </c:pt>
                <c:pt idx="820">
                  <c:v>0.260119111255</c:v>
                </c:pt>
                <c:pt idx="821">
                  <c:v>0.258568946309</c:v>
                </c:pt>
                <c:pt idx="822">
                  <c:v>0.257021724376</c:v>
                </c:pt>
                <c:pt idx="823">
                  <c:v>0.25547782592</c:v>
                </c:pt>
                <c:pt idx="824">
                  <c:v>0.253937630435</c:v>
                </c:pt>
                <c:pt idx="825">
                  <c:v>0.25240151565</c:v>
                </c:pt>
                <c:pt idx="826">
                  <c:v>0.250869856777</c:v>
                </c:pt>
                <c:pt idx="827">
                  <c:v>0.249343025767</c:v>
                </c:pt>
                <c:pt idx="828">
                  <c:v>0.247821390606</c:v>
                </c:pt>
                <c:pt idx="829">
                  <c:v>0.246305314636</c:v>
                </c:pt>
                <c:pt idx="830">
                  <c:v>0.244795155907</c:v>
                </c:pt>
                <c:pt idx="831">
                  <c:v>0.24329126656</c:v>
                </c:pt>
                <c:pt idx="832">
                  <c:v>0.241793992238</c:v>
                </c:pt>
                <c:pt idx="833">
                  <c:v>0.240303671541</c:v>
                </c:pt>
                <c:pt idx="834">
                  <c:v>0.238820635495</c:v>
                </c:pt>
                <c:pt idx="835">
                  <c:v>0.237345207073</c:v>
                </c:pt>
                <c:pt idx="836">
                  <c:v>0.235877700739</c:v>
                </c:pt>
                <c:pt idx="837">
                  <c:v>0.234418422021</c:v>
                </c:pt>
                <c:pt idx="838">
                  <c:v>0.232967667131</c:v>
                </c:pt>
                <c:pt idx="839">
                  <c:v>0.231525722604</c:v>
                </c:pt>
                <c:pt idx="840">
                  <c:v>0.230092864975</c:v>
                </c:pt>
                <c:pt idx="841">
                  <c:v>0.228669360489</c:v>
                </c:pt>
                <c:pt idx="842">
                  <c:v>0.227255464839</c:v>
                </c:pt>
                <c:pt idx="843">
                  <c:v>0.225851422937</c:v>
                </c:pt>
                <c:pt idx="844">
                  <c:v>0.224457468714</c:v>
                </c:pt>
                <c:pt idx="845">
                  <c:v>0.223073824949</c:v>
                </c:pt>
                <c:pt idx="846">
                  <c:v>0.221700703126</c:v>
                </c:pt>
                <c:pt idx="847">
                  <c:v>0.22033830332</c:v>
                </c:pt>
                <c:pt idx="848">
                  <c:v>0.218986814108</c:v>
                </c:pt>
                <c:pt idx="849">
                  <c:v>0.217646412502</c:v>
                </c:pt>
                <c:pt idx="850">
                  <c:v>0.216317263917</c:v>
                </c:pt>
                <c:pt idx="851">
                  <c:v>0.21499952215</c:v>
                </c:pt>
                <c:pt idx="852">
                  <c:v>0.213693329391</c:v>
                </c:pt>
                <c:pt idx="853">
                  <c:v>0.212398816247</c:v>
                </c:pt>
                <c:pt idx="854">
                  <c:v>0.211116101796</c:v>
                </c:pt>
                <c:pt idx="855">
                  <c:v>0.209845293653</c:v>
                </c:pt>
                <c:pt idx="856">
                  <c:v>0.208586488055</c:v>
                </c:pt>
                <c:pt idx="857">
                  <c:v>0.20733976997</c:v>
                </c:pt>
                <c:pt idx="858">
                  <c:v>0.206105213211</c:v>
                </c:pt>
                <c:pt idx="859">
                  <c:v>0.204882880578</c:v>
                </c:pt>
                <c:pt idx="860">
                  <c:v>0.203672824003</c:v>
                </c:pt>
                <c:pt idx="861">
                  <c:v>0.202475084716</c:v>
                </c:pt>
                <c:pt idx="862">
                  <c:v>0.201289693422</c:v>
                </c:pt>
                <c:pt idx="863">
                  <c:v>0.200116670486</c:v>
                </c:pt>
                <c:pt idx="864">
                  <c:v>0.198956026136</c:v>
                </c:pt>
                <c:pt idx="865">
                  <c:v>0.197807760666</c:v>
                </c:pt>
                <c:pt idx="866">
                  <c:v>0.196671864658</c:v>
                </c:pt>
                <c:pt idx="867">
                  <c:v>0.195548319206</c:v>
                </c:pt>
                <c:pt idx="868">
                  <c:v>0.194437096149</c:v>
                </c:pt>
                <c:pt idx="869">
                  <c:v>0.193338158315</c:v>
                </c:pt>
                <c:pt idx="870">
                  <c:v>0.192251459764</c:v>
                </c:pt>
                <c:pt idx="871">
                  <c:v>0.191176946041</c:v>
                </c:pt>
                <c:pt idx="872">
                  <c:v>0.190114554434</c:v>
                </c:pt>
                <c:pt idx="873">
                  <c:v>0.189064214235</c:v>
                </c:pt>
                <c:pt idx="874">
                  <c:v>0.188025847005</c:v>
                </c:pt>
                <c:pt idx="875">
                  <c:v>0.18699936684</c:v>
                </c:pt>
                <c:pt idx="876">
                  <c:v>0.185984680644</c:v>
                </c:pt>
                <c:pt idx="877">
                  <c:v>0.184981688401</c:v>
                </c:pt>
                <c:pt idx="878">
                  <c:v>0.183990283447</c:v>
                </c:pt>
                <c:pt idx="879">
                  <c:v>0.183010352746</c:v>
                </c:pt>
                <c:pt idx="880">
                  <c:v>0.182041777164</c:v>
                </c:pt>
                <c:pt idx="881">
                  <c:v>0.181084431746</c:v>
                </c:pt>
                <c:pt idx="882">
                  <c:v>0.18013818599</c:v>
                </c:pt>
                <c:pt idx="883">
                  <c:v>0.179202904121</c:v>
                </c:pt>
                <c:pt idx="884">
                  <c:v>0.178278445361</c:v>
                </c:pt>
                <c:pt idx="885">
                  <c:v>0.177364664203</c:v>
                </c:pt>
                <c:pt idx="886">
                  <c:v>0.17646141068</c:v>
                </c:pt>
                <c:pt idx="887">
                  <c:v>0.175568530629</c:v>
                </c:pt>
                <c:pt idx="888">
                  <c:v>0.174685865954</c:v>
                </c:pt>
                <c:pt idx="889">
                  <c:v>0.173813254891</c:v>
                </c:pt>
                <c:pt idx="890">
                  <c:v>0.172950532261</c:v>
                </c:pt>
                <c:pt idx="891">
                  <c:v>0.172097529725</c:v>
                </c:pt>
                <c:pt idx="892">
                  <c:v>0.17125407603</c:v>
                </c:pt>
                <c:pt idx="893">
                  <c:v>0.170419997262</c:v>
                </c:pt>
                <c:pt idx="894">
                  <c:v>0.169595117076</c:v>
                </c:pt>
                <c:pt idx="895">
                  <c:v>0.168779256942</c:v>
                </c:pt>
                <c:pt idx="896">
                  <c:v>0.167972236367</c:v>
                </c:pt>
                <c:pt idx="897">
                  <c:v>0.167173873126</c:v>
                </c:pt>
                <c:pt idx="898">
                  <c:v>0.166383983482</c:v>
                </c:pt>
                <c:pt idx="899">
                  <c:v>0.165602382398</c:v>
                </c:pt>
                <c:pt idx="900">
                  <c:v>0.164828883747</c:v>
                </c:pt>
                <c:pt idx="901">
                  <c:v>0.164063300517</c:v>
                </c:pt>
                <c:pt idx="902">
                  <c:v>0.163305445006</c:v>
                </c:pt>
                <c:pt idx="903">
                  <c:v>0.162555129015</c:v>
                </c:pt>
                <c:pt idx="904">
                  <c:v>0.161812164032</c:v>
                </c:pt>
                <c:pt idx="905">
                  <c:v>0.161076361412</c:v>
                </c:pt>
                <c:pt idx="906">
                  <c:v>0.160347532551</c:v>
                </c:pt>
                <c:pt idx="907">
                  <c:v>0.159625489051</c:v>
                </c:pt>
                <c:pt idx="908">
                  <c:v>0.15891004288</c:v>
                </c:pt>
                <c:pt idx="909">
                  <c:v>0.158201006532</c:v>
                </c:pt>
                <c:pt idx="910">
                  <c:v>0.157498193169</c:v>
                </c:pt>
                <c:pt idx="911">
                  <c:v>0.156801416766</c:v>
                </c:pt>
                <c:pt idx="912">
                  <c:v>0.156110492251</c:v>
                </c:pt>
                <c:pt idx="913">
                  <c:v>0.155425235632</c:v>
                </c:pt>
                <c:pt idx="914">
                  <c:v>0.154745464121</c:v>
                </c:pt>
                <c:pt idx="915">
                  <c:v>0.154070996259</c:v>
                </c:pt>
                <c:pt idx="916">
                  <c:v>0.153401652026</c:v>
                </c:pt>
                <c:pt idx="917">
                  <c:v>0.152737252951</c:v>
                </c:pt>
                <c:pt idx="918">
                  <c:v>0.152077622214</c:v>
                </c:pt>
                <c:pt idx="919">
                  <c:v>0.15142258475</c:v>
                </c:pt>
                <c:pt idx="920">
                  <c:v>0.150771967336</c:v>
                </c:pt>
                <c:pt idx="921">
                  <c:v>0.150125598685</c:v>
                </c:pt>
                <c:pt idx="922">
                  <c:v>0.14948330953</c:v>
                </c:pt>
                <c:pt idx="923">
                  <c:v>0.148844932705</c:v>
                </c:pt>
                <c:pt idx="924">
                  <c:v>0.148210303222</c:v>
                </c:pt>
                <c:pt idx="925">
                  <c:v>0.147579258342</c:v>
                </c:pt>
                <c:pt idx="926">
                  <c:v>0.146951637647</c:v>
                </c:pt>
                <c:pt idx="927">
                  <c:v>0.146327283108</c:v>
                </c:pt>
                <c:pt idx="928">
                  <c:v>0.145706039141</c:v>
                </c:pt>
                <c:pt idx="929">
                  <c:v>0.145087752677</c:v>
                </c:pt>
                <c:pt idx="930">
                  <c:v>0.14447227321</c:v>
                </c:pt>
                <c:pt idx="931">
                  <c:v>0.14385945286</c:v>
                </c:pt>
                <c:pt idx="932">
                  <c:v>0.14324914642</c:v>
                </c:pt>
                <c:pt idx="933">
                  <c:v>0.14264121141</c:v>
                </c:pt>
                <c:pt idx="934">
                  <c:v>0.142035508124</c:v>
                </c:pt>
                <c:pt idx="935">
                  <c:v>0.141431899678</c:v>
                </c:pt>
                <c:pt idx="936">
                  <c:v>0.140830252053</c:v>
                </c:pt>
                <c:pt idx="937">
                  <c:v>0.140230434145</c:v>
                </c:pt>
                <c:pt idx="938">
                  <c:v>0.139632317801</c:v>
                </c:pt>
                <c:pt idx="939">
                  <c:v>0.139035777865</c:v>
                </c:pt>
                <c:pt idx="940">
                  <c:v>0.138440692215</c:v>
                </c:pt>
                <c:pt idx="941">
                  <c:v>0.137846941808</c:v>
                </c:pt>
                <c:pt idx="942">
                  <c:v>0.137254410714</c:v>
                </c:pt>
                <c:pt idx="943">
                  <c:v>0.136662986159</c:v>
                </c:pt>
                <c:pt idx="944">
                  <c:v>0.136072558557</c:v>
                </c:pt>
                <c:pt idx="945">
                  <c:v>0.135483021553</c:v>
                </c:pt>
                <c:pt idx="946">
                  <c:v>0.134894272056</c:v>
                </c:pt>
                <c:pt idx="947">
                  <c:v>0.134306210279</c:v>
                </c:pt>
                <c:pt idx="948">
                  <c:v>0.133718739769</c:v>
                </c:pt>
                <c:pt idx="949">
                  <c:v>0.133131767447</c:v>
                </c:pt>
                <c:pt idx="950">
                  <c:v>0.132545203642</c:v>
                </c:pt>
                <c:pt idx="951">
                  <c:v>0.131958962124</c:v>
                </c:pt>
                <c:pt idx="952">
                  <c:v>0.131372960139</c:v>
                </c:pt>
                <c:pt idx="953">
                  <c:v>0.130787118441</c:v>
                </c:pt>
                <c:pt idx="954">
                  <c:v>0.130201361325</c:v>
                </c:pt>
                <c:pt idx="955">
                  <c:v>0.129615616659</c:v>
                </c:pt>
                <c:pt idx="956">
                  <c:v>0.129029815914</c:v>
                </c:pt>
                <c:pt idx="957">
                  <c:v>0.128443894192</c:v>
                </c:pt>
                <c:pt idx="958">
                  <c:v>0.127857790259</c:v>
                </c:pt>
                <c:pt idx="959">
                  <c:v>0.127271446568</c:v>
                </c:pt>
                <c:pt idx="960">
                  <c:v>0.126684809285</c:v>
                </c:pt>
                <c:pt idx="961">
                  <c:v>0.126097828316</c:v>
                </c:pt>
                <c:pt idx="962">
                  <c:v>0.125510457324</c:v>
                </c:pt>
                <c:pt idx="963">
                  <c:v>0.124922653757</c:v>
                </c:pt>
                <c:pt idx="964">
                  <c:v>0.124334378856</c:v>
                </c:pt>
                <c:pt idx="965">
                  <c:v>0.123745597679</c:v>
                </c:pt>
                <c:pt idx="966">
                  <c:v>0.123156279111</c:v>
                </c:pt>
                <c:pt idx="967">
                  <c:v>0.122566395871</c:v>
                </c:pt>
                <c:pt idx="968">
                  <c:v>0.121975924526</c:v>
                </c:pt>
                <c:pt idx="969">
                  <c:v>0.121384845486</c:v>
                </c:pt>
                <c:pt idx="970">
                  <c:v>0.120793143013</c:v>
                </c:pt>
                <c:pt idx="971">
                  <c:v>0.120200805213</c:v>
                </c:pt>
                <c:pt idx="972">
                  <c:v>0.119607824027</c:v>
                </c:pt>
                <c:pt idx="973">
                  <c:v>0.119014195226</c:v>
                </c:pt>
                <c:pt idx="974">
                  <c:v>0.118419918391</c:v>
                </c:pt>
                <c:pt idx="975">
                  <c:v>0.117824996891</c:v>
                </c:pt>
                <c:pt idx="976">
                  <c:v>0.117229437865</c:v>
                </c:pt>
                <c:pt idx="977">
                  <c:v>0.116633252187</c:v>
                </c:pt>
                <c:pt idx="978">
                  <c:v>0.116036454436</c:v>
                </c:pt>
                <c:pt idx="979">
                  <c:v>0.11543906285</c:v>
                </c:pt>
                <c:pt idx="980">
                  <c:v>0.114841099289</c:v>
                </c:pt>
                <c:pt idx="981">
                  <c:v>0.114242589181</c:v>
                </c:pt>
                <c:pt idx="982">
                  <c:v>0.113643561468</c:v>
                </c:pt>
                <c:pt idx="983">
                  <c:v>0.113044048544</c:v>
                </c:pt>
                <c:pt idx="984">
                  <c:v>0.112444086191</c:v>
                </c:pt>
                <c:pt idx="985">
                  <c:v>0.111843713506</c:v>
                </c:pt>
                <c:pt idx="986">
                  <c:v>0.111242972826</c:v>
                </c:pt>
                <c:pt idx="987">
                  <c:v>0.110641909642</c:v>
                </c:pt>
                <c:pt idx="988">
                  <c:v>0.110040572514</c:v>
                </c:pt>
                <c:pt idx="989">
                  <c:v>0.109439012978</c:v>
                </c:pt>
                <c:pt idx="990">
                  <c:v>0.10883728545</c:v>
                </c:pt>
                <c:pt idx="991">
                  <c:v>0.108235447116</c:v>
                </c:pt>
                <c:pt idx="992">
                  <c:v>0.107633557831</c:v>
                </c:pt>
                <c:pt idx="993">
                  <c:v>0.107031680005</c:v>
                </c:pt>
                <c:pt idx="994">
                  <c:v>0.106429878483</c:v>
                </c:pt>
                <c:pt idx="995">
                  <c:v>0.105828220429</c:v>
                </c:pt>
                <c:pt idx="996">
                  <c:v>0.105226775195</c:v>
                </c:pt>
                <c:pt idx="997">
                  <c:v>0.104625614197</c:v>
                </c:pt>
                <c:pt idx="998">
                  <c:v>0.104024810783</c:v>
                </c:pt>
                <c:pt idx="999">
                  <c:v>0.103424440095</c:v>
                </c:pt>
                <c:pt idx="1000">
                  <c:v>0.102824578932</c:v>
                </c:pt>
                <c:pt idx="1001">
                  <c:v>0.102225305614</c:v>
                </c:pt>
                <c:pt idx="1002">
                  <c:v>0.101626699837</c:v>
                </c:pt>
                <c:pt idx="1003">
                  <c:v>0.101028842528</c:v>
                </c:pt>
                <c:pt idx="1004">
                  <c:v>0.100431815705</c:v>
                </c:pt>
                <c:pt idx="1005">
                  <c:v>0.0998357023282</c:v>
                </c:pt>
                <c:pt idx="1006">
                  <c:v>0.0992405861576</c:v>
                </c:pt>
                <c:pt idx="1007">
                  <c:v>0.0986465516044</c:v>
                </c:pt>
                <c:pt idx="1008">
                  <c:v>0.0980536835879</c:v>
                </c:pt>
                <c:pt idx="1009">
                  <c:v>0.0974620673907</c:v>
                </c:pt>
                <c:pt idx="1010">
                  <c:v>0.0968717885163</c:v>
                </c:pt>
                <c:pt idx="1011">
                  <c:v>0.0962829325477</c:v>
                </c:pt>
                <c:pt idx="1012">
                  <c:v>0.0956955850082</c:v>
                </c:pt>
                <c:pt idx="1013">
                  <c:v>0.0951098312248</c:v>
                </c:pt>
                <c:pt idx="1014">
                  <c:v>0.0945257561941</c:v>
                </c:pt>
                <c:pt idx="1015">
                  <c:v>0.0939434444518</c:v>
                </c:pt>
                <c:pt idx="1016">
                  <c:v>0.0933629799449</c:v>
                </c:pt>
                <c:pt idx="1017">
                  <c:v>0.0927844459084</c:v>
                </c:pt>
                <c:pt idx="1018">
                  <c:v>0.0922079247455</c:v>
                </c:pt>
                <c:pt idx="1019">
                  <c:v>0.0916334979122</c:v>
                </c:pt>
                <c:pt idx="1020">
                  <c:v>0.091061245807</c:v>
                </c:pt>
                <c:pt idx="1021">
                  <c:v>0.0904912476643</c:v>
                </c:pt>
                <c:pt idx="1022">
                  <c:v>0.0899235814538</c:v>
                </c:pt>
                <c:pt idx="1023">
                  <c:v>0.0893583237843</c:v>
                </c:pt>
                <c:pt idx="1024">
                  <c:v>0.0887955498134</c:v>
                </c:pt>
                <c:pt idx="1025">
                  <c:v>0.0882353331618</c:v>
                </c:pt>
                <c:pt idx="1026">
                  <c:v>0.0876777458342</c:v>
                </c:pt>
                <c:pt idx="1027">
                  <c:v>0.0871228581446</c:v>
                </c:pt>
                <c:pt idx="1028">
                  <c:v>0.0865707386481</c:v>
                </c:pt>
                <c:pt idx="1029">
                  <c:v>0.086021454078</c:v>
                </c:pt>
                <c:pt idx="1030">
                  <c:v>0.0854750692883</c:v>
                </c:pt>
                <c:pt idx="1031">
                  <c:v>0.0849316472029</c:v>
                </c:pt>
                <c:pt idx="1032">
                  <c:v>0.0843912487687</c:v>
                </c:pt>
                <c:pt idx="1033">
                  <c:v>0.0838539329158</c:v>
                </c:pt>
                <c:pt idx="1034">
                  <c:v>0.0833197565225</c:v>
                </c:pt>
                <c:pt idx="1035">
                  <c:v>0.0827887743854</c:v>
                </c:pt>
                <c:pt idx="1036">
                  <c:v>0.0822610391955</c:v>
                </c:pt>
                <c:pt idx="1037">
                  <c:v>0.0817366015185</c:v>
                </c:pt>
                <c:pt idx="1038">
                  <c:v>0.0812155097813</c:v>
                </c:pt>
                <c:pt idx="1039">
                  <c:v>0.080697810262</c:v>
                </c:pt>
                <c:pt idx="1040">
                  <c:v>0.0801835470852</c:v>
                </c:pt>
                <c:pt idx="1041">
                  <c:v>0.0796727622223</c:v>
                </c:pt>
                <c:pt idx="1042">
                  <c:v>0.0791654954951</c:v>
                </c:pt>
                <c:pt idx="1043">
                  <c:v>0.0786617845843</c:v>
                </c:pt>
                <c:pt idx="1044">
                  <c:v>0.0781616650413</c:v>
                </c:pt>
                <c:pt idx="1045">
                  <c:v>0.0776651703044</c:v>
                </c:pt>
                <c:pt idx="1046">
                  <c:v>0.0771723317179</c:v>
                </c:pt>
                <c:pt idx="1047">
                  <c:v>0.0766831785549</c:v>
                </c:pt>
                <c:pt idx="1048">
                  <c:v>0.0761977380429</c:v>
                </c:pt>
                <c:pt idx="1049">
                  <c:v>0.0757160353925</c:v>
                </c:pt>
                <c:pt idx="1050">
                  <c:v>0.0752380938289</c:v>
                </c:pt>
                <c:pt idx="1051">
                  <c:v>0.0747639346253</c:v>
                </c:pt>
                <c:pt idx="1052">
                  <c:v>0.0742935771391</c:v>
                </c:pt>
                <c:pt idx="1053">
                  <c:v>0.0738270388504</c:v>
                </c:pt>
                <c:pt idx="1054">
                  <c:v>0.0733643354013</c:v>
                </c:pt>
                <c:pt idx="1055">
                  <c:v>0.072905480638</c:v>
                </c:pt>
                <c:pt idx="1056">
                  <c:v>0.0724504866541</c:v>
                </c:pt>
                <c:pt idx="1057">
                  <c:v>0.0719993638344</c:v>
                </c:pt>
                <c:pt idx="1058">
                  <c:v>0.0715521209015</c:v>
                </c:pt>
                <c:pt idx="1059">
                  <c:v>0.0711087649612</c:v>
                </c:pt>
                <c:pt idx="1060">
                  <c:v>0.0706693015509</c:v>
                </c:pt>
                <c:pt idx="1061">
                  <c:v>0.0702337346872</c:v>
                </c:pt>
                <c:pt idx="1062">
                  <c:v>0.0698020669141</c:v>
                </c:pt>
                <c:pt idx="1063">
                  <c:v>0.0693742993527</c:v>
                </c:pt>
                <c:pt idx="1064">
                  <c:v>0.0689504317494</c:v>
                </c:pt>
                <c:pt idx="1065">
                  <c:v>0.0685304625259</c:v>
                </c:pt>
                <c:pt idx="1066">
                  <c:v>0.068114388828</c:v>
                </c:pt>
                <c:pt idx="1067">
                  <c:v>0.0677022065748</c:v>
                </c:pt>
                <c:pt idx="1068">
                  <c:v>0.0672939105076</c:v>
                </c:pt>
                <c:pt idx="1069">
                  <c:v>0.0668894942383</c:v>
                </c:pt>
                <c:pt idx="1070">
                  <c:v>0.0664889502977</c:v>
                </c:pt>
                <c:pt idx="1071">
                  <c:v>0.0660922701831</c:v>
                </c:pt>
                <c:pt idx="1072">
                  <c:v>0.0656994444054</c:v>
                </c:pt>
                <c:pt idx="1073">
                  <c:v>0.0653104625354</c:v>
                </c:pt>
                <c:pt idx="1074">
                  <c:v>0.0649253132495</c:v>
                </c:pt>
                <c:pt idx="1075">
                  <c:v>0.0645439843749</c:v>
                </c:pt>
                <c:pt idx="1076">
                  <c:v>0.0641664629335</c:v>
                </c:pt>
                <c:pt idx="1077">
                  <c:v>0.0637927351856</c:v>
                </c:pt>
                <c:pt idx="1078">
                  <c:v>0.0634227866716</c:v>
                </c:pt>
                <c:pt idx="1079">
                  <c:v>0.0630566022542</c:v>
                </c:pt>
                <c:pt idx="1080">
                  <c:v>0.0626941661585</c:v>
                </c:pt>
                <c:pt idx="1081">
                  <c:v>0.0623354620116</c:v>
                </c:pt>
                <c:pt idx="1082">
                  <c:v>0.0619804728813</c:v>
                </c:pt>
                <c:pt idx="1083">
                  <c:v>0.0616291813133</c:v>
                </c:pt>
                <c:pt idx="1084">
                  <c:v>0.0612815693677</c:v>
                </c:pt>
                <c:pt idx="1085">
                  <c:v>0.0609376186548</c:v>
                </c:pt>
                <c:pt idx="1086">
                  <c:v>0.0605973103687</c:v>
                </c:pt>
                <c:pt idx="1087">
                  <c:v>0.0602606253211</c:v>
                </c:pt>
                <c:pt idx="1088">
                  <c:v>0.0599275439737</c:v>
                </c:pt>
                <c:pt idx="1089">
                  <c:v>0.0595980464686</c:v>
                </c:pt>
                <c:pt idx="1090">
                  <c:v>0.0592721126591</c:v>
                </c:pt>
                <c:pt idx="1091">
                  <c:v>0.0589497221383</c:v>
                </c:pt>
                <c:pt idx="1092">
                  <c:v>0.0586308542672</c:v>
                </c:pt>
                <c:pt idx="1093">
                  <c:v>0.0583154882018</c:v>
                </c:pt>
                <c:pt idx="1094">
                  <c:v>0.0580036029188</c:v>
                </c:pt>
                <c:pt idx="1095">
                  <c:v>0.0576951772405</c:v>
                </c:pt>
                <c:pt idx="1096">
                  <c:v>0.0573901898589</c:v>
                </c:pt>
                <c:pt idx="1097">
                  <c:v>0.0570886193585</c:v>
                </c:pt>
                <c:pt idx="1098">
                  <c:v>0.0567904442379</c:v>
                </c:pt>
                <c:pt idx="1099">
                  <c:v>0.0564956429316</c:v>
                </c:pt>
                <c:pt idx="1100">
                  <c:v>0.0562041938291</c:v>
                </c:pt>
                <c:pt idx="1101">
                  <c:v>0.0559160752947</c:v>
                </c:pt>
                <c:pt idx="1102">
                  <c:v>0.0556312656854</c:v>
                </c:pt>
                <c:pt idx="1103">
                  <c:v>0.0553497433681</c:v>
                </c:pt>
                <c:pt idx="1104">
                  <c:v>0.0550714867365</c:v>
                </c:pt>
                <c:pt idx="1105">
                  <c:v>0.0547964742263</c:v>
                </c:pt>
                <c:pt idx="1106">
                  <c:v>0.0545246843302</c:v>
                </c:pt>
                <c:pt idx="1107">
                  <c:v>0.0542560956117</c:v>
                </c:pt>
                <c:pt idx="1108">
                  <c:v>0.0539906867183</c:v>
                </c:pt>
                <c:pt idx="1109">
                  <c:v>0.0537284363941</c:v>
                </c:pt>
                <c:pt idx="1110">
                  <c:v>0.053469323491</c:v>
                </c:pt>
                <c:pt idx="1111">
                  <c:v>0.05321332698</c:v>
                </c:pt>
                <c:pt idx="1112">
                  <c:v>0.0529604259611</c:v>
                </c:pt>
                <c:pt idx="1113">
                  <c:v>0.0527105996729</c:v>
                </c:pt>
                <c:pt idx="1114">
                  <c:v>0.052463827501</c:v>
                </c:pt>
                <c:pt idx="1115">
                  <c:v>0.0522200889868</c:v>
                </c:pt>
                <c:pt idx="1116">
                  <c:v>0.0519793638341</c:v>
                </c:pt>
                <c:pt idx="1117">
                  <c:v>0.0517416319163</c:v>
                </c:pt>
                <c:pt idx="1118">
                  <c:v>0.0515068732826</c:v>
                </c:pt>
                <c:pt idx="1119">
                  <c:v>0.051275068163</c:v>
                </c:pt>
                <c:pt idx="1120">
                  <c:v>0.0510461969741</c:v>
                </c:pt>
                <c:pt idx="1121">
                  <c:v>0.0508202403223</c:v>
                </c:pt>
                <c:pt idx="1122">
                  <c:v>0.0505971790084</c:v>
                </c:pt>
                <c:pt idx="1123">
                  <c:v>0.0503769940304</c:v>
                </c:pt>
                <c:pt idx="1124">
                  <c:v>0.050159666586</c:v>
                </c:pt>
                <c:pt idx="1125">
                  <c:v>0.0499451780748</c:v>
                </c:pt>
                <c:pt idx="1126">
                  <c:v>0.0497335100997</c:v>
                </c:pt>
                <c:pt idx="1127">
                  <c:v>0.049524644468</c:v>
                </c:pt>
                <c:pt idx="1128">
                  <c:v>0.0493185631913</c:v>
                </c:pt>
                <c:pt idx="1129">
                  <c:v>0.0491152484861</c:v>
                </c:pt>
                <c:pt idx="1130">
                  <c:v>0.0489146827727</c:v>
                </c:pt>
                <c:pt idx="1131">
                  <c:v>0.0487168486742</c:v>
                </c:pt>
                <c:pt idx="1132">
                  <c:v>0.0485217290147</c:v>
                </c:pt>
                <c:pt idx="1133">
                  <c:v>0.0483293068176</c:v>
                </c:pt>
                <c:pt idx="1134">
                  <c:v>0.0481395653022</c:v>
                </c:pt>
                <c:pt idx="1135">
                  <c:v>0.0479524878812</c:v>
                </c:pt>
                <c:pt idx="1136">
                  <c:v>0.0477680581567</c:v>
                </c:pt>
                <c:pt idx="1137">
                  <c:v>0.0475862599161</c:v>
                </c:pt>
                <c:pt idx="1138">
                  <c:v>0.0474070771276</c:v>
                </c:pt>
                <c:pt idx="1139">
                  <c:v>0.0472304939348</c:v>
                </c:pt>
                <c:pt idx="1140">
                  <c:v>0.047056494651</c:v>
                </c:pt>
                <c:pt idx="1141">
                  <c:v>0.0468850637536</c:v>
                </c:pt>
                <c:pt idx="1142">
                  <c:v>0.0467161858768</c:v>
                </c:pt>
                <c:pt idx="1143">
                  <c:v>0.0465498458048</c:v>
                </c:pt>
                <c:pt idx="1144">
                  <c:v>0.0463860284638</c:v>
                </c:pt>
                <c:pt idx="1145">
                  <c:v>0.0462247189145</c:v>
                </c:pt>
                <c:pt idx="1146">
                  <c:v>0.0460659023425</c:v>
                </c:pt>
                <c:pt idx="1147">
                  <c:v>0.0459095640499</c:v>
                </c:pt>
                <c:pt idx="1148">
                  <c:v>0.045755689445</c:v>
                </c:pt>
                <c:pt idx="1149">
                  <c:v>0.0456042640323</c:v>
                </c:pt>
                <c:pt idx="1150">
                  <c:v>0.0454552734018</c:v>
                </c:pt>
                <c:pt idx="1151">
                  <c:v>0.0453087032173</c:v>
                </c:pt>
                <c:pt idx="1152">
                  <c:v>0.0451645392048</c:v>
                </c:pt>
                <c:pt idx="1153">
                  <c:v>0.04502276714</c:v>
                </c:pt>
                <c:pt idx="1154">
                  <c:v>0.0448833728354</c:v>
                </c:pt>
                <c:pt idx="1155">
                  <c:v>0.0447463421263</c:v>
                </c:pt>
                <c:pt idx="1156">
                  <c:v>0.0446116608572</c:v>
                </c:pt>
                <c:pt idx="1157">
                  <c:v>0.0444793148669</c:v>
                </c:pt>
                <c:pt idx="1158">
                  <c:v>0.0443492899732</c:v>
                </c:pt>
                <c:pt idx="1159">
                  <c:v>0.0442215719568</c:v>
                </c:pt>
                <c:pt idx="1160">
                  <c:v>0.0440961465451</c:v>
                </c:pt>
                <c:pt idx="1161">
                  <c:v>0.0439729993952</c:v>
                </c:pt>
                <c:pt idx="1162">
                  <c:v>0.043852116076</c:v>
                </c:pt>
                <c:pt idx="1163">
                  <c:v>0.0437334820498</c:v>
                </c:pt>
                <c:pt idx="1164">
                  <c:v>0.043617082654</c:v>
                </c:pt>
                <c:pt idx="1165">
                  <c:v>0.0435029030809</c:v>
                </c:pt>
                <c:pt idx="1166">
                  <c:v>0.0433909283579</c:v>
                </c:pt>
                <c:pt idx="1167">
                  <c:v>0.0432811433269</c:v>
                </c:pt>
                <c:pt idx="1168">
                  <c:v>0.043173532623</c:v>
                </c:pt>
                <c:pt idx="1169">
                  <c:v>0.0430680806521</c:v>
                </c:pt>
                <c:pt idx="1170">
                  <c:v>0.0429647715688</c:v>
                </c:pt>
                <c:pt idx="1171">
                  <c:v>0.0428635892532</c:v>
                </c:pt>
                <c:pt idx="1172">
                  <c:v>0.0427645172871</c:v>
                </c:pt>
                <c:pt idx="1173">
                  <c:v>0.0426675389296</c:v>
                </c:pt>
                <c:pt idx="1174">
                  <c:v>0.0425726370924</c:v>
                </c:pt>
                <c:pt idx="1175">
                  <c:v>0.0424797943144</c:v>
                </c:pt>
                <c:pt idx="1176">
                  <c:v>0.0423889927354</c:v>
                </c:pt>
                <c:pt idx="1177">
                  <c:v>0.0423002140701</c:v>
                </c:pt>
                <c:pt idx="1178">
                  <c:v>0.0422134395807</c:v>
                </c:pt>
                <c:pt idx="1179">
                  <c:v>0.0421286500497</c:v>
                </c:pt>
                <c:pt idx="1180">
                  <c:v>0.0420458257519</c:v>
                </c:pt>
                <c:pt idx="1181">
                  <c:v>0.0419649464259</c:v>
                </c:pt>
                <c:pt idx="1182">
                  <c:v>0.0418859912461</c:v>
                </c:pt>
                <c:pt idx="1183">
                  <c:v>0.0418089387926</c:v>
                </c:pt>
                <c:pt idx="1184">
                  <c:v>0.0417337670229</c:v>
                </c:pt>
                <c:pt idx="1185">
                  <c:v>0.0416604532418</c:v>
                </c:pt>
                <c:pt idx="1186">
                  <c:v>0.0415889740715</c:v>
                </c:pt>
                <c:pt idx="1187">
                  <c:v>0.0415193054221</c:v>
                </c:pt>
                <c:pt idx="1188">
                  <c:v>0.0414514224615</c:v>
                </c:pt>
                <c:pt idx="1189">
                  <c:v>0.041385299585</c:v>
                </c:pt>
                <c:pt idx="1190">
                  <c:v>0.0413209103858</c:v>
                </c:pt>
                <c:pt idx="1191">
                  <c:v>0.0412582276251</c:v>
                </c:pt>
                <c:pt idx="1192">
                  <c:v>0.0411972232021</c:v>
                </c:pt>
                <c:pt idx="1193">
                  <c:v>0.0411378681251</c:v>
                </c:pt>
                <c:pt idx="1194">
                  <c:v>0.0410801324823</c:v>
                </c:pt>
                <c:pt idx="1195">
                  <c:v>0.0410239854133</c:v>
                </c:pt>
                <c:pt idx="1196">
                  <c:v>0.0409693950815</c:v>
                </c:pt>
                <c:pt idx="1197">
                  <c:v>0.0409163286464</c:v>
                </c:pt>
                <c:pt idx="1198">
                  <c:v>0.0408647522377</c:v>
                </c:pt>
                <c:pt idx="1199">
                  <c:v>0.0408146309294</c:v>
                </c:pt>
                <c:pt idx="1200">
                  <c:v>0.0407659287155</c:v>
                </c:pt>
                <c:pt idx="1201">
                  <c:v>0.0407186084869</c:v>
                </c:pt>
                <c:pt idx="1202">
                  <c:v>0.0406726320089</c:v>
                </c:pt>
                <c:pt idx="1203">
                  <c:v>0.0406279599013</c:v>
                </c:pt>
                <c:pt idx="1204">
                  <c:v>0.0405845516189</c:v>
                </c:pt>
                <c:pt idx="1205">
                  <c:v>0.0405423654345</c:v>
                </c:pt>
                <c:pt idx="1206">
                  <c:v>0.0405013584235</c:v>
                </c:pt>
                <c:pt idx="1207">
                  <c:v>0.0404614864504</c:v>
                </c:pt>
                <c:pt idx="1208">
                  <c:v>0.040422704158</c:v>
                </c:pt>
                <c:pt idx="1209">
                  <c:v>0.0403849649583</c:v>
                </c:pt>
                <c:pt idx="1210">
                  <c:v>0.040348221026</c:v>
                </c:pt>
                <c:pt idx="1211">
                  <c:v>0.0403124232953</c:v>
                </c:pt>
                <c:pt idx="1212">
                  <c:v>0.040277521459</c:v>
                </c:pt>
                <c:pt idx="1213">
                  <c:v>0.0402434639701</c:v>
                </c:pt>
                <c:pt idx="1214">
                  <c:v>0.040210198048</c:v>
                </c:pt>
                <c:pt idx="1215">
                  <c:v>0.0401776696862</c:v>
                </c:pt>
                <c:pt idx="1216">
                  <c:v>0.040145823665</c:v>
                </c:pt>
                <c:pt idx="1217">
                  <c:v>0.0401146035669</c:v>
                </c:pt>
                <c:pt idx="1218">
                  <c:v>0.040083951796</c:v>
                </c:pt>
                <c:pt idx="1219">
                  <c:v>0.0400538096012</c:v>
                </c:pt>
                <c:pt idx="1220">
                  <c:v>0.040024117104</c:v>
                </c:pt>
                <c:pt idx="1221">
                  <c:v>0.0399948133292</c:v>
                </c:pt>
                <c:pt idx="1222">
                  <c:v>0.0399658362411</c:v>
                </c:pt>
                <c:pt idx="1223">
                  <c:v>0.0399371227836</c:v>
                </c:pt>
                <c:pt idx="1224">
                  <c:v>0.0399086089244</c:v>
                </c:pt>
                <c:pt idx="1225">
                  <c:v>0.039880229704</c:v>
                </c:pt>
                <c:pt idx="1226">
                  <c:v>0.0398519192894</c:v>
                </c:pt>
                <c:pt idx="1227">
                  <c:v>0.0398236110326</c:v>
                </c:pt>
                <c:pt idx="1228">
                  <c:v>0.0397952375327</c:v>
                </c:pt>
                <c:pt idx="1229">
                  <c:v>0.0397667307039</c:v>
                </c:pt>
                <c:pt idx="1230">
                  <c:v>0.0397380218476</c:v>
                </c:pt>
                <c:pt idx="1231">
                  <c:v>0.0397090417288</c:v>
                </c:pt>
                <c:pt idx="1232">
                  <c:v>0.0396797206576</c:v>
                </c:pt>
                <c:pt idx="1233">
                  <c:v>0.039649988575</c:v>
                </c:pt>
                <c:pt idx="1234">
                  <c:v>0.0396197751426</c:v>
                </c:pt>
                <c:pt idx="1235">
                  <c:v>0.0395890098373</c:v>
                </c:pt>
                <c:pt idx="1236">
                  <c:v>0.0395576220495</c:v>
                </c:pt>
                <c:pt idx="1237">
                  <c:v>0.0395255411855</c:v>
                </c:pt>
                <c:pt idx="1238">
                  <c:v>0.0394926967732</c:v>
                </c:pt>
                <c:pt idx="1239">
                  <c:v>0.0394590185723</c:v>
                </c:pt>
                <c:pt idx="1240">
                  <c:v>0.039424436686</c:v>
                </c:pt>
                <c:pt idx="1241">
                  <c:v>0.0393888816775</c:v>
                </c:pt>
                <c:pt idx="1242">
                  <c:v>0.0393522846878</c:v>
                </c:pt>
                <c:pt idx="1243">
                  <c:v>0.0393145775563</c:v>
                </c:pt>
                <c:pt idx="1244">
                  <c:v>0.0392756929433</c:v>
                </c:pt>
                <c:pt idx="1245">
                  <c:v>0.0392355644544</c:v>
                </c:pt>
                <c:pt idx="1246">
                  <c:v>0.0391941267649</c:v>
                </c:pt>
                <c:pt idx="1247">
                  <c:v>0.0391513157467</c:v>
                </c:pt>
                <c:pt idx="1248">
                  <c:v>0.0391070685939</c:v>
                </c:pt>
                <c:pt idx="1249">
                  <c:v>0.0390613239492</c:v>
                </c:pt>
                <c:pt idx="1250">
                  <c:v>0.0390140220294</c:v>
                </c:pt>
                <c:pt idx="1251">
                  <c:v>0.0389651047495</c:v>
                </c:pt>
                <c:pt idx="1252">
                  <c:v>0.0389145158459</c:v>
                </c:pt>
                <c:pt idx="1253">
                  <c:v>0.0388622009967</c:v>
                </c:pt>
                <c:pt idx="1254">
                  <c:v>0.0388081079403</c:v>
                </c:pt>
                <c:pt idx="1255">
                  <c:v>0.0387521865898</c:v>
                </c:pt>
                <c:pt idx="1256">
                  <c:v>0.038694389145</c:v>
                </c:pt>
                <c:pt idx="1257">
                  <c:v>0.0386346701991</c:v>
                </c:pt>
                <c:pt idx="1258">
                  <c:v>0.0385729868421</c:v>
                </c:pt>
                <c:pt idx="1259">
                  <c:v>0.0385092987581</c:v>
                </c:pt>
                <c:pt idx="1260">
                  <c:v>0.0384435683173</c:v>
                </c:pt>
                <c:pt idx="1261">
                  <c:v>0.0383757606628</c:v>
                </c:pt>
                <c:pt idx="1262">
                  <c:v>0.0383058437897</c:v>
                </c:pt>
                <c:pt idx="1263">
                  <c:v>0.0382337886186</c:v>
                </c:pt>
                <c:pt idx="1264">
                  <c:v>0.0381595690615</c:v>
                </c:pt>
                <c:pt idx="1265">
                  <c:v>0.0380831620799</c:v>
                </c:pt>
                <c:pt idx="1266">
                  <c:v>0.0380045477359</c:v>
                </c:pt>
                <c:pt idx="1267">
                  <c:v>0.0379237092342</c:v>
                </c:pt>
                <c:pt idx="1268">
                  <c:v>0.037840632957</c:v>
                </c:pt>
                <c:pt idx="1269">
                  <c:v>0.0377553084891</c:v>
                </c:pt>
                <c:pt idx="1270">
                  <c:v>0.0376677286358</c:v>
                </c:pt>
                <c:pt idx="1271">
                  <c:v>0.0375778894308</c:v>
                </c:pt>
                <c:pt idx="1272">
                  <c:v>0.0374857901361</c:v>
                </c:pt>
                <c:pt idx="1273">
                  <c:v>0.0373914332328</c:v>
                </c:pt>
                <c:pt idx="1274">
                  <c:v>0.0372948244029</c:v>
                </c:pt>
                <c:pt idx="1275">
                  <c:v>0.0371959725029</c:v>
                </c:pt>
                <c:pt idx="1276">
                  <c:v>0.0370948895285</c:v>
                </c:pt>
                <c:pt idx="1277">
                  <c:v>0.0369915905705</c:v>
                </c:pt>
                <c:pt idx="1278">
                  <c:v>0.0368860937632</c:v>
                </c:pt>
                <c:pt idx="1279">
                  <c:v>0.0367784202244</c:v>
                </c:pt>
                <c:pt idx="1280">
                  <c:v>0.0366685939875</c:v>
                </c:pt>
                <c:pt idx="1281">
                  <c:v>0.0365566419264</c:v>
                </c:pt>
                <c:pt idx="1282">
                  <c:v>0.0364425936738</c:v>
                </c:pt>
                <c:pt idx="1283">
                  <c:v>0.0363264815317</c:v>
                </c:pt>
                <c:pt idx="1284">
                  <c:v>0.0362083403773</c:v>
                </c:pt>
                <c:pt idx="1285">
                  <c:v>0.0360882075611</c:v>
                </c:pt>
                <c:pt idx="1286">
                  <c:v>0.0359661228019</c:v>
                </c:pt>
                <c:pt idx="1287">
                  <c:v>0.0358421280747</c:v>
                </c:pt>
                <c:pt idx="1288">
                  <c:v>0.0357162674965</c:v>
                </c:pt>
                <c:pt idx="1289">
                  <c:v>0.035588587206</c:v>
                </c:pt>
                <c:pt idx="1290">
                  <c:v>0.0354591352422</c:v>
                </c:pt>
                <c:pt idx="1291">
                  <c:v>0.0353279614182</c:v>
                </c:pt>
                <c:pt idx="1292">
                  <c:v>0.0351951171945</c:v>
                </c:pt>
                <c:pt idx="1293">
                  <c:v>0.0350606555493</c:v>
                </c:pt>
                <c:pt idx="1294">
                  <c:v>0.0349246308483</c:v>
                </c:pt>
                <c:pt idx="1295">
                  <c:v>0.0347870987135</c:v>
                </c:pt>
                <c:pt idx="1296">
                  <c:v>0.0346481158918</c:v>
                </c:pt>
                <c:pt idx="1297">
                  <c:v>0.0345077401245</c:v>
                </c:pt>
                <c:pt idx="1298">
                  <c:v>0.0343660300166</c:v>
                </c:pt>
                <c:pt idx="1299">
                  <c:v>0.0342230449082</c:v>
                </c:pt>
                <c:pt idx="1300">
                  <c:v>0.0340788447469</c:v>
                </c:pt>
                <c:pt idx="1301">
                  <c:v>0.033933489963</c:v>
                </c:pt>
                <c:pt idx="1302">
                  <c:v>0.0337870413466</c:v>
                </c:pt>
                <c:pt idx="1303">
                  <c:v>0.0336395599275</c:v>
                </c:pt>
                <c:pt idx="1304">
                  <c:v>0.0334911068588</c:v>
                </c:pt>
                <c:pt idx="1305">
                  <c:v>0.0333417433035</c:v>
                </c:pt>
                <c:pt idx="1306">
                  <c:v>0.0331915303247</c:v>
                </c:pt>
                <c:pt idx="1307">
                  <c:v>0.0330405287805</c:v>
                </c:pt>
                <c:pt idx="1308">
                  <c:v>0.0328887992223</c:v>
                </c:pt>
                <c:pt idx="1309">
                  <c:v>0.0327364017979</c:v>
                </c:pt>
                <c:pt idx="1310">
                  <c:v>0.032583396159</c:v>
                </c:pt>
                <c:pt idx="1311">
                  <c:v>0.0324298413737</c:v>
                </c:pt>
                <c:pt idx="1312">
                  <c:v>0.0322757958433</c:v>
                </c:pt>
                <c:pt idx="1313">
                  <c:v>0.032121317224</c:v>
                </c:pt>
                <c:pt idx="1314">
                  <c:v>0.0319664623543</c:v>
                </c:pt>
                <c:pt idx="1315">
                  <c:v>0.0318112871859</c:v>
                </c:pt>
                <c:pt idx="1316">
                  <c:v>0.0316558467209</c:v>
                </c:pt>
                <c:pt idx="1317">
                  <c:v>0.0315001949533</c:v>
                </c:pt>
                <c:pt idx="1318">
                  <c:v>0.0313443848153</c:v>
                </c:pt>
                <c:pt idx="1319">
                  <c:v>0.0311884681283</c:v>
                </c:pt>
                <c:pt idx="1320">
                  <c:v>0.0310324955594</c:v>
                </c:pt>
                <c:pt idx="1321">
                  <c:v>0.0308765165819</c:v>
                </c:pt>
                <c:pt idx="1322">
                  <c:v>0.0307205794399</c:v>
                </c:pt>
                <c:pt idx="1323">
                  <c:v>0.0305647311186</c:v>
                </c:pt>
                <c:pt idx="1324">
                  <c:v>0.0304090173177</c:v>
                </c:pt>
                <c:pt idx="1325">
                  <c:v>0.0302534824298</c:v>
                </c:pt>
                <c:pt idx="1326">
                  <c:v>0.0300981695217</c:v>
                </c:pt>
                <c:pt idx="1327">
                  <c:v>0.0299431203208</c:v>
                </c:pt>
                <c:pt idx="1328">
                  <c:v>0.0297883752045</c:v>
                </c:pt>
                <c:pt idx="1329">
                  <c:v>0.0296339731929</c:v>
                </c:pt>
                <c:pt idx="1330">
                  <c:v>0.0294799519452</c:v>
                </c:pt>
                <c:pt idx="1331">
                  <c:v>0.0293263477593</c:v>
                </c:pt>
                <c:pt idx="1332">
                  <c:v>0.0291731955739</c:v>
                </c:pt>
                <c:pt idx="1333">
                  <c:v>0.029020528974</c:v>
                </c:pt>
                <c:pt idx="1334">
                  <c:v>0.0288683801983</c:v>
                </c:pt>
                <c:pt idx="1335">
                  <c:v>0.0287167801499</c:v>
                </c:pt>
                <c:pt idx="1336">
                  <c:v>0.0285657584086</c:v>
                </c:pt>
                <c:pt idx="1337">
                  <c:v>0.0284153432453</c:v>
                </c:pt>
                <c:pt idx="1338">
                  <c:v>0.0282655616389</c:v>
                </c:pt>
                <c:pt idx="1339">
                  <c:v>0.0281164392944</c:v>
                </c:pt>
                <c:pt idx="1340">
                  <c:v>0.0279680006628</c:v>
                </c:pt>
                <c:pt idx="1341">
                  <c:v>0.0278202689627</c:v>
                </c:pt>
                <c:pt idx="1342">
                  <c:v>0.0276732662027</c:v>
                </c:pt>
                <c:pt idx="1343">
                  <c:v>0.0275270132054</c:v>
                </c:pt>
                <c:pt idx="1344">
                  <c:v>0.0273815296321</c:v>
                </c:pt>
                <c:pt idx="1345">
                  <c:v>0.027236834009</c:v>
                </c:pt>
                <c:pt idx="1346">
                  <c:v>0.0270929437534</c:v>
                </c:pt>
                <c:pt idx="1347">
                  <c:v>0.0269498752009</c:v>
                </c:pt>
                <c:pt idx="1348">
                  <c:v>0.0268076436335</c:v>
                </c:pt>
                <c:pt idx="1349">
                  <c:v>0.0266662633073</c:v>
                </c:pt>
                <c:pt idx="1350">
                  <c:v>0.0265257474817</c:v>
                </c:pt>
                <c:pt idx="1351">
                  <c:v>0.0263861084476</c:v>
                </c:pt>
                <c:pt idx="1352">
                  <c:v>0.0262473575566</c:v>
                </c:pt>
                <c:pt idx="1353">
                  <c:v>0.0261095052499</c:v>
                </c:pt>
                <c:pt idx="1354">
                  <c:v>0.0259725610878</c:v>
                </c:pt>
                <c:pt idx="1355">
                  <c:v>0.025836533778</c:v>
                </c:pt>
                <c:pt idx="1356">
                  <c:v>0.0257014312048</c:v>
                </c:pt>
                <c:pt idx="1357">
                  <c:v>0.0255672604577</c:v>
                </c:pt>
                <c:pt idx="1358">
                  <c:v>0.0254340278598</c:v>
                </c:pt>
                <c:pt idx="1359">
                  <c:v>0.0253017389958</c:v>
                </c:pt>
                <c:pt idx="1360">
                  <c:v>0.0251703987398</c:v>
                </c:pt>
                <c:pt idx="1361">
                  <c:v>0.0250400112825</c:v>
                </c:pt>
                <c:pt idx="1362">
                  <c:v>0.0249105801587</c:v>
                </c:pt>
                <c:pt idx="1363">
                  <c:v>0.0247821082728</c:v>
                </c:pt>
                <c:pt idx="1364">
                  <c:v>0.0246545979259</c:v>
                </c:pt>
                <c:pt idx="1365">
                  <c:v>0.0245280508405</c:v>
                </c:pt>
                <c:pt idx="1366">
                  <c:v>0.0244024681857</c:v>
                </c:pt>
                <c:pt idx="1367">
                  <c:v>0.0242778506019</c:v>
                </c:pt>
                <c:pt idx="1368">
                  <c:v>0.0241541982241</c:v>
                </c:pt>
                <c:pt idx="1369">
                  <c:v>0.0240315107058</c:v>
                </c:pt>
                <c:pt idx="1370">
                  <c:v>0.0239097872412</c:v>
                </c:pt>
                <c:pt idx="1371">
                  <c:v>0.0237890265873</c:v>
                </c:pt>
                <c:pt idx="1372">
                  <c:v>0.023669227086</c:v>
                </c:pt>
                <c:pt idx="1373">
                  <c:v>0.0235503866842</c:v>
                </c:pt>
                <c:pt idx="1374">
                  <c:v>0.0234325029546</c:v>
                </c:pt>
                <c:pt idx="1375">
                  <c:v>0.0233155731151</c:v>
                </c:pt>
                <c:pt idx="1376">
                  <c:v>0.0231995940482</c:v>
                </c:pt>
                <c:pt idx="1377">
                  <c:v>0.0230845623191</c:v>
                </c:pt>
                <c:pt idx="1378">
                  <c:v>0.0229704741939</c:v>
                </c:pt>
                <c:pt idx="1379">
                  <c:v>0.0228573256564</c:v>
                </c:pt>
                <c:pt idx="1380">
                  <c:v>0.0227451124256</c:v>
                </c:pt>
                <c:pt idx="1381">
                  <c:v>0.0226338299709</c:v>
                </c:pt>
                <c:pt idx="1382">
                  <c:v>0.0225234735285</c:v>
                </c:pt>
                <c:pt idx="1383">
                  <c:v>0.0224140381158</c:v>
                </c:pt>
                <c:pt idx="1384">
                  <c:v>0.022305518546</c:v>
                </c:pt>
                <c:pt idx="1385">
                  <c:v>0.0221979094422</c:v>
                </c:pt>
                <c:pt idx="1386">
                  <c:v>0.0220912052504</c:v>
                </c:pt>
                <c:pt idx="1387">
                  <c:v>0.0219854002529</c:v>
                </c:pt>
                <c:pt idx="1388">
                  <c:v>0.0218804885799</c:v>
                </c:pt>
                <c:pt idx="1389">
                  <c:v>0.0217764642222</c:v>
                </c:pt>
                <c:pt idx="1390">
                  <c:v>0.0216733210417</c:v>
                </c:pt>
                <c:pt idx="1391">
                  <c:v>0.0215710527832</c:v>
                </c:pt>
                <c:pt idx="1392">
                  <c:v>0.0214696530841</c:v>
                </c:pt>
                <c:pt idx="1393">
                  <c:v>0.0213691154846</c:v>
                </c:pt>
                <c:pt idx="1394">
                  <c:v>0.0212694334375</c:v>
                </c:pt>
                <c:pt idx="1395">
                  <c:v>0.0211706003171</c:v>
                </c:pt>
                <c:pt idx="1396">
                  <c:v>0.0210726094279</c:v>
                </c:pt>
                <c:pt idx="1397">
                  <c:v>0.0209754540129</c:v>
                </c:pt>
                <c:pt idx="1398">
                  <c:v>0.0208791272619</c:v>
                </c:pt>
                <c:pt idx="1399">
                  <c:v>0.0207836223186</c:v>
                </c:pt>
                <c:pt idx="1400">
                  <c:v>0.0206889322878</c:v>
                </c:pt>
                <c:pt idx="1401">
                  <c:v>0.0205950502427</c:v>
                </c:pt>
                <c:pt idx="1402">
                  <c:v>0.0205019692308</c:v>
                </c:pt>
                <c:pt idx="1403">
                  <c:v>0.0204096822807</c:v>
                </c:pt>
                <c:pt idx="1404">
                  <c:v>0.0203181824072</c:v>
                </c:pt>
                <c:pt idx="1405">
                  <c:v>0.0202274626174</c:v>
                </c:pt>
                <c:pt idx="1406">
                  <c:v>0.0201375159158</c:v>
                </c:pt>
                <c:pt idx="1407">
                  <c:v>0.0200483353091</c:v>
                </c:pt>
                <c:pt idx="1408">
                  <c:v>0.0199599138108</c:v>
                </c:pt>
                <c:pt idx="1409">
                  <c:v>0.019872244446</c:v>
                </c:pt>
                <c:pt idx="1410">
                  <c:v>0.0197853202548</c:v>
                </c:pt>
                <c:pt idx="1411">
                  <c:v>0.019699134297</c:v>
                </c:pt>
                <c:pt idx="1412">
                  <c:v>0.0196136796551</c:v>
                </c:pt>
                <c:pt idx="1413">
                  <c:v>0.0195289494378</c:v>
                </c:pt>
                <c:pt idx="1414">
                  <c:v>0.0194449367832</c:v>
                </c:pt>
                <c:pt idx="1415">
                  <c:v>0.0193616348619</c:v>
                </c:pt>
                <c:pt idx="1416">
                  <c:v>0.0192790368793</c:v>
                </c:pt>
                <c:pt idx="1417">
                  <c:v>0.0191971360785</c:v>
                </c:pt>
                <c:pt idx="1418">
                  <c:v>0.0191159257423</c:v>
                </c:pt>
                <c:pt idx="1419">
                  <c:v>0.0190353991955</c:v>
                </c:pt>
                <c:pt idx="1420">
                  <c:v>0.0189555498067</c:v>
                </c:pt>
                <c:pt idx="1421">
                  <c:v>0.0188763709899</c:v>
                </c:pt>
                <c:pt idx="1422">
                  <c:v>0.0187978562066</c:v>
                </c:pt>
                <c:pt idx="1423">
                  <c:v>0.0187199989664</c:v>
                </c:pt>
                <c:pt idx="1424">
                  <c:v>0.0186427928288</c:v>
                </c:pt>
                <c:pt idx="1425">
                  <c:v>0.0185662314043</c:v>
                </c:pt>
                <c:pt idx="1426">
                  <c:v>0.0184903083548</c:v>
                </c:pt>
                <c:pt idx="1427">
                  <c:v>0.0184150173949</c:v>
                </c:pt>
                <c:pt idx="1428">
                  <c:v>0.0183403522924</c:v>
                </c:pt>
                <c:pt idx="1429">
                  <c:v>0.0182663068686</c:v>
                </c:pt>
                <c:pt idx="1430">
                  <c:v>0.018192874999</c:v>
                </c:pt>
                <c:pt idx="1431">
                  <c:v>0.0181200506133</c:v>
                </c:pt>
                <c:pt idx="1432">
                  <c:v>0.0180478276958</c:v>
                </c:pt>
                <c:pt idx="1433">
                  <c:v>0.0179762002849</c:v>
                </c:pt>
                <c:pt idx="1434">
                  <c:v>0.017905162474</c:v>
                </c:pt>
                <c:pt idx="1435">
                  <c:v>0.0178347084102</c:v>
                </c:pt>
                <c:pt idx="1436">
                  <c:v>0.017764832295</c:v>
                </c:pt>
                <c:pt idx="1437">
                  <c:v>0.0176955283832</c:v>
                </c:pt>
                <c:pt idx="1438">
                  <c:v>0.017626790983</c:v>
                </c:pt>
                <c:pt idx="1439">
                  <c:v>0.0175586144552</c:v>
                </c:pt>
                <c:pt idx="1440">
                  <c:v>0.0174909932128</c:v>
                </c:pt>
                <c:pt idx="1441">
                  <c:v>0.0174239217201</c:v>
                </c:pt>
                <c:pt idx="1442">
                  <c:v>0.0173573944923</c:v>
                </c:pt>
                <c:pt idx="1443">
                  <c:v>0.0172914060945</c:v>
                </c:pt>
                <c:pt idx="1444">
                  <c:v>0.017225951141</c:v>
                </c:pt>
                <c:pt idx="1445">
                  <c:v>0.0171610242943</c:v>
                </c:pt>
                <c:pt idx="1446">
                  <c:v>0.0170966202644</c:v>
                </c:pt>
                <c:pt idx="1447">
                  <c:v>0.0170327338079</c:v>
                </c:pt>
                <c:pt idx="1448">
                  <c:v>0.0169693597265</c:v>
                </c:pt>
                <c:pt idx="1449">
                  <c:v>0.0169064928669</c:v>
                </c:pt>
                <c:pt idx="1450">
                  <c:v>0.016844128119</c:v>
                </c:pt>
                <c:pt idx="1451">
                  <c:v>0.0167822604153</c:v>
                </c:pt>
                <c:pt idx="1452">
                  <c:v>0.0167208847297</c:v>
                </c:pt>
                <c:pt idx="1453">
                  <c:v>0.0166599960766</c:v>
                </c:pt>
                <c:pt idx="1454">
                  <c:v>0.0165995895099</c:v>
                </c:pt>
                <c:pt idx="1455">
                  <c:v>0.0165396601216</c:v>
                </c:pt>
                <c:pt idx="1456">
                  <c:v>0.0164802030414</c:v>
                </c:pt>
                <c:pt idx="1457">
                  <c:v>0.0164212134352</c:v>
                </c:pt>
                <c:pt idx="1458">
                  <c:v>0.0163626865042</c:v>
                </c:pt>
                <c:pt idx="1459">
                  <c:v>0.0163046174843</c:v>
                </c:pt>
                <c:pt idx="1460">
                  <c:v>0.0162470016446</c:v>
                </c:pt>
                <c:pt idx="1461">
                  <c:v>0.0161898342872</c:v>
                </c:pt>
                <c:pt idx="1462">
                  <c:v>0.0161331107455</c:v>
                </c:pt>
                <c:pt idx="1463">
                  <c:v>0.016076826384</c:v>
                </c:pt>
                <c:pt idx="1464">
                  <c:v>0.0160209765975</c:v>
                </c:pt>
                <c:pt idx="1465">
                  <c:v>0.0159655568099</c:v>
                </c:pt>
                <c:pt idx="1466">
                  <c:v>0.0159105624739</c:v>
                </c:pt>
                <c:pt idx="1467">
                  <c:v>0.0158559890702</c:v>
                </c:pt>
                <c:pt idx="1468">
                  <c:v>0.0158018321068</c:v>
                </c:pt>
                <c:pt idx="1469">
                  <c:v>0.0157480871187</c:v>
                </c:pt>
                <c:pt idx="1470">
                  <c:v>0.0156947496671</c:v>
                </c:pt>
                <c:pt idx="1471">
                  <c:v>0.0156418153392</c:v>
                </c:pt>
                <c:pt idx="1472">
                  <c:v>0.0155892797476</c:v>
                </c:pt>
                <c:pt idx="1473">
                  <c:v>0.01553713853</c:v>
                </c:pt>
                <c:pt idx="1474">
                  <c:v>0.015485387349</c:v>
                </c:pt>
                <c:pt idx="1475">
                  <c:v>0.0154340218916</c:v>
                </c:pt>
                <c:pt idx="1476">
                  <c:v>0.0153830378694</c:v>
                </c:pt>
                <c:pt idx="1477">
                  <c:v>0.0153324310182</c:v>
                </c:pt>
                <c:pt idx="1478">
                  <c:v>0.0152821970978</c:v>
                </c:pt>
                <c:pt idx="1479">
                  <c:v>0.0152323318922</c:v>
                </c:pt>
                <c:pt idx="1480">
                  <c:v>0.0151828312096</c:v>
                </c:pt>
                <c:pt idx="1481">
                  <c:v>0.0151336908822</c:v>
                </c:pt>
                <c:pt idx="1482">
                  <c:v>0.0150849067665</c:v>
                </c:pt>
                <c:pt idx="1483">
                  <c:v>0.0150364747434</c:v>
                </c:pt>
                <c:pt idx="1484">
                  <c:v>0.0149883907184</c:v>
                </c:pt>
                <c:pt idx="1485">
                  <c:v>0.0149406506217</c:v>
                </c:pt>
                <c:pt idx="1486">
                  <c:v>0.0148932504084</c:v>
                </c:pt>
                <c:pt idx="1487">
                  <c:v>0.0148461860593</c:v>
                </c:pt>
                <c:pt idx="1488">
                  <c:v>0.0147994535802</c:v>
                </c:pt>
                <c:pt idx="1489">
                  <c:v>0.0147530490032</c:v>
                </c:pt>
                <c:pt idx="1490">
                  <c:v>0.0147069683867</c:v>
                </c:pt>
                <c:pt idx="1491">
                  <c:v>0.0146612078154</c:v>
                </c:pt>
                <c:pt idx="1492">
                  <c:v>0.0146157634012</c:v>
                </c:pt>
                <c:pt idx="1493">
                  <c:v>0.0145706312835</c:v>
                </c:pt>
                <c:pt idx="1494">
                  <c:v>0.0145258076294</c:v>
                </c:pt>
                <c:pt idx="1495">
                  <c:v>0.0144812886341</c:v>
                </c:pt>
                <c:pt idx="1496">
                  <c:v>0.0144370705216</c:v>
                </c:pt>
                <c:pt idx="1497">
                  <c:v>0.0143931495448</c:v>
                </c:pt>
                <c:pt idx="1498">
                  <c:v>0.0143495219863</c:v>
                </c:pt>
                <c:pt idx="1499">
                  <c:v>0.0143061841582</c:v>
                </c:pt>
                <c:pt idx="1500">
                  <c:v>0.0142631324031</c:v>
                </c:pt>
                <c:pt idx="1501">
                  <c:v>0.0142203630942</c:v>
                </c:pt>
                <c:pt idx="1502">
                  <c:v>0.0141778726355</c:v>
                </c:pt>
                <c:pt idx="1503">
                  <c:v>0.0141356574627</c:v>
                </c:pt>
                <c:pt idx="1504">
                  <c:v>0.0140937140429</c:v>
                </c:pt>
                <c:pt idx="1505">
                  <c:v>0.0140520388753</c:v>
                </c:pt>
                <c:pt idx="1506">
                  <c:v>0.0140106284914</c:v>
                </c:pt>
                <c:pt idx="1507">
                  <c:v>0.0139694794553</c:v>
                </c:pt>
                <c:pt idx="1508">
                  <c:v>0.013928588364</c:v>
                </c:pt>
                <c:pt idx="1509">
                  <c:v>0.0138879518474</c:v>
                </c:pt>
                <c:pt idx="1510">
                  <c:v>0.0138475665687</c:v>
                </c:pt>
                <c:pt idx="1511">
                  <c:v>0.0138074292246</c:v>
                </c:pt>
                <c:pt idx="1512">
                  <c:v>0.0137675365451</c:v>
                </c:pt>
                <c:pt idx="1513">
                  <c:v>0.0137278852942</c:v>
                </c:pt>
                <c:pt idx="1514">
                  <c:v>0.0136884722694</c:v>
                </c:pt>
                <c:pt idx="1515">
                  <c:v>0.0136492943021</c:v>
                </c:pt>
                <c:pt idx="1516">
                  <c:v>0.0136103482575</c:v>
                </c:pt>
                <c:pt idx="1517">
                  <c:v>0.0135716310346</c:v>
                </c:pt>
                <c:pt idx="1518">
                  <c:v>0.0135331395662</c:v>
                </c:pt>
                <c:pt idx="1519">
                  <c:v>0.0134948708189</c:v>
                </c:pt>
                <c:pt idx="1520">
                  <c:v>0.0134568217928</c:v>
                </c:pt>
                <c:pt idx="1521">
                  <c:v>0.0134189895216</c:v>
                </c:pt>
                <c:pt idx="1522">
                  <c:v>0.0133813710725</c:v>
                </c:pt>
                <c:pt idx="1523">
                  <c:v>0.0133439635457</c:v>
                </c:pt>
                <c:pt idx="1524">
                  <c:v>0.0133067640747</c:v>
                </c:pt>
                <c:pt idx="1525">
                  <c:v>0.0132697698257</c:v>
                </c:pt>
                <c:pt idx="1526">
                  <c:v>0.0132329779975</c:v>
                </c:pt>
                <c:pt idx="1527">
                  <c:v>0.0131963858214</c:v>
                </c:pt>
                <c:pt idx="1528">
                  <c:v>0.0131599905607</c:v>
                </c:pt>
                <c:pt idx="1529">
                  <c:v>0.0131237895105</c:v>
                </c:pt>
                <c:pt idx="1530">
                  <c:v>0.0130877799976</c:v>
                </c:pt>
                <c:pt idx="1531">
                  <c:v>0.0130519593799</c:v>
                </c:pt>
                <c:pt idx="1532">
                  <c:v>0.0130163250463</c:v>
                </c:pt>
                <c:pt idx="1533">
                  <c:v>0.0129808744163</c:v>
                </c:pt>
                <c:pt idx="1534">
                  <c:v>0.0129456049396</c:v>
                </c:pt>
                <c:pt idx="1535">
                  <c:v>0.0129105140961</c:v>
                </c:pt>
                <c:pt idx="1536">
                  <c:v>0.0128755993949</c:v>
                </c:pt>
                <c:pt idx="1537">
                  <c:v>0.0128408583747</c:v>
                </c:pt>
                <c:pt idx="1538">
                  <c:v>0.0128062886029</c:v>
                </c:pt>
                <c:pt idx="1539">
                  <c:v>0.0127718876756</c:v>
                </c:pt>
                <c:pt idx="1540">
                  <c:v>0.012737653217</c:v>
                </c:pt>
                <c:pt idx="1541">
                  <c:v>0.0127035828795</c:v>
                </c:pt>
                <c:pt idx="1542">
                  <c:v>0.0126696743428</c:v>
                </c:pt>
                <c:pt idx="1543">
                  <c:v>0.0126359253139</c:v>
                </c:pt>
                <c:pt idx="1544">
                  <c:v>0.0126023335269</c:v>
                </c:pt>
                <c:pt idx="1545">
                  <c:v>0.0125688967424</c:v>
                </c:pt>
                <c:pt idx="1546">
                  <c:v>0.0125356127474</c:v>
                </c:pt>
                <c:pt idx="1547">
                  <c:v>0.012502479355</c:v>
                </c:pt>
                <c:pt idx="1548">
                  <c:v>0.0124694944043</c:v>
                </c:pt>
                <c:pt idx="1549">
                  <c:v>0.0124366557598</c:v>
                </c:pt>
                <c:pt idx="1550">
                  <c:v>0.0124039613113</c:v>
                </c:pt>
                <c:pt idx="1551">
                  <c:v>0.0123714089741</c:v>
                </c:pt>
                <c:pt idx="1552">
                  <c:v>0.0123389966883</c:v>
                </c:pt>
                <c:pt idx="1553">
                  <c:v>0.0123067224186</c:v>
                </c:pt>
                <c:pt idx="1554">
                  <c:v>0.0122745841548</c:v>
                </c:pt>
                <c:pt idx="1555">
                  <c:v>0.012242579911</c:v>
                </c:pt>
                <c:pt idx="1556">
                  <c:v>0.0122107077258</c:v>
                </c:pt>
                <c:pt idx="1557">
                  <c:v>0.0121789656622</c:v>
                </c:pt>
                <c:pt idx="1558">
                  <c:v>0.0121473518077</c:v>
                </c:pt>
                <c:pt idx="1559">
                  <c:v>0.0121158642739</c:v>
                </c:pt>
                <c:pt idx="1560">
                  <c:v>0.0120845011969</c:v>
                </c:pt>
                <c:pt idx="1561">
                  <c:v>0.0120532607371</c:v>
                </c:pt>
                <c:pt idx="1562">
                  <c:v>0.0120221410794</c:v>
                </c:pt>
                <c:pt idx="1563">
                  <c:v>0.0119911404331</c:v>
                </c:pt>
                <c:pt idx="1564">
                  <c:v>0.0119602570324</c:v>
                </c:pt>
                <c:pt idx="1565">
                  <c:v>0.0119294891361</c:v>
                </c:pt>
                <c:pt idx="1566">
                  <c:v>0.0118988350278</c:v>
                </c:pt>
                <c:pt idx="1567">
                  <c:v>0.0118682930167</c:v>
                </c:pt>
                <c:pt idx="1568">
                  <c:v>0.011837861437</c:v>
                </c:pt>
                <c:pt idx="1569">
                  <c:v>0.0118075386487</c:v>
                </c:pt>
                <c:pt idx="1570">
                  <c:v>0.0117773230377</c:v>
                </c:pt>
                <c:pt idx="1571">
                  <c:v>0.0117472130164</c:v>
                </c:pt>
                <c:pt idx="1572">
                  <c:v>0.0117172070233</c:v>
                </c:pt>
                <c:pt idx="1573">
                  <c:v>0.0116873035242</c:v>
                </c:pt>
                <c:pt idx="1574">
                  <c:v>0.0116575010122</c:v>
                </c:pt>
                <c:pt idx="1575">
                  <c:v>0.0116277980081</c:v>
                </c:pt>
                <c:pt idx="1576">
                  <c:v>0.0115981930608</c:v>
                </c:pt>
                <c:pt idx="1577">
                  <c:v>0.011568684748</c:v>
                </c:pt>
                <c:pt idx="1578">
                  <c:v>0.0115392716764</c:v>
                </c:pt>
                <c:pt idx="1579">
                  <c:v>0.0115099524824</c:v>
                </c:pt>
                <c:pt idx="1580">
                  <c:v>0.0114807258324</c:v>
                </c:pt>
                <c:pt idx="1581">
                  <c:v>0.0114515904237</c:v>
                </c:pt>
                <c:pt idx="1582">
                  <c:v>0.0114225449845</c:v>
                </c:pt>
                <c:pt idx="1583">
                  <c:v>0.0113935882751</c:v>
                </c:pt>
                <c:pt idx="1584">
                  <c:v>0.0113647190879</c:v>
                </c:pt>
                <c:pt idx="1585">
                  <c:v>0.0113359362482</c:v>
                </c:pt>
                <c:pt idx="1586">
                  <c:v>0.0113072386149</c:v>
                </c:pt>
                <c:pt idx="1587">
                  <c:v>0.0112786250811</c:v>
                </c:pt>
                <c:pt idx="1588">
                  <c:v>0.0112500945742</c:v>
                </c:pt>
                <c:pt idx="1589">
                  <c:v>0.0112216460573</c:v>
                </c:pt>
                <c:pt idx="1590">
                  <c:v>0.011193278529</c:v>
                </c:pt>
                <c:pt idx="1591">
                  <c:v>0.0111649910244</c:v>
                </c:pt>
                <c:pt idx="1592">
                  <c:v>0.0111367826158</c:v>
                </c:pt>
                <c:pt idx="1593">
                  <c:v>0.0111086524127</c:v>
                </c:pt>
                <c:pt idx="1594">
                  <c:v>0.0110805995629</c:v>
                </c:pt>
                <c:pt idx="1595">
                  <c:v>0.0110526232528</c:v>
                </c:pt>
                <c:pt idx="1596">
                  <c:v>0.0110247227078</c:v>
                </c:pt>
                <c:pt idx="1597">
                  <c:v>0.0109968971928</c:v>
                </c:pt>
                <c:pt idx="1598">
                  <c:v>0.010969146013</c:v>
                </c:pt>
                <c:pt idx="1599">
                  <c:v>0.0109414685137</c:v>
                </c:pt>
                <c:pt idx="1600">
                  <c:v>0.0109138640813</c:v>
                </c:pt>
                <c:pt idx="1601">
                  <c:v>0.010886332143</c:v>
                </c:pt>
                <c:pt idx="1602">
                  <c:v>0.0108588721679</c:v>
                </c:pt>
                <c:pt idx="1603">
                  <c:v>0.0108314836664</c:v>
                </c:pt>
                <c:pt idx="1604">
                  <c:v>0.010804166191</c:v>
                </c:pt>
                <c:pt idx="1605">
                  <c:v>0.0107769193363</c:v>
                </c:pt>
                <c:pt idx="1606">
                  <c:v>0.010749742739</c:v>
                </c:pt>
                <c:pt idx="1607">
                  <c:v>0.0107226360781</c:v>
                </c:pt>
                <c:pt idx="1608">
                  <c:v>0.0106955990747</c:v>
                </c:pt>
                <c:pt idx="1609">
                  <c:v>0.0106686314923</c:v>
                </c:pt>
                <c:pt idx="1610">
                  <c:v>0.0106417331361</c:v>
                </c:pt>
                <c:pt idx="1611">
                  <c:v>0.0106149038534</c:v>
                </c:pt>
                <c:pt idx="1612">
                  <c:v>0.0105881435329</c:v>
                </c:pt>
                <c:pt idx="1613">
                  <c:v>0.0105614521048</c:v>
                </c:pt>
                <c:pt idx="1614">
                  <c:v>0.0105348295398</c:v>
                </c:pt>
                <c:pt idx="1615">
                  <c:v>0.0105082758493</c:v>
                </c:pt>
                <c:pt idx="1616">
                  <c:v>0.0104817910842</c:v>
                </c:pt>
                <c:pt idx="1617">
                  <c:v>0.010455375335</c:v>
                </c:pt>
                <c:pt idx="1618">
                  <c:v>0.0104290287304</c:v>
                </c:pt>
                <c:pt idx="1619">
                  <c:v>0.0104027514373</c:v>
                </c:pt>
                <c:pt idx="1620">
                  <c:v>0.0103765436591</c:v>
                </c:pt>
                <c:pt idx="1621">
                  <c:v>0.0103504056357</c:v>
                </c:pt>
                <c:pt idx="1622">
                  <c:v>0.0103243376419</c:v>
                </c:pt>
                <c:pt idx="1623">
                  <c:v>0.0102983399867</c:v>
                </c:pt>
                <c:pt idx="1624">
                  <c:v>0.0102724130119</c:v>
                </c:pt>
                <c:pt idx="1625">
                  <c:v>0.0102465570916</c:v>
                </c:pt>
                <c:pt idx="1626">
                  <c:v>0.01022077263</c:v>
                </c:pt>
                <c:pt idx="1627">
                  <c:v>0.010195060061</c:v>
                </c:pt>
                <c:pt idx="1628">
                  <c:v>0.0101694198466</c:v>
                </c:pt>
                <c:pt idx="1629">
                  <c:v>0.0101438524752</c:v>
                </c:pt>
                <c:pt idx="1630">
                  <c:v>0.0101183584606</c:v>
                </c:pt>
                <c:pt idx="1631">
                  <c:v>0.0100929383405</c:v>
                </c:pt>
                <c:pt idx="1632">
                  <c:v>0.0100675926746</c:v>
                </c:pt>
                <c:pt idx="1633">
                  <c:v>0.0100423220437</c:v>
                </c:pt>
                <c:pt idx="1634">
                  <c:v>0.0100171270474</c:v>
                </c:pt>
                <c:pt idx="1635">
                  <c:v>0.00999200830315</c:v>
                </c:pt>
                <c:pt idx="1636">
                  <c:v>0.00996696644423</c:v>
                </c:pt>
                <c:pt idx="1637">
                  <c:v>0.00994200211832</c:v>
                </c:pt>
                <c:pt idx="1638">
                  <c:v>0.00991711598578</c:v>
                </c:pt>
                <c:pt idx="1639">
                  <c:v>0.00989230871804</c:v>
                </c:pt>
                <c:pt idx="1640">
                  <c:v>0.00986758099591</c:v>
                </c:pt>
                <c:pt idx="1641">
                  <c:v>0.00984293350802</c:v>
                </c:pt>
                <c:pt idx="1642">
                  <c:v>0.00981836694909</c:v>
                </c:pt>
                <c:pt idx="1643">
                  <c:v>0.0097938820184</c:v>
                </c:pt>
                <c:pt idx="1644">
                  <c:v>0.00976947941814</c:v>
                </c:pt>
                <c:pt idx="1645">
                  <c:v>0.00974515985187</c:v>
                </c:pt>
                <c:pt idx="1646">
                  <c:v>0.00972092402295</c:v>
                </c:pt>
                <c:pt idx="1647">
                  <c:v>0.00969677263306</c:v>
                </c:pt>
                <c:pt idx="1648">
                  <c:v>0.00967270638067</c:v>
                </c:pt>
                <c:pt idx="1649">
                  <c:v>0.0096487259597</c:v>
                </c:pt>
                <c:pt idx="1650">
                  <c:v>0.00962483205801</c:v>
                </c:pt>
                <c:pt idx="1651">
                  <c:v>0.00960102535619</c:v>
                </c:pt>
                <c:pt idx="1652">
                  <c:v>0.00957730652616</c:v>
                </c:pt>
                <c:pt idx="1653">
                  <c:v>0.00955367622999</c:v>
                </c:pt>
                <c:pt idx="1654">
                  <c:v>0.00953013511872</c:v>
                </c:pt>
                <c:pt idx="1655">
                  <c:v>0.00950668383122</c:v>
                </c:pt>
                <c:pt idx="1656">
                  <c:v>0.00948332299312</c:v>
                </c:pt>
                <c:pt idx="1657">
                  <c:v>0.00946005321587</c:v>
                </c:pt>
                <c:pt idx="1658">
                  <c:v>0.00943687509573</c:v>
                </c:pt>
                <c:pt idx="1659">
                  <c:v>0.00941378921294</c:v>
                </c:pt>
                <c:pt idx="1660">
                  <c:v>0.00939079613094</c:v>
                </c:pt>
                <c:pt idx="1661">
                  <c:v>0.00936789639557</c:v>
                </c:pt>
                <c:pt idx="1662">
                  <c:v>0.00934509053443</c:v>
                </c:pt>
                <c:pt idx="1663">
                  <c:v>0.0093223790563</c:v>
                </c:pt>
                <c:pt idx="1664">
                  <c:v>0.00929976245055</c:v>
                </c:pt>
                <c:pt idx="1665">
                  <c:v>0.00927724118669</c:v>
                </c:pt>
                <c:pt idx="1666">
                  <c:v>0.00925481571395</c:v>
                </c:pt>
                <c:pt idx="1667">
                  <c:v>0.00923248646095</c:v>
                </c:pt>
                <c:pt idx="1668">
                  <c:v>0.00921025383537</c:v>
                </c:pt>
                <c:pt idx="1669">
                  <c:v>0.00918811822377</c:v>
                </c:pt>
                <c:pt idx="1670">
                  <c:v>0.00916607999139</c:v>
                </c:pt>
                <c:pt idx="1671">
                  <c:v>0.00914413948205</c:v>
                </c:pt>
                <c:pt idx="1672">
                  <c:v>0.00912229701809</c:v>
                </c:pt>
                <c:pt idx="1673">
                  <c:v>0.00910055290036</c:v>
                </c:pt>
                <c:pt idx="1674">
                  <c:v>0.00907890740827</c:v>
                </c:pt>
                <c:pt idx="1675">
                  <c:v>0.00905736079988</c:v>
                </c:pt>
                <c:pt idx="1676">
                  <c:v>0.00903591331204</c:v>
                </c:pt>
                <c:pt idx="1677">
                  <c:v>0.00901456516057</c:v>
                </c:pt>
                <c:pt idx="1678">
                  <c:v>0.0089933165405</c:v>
                </c:pt>
                <c:pt idx="1679">
                  <c:v>0.00897216762628</c:v>
                </c:pt>
                <c:pt idx="1680">
                  <c:v>0.00895111857213</c:v>
                </c:pt>
                <c:pt idx="1681">
                  <c:v>0.00893016951236</c:v>
                </c:pt>
                <c:pt idx="1682">
                  <c:v>0.0089093205617</c:v>
                </c:pt>
                <c:pt idx="1683">
                  <c:v>0.00888857181569</c:v>
                </c:pt>
                <c:pt idx="1684">
                  <c:v>0.00886792335114</c:v>
                </c:pt>
                <c:pt idx="1685">
                  <c:v>0.0088473752265</c:v>
                </c:pt>
                <c:pt idx="1686">
                  <c:v>0.00882692748236</c:v>
                </c:pt>
                <c:pt idx="1687">
                  <c:v>0.0088065801419</c:v>
                </c:pt>
                <c:pt idx="1688">
                  <c:v>0.00878633321139</c:v>
                </c:pt>
                <c:pt idx="1689">
                  <c:v>0.00876618668069</c:v>
                </c:pt>
                <c:pt idx="1690">
                  <c:v>0.00874614052376</c:v>
                </c:pt>
                <c:pt idx="1691">
                  <c:v>0.00872619469919</c:v>
                </c:pt>
                <c:pt idx="1692">
                  <c:v>0.00870634915072</c:v>
                </c:pt>
                <c:pt idx="1693">
                  <c:v>0.00868660380777</c:v>
                </c:pt>
                <c:pt idx="1694">
                  <c:v>0.00866695858601</c:v>
                </c:pt>
                <c:pt idx="1695">
                  <c:v>0.00864741338785</c:v>
                </c:pt>
                <c:pt idx="1696">
                  <c:v>0.00862796810304</c:v>
                </c:pt>
                <c:pt idx="1697">
                  <c:v>0.00860862260916</c:v>
                </c:pt>
                <c:pt idx="1698">
                  <c:v>0.00858937677217</c:v>
                </c:pt>
                <c:pt idx="1699">
                  <c:v>0.00857023044696</c:v>
                </c:pt>
                <c:pt idx="1700">
                  <c:v>0.00855118347785</c:v>
                </c:pt>
                <c:pt idx="1701">
                  <c:v>0.00853223569914</c:v>
                </c:pt>
                <c:pt idx="1702">
                  <c:v>0.00851338693559</c:v>
                </c:pt>
                <c:pt idx="1703">
                  <c:v>0.00849463700295</c:v>
                </c:pt>
                <c:pt idx="1704">
                  <c:v>0.00847598570844</c:v>
                </c:pt>
                <c:pt idx="1705">
                  <c:v>0.00845743285128</c:v>
                </c:pt>
                <c:pt idx="1706">
                  <c:v>0.00843897822307</c:v>
                </c:pt>
                <c:pt idx="1707">
                  <c:v>0.00842062160836</c:v>
                </c:pt>
                <c:pt idx="1708">
                  <c:v>0.00840236278503</c:v>
                </c:pt>
                <c:pt idx="1709">
                  <c:v>0.00838420152477</c:v>
                </c:pt>
                <c:pt idx="1710">
                  <c:v>0.0083661375935</c:v>
                </c:pt>
                <c:pt idx="1711">
                  <c:v>0.00834817075176</c:v>
                </c:pt>
                <c:pt idx="1712">
                  <c:v>0.00833030075516</c:v>
                </c:pt>
                <c:pt idx="1713">
                  <c:v>0.00831252735472</c:v>
                </c:pt>
                <c:pt idx="1714">
                  <c:v>0.00829485029728</c:v>
                </c:pt>
                <c:pt idx="1715">
                  <c:v>0.00827726932587</c:v>
                </c:pt>
                <c:pt idx="1716">
                  <c:v>0.00825978418004</c:v>
                </c:pt>
                <c:pt idx="1717">
                  <c:v>0.0082423945962</c:v>
                </c:pt>
                <c:pt idx="1718">
                  <c:v>0.00822510030796</c:v>
                </c:pt>
                <c:pt idx="1719">
                  <c:v>0.00820790104644</c:v>
                </c:pt>
                <c:pt idx="1720">
                  <c:v>0.00819079654058</c:v>
                </c:pt>
                <c:pt idx="1721">
                  <c:v>0.0081737865174</c:v>
                </c:pt>
                <c:pt idx="1722">
                  <c:v>0.00815687070231</c:v>
                </c:pt>
                <c:pt idx="1723">
                  <c:v>0.00814004881936</c:v>
                </c:pt>
                <c:pt idx="1724">
                  <c:v>0.00812332059152</c:v>
                </c:pt>
                <c:pt idx="1725">
                  <c:v>0.00810668574088</c:v>
                </c:pt>
                <c:pt idx="1726">
                  <c:v>0.00809014398893</c:v>
                </c:pt>
                <c:pt idx="1727">
                  <c:v>0.00807369505676</c:v>
                </c:pt>
                <c:pt idx="1728">
                  <c:v>0.00805733866528</c:v>
                </c:pt>
                <c:pt idx="1729">
                  <c:v>0.00804107453542</c:v>
                </c:pt>
                <c:pt idx="1730">
                  <c:v>0.00802490238835</c:v>
                </c:pt>
                <c:pt idx="1731">
                  <c:v>0.00800882194563</c:v>
                </c:pt>
                <c:pt idx="1732">
                  <c:v>0.00799283292945</c:v>
                </c:pt>
                <c:pt idx="1733">
                  <c:v>0.00797693506271</c:v>
                </c:pt>
                <c:pt idx="1734">
                  <c:v>0.00796112806928</c:v>
                </c:pt>
                <c:pt idx="1735">
                  <c:v>0.00794541167411</c:v>
                </c:pt>
                <c:pt idx="1736">
                  <c:v>0.00792978560336</c:v>
                </c:pt>
                <c:pt idx="1737">
                  <c:v>0.00791424958459</c:v>
                </c:pt>
                <c:pt idx="1738">
                  <c:v>0.00789880334688</c:v>
                </c:pt>
                <c:pt idx="1739">
                  <c:v>0.00788344662096</c:v>
                </c:pt>
                <c:pt idx="1740">
                  <c:v>0.00786817913932</c:v>
                </c:pt>
                <c:pt idx="1741">
                  <c:v>0.00785300063635</c:v>
                </c:pt>
                <c:pt idx="1742">
                  <c:v>0.00783791084845</c:v>
                </c:pt>
                <c:pt idx="1743">
                  <c:v>0.00782290951415</c:v>
                </c:pt>
                <c:pt idx="1744">
                  <c:v>0.0078079963742</c:v>
                </c:pt>
                <c:pt idx="1745">
                  <c:v>0.00779317117166</c:v>
                </c:pt>
                <c:pt idx="1746">
                  <c:v>0.00777843365204</c:v>
                </c:pt>
                <c:pt idx="1747">
                  <c:v>0.00776378356333</c:v>
                </c:pt>
                <c:pt idx="1748">
                  <c:v>0.00774922065615</c:v>
                </c:pt>
                <c:pt idx="1749">
                  <c:v>0.00773474468379</c:v>
                </c:pt>
                <c:pt idx="1750">
                  <c:v>0.00772035540231</c:v>
                </c:pt>
                <c:pt idx="1751">
                  <c:v>0.00770605257059</c:v>
                </c:pt>
                <c:pt idx="1752">
                  <c:v>0.00769183595044</c:v>
                </c:pt>
                <c:pt idx="1753">
                  <c:v>0.00767770530664</c:v>
                </c:pt>
                <c:pt idx="1754">
                  <c:v>0.00766366040701</c:v>
                </c:pt>
                <c:pt idx="1755">
                  <c:v>0.00764970102248</c:v>
                </c:pt>
                <c:pt idx="1756">
                  <c:v>0.00763582692711</c:v>
                </c:pt>
                <c:pt idx="1757">
                  <c:v>0.00762203789821</c:v>
                </c:pt>
                <c:pt idx="1758">
                  <c:v>0.00760833371632</c:v>
                </c:pt>
                <c:pt idx="1759">
                  <c:v>0.00759471416529</c:v>
                </c:pt>
                <c:pt idx="1760">
                  <c:v>0.00758117903233</c:v>
                </c:pt>
                <c:pt idx="1761">
                  <c:v>0.007567728108</c:v>
                </c:pt>
                <c:pt idx="1762">
                  <c:v>0.00755436118631</c:v>
                </c:pt>
                <c:pt idx="1763">
                  <c:v>0.0075410780647</c:v>
                </c:pt>
                <c:pt idx="1764">
                  <c:v>0.00752787854408</c:v>
                </c:pt>
                <c:pt idx="1765">
                  <c:v>0.00751476242885</c:v>
                </c:pt>
                <c:pt idx="1766">
                  <c:v>0.00750172952692</c:v>
                </c:pt>
                <c:pt idx="1767">
                  <c:v>0.00748877964974</c:v>
                </c:pt>
                <c:pt idx="1768">
                  <c:v>0.00747591261225</c:v>
                </c:pt>
                <c:pt idx="1769">
                  <c:v>0.00746312823297</c:v>
                </c:pt>
                <c:pt idx="1770">
                  <c:v>0.00745042633391</c:v>
                </c:pt>
                <c:pt idx="1771">
                  <c:v>0.00743780674065</c:v>
                </c:pt>
                <c:pt idx="1772">
                  <c:v>0.00742526928225</c:v>
                </c:pt>
                <c:pt idx="1773">
                  <c:v>0.0074128137913</c:v>
                </c:pt>
                <c:pt idx="1774">
                  <c:v>0.00740044010385</c:v>
                </c:pt>
                <c:pt idx="1775">
                  <c:v>0.00738814805943</c:v>
                </c:pt>
                <c:pt idx="1776">
                  <c:v>0.00737593750098</c:v>
                </c:pt>
                <c:pt idx="1777">
                  <c:v>0.00736380827483</c:v>
                </c:pt>
                <c:pt idx="1778">
                  <c:v>0.00735176023067</c:v>
                </c:pt>
                <c:pt idx="1779">
                  <c:v>0.00733979322148</c:v>
                </c:pt>
                <c:pt idx="1780">
                  <c:v>0.00732790710349</c:v>
                </c:pt>
                <c:pt idx="1781">
                  <c:v>0.00731610173612</c:v>
                </c:pt>
                <c:pt idx="1782">
                  <c:v>0.00730437698192</c:v>
                </c:pt>
                <c:pt idx="1783">
                  <c:v>0.00729273270647</c:v>
                </c:pt>
                <c:pt idx="1784">
                  <c:v>0.00728116877834</c:v>
                </c:pt>
                <c:pt idx="1785">
                  <c:v>0.00726968506899</c:v>
                </c:pt>
                <c:pt idx="1786">
                  <c:v>0.00725828145268</c:v>
                </c:pt>
                <c:pt idx="1787">
                  <c:v>0.00724695780635</c:v>
                </c:pt>
                <c:pt idx="1788">
                  <c:v>0.00723571400955</c:v>
                </c:pt>
                <c:pt idx="1789">
                  <c:v>0.0072245499443</c:v>
                </c:pt>
                <c:pt idx="1790">
                  <c:v>0.007213465495</c:v>
                </c:pt>
                <c:pt idx="1791">
                  <c:v>0.00720246054828</c:v>
                </c:pt>
                <c:pt idx="1792">
                  <c:v>0.00719153499285</c:v>
                </c:pt>
                <c:pt idx="1793">
                  <c:v>0.00718068871942</c:v>
                </c:pt>
                <c:pt idx="1794">
                  <c:v>0.00716992162046</c:v>
                </c:pt>
                <c:pt idx="1795">
                  <c:v>0.00715923359013</c:v>
                </c:pt>
                <c:pt idx="1796">
                  <c:v>0.00714862452406</c:v>
                </c:pt>
                <c:pt idx="1797">
                  <c:v>0.00713809431921</c:v>
                </c:pt>
                <c:pt idx="1798">
                  <c:v>0.00712764287364</c:v>
                </c:pt>
                <c:pt idx="1799">
                  <c:v>0.00711727008638</c:v>
                </c:pt>
                <c:pt idx="1800">
                  <c:v>0.0071069758572</c:v>
                </c:pt>
                <c:pt idx="1801">
                  <c:v>0.00709676008638</c:v>
                </c:pt>
                <c:pt idx="1802">
                  <c:v>0.00708662267456</c:v>
                </c:pt>
                <c:pt idx="1803">
                  <c:v>0.00707656352244</c:v>
                </c:pt>
                <c:pt idx="1804">
                  <c:v>0.00706658253062</c:v>
                </c:pt>
                <c:pt idx="1805">
                  <c:v>0.0070566795993</c:v>
                </c:pt>
                <c:pt idx="1806">
                  <c:v>0.00704685462807</c:v>
                </c:pt>
                <c:pt idx="1807">
                  <c:v>0.00703710751564</c:v>
                </c:pt>
                <c:pt idx="1808">
                  <c:v>0.00702743815956</c:v>
                </c:pt>
                <c:pt idx="1809">
                  <c:v>0.00701784645598</c:v>
                </c:pt>
                <c:pt idx="1810">
                  <c:v>0.00700833229933</c:v>
                </c:pt>
                <c:pt idx="1811">
                  <c:v>0.00699889558206</c:v>
                </c:pt>
                <c:pt idx="1812">
                  <c:v>0.00698953619432</c:v>
                </c:pt>
                <c:pt idx="1813">
                  <c:v>0.00698025402368</c:v>
                </c:pt>
                <c:pt idx="1814">
                  <c:v>0.00697104895478</c:v>
                </c:pt>
                <c:pt idx="1815">
                  <c:v>0.00696192086905</c:v>
                </c:pt>
                <c:pt idx="1816">
                  <c:v>0.00695286964435</c:v>
                </c:pt>
                <c:pt idx="1817">
                  <c:v>0.00694389515467</c:v>
                </c:pt>
                <c:pt idx="1818">
                  <c:v>0.00693499726974</c:v>
                </c:pt>
                <c:pt idx="1819">
                  <c:v>0.00692617585474</c:v>
                </c:pt>
                <c:pt idx="1820">
                  <c:v>0.00691743076993</c:v>
                </c:pt>
                <c:pt idx="1821">
                  <c:v>0.00690876187026</c:v>
                </c:pt>
                <c:pt idx="1822">
                  <c:v>0.00690016900507</c:v>
                </c:pt>
                <c:pt idx="1823">
                  <c:v>0.00689165201767</c:v>
                </c:pt>
                <c:pt idx="1824">
                  <c:v>0.00688321074501</c:v>
                </c:pt>
                <c:pt idx="1825">
                  <c:v>0.00687484501731</c:v>
                </c:pt>
                <c:pt idx="1826">
                  <c:v>0.00686655465767</c:v>
                </c:pt>
                <c:pt idx="1827">
                  <c:v>0.0068583394817</c:v>
                </c:pt>
                <c:pt idx="1828">
                  <c:v>0.00685019929716</c:v>
                </c:pt>
                <c:pt idx="1829">
                  <c:v>0.00684213390361</c:v>
                </c:pt>
                <c:pt idx="1830">
                  <c:v>0.006834143092</c:v>
                </c:pt>
                <c:pt idx="1831">
                  <c:v>0.00682622664432</c:v>
                </c:pt>
                <c:pt idx="1832">
                  <c:v>0.00681838433326</c:v>
                </c:pt>
                <c:pt idx="1833">
                  <c:v>0.00681061592182</c:v>
                </c:pt>
                <c:pt idx="1834">
                  <c:v>0.00680292116299</c:v>
                </c:pt>
                <c:pt idx="1835">
                  <c:v>0.00679529979941</c:v>
                </c:pt>
                <c:pt idx="1836">
                  <c:v>0.00678775156298</c:v>
                </c:pt>
                <c:pt idx="1837">
                  <c:v>0.00678027617463</c:v>
                </c:pt>
                <c:pt idx="1838">
                  <c:v>0.00677287334392</c:v>
                </c:pt>
                <c:pt idx="1839">
                  <c:v>0.00676554276881</c:v>
                </c:pt>
                <c:pt idx="1840">
                  <c:v>0.00675828413533</c:v>
                </c:pt>
                <c:pt idx="1841">
                  <c:v>0.00675109711732</c:v>
                </c:pt>
                <c:pt idx="1842">
                  <c:v>0.00674398137621</c:v>
                </c:pt>
                <c:pt idx="1843">
                  <c:v>0.00673693656073</c:v>
                </c:pt>
                <c:pt idx="1844">
                  <c:v>0.00672996230676</c:v>
                </c:pt>
                <c:pt idx="1845">
                  <c:v>0.0067230582371</c:v>
                </c:pt>
                <c:pt idx="1846">
                  <c:v>0.00671622396131</c:v>
                </c:pt>
                <c:pt idx="1847">
                  <c:v>0.00670945907555</c:v>
                </c:pt>
                <c:pt idx="1848">
                  <c:v>0.00670276316252</c:v>
                </c:pt>
                <c:pt idx="1849">
                  <c:v>0.0066961357913</c:v>
                </c:pt>
                <c:pt idx="1850">
                  <c:v>0.00668957651733</c:v>
                </c:pt>
                <c:pt idx="1851">
                  <c:v>0.00668308488236</c:v>
                </c:pt>
                <c:pt idx="1852">
                  <c:v>0.00667666041448</c:v>
                </c:pt>
                <c:pt idx="1853">
                  <c:v>0.00667030262811</c:v>
                </c:pt>
                <c:pt idx="1854">
                  <c:v>0.00666401102411</c:v>
                </c:pt>
                <c:pt idx="1855">
                  <c:v>0.00665778508985</c:v>
                </c:pt>
                <c:pt idx="1856">
                  <c:v>0.00665162429936</c:v>
                </c:pt>
                <c:pt idx="1857">
                  <c:v>0.00664552811351</c:v>
                </c:pt>
                <c:pt idx="1858">
                  <c:v>0.00663949598022</c:v>
                </c:pt>
                <c:pt idx="1859">
                  <c:v>0.00663352733467</c:v>
                </c:pt>
                <c:pt idx="1860">
                  <c:v>0.00662762159968</c:v>
                </c:pt>
                <c:pt idx="1861">
                  <c:v>0.00662177818592</c:v>
                </c:pt>
                <c:pt idx="1862">
                  <c:v>0.00661599649238</c:v>
                </c:pt>
                <c:pt idx="1863">
                  <c:v>0.0066102759067</c:v>
                </c:pt>
                <c:pt idx="1864">
                  <c:v>0.00660461580563</c:v>
                </c:pt>
                <c:pt idx="1865">
                  <c:v>0.00659901555555</c:v>
                </c:pt>
                <c:pt idx="1866">
                  <c:v>0.00659347451293</c:v>
                </c:pt>
                <c:pt idx="1867">
                  <c:v>0.00658799202492</c:v>
                </c:pt>
                <c:pt idx="1868">
                  <c:v>0.00658256742993</c:v>
                </c:pt>
                <c:pt idx="1869">
                  <c:v>0.00657720005824</c:v>
                </c:pt>
                <c:pt idx="1870">
                  <c:v>0.0065718892327</c:v>
                </c:pt>
                <c:pt idx="1871">
                  <c:v>0.00656663426938</c:v>
                </c:pt>
                <c:pt idx="1872">
                  <c:v>0.00656143447829</c:v>
                </c:pt>
                <c:pt idx="1873">
                  <c:v>0.00655628916418</c:v>
                </c:pt>
                <c:pt idx="1874">
                  <c:v>0.00655119762724</c:v>
                </c:pt>
                <c:pt idx="1875">
                  <c:v>0.00654615916398</c:v>
                </c:pt>
                <c:pt idx="1876">
                  <c:v>0.006541173068</c:v>
                </c:pt>
                <c:pt idx="1877">
                  <c:v>0.00653623863083</c:v>
                </c:pt>
                <c:pt idx="1878">
                  <c:v>0.00653135514284</c:v>
                </c:pt>
                <c:pt idx="1879">
                  <c:v>0.00652652189408</c:v>
                </c:pt>
                <c:pt idx="1880">
                  <c:v>0.00652173817515</c:v>
                </c:pt>
                <c:pt idx="1881">
                  <c:v>0.00651700327814</c:v>
                </c:pt>
                <c:pt idx="1882">
                  <c:v>0.00651231649752</c:v>
                </c:pt>
                <c:pt idx="1883">
                  <c:v>0.00650767713103</c:v>
                </c:pt>
                <c:pt idx="1884">
                  <c:v>0.00650308448061</c:v>
                </c:pt>
                <c:pt idx="1885">
                  <c:v>0.00649853785329</c:v>
                </c:pt>
                <c:pt idx="1886">
                  <c:v>0.00649403656212</c:v>
                </c:pt>
                <c:pt idx="1887">
                  <c:v>0.00648957992702</c:v>
                </c:pt>
                <c:pt idx="1888">
                  <c:v>0.0064851672757</c:v>
                </c:pt>
                <c:pt idx="1889">
                  <c:v>0.00648079794454</c:v>
                </c:pt>
                <c:pt idx="1890">
                  <c:v>0.00647647127939</c:v>
                </c:pt>
                <c:pt idx="1891">
                  <c:v>0.00647218663647</c:v>
                </c:pt>
                <c:pt idx="1892">
                  <c:v>0.00646794338315</c:v>
                </c:pt>
                <c:pt idx="1893">
                  <c:v>0.00646374089875</c:v>
                </c:pt>
                <c:pt idx="1894">
                  <c:v>0.00645957857531</c:v>
                </c:pt>
                <c:pt idx="1895">
                  <c:v>0.00645545581833</c:v>
                </c:pt>
                <c:pt idx="1896">
                  <c:v>0.00645137204748</c:v>
                </c:pt>
                <c:pt idx="1897">
                  <c:v>0.0064473266973</c:v>
                </c:pt>
                <c:pt idx="1898">
                  <c:v>0.00644331921781</c:v>
                </c:pt>
                <c:pt idx="1899">
                  <c:v>0.00643934907514</c:v>
                </c:pt>
                <c:pt idx="1900">
                  <c:v>0.00643541575214</c:v>
                </c:pt>
                <c:pt idx="1901">
                  <c:v>0.00643151874888</c:v>
                </c:pt>
                <c:pt idx="1902">
                  <c:v>0.00642765758318</c:v>
                </c:pt>
                <c:pt idx="1903">
                  <c:v>0.00642383179109</c:v>
                </c:pt>
                <c:pt idx="1904">
                  <c:v>0.00642004092729</c:v>
                </c:pt>
                <c:pt idx="1905">
                  <c:v>0.0064162845655</c:v>
                </c:pt>
                <c:pt idx="1906">
                  <c:v>0.00641256229886</c:v>
                </c:pt>
                <c:pt idx="1907">
                  <c:v>0.00640887374022</c:v>
                </c:pt>
                <c:pt idx="1908">
                  <c:v>0.0064052185224</c:v>
                </c:pt>
                <c:pt idx="1909">
                  <c:v>0.0064015962985</c:v>
                </c:pt>
                <c:pt idx="1910">
                  <c:v>0.00639800674203</c:v>
                </c:pt>
                <c:pt idx="1911">
                  <c:v>0.00639444954714</c:v>
                </c:pt>
                <c:pt idx="1912">
                  <c:v>0.0063909244287</c:v>
                </c:pt>
                <c:pt idx="1913">
                  <c:v>0.00638743112244</c:v>
                </c:pt>
                <c:pt idx="1914">
                  <c:v>0.006383969385</c:v>
                </c:pt>
                <c:pt idx="1915">
                  <c:v>0.00638053899397</c:v>
                </c:pt>
                <c:pt idx="1916">
                  <c:v>0.00637713974785</c:v>
                </c:pt>
                <c:pt idx="1917">
                  <c:v>0.00637377146609</c:v>
                </c:pt>
                <c:pt idx="1918">
                  <c:v>0.00637043398897</c:v>
                </c:pt>
                <c:pt idx="1919">
                  <c:v>0.00636712717754</c:v>
                </c:pt>
                <c:pt idx="1920">
                  <c:v>0.00636385091351</c:v>
                </c:pt>
                <c:pt idx="1921">
                  <c:v>0.00636060509909</c:v>
                </c:pt>
                <c:pt idx="1922">
                  <c:v>0.00635738965686</c:v>
                </c:pt>
                <c:pt idx="1923">
                  <c:v>0.00635420452955</c:v>
                </c:pt>
                <c:pt idx="1924">
                  <c:v>0.00635104967986</c:v>
                </c:pt>
                <c:pt idx="1925">
                  <c:v>0.00634792509025</c:v>
                </c:pt>
                <c:pt idx="1926">
                  <c:v>0.00634483076264</c:v>
                </c:pt>
                <c:pt idx="1927">
                  <c:v>0.00634176671823</c:v>
                </c:pt>
                <c:pt idx="1928">
                  <c:v>0.00633873299714</c:v>
                </c:pt>
                <c:pt idx="1929">
                  <c:v>0.00633572965821</c:v>
                </c:pt>
                <c:pt idx="1930">
                  <c:v>0.00633275677865</c:v>
                </c:pt>
                <c:pt idx="1931">
                  <c:v>0.00632981445372</c:v>
                </c:pt>
                <c:pt idx="1932">
                  <c:v>0.00632690279644</c:v>
                </c:pt>
                <c:pt idx="1933">
                  <c:v>0.00632402193727</c:v>
                </c:pt>
                <c:pt idx="1934">
                  <c:v>0.00632117202372</c:v>
                </c:pt>
                <c:pt idx="1935">
                  <c:v>0.00631835322008</c:v>
                </c:pt>
                <c:pt idx="1936">
                  <c:v>0.00631556570699</c:v>
                </c:pt>
                <c:pt idx="1937">
                  <c:v>0.00631280968117</c:v>
                </c:pt>
                <c:pt idx="1938">
                  <c:v>0.006310085355</c:v>
                </c:pt>
                <c:pt idx="1939">
                  <c:v>0.00630739295621</c:v>
                </c:pt>
                <c:pt idx="1940">
                  <c:v>0.00630473272748</c:v>
                </c:pt>
                <c:pt idx="1941">
                  <c:v>0.00630210492611</c:v>
                </c:pt>
                <c:pt idx="1942">
                  <c:v>0.00629950982363</c:v>
                </c:pt>
                <c:pt idx="1943">
                  <c:v>0.00629694770546</c:v>
                </c:pt>
                <c:pt idx="1944">
                  <c:v>0.00629441887057</c:v>
                </c:pt>
                <c:pt idx="1945">
                  <c:v>0.00629192363107</c:v>
                </c:pt>
                <c:pt idx="1946">
                  <c:v>0.00628946231188</c:v>
                </c:pt>
                <c:pt idx="1947">
                  <c:v>0.0062870352504</c:v>
                </c:pt>
                <c:pt idx="1948">
                  <c:v>0.00628464279612</c:v>
                </c:pt>
                <c:pt idx="1949">
                  <c:v>0.00628228531029</c:v>
                </c:pt>
                <c:pt idx="1950">
                  <c:v>0.00627996316557</c:v>
                </c:pt>
                <c:pt idx="1951">
                  <c:v>0.00627767674571</c:v>
                </c:pt>
                <c:pt idx="1952">
                  <c:v>0.00627542644516</c:v>
                </c:pt>
                <c:pt idx="1953">
                  <c:v>0.00627321266881</c:v>
                </c:pt>
                <c:pt idx="1954">
                  <c:v>0.00627103583159</c:v>
                </c:pt>
                <c:pt idx="1955">
                  <c:v>0.00626889635819</c:v>
                </c:pt>
                <c:pt idx="1956">
                  <c:v>0.00626679468271</c:v>
                </c:pt>
                <c:pt idx="1957">
                  <c:v>0.00626473124837</c:v>
                </c:pt>
                <c:pt idx="1958">
                  <c:v>0.00626270650717</c:v>
                </c:pt>
                <c:pt idx="1959">
                  <c:v>0.00626072091959</c:v>
                </c:pt>
                <c:pt idx="1960">
                  <c:v>0.00625877495426</c:v>
                </c:pt>
                <c:pt idx="1961">
                  <c:v>0.00625686908772</c:v>
                </c:pt>
                <c:pt idx="1962">
                  <c:v>0.00625500380403</c:v>
                </c:pt>
                <c:pt idx="1963">
                  <c:v>0.00625317959455</c:v>
                </c:pt>
                <c:pt idx="1964">
                  <c:v>0.00625139695759</c:v>
                </c:pt>
                <c:pt idx="1965">
                  <c:v>0.00624965639815</c:v>
                </c:pt>
                <c:pt idx="1966">
                  <c:v>0.00624795842761</c:v>
                </c:pt>
                <c:pt idx="1967">
                  <c:v>0.00624630356345</c:v>
                </c:pt>
                <c:pt idx="1968">
                  <c:v>0.00624469232896</c:v>
                </c:pt>
                <c:pt idx="1969">
                  <c:v>0.00624312525294</c:v>
                </c:pt>
                <c:pt idx="1970">
                  <c:v>0.00624160286944</c:v>
                </c:pt>
                <c:pt idx="1971">
                  <c:v>0.00624012571745</c:v>
                </c:pt>
                <c:pt idx="1972">
                  <c:v>0.00623869434062</c:v>
                </c:pt>
                <c:pt idx="1973">
                  <c:v>0.00623730928697</c:v>
                </c:pt>
                <c:pt idx="1974">
                  <c:v>0.0062359711086</c:v>
                </c:pt>
                <c:pt idx="1975">
                  <c:v>0.00623468036142</c:v>
                </c:pt>
                <c:pt idx="1976">
                  <c:v>0.00623343760483</c:v>
                </c:pt>
                <c:pt idx="1977">
                  <c:v>0.00623224340142</c:v>
                </c:pt>
                <c:pt idx="1978">
                  <c:v>0.00623109831672</c:v>
                </c:pt>
                <c:pt idx="1979">
                  <c:v>0.00623000291883</c:v>
                </c:pt>
                <c:pt idx="1980">
                  <c:v>0.00622895777818</c:v>
                </c:pt>
                <c:pt idx="1981">
                  <c:v>0.00622796346716</c:v>
                </c:pt>
                <c:pt idx="1982">
                  <c:v>0.00622702055987</c:v>
                </c:pt>
                <c:pt idx="1983">
                  <c:v>0.00622612963173</c:v>
                </c:pt>
                <c:pt idx="1984">
                  <c:v>0.00622529125921</c:v>
                </c:pt>
                <c:pt idx="1985">
                  <c:v>0.00622450601946</c:v>
                </c:pt>
                <c:pt idx="1986">
                  <c:v>0.00622377448999</c:v>
                </c:pt>
                <c:pt idx="1987">
                  <c:v>0.00622309724832</c:v>
                </c:pt>
                <c:pt idx="1988">
                  <c:v>0.00622247487161</c:v>
                </c:pt>
                <c:pt idx="1989">
                  <c:v>0.00622190793632</c:v>
                </c:pt>
                <c:pt idx="1990">
                  <c:v>0.00622139701781</c:v>
                </c:pt>
                <c:pt idx="1991">
                  <c:v>0.00622094268999</c:v>
                </c:pt>
                <c:pt idx="1992">
                  <c:v>0.0062205455249</c:v>
                </c:pt>
                <c:pt idx="1993">
                  <c:v>0.00622020609233</c:v>
                </c:pt>
                <c:pt idx="1994">
                  <c:v>0.00621992495937</c:v>
                </c:pt>
                <c:pt idx="1995">
                  <c:v>0.00621970269005</c:v>
                </c:pt>
                <c:pt idx="1996">
                  <c:v>0.00621953984485</c:v>
                </c:pt>
                <c:pt idx="1997">
                  <c:v>0.00621943698028</c:v>
                </c:pt>
                <c:pt idx="1998">
                  <c:v>0.00621939464839</c:v>
                </c:pt>
                <c:pt idx="1999">
                  <c:v>0.00621941339638</c:v>
                </c:pt>
                <c:pt idx="2000">
                  <c:v>0.006219493766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0.75"/>
          <c:min val="0"/>
        </c:scaling>
        <c:delete val="0"/>
        <c:axPos val="l"/>
        <c:majorGridlines>
          <c:spPr>
            <a:ln xmlns:a="http://schemas.openxmlformats.org/drawingml/2006/main" w="4763">
              <a:solidFill>
                <a:srgbClr val="EEEEEE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2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majorUnit val="1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35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U/t = 5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222222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scatterChart>
        <c:scatterStyle val="lineMarker"/>
        <c:varyColors val="0"/>
        <c:ser>
          <c:idx val="0"/>
          <c:order val="0"/>
          <c:tx>
            <c:v>charge</c:v>
          </c:tx>
          <c:spPr>
            <a:ln xmlns:a="http://schemas.openxmlformats.org/drawingml/2006/main" w="15240">
              <a:solidFill>
                <a:srgbClr val="C43C64"/>
              </a:solidFill>
              <a:prstDash val="solid"/>
            </a:ln>
          </c:spPr>
          <c:marker>
            <c:symbol val="none"/>
            <c:size val="5"/>
            <c:spPr>
              <a:solidFill xmlns:a="http://schemas.openxmlformats.org/drawingml/2006/main">
                <a:srgbClr val="C43C64"/>
              </a:solidFill>
            </c:spPr>
          </c:marker>
          <c:xVal>
            <c:numRef>
              <c:f>'Chart Data'!$A$2:$A$2002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Data'!$B$2:$B$2002</c:f>
              <c:numCache>
                <c:formatCode>0.0</c:formatCode>
                <c:ptCount val="2001"/>
                <c:pt idx="0">
                  <c:v>0.00278749976842</c:v>
                </c:pt>
                <c:pt idx="1">
                  <c:v>0.00279227475599</c:v>
                </c:pt>
                <c:pt idx="2">
                  <c:v>0.00279706294812</c:v>
                </c:pt>
                <c:pt idx="3">
                  <c:v>0.00280186439945</c:v>
                </c:pt>
                <c:pt idx="4">
                  <c:v>0.00280667916498</c:v>
                </c:pt>
                <c:pt idx="5">
                  <c:v>0.00281150730001</c:v>
                </c:pt>
                <c:pt idx="6">
                  <c:v>0.00281634886019</c:v>
                </c:pt>
                <c:pt idx="7">
                  <c:v>0.00282120390149</c:v>
                </c:pt>
                <c:pt idx="8">
                  <c:v>0.00282607248023</c:v>
                </c:pt>
                <c:pt idx="9">
                  <c:v>0.00283095465308</c:v>
                </c:pt>
                <c:pt idx="10">
                  <c:v>0.00283585047702</c:v>
                </c:pt>
                <c:pt idx="11">
                  <c:v>0.00284076000941</c:v>
                </c:pt>
                <c:pt idx="12">
                  <c:v>0.00284568330793</c:v>
                </c:pt>
                <c:pt idx="13">
                  <c:v>0.00285062043065</c:v>
                </c:pt>
                <c:pt idx="14">
                  <c:v>0.00285557143595</c:v>
                </c:pt>
                <c:pt idx="15">
                  <c:v>0.0028605363826</c:v>
                </c:pt>
                <c:pt idx="16">
                  <c:v>0.00286551532972</c:v>
                </c:pt>
                <c:pt idx="17">
                  <c:v>0.00287050833679</c:v>
                </c:pt>
                <c:pt idx="18">
                  <c:v>0.00287551546366</c:v>
                </c:pt>
                <c:pt idx="19">
                  <c:v>0.00288053677055</c:v>
                </c:pt>
                <c:pt idx="20">
                  <c:v>0.00288557231805</c:v>
                </c:pt>
                <c:pt idx="21">
                  <c:v>0.00289062216715</c:v>
                </c:pt>
                <c:pt idx="22">
                  <c:v>0.00289568637918</c:v>
                </c:pt>
                <c:pt idx="23">
                  <c:v>0.00290076501587</c:v>
                </c:pt>
                <c:pt idx="24">
                  <c:v>0.00290585813936</c:v>
                </c:pt>
                <c:pt idx="25">
                  <c:v>0.00291096581214</c:v>
                </c:pt>
                <c:pt idx="26">
                  <c:v>0.00291608809711</c:v>
                </c:pt>
                <c:pt idx="27">
                  <c:v>0.00292122505757</c:v>
                </c:pt>
                <c:pt idx="28">
                  <c:v>0.00292637675722</c:v>
                </c:pt>
                <c:pt idx="29">
                  <c:v>0.00293154326016</c:v>
                </c:pt>
                <c:pt idx="30">
                  <c:v>0.00293672463089</c:v>
                </c:pt>
                <c:pt idx="31">
                  <c:v>0.00294192093433</c:v>
                </c:pt>
                <c:pt idx="32">
                  <c:v>0.0029471322358</c:v>
                </c:pt>
                <c:pt idx="33">
                  <c:v>0.00295235860106</c:v>
                </c:pt>
                <c:pt idx="34">
                  <c:v>0.00295760009627</c:v>
                </c:pt>
                <c:pt idx="35">
                  <c:v>0.00296285678802</c:v>
                </c:pt>
                <c:pt idx="36">
                  <c:v>0.00296812874334</c:v>
                </c:pt>
                <c:pt idx="37">
                  <c:v>0.00297341602967</c:v>
                </c:pt>
                <c:pt idx="38">
                  <c:v>0.00297871871491</c:v>
                </c:pt>
                <c:pt idx="39">
                  <c:v>0.00298403686738</c:v>
                </c:pt>
                <c:pt idx="40">
                  <c:v>0.00298937055586</c:v>
                </c:pt>
                <c:pt idx="41">
                  <c:v>0.00299471984956</c:v>
                </c:pt>
                <c:pt idx="42">
                  <c:v>0.00300008481817</c:v>
                </c:pt>
                <c:pt idx="43">
                  <c:v>0.00300546553179</c:v>
                </c:pt>
                <c:pt idx="44">
                  <c:v>0.00301086206103</c:v>
                </c:pt>
                <c:pt idx="45">
                  <c:v>0.00301627447694</c:v>
                </c:pt>
                <c:pt idx="46">
                  <c:v>0.00302170285103</c:v>
                </c:pt>
                <c:pt idx="47">
                  <c:v>0.00302714725529</c:v>
                </c:pt>
                <c:pt idx="48">
                  <c:v>0.0030326077622</c:v>
                </c:pt>
                <c:pt idx="49">
                  <c:v>0.00303808444471</c:v>
                </c:pt>
                <c:pt idx="50">
                  <c:v>0.00304357737625</c:v>
                </c:pt>
                <c:pt idx="51">
                  <c:v>0.00304908663074</c:v>
                </c:pt>
                <c:pt idx="52">
                  <c:v>0.00305461228261</c:v>
                </c:pt>
                <c:pt idx="53">
                  <c:v>0.00306015440678</c:v>
                </c:pt>
                <c:pt idx="54">
                  <c:v>0.00306571307866</c:v>
                </c:pt>
                <c:pt idx="55">
                  <c:v>0.00307128837419</c:v>
                </c:pt>
                <c:pt idx="56">
                  <c:v>0.00307688036981</c:v>
                </c:pt>
                <c:pt idx="57">
                  <c:v>0.00308248914249</c:v>
                </c:pt>
                <c:pt idx="58">
                  <c:v>0.0030881147697</c:v>
                </c:pt>
                <c:pt idx="59">
                  <c:v>0.00309375732946</c:v>
                </c:pt>
                <c:pt idx="60">
                  <c:v>0.00309941690031</c:v>
                </c:pt>
                <c:pt idx="61">
                  <c:v>0.00310509356133</c:v>
                </c:pt>
                <c:pt idx="62">
                  <c:v>0.00311078739214</c:v>
                </c:pt>
                <c:pt idx="63">
                  <c:v>0.00311649847292</c:v>
                </c:pt>
                <c:pt idx="64">
                  <c:v>0.00312222688439</c:v>
                </c:pt>
                <c:pt idx="65">
                  <c:v>0.00312797270782</c:v>
                </c:pt>
                <c:pt idx="66">
                  <c:v>0.00313373602506</c:v>
                </c:pt>
                <c:pt idx="67">
                  <c:v>0.00313951691853</c:v>
                </c:pt>
                <c:pt idx="68">
                  <c:v>0.00314531547121</c:v>
                </c:pt>
                <c:pt idx="69">
                  <c:v>0.00315113176666</c:v>
                </c:pt>
                <c:pt idx="70">
                  <c:v>0.00315696588903</c:v>
                </c:pt>
                <c:pt idx="71">
                  <c:v>0.00316281792307</c:v>
                </c:pt>
                <c:pt idx="72">
                  <c:v>0.00316868795412</c:v>
                </c:pt>
                <c:pt idx="73">
                  <c:v>0.0031745760681</c:v>
                </c:pt>
                <c:pt idx="74">
                  <c:v>0.00318048235157</c:v>
                </c:pt>
                <c:pt idx="75">
                  <c:v>0.00318640689169</c:v>
                </c:pt>
                <c:pt idx="76">
                  <c:v>0.00319234977623</c:v>
                </c:pt>
                <c:pt idx="77">
                  <c:v>0.00319831109361</c:v>
                </c:pt>
                <c:pt idx="78">
                  <c:v>0.00320429093285</c:v>
                </c:pt>
                <c:pt idx="79">
                  <c:v>0.00321028938364</c:v>
                </c:pt>
                <c:pt idx="80">
                  <c:v>0.0032163065363</c:v>
                </c:pt>
                <c:pt idx="81">
                  <c:v>0.00322234248178</c:v>
                </c:pt>
                <c:pt idx="82">
                  <c:v>0.00322839731173</c:v>
                </c:pt>
                <c:pt idx="83">
                  <c:v>0.00323447111842</c:v>
                </c:pt>
                <c:pt idx="84">
                  <c:v>0.00324056399482</c:v>
                </c:pt>
                <c:pt idx="85">
                  <c:v>0.00324667603457</c:v>
                </c:pt>
                <c:pt idx="86">
                  <c:v>0.00325280733199</c:v>
                </c:pt>
                <c:pt idx="87">
                  <c:v>0.00325895798208</c:v>
                </c:pt>
                <c:pt idx="88">
                  <c:v>0.00326512808055</c:v>
                </c:pt>
                <c:pt idx="89">
                  <c:v>0.00327131772382</c:v>
                </c:pt>
                <c:pt idx="90">
                  <c:v>0.003277527009</c:v>
                </c:pt>
                <c:pt idx="91">
                  <c:v>0.00328375603395</c:v>
                </c:pt>
                <c:pt idx="92">
                  <c:v>0.00329000489721</c:v>
                </c:pt>
                <c:pt idx="93">
                  <c:v>0.0032962736981</c:v>
                </c:pt>
                <c:pt idx="94">
                  <c:v>0.00330256253666</c:v>
                </c:pt>
                <c:pt idx="95">
                  <c:v>0.00330887151367</c:v>
                </c:pt>
                <c:pt idx="96">
                  <c:v>0.00331520073067</c:v>
                </c:pt>
                <c:pt idx="97">
                  <c:v>0.00332155028997</c:v>
                </c:pt>
                <c:pt idx="98">
                  <c:v>0.00332792029465</c:v>
                </c:pt>
                <c:pt idx="99">
                  <c:v>0.00333431084857</c:v>
                </c:pt>
                <c:pt idx="100">
                  <c:v>0.00334072205636</c:v>
                </c:pt>
                <c:pt idx="101">
                  <c:v>0.00334715402348</c:v>
                </c:pt>
                <c:pt idx="102">
                  <c:v>0.00335360685615</c:v>
                </c:pt>
                <c:pt idx="103">
                  <c:v>0.00336008066145</c:v>
                </c:pt>
                <c:pt idx="104">
                  <c:v>0.00336657554723</c:v>
                </c:pt>
                <c:pt idx="105">
                  <c:v>0.00337309162221</c:v>
                </c:pt>
                <c:pt idx="106">
                  <c:v>0.00337962899592</c:v>
                </c:pt>
                <c:pt idx="107">
                  <c:v>0.00338618777875</c:v>
                </c:pt>
                <c:pt idx="108">
                  <c:v>0.00339276808194</c:v>
                </c:pt>
                <c:pt idx="109">
                  <c:v>0.00339937001761</c:v>
                </c:pt>
                <c:pt idx="110">
                  <c:v>0.00340599369872</c:v>
                </c:pt>
                <c:pt idx="111">
                  <c:v>0.00341263923915</c:v>
                </c:pt>
                <c:pt idx="112">
                  <c:v>0.00341930675364</c:v>
                </c:pt>
                <c:pt idx="113">
                  <c:v>0.00342599635785</c:v>
                </c:pt>
                <c:pt idx="114">
                  <c:v>0.00343270816835</c:v>
                </c:pt>
                <c:pt idx="115">
                  <c:v>0.00343944230263</c:v>
                </c:pt>
                <c:pt idx="116">
                  <c:v>0.00344619887909</c:v>
                </c:pt>
                <c:pt idx="117">
                  <c:v>0.00345297801711</c:v>
                </c:pt>
                <c:pt idx="118">
                  <c:v>0.00345977983698</c:v>
                </c:pt>
                <c:pt idx="119">
                  <c:v>0.00346660445999</c:v>
                </c:pt>
                <c:pt idx="120">
                  <c:v>0.00347345200837</c:v>
                </c:pt>
                <c:pt idx="121">
                  <c:v>0.00348032260534</c:v>
                </c:pt>
                <c:pt idx="122">
                  <c:v>0.00348721637512</c:v>
                </c:pt>
                <c:pt idx="123">
                  <c:v>0.00349413344293</c:v>
                </c:pt>
                <c:pt idx="124">
                  <c:v>0.00350107393501</c:v>
                </c:pt>
                <c:pt idx="125">
                  <c:v>0.00350803797861</c:v>
                </c:pt>
                <c:pt idx="126">
                  <c:v>0.00351502570203</c:v>
                </c:pt>
                <c:pt idx="127">
                  <c:v>0.00352203723461</c:v>
                </c:pt>
                <c:pt idx="128">
                  <c:v>0.00352907270677</c:v>
                </c:pt>
                <c:pt idx="129">
                  <c:v>0.00353613224996</c:v>
                </c:pt>
                <c:pt idx="130">
                  <c:v>0.00354321599677</c:v>
                </c:pt>
                <c:pt idx="131">
                  <c:v>0.00355032408083</c:v>
                </c:pt>
                <c:pt idx="132">
                  <c:v>0.00355745663691</c:v>
                </c:pt>
                <c:pt idx="133">
                  <c:v>0.00356461380089</c:v>
                </c:pt>
                <c:pt idx="134">
                  <c:v>0.0035717957098</c:v>
                </c:pt>
                <c:pt idx="135">
                  <c:v>0.00357900250178</c:v>
                </c:pt>
                <c:pt idx="136">
                  <c:v>0.00358623431616</c:v>
                </c:pt>
                <c:pt idx="137">
                  <c:v>0.00359349129343</c:v>
                </c:pt>
                <c:pt idx="138">
                  <c:v>0.00360077357526</c:v>
                </c:pt>
                <c:pt idx="139">
                  <c:v>0.00360808130452</c:v>
                </c:pt>
                <c:pt idx="140">
                  <c:v>0.00361541462531</c:v>
                </c:pt>
                <c:pt idx="141">
                  <c:v>0.00362277368292</c:v>
                </c:pt>
                <c:pt idx="142">
                  <c:v>0.0036301586239</c:v>
                </c:pt>
                <c:pt idx="143">
                  <c:v>0.00363756959607</c:v>
                </c:pt>
                <c:pt idx="144">
                  <c:v>0.00364500674848</c:v>
                </c:pt>
                <c:pt idx="145">
                  <c:v>0.0036524702315</c:v>
                </c:pt>
                <c:pt idx="146">
                  <c:v>0.00365996019676</c:v>
                </c:pt>
                <c:pt idx="147">
                  <c:v>0.00366747679725</c:v>
                </c:pt>
                <c:pt idx="148">
                  <c:v>0.00367502018723</c:v>
                </c:pt>
                <c:pt idx="149">
                  <c:v>0.00368259052235</c:v>
                </c:pt>
                <c:pt idx="150">
                  <c:v>0.0036901879596</c:v>
                </c:pt>
                <c:pt idx="151">
                  <c:v>0.00369781265734</c:v>
                </c:pt>
                <c:pt idx="152">
                  <c:v>0.00370546477533</c:v>
                </c:pt>
                <c:pt idx="153">
                  <c:v>0.00371314447474</c:v>
                </c:pt>
                <c:pt idx="154">
                  <c:v>0.00372085191814</c:v>
                </c:pt>
                <c:pt idx="155">
                  <c:v>0.00372858726957</c:v>
                </c:pt>
                <c:pt idx="156">
                  <c:v>0.00373635069451</c:v>
                </c:pt>
                <c:pt idx="157">
                  <c:v>0.00374414235992</c:v>
                </c:pt>
                <c:pt idx="158">
                  <c:v>0.00375196243424</c:v>
                </c:pt>
                <c:pt idx="159">
                  <c:v>0.00375981108744</c:v>
                </c:pt>
                <c:pt idx="160">
                  <c:v>0.00376768849101</c:v>
                </c:pt>
                <c:pt idx="161">
                  <c:v>0.00377559481797</c:v>
                </c:pt>
                <c:pt idx="162">
                  <c:v>0.00378353024292</c:v>
                </c:pt>
                <c:pt idx="163">
                  <c:v>0.00379149494204</c:v>
                </c:pt>
                <c:pt idx="164">
                  <c:v>0.00379948909312</c:v>
                </c:pt>
                <c:pt idx="165">
                  <c:v>0.00380751287556</c:v>
                </c:pt>
                <c:pt idx="166">
                  <c:v>0.0038155664704</c:v>
                </c:pt>
                <c:pt idx="167">
                  <c:v>0.00382365006035</c:v>
                </c:pt>
                <c:pt idx="168">
                  <c:v>0.0038317638298</c:v>
                </c:pt>
                <c:pt idx="169">
                  <c:v>0.00383990796483</c:v>
                </c:pt>
                <c:pt idx="170">
                  <c:v>0.00384808265325</c:v>
                </c:pt>
                <c:pt idx="171">
                  <c:v>0.00385628808463</c:v>
                </c:pt>
                <c:pt idx="172">
                  <c:v>0.00386452445027</c:v>
                </c:pt>
                <c:pt idx="173">
                  <c:v>0.00387279194328</c:v>
                </c:pt>
                <c:pt idx="174">
                  <c:v>0.00388109075857</c:v>
                </c:pt>
                <c:pt idx="175">
                  <c:v>0.00388942109289</c:v>
                </c:pt>
                <c:pt idx="176">
                  <c:v>0.00389778314484</c:v>
                </c:pt>
                <c:pt idx="177">
                  <c:v>0.00390617711489</c:v>
                </c:pt>
                <c:pt idx="178">
                  <c:v>0.00391460320541</c:v>
                </c:pt>
                <c:pt idx="179">
                  <c:v>0.00392306162069</c:v>
                </c:pt>
                <c:pt idx="180">
                  <c:v>0.00393155256699</c:v>
                </c:pt>
                <c:pt idx="181">
                  <c:v>0.00394007625251</c:v>
                </c:pt>
                <c:pt idx="182">
                  <c:v>0.00394863288747</c:v>
                </c:pt>
                <c:pt idx="183">
                  <c:v>0.0039572226841</c:v>
                </c:pt>
                <c:pt idx="184">
                  <c:v>0.00396584585667</c:v>
                </c:pt>
                <c:pt idx="185">
                  <c:v>0.00397450262154</c:v>
                </c:pt>
                <c:pt idx="186">
                  <c:v>0.00398319319716</c:v>
                </c:pt>
                <c:pt idx="187">
                  <c:v>0.00399191780409</c:v>
                </c:pt>
                <c:pt idx="188">
                  <c:v>0.00400067666508</c:v>
                </c:pt>
                <c:pt idx="189">
                  <c:v>0.00400947000502</c:v>
                </c:pt>
                <c:pt idx="190">
                  <c:v>0.00401829805103</c:v>
                </c:pt>
                <c:pt idx="191">
                  <c:v>0.00402716103245</c:v>
                </c:pt>
                <c:pt idx="192">
                  <c:v>0.00403605918091</c:v>
                </c:pt>
                <c:pt idx="193">
                  <c:v>0.0040449927303</c:v>
                </c:pt>
                <c:pt idx="194">
                  <c:v>0.00405396191686</c:v>
                </c:pt>
                <c:pt idx="195">
                  <c:v>0.00406296697916</c:v>
                </c:pt>
                <c:pt idx="196">
                  <c:v>0.00407200815817</c:v>
                </c:pt>
                <c:pt idx="197">
                  <c:v>0.00408108569727</c:v>
                </c:pt>
                <c:pt idx="198">
                  <c:v>0.00409019984227</c:v>
                </c:pt>
                <c:pt idx="199">
                  <c:v>0.00409935084148</c:v>
                </c:pt>
                <c:pt idx="200">
                  <c:v>0.0041085389457</c:v>
                </c:pt>
                <c:pt idx="201">
                  <c:v>0.00411776440829</c:v>
                </c:pt>
                <c:pt idx="202">
                  <c:v>0.00412702748516</c:v>
                </c:pt>
                <c:pt idx="203">
                  <c:v>0.00413632843484</c:v>
                </c:pt>
                <c:pt idx="204">
                  <c:v>0.00414566751851</c:v>
                </c:pt>
                <c:pt idx="205">
                  <c:v>0.00415504500002</c:v>
                </c:pt>
                <c:pt idx="206">
                  <c:v>0.00416446114593</c:v>
                </c:pt>
                <c:pt idx="207">
                  <c:v>0.00417391622555</c:v>
                </c:pt>
                <c:pt idx="208">
                  <c:v>0.00418341051097</c:v>
                </c:pt>
                <c:pt idx="209">
                  <c:v>0.00419294427711</c:v>
                </c:pt>
                <c:pt idx="210">
                  <c:v>0.00420251780175</c:v>
                </c:pt>
                <c:pt idx="211">
                  <c:v>0.00421213136555</c:v>
                </c:pt>
                <c:pt idx="212">
                  <c:v>0.00422178525212</c:v>
                </c:pt>
                <c:pt idx="213">
                  <c:v>0.00423147974804</c:v>
                </c:pt>
                <c:pt idx="214">
                  <c:v>0.00424121514289</c:v>
                </c:pt>
                <c:pt idx="215">
                  <c:v>0.00425099172933</c:v>
                </c:pt>
                <c:pt idx="216">
                  <c:v>0.0042608098031</c:v>
                </c:pt>
                <c:pt idx="217">
                  <c:v>0.00427066966306</c:v>
                </c:pt>
                <c:pt idx="218">
                  <c:v>0.00428057161128</c:v>
                </c:pt>
                <c:pt idx="219">
                  <c:v>0.00429051595304</c:v>
                </c:pt>
                <c:pt idx="220">
                  <c:v>0.00430050299686</c:v>
                </c:pt>
                <c:pt idx="221">
                  <c:v>0.0043105330546</c:v>
                </c:pt>
                <c:pt idx="222">
                  <c:v>0.00432060644146</c:v>
                </c:pt>
                <c:pt idx="223">
                  <c:v>0.00433072347605</c:v>
                </c:pt>
                <c:pt idx="224">
                  <c:v>0.00434088448039</c:v>
                </c:pt>
                <c:pt idx="225">
                  <c:v>0.00435108978004</c:v>
                </c:pt>
                <c:pt idx="226">
                  <c:v>0.00436133970406</c:v>
                </c:pt>
                <c:pt idx="227">
                  <c:v>0.00437163458512</c:v>
                </c:pt>
                <c:pt idx="228">
                  <c:v>0.00438197475951</c:v>
                </c:pt>
                <c:pt idx="229">
                  <c:v>0.00439236056721</c:v>
                </c:pt>
                <c:pt idx="230">
                  <c:v>0.00440279235195</c:v>
                </c:pt>
                <c:pt idx="231">
                  <c:v>0.00441327046122</c:v>
                </c:pt>
                <c:pt idx="232">
                  <c:v>0.00442379524637</c:v>
                </c:pt>
                <c:pt idx="233">
                  <c:v>0.00443436706264</c:v>
                </c:pt>
                <c:pt idx="234">
                  <c:v>0.0044449862692</c:v>
                </c:pt>
                <c:pt idx="235">
                  <c:v>0.00445565322923</c:v>
                </c:pt>
                <c:pt idx="236">
                  <c:v>0.00446636830998</c:v>
                </c:pt>
                <c:pt idx="237">
                  <c:v>0.00447713188277</c:v>
                </c:pt>
                <c:pt idx="238">
                  <c:v>0.00448794432312</c:v>
                </c:pt>
                <c:pt idx="239">
                  <c:v>0.00449880601077</c:v>
                </c:pt>
                <c:pt idx="240">
                  <c:v>0.00450971732972</c:v>
                </c:pt>
                <c:pt idx="241">
                  <c:v>0.00452067866835</c:v>
                </c:pt>
                <c:pt idx="242">
                  <c:v>0.00453169041941</c:v>
                </c:pt>
                <c:pt idx="243">
                  <c:v>0.00454275298012</c:v>
                </c:pt>
                <c:pt idx="244">
                  <c:v>0.00455386675223</c:v>
                </c:pt>
                <c:pt idx="245">
                  <c:v>0.00456503214209</c:v>
                </c:pt>
                <c:pt idx="246">
                  <c:v>0.00457624956067</c:v>
                </c:pt>
                <c:pt idx="247">
                  <c:v>0.00458751942369</c:v>
                </c:pt>
                <c:pt idx="248">
                  <c:v>0.00459884215163</c:v>
                </c:pt>
                <c:pt idx="249">
                  <c:v>0.00461021816982</c:v>
                </c:pt>
                <c:pt idx="250">
                  <c:v>0.00462164790852</c:v>
                </c:pt>
                <c:pt idx="251">
                  <c:v>0.00463313180296</c:v>
                </c:pt>
                <c:pt idx="252">
                  <c:v>0.00464467029343</c:v>
                </c:pt>
                <c:pt idx="253">
                  <c:v>0.00465626382535</c:v>
                </c:pt>
                <c:pt idx="254">
                  <c:v>0.00466791284932</c:v>
                </c:pt>
                <c:pt idx="255">
                  <c:v>0.00467961782123</c:v>
                </c:pt>
                <c:pt idx="256">
                  <c:v>0.00469137920229</c:v>
                </c:pt>
                <c:pt idx="257">
                  <c:v>0.00470319745915</c:v>
                </c:pt>
                <c:pt idx="258">
                  <c:v>0.00471507306393</c:v>
                </c:pt>
                <c:pt idx="259">
                  <c:v>0.00472700649433</c:v>
                </c:pt>
                <c:pt idx="260">
                  <c:v>0.0047389982337</c:v>
                </c:pt>
                <c:pt idx="261">
                  <c:v>0.0047510487711</c:v>
                </c:pt>
                <c:pt idx="262">
                  <c:v>0.00476315860142</c:v>
                </c:pt>
                <c:pt idx="263">
                  <c:v>0.00477532822541</c:v>
                </c:pt>
                <c:pt idx="264">
                  <c:v>0.00478755814981</c:v>
                </c:pt>
                <c:pt idx="265">
                  <c:v>0.0047998488874</c:v>
                </c:pt>
                <c:pt idx="266">
                  <c:v>0.0048122009571</c:v>
                </c:pt>
                <c:pt idx="267">
                  <c:v>0.00482461488405</c:v>
                </c:pt>
                <c:pt idx="268">
                  <c:v>0.0048370911997</c:v>
                </c:pt>
                <c:pt idx="269">
                  <c:v>0.00484963044189</c:v>
                </c:pt>
                <c:pt idx="270">
                  <c:v>0.00486223315495</c:v>
                </c:pt>
                <c:pt idx="271">
                  <c:v>0.00487489988979</c:v>
                </c:pt>
                <c:pt idx="272">
                  <c:v>0.00488763120398</c:v>
                </c:pt>
                <c:pt idx="273">
                  <c:v>0.00490042766184</c:v>
                </c:pt>
                <c:pt idx="274">
                  <c:v>0.00491328983456</c:v>
                </c:pt>
                <c:pt idx="275">
                  <c:v>0.00492621830026</c:v>
                </c:pt>
                <c:pt idx="276">
                  <c:v>0.00493921364411</c:v>
                </c:pt>
                <c:pt idx="277">
                  <c:v>0.00495227645842</c:v>
                </c:pt>
                <c:pt idx="278">
                  <c:v>0.00496540734274</c:v>
                </c:pt>
                <c:pt idx="279">
                  <c:v>0.00497860690394</c:v>
                </c:pt>
                <c:pt idx="280">
                  <c:v>0.00499187575635</c:v>
                </c:pt>
                <c:pt idx="281">
                  <c:v>0.00500521452182</c:v>
                </c:pt>
                <c:pt idx="282">
                  <c:v>0.00501862382986</c:v>
                </c:pt>
                <c:pt idx="283">
                  <c:v>0.00503210431771</c:v>
                </c:pt>
                <c:pt idx="284">
                  <c:v>0.00504565663047</c:v>
                </c:pt>
                <c:pt idx="285">
                  <c:v>0.00505928142119</c:v>
                </c:pt>
                <c:pt idx="286">
                  <c:v>0.00507297935099</c:v>
                </c:pt>
                <c:pt idx="287">
                  <c:v>0.00508675108916</c:v>
                </c:pt>
                <c:pt idx="288">
                  <c:v>0.00510059731326</c:v>
                </c:pt>
                <c:pt idx="289">
                  <c:v>0.00511451870928</c:v>
                </c:pt>
                <c:pt idx="290">
                  <c:v>0.00512851597168</c:v>
                </c:pt>
                <c:pt idx="291">
                  <c:v>0.00514258980354</c:v>
                </c:pt>
                <c:pt idx="292">
                  <c:v>0.00515674091669</c:v>
                </c:pt>
                <c:pt idx="293">
                  <c:v>0.00517097003179</c:v>
                </c:pt>
                <c:pt idx="294">
                  <c:v>0.00518527787847</c:v>
                </c:pt>
                <c:pt idx="295">
                  <c:v>0.00519966519543</c:v>
                </c:pt>
                <c:pt idx="296">
                  <c:v>0.00521413273058</c:v>
                </c:pt>
                <c:pt idx="297">
                  <c:v>0.00522868124114</c:v>
                </c:pt>
                <c:pt idx="298">
                  <c:v>0.00524331149375</c:v>
                </c:pt>
                <c:pt idx="299">
                  <c:v>0.00525802426463</c:v>
                </c:pt>
                <c:pt idx="300">
                  <c:v>0.00527282033965</c:v>
                </c:pt>
                <c:pt idx="301">
                  <c:v>0.00528770051451</c:v>
                </c:pt>
                <c:pt idx="302">
                  <c:v>0.00530266559479</c:v>
                </c:pt>
                <c:pt idx="303">
                  <c:v>0.00531771639613</c:v>
                </c:pt>
                <c:pt idx="304">
                  <c:v>0.00533285374437</c:v>
                </c:pt>
                <c:pt idx="305">
                  <c:v>0.00534807847558</c:v>
                </c:pt>
                <c:pt idx="306">
                  <c:v>0.00536339143629</c:v>
                </c:pt>
                <c:pt idx="307">
                  <c:v>0.00537879348356</c:v>
                </c:pt>
                <c:pt idx="308">
                  <c:v>0.00539428548512</c:v>
                </c:pt>
                <c:pt idx="309">
                  <c:v>0.00540986831947</c:v>
                </c:pt>
                <c:pt idx="310">
                  <c:v>0.00542554287606</c:v>
                </c:pt>
                <c:pt idx="311">
                  <c:v>0.00544131005535</c:v>
                </c:pt>
                <c:pt idx="312">
                  <c:v>0.00545717076901</c:v>
                </c:pt>
                <c:pt idx="313">
                  <c:v>0.00547312593997</c:v>
                </c:pt>
                <c:pt idx="314">
                  <c:v>0.00548917650259</c:v>
                </c:pt>
                <c:pt idx="315">
                  <c:v>0.00550532340279</c:v>
                </c:pt>
                <c:pt idx="316">
                  <c:v>0.00552156759814</c:v>
                </c:pt>
                <c:pt idx="317">
                  <c:v>0.00553791005802</c:v>
                </c:pt>
                <c:pt idx="318">
                  <c:v>0.00555435176373</c:v>
                </c:pt>
                <c:pt idx="319">
                  <c:v>0.00557089370859</c:v>
                </c:pt>
                <c:pt idx="320">
                  <c:v>0.00558753689811</c:v>
                </c:pt>
                <c:pt idx="321">
                  <c:v>0.00560428235005</c:v>
                </c:pt>
                <c:pt idx="322">
                  <c:v>0.00562113109462</c:v>
                </c:pt>
                <c:pt idx="323">
                  <c:v>0.0056380841745</c:v>
                </c:pt>
                <c:pt idx="324">
                  <c:v>0.00565514264503</c:v>
                </c:pt>
                <c:pt idx="325">
                  <c:v>0.00567230757431</c:v>
                </c:pt>
                <c:pt idx="326">
                  <c:v>0.00568958004327</c:v>
                </c:pt>
                <c:pt idx="327">
                  <c:v>0.00570696114584</c:v>
                </c:pt>
                <c:pt idx="328">
                  <c:v>0.00572445198902</c:v>
                </c:pt>
                <c:pt idx="329">
                  <c:v>0.00574205369298</c:v>
                </c:pt>
                <c:pt idx="330">
                  <c:v>0.00575976739119</c:v>
                </c:pt>
                <c:pt idx="331">
                  <c:v>0.0057775942305</c:v>
                </c:pt>
                <c:pt idx="332">
                  <c:v>0.00579553537124</c:v>
                </c:pt>
                <c:pt idx="333">
                  <c:v>0.00581359198729</c:v>
                </c:pt>
                <c:pt idx="334">
                  <c:v>0.0058317652662</c:v>
                </c:pt>
                <c:pt idx="335">
                  <c:v>0.00585005640926</c:v>
                </c:pt>
                <c:pt idx="336">
                  <c:v>0.00586846663156</c:v>
                </c:pt>
                <c:pt idx="337">
                  <c:v>0.00588699716209</c:v>
                </c:pt>
                <c:pt idx="338">
                  <c:v>0.00590564924378</c:v>
                </c:pt>
                <c:pt idx="339">
                  <c:v>0.00592442413357</c:v>
                </c:pt>
                <c:pt idx="340">
                  <c:v>0.00594332310249</c:v>
                </c:pt>
                <c:pt idx="341">
                  <c:v>0.00596234743567</c:v>
                </c:pt>
                <c:pt idx="342">
                  <c:v>0.0059814984324</c:v>
                </c:pt>
                <c:pt idx="343">
                  <c:v>0.00600077740614</c:v>
                </c:pt>
                <c:pt idx="344">
                  <c:v>0.00602018568459</c:v>
                </c:pt>
                <c:pt idx="345">
                  <c:v>0.00603972460968</c:v>
                </c:pt>
                <c:pt idx="346">
                  <c:v>0.00605939553755</c:v>
                </c:pt>
                <c:pt idx="347">
                  <c:v>0.0060791998386</c:v>
                </c:pt>
                <c:pt idx="348">
                  <c:v>0.00609913889743</c:v>
                </c:pt>
                <c:pt idx="349">
                  <c:v>0.00611921411286</c:v>
                </c:pt>
                <c:pt idx="350">
                  <c:v>0.00613942689785</c:v>
                </c:pt>
                <c:pt idx="351">
                  <c:v>0.00615977867949</c:v>
                </c:pt>
                <c:pt idx="352">
                  <c:v>0.00618027089891</c:v>
                </c:pt>
                <c:pt idx="353">
                  <c:v>0.00620090501123</c:v>
                </c:pt>
                <c:pt idx="354">
                  <c:v>0.00622168248546</c:v>
                </c:pt>
                <c:pt idx="355">
                  <c:v>0.00624260480439</c:v>
                </c:pt>
                <c:pt idx="356">
                  <c:v>0.00626367346449</c:v>
                </c:pt>
                <c:pt idx="357">
                  <c:v>0.00628488997576</c:v>
                </c:pt>
                <c:pt idx="358">
                  <c:v>0.00630625586157</c:v>
                </c:pt>
                <c:pt idx="359">
                  <c:v>0.00632777265852</c:v>
                </c:pt>
                <c:pt idx="360">
                  <c:v>0.00634944191621</c:v>
                </c:pt>
                <c:pt idx="361">
                  <c:v>0.00637126519705</c:v>
                </c:pt>
                <c:pt idx="362">
                  <c:v>0.00639324407605</c:v>
                </c:pt>
                <c:pt idx="363">
                  <c:v>0.0064153801405</c:v>
                </c:pt>
                <c:pt idx="364">
                  <c:v>0.00643767498977</c:v>
                </c:pt>
                <c:pt idx="365">
                  <c:v>0.00646013023494</c:v>
                </c:pt>
                <c:pt idx="366">
                  <c:v>0.00648274749852</c:v>
                </c:pt>
                <c:pt idx="367">
                  <c:v>0.00650552841409</c:v>
                </c:pt>
                <c:pt idx="368">
                  <c:v>0.00652847462589</c:v>
                </c:pt>
                <c:pt idx="369">
                  <c:v>0.00655158778843</c:v>
                </c:pt>
                <c:pt idx="370">
                  <c:v>0.00657486956605</c:v>
                </c:pt>
                <c:pt idx="371">
                  <c:v>0.00659832163244</c:v>
                </c:pt>
                <c:pt idx="372">
                  <c:v>0.00662194567014</c:v>
                </c:pt>
                <c:pt idx="373">
                  <c:v>0.00664574336998</c:v>
                </c:pt>
                <c:pt idx="374">
                  <c:v>0.00666971643055</c:v>
                </c:pt>
                <c:pt idx="375">
                  <c:v>0.00669386655754</c:v>
                </c:pt>
                <c:pt idx="376">
                  <c:v>0.0067181954631</c:v>
                </c:pt>
                <c:pt idx="377">
                  <c:v>0.00674270486516</c:v>
                </c:pt>
                <c:pt idx="378">
                  <c:v>0.0067673964867</c:v>
                </c:pt>
                <c:pt idx="379">
                  <c:v>0.00679227205495</c:v>
                </c:pt>
                <c:pt idx="380">
                  <c:v>0.0068173333006</c:v>
                </c:pt>
                <c:pt idx="381">
                  <c:v>0.00684258195691</c:v>
                </c:pt>
                <c:pt idx="382">
                  <c:v>0.00686801975878</c:v>
                </c:pt>
                <c:pt idx="383">
                  <c:v>0.00689364844184</c:v>
                </c:pt>
                <c:pt idx="384">
                  <c:v>0.00691946974136</c:v>
                </c:pt>
                <c:pt idx="385">
                  <c:v>0.00694548539125</c:v>
                </c:pt>
                <c:pt idx="386">
                  <c:v>0.0069716971229</c:v>
                </c:pt>
                <c:pt idx="387">
                  <c:v>0.00699810666398</c:v>
                </c:pt>
                <c:pt idx="388">
                  <c:v>0.00702471573724</c:v>
                </c:pt>
                <c:pt idx="389">
                  <c:v>0.0070515260592</c:v>
                </c:pt>
                <c:pt idx="390">
                  <c:v>0.00707853933879</c:v>
                </c:pt>
                <c:pt idx="391">
                  <c:v>0.0071057572759</c:v>
                </c:pt>
                <c:pt idx="392">
                  <c:v>0.00713318155993</c:v>
                </c:pt>
                <c:pt idx="393">
                  <c:v>0.00716081386822</c:v>
                </c:pt>
                <c:pt idx="394">
                  <c:v>0.00718865586442</c:v>
                </c:pt>
                <c:pt idx="395">
                  <c:v>0.00721670919682</c:v>
                </c:pt>
                <c:pt idx="396">
                  <c:v>0.00724497549654</c:v>
                </c:pt>
                <c:pt idx="397">
                  <c:v>0.00727345637576</c:v>
                </c:pt>
                <c:pt idx="398">
                  <c:v>0.00730215342576</c:v>
                </c:pt>
                <c:pt idx="399">
                  <c:v>0.00733106821494</c:v>
                </c:pt>
                <c:pt idx="400">
                  <c:v>0.00736020228679</c:v>
                </c:pt>
                <c:pt idx="401">
                  <c:v>0.00738955715772</c:v>
                </c:pt>
                <c:pt idx="402">
                  <c:v>0.00741913431486</c:v>
                </c:pt>
                <c:pt idx="403">
                  <c:v>0.00744893521374</c:v>
                </c:pt>
                <c:pt idx="404">
                  <c:v>0.00747896127593</c:v>
                </c:pt>
                <c:pt idx="405">
                  <c:v>0.00750921388662</c:v>
                </c:pt>
                <c:pt idx="406">
                  <c:v>0.00753969439198</c:v>
                </c:pt>
                <c:pt idx="407">
                  <c:v>0.00757040409666</c:v>
                </c:pt>
                <c:pt idx="408">
                  <c:v>0.00760134426099</c:v>
                </c:pt>
                <c:pt idx="409">
                  <c:v>0.00763251609827</c:v>
                </c:pt>
                <c:pt idx="410">
                  <c:v>0.00766392077186</c:v>
                </c:pt>
                <c:pt idx="411">
                  <c:v>0.00769555939224</c:v>
                </c:pt>
                <c:pt idx="412">
                  <c:v>0.00772743301403</c:v>
                </c:pt>
                <c:pt idx="413">
                  <c:v>0.00775954263283</c:v>
                </c:pt>
                <c:pt idx="414">
                  <c:v>0.0077918891821</c:v>
                </c:pt>
                <c:pt idx="415">
                  <c:v>0.00782447352985</c:v>
                </c:pt>
                <c:pt idx="416">
                  <c:v>0.00785729647537</c:v>
                </c:pt>
                <c:pt idx="417">
                  <c:v>0.0078903587458</c:v>
                </c:pt>
                <c:pt idx="418">
                  <c:v>0.00792366099271</c:v>
                </c:pt>
                <c:pt idx="419">
                  <c:v>0.00795720378851</c:v>
                </c:pt>
                <c:pt idx="420">
                  <c:v>0.00799098762293</c:v>
                </c:pt>
                <c:pt idx="421">
                  <c:v>0.00802501289935</c:v>
                </c:pt>
                <c:pt idx="422">
                  <c:v>0.00805927993111</c:v>
                </c:pt>
                <c:pt idx="423">
                  <c:v>0.00809378893779</c:v>
                </c:pt>
                <c:pt idx="424">
                  <c:v>0.00812854004139</c:v>
                </c:pt>
                <c:pt idx="425">
                  <c:v>0.00816353326257</c:v>
                </c:pt>
                <c:pt idx="426">
                  <c:v>0.00819876851679</c:v>
                </c:pt>
                <c:pt idx="427">
                  <c:v>0.00823424561041</c:v>
                </c:pt>
                <c:pt idx="428">
                  <c:v>0.0082699642369</c:v>
                </c:pt>
                <c:pt idx="429">
                  <c:v>0.00830592397285</c:v>
                </c:pt>
                <c:pt idx="430">
                  <c:v>0.0083421242742</c:v>
                </c:pt>
                <c:pt idx="431">
                  <c:v>0.00837856447229</c:v>
                </c:pt>
                <c:pt idx="432">
                  <c:v>0.00841524377007</c:v>
                </c:pt>
                <c:pt idx="433">
                  <c:v>0.00845216123826</c:v>
                </c:pt>
                <c:pt idx="434">
                  <c:v>0.00848931581159</c:v>
                </c:pt>
                <c:pt idx="435">
                  <c:v>0.0085267062851</c:v>
                </c:pt>
                <c:pt idx="436">
                  <c:v>0.00856433131046</c:v>
                </c:pt>
                <c:pt idx="437">
                  <c:v>0.00860218939241</c:v>
                </c:pt>
                <c:pt idx="438">
                  <c:v>0.00864027888529</c:v>
                </c:pt>
                <c:pt idx="439">
                  <c:v>0.00867859798965</c:v>
                </c:pt>
                <c:pt idx="440">
                  <c:v>0.00871714474899</c:v>
                </c:pt>
                <c:pt idx="441">
                  <c:v>0.00875591704661</c:v>
                </c:pt>
                <c:pt idx="442">
                  <c:v>0.00879491260266</c:v>
                </c:pt>
                <c:pt idx="443">
                  <c:v>0.00883412897126</c:v>
                </c:pt>
                <c:pt idx="444">
                  <c:v>0.00887356353789</c:v>
                </c:pt>
                <c:pt idx="445">
                  <c:v>0.00891321351688</c:v>
                </c:pt>
                <c:pt idx="446">
                  <c:v>0.00895307594915</c:v>
                </c:pt>
                <c:pt idx="447">
                  <c:v>0.00899314770018</c:v>
                </c:pt>
                <c:pt idx="448">
                  <c:v>0.00903342545813</c:v>
                </c:pt>
                <c:pt idx="449">
                  <c:v>0.00907390573232</c:v>
                </c:pt>
                <c:pt idx="450">
                  <c:v>0.00911458485188</c:v>
                </c:pt>
                <c:pt idx="451">
                  <c:v>0.0091554589647</c:v>
                </c:pt>
                <c:pt idx="452">
                  <c:v>0.00919652403666</c:v>
                </c:pt>
                <c:pt idx="453">
                  <c:v>0.00923777585121</c:v>
                </c:pt>
                <c:pt idx="454">
                  <c:v>0.00927921000914</c:v>
                </c:pt>
                <c:pt idx="455">
                  <c:v>0.00932082192884</c:v>
                </c:pt>
                <c:pt idx="456">
                  <c:v>0.00936260684672</c:v>
                </c:pt>
                <c:pt idx="457">
                  <c:v>0.0094045598181</c:v>
                </c:pt>
                <c:pt idx="458">
                  <c:v>0.00944667571841</c:v>
                </c:pt>
                <c:pt idx="459">
                  <c:v>0.00948894924473</c:v>
                </c:pt>
                <c:pt idx="460">
                  <c:v>0.00953137491772</c:v>
                </c:pt>
                <c:pt idx="461">
                  <c:v>0.00957394708391</c:v>
                </c:pt>
                <c:pt idx="462">
                  <c:v>0.00961665991839</c:v>
                </c:pt>
                <c:pt idx="463">
                  <c:v>0.00965950742786</c:v>
                </c:pt>
                <c:pt idx="464">
                  <c:v>0.00970248345406</c:v>
                </c:pt>
                <c:pt idx="465">
                  <c:v>0.00974558167756</c:v>
                </c:pt>
                <c:pt idx="466">
                  <c:v>0.00978879562202</c:v>
                </c:pt>
                <c:pt idx="467">
                  <c:v>0.00983211865866</c:v>
                </c:pt>
                <c:pt idx="468">
                  <c:v>0.00987554401132</c:v>
                </c:pt>
                <c:pt idx="469">
                  <c:v>0.00991906476166</c:v>
                </c:pt>
                <c:pt idx="470">
                  <c:v>0.00996267385489</c:v>
                </c:pt>
                <c:pt idx="471">
                  <c:v>0.0100063641057</c:v>
                </c:pt>
                <c:pt idx="472">
                  <c:v>0.0100501282048</c:v>
                </c:pt>
                <c:pt idx="473">
                  <c:v>0.0100939587252</c:v>
                </c:pt>
                <c:pt idx="474">
                  <c:v>0.0101378481297</c:v>
                </c:pt>
                <c:pt idx="475">
                  <c:v>0.0101817887776</c:v>
                </c:pt>
                <c:pt idx="476">
                  <c:v>0.0102257729327</c:v>
                </c:pt>
                <c:pt idx="477">
                  <c:v>0.0102697927708</c:v>
                </c:pt>
                <c:pt idx="478">
                  <c:v>0.0103138403878</c:v>
                </c:pt>
                <c:pt idx="479">
                  <c:v>0.010357907808</c:v>
                </c:pt>
                <c:pt idx="480">
                  <c:v>0.0104019869923</c:v>
                </c:pt>
                <c:pt idx="481">
                  <c:v>0.0104460698472</c:v>
                </c:pt>
                <c:pt idx="482">
                  <c:v>0.0104901482328</c:v>
                </c:pt>
                <c:pt idx="483">
                  <c:v>0.0105342139725</c:v>
                </c:pt>
                <c:pt idx="484">
                  <c:v>0.0105782588613</c:v>
                </c:pt>
                <c:pt idx="485">
                  <c:v>0.010622274675</c:v>
                </c:pt>
                <c:pt idx="486">
                  <c:v>0.0106662531791</c:v>
                </c:pt>
                <c:pt idx="487">
                  <c:v>0.0107101861379</c:v>
                </c:pt>
                <c:pt idx="488">
                  <c:v>0.0107540653234</c:v>
                </c:pt>
                <c:pt idx="489">
                  <c:v>0.0107978825245</c:v>
                </c:pt>
                <c:pt idx="490">
                  <c:v>0.0108416295555</c:v>
                </c:pt>
                <c:pt idx="491">
                  <c:v>0.010885298265</c:v>
                </c:pt>
                <c:pt idx="492">
                  <c:v>0.0109288805446</c:v>
                </c:pt>
                <c:pt idx="493">
                  <c:v>0.0109723683373</c:v>
                </c:pt>
                <c:pt idx="494">
                  <c:v>0.0110157536458</c:v>
                </c:pt>
                <c:pt idx="495">
                  <c:v>0.0110590285408</c:v>
                </c:pt>
                <c:pt idx="496">
                  <c:v>0.0111021851684</c:v>
                </c:pt>
                <c:pt idx="497">
                  <c:v>0.0111452157582</c:v>
                </c:pt>
                <c:pt idx="498">
                  <c:v>0.0111881126304</c:v>
                </c:pt>
                <c:pt idx="499">
                  <c:v>0.0112308682031</c:v>
                </c:pt>
                <c:pt idx="500">
                  <c:v>0.0112734749987</c:v>
                </c:pt>
                <c:pt idx="501">
                  <c:v>0.0113159256508</c:v>
                </c:pt>
                <c:pt idx="502">
                  <c:v>0.0113582129101</c:v>
                </c:pt>
                <c:pt idx="503">
                  <c:v>0.0114003296504</c:v>
                </c:pt>
                <c:pt idx="504">
                  <c:v>0.0114422688738</c:v>
                </c:pt>
                <c:pt idx="505">
                  <c:v>0.0114840237158</c:v>
                </c:pt>
                <c:pt idx="506">
                  <c:v>0.0115255874505</c:v>
                </c:pt>
                <c:pt idx="507">
                  <c:v>0.0115669534944</c:v>
                </c:pt>
                <c:pt idx="508">
                  <c:v>0.0116081154107</c:v>
                </c:pt>
                <c:pt idx="509">
                  <c:v>0.0116490669128</c:v>
                </c:pt>
                <c:pt idx="510">
                  <c:v>0.0116898018679</c:v>
                </c:pt>
                <c:pt idx="511">
                  <c:v>0.0117303142991</c:v>
                </c:pt>
                <c:pt idx="512">
                  <c:v>0.011770598389</c:v>
                </c:pt>
                <c:pt idx="513">
                  <c:v>0.0118106484809</c:v>
                </c:pt>
                <c:pt idx="514">
                  <c:v>0.011850459081</c:v>
                </c:pt>
                <c:pt idx="515">
                  <c:v>0.01189002486</c:v>
                </c:pt>
                <c:pt idx="516">
                  <c:v>0.0119293406538</c:v>
                </c:pt>
                <c:pt idx="517">
                  <c:v>0.0119684014647</c:v>
                </c:pt>
                <c:pt idx="518">
                  <c:v>0.0120072024614</c:v>
                </c:pt>
                <c:pt idx="519">
                  <c:v>0.0120457389796</c:v>
                </c:pt>
                <c:pt idx="520">
                  <c:v>0.0120840065215</c:v>
                </c:pt>
                <c:pt idx="521">
                  <c:v>0.0121220007555</c:v>
                </c:pt>
                <c:pt idx="522">
                  <c:v>0.0121597175154</c:v>
                </c:pt>
                <c:pt idx="523">
                  <c:v>0.0121971527996</c:v>
                </c:pt>
                <c:pt idx="524">
                  <c:v>0.0122343027695</c:v>
                </c:pt>
                <c:pt idx="525">
                  <c:v>0.0122711637487</c:v>
                </c:pt>
                <c:pt idx="526">
                  <c:v>0.0123077322206</c:v>
                </c:pt>
                <c:pt idx="527">
                  <c:v>0.012344004827</c:v>
                </c:pt>
                <c:pt idx="528">
                  <c:v>0.0123799783662</c:v>
                </c:pt>
                <c:pt idx="529">
                  <c:v>0.0124156497903</c:v>
                </c:pt>
                <c:pt idx="530">
                  <c:v>0.0124510162031</c:v>
                </c:pt>
                <c:pt idx="531">
                  <c:v>0.0124860748577</c:v>
                </c:pt>
                <c:pt idx="532">
                  <c:v>0.0125208231538</c:v>
                </c:pt>
                <c:pt idx="533">
                  <c:v>0.0125552586352</c:v>
                </c:pt>
                <c:pt idx="534">
                  <c:v>0.0125893789863</c:v>
                </c:pt>
                <c:pt idx="535">
                  <c:v>0.0126231820303</c:v>
                </c:pt>
                <c:pt idx="536">
                  <c:v>0.0126566657253</c:v>
                </c:pt>
                <c:pt idx="537">
                  <c:v>0.012689828162</c:v>
                </c:pt>
                <c:pt idx="538">
                  <c:v>0.0127226675602</c:v>
                </c:pt>
                <c:pt idx="539">
                  <c:v>0.0127551822661</c:v>
                </c:pt>
                <c:pt idx="540">
                  <c:v>0.012787370749</c:v>
                </c:pt>
                <c:pt idx="541">
                  <c:v>0.0128192315987</c:v>
                </c:pt>
                <c:pt idx="542">
                  <c:v>0.012850763522</c:v>
                </c:pt>
                <c:pt idx="543">
                  <c:v>0.01288196534</c:v>
                </c:pt>
                <c:pt idx="544">
                  <c:v>0.012912835985</c:v>
                </c:pt>
                <c:pt idx="545">
                  <c:v>0.0129433744978</c:v>
                </c:pt>
                <c:pt idx="546">
                  <c:v>0.0129735800247</c:v>
                </c:pt>
                <c:pt idx="547">
                  <c:v>0.013003451815</c:v>
                </c:pt>
                <c:pt idx="548">
                  <c:v>0.0130329892179</c:v>
                </c:pt>
                <c:pt idx="549">
                  <c:v>0.0130621916802</c:v>
                </c:pt>
                <c:pt idx="550">
                  <c:v>0.0130910587438</c:v>
                </c:pt>
                <c:pt idx="551">
                  <c:v>0.0131195900431</c:v>
                </c:pt>
                <c:pt idx="552">
                  <c:v>0.013147785303</c:v>
                </c:pt>
                <c:pt idx="553">
                  <c:v>0.0131756443365</c:v>
                </c:pt>
                <c:pt idx="554">
                  <c:v>0.0132031670426</c:v>
                </c:pt>
                <c:pt idx="555">
                  <c:v>0.0132303534047</c:v>
                </c:pt>
                <c:pt idx="556">
                  <c:v>0.0132572034884</c:v>
                </c:pt>
                <c:pt idx="557">
                  <c:v>0.01328371744</c:v>
                </c:pt>
                <c:pt idx="558">
                  <c:v>0.0133098954851</c:v>
                </c:pt>
                <c:pt idx="559">
                  <c:v>0.013335737927</c:v>
                </c:pt>
                <c:pt idx="560">
                  <c:v>0.0133612451456</c:v>
                </c:pt>
                <c:pt idx="561">
                  <c:v>0.0133864175962</c:v>
                </c:pt>
                <c:pt idx="562">
                  <c:v>0.0134112558086</c:v>
                </c:pt>
                <c:pt idx="563">
                  <c:v>0.0134357603864</c:v>
                </c:pt>
                <c:pt idx="564">
                  <c:v>0.0134599320063</c:v>
                </c:pt>
                <c:pt idx="565">
                  <c:v>0.0134837714176</c:v>
                </c:pt>
                <c:pt idx="566">
                  <c:v>0.0135072794417</c:v>
                </c:pt>
                <c:pt idx="567">
                  <c:v>0.0135304569722</c:v>
                </c:pt>
                <c:pt idx="568">
                  <c:v>0.0135533049751</c:v>
                </c:pt>
                <c:pt idx="569">
                  <c:v>0.013575824488</c:v>
                </c:pt>
                <c:pt idx="570">
                  <c:v>0.0135980166217</c:v>
                </c:pt>
                <c:pt idx="571">
                  <c:v>0.0136198825595</c:v>
                </c:pt>
                <c:pt idx="572">
                  <c:v>0.0136414235584</c:v>
                </c:pt>
                <c:pt idx="573">
                  <c:v>0.0136626409497</c:v>
                </c:pt>
                <c:pt idx="574">
                  <c:v>0.0136835361402</c:v>
                </c:pt>
                <c:pt idx="575">
                  <c:v>0.0137041106125</c:v>
                </c:pt>
                <c:pt idx="576">
                  <c:v>0.0137243659269</c:v>
                </c:pt>
                <c:pt idx="577">
                  <c:v>0.0137443037226</c:v>
                </c:pt>
                <c:pt idx="578">
                  <c:v>0.0137639257188</c:v>
                </c:pt>
                <c:pt idx="579">
                  <c:v>0.0137832337166</c:v>
                </c:pt>
                <c:pt idx="580">
                  <c:v>0.0138022296008</c:v>
                </c:pt>
                <c:pt idx="581">
                  <c:v>0.0138209153413</c:v>
                </c:pt>
                <c:pt idx="582">
                  <c:v>0.0138392929956</c:v>
                </c:pt>
                <c:pt idx="583">
                  <c:v>0.0138573647105</c:v>
                </c:pt>
                <c:pt idx="584">
                  <c:v>0.0138751327243</c:v>
                </c:pt>
                <c:pt idx="585">
                  <c:v>0.0138925993692</c:v>
                </c:pt>
                <c:pt idx="586">
                  <c:v>0.0139097670736</c:v>
                </c:pt>
                <c:pt idx="587">
                  <c:v>0.0139266383646</c:v>
                </c:pt>
                <c:pt idx="588">
                  <c:v>0.0139432158703</c:v>
                </c:pt>
                <c:pt idx="589">
                  <c:v>0.0139595023224</c:v>
                </c:pt>
                <c:pt idx="590">
                  <c:v>0.0139755005593</c:v>
                </c:pt>
                <c:pt idx="591">
                  <c:v>0.0139912135279</c:v>
                </c:pt>
                <c:pt idx="592">
                  <c:v>0.0140066442874</c:v>
                </c:pt>
                <c:pt idx="593">
                  <c:v>0.0140217960108</c:v>
                </c:pt>
                <c:pt idx="594">
                  <c:v>0.0140366719889</c:v>
                </c:pt>
                <c:pt idx="595">
                  <c:v>0.0140512756319</c:v>
                </c:pt>
                <c:pt idx="596">
                  <c:v>0.0140656104731</c:v>
                </c:pt>
                <c:pt idx="597">
                  <c:v>0.014079680171</c:v>
                </c:pt>
                <c:pt idx="598">
                  <c:v>0.0140934885121</c:v>
                </c:pt>
                <c:pt idx="599">
                  <c:v>0.0141070394139</c:v>
                </c:pt>
                <c:pt idx="600">
                  <c:v>0.0141203369268</c:v>
                </c:pt>
                <c:pt idx="601">
                  <c:v>0.0141333852372</c:v>
                </c:pt>
                <c:pt idx="602">
                  <c:v>0.0141461886699</c:v>
                </c:pt>
                <c:pt idx="603">
                  <c:v>0.0141587516897</c:v>
                </c:pt>
                <c:pt idx="604">
                  <c:v>0.0141710789045</c:v>
                </c:pt>
                <c:pt idx="605">
                  <c:v>0.0141831750669</c:v>
                </c:pt>
                <c:pt idx="606">
                  <c:v>0.0141950450758</c:v>
                </c:pt>
                <c:pt idx="607">
                  <c:v>0.014206693979</c:v>
                </c:pt>
                <c:pt idx="608">
                  <c:v>0.014218126974</c:v>
                </c:pt>
                <c:pt idx="609">
                  <c:v>0.0142293494096</c:v>
                </c:pt>
                <c:pt idx="610">
                  <c:v>0.0142403667871</c:v>
                </c:pt>
                <c:pt idx="611">
                  <c:v>0.0142511847616</c:v>
                </c:pt>
                <c:pt idx="612">
                  <c:v>0.0142618091421</c:v>
                </c:pt>
                <c:pt idx="613">
                  <c:v>0.0142722458922</c:v>
                </c:pt>
                <c:pt idx="614">
                  <c:v>0.0142825011308</c:v>
                </c:pt>
                <c:pt idx="615">
                  <c:v>0.0142925811311</c:v>
                </c:pt>
                <c:pt idx="616">
                  <c:v>0.0143024923213</c:v>
                </c:pt>
                <c:pt idx="617">
                  <c:v>0.0143122412832</c:v>
                </c:pt>
                <c:pt idx="618">
                  <c:v>0.0143218347514</c:v>
                </c:pt>
                <c:pt idx="619">
                  <c:v>0.0143312796126</c:v>
                </c:pt>
                <c:pt idx="620">
                  <c:v>0.0143405829031</c:v>
                </c:pt>
                <c:pt idx="621">
                  <c:v>0.0143497518078</c:v>
                </c:pt>
                <c:pt idx="622">
                  <c:v>0.0143587936574</c:v>
                </c:pt>
                <c:pt idx="623">
                  <c:v>0.014367715926</c:v>
                </c:pt>
                <c:pt idx="624">
                  <c:v>0.0143765262282</c:v>
                </c:pt>
                <c:pt idx="625">
                  <c:v>0.014385232316</c:v>
                </c:pt>
                <c:pt idx="626">
                  <c:v>0.0143938420746</c:v>
                </c:pt>
                <c:pt idx="627">
                  <c:v>0.0144023635193</c:v>
                </c:pt>
                <c:pt idx="628">
                  <c:v>0.0144108047905</c:v>
                </c:pt>
                <c:pt idx="629">
                  <c:v>0.0144191741497</c:v>
                </c:pt>
                <c:pt idx="630">
                  <c:v>0.0144274799738</c:v>
                </c:pt>
                <c:pt idx="631">
                  <c:v>0.0144357307505</c:v>
                </c:pt>
                <c:pt idx="632">
                  <c:v>0.0144439350723</c:v>
                </c:pt>
                <c:pt idx="633">
                  <c:v>0.0144521016309</c:v>
                </c:pt>
                <c:pt idx="634">
                  <c:v>0.0144602392106</c:v>
                </c:pt>
                <c:pt idx="635">
                  <c:v>0.0144683566823</c:v>
                </c:pt>
                <c:pt idx="636">
                  <c:v>0.0144764629963</c:v>
                </c:pt>
                <c:pt idx="637">
                  <c:v>0.0144845671756</c:v>
                </c:pt>
                <c:pt idx="638">
                  <c:v>0.0144926783087</c:v>
                </c:pt>
                <c:pt idx="639">
                  <c:v>0.014500805542</c:v>
                </c:pt>
                <c:pt idx="640">
                  <c:v>0.0145089580724</c:v>
                </c:pt>
                <c:pt idx="641">
                  <c:v>0.0145171451391</c:v>
                </c:pt>
                <c:pt idx="642">
                  <c:v>0.0145253760162</c:v>
                </c:pt>
                <c:pt idx="643">
                  <c:v>0.0145336600042</c:v>
                </c:pt>
                <c:pt idx="644">
                  <c:v>0.0145420064219</c:v>
                </c:pt>
                <c:pt idx="645">
                  <c:v>0.0145504245985</c:v>
                </c:pt>
                <c:pt idx="646">
                  <c:v>0.0145589238648</c:v>
                </c:pt>
                <c:pt idx="647">
                  <c:v>0.0145675135452</c:v>
                </c:pt>
                <c:pt idx="648">
                  <c:v>0.0145762029493</c:v>
                </c:pt>
                <c:pt idx="649">
                  <c:v>0.0145850013636</c:v>
                </c:pt>
                <c:pt idx="650">
                  <c:v>0.0145939180431</c:v>
                </c:pt>
                <c:pt idx="651">
                  <c:v>0.0146029622033</c:v>
                </c:pt>
                <c:pt idx="652">
                  <c:v>0.0146121430122</c:v>
                </c:pt>
                <c:pt idx="653">
                  <c:v>0.0146214695819</c:v>
                </c:pt>
                <c:pt idx="654">
                  <c:v>0.0146309509612</c:v>
                </c:pt>
                <c:pt idx="655">
                  <c:v>0.0146405961281</c:v>
                </c:pt>
                <c:pt idx="656">
                  <c:v>0.0146504139815</c:v>
                </c:pt>
                <c:pt idx="657">
                  <c:v>0.0146604133352</c:v>
                </c:pt>
                <c:pt idx="658">
                  <c:v>0.0146706029097</c:v>
                </c:pt>
                <c:pt idx="659">
                  <c:v>0.0146809913262</c:v>
                </c:pt>
                <c:pt idx="660">
                  <c:v>0.0146915870999</c:v>
                </c:pt>
                <c:pt idx="661">
                  <c:v>0.0147023986336</c:v>
                </c:pt>
                <c:pt idx="662">
                  <c:v>0.0147134342122</c:v>
                </c:pt>
                <c:pt idx="663">
                  <c:v>0.0147247019965</c:v>
                </c:pt>
                <c:pt idx="664">
                  <c:v>0.0147362100187</c:v>
                </c:pt>
                <c:pt idx="665">
                  <c:v>0.0147479661767</c:v>
                </c:pt>
                <c:pt idx="666">
                  <c:v>0.0147599782299</c:v>
                </c:pt>
                <c:pt idx="667">
                  <c:v>0.0147722537949</c:v>
                </c:pt>
                <c:pt idx="668">
                  <c:v>0.0147848003416</c:v>
                </c:pt>
                <c:pt idx="669">
                  <c:v>0.0147976251895</c:v>
                </c:pt>
                <c:pt idx="670">
                  <c:v>0.0148107355048</c:v>
                </c:pt>
                <c:pt idx="671">
                  <c:v>0.014824138297</c:v>
                </c:pt>
                <c:pt idx="672">
                  <c:v>0.0148378404173</c:v>
                </c:pt>
                <c:pt idx="673">
                  <c:v>0.0148518485555</c:v>
                </c:pt>
                <c:pt idx="674">
                  <c:v>0.0148661692392</c:v>
                </c:pt>
                <c:pt idx="675">
                  <c:v>0.0148808088315</c:v>
                </c:pt>
                <c:pt idx="676">
                  <c:v>0.0148957735304</c:v>
                </c:pt>
                <c:pt idx="677">
                  <c:v>0.0149110693682</c:v>
                </c:pt>
                <c:pt idx="678">
                  <c:v>0.0149267022106</c:v>
                </c:pt>
                <c:pt idx="679">
                  <c:v>0.014942677757</c:v>
                </c:pt>
                <c:pt idx="680">
                  <c:v>0.0149590015406</c:v>
                </c:pt>
                <c:pt idx="681">
                  <c:v>0.0149756789286</c:v>
                </c:pt>
                <c:pt idx="682">
                  <c:v>0.0149927151236</c:v>
                </c:pt>
                <c:pt idx="683">
                  <c:v>0.0150101151641</c:v>
                </c:pt>
                <c:pt idx="684">
                  <c:v>0.0150278839263</c:v>
                </c:pt>
                <c:pt idx="685">
                  <c:v>0.0150460261251</c:v>
                </c:pt>
                <c:pt idx="686">
                  <c:v>0.0150645463165</c:v>
                </c:pt>
                <c:pt idx="687">
                  <c:v>0.0150834488993</c:v>
                </c:pt>
                <c:pt idx="688">
                  <c:v>0.0151027381174</c:v>
                </c:pt>
                <c:pt idx="689">
                  <c:v>0.0151224180622</c:v>
                </c:pt>
                <c:pt idx="690">
                  <c:v>0.0151424926755</c:v>
                </c:pt>
                <c:pt idx="691">
                  <c:v>0.0151629657517</c:v>
                </c:pt>
                <c:pt idx="692">
                  <c:v>0.0151838409414</c:v>
                </c:pt>
                <c:pt idx="693">
                  <c:v>0.0152051217541</c:v>
                </c:pt>
                <c:pt idx="694">
                  <c:v>0.0152268115614</c:v>
                </c:pt>
                <c:pt idx="695">
                  <c:v>0.0152489136004</c:v>
                </c:pt>
                <c:pt idx="696">
                  <c:v>0.0152714309774</c:v>
                </c:pt>
                <c:pt idx="697">
                  <c:v>0.0152943666708</c:v>
                </c:pt>
                <c:pt idx="698">
                  <c:v>0.0153177235351</c:v>
                </c:pt>
                <c:pt idx="699">
                  <c:v>0.0153415043047</c:v>
                </c:pt>
                <c:pt idx="700">
                  <c:v>0.0153657115972</c:v>
                </c:pt>
                <c:pt idx="701">
                  <c:v>0.0153903479174</c:v>
                </c:pt>
                <c:pt idx="702">
                  <c:v>0.015415415661</c:v>
                </c:pt>
                <c:pt idx="703">
                  <c:v>0.0154409171186</c:v>
                </c:pt>
                <c:pt idx="704">
                  <c:v>0.015466854479</c:v>
                </c:pt>
                <c:pt idx="705">
                  <c:v>0.0154932298338</c:v>
                </c:pt>
                <c:pt idx="706">
                  <c:v>0.0155200451807</c:v>
                </c:pt>
                <c:pt idx="707">
                  <c:v>0.0155473024272</c:v>
                </c:pt>
                <c:pt idx="708">
                  <c:v>0.0155750033951</c:v>
                </c:pt>
                <c:pt idx="709">
                  <c:v>0.0156031498233</c:v>
                </c:pt>
                <c:pt idx="710">
                  <c:v>0.0156317433723</c:v>
                </c:pt>
                <c:pt idx="711">
                  <c:v>0.0156607856278</c:v>
                </c:pt>
                <c:pt idx="712">
                  <c:v>0.015690278104</c:v>
                </c:pt>
                <c:pt idx="713">
                  <c:v>0.0157202222474</c:v>
                </c:pt>
                <c:pt idx="714">
                  <c:v>0.0157506194405</c:v>
                </c:pt>
                <c:pt idx="715">
                  <c:v>0.0157814710053</c:v>
                </c:pt>
                <c:pt idx="716">
                  <c:v>0.0158127782064</c:v>
                </c:pt>
                <c:pt idx="717">
                  <c:v>0.0158445422548</c:v>
                </c:pt>
                <c:pt idx="718">
                  <c:v>0.0158767643111</c:v>
                </c:pt>
                <c:pt idx="719">
                  <c:v>0.0159094454886</c:v>
                </c:pt>
                <c:pt idx="720">
                  <c:v>0.0159425868567</c:v>
                </c:pt>
                <c:pt idx="721">
                  <c:v>0.0159761894437</c:v>
                </c:pt>
                <c:pt idx="722">
                  <c:v>0.0160102542405</c:v>
                </c:pt>
                <c:pt idx="723">
                  <c:v>0.0160447822026</c:v>
                </c:pt>
                <c:pt idx="724">
                  <c:v>0.0160797742538</c:v>
                </c:pt>
                <c:pt idx="725">
                  <c:v>0.0161152312888</c:v>
                </c:pt>
                <c:pt idx="726">
                  <c:v>0.0161511541756</c:v>
                </c:pt>
                <c:pt idx="727">
                  <c:v>0.0161875437587</c:v>
                </c:pt>
                <c:pt idx="728">
                  <c:v>0.0162244008613</c:v>
                </c:pt>
                <c:pt idx="729">
                  <c:v>0.016261726288</c:v>
                </c:pt>
                <c:pt idx="730">
                  <c:v>0.0162995208271</c:v>
                </c:pt>
                <c:pt idx="731">
                  <c:v>0.0163377852533</c:v>
                </c:pt>
                <c:pt idx="732">
                  <c:v>0.0163765203294</c:v>
                </c:pt>
                <c:pt idx="733">
                  <c:v>0.0164157268092</c:v>
                </c:pt>
                <c:pt idx="734">
                  <c:v>0.0164554054393</c:v>
                </c:pt>
                <c:pt idx="735">
                  <c:v>0.016495556961</c:v>
                </c:pt>
                <c:pt idx="736">
                  <c:v>0.0165361821129</c:v>
                </c:pt>
                <c:pt idx="737">
                  <c:v>0.0165772816322</c:v>
                </c:pt>
                <c:pt idx="738">
                  <c:v>0.016618856257</c:v>
                </c:pt>
                <c:pt idx="739">
                  <c:v>0.0166609067282</c:v>
                </c:pt>
                <c:pt idx="740">
                  <c:v>0.0167034337909</c:v>
                </c:pt>
                <c:pt idx="741">
                  <c:v>0.0167464381963</c:v>
                </c:pt>
                <c:pt idx="742">
                  <c:v>0.0167899207034</c:v>
                </c:pt>
                <c:pt idx="743">
                  <c:v>0.0168338820806</c:v>
                </c:pt>
                <c:pt idx="744">
                  <c:v>0.0168783231071</c:v>
                </c:pt>
                <c:pt idx="745">
                  <c:v>0.0169232445745</c:v>
                </c:pt>
                <c:pt idx="746">
                  <c:v>0.0169686472884</c:v>
                </c:pt>
                <c:pt idx="747">
                  <c:v>0.0170145320694</c:v>
                </c:pt>
                <c:pt idx="748">
                  <c:v>0.0170608997547</c:v>
                </c:pt>
                <c:pt idx="749">
                  <c:v>0.0171077511994</c:v>
                </c:pt>
                <c:pt idx="750">
                  <c:v>0.0171550872779</c:v>
                </c:pt>
                <c:pt idx="751">
                  <c:v>0.0172029088847</c:v>
                </c:pt>
                <c:pt idx="752">
                  <c:v>0.0172512169361</c:v>
                </c:pt>
                <c:pt idx="753">
                  <c:v>0.0173000123708</c:v>
                </c:pt>
                <c:pt idx="754">
                  <c:v>0.0173492961516</c:v>
                </c:pt>
                <c:pt idx="755">
                  <c:v>0.0173990692661</c:v>
                </c:pt>
                <c:pt idx="756">
                  <c:v>0.0174493327278</c:v>
                </c:pt>
                <c:pt idx="757">
                  <c:v>0.017500087577</c:v>
                </c:pt>
                <c:pt idx="758">
                  <c:v>0.0175513348824</c:v>
                </c:pt>
                <c:pt idx="759">
                  <c:v>0.0176030757412</c:v>
                </c:pt>
                <c:pt idx="760">
                  <c:v>0.0176553112807</c:v>
                </c:pt>
                <c:pt idx="761">
                  <c:v>0.0177080426588</c:v>
                </c:pt>
                <c:pt idx="762">
                  <c:v>0.0177612710653</c:v>
                </c:pt>
                <c:pt idx="763">
                  <c:v>0.0178149977223</c:v>
                </c:pt>
                <c:pt idx="764">
                  <c:v>0.0178692238855</c:v>
                </c:pt>
                <c:pt idx="765">
                  <c:v>0.0179239508447</c:v>
                </c:pt>
                <c:pt idx="766">
                  <c:v>0.0179791799248</c:v>
                </c:pt>
                <c:pt idx="767">
                  <c:v>0.0180349124866</c:v>
                </c:pt>
                <c:pt idx="768">
                  <c:v>0.0180911499274</c:v>
                </c:pt>
                <c:pt idx="769">
                  <c:v>0.018147893682</c:v>
                </c:pt>
                <c:pt idx="770">
                  <c:v>0.0182051452234</c:v>
                </c:pt>
                <c:pt idx="771">
                  <c:v>0.0182629060633</c:v>
                </c:pt>
                <c:pt idx="772">
                  <c:v>0.0183211777532</c:v>
                </c:pt>
                <c:pt idx="773">
                  <c:v>0.0183799618849</c:v>
                </c:pt>
                <c:pt idx="774">
                  <c:v>0.0184392600911</c:v>
                </c:pt>
                <c:pt idx="775">
                  <c:v>0.0184990740463</c:v>
                </c:pt>
                <c:pt idx="776">
                  <c:v>0.0185594054674</c:v>
                </c:pt>
                <c:pt idx="777">
                  <c:v>0.0186202561145</c:v>
                </c:pt>
                <c:pt idx="778">
                  <c:v>0.0186816277911</c:v>
                </c:pt>
                <c:pt idx="779">
                  <c:v>0.0187435223454</c:v>
                </c:pt>
                <c:pt idx="780">
                  <c:v>0.0188059416705</c:v>
                </c:pt>
                <c:pt idx="781">
                  <c:v>0.0188688877051</c:v>
                </c:pt>
                <c:pt idx="782">
                  <c:v>0.0189323624342</c:v>
                </c:pt>
                <c:pt idx="783">
                  <c:v>0.0189963678896</c:v>
                </c:pt>
                <c:pt idx="784">
                  <c:v>0.0190609061507</c:v>
                </c:pt>
                <c:pt idx="785">
                  <c:v>0.0191259793448</c:v>
                </c:pt>
                <c:pt idx="786">
                  <c:v>0.0191915896481</c:v>
                </c:pt>
                <c:pt idx="787">
                  <c:v>0.0192577392858</c:v>
                </c:pt>
                <c:pt idx="788">
                  <c:v>0.0193244305331</c:v>
                </c:pt>
                <c:pt idx="789">
                  <c:v>0.0193916657153</c:v>
                </c:pt>
                <c:pt idx="790">
                  <c:v>0.019459447209</c:v>
                </c:pt>
                <c:pt idx="791">
                  <c:v>0.0195277774419</c:v>
                </c:pt>
                <c:pt idx="792">
                  <c:v>0.0195966588939</c:v>
                </c:pt>
                <c:pt idx="793">
                  <c:v>0.0196660940974</c:v>
                </c:pt>
                <c:pt idx="794">
                  <c:v>0.0197360856378</c:v>
                </c:pt>
                <c:pt idx="795">
                  <c:v>0.0198066361543</c:v>
                </c:pt>
                <c:pt idx="796">
                  <c:v>0.01987774834</c:v>
                </c:pt>
                <c:pt idx="797">
                  <c:v>0.0199494249426</c:v>
                </c:pt>
                <c:pt idx="798">
                  <c:v>0.020021668765</c:v>
                </c:pt>
                <c:pt idx="799">
                  <c:v>0.0200944826656</c:v>
                </c:pt>
                <c:pt idx="800">
                  <c:v>0.0201678695591</c:v>
                </c:pt>
                <c:pt idx="801">
                  <c:v>0.0202418324165</c:v>
                </c:pt>
                <c:pt idx="802">
                  <c:v>0.020316374266</c:v>
                </c:pt>
                <c:pt idx="803">
                  <c:v>0.0203914981935</c:v>
                </c:pt>
                <c:pt idx="804">
                  <c:v>0.0204672073425</c:v>
                </c:pt>
                <c:pt idx="805">
                  <c:v>0.0205435049155</c:v>
                </c:pt>
                <c:pt idx="806">
                  <c:v>0.0206203941734</c:v>
                </c:pt>
                <c:pt idx="807">
                  <c:v>0.020697878437</c:v>
                </c:pt>
                <c:pt idx="808">
                  <c:v>0.0207759610867</c:v>
                </c:pt>
                <c:pt idx="809">
                  <c:v>0.0208546455632</c:v>
                </c:pt>
                <c:pt idx="810">
                  <c:v>0.0209339353681</c:v>
                </c:pt>
                <c:pt idx="811">
                  <c:v>0.0210138340644</c:v>
                </c:pt>
                <c:pt idx="812">
                  <c:v>0.0210943452766</c:v>
                </c:pt>
                <c:pt idx="813">
                  <c:v>0.0211754726913</c:v>
                </c:pt>
                <c:pt idx="814">
                  <c:v>0.0212572200581</c:v>
                </c:pt>
                <c:pt idx="815">
                  <c:v>0.0213395911893</c:v>
                </c:pt>
                <c:pt idx="816">
                  <c:v>0.0214225899611</c:v>
                </c:pt>
                <c:pt idx="817">
                  <c:v>0.0215062203136</c:v>
                </c:pt>
                <c:pt idx="818">
                  <c:v>0.0215904862512</c:v>
                </c:pt>
                <c:pt idx="819">
                  <c:v>0.0216753918437</c:v>
                </c:pt>
                <c:pt idx="820">
                  <c:v>0.0217609412261</c:v>
                </c:pt>
                <c:pt idx="821">
                  <c:v>0.0218471385994</c:v>
                </c:pt>
                <c:pt idx="822">
                  <c:v>0.0219339882311</c:v>
                </c:pt>
                <c:pt idx="823">
                  <c:v>0.0220214944555</c:v>
                </c:pt>
                <c:pt idx="824">
                  <c:v>0.0221096616745</c:v>
                </c:pt>
                <c:pt idx="825">
                  <c:v>0.0221984943579</c:v>
                </c:pt>
                <c:pt idx="826">
                  <c:v>0.0222879970441</c:v>
                </c:pt>
                <c:pt idx="827">
                  <c:v>0.0223781743402</c:v>
                </c:pt>
                <c:pt idx="828">
                  <c:v>0.0224690309232</c:v>
                </c:pt>
                <c:pt idx="829">
                  <c:v>0.0225605715399</c:v>
                </c:pt>
                <c:pt idx="830">
                  <c:v>0.022652801008</c:v>
                </c:pt>
                <c:pt idx="831">
                  <c:v>0.0227457242163</c:v>
                </c:pt>
                <c:pt idx="832">
                  <c:v>0.0228393461253</c:v>
                </c:pt>
                <c:pt idx="833">
                  <c:v>0.022933671768</c:v>
                </c:pt>
                <c:pt idx="834">
                  <c:v>0.0230287062504</c:v>
                </c:pt>
                <c:pt idx="835">
                  <c:v>0.023124454752</c:v>
                </c:pt>
                <c:pt idx="836">
                  <c:v>0.0232209225266</c:v>
                </c:pt>
                <c:pt idx="837">
                  <c:v>0.0233181149029</c:v>
                </c:pt>
                <c:pt idx="838">
                  <c:v>0.023416037285</c:v>
                </c:pt>
                <c:pt idx="839">
                  <c:v>0.0235146951533</c:v>
                </c:pt>
                <c:pt idx="840">
                  <c:v>0.0236140940649</c:v>
                </c:pt>
                <c:pt idx="841">
                  <c:v>0.0237142396547</c:v>
                </c:pt>
                <c:pt idx="842">
                  <c:v>0.0238151376357</c:v>
                </c:pt>
                <c:pt idx="843">
                  <c:v>0.0239167938</c:v>
                </c:pt>
                <c:pt idx="844">
                  <c:v>0.0240192140193</c:v>
                </c:pt>
                <c:pt idx="845">
                  <c:v>0.024122404246</c:v>
                </c:pt>
                <c:pt idx="846">
                  <c:v>0.0242263705135</c:v>
                </c:pt>
                <c:pt idx="847">
                  <c:v>0.0243311189375</c:v>
                </c:pt>
                <c:pt idx="848">
                  <c:v>0.0244366557166</c:v>
                </c:pt>
                <c:pt idx="849">
                  <c:v>0.0245429871329</c:v>
                </c:pt>
                <c:pt idx="850">
                  <c:v>0.0246501195533</c:v>
                </c:pt>
                <c:pt idx="851">
                  <c:v>0.0247580594297</c:v>
                </c:pt>
                <c:pt idx="852">
                  <c:v>0.0248668133008</c:v>
                </c:pt>
                <c:pt idx="853">
                  <c:v>0.024976387792</c:v>
                </c:pt>
                <c:pt idx="854">
                  <c:v>0.0250867896172</c:v>
                </c:pt>
                <c:pt idx="855">
                  <c:v>0.025198025579</c:v>
                </c:pt>
                <c:pt idx="856">
                  <c:v>0.0253101025702</c:v>
                </c:pt>
                <c:pt idx="857">
                  <c:v>0.0254230275745</c:v>
                </c:pt>
                <c:pt idx="858">
                  <c:v>0.0255368076674</c:v>
                </c:pt>
                <c:pt idx="859">
                  <c:v>0.0256514500177</c:v>
                </c:pt>
                <c:pt idx="860">
                  <c:v>0.0257669618878</c:v>
                </c:pt>
                <c:pt idx="861">
                  <c:v>0.0258833506353</c:v>
                </c:pt>
                <c:pt idx="862">
                  <c:v>0.026000623714</c:v>
                </c:pt>
                <c:pt idx="863">
                  <c:v>0.0261187886748</c:v>
                </c:pt>
                <c:pt idx="864">
                  <c:v>0.0262378531667</c:v>
                </c:pt>
                <c:pt idx="865">
                  <c:v>0.0263578249386</c:v>
                </c:pt>
                <c:pt idx="866">
                  <c:v>0.0264787118395</c:v>
                </c:pt>
                <c:pt idx="867">
                  <c:v>0.0266005218205</c:v>
                </c:pt>
                <c:pt idx="868">
                  <c:v>0.0267232629354</c:v>
                </c:pt>
                <c:pt idx="869">
                  <c:v>0.0268469433423</c:v>
                </c:pt>
                <c:pt idx="870">
                  <c:v>0.0269715713045</c:v>
                </c:pt>
                <c:pt idx="871">
                  <c:v>0.0270971551923</c:v>
                </c:pt>
                <c:pt idx="872">
                  <c:v>0.0272237034834</c:v>
                </c:pt>
                <c:pt idx="873">
                  <c:v>0.0273512247651</c:v>
                </c:pt>
                <c:pt idx="874">
                  <c:v>0.027479727735</c:v>
                </c:pt>
                <c:pt idx="875">
                  <c:v>0.0276092212026</c:v>
                </c:pt>
                <c:pt idx="876">
                  <c:v>0.0277397140907</c:v>
                </c:pt>
                <c:pt idx="877">
                  <c:v>0.0278712154365</c:v>
                </c:pt>
                <c:pt idx="878">
                  <c:v>0.0280037343933</c:v>
                </c:pt>
                <c:pt idx="879">
                  <c:v>0.0281372802317</c:v>
                </c:pt>
                <c:pt idx="880">
                  <c:v>0.0282718623412</c:v>
                </c:pt>
                <c:pt idx="881">
                  <c:v>0.0284074902315</c:v>
                </c:pt>
                <c:pt idx="882">
                  <c:v>0.0285441735343</c:v>
                </c:pt>
                <c:pt idx="883">
                  <c:v>0.0286819220043</c:v>
                </c:pt>
                <c:pt idx="884">
                  <c:v>0.0288207455211</c:v>
                </c:pt>
                <c:pt idx="885">
                  <c:v>0.0289606540908</c:v>
                </c:pt>
                <c:pt idx="886">
                  <c:v>0.0291016578471</c:v>
                </c:pt>
                <c:pt idx="887">
                  <c:v>0.0292437670534</c:v>
                </c:pt>
                <c:pt idx="888">
                  <c:v>0.0293869921044</c:v>
                </c:pt>
                <c:pt idx="889">
                  <c:v>0.0295313435271</c:v>
                </c:pt>
                <c:pt idx="890">
                  <c:v>0.0296768319834</c:v>
                </c:pt>
                <c:pt idx="891">
                  <c:v>0.0298234682708</c:v>
                </c:pt>
                <c:pt idx="892">
                  <c:v>0.0299712633249</c:v>
                </c:pt>
                <c:pt idx="893">
                  <c:v>0.0301202282208</c:v>
                </c:pt>
                <c:pt idx="894">
                  <c:v>0.0302703741748</c:v>
                </c:pt>
                <c:pt idx="895">
                  <c:v>0.030421712546</c:v>
                </c:pt>
                <c:pt idx="896">
                  <c:v>0.0305742548387</c:v>
                </c:pt>
                <c:pt idx="897">
                  <c:v>0.0307280127036</c:v>
                </c:pt>
                <c:pt idx="898">
                  <c:v>0.0308829979399</c:v>
                </c:pt>
                <c:pt idx="899">
                  <c:v>0.0310392224972</c:v>
                </c:pt>
                <c:pt idx="900">
                  <c:v>0.0311966984773</c:v>
                </c:pt>
                <c:pt idx="901">
                  <c:v>0.0313554381362</c:v>
                </c:pt>
                <c:pt idx="902">
                  <c:v>0.031515453886</c:v>
                </c:pt>
                <c:pt idx="903">
                  <c:v>0.0316767582967</c:v>
                </c:pt>
                <c:pt idx="904">
                  <c:v>0.0318393640986</c:v>
                </c:pt>
                <c:pt idx="905">
                  <c:v>0.0320032841841</c:v>
                </c:pt>
                <c:pt idx="906">
                  <c:v>0.0321685316095</c:v>
                </c:pt>
                <c:pt idx="907">
                  <c:v>0.0323351195975</c:v>
                </c:pt>
                <c:pt idx="908">
                  <c:v>0.0325030615393</c:v>
                </c:pt>
                <c:pt idx="909">
                  <c:v>0.0326723709963</c:v>
                </c:pt>
                <c:pt idx="910">
                  <c:v>0.0328430617029</c:v>
                </c:pt>
                <c:pt idx="911">
                  <c:v>0.0330151475681</c:v>
                </c:pt>
                <c:pt idx="912">
                  <c:v>0.0331886426783</c:v>
                </c:pt>
                <c:pt idx="913">
                  <c:v>0.0333635612991</c:v>
                </c:pt>
                <c:pt idx="914">
                  <c:v>0.033539917878</c:v>
                </c:pt>
                <c:pt idx="915">
                  <c:v>0.0337177270465</c:v>
                </c:pt>
                <c:pt idx="916">
                  <c:v>0.0338970036226</c:v>
                </c:pt>
                <c:pt idx="917">
                  <c:v>0.0340777626132</c:v>
                </c:pt>
                <c:pt idx="918">
                  <c:v>0.0342600192166</c:v>
                </c:pt>
                <c:pt idx="919">
                  <c:v>0.034443788825</c:v>
                </c:pt>
                <c:pt idx="920">
                  <c:v>0.0346290870269</c:v>
                </c:pt>
                <c:pt idx="921">
                  <c:v>0.0348159296101</c:v>
                </c:pt>
                <c:pt idx="922">
                  <c:v>0.0350043325639</c:v>
                </c:pt>
                <c:pt idx="923">
                  <c:v>0.0351943120819</c:v>
                </c:pt>
                <c:pt idx="924">
                  <c:v>0.0353858845648</c:v>
                </c:pt>
                <c:pt idx="925">
                  <c:v>0.0355790666234</c:v>
                </c:pt>
                <c:pt idx="926">
                  <c:v>0.035773875081</c:v>
                </c:pt>
                <c:pt idx="927">
                  <c:v>0.0359703269763</c:v>
                </c:pt>
                <c:pt idx="928">
                  <c:v>0.036168439567</c:v>
                </c:pt>
                <c:pt idx="929">
                  <c:v>0.0363682303317</c:v>
                </c:pt>
                <c:pt idx="930">
                  <c:v>0.036569716974</c:v>
                </c:pt>
                <c:pt idx="931">
                  <c:v>0.0367729174248</c:v>
                </c:pt>
                <c:pt idx="932">
                  <c:v>0.036977849846</c:v>
                </c:pt>
                <c:pt idx="933">
                  <c:v>0.0371845326332</c:v>
                </c:pt>
                <c:pt idx="934">
                  <c:v>0.0373929844195</c:v>
                </c:pt>
                <c:pt idx="935">
                  <c:v>0.0376032240783</c:v>
                </c:pt>
                <c:pt idx="936">
                  <c:v>0.0378152707272</c:v>
                </c:pt>
                <c:pt idx="937">
                  <c:v>0.0380291437308</c:v>
                </c:pt>
                <c:pt idx="938">
                  <c:v>0.0382448627049</c:v>
                </c:pt>
                <c:pt idx="939">
                  <c:v>0.0384624475198</c:v>
                </c:pt>
                <c:pt idx="940">
                  <c:v>0.0386819183035</c:v>
                </c:pt>
                <c:pt idx="941">
                  <c:v>0.0389032954462</c:v>
                </c:pt>
                <c:pt idx="942">
                  <c:v>0.0391265996035</c:v>
                </c:pt>
                <c:pt idx="943">
                  <c:v>0.0393518517003</c:v>
                </c:pt>
                <c:pt idx="944">
                  <c:v>0.0395790729349</c:v>
                </c:pt>
                <c:pt idx="945">
                  <c:v>0.0398082847829</c:v>
                </c:pt>
                <c:pt idx="946">
                  <c:v>0.0400395090012</c:v>
                </c:pt>
                <c:pt idx="947">
                  <c:v>0.0402727676321</c:v>
                </c:pt>
                <c:pt idx="948">
                  <c:v>0.0405080830075</c:v>
                </c:pt>
                <c:pt idx="949">
                  <c:v>0.0407454777533</c:v>
                </c:pt>
                <c:pt idx="950">
                  <c:v>0.0409849747936</c:v>
                </c:pt>
                <c:pt idx="951">
                  <c:v>0.041226597355</c:v>
                </c:pt>
                <c:pt idx="952">
                  <c:v>0.0414703689713</c:v>
                </c:pt>
                <c:pt idx="953">
                  <c:v>0.0417163134882</c:v>
                </c:pt>
                <c:pt idx="954">
                  <c:v>0.0419644550674</c:v>
                </c:pt>
                <c:pt idx="955">
                  <c:v>0.0422148181917</c:v>
                </c:pt>
                <c:pt idx="956">
                  <c:v>0.04246742767</c:v>
                </c:pt>
                <c:pt idx="957">
                  <c:v>0.0427223086417</c:v>
                </c:pt>
                <c:pt idx="958">
                  <c:v>0.042979486582</c:v>
                </c:pt>
                <c:pt idx="959">
                  <c:v>0.0432389873066</c:v>
                </c:pt>
                <c:pt idx="960">
                  <c:v>0.0435008369774</c:v>
                </c:pt>
                <c:pt idx="961">
                  <c:v>0.0437650621071</c:v>
                </c:pt>
                <c:pt idx="962">
                  <c:v>0.0440316895648</c:v>
                </c:pt>
                <c:pt idx="963">
                  <c:v>0.0443007465813</c:v>
                </c:pt>
                <c:pt idx="964">
                  <c:v>0.0445722607547</c:v>
                </c:pt>
                <c:pt idx="965">
                  <c:v>0.0448462600556</c:v>
                </c:pt>
                <c:pt idx="966">
                  <c:v>0.0451227728331</c:v>
                </c:pt>
                <c:pt idx="967">
                  <c:v>0.0454018278204</c:v>
                </c:pt>
                <c:pt idx="968">
                  <c:v>0.0456834541403</c:v>
                </c:pt>
                <c:pt idx="969">
                  <c:v>0.0459676813119</c:v>
                </c:pt>
                <c:pt idx="970">
                  <c:v>0.0462545392554</c:v>
                </c:pt>
                <c:pt idx="971">
                  <c:v>0.0465440582994</c:v>
                </c:pt>
                <c:pt idx="972">
                  <c:v>0.0468362691862</c:v>
                </c:pt>
                <c:pt idx="973">
                  <c:v>0.0471312030784</c:v>
                </c:pt>
                <c:pt idx="974">
                  <c:v>0.0474288915653</c:v>
                </c:pt>
                <c:pt idx="975">
                  <c:v>0.0477293666692</c:v>
                </c:pt>
                <c:pt idx="976">
                  <c:v>0.0480326608521</c:v>
                </c:pt>
                <c:pt idx="977">
                  <c:v>0.0483388070221</c:v>
                </c:pt>
                <c:pt idx="978">
                  <c:v>0.0486478385403</c:v>
                </c:pt>
                <c:pt idx="979">
                  <c:v>0.0489597892278</c:v>
                </c:pt>
                <c:pt idx="980">
                  <c:v>0.0492746933721</c:v>
                </c:pt>
                <c:pt idx="981">
                  <c:v>0.0495925857349</c:v>
                </c:pt>
                <c:pt idx="982">
                  <c:v>0.0499135015585</c:v>
                </c:pt>
                <c:pt idx="983">
                  <c:v>0.0502374765732</c:v>
                </c:pt>
                <c:pt idx="984">
                  <c:v>0.0505645470051</c:v>
                </c:pt>
                <c:pt idx="985">
                  <c:v>0.0508947495829</c:v>
                </c:pt>
                <c:pt idx="986">
                  <c:v>0.0512281215458</c:v>
                </c:pt>
                <c:pt idx="987">
                  <c:v>0.051564700651</c:v>
                </c:pt>
                <c:pt idx="988">
                  <c:v>0.0519045251816</c:v>
                </c:pt>
                <c:pt idx="989">
                  <c:v>0.052247633954</c:v>
                </c:pt>
                <c:pt idx="990">
                  <c:v>0.0525940663265</c:v>
                </c:pt>
                <c:pt idx="991">
                  <c:v>0.0529438622067</c:v>
                </c:pt>
                <c:pt idx="992">
                  <c:v>0.0532970620601</c:v>
                </c:pt>
                <c:pt idx="993">
                  <c:v>0.0536537069183</c:v>
                </c:pt>
                <c:pt idx="994">
                  <c:v>0.054013838387</c:v>
                </c:pt>
                <c:pt idx="995">
                  <c:v>0.0543774986549</c:v>
                </c:pt>
                <c:pt idx="996">
                  <c:v>0.0547447305022</c:v>
                </c:pt>
                <c:pt idx="997">
                  <c:v>0.0551155773089</c:v>
                </c:pt>
                <c:pt idx="998">
                  <c:v>0.0554900830643</c:v>
                </c:pt>
                <c:pt idx="999">
                  <c:v>0.0558682923751</c:v>
                </c:pt>
                <c:pt idx="1000">
                  <c:v>0.056250250475</c:v>
                </c:pt>
                <c:pt idx="1001">
                  <c:v>0.0566360032334</c:v>
                </c:pt>
                <c:pt idx="1002">
                  <c:v>0.0570255971649</c:v>
                </c:pt>
                <c:pt idx="1003">
                  <c:v>0.0574190794387</c:v>
                </c:pt>
                <c:pt idx="1004">
                  <c:v>0.0578164978875</c:v>
                </c:pt>
                <c:pt idx="1005">
                  <c:v>0.0582179010175</c:v>
                </c:pt>
                <c:pt idx="1006">
                  <c:v>0.0586233380181</c:v>
                </c:pt>
                <c:pt idx="1007">
                  <c:v>0.059032858771</c:v>
                </c:pt>
                <c:pt idx="1008">
                  <c:v>0.0594465138609</c:v>
                </c:pt>
                <c:pt idx="1009">
                  <c:v>0.0598643545847</c:v>
                </c:pt>
                <c:pt idx="1010">
                  <c:v>0.0602864329621</c:v>
                </c:pt>
                <c:pt idx="1011">
                  <c:v>0.0607128017451</c:v>
                </c:pt>
                <c:pt idx="1012">
                  <c:v>0.0611435144289</c:v>
                </c:pt>
                <c:pt idx="1013">
                  <c:v>0.0615786252618</c:v>
                </c:pt>
                <c:pt idx="1014">
                  <c:v>0.0620181892559</c:v>
                </c:pt>
                <c:pt idx="1015">
                  <c:v>0.0624622621971</c:v>
                </c:pt>
                <c:pt idx="1016">
                  <c:v>0.0629109006563</c:v>
                </c:pt>
                <c:pt idx="1017">
                  <c:v>0.0633641619997</c:v>
                </c:pt>
                <c:pt idx="1018">
                  <c:v>0.0638221043997</c:v>
                </c:pt>
                <c:pt idx="1019">
                  <c:v>0.0642847868457</c:v>
                </c:pt>
                <c:pt idx="1020">
                  <c:v>0.0647522691549</c:v>
                </c:pt>
                <c:pt idx="1021">
                  <c:v>0.0652246119835</c:v>
                </c:pt>
                <c:pt idx="1022">
                  <c:v>0.0657018768375</c:v>
                </c:pt>
                <c:pt idx="1023">
                  <c:v>0.0661841260843</c:v>
                </c:pt>
                <c:pt idx="1024">
                  <c:v>0.066671422963</c:v>
                </c:pt>
                <c:pt idx="1025">
                  <c:v>0.0671638315964</c:v>
                </c:pt>
                <c:pt idx="1026">
                  <c:v>0.0676614170022</c:v>
                </c:pt>
                <c:pt idx="1027">
                  <c:v>0.0681642451036</c:v>
                </c:pt>
                <c:pt idx="1028">
                  <c:v>0.0686723827416</c:v>
                </c:pt>
                <c:pt idx="1029">
                  <c:v>0.0691858976858</c:v>
                </c:pt>
                <c:pt idx="1030">
                  <c:v>0.0697048586458</c:v>
                </c:pt>
                <c:pt idx="1031">
                  <c:v>0.0702293352827</c:v>
                </c:pt>
                <c:pt idx="1032">
                  <c:v>0.0707593982208</c:v>
                </c:pt>
                <c:pt idx="1033">
                  <c:v>0.0712951190584</c:v>
                </c:pt>
                <c:pt idx="1034">
                  <c:v>0.0718365703798</c:v>
                </c:pt>
                <c:pt idx="1035">
                  <c:v>0.0723838257662</c:v>
                </c:pt>
                <c:pt idx="1036">
                  <c:v>0.0729369598074</c:v>
                </c:pt>
                <c:pt idx="1037">
                  <c:v>0.0734960481127</c:v>
                </c:pt>
                <c:pt idx="1038">
                  <c:v>0.0740611673227</c:v>
                </c:pt>
                <c:pt idx="1039">
                  <c:v>0.0746323951199</c:v>
                </c:pt>
                <c:pt idx="1040">
                  <c:v>0.07520981024</c:v>
                </c:pt>
                <c:pt idx="1041">
                  <c:v>0.0757934924832</c:v>
                </c:pt>
                <c:pt idx="1042">
                  <c:v>0.0763835227245</c:v>
                </c:pt>
                <c:pt idx="1043">
                  <c:v>0.0769799829248</c:v>
                </c:pt>
                <c:pt idx="1044">
                  <c:v>0.0775829561418</c:v>
                </c:pt>
                <c:pt idx="1045">
                  <c:v>0.0781925265397</c:v>
                </c:pt>
                <c:pt idx="1046">
                  <c:v>0.0788087794003</c:v>
                </c:pt>
                <c:pt idx="1047">
                  <c:v>0.0794318011325</c:v>
                </c:pt>
                <c:pt idx="1048">
                  <c:v>0.0800616792825</c:v>
                </c:pt>
                <c:pt idx="1049">
                  <c:v>0.0806985025432</c:v>
                </c:pt>
                <c:pt idx="1050">
                  <c:v>0.0813423607638</c:v>
                </c:pt>
                <c:pt idx="1051">
                  <c:v>0.0819933449588</c:v>
                </c:pt>
                <c:pt idx="1052">
                  <c:v>0.0826515473166</c:v>
                </c:pt>
                <c:pt idx="1053">
                  <c:v>0.0833170612084</c:v>
                </c:pt>
                <c:pt idx="1054">
                  <c:v>0.0839899811958</c:v>
                </c:pt>
                <c:pt idx="1055">
                  <c:v>0.0846704030389</c:v>
                </c:pt>
                <c:pt idx="1056">
                  <c:v>0.0853584237032</c:v>
                </c:pt>
                <c:pt idx="1057">
                  <c:v>0.0860541413668</c:v>
                </c:pt>
                <c:pt idx="1058">
                  <c:v>0.0867576554266</c:v>
                </c:pt>
                <c:pt idx="1059">
                  <c:v>0.087469066504</c:v>
                </c:pt>
                <c:pt idx="1060">
                  <c:v>0.0881884764506</c:v>
                </c:pt>
                <c:pt idx="1061">
                  <c:v>0.0889159883522</c:v>
                </c:pt>
                <c:pt idx="1062">
                  <c:v>0.0896517065336</c:v>
                </c:pt>
                <c:pt idx="1063">
                  <c:v>0.0903957365617</c:v>
                </c:pt>
                <c:pt idx="1064">
                  <c:v>0.0911481852478</c:v>
                </c:pt>
                <c:pt idx="1065">
                  <c:v>0.0919091606502</c:v>
                </c:pt>
                <c:pt idx="1066">
                  <c:v>0.0926787720747</c:v>
                </c:pt>
                <c:pt idx="1067">
                  <c:v>0.0934571300755</c:v>
                </c:pt>
                <c:pt idx="1068">
                  <c:v>0.0942443464538</c:v>
                </c:pt>
                <c:pt idx="1069">
                  <c:v>0.0950405342566</c:v>
                </c:pt>
                <c:pt idx="1070">
                  <c:v>0.0958458077743</c:v>
                </c:pt>
                <c:pt idx="1071">
                  <c:v>0.0966602825366</c:v>
                </c:pt>
                <c:pt idx="1072">
                  <c:v>0.0974840753076</c:v>
                </c:pt>
                <c:pt idx="1073">
                  <c:v>0.0983173040802</c:v>
                </c:pt>
                <c:pt idx="1074">
                  <c:v>0.0991600880684</c:v>
                </c:pt>
                <c:pt idx="1075">
                  <c:v>0.100012547699</c:v>
                </c:pt>
                <c:pt idx="1076">
                  <c:v>0.100874804601</c:v>
                </c:pt>
                <c:pt idx="1077">
                  <c:v>0.101746981595</c:v>
                </c:pt>
                <c:pt idx="1078">
                  <c:v>0.10262920268</c:v>
                </c:pt>
                <c:pt idx="1079">
                  <c:v>0.103521593017</c:v>
                </c:pt>
                <c:pt idx="1080">
                  <c:v>0.104424278915</c:v>
                </c:pt>
                <c:pt idx="1081">
                  <c:v>0.10533738781</c:v>
                </c:pt>
                <c:pt idx="1082">
                  <c:v>0.10626104825</c:v>
                </c:pt>
                <c:pt idx="1083">
                  <c:v>0.107195389867</c:v>
                </c:pt>
                <c:pt idx="1084">
                  <c:v>0.108140543355</c:v>
                </c:pt>
                <c:pt idx="1085">
                  <c:v>0.109096640446</c:v>
                </c:pt>
                <c:pt idx="1086">
                  <c:v>0.110063813878</c:v>
                </c:pt>
                <c:pt idx="1087">
                  <c:v>0.111042197366</c:v>
                </c:pt>
                <c:pt idx="1088">
                  <c:v>0.112031925568</c:v>
                </c:pt>
                <c:pt idx="1089">
                  <c:v>0.113033134048</c:v>
                </c:pt>
                <c:pt idx="1090">
                  <c:v>0.114045959242</c:v>
                </c:pt>
                <c:pt idx="1091">
                  <c:v>0.115070538407</c:v>
                </c:pt>
                <c:pt idx="1092">
                  <c:v>0.116107009586</c:v>
                </c:pt>
                <c:pt idx="1093">
                  <c:v>0.117155511556</c:v>
                </c:pt>
                <c:pt idx="1094">
                  <c:v>0.118216183775</c:v>
                </c:pt>
                <c:pt idx="1095">
                  <c:v>0.119289166334</c:v>
                </c:pt>
                <c:pt idx="1096">
                  <c:v>0.120374599894</c:v>
                </c:pt>
                <c:pt idx="1097">
                  <c:v>0.121472625626</c:v>
                </c:pt>
                <c:pt idx="1098">
                  <c:v>0.122583385147</c:v>
                </c:pt>
                <c:pt idx="1099">
                  <c:v>0.123707020451</c:v>
                </c:pt>
                <c:pt idx="1100">
                  <c:v>0.124843673836</c:v>
                </c:pt>
                <c:pt idx="1101">
                  <c:v>0.125993487825</c:v>
                </c:pt>
                <c:pt idx="1102">
                  <c:v>0.127156605088</c:v>
                </c:pt>
                <c:pt idx="1103">
                  <c:v>0.128333168352</c:v>
                </c:pt>
                <c:pt idx="1104">
                  <c:v>0.129523320314</c:v>
                </c:pt>
                <c:pt idx="1105">
                  <c:v>0.130727203544</c:v>
                </c:pt>
                <c:pt idx="1106">
                  <c:v>0.131944960382</c:v>
                </c:pt>
                <c:pt idx="1107">
                  <c:v>0.133176732839</c:v>
                </c:pt>
                <c:pt idx="1108">
                  <c:v>0.134422662478</c:v>
                </c:pt>
                <c:pt idx="1109">
                  <c:v>0.135682890304</c:v>
                </c:pt>
                <c:pt idx="1110">
                  <c:v>0.136957556639</c:v>
                </c:pt>
                <c:pt idx="1111">
                  <c:v>0.138246800994</c:v>
                </c:pt>
                <c:pt idx="1112">
                  <c:v>0.139550761936</c:v>
                </c:pt>
                <c:pt idx="1113">
                  <c:v>0.140869576949</c:v>
                </c:pt>
                <c:pt idx="1114">
                  <c:v>0.142203382286</c:v>
                </c:pt>
                <c:pt idx="1115">
                  <c:v>0.143552312815</c:v>
                </c:pt>
                <c:pt idx="1116">
                  <c:v>0.144916501865</c:v>
                </c:pt>
                <c:pt idx="1117">
                  <c:v>0.146296081053</c:v>
                </c:pt>
                <c:pt idx="1118">
                  <c:v>0.147691180115</c:v>
                </c:pt>
                <c:pt idx="1119">
                  <c:v>0.149101926727</c:v>
                </c:pt>
                <c:pt idx="1120">
                  <c:v>0.150528446311</c:v>
                </c:pt>
                <c:pt idx="1121">
                  <c:v>0.151970861849</c:v>
                </c:pt>
                <c:pt idx="1122">
                  <c:v>0.153429293672</c:v>
                </c:pt>
                <c:pt idx="1123">
                  <c:v>0.154903859255</c:v>
                </c:pt>
                <c:pt idx="1124">
                  <c:v>0.156394672999</c:v>
                </c:pt>
                <c:pt idx="1125">
                  <c:v>0.157901846004</c:v>
                </c:pt>
                <c:pt idx="1126">
                  <c:v>0.159425485834</c:v>
                </c:pt>
                <c:pt idx="1127">
                  <c:v>0.160965696276</c:v>
                </c:pt>
                <c:pt idx="1128">
                  <c:v>0.162522577092</c:v>
                </c:pt>
                <c:pt idx="1129">
                  <c:v>0.164096223759</c:v>
                </c:pt>
                <c:pt idx="1130">
                  <c:v>0.165686727201</c:v>
                </c:pt>
                <c:pt idx="1131">
                  <c:v>0.167294173515</c:v>
                </c:pt>
                <c:pt idx="1132">
                  <c:v>0.168918643692</c:v>
                </c:pt>
                <c:pt idx="1133">
                  <c:v>0.170560213316</c:v>
                </c:pt>
                <c:pt idx="1134">
                  <c:v>0.172218952274</c:v>
                </c:pt>
                <c:pt idx="1135">
                  <c:v>0.173894924442</c:v>
                </c:pt>
                <c:pt idx="1136">
                  <c:v>0.175588187369</c:v>
                </c:pt>
                <c:pt idx="1137">
                  <c:v>0.177298791953</c:v>
                </c:pt>
                <c:pt idx="1138">
                  <c:v>0.179026782108</c:v>
                </c:pt>
                <c:pt idx="1139">
                  <c:v>0.180772194425</c:v>
                </c:pt>
                <c:pt idx="1140">
                  <c:v>0.182535057819</c:v>
                </c:pt>
                <c:pt idx="1141">
                  <c:v>0.184315393177</c:v>
                </c:pt>
                <c:pt idx="1142">
                  <c:v>0.186113212993</c:v>
                </c:pt>
                <c:pt idx="1143">
                  <c:v>0.187928520996</c:v>
                </c:pt>
                <c:pt idx="1144">
                  <c:v>0.189761311773</c:v>
                </c:pt>
                <c:pt idx="1145">
                  <c:v>0.191611570385</c:v>
                </c:pt>
                <c:pt idx="1146">
                  <c:v>0.193479271976</c:v>
                </c:pt>
                <c:pt idx="1147">
                  <c:v>0.195364381375</c:v>
                </c:pt>
                <c:pt idx="1148">
                  <c:v>0.197266852696</c:v>
                </c:pt>
                <c:pt idx="1149">
                  <c:v>0.199186628928</c:v>
                </c:pt>
                <c:pt idx="1150">
                  <c:v>0.201123641524</c:v>
                </c:pt>
                <c:pt idx="1151">
                  <c:v>0.203077809986</c:v>
                </c:pt>
                <c:pt idx="1152">
                  <c:v>0.205049041443</c:v>
                </c:pt>
                <c:pt idx="1153">
                  <c:v>0.207037230228</c:v>
                </c:pt>
                <c:pt idx="1154">
                  <c:v>0.209042257454</c:v>
                </c:pt>
                <c:pt idx="1155">
                  <c:v>0.211063990584</c:v>
                </c:pt>
                <c:pt idx="1156">
                  <c:v>0.213102283007</c:v>
                </c:pt>
                <c:pt idx="1157">
                  <c:v>0.215156973603</c:v>
                </c:pt>
                <c:pt idx="1158">
                  <c:v>0.217227886319</c:v>
                </c:pt>
                <c:pt idx="1159">
                  <c:v>0.219314829737</c:v>
                </c:pt>
                <c:pt idx="1160">
                  <c:v>0.221417596654</c:v>
                </c:pt>
                <c:pt idx="1161">
                  <c:v>0.223535963653</c:v>
                </c:pt>
                <c:pt idx="1162">
                  <c:v>0.225669690685</c:v>
                </c:pt>
                <c:pt idx="1163">
                  <c:v>0.227818520659</c:v>
                </c:pt>
                <c:pt idx="1164">
                  <c:v>0.229982179023</c:v>
                </c:pt>
                <c:pt idx="1165">
                  <c:v>0.232160373369</c:v>
                </c:pt>
                <c:pt idx="1166">
                  <c:v>0.234352793034</c:v>
                </c:pt>
                <c:pt idx="1167">
                  <c:v>0.236559108712</c:v>
                </c:pt>
                <c:pt idx="1168">
                  <c:v>0.238778972076</c:v>
                </c:pt>
                <c:pt idx="1169">
                  <c:v>0.241012015413</c:v>
                </c:pt>
                <c:pt idx="1170">
                  <c:v>0.243257851265</c:v>
                </c:pt>
                <c:pt idx="1171">
                  <c:v>0.245516072087</c:v>
                </c:pt>
                <c:pt idx="1172">
                  <c:v>0.247786249919</c:v>
                </c:pt>
                <c:pt idx="1173">
                  <c:v>0.250067936069</c:v>
                </c:pt>
                <c:pt idx="1174">
                  <c:v>0.252360660815</c:v>
                </c:pt>
                <c:pt idx="1175">
                  <c:v>0.254663933126</c:v>
                </c:pt>
                <c:pt idx="1176">
                  <c:v>0.256977240396</c:v>
                </c:pt>
                <c:pt idx="1177">
                  <c:v>0.259300048201</c:v>
                </c:pt>
                <c:pt idx="1178">
                  <c:v>0.261631800078</c:v>
                </c:pt>
                <c:pt idx="1179">
                  <c:v>0.263971917321</c:v>
                </c:pt>
                <c:pt idx="1180">
                  <c:v>0.266319798805</c:v>
                </c:pt>
                <c:pt idx="1181">
                  <c:v>0.268674820829</c:v>
                </c:pt>
                <c:pt idx="1182">
                  <c:v>0.27103633699</c:v>
                </c:pt>
                <c:pt idx="1183">
                  <c:v>0.273403678079</c:v>
                </c:pt>
                <c:pt idx="1184">
                  <c:v>0.275776152002</c:v>
                </c:pt>
                <c:pt idx="1185">
                  <c:v>0.278153043739</c:v>
                </c:pt>
                <c:pt idx="1186">
                  <c:v>0.280533615322</c:v>
                </c:pt>
                <c:pt idx="1187">
                  <c:v>0.28291710585</c:v>
                </c:pt>
                <c:pt idx="1188">
                  <c:v>0.285302731533</c:v>
                </c:pt>
                <c:pt idx="1189">
                  <c:v>0.28768968577</c:v>
                </c:pt>
                <c:pt idx="1190">
                  <c:v>0.29007713926</c:v>
                </c:pt>
                <c:pt idx="1191">
                  <c:v>0.292464240147</c:v>
                </c:pt>
                <c:pt idx="1192">
                  <c:v>0.294850114203</c:v>
                </c:pt>
                <c:pt idx="1193">
                  <c:v>0.297233865044</c:v>
                </c:pt>
                <c:pt idx="1194">
                  <c:v>0.299614574387</c:v>
                </c:pt>
                <c:pt idx="1195">
                  <c:v>0.301991302343</c:v>
                </c:pt>
                <c:pt idx="1196">
                  <c:v>0.304363087748</c:v>
                </c:pt>
                <c:pt idx="1197">
                  <c:v>0.306728948539</c:v>
                </c:pt>
                <c:pt idx="1198">
                  <c:v>0.309087882163</c:v>
                </c:pt>
                <c:pt idx="1199">
                  <c:v>0.311438866035</c:v>
                </c:pt>
                <c:pt idx="1200">
                  <c:v>0.313780858033</c:v>
                </c:pt>
                <c:pt idx="1201">
                  <c:v>0.316112797036</c:v>
                </c:pt>
                <c:pt idx="1202">
                  <c:v>0.318433603511</c:v>
                </c:pt>
                <c:pt idx="1203">
                  <c:v>0.320742180132</c:v>
                </c:pt>
                <c:pt idx="1204">
                  <c:v>0.323037412455</c:v>
                </c:pt>
                <c:pt idx="1205">
                  <c:v>0.325318169634</c:v>
                </c:pt>
                <c:pt idx="1206">
                  <c:v>0.327583305176</c:v>
                </c:pt>
                <c:pt idx="1207">
                  <c:v>0.32983165775</c:v>
                </c:pt>
                <c:pt idx="1208">
                  <c:v>0.332062052037</c:v>
                </c:pt>
                <c:pt idx="1209">
                  <c:v>0.334273299623</c:v>
                </c:pt>
                <c:pt idx="1210">
                  <c:v>0.336464199946</c:v>
                </c:pt>
                <c:pt idx="1211">
                  <c:v>0.338633541278</c:v>
                </c:pt>
                <c:pt idx="1212">
                  <c:v>0.340780101761</c:v>
                </c:pt>
                <c:pt idx="1213">
                  <c:v>0.342902650483</c:v>
                </c:pt>
                <c:pt idx="1214">
                  <c:v>0.344999948601</c:v>
                </c:pt>
                <c:pt idx="1215">
                  <c:v>0.347070750511</c:v>
                </c:pt>
                <c:pt idx="1216">
                  <c:v>0.349113805055</c:v>
                </c:pt>
                <c:pt idx="1217">
                  <c:v>0.351127856776</c:v>
                </c:pt>
                <c:pt idx="1218">
                  <c:v>0.35311164722</c:v>
                </c:pt>
                <c:pt idx="1219">
                  <c:v>0.355063916265</c:v>
                </c:pt>
                <c:pt idx="1220">
                  <c:v>0.35698340351</c:v>
                </c:pt>
                <c:pt idx="1221">
                  <c:v>0.358868849684</c:v>
                </c:pt>
                <c:pt idx="1222">
                  <c:v>0.360718998107</c:v>
                </c:pt>
                <c:pt idx="1223">
                  <c:v>0.362532596183</c:v>
                </c:pt>
                <c:pt idx="1224">
                  <c:v>0.364308396923</c:v>
                </c:pt>
                <c:pt idx="1225">
                  <c:v>0.366045160506</c:v>
                </c:pt>
                <c:pt idx="1226">
                  <c:v>0.367741655875</c:v>
                </c:pt>
                <c:pt idx="1227">
                  <c:v>0.36939666235</c:v>
                </c:pt>
                <c:pt idx="1228">
                  <c:v>0.371008971276</c:v>
                </c:pt>
                <c:pt idx="1229">
                  <c:v>0.372577387699</c:v>
                </c:pt>
                <c:pt idx="1230">
                  <c:v>0.374100732049</c:v>
                </c:pt>
                <c:pt idx="1231">
                  <c:v>0.375577841857</c:v>
                </c:pt>
                <c:pt idx="1232">
                  <c:v>0.377007573478</c:v>
                </c:pt>
                <c:pt idx="1233">
                  <c:v>0.378388803831</c:v>
                </c:pt>
                <c:pt idx="1234">
                  <c:v>0.379720432146</c:v>
                </c:pt>
                <c:pt idx="1235">
                  <c:v>0.381001381717</c:v>
                </c:pt>
                <c:pt idx="1236">
                  <c:v>0.382230601655</c:v>
                </c:pt>
                <c:pt idx="1237">
                  <c:v>0.383407068648</c:v>
                </c:pt>
                <c:pt idx="1238">
                  <c:v>0.3845297887</c:v>
                </c:pt>
                <c:pt idx="1239">
                  <c:v>0.385597798874</c:v>
                </c:pt>
                <c:pt idx="1240">
                  <c:v>0.386610169014</c:v>
                </c:pt>
                <c:pt idx="1241">
                  <c:v>0.387566003451</c:v>
                </c:pt>
                <c:pt idx="1242">
                  <c:v>0.388464442679</c:v>
                </c:pt>
                <c:pt idx="1243">
                  <c:v>0.389304665016</c:v>
                </c:pt>
                <c:pt idx="1244">
                  <c:v>0.39008588822</c:v>
                </c:pt>
                <c:pt idx="1245">
                  <c:v>0.390807371075</c:v>
                </c:pt>
                <c:pt idx="1246">
                  <c:v>0.391468414931</c:v>
                </c:pt>
                <c:pt idx="1247">
                  <c:v>0.392068365199</c:v>
                </c:pt>
                <c:pt idx="1248">
                  <c:v>0.392606612794</c:v>
                </c:pt>
                <c:pt idx="1249">
                  <c:v>0.393082595516</c:v>
                </c:pt>
                <c:pt idx="1250">
                  <c:v>0.393495799375</c:v>
                </c:pt>
                <c:pt idx="1251">
                  <c:v>0.393845759849</c:v>
                </c:pt>
                <c:pt idx="1252">
                  <c:v>0.394132063058</c:v>
                </c:pt>
                <c:pt idx="1253">
                  <c:v>0.39435434688</c:v>
                </c:pt>
                <c:pt idx="1254">
                  <c:v>0.394512301966</c:v>
                </c:pt>
                <c:pt idx="1255">
                  <c:v>0.394605672683</c:v>
                </c:pt>
                <c:pt idx="1256">
                  <c:v>0.394634257958</c:v>
                </c:pt>
                <c:pt idx="1257">
                  <c:v>0.394597912025</c:v>
                </c:pt>
                <c:pt idx="1258">
                  <c:v>0.394496545085</c:v>
                </c:pt>
                <c:pt idx="1259">
                  <c:v>0.394330123844</c:v>
                </c:pt>
                <c:pt idx="1260">
                  <c:v>0.39409867196</c:v>
                </c:pt>
                <c:pt idx="1261">
                  <c:v>0.393802270371</c:v>
                </c:pt>
                <c:pt idx="1262">
                  <c:v>0.393441057512</c:v>
                </c:pt>
                <c:pt idx="1263">
                  <c:v>0.393015229418</c:v>
                </c:pt>
                <c:pt idx="1264">
                  <c:v>0.392525039702</c:v>
                </c:pt>
                <c:pt idx="1265">
                  <c:v>0.391970799425</c:v>
                </c:pt>
                <c:pt idx="1266">
                  <c:v>0.391352876831</c:v>
                </c:pt>
                <c:pt idx="1267">
                  <c:v>0.390671696971</c:v>
                </c:pt>
                <c:pt idx="1268">
                  <c:v>0.389927741197</c:v>
                </c:pt>
                <c:pt idx="1269">
                  <c:v>0.389121546533</c:v>
                </c:pt>
                <c:pt idx="1270">
                  <c:v>0.388253704933</c:v>
                </c:pt>
                <c:pt idx="1271">
                  <c:v>0.387324862404</c:v>
                </c:pt>
                <c:pt idx="1272">
                  <c:v>0.38633571802</c:v>
                </c:pt>
                <c:pt idx="1273">
                  <c:v>0.385287022815</c:v>
                </c:pt>
                <c:pt idx="1274">
                  <c:v>0.384179578559</c:v>
                </c:pt>
                <c:pt idx="1275">
                  <c:v>0.383014236422</c:v>
                </c:pt>
                <c:pt idx="1276">
                  <c:v>0.381791895539</c:v>
                </c:pt>
                <c:pt idx="1277">
                  <c:v>0.380513501456</c:v>
                </c:pt>
                <c:pt idx="1278">
                  <c:v>0.379180044487</c:v>
                </c:pt>
                <c:pt idx="1279">
                  <c:v>0.377792557974</c:v>
                </c:pt>
                <c:pt idx="1280">
                  <c:v>0.37635211646</c:v>
                </c:pt>
                <c:pt idx="1281">
                  <c:v>0.374859833772</c:v>
                </c:pt>
                <c:pt idx="1282">
                  <c:v>0.373316861037</c:v>
                </c:pt>
                <c:pt idx="1283">
                  <c:v>0.371724384622</c:v>
                </c:pt>
                <c:pt idx="1284">
                  <c:v>0.370083624011</c:v>
                </c:pt>
                <c:pt idx="1285">
                  <c:v>0.368395829632</c:v>
                </c:pt>
                <c:pt idx="1286">
                  <c:v>0.366662280623</c:v>
                </c:pt>
                <c:pt idx="1287">
                  <c:v>0.364884282572</c:v>
                </c:pt>
                <c:pt idx="1288">
                  <c:v>0.363063165217</c:v>
                </c:pt>
                <c:pt idx="1289">
                  <c:v>0.361200280115</c:v>
                </c:pt>
                <c:pt idx="1290">
                  <c:v>0.359296998302</c:v>
                </c:pt>
                <c:pt idx="1291">
                  <c:v>0.357354707942</c:v>
                </c:pt>
                <c:pt idx="1292">
                  <c:v>0.355374811968</c:v>
                </c:pt>
                <c:pt idx="1293">
                  <c:v>0.353358725736</c:v>
                </c:pt>
                <c:pt idx="1294">
                  <c:v>0.351307874685</c:v>
                </c:pt>
                <c:pt idx="1295">
                  <c:v>0.349223692024</c:v>
                </c:pt>
                <c:pt idx="1296">
                  <c:v>0.347107616442</c:v>
                </c:pt>
                <c:pt idx="1297">
                  <c:v>0.344961089853</c:v>
                </c:pt>
                <c:pt idx="1298">
                  <c:v>0.342785555182</c:v>
                </c:pt>
                <c:pt idx="1299">
                  <c:v>0.340582454198</c:v>
                </c:pt>
                <c:pt idx="1300">
                  <c:v>0.338353225402</c:v>
                </c:pt>
                <c:pt idx="1301">
                  <c:v>0.336099301966</c:v>
                </c:pt>
                <c:pt idx="1302">
                  <c:v>0.333822109744</c:v>
                </c:pt>
                <c:pt idx="1303">
                  <c:v>0.331523065344</c:v>
                </c:pt>
                <c:pt idx="1304">
                  <c:v>0.329203574278</c:v>
                </c:pt>
                <c:pt idx="1305">
                  <c:v>0.326865029179</c:v>
                </c:pt>
                <c:pt idx="1306">
                  <c:v>0.324508808104</c:v>
                </c:pt>
                <c:pt idx="1307">
                  <c:v>0.32213627292</c:v>
                </c:pt>
                <c:pt idx="1308">
                  <c:v>0.319748767767</c:v>
                </c:pt>
                <c:pt idx="1309">
                  <c:v>0.31734761761</c:v>
                </c:pt>
                <c:pt idx="1310">
                  <c:v>0.314934126885</c:v>
                </c:pt>
                <c:pt idx="1311">
                  <c:v>0.312509578223</c:v>
                </c:pt>
                <c:pt idx="1312">
                  <c:v>0.31007523127</c:v>
                </c:pt>
                <c:pt idx="1313">
                  <c:v>0.307632321596</c:v>
                </c:pt>
                <c:pt idx="1314">
                  <c:v>0.305182059693</c:v>
                </c:pt>
                <c:pt idx="1315">
                  <c:v>0.302725630059</c:v>
                </c:pt>
                <c:pt idx="1316">
                  <c:v>0.300264190374</c:v>
                </c:pt>
                <c:pt idx="1317">
                  <c:v>0.297798870763</c:v>
                </c:pt>
                <c:pt idx="1318">
                  <c:v>0.295330773141</c:v>
                </c:pt>
                <c:pt idx="1319">
                  <c:v>0.292860970645</c:v>
                </c:pt>
                <c:pt idx="1320">
                  <c:v>0.290390507147</c:v>
                </c:pt>
                <c:pt idx="1321">
                  <c:v>0.287920396845</c:v>
                </c:pt>
                <c:pt idx="1322">
                  <c:v>0.285451623934</c:v>
                </c:pt>
                <c:pt idx="1323">
                  <c:v>0.28298514235</c:v>
                </c:pt>
                <c:pt idx="1324">
                  <c:v>0.280521875586</c:v>
                </c:pt>
                <c:pt idx="1325">
                  <c:v>0.278062716575</c:v>
                </c:pt>
                <c:pt idx="1326">
                  <c:v>0.275608527643</c:v>
                </c:pt>
                <c:pt idx="1327">
                  <c:v>0.273160140524</c:v>
                </c:pt>
                <c:pt idx="1328">
                  <c:v>0.270718356428</c:v>
                </c:pt>
                <c:pt idx="1329">
                  <c:v>0.268283946177</c:v>
                </c:pt>
                <c:pt idx="1330">
                  <c:v>0.265857650386</c:v>
                </c:pt>
                <c:pt idx="1331">
                  <c:v>0.263440179694</c:v>
                </c:pt>
                <c:pt idx="1332">
                  <c:v>0.261032215046</c:v>
                </c:pt>
                <c:pt idx="1333">
                  <c:v>0.258634408019</c:v>
                </c:pt>
                <c:pt idx="1334">
                  <c:v>0.25624738118</c:v>
                </c:pt>
                <c:pt idx="1335">
                  <c:v>0.253871728493</c:v>
                </c:pt>
                <c:pt idx="1336">
                  <c:v>0.251508015749</c:v>
                </c:pt>
                <c:pt idx="1337">
                  <c:v>0.249156781037</c:v>
                </c:pt>
                <c:pt idx="1338">
                  <c:v>0.246818535236</c:v>
                </c:pt>
                <c:pt idx="1339">
                  <c:v>0.244493762536</c:v>
                </c:pt>
                <c:pt idx="1340">
                  <c:v>0.242182920979</c:v>
                </c:pt>
                <c:pt idx="1341">
                  <c:v>0.239886443024</c:v>
                </c:pt>
                <c:pt idx="1342">
                  <c:v>0.237604736124</c:v>
                </c:pt>
                <c:pt idx="1343">
                  <c:v>0.235338183322</c:v>
                </c:pt>
                <c:pt idx="1344">
                  <c:v>0.23308714386</c:v>
                </c:pt>
                <c:pt idx="1345">
                  <c:v>0.230851953792</c:v>
                </c:pt>
                <c:pt idx="1346">
                  <c:v>0.228632926614</c:v>
                </c:pt>
                <c:pt idx="1347">
                  <c:v>0.226430353897</c:v>
                </c:pt>
                <c:pt idx="1348">
                  <c:v>0.224244505917</c:v>
                </c:pt>
                <c:pt idx="1349">
                  <c:v>0.222075632302</c:v>
                </c:pt>
                <c:pt idx="1350">
                  <c:v>0.219923962667</c:v>
                </c:pt>
                <c:pt idx="1351">
                  <c:v>0.217789707254</c:v>
                </c:pt>
                <c:pt idx="1352">
                  <c:v>0.21567305757</c:v>
                </c:pt>
                <c:pt idx="1353">
                  <c:v>0.213574187022</c:v>
                </c:pt>
                <c:pt idx="1354">
                  <c:v>0.211493251544</c:v>
                </c:pt>
                <c:pt idx="1355">
                  <c:v>0.209430390221</c:v>
                </c:pt>
                <c:pt idx="1356">
                  <c:v>0.207385725906</c:v>
                </c:pt>
                <c:pt idx="1357">
                  <c:v>0.205359365829</c:v>
                </c:pt>
                <c:pt idx="1358">
                  <c:v>0.203351402198</c:v>
                </c:pt>
                <c:pt idx="1359">
                  <c:v>0.201361912788</c:v>
                </c:pt>
                <c:pt idx="1360">
                  <c:v>0.199390961523</c:v>
                </c:pt>
                <c:pt idx="1361">
                  <c:v>0.197438599047</c:v>
                </c:pt>
                <c:pt idx="1362">
                  <c:v>0.195504863279</c:v>
                </c:pt>
                <c:pt idx="1363">
                  <c:v>0.193589779967</c:v>
                </c:pt>
                <c:pt idx="1364">
                  <c:v>0.191693363218</c:v>
                </c:pt>
                <c:pt idx="1365">
                  <c:v>0.189815616023</c:v>
                </c:pt>
                <c:pt idx="1366">
                  <c:v>0.187956530764</c:v>
                </c:pt>
                <c:pt idx="1367">
                  <c:v>0.186116089717</c:v>
                </c:pt>
                <c:pt idx="1368">
                  <c:v>0.184294265531</c:v>
                </c:pt>
                <c:pt idx="1369">
                  <c:v>0.182491021702</c:v>
                </c:pt>
                <c:pt idx="1370">
                  <c:v>0.180706313028</c:v>
                </c:pt>
                <c:pt idx="1371">
                  <c:v>0.178940086057</c:v>
                </c:pt>
                <c:pt idx="1372">
                  <c:v>0.177192279515</c:v>
                </c:pt>
                <c:pt idx="1373">
                  <c:v>0.175462824723</c:v>
                </c:pt>
                <c:pt idx="1374">
                  <c:v>0.173751646006</c:v>
                </c:pt>
                <c:pt idx="1375">
                  <c:v>0.17205866108</c:v>
                </c:pt>
                <c:pt idx="1376">
                  <c:v>0.170383781431</c:v>
                </c:pt>
                <c:pt idx="1377">
                  <c:v>0.168726912683</c:v>
                </c:pt>
                <c:pt idx="1378">
                  <c:v>0.167087954947</c:v>
                </c:pt>
                <c:pt idx="1379">
                  <c:v>0.165466803166</c:v>
                </c:pt>
                <c:pt idx="1380">
                  <c:v>0.163863347436</c:v>
                </c:pt>
                <c:pt idx="1381">
                  <c:v>0.16227747333</c:v>
                </c:pt>
                <c:pt idx="1382">
                  <c:v>0.160709062194</c:v>
                </c:pt>
                <c:pt idx="1383">
                  <c:v>0.159157991445</c:v>
                </c:pt>
                <c:pt idx="1384">
                  <c:v>0.157624134848</c:v>
                </c:pt>
                <c:pt idx="1385">
                  <c:v>0.156107362788</c:v>
                </c:pt>
                <c:pt idx="1386">
                  <c:v>0.154607542526</c:v>
                </c:pt>
                <c:pt idx="1387">
                  <c:v>0.153124538451</c:v>
                </c:pt>
                <c:pt idx="1388">
                  <c:v>0.151658212315</c:v>
                </c:pt>
                <c:pt idx="1389">
                  <c:v>0.150208423459</c:v>
                </c:pt>
                <c:pt idx="1390">
                  <c:v>0.148775029036</c:v>
                </c:pt>
                <c:pt idx="1391">
                  <c:v>0.147357884214</c:v>
                </c:pt>
                <c:pt idx="1392">
                  <c:v>0.145956842378</c:v>
                </c:pt>
                <c:pt idx="1393">
                  <c:v>0.14457175532</c:v>
                </c:pt>
                <c:pt idx="1394">
                  <c:v>0.143202473419</c:v>
                </c:pt>
                <c:pt idx="1395">
                  <c:v>0.141848845815</c:v>
                </c:pt>
                <c:pt idx="1396">
                  <c:v>0.140510720574</c:v>
                </c:pt>
                <c:pt idx="1397">
                  <c:v>0.139187944843</c:v>
                </c:pt>
                <c:pt idx="1398">
                  <c:v>0.137880365003</c:v>
                </c:pt>
                <c:pt idx="1399">
                  <c:v>0.136587826808</c:v>
                </c:pt>
                <c:pt idx="1400">
                  <c:v>0.135310175519</c:v>
                </c:pt>
                <c:pt idx="1401">
                  <c:v>0.134047256036</c:v>
                </c:pt>
                <c:pt idx="1402">
                  <c:v>0.132798913017</c:v>
                </c:pt>
                <c:pt idx="1403">
                  <c:v>0.131564990992</c:v>
                </c:pt>
                <c:pt idx="1404">
                  <c:v>0.130345334475</c:v>
                </c:pt>
                <c:pt idx="1405">
                  <c:v>0.129139788062</c:v>
                </c:pt>
                <c:pt idx="1406">
                  <c:v>0.127948196536</c:v>
                </c:pt>
                <c:pt idx="1407">
                  <c:v>0.126770404952</c:v>
                </c:pt>
                <c:pt idx="1408">
                  <c:v>0.125606258728</c:v>
                </c:pt>
                <c:pt idx="1409">
                  <c:v>0.124455603723</c:v>
                </c:pt>
                <c:pt idx="1410">
                  <c:v>0.123318286319</c:v>
                </c:pt>
                <c:pt idx="1411">
                  <c:v>0.122194153489</c:v>
                </c:pt>
                <c:pt idx="1412">
                  <c:v>0.121083052866</c:v>
                </c:pt>
                <c:pt idx="1413">
                  <c:v>0.119984832808</c:v>
                </c:pt>
                <c:pt idx="1414">
                  <c:v>0.118899342457</c:v>
                </c:pt>
                <c:pt idx="1415">
                  <c:v>0.117826431793</c:v>
                </c:pt>
                <c:pt idx="1416">
                  <c:v>0.116765951689</c:v>
                </c:pt>
                <c:pt idx="1417">
                  <c:v>0.115717753957</c:v>
                </c:pt>
                <c:pt idx="1418">
                  <c:v>0.114681691395</c:v>
                </c:pt>
                <c:pt idx="1419">
                  <c:v>0.113657617826</c:v>
                </c:pt>
                <c:pt idx="1420">
                  <c:v>0.112645388141</c:v>
                </c:pt>
                <c:pt idx="1421">
                  <c:v>0.11164485833</c:v>
                </c:pt>
                <c:pt idx="1422">
                  <c:v>0.110655885519</c:v>
                </c:pt>
                <c:pt idx="1423">
                  <c:v>0.109678327997</c:v>
                </c:pt>
                <c:pt idx="1424">
                  <c:v>0.108712045248</c:v>
                </c:pt>
                <c:pt idx="1425">
                  <c:v>0.107756897972</c:v>
                </c:pt>
                <c:pt idx="1426">
                  <c:v>0.106812748109</c:v>
                </c:pt>
                <c:pt idx="1427">
                  <c:v>0.105879458862</c:v>
                </c:pt>
                <c:pt idx="1428">
                  <c:v>0.104956894713</c:v>
                </c:pt>
                <c:pt idx="1429">
                  <c:v>0.104044921443</c:v>
                </c:pt>
                <c:pt idx="1430">
                  <c:v>0.103143406141</c:v>
                </c:pt>
                <c:pt idx="1431">
                  <c:v>0.102252217225</c:v>
                </c:pt>
                <c:pt idx="1432">
                  <c:v>0.101371224445</c:v>
                </c:pt>
                <c:pt idx="1433">
                  <c:v>0.1005002989</c:v>
                </c:pt>
                <c:pt idx="1434">
                  <c:v>0.0996393130416</c:v>
                </c:pt>
                <c:pt idx="1435">
                  <c:v>0.0987881406821</c:v>
                </c:pt>
                <c:pt idx="1436">
                  <c:v>0.0979466569999</c:v>
                </c:pt>
                <c:pt idx="1437">
                  <c:v>0.0971147385437</c:v>
                </c:pt>
                <c:pt idx="1438">
                  <c:v>0.0962922632352</c:v>
                </c:pt>
                <c:pt idx="1439">
                  <c:v>0.0954791103708</c:v>
                </c:pt>
                <c:pt idx="1440">
                  <c:v>0.0946751606224</c:v>
                </c:pt>
                <c:pt idx="1441">
                  <c:v>0.0938802960367</c:v>
                </c:pt>
                <c:pt idx="1442">
                  <c:v>0.093094400034</c:v>
                </c:pt>
                <c:pt idx="1443">
                  <c:v>0.0923173574059</c:v>
                </c:pt>
                <c:pt idx="1444">
                  <c:v>0.0915490543124</c:v>
                </c:pt>
                <c:pt idx="1445">
                  <c:v>0.0907893782775</c:v>
                </c:pt>
                <c:pt idx="1446">
                  <c:v>0.0900382181849</c:v>
                </c:pt>
                <c:pt idx="1447">
                  <c:v>0.0892954642727</c:v>
                </c:pt>
                <c:pt idx="1448">
                  <c:v>0.0885610081268</c:v>
                </c:pt>
                <c:pt idx="1449">
                  <c:v>0.087834742675</c:v>
                </c:pt>
                <c:pt idx="1450">
                  <c:v>0.0871165621791</c:v>
                </c:pt>
                <c:pt idx="1451">
                  <c:v>0.0864063622278</c:v>
                </c:pt>
                <c:pt idx="1452">
                  <c:v>0.0857040397277</c:v>
                </c:pt>
                <c:pt idx="1453">
                  <c:v>0.0850094928952</c:v>
                </c:pt>
                <c:pt idx="1454">
                  <c:v>0.0843226212473</c:v>
                </c:pt>
                <c:pt idx="1455">
                  <c:v>0.0836433255915</c:v>
                </c:pt>
                <c:pt idx="1456">
                  <c:v>0.0829715080166</c:v>
                </c:pt>
                <c:pt idx="1457">
                  <c:v>0.0823070718821</c:v>
                </c:pt>
                <c:pt idx="1458">
                  <c:v>0.0816499218077</c:v>
                </c:pt>
                <c:pt idx="1459">
                  <c:v>0.0809999636625</c:v>
                </c:pt>
                <c:pt idx="1460">
                  <c:v>0.080357104554</c:v>
                </c:pt>
                <c:pt idx="1461">
                  <c:v>0.0797212528165</c:v>
                </c:pt>
                <c:pt idx="1462">
                  <c:v>0.0790923180002</c:v>
                </c:pt>
                <c:pt idx="1463">
                  <c:v>0.0784702108585</c:v>
                </c:pt>
                <c:pt idx="1464">
                  <c:v>0.0778548433373</c:v>
                </c:pt>
                <c:pt idx="1465">
                  <c:v>0.0772461285619</c:v>
                </c:pt>
                <c:pt idx="1466">
                  <c:v>0.0766439808255</c:v>
                </c:pt>
                <c:pt idx="1467">
                  <c:v>0.0760483155768</c:v>
                </c:pt>
                <c:pt idx="1468">
                  <c:v>0.0754590494075</c:v>
                </c:pt>
                <c:pt idx="1469">
                  <c:v>0.0748761000398</c:v>
                </c:pt>
                <c:pt idx="1470">
                  <c:v>0.0742993863141</c:v>
                </c:pt>
                <c:pt idx="1471">
                  <c:v>0.0737288281763</c:v>
                </c:pt>
                <c:pt idx="1472">
                  <c:v>0.0731643466651</c:v>
                </c:pt>
                <c:pt idx="1473">
                  <c:v>0.0726058638997</c:v>
                </c:pt>
                <c:pt idx="1474">
                  <c:v>0.0720533030664</c:v>
                </c:pt>
                <c:pt idx="1475">
                  <c:v>0.0715065884069</c:v>
                </c:pt>
                <c:pt idx="1476">
                  <c:v>0.0709656452048</c:v>
                </c:pt>
                <c:pt idx="1477">
                  <c:v>0.0704303997733</c:v>
                </c:pt>
                <c:pt idx="1478">
                  <c:v>0.0699007794426</c:v>
                </c:pt>
                <c:pt idx="1479">
                  <c:v>0.0693767125471</c:v>
                </c:pt>
                <c:pt idx="1480">
                  <c:v>0.0688581284131</c:v>
                </c:pt>
                <c:pt idx="1481">
                  <c:v>0.0683449573459</c:v>
                </c:pt>
                <c:pt idx="1482">
                  <c:v>0.0678371306178</c:v>
                </c:pt>
                <c:pt idx="1483">
                  <c:v>0.067334580455</c:v>
                </c:pt>
                <c:pt idx="1484">
                  <c:v>0.066837240026</c:v>
                </c:pt>
                <c:pt idx="1485">
                  <c:v>0.0663450434288</c:v>
                </c:pt>
                <c:pt idx="1486">
                  <c:v>0.0658579256789</c:v>
                </c:pt>
                <c:pt idx="1487">
                  <c:v>0.0653758226972</c:v>
                </c:pt>
                <c:pt idx="1488">
                  <c:v>0.0648986712975</c:v>
                </c:pt>
                <c:pt idx="1489">
                  <c:v>0.0644264091753</c:v>
                </c:pt>
                <c:pt idx="1490">
                  <c:v>0.0639589748954</c:v>
                </c:pt>
                <c:pt idx="1491">
                  <c:v>0.0634963078801</c:v>
                </c:pt>
                <c:pt idx="1492">
                  <c:v>0.0630383483978</c:v>
                </c:pt>
                <c:pt idx="1493">
                  <c:v>0.0625850375513</c:v>
                </c:pt>
                <c:pt idx="1494">
                  <c:v>0.0621363172662</c:v>
                </c:pt>
                <c:pt idx="1495">
                  <c:v>0.0616921302797</c:v>
                </c:pt>
                <c:pt idx="1496">
                  <c:v>0.0612524201294</c:v>
                </c:pt>
                <c:pt idx="1497">
                  <c:v>0.0608171311419</c:v>
                </c:pt>
                <c:pt idx="1498">
                  <c:v>0.0603862084218</c:v>
                </c:pt>
                <c:pt idx="1499">
                  <c:v>0.059959597841</c:v>
                </c:pt>
                <c:pt idx="1500">
                  <c:v>0.0595372460278</c:v>
                </c:pt>
                <c:pt idx="1501">
                  <c:v>0.059119100356</c:v>
                </c:pt>
                <c:pt idx="1502">
                  <c:v>0.0587051089345</c:v>
                </c:pt>
                <c:pt idx="1503">
                  <c:v>0.0582952205971</c:v>
                </c:pt>
                <c:pt idx="1504">
                  <c:v>0.0578893848914</c:v>
                </c:pt>
                <c:pt idx="1505">
                  <c:v>0.0574875520694</c:v>
                </c:pt>
                <c:pt idx="1506">
                  <c:v>0.057089673077</c:v>
                </c:pt>
                <c:pt idx="1507">
                  <c:v>0.0566956995441</c:v>
                </c:pt>
                <c:pt idx="1508">
                  <c:v>0.0563055837744</c:v>
                </c:pt>
                <c:pt idx="1509">
                  <c:v>0.0559192787365</c:v>
                </c:pt>
                <c:pt idx="1510">
                  <c:v>0.0555367380532</c:v>
                </c:pt>
                <c:pt idx="1511">
                  <c:v>0.055157915993</c:v>
                </c:pt>
                <c:pt idx="1512">
                  <c:v>0.05478276746</c:v>
                </c:pt>
                <c:pt idx="1513">
                  <c:v>0.0544112479849</c:v>
                </c:pt>
                <c:pt idx="1514">
                  <c:v>0.0540433137159</c:v>
                </c:pt>
                <c:pt idx="1515">
                  <c:v>0.0536789214099</c:v>
                </c:pt>
                <c:pt idx="1516">
                  <c:v>0.0533180284228</c:v>
                </c:pt>
                <c:pt idx="1517">
                  <c:v>0.0529605927018</c:v>
                </c:pt>
                <c:pt idx="1518">
                  <c:v>0.0526065727758</c:v>
                </c:pt>
                <c:pt idx="1519">
                  <c:v>0.0522559277473</c:v>
                </c:pt>
                <c:pt idx="1520">
                  <c:v>0.0519086172841</c:v>
                </c:pt>
                <c:pt idx="1521">
                  <c:v>0.0515646016107</c:v>
                </c:pt>
                <c:pt idx="1522">
                  <c:v>0.0512238414999</c:v>
                </c:pt>
                <c:pt idx="1523">
                  <c:v>0.0508862982653</c:v>
                </c:pt>
                <c:pt idx="1524">
                  <c:v>0.0505519337528</c:v>
                </c:pt>
                <c:pt idx="1525">
                  <c:v>0.0502207103332</c:v>
                </c:pt>
                <c:pt idx="1526">
                  <c:v>0.0498925908939</c:v>
                </c:pt>
                <c:pt idx="1527">
                  <c:v>0.0495675388317</c:v>
                </c:pt>
                <c:pt idx="1528">
                  <c:v>0.0492455180449</c:v>
                </c:pt>
                <c:pt idx="1529">
                  <c:v>0.0489264929264</c:v>
                </c:pt>
                <c:pt idx="1530">
                  <c:v>0.0486104283557</c:v>
                </c:pt>
                <c:pt idx="1531">
                  <c:v>0.0482972896923</c:v>
                </c:pt>
                <c:pt idx="1532">
                  <c:v>0.0479870427681</c:v>
                </c:pt>
                <c:pt idx="1533">
                  <c:v>0.0476796538809</c:v>
                </c:pt>
                <c:pt idx="1534">
                  <c:v>0.0473750897869</c:v>
                </c:pt>
                <c:pt idx="1535">
                  <c:v>0.0470733176945</c:v>
                </c:pt>
                <c:pt idx="1536">
                  <c:v>0.046774305257</c:v>
                </c:pt>
                <c:pt idx="1537">
                  <c:v>0.0464780205665</c:v>
                </c:pt>
                <c:pt idx="1538">
                  <c:v>0.0461844321473</c:v>
                </c:pt>
                <c:pt idx="1539">
                  <c:v>0.0458935089491</c:v>
                </c:pt>
                <c:pt idx="1540">
                  <c:v>0.0456052203411</c:v>
                </c:pt>
                <c:pt idx="1541">
                  <c:v>0.0453195361059</c:v>
                </c:pt>
                <c:pt idx="1542">
                  <c:v>0.0450364264326</c:v>
                </c:pt>
                <c:pt idx="1543">
                  <c:v>0.0447558619119</c:v>
                </c:pt>
                <c:pt idx="1544">
                  <c:v>0.0444778135291</c:v>
                </c:pt>
                <c:pt idx="1545">
                  <c:v>0.044202252659</c:v>
                </c:pt>
                <c:pt idx="1546">
                  <c:v>0.0439291510596</c:v>
                </c:pt>
                <c:pt idx="1547">
                  <c:v>0.0436584808669</c:v>
                </c:pt>
                <c:pt idx="1548">
                  <c:v>0.0433902145889</c:v>
                </c:pt>
                <c:pt idx="1549">
                  <c:v>0.0431243251003</c:v>
                </c:pt>
                <c:pt idx="1550">
                  <c:v>0.0428607856372</c:v>
                </c:pt>
                <c:pt idx="1551">
                  <c:v>0.0425995697915</c:v>
                </c:pt>
                <c:pt idx="1552">
                  <c:v>0.0423406515057</c:v>
                </c:pt>
                <c:pt idx="1553">
                  <c:v>0.0420840050679</c:v>
                </c:pt>
                <c:pt idx="1554">
                  <c:v>0.0418296051065</c:v>
                </c:pt>
                <c:pt idx="1555">
                  <c:v>0.0415774265854</c:v>
                </c:pt>
                <c:pt idx="1556">
                  <c:v>0.0413274447988</c:v>
                </c:pt>
                <c:pt idx="1557">
                  <c:v>0.0410796353665</c:v>
                </c:pt>
                <c:pt idx="1558">
                  <c:v>0.0408339742292</c:v>
                </c:pt>
                <c:pt idx="1559">
                  <c:v>0.0405904376435</c:v>
                </c:pt>
                <c:pt idx="1560">
                  <c:v>0.0403490021776</c:v>
                </c:pt>
                <c:pt idx="1561">
                  <c:v>0.0401096447062</c:v>
                </c:pt>
                <c:pt idx="1562">
                  <c:v>0.0398723424069</c:v>
                </c:pt>
                <c:pt idx="1563">
                  <c:v>0.0396370727548</c:v>
                </c:pt>
                <c:pt idx="1564">
                  <c:v>0.0394038135187</c:v>
                </c:pt>
                <c:pt idx="1565">
                  <c:v>0.0391725427567</c:v>
                </c:pt>
                <c:pt idx="1566">
                  <c:v>0.0389432388119</c:v>
                </c:pt>
                <c:pt idx="1567">
                  <c:v>0.0387158803084</c:v>
                </c:pt>
                <c:pt idx="1568">
                  <c:v>0.0384904461469</c:v>
                </c:pt>
                <c:pt idx="1569">
                  <c:v>0.038266915501</c:v>
                </c:pt>
                <c:pt idx="1570">
                  <c:v>0.038045267813</c:v>
                </c:pt>
                <c:pt idx="1571">
                  <c:v>0.0378254827902</c:v>
                </c:pt>
                <c:pt idx="1572">
                  <c:v>0.0376075404008</c:v>
                </c:pt>
                <c:pt idx="1573">
                  <c:v>0.0373914208703</c:v>
                </c:pt>
                <c:pt idx="1574">
                  <c:v>0.0371771046778</c:v>
                </c:pt>
                <c:pt idx="1575">
                  <c:v>0.0369645725522</c:v>
                </c:pt>
                <c:pt idx="1576">
                  <c:v>0.0367538054685</c:v>
                </c:pt>
                <c:pt idx="1577">
                  <c:v>0.0365447846445</c:v>
                </c:pt>
                <c:pt idx="1578">
                  <c:v>0.0363374915372</c:v>
                </c:pt>
                <c:pt idx="1579">
                  <c:v>0.0361319078394</c:v>
                </c:pt>
                <c:pt idx="1580">
                  <c:v>0.0359280154759</c:v>
                </c:pt>
                <c:pt idx="1581">
                  <c:v>0.0357257966009</c:v>
                </c:pt>
                <c:pt idx="1582">
                  <c:v>0.0355252335941</c:v>
                </c:pt>
                <c:pt idx="1583">
                  <c:v>0.0353263090577</c:v>
                </c:pt>
                <c:pt idx="1584">
                  <c:v>0.0351290058132</c:v>
                </c:pt>
                <c:pt idx="1585">
                  <c:v>0.0349333068983</c:v>
                </c:pt>
                <c:pt idx="1586">
                  <c:v>0.0347391955635</c:v>
                </c:pt>
                <c:pt idx="1587">
                  <c:v>0.0345466552697</c:v>
                </c:pt>
                <c:pt idx="1588">
                  <c:v>0.0343556696845</c:v>
                </c:pt>
                <c:pt idx="1589">
                  <c:v>0.0341662226798</c:v>
                </c:pt>
                <c:pt idx="1590">
                  <c:v>0.0339782983286</c:v>
                </c:pt>
                <c:pt idx="1591">
                  <c:v>0.0337918809021</c:v>
                </c:pt>
                <c:pt idx="1592">
                  <c:v>0.0336069548672</c:v>
                </c:pt>
                <c:pt idx="1593">
                  <c:v>0.0334235048834</c:v>
                </c:pt>
                <c:pt idx="1594">
                  <c:v>0.0332415158003</c:v>
                </c:pt>
                <c:pt idx="1595">
                  <c:v>0.0330609726548</c:v>
                </c:pt>
                <c:pt idx="1596">
                  <c:v>0.0328818606685</c:v>
                </c:pt>
                <c:pt idx="1597">
                  <c:v>0.0327041652449</c:v>
                </c:pt>
                <c:pt idx="1598">
                  <c:v>0.0325278719674</c:v>
                </c:pt>
                <c:pt idx="1599">
                  <c:v>0.0323529665962</c:v>
                </c:pt>
                <c:pt idx="1600">
                  <c:v>0.0321794350658</c:v>
                </c:pt>
                <c:pt idx="1601">
                  <c:v>0.0320072634833</c:v>
                </c:pt>
                <c:pt idx="1602">
                  <c:v>0.0318364381249</c:v>
                </c:pt>
                <c:pt idx="1603">
                  <c:v>0.0316669454346</c:v>
                </c:pt>
                <c:pt idx="1604">
                  <c:v>0.0314987720209</c:v>
                </c:pt>
                <c:pt idx="1605">
                  <c:v>0.0313319046555</c:v>
                </c:pt>
                <c:pt idx="1606">
                  <c:v>0.03116633027</c:v>
                </c:pt>
                <c:pt idx="1607">
                  <c:v>0.0310020359546</c:v>
                </c:pt>
                <c:pt idx="1608">
                  <c:v>0.0308390089551</c:v>
                </c:pt>
                <c:pt idx="1609">
                  <c:v>0.0306772366715</c:v>
                </c:pt>
                <c:pt idx="1610">
                  <c:v>0.0305167066552</c:v>
                </c:pt>
                <c:pt idx="1611">
                  <c:v>0.0303574066075</c:v>
                </c:pt>
                <c:pt idx="1612">
                  <c:v>0.030199324377</c:v>
                </c:pt>
                <c:pt idx="1613">
                  <c:v>0.030042447958</c:v>
                </c:pt>
                <c:pt idx="1614">
                  <c:v>0.0298867654881</c:v>
                </c:pt>
                <c:pt idx="1615">
                  <c:v>0.0297322652466</c:v>
                </c:pt>
                <c:pt idx="1616">
                  <c:v>0.0295789356525</c:v>
                </c:pt>
                <c:pt idx="1617">
                  <c:v>0.0294267652624</c:v>
                </c:pt>
                <c:pt idx="1618">
                  <c:v>0.0292757427685</c:v>
                </c:pt>
                <c:pt idx="1619">
                  <c:v>0.0291258569974</c:v>
                </c:pt>
                <c:pt idx="1620">
                  <c:v>0.0289770969075</c:v>
                </c:pt>
                <c:pt idx="1621">
                  <c:v>0.0288294515877</c:v>
                </c:pt>
                <c:pt idx="1622">
                  <c:v>0.0286829102554</c:v>
                </c:pt>
                <c:pt idx="1623">
                  <c:v>0.0285374622549</c:v>
                </c:pt>
                <c:pt idx="1624">
                  <c:v>0.0283930970556</c:v>
                </c:pt>
                <c:pt idx="1625">
                  <c:v>0.0282498042502</c:v>
                </c:pt>
                <c:pt idx="1626">
                  <c:v>0.0281075735533</c:v>
                </c:pt>
                <c:pt idx="1627">
                  <c:v>0.0279663947996</c:v>
                </c:pt>
                <c:pt idx="1628">
                  <c:v>0.0278262579423</c:v>
                </c:pt>
                <c:pt idx="1629">
                  <c:v>0.0276871530515</c:v>
                </c:pt>
                <c:pt idx="1630">
                  <c:v>0.0275490703125</c:v>
                </c:pt>
                <c:pt idx="1631">
                  <c:v>0.0274120000246</c:v>
                </c:pt>
                <c:pt idx="1632">
                  <c:v>0.0272759325992</c:v>
                </c:pt>
                <c:pt idx="1633">
                  <c:v>0.0271408585587</c:v>
                </c:pt>
                <c:pt idx="1634">
                  <c:v>0.0270067685344</c:v>
                </c:pt>
                <c:pt idx="1635">
                  <c:v>0.026873653266</c:v>
                </c:pt>
                <c:pt idx="1636">
                  <c:v>0.026741503599</c:v>
                </c:pt>
                <c:pt idx="1637">
                  <c:v>0.0266103104843</c:v>
                </c:pt>
                <c:pt idx="1638">
                  <c:v>0.0264800649763</c:v>
                </c:pt>
                <c:pt idx="1639">
                  <c:v>0.0263507582314</c:v>
                </c:pt>
                <c:pt idx="1640">
                  <c:v>0.0262223815073</c:v>
                </c:pt>
                <c:pt idx="1641">
                  <c:v>0.0260949261609</c:v>
                </c:pt>
                <c:pt idx="1642">
                  <c:v>0.0259683836475</c:v>
                </c:pt>
                <c:pt idx="1643">
                  <c:v>0.0258427455191</c:v>
                </c:pt>
                <c:pt idx="1644">
                  <c:v>0.0257180034236</c:v>
                </c:pt>
                <c:pt idx="1645">
                  <c:v>0.0255941491033</c:v>
                </c:pt>
                <c:pt idx="1646">
                  <c:v>0.0254711743934</c:v>
                </c:pt>
                <c:pt idx="1647">
                  <c:v>0.0253490712214</c:v>
                </c:pt>
                <c:pt idx="1648">
                  <c:v>0.0252278316052</c:v>
                </c:pt>
                <c:pt idx="1649">
                  <c:v>0.0251074476525</c:v>
                </c:pt>
                <c:pt idx="1650">
                  <c:v>0.0249879115592</c:v>
                </c:pt>
                <c:pt idx="1651">
                  <c:v>0.0248692156086</c:v>
                </c:pt>
                <c:pt idx="1652">
                  <c:v>0.0247513521699</c:v>
                </c:pt>
                <c:pt idx="1653">
                  <c:v>0.0246343136974</c:v>
                </c:pt>
                <c:pt idx="1654">
                  <c:v>0.0245180927293</c:v>
                </c:pt>
                <c:pt idx="1655">
                  <c:v>0.0244026818863</c:v>
                </c:pt>
                <c:pt idx="1656">
                  <c:v>0.0242880738713</c:v>
                </c:pt>
                <c:pt idx="1657">
                  <c:v>0.0241742614673</c:v>
                </c:pt>
                <c:pt idx="1658">
                  <c:v>0.0240612375372</c:v>
                </c:pt>
                <c:pt idx="1659">
                  <c:v>0.0239489950224</c:v>
                </c:pt>
                <c:pt idx="1660">
                  <c:v>0.023837526942</c:v>
                </c:pt>
                <c:pt idx="1661">
                  <c:v>0.0237268263913</c:v>
                </c:pt>
                <c:pt idx="1662">
                  <c:v>0.0236168865414</c:v>
                </c:pt>
                <c:pt idx="1663">
                  <c:v>0.023507700638</c:v>
                </c:pt>
                <c:pt idx="1664">
                  <c:v>0.0233992620004</c:v>
                </c:pt>
                <c:pt idx="1665">
                  <c:v>0.0232915640205</c:v>
                </c:pt>
                <c:pt idx="1666">
                  <c:v>0.023184600162</c:v>
                </c:pt>
                <c:pt idx="1667">
                  <c:v>0.0230783639593</c:v>
                </c:pt>
                <c:pt idx="1668">
                  <c:v>0.0229728490169</c:v>
                </c:pt>
                <c:pt idx="1669">
                  <c:v>0.0228680490081</c:v>
                </c:pt>
                <c:pt idx="1670">
                  <c:v>0.0227639576744</c:v>
                </c:pt>
                <c:pt idx="1671">
                  <c:v>0.0226605688247</c:v>
                </c:pt>
                <c:pt idx="1672">
                  <c:v>0.0225578763339</c:v>
                </c:pt>
                <c:pt idx="1673">
                  <c:v>0.0224558741429</c:v>
                </c:pt>
                <c:pt idx="1674">
                  <c:v>0.0223545562567</c:v>
                </c:pt>
                <c:pt idx="1675">
                  <c:v>0.0222539167447</c:v>
                </c:pt>
                <c:pt idx="1676">
                  <c:v>0.022153949739</c:v>
                </c:pt>
                <c:pt idx="1677">
                  <c:v>0.022054649434</c:v>
                </c:pt>
                <c:pt idx="1678">
                  <c:v>0.0219560100855</c:v>
                </c:pt>
                <c:pt idx="1679">
                  <c:v>0.02185802601</c:v>
                </c:pt>
                <c:pt idx="1680">
                  <c:v>0.0217606915837</c:v>
                </c:pt>
                <c:pt idx="1681">
                  <c:v>0.021664001242</c:v>
                </c:pt>
                <c:pt idx="1682">
                  <c:v>0.0215679494786</c:v>
                </c:pt>
                <c:pt idx="1683">
                  <c:v>0.0214725308446</c:v>
                </c:pt>
                <c:pt idx="1684">
                  <c:v>0.0213777399481</c:v>
                </c:pt>
                <c:pt idx="1685">
                  <c:v>0.0212835714533</c:v>
                </c:pt>
                <c:pt idx="1686">
                  <c:v>0.0211900200796</c:v>
                </c:pt>
                <c:pt idx="1687">
                  <c:v>0.0210970806012</c:v>
                </c:pt>
                <c:pt idx="1688">
                  <c:v>0.021004747846</c:v>
                </c:pt>
                <c:pt idx="1689">
                  <c:v>0.0209130166955</c:v>
                </c:pt>
                <c:pt idx="1690">
                  <c:v>0.0208218820834</c:v>
                </c:pt>
                <c:pt idx="1691">
                  <c:v>0.0207313389955</c:v>
                </c:pt>
                <c:pt idx="1692">
                  <c:v>0.0206413824687</c:v>
                </c:pt>
                <c:pt idx="1693">
                  <c:v>0.0205520075904</c:v>
                </c:pt>
                <c:pt idx="1694">
                  <c:v>0.0204632094979</c:v>
                </c:pt>
                <c:pt idx="1695">
                  <c:v>0.0203749833778</c:v>
                </c:pt>
                <c:pt idx="1696">
                  <c:v>0.0202873244651</c:v>
                </c:pt>
                <c:pt idx="1697">
                  <c:v>0.0202002280429</c:v>
                </c:pt>
                <c:pt idx="1698">
                  <c:v>0.0201136894415</c:v>
                </c:pt>
                <c:pt idx="1699">
                  <c:v>0.0200277040381</c:v>
                </c:pt>
                <c:pt idx="1700">
                  <c:v>0.0199422672557</c:v>
                </c:pt>
                <c:pt idx="1701">
                  <c:v>0.019857374563</c:v>
                </c:pt>
                <c:pt idx="1702">
                  <c:v>0.0197730214735</c:v>
                </c:pt>
                <c:pt idx="1703">
                  <c:v>0.019689203545</c:v>
                </c:pt>
                <c:pt idx="1704">
                  <c:v>0.019605916379</c:v>
                </c:pt>
                <c:pt idx="1705">
                  <c:v>0.0195231556203</c:v>
                </c:pt>
                <c:pt idx="1706">
                  <c:v>0.0194409169561</c:v>
                </c:pt>
                <c:pt idx="1707">
                  <c:v>0.0193591961156</c:v>
                </c:pt>
                <c:pt idx="1708">
                  <c:v>0.0192779888696</c:v>
                </c:pt>
                <c:pt idx="1709">
                  <c:v>0.0191972910297</c:v>
                </c:pt>
                <c:pt idx="1710">
                  <c:v>0.019117098448</c:v>
                </c:pt>
                <c:pt idx="1711">
                  <c:v>0.0190374070163</c:v>
                </c:pt>
                <c:pt idx="1712">
                  <c:v>0.0189582126658</c:v>
                </c:pt>
                <c:pt idx="1713">
                  <c:v>0.0188795113666</c:v>
                </c:pt>
                <c:pt idx="1714">
                  <c:v>0.0188012991271</c:v>
                </c:pt>
                <c:pt idx="1715">
                  <c:v>0.0187235719932</c:v>
                </c:pt>
                <c:pt idx="1716">
                  <c:v>0.0186463260486</c:v>
                </c:pt>
                <c:pt idx="1717">
                  <c:v>0.0185695574135</c:v>
                </c:pt>
                <c:pt idx="1718">
                  <c:v>0.0184932622445</c:v>
                </c:pt>
                <c:pt idx="1719">
                  <c:v>0.0184174367342</c:v>
                </c:pt>
                <c:pt idx="1720">
                  <c:v>0.0183420771105</c:v>
                </c:pt>
                <c:pt idx="1721">
                  <c:v>0.0182671796364</c:v>
                </c:pt>
                <c:pt idx="1722">
                  <c:v>0.0181927406093</c:v>
                </c:pt>
                <c:pt idx="1723">
                  <c:v>0.0181187563607</c:v>
                </c:pt>
                <c:pt idx="1724">
                  <c:v>0.018045223256</c:v>
                </c:pt>
                <c:pt idx="1725">
                  <c:v>0.0179721376935</c:v>
                </c:pt>
                <c:pt idx="1726">
                  <c:v>0.0178994961046</c:v>
                </c:pt>
                <c:pt idx="1727">
                  <c:v>0.0178272949529</c:v>
                </c:pt>
                <c:pt idx="1728">
                  <c:v>0.0177555307343</c:v>
                </c:pt>
                <c:pt idx="1729">
                  <c:v>0.0176841999762</c:v>
                </c:pt>
                <c:pt idx="1730">
                  <c:v>0.0176132992373</c:v>
                </c:pt>
                <c:pt idx="1731">
                  <c:v>0.0175428251071</c:v>
                </c:pt>
                <c:pt idx="1732">
                  <c:v>0.0174727742059</c:v>
                </c:pt>
                <c:pt idx="1733">
                  <c:v>0.017403143184</c:v>
                </c:pt>
                <c:pt idx="1734">
                  <c:v>0.0173339287217</c:v>
                </c:pt>
                <c:pt idx="1735">
                  <c:v>0.0172651275285</c:v>
                </c:pt>
                <c:pt idx="1736">
                  <c:v>0.0171967363436</c:v>
                </c:pt>
                <c:pt idx="1737">
                  <c:v>0.0171287519348</c:v>
                </c:pt>
                <c:pt idx="1738">
                  <c:v>0.0170611710984</c:v>
                </c:pt>
                <c:pt idx="1739">
                  <c:v>0.0169939906591</c:v>
                </c:pt>
                <c:pt idx="1740">
                  <c:v>0.0169272074698</c:v>
                </c:pt>
                <c:pt idx="1741">
                  <c:v>0.0168608184107</c:v>
                </c:pt>
                <c:pt idx="1742">
                  <c:v>0.0167948203898</c:v>
                </c:pt>
                <c:pt idx="1743">
                  <c:v>0.016729210342</c:v>
                </c:pt>
                <c:pt idx="1744">
                  <c:v>0.0166639852295</c:v>
                </c:pt>
                <c:pt idx="1745">
                  <c:v>0.0165991420408</c:v>
                </c:pt>
                <c:pt idx="1746">
                  <c:v>0.016534677791</c:v>
                </c:pt>
                <c:pt idx="1747">
                  <c:v>0.0164705895215</c:v>
                </c:pt>
                <c:pt idx="1748">
                  <c:v>0.0164068742996</c:v>
                </c:pt>
                <c:pt idx="1749">
                  <c:v>0.0163435292183</c:v>
                </c:pt>
                <c:pt idx="1750">
                  <c:v>0.0162805513963</c:v>
                </c:pt>
                <c:pt idx="1751">
                  <c:v>0.0162179379775</c:v>
                </c:pt>
                <c:pt idx="1752">
                  <c:v>0.0161556861312</c:v>
                </c:pt>
                <c:pt idx="1753">
                  <c:v>0.0160937930515</c:v>
                </c:pt>
                <c:pt idx="1754">
                  <c:v>0.0160322559573</c:v>
                </c:pt>
                <c:pt idx="1755">
                  <c:v>0.0159710720922</c:v>
                </c:pt>
                <c:pt idx="1756">
                  <c:v>0.015910238724</c:v>
                </c:pt>
                <c:pt idx="1757">
                  <c:v>0.0158497531451</c:v>
                </c:pt>
                <c:pt idx="1758">
                  <c:v>0.0157896126717</c:v>
                </c:pt>
                <c:pt idx="1759">
                  <c:v>0.0157298146441</c:v>
                </c:pt>
                <c:pt idx="1760">
                  <c:v>0.0156703564265</c:v>
                </c:pt>
                <c:pt idx="1761">
                  <c:v>0.0156112354063</c:v>
                </c:pt>
                <c:pt idx="1762">
                  <c:v>0.0155524489949</c:v>
                </c:pt>
                <c:pt idx="1763">
                  <c:v>0.0154939946266</c:v>
                </c:pt>
                <c:pt idx="1764">
                  <c:v>0.0154358697591</c:v>
                </c:pt>
                <c:pt idx="1765">
                  <c:v>0.0153780718731</c:v>
                </c:pt>
                <c:pt idx="1766">
                  <c:v>0.015320598472</c:v>
                </c:pt>
                <c:pt idx="1767">
                  <c:v>0.0152634470823</c:v>
                </c:pt>
                <c:pt idx="1768">
                  <c:v>0.0152066152528</c:v>
                </c:pt>
                <c:pt idx="1769">
                  <c:v>0.0151501005549</c:v>
                </c:pt>
                <c:pt idx="1770">
                  <c:v>0.0150939005822</c:v>
                </c:pt>
                <c:pt idx="1771">
                  <c:v>0.0150380129506</c:v>
                </c:pt>
                <c:pt idx="1772">
                  <c:v>0.014982435298</c:v>
                </c:pt>
                <c:pt idx="1773">
                  <c:v>0.014927165284</c:v>
                </c:pt>
                <c:pt idx="1774">
                  <c:v>0.0148722005902</c:v>
                </c:pt>
                <c:pt idx="1775">
                  <c:v>0.0148175389198</c:v>
                </c:pt>
                <c:pt idx="1776">
                  <c:v>0.0147631779971</c:v>
                </c:pt>
                <c:pt idx="1777">
                  <c:v>0.0147091155682</c:v>
                </c:pt>
                <c:pt idx="1778">
                  <c:v>0.0146553493999</c:v>
                </c:pt>
                <c:pt idx="1779">
                  <c:v>0.0146018772802</c:v>
                </c:pt>
                <c:pt idx="1780">
                  <c:v>0.014548697018</c:v>
                </c:pt>
                <c:pt idx="1781">
                  <c:v>0.0144958064428</c:v>
                </c:pt>
                <c:pt idx="1782">
                  <c:v>0.0144432034047</c:v>
                </c:pt>
                <c:pt idx="1783">
                  <c:v>0.014390885774</c:v>
                </c:pt>
                <c:pt idx="1784">
                  <c:v>0.0143388514413</c:v>
                </c:pt>
                <c:pt idx="1785">
                  <c:v>0.0142870983174</c:v>
                </c:pt>
                <c:pt idx="1786">
                  <c:v>0.0142356243328</c:v>
                </c:pt>
                <c:pt idx="1787">
                  <c:v>0.0141844274377</c:v>
                </c:pt>
                <c:pt idx="1788">
                  <c:v>0.0141335056019</c:v>
                </c:pt>
                <c:pt idx="1789">
                  <c:v>0.0140828568145</c:v>
                </c:pt>
                <c:pt idx="1790">
                  <c:v>0.014032479084</c:v>
                </c:pt>
                <c:pt idx="1791">
                  <c:v>0.0139823704376</c:v>
                </c:pt>
                <c:pt idx="1792">
                  <c:v>0.0139325289216</c:v>
                </c:pt>
                <c:pt idx="1793">
                  <c:v>0.0138829526009</c:v>
                </c:pt>
                <c:pt idx="1794">
                  <c:v>0.0138336395587</c:v>
                </c:pt>
                <c:pt idx="1795">
                  <c:v>0.0137845878967</c:v>
                </c:pt>
                <c:pt idx="1796">
                  <c:v>0.0137357957347</c:v>
                </c:pt>
                <c:pt idx="1797">
                  <c:v>0.0136872612103</c:v>
                </c:pt>
                <c:pt idx="1798">
                  <c:v>0.0136389824791</c:v>
                </c:pt>
                <c:pt idx="1799">
                  <c:v>0.0135909577139</c:v>
                </c:pt>
                <c:pt idx="1800">
                  <c:v>0.0135431851051</c:v>
                </c:pt>
                <c:pt idx="1801">
                  <c:v>0.0134956628604</c:v>
                </c:pt>
                <c:pt idx="1802">
                  <c:v>0.0134483892043</c:v>
                </c:pt>
                <c:pt idx="1803">
                  <c:v>0.0134013623781</c:v>
                </c:pt>
                <c:pt idx="1804">
                  <c:v>0.0133545806399</c:v>
                </c:pt>
                <c:pt idx="1805">
                  <c:v>0.0133080422642</c:v>
                </c:pt>
                <c:pt idx="1806">
                  <c:v>0.0132617455416</c:v>
                </c:pt>
                <c:pt idx="1807">
                  <c:v>0.0132156887789</c:v>
                </c:pt>
                <c:pt idx="1808">
                  <c:v>0.0131698702988</c:v>
                </c:pt>
                <c:pt idx="1809">
                  <c:v>0.0131242884396</c:v>
                </c:pt>
                <c:pt idx="1810">
                  <c:v>0.0130789415553</c:v>
                </c:pt>
                <c:pt idx="1811">
                  <c:v>0.013033828015</c:v>
                </c:pt>
                <c:pt idx="1812">
                  <c:v>0.0129889462032</c:v>
                </c:pt>
                <c:pt idx="1813">
                  <c:v>0.0129442945191</c:v>
                </c:pt>
                <c:pt idx="1814">
                  <c:v>0.012899871377</c:v>
                </c:pt>
                <c:pt idx="1815">
                  <c:v>0.0128556752055</c:v>
                </c:pt>
                <c:pt idx="1816">
                  <c:v>0.0128117044478</c:v>
                </c:pt>
                <c:pt idx="1817">
                  <c:v>0.0127679575615</c:v>
                </c:pt>
                <c:pt idx="1818">
                  <c:v>0.0127244330179</c:v>
                </c:pt>
                <c:pt idx="1819">
                  <c:v>0.0126811293027</c:v>
                </c:pt>
                <c:pt idx="1820">
                  <c:v>0.0126380449149</c:v>
                </c:pt>
                <c:pt idx="1821">
                  <c:v>0.0125951783675</c:v>
                </c:pt>
                <c:pt idx="1822">
                  <c:v>0.0125525281864</c:v>
                </c:pt>
                <c:pt idx="1823">
                  <c:v>0.0125100929114</c:v>
                </c:pt>
                <c:pt idx="1824">
                  <c:v>0.0124678710947</c:v>
                </c:pt>
                <c:pt idx="1825">
                  <c:v>0.012425861302</c:v>
                </c:pt>
                <c:pt idx="1826">
                  <c:v>0.0123840621114</c:v>
                </c:pt>
                <c:pt idx="1827">
                  <c:v>0.0123424721137</c:v>
                </c:pt>
                <c:pt idx="1828">
                  <c:v>0.0123010899123</c:v>
                </c:pt>
                <c:pt idx="1829">
                  <c:v>0.0122599141227</c:v>
                </c:pt>
                <c:pt idx="1830">
                  <c:v>0.0122189433728</c:v>
                </c:pt>
                <c:pt idx="1831">
                  <c:v>0.0121781763022</c:v>
                </c:pt>
                <c:pt idx="1832">
                  <c:v>0.0121376115625</c:v>
                </c:pt>
                <c:pt idx="1833">
                  <c:v>0.0120972478172</c:v>
                </c:pt>
                <c:pt idx="1834">
                  <c:v>0.0120570837411</c:v>
                </c:pt>
                <c:pt idx="1835">
                  <c:v>0.0120171180205</c:v>
                </c:pt>
                <c:pt idx="1836">
                  <c:v>0.0119773493532</c:v>
                </c:pt>
                <c:pt idx="1837">
                  <c:v>0.0119377764478</c:v>
                </c:pt>
                <c:pt idx="1838">
                  <c:v>0.0118983980243</c:v>
                </c:pt>
                <c:pt idx="1839">
                  <c:v>0.0118592128134</c:v>
                </c:pt>
                <c:pt idx="1840">
                  <c:v>0.0118202195565</c:v>
                </c:pt>
                <c:pt idx="1841">
                  <c:v>0.0117814170059</c:v>
                </c:pt>
                <c:pt idx="1842">
                  <c:v>0.0117428039242</c:v>
                </c:pt>
                <c:pt idx="1843">
                  <c:v>0.0117043790845</c:v>
                </c:pt>
                <c:pt idx="1844">
                  <c:v>0.01166614127</c:v>
                </c:pt>
                <c:pt idx="1845">
                  <c:v>0.0116280892744</c:v>
                </c:pt>
                <c:pt idx="1846">
                  <c:v>0.0115902219011</c:v>
                </c:pt>
                <c:pt idx="1847">
                  <c:v>0.0115525379636</c:v>
                </c:pt>
                <c:pt idx="1848">
                  <c:v>0.0115150362851</c:v>
                </c:pt>
                <c:pt idx="1849">
                  <c:v>0.0114777156986</c:v>
                </c:pt>
                <c:pt idx="1850">
                  <c:v>0.0114405750468</c:v>
                </c:pt>
                <c:pt idx="1851">
                  <c:v>0.0114036131815</c:v>
                </c:pt>
                <c:pt idx="1852">
                  <c:v>0.0113668289643</c:v>
                </c:pt>
                <c:pt idx="1853">
                  <c:v>0.0113302212657</c:v>
                </c:pt>
                <c:pt idx="1854">
                  <c:v>0.0112937889658</c:v>
                </c:pt>
                <c:pt idx="1855">
                  <c:v>0.0112575309533</c:v>
                </c:pt>
                <c:pt idx="1856">
                  <c:v>0.0112214461262</c:v>
                </c:pt>
                <c:pt idx="1857">
                  <c:v>0.0111855333913</c:v>
                </c:pt>
                <c:pt idx="1858">
                  <c:v>0.011149791664</c:v>
                </c:pt>
                <c:pt idx="1859">
                  <c:v>0.0111142198686</c:v>
                </c:pt>
                <c:pt idx="1860">
                  <c:v>0.0110788169379</c:v>
                </c:pt>
                <c:pt idx="1861">
                  <c:v>0.0110435818133</c:v>
                </c:pt>
                <c:pt idx="1862">
                  <c:v>0.0110085134443</c:v>
                </c:pt>
                <c:pt idx="1863">
                  <c:v>0.0109736107891</c:v>
                </c:pt>
                <c:pt idx="1864">
                  <c:v>0.0109388728139</c:v>
                </c:pt>
                <c:pt idx="1865">
                  <c:v>0.0109042984931</c:v>
                </c:pt>
                <c:pt idx="1866">
                  <c:v>0.0108698868091</c:v>
                </c:pt>
                <c:pt idx="1867">
                  <c:v>0.0108356367525</c:v>
                </c:pt>
                <c:pt idx="1868">
                  <c:v>0.0108015473214</c:v>
                </c:pt>
                <c:pt idx="1869">
                  <c:v>0.0107676175221</c:v>
                </c:pt>
                <c:pt idx="1870">
                  <c:v>0.0107338463685</c:v>
                </c:pt>
                <c:pt idx="1871">
                  <c:v>0.010700232882</c:v>
                </c:pt>
                <c:pt idx="1872">
                  <c:v>0.0106667760918</c:v>
                </c:pt>
                <c:pt idx="1873">
                  <c:v>0.0106334750345</c:v>
                </c:pt>
                <c:pt idx="1874">
                  <c:v>0.0106003287542</c:v>
                </c:pt>
                <c:pt idx="1875">
                  <c:v>0.0105673363022</c:v>
                </c:pt>
                <c:pt idx="1876">
                  <c:v>0.0105344967372</c:v>
                </c:pt>
                <c:pt idx="1877">
                  <c:v>0.0105018091251</c:v>
                </c:pt>
                <c:pt idx="1878">
                  <c:v>0.0104692725389</c:v>
                </c:pt>
                <c:pt idx="1879">
                  <c:v>0.0104368860588</c:v>
                </c:pt>
                <c:pt idx="1880">
                  <c:v>0.0104046487718</c:v>
                </c:pt>
                <c:pt idx="1881">
                  <c:v>0.0103725597719</c:v>
                </c:pt>
                <c:pt idx="1882">
                  <c:v>0.0103406181601</c:v>
                </c:pt>
                <c:pt idx="1883">
                  <c:v>0.010308823044</c:v>
                </c:pt>
                <c:pt idx="1884">
                  <c:v>0.010277173538</c:v>
                </c:pt>
                <c:pt idx="1885">
                  <c:v>0.0102456687634</c:v>
                </c:pt>
                <c:pt idx="1886">
                  <c:v>0.0102143078477</c:v>
                </c:pt>
                <c:pt idx="1887">
                  <c:v>0.0101830899252</c:v>
                </c:pt>
                <c:pt idx="1888">
                  <c:v>0.0101520141367</c:v>
                </c:pt>
                <c:pt idx="1889">
                  <c:v>0.0101210796293</c:v>
                </c:pt>
                <c:pt idx="1890">
                  <c:v>0.0100902855566</c:v>
                </c:pt>
                <c:pt idx="1891">
                  <c:v>0.0100596310783</c:v>
                </c:pt>
                <c:pt idx="1892">
                  <c:v>0.0100291153607</c:v>
                </c:pt>
                <c:pt idx="1893">
                  <c:v>0.00999873757581</c:v>
                </c:pt>
                <c:pt idx="1894">
                  <c:v>0.00996849690219</c:v>
                </c:pt>
                <c:pt idx="1895">
                  <c:v>0.00993839252426</c:v>
                </c:pt>
                <c:pt idx="1896">
                  <c:v>0.00990842363252</c:v>
                </c:pt>
                <c:pt idx="1897">
                  <c:v>0.00987858942343</c:v>
                </c:pt>
                <c:pt idx="1898">
                  <c:v>0.00984888909936</c:v>
                </c:pt>
                <c:pt idx="1899">
                  <c:v>0.00981932186852</c:v>
                </c:pt>
                <c:pt idx="1900">
                  <c:v>0.00978988694496</c:v>
                </c:pt>
                <c:pt idx="1901">
                  <c:v>0.00976058354846</c:v>
                </c:pt>
                <c:pt idx="1902">
                  <c:v>0.0097314109045</c:v>
                </c:pt>
                <c:pt idx="1903">
                  <c:v>0.00970236824421</c:v>
                </c:pt>
                <c:pt idx="1904">
                  <c:v>0.00967345480434</c:v>
                </c:pt>
                <c:pt idx="1905">
                  <c:v>0.00964466982717</c:v>
                </c:pt>
                <c:pt idx="1906">
                  <c:v>0.00961601256048</c:v>
                </c:pt>
                <c:pt idx="1907">
                  <c:v>0.00958748225751</c:v>
                </c:pt>
                <c:pt idx="1908">
                  <c:v>0.00955907817691</c:v>
                </c:pt>
                <c:pt idx="1909">
                  <c:v>0.00953079958267</c:v>
                </c:pt>
                <c:pt idx="1910">
                  <c:v>0.00950264574412</c:v>
                </c:pt>
                <c:pt idx="1911">
                  <c:v>0.00947461593581</c:v>
                </c:pt>
                <c:pt idx="1912">
                  <c:v>0.00944670943755</c:v>
                </c:pt>
                <c:pt idx="1913">
                  <c:v>0.0094189255343</c:v>
                </c:pt>
                <c:pt idx="1914">
                  <c:v>0.00939126351615</c:v>
                </c:pt>
                <c:pt idx="1915">
                  <c:v>0.00936372267827</c:v>
                </c:pt>
                <c:pt idx="1916">
                  <c:v>0.00933630232089</c:v>
                </c:pt>
                <c:pt idx="1917">
                  <c:v>0.00930900174921</c:v>
                </c:pt>
                <c:pt idx="1918">
                  <c:v>0.00928182027339</c:v>
                </c:pt>
                <c:pt idx="1919">
                  <c:v>0.00925475720851</c:v>
                </c:pt>
                <c:pt idx="1920">
                  <c:v>0.00922781187451</c:v>
                </c:pt>
                <c:pt idx="1921">
                  <c:v>0.00920098359617</c:v>
                </c:pt>
                <c:pt idx="1922">
                  <c:v>0.00917427170304</c:v>
                </c:pt>
                <c:pt idx="1923">
                  <c:v>0.00914767552941</c:v>
                </c:pt>
                <c:pt idx="1924">
                  <c:v>0.0091211944143</c:v>
                </c:pt>
                <c:pt idx="1925">
                  <c:v>0.00909482770138</c:v>
                </c:pt>
                <c:pt idx="1926">
                  <c:v>0.00906857473894</c:v>
                </c:pt>
                <c:pt idx="1927">
                  <c:v>0.00904243487986</c:v>
                </c:pt>
                <c:pt idx="1928">
                  <c:v>0.00901640748159</c:v>
                </c:pt>
                <c:pt idx="1929">
                  <c:v>0.00899049190606</c:v>
                </c:pt>
                <c:pt idx="1930">
                  <c:v>0.00896468751968</c:v>
                </c:pt>
                <c:pt idx="1931">
                  <c:v>0.0089389936933</c:v>
                </c:pt>
                <c:pt idx="1932">
                  <c:v>0.00891340980218</c:v>
                </c:pt>
                <c:pt idx="1933">
                  <c:v>0.0088879352259</c:v>
                </c:pt>
                <c:pt idx="1934">
                  <c:v>0.00886256934842</c:v>
                </c:pt>
                <c:pt idx="1935">
                  <c:v>0.00883731155794</c:v>
                </c:pt>
                <c:pt idx="1936">
                  <c:v>0.00881216124695</c:v>
                </c:pt>
                <c:pt idx="1937">
                  <c:v>0.00878711781212</c:v>
                </c:pt>
                <c:pt idx="1938">
                  <c:v>0.00876218065434</c:v>
                </c:pt>
                <c:pt idx="1939">
                  <c:v>0.00873734917863</c:v>
                </c:pt>
                <c:pt idx="1940">
                  <c:v>0.00871262279412</c:v>
                </c:pt>
                <c:pt idx="1941">
                  <c:v>0.00868800091404</c:v>
                </c:pt>
                <c:pt idx="1942">
                  <c:v>0.00866348295564</c:v>
                </c:pt>
                <c:pt idx="1943">
                  <c:v>0.0086390683402</c:v>
                </c:pt>
                <c:pt idx="1944">
                  <c:v>0.00861475649299</c:v>
                </c:pt>
                <c:pt idx="1945">
                  <c:v>0.00859054684319</c:v>
                </c:pt>
                <c:pt idx="1946">
                  <c:v>0.00856643882395</c:v>
                </c:pt>
                <c:pt idx="1947">
                  <c:v>0.00854243187226</c:v>
                </c:pt>
                <c:pt idx="1948">
                  <c:v>0.00851852542899</c:v>
                </c:pt>
                <c:pt idx="1949">
                  <c:v>0.0084947189388</c:v>
                </c:pt>
                <c:pt idx="1950">
                  <c:v>0.00847101185017</c:v>
                </c:pt>
                <c:pt idx="1951">
                  <c:v>0.00844740361533</c:v>
                </c:pt>
                <c:pt idx="1952">
                  <c:v>0.00842389369024</c:v>
                </c:pt>
                <c:pt idx="1953">
                  <c:v>0.00840048153454</c:v>
                </c:pt>
                <c:pt idx="1954">
                  <c:v>0.00837716661156</c:v>
                </c:pt>
                <c:pt idx="1955">
                  <c:v>0.00835394838826</c:v>
                </c:pt>
                <c:pt idx="1956">
                  <c:v>0.00833082633523</c:v>
                </c:pt>
                <c:pt idx="1957">
                  <c:v>0.0083077999266</c:v>
                </c:pt>
                <c:pt idx="1958">
                  <c:v>0.00828486864008</c:v>
                </c:pt>
                <c:pt idx="1959">
                  <c:v>0.0082620319569</c:v>
                </c:pt>
                <c:pt idx="1960">
                  <c:v>0.00823928936178</c:v>
                </c:pt>
                <c:pt idx="1961">
                  <c:v>0.00821664034291</c:v>
                </c:pt>
                <c:pt idx="1962">
                  <c:v>0.00819408439193</c:v>
                </c:pt>
                <c:pt idx="1963">
                  <c:v>0.00817162100386</c:v>
                </c:pt>
                <c:pt idx="1964">
                  <c:v>0.00814924967714</c:v>
                </c:pt>
                <c:pt idx="1965">
                  <c:v>0.00812696991355</c:v>
                </c:pt>
                <c:pt idx="1966">
                  <c:v>0.0081047812182</c:v>
                </c:pt>
                <c:pt idx="1967">
                  <c:v>0.00808268309951</c:v>
                </c:pt>
                <c:pt idx="1968">
                  <c:v>0.00806067506918</c:v>
                </c:pt>
                <c:pt idx="1969">
                  <c:v>0.00803875664216</c:v>
                </c:pt>
                <c:pt idx="1970">
                  <c:v>0.00801692733661</c:v>
                </c:pt>
                <c:pt idx="1971">
                  <c:v>0.00799518667392</c:v>
                </c:pt>
                <c:pt idx="1972">
                  <c:v>0.00797353417864</c:v>
                </c:pt>
                <c:pt idx="1973">
                  <c:v>0.00795196937848</c:v>
                </c:pt>
                <c:pt idx="1974">
                  <c:v>0.00793049180425</c:v>
                </c:pt>
                <c:pt idx="1975">
                  <c:v>0.0079091009899</c:v>
                </c:pt>
                <c:pt idx="1976">
                  <c:v>0.00788779647243</c:v>
                </c:pt>
                <c:pt idx="1977">
                  <c:v>0.0078665777919</c:v>
                </c:pt>
                <c:pt idx="1978">
                  <c:v>0.00784544449139</c:v>
                </c:pt>
                <c:pt idx="1979">
                  <c:v>0.00782439611702</c:v>
                </c:pt>
                <c:pt idx="1980">
                  <c:v>0.00780343221785</c:v>
                </c:pt>
                <c:pt idx="1981">
                  <c:v>0.00778255234591</c:v>
                </c:pt>
                <c:pt idx="1982">
                  <c:v>0.00776175605619</c:v>
                </c:pt>
                <c:pt idx="1983">
                  <c:v>0.00774104290657</c:v>
                </c:pt>
                <c:pt idx="1984">
                  <c:v>0.00772041245782</c:v>
                </c:pt>
                <c:pt idx="1985">
                  <c:v>0.00769986427359</c:v>
                </c:pt>
                <c:pt idx="1986">
                  <c:v>0.00767939792038</c:v>
                </c:pt>
                <c:pt idx="1987">
                  <c:v>0.00765901296749</c:v>
                </c:pt>
                <c:pt idx="1988">
                  <c:v>0.00763870898705</c:v>
                </c:pt>
                <c:pt idx="1989">
                  <c:v>0.00761848555395</c:v>
                </c:pt>
                <c:pt idx="1990">
                  <c:v>0.00759834224586</c:v>
                </c:pt>
                <c:pt idx="1991">
                  <c:v>0.00757827864318</c:v>
                </c:pt>
                <c:pt idx="1992">
                  <c:v>0.00755829432903</c:v>
                </c:pt>
                <c:pt idx="1993">
                  <c:v>0.00753838888921</c:v>
                </c:pt>
                <c:pt idx="1994">
                  <c:v>0.00751856191223</c:v>
                </c:pt>
                <c:pt idx="1995">
                  <c:v>0.00749881298924</c:v>
                </c:pt>
                <c:pt idx="1996">
                  <c:v>0.00747914171402</c:v>
                </c:pt>
                <c:pt idx="1997">
                  <c:v>0.00745954768298</c:v>
                </c:pt>
                <c:pt idx="1998">
                  <c:v>0.00744003049513</c:v>
                </c:pt>
                <c:pt idx="1999">
                  <c:v>0.00742058975205</c:v>
                </c:pt>
                <c:pt idx="2000">
                  <c:v>0.00740122505788</c:v>
                </c:pt>
              </c:numCache>
            </c:numRef>
          </c:yVal>
        </c:ser>
        <c:ser>
          <c:idx val="1"/>
          <c:order val="1"/>
          <c:tx>
            <c:v>spin</c:v>
          </c:tx>
          <c:spPr>
            <a:ln xmlns:a="http://schemas.openxmlformats.org/drawingml/2006/main" w="15240">
              <a:solidFill>
                <a:srgbClr val="234F91"/>
              </a:solidFill>
              <a:prstDash val="dash"/>
            </a:ln>
          </c:spPr>
          <c:marker>
            <c:symbol val="none"/>
            <c:size val="5"/>
            <c:spPr>
              <a:solidFill xmlns:a="http://schemas.openxmlformats.org/drawingml/2006/main">
                <a:srgbClr val="234F91"/>
              </a:solidFill>
            </c:spPr>
          </c:marker>
          <c:xVal>
            <c:numRef>
              <c:f>'Chart Data'!$C$2:$C$2002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Data'!$D$2:$D$2002</c:f>
              <c:numCache>
                <c:formatCode>0.0</c:formatCode>
                <c:ptCount val="2001"/>
                <c:pt idx="0">
                  <c:v>0.02082242224</c:v>
                </c:pt>
                <c:pt idx="1">
                  <c:v>0.020893656597</c:v>
                </c:pt>
                <c:pt idx="2">
                  <c:v>0.0209652590222</c:v>
                </c:pt>
                <c:pt idx="3">
                  <c:v>0.0210372320568</c:v>
                </c:pt>
                <c:pt idx="4">
                  <c:v>0.0211095782643</c:v>
                </c:pt>
                <c:pt idx="5">
                  <c:v>0.02118230023</c:v>
                </c:pt>
                <c:pt idx="6">
                  <c:v>0.0212554005618</c:v>
                </c:pt>
                <c:pt idx="7">
                  <c:v>0.0213288818901</c:v>
                </c:pt>
                <c:pt idx="8">
                  <c:v>0.0214027468682</c:v>
                </c:pt>
                <c:pt idx="9">
                  <c:v>0.0214769981723</c:v>
                </c:pt>
                <c:pt idx="10">
                  <c:v>0.021551638502</c:v>
                </c:pt>
                <c:pt idx="11">
                  <c:v>0.0216266705806</c:v>
                </c:pt>
                <c:pt idx="12">
                  <c:v>0.021702097155</c:v>
                </c:pt>
                <c:pt idx="13">
                  <c:v>0.0217779209961</c:v>
                </c:pt>
                <c:pt idx="14">
                  <c:v>0.0218541448994</c:v>
                </c:pt>
                <c:pt idx="15">
                  <c:v>0.0219307716847</c:v>
                </c:pt>
                <c:pt idx="16">
                  <c:v>0.0220078041966</c:v>
                </c:pt>
                <c:pt idx="17">
                  <c:v>0.0220852453048</c:v>
                </c:pt>
                <c:pt idx="18">
                  <c:v>0.0221630979045</c:v>
                </c:pt>
                <c:pt idx="19">
                  <c:v>0.0222413649163</c:v>
                </c:pt>
                <c:pt idx="20">
                  <c:v>0.0223200492866</c:v>
                </c:pt>
                <c:pt idx="21">
                  <c:v>0.0223991539883</c:v>
                </c:pt>
                <c:pt idx="22">
                  <c:v>0.0224786820204</c:v>
                </c:pt>
                <c:pt idx="23">
                  <c:v>0.0225586364088</c:v>
                </c:pt>
                <c:pt idx="24">
                  <c:v>0.022639020206</c:v>
                </c:pt>
                <c:pt idx="25">
                  <c:v>0.0227198364924</c:v>
                </c:pt>
                <c:pt idx="26">
                  <c:v>0.0228010883754</c:v>
                </c:pt>
                <c:pt idx="27">
                  <c:v>0.0228827789905</c:v>
                </c:pt>
                <c:pt idx="28">
                  <c:v>0.0229649115015</c:v>
                </c:pt>
                <c:pt idx="29">
                  <c:v>0.0230474891003</c:v>
                </c:pt>
                <c:pt idx="30">
                  <c:v>0.0231305150078</c:v>
                </c:pt>
                <c:pt idx="31">
                  <c:v>0.023213992474</c:v>
                </c:pt>
                <c:pt idx="32">
                  <c:v>0.0232979247781</c:v>
                </c:pt>
                <c:pt idx="33">
                  <c:v>0.0233823152292</c:v>
                </c:pt>
                <c:pt idx="34">
                  <c:v>0.0234671671663</c:v>
                </c:pt>
                <c:pt idx="35">
                  <c:v>0.0235524839588</c:v>
                </c:pt>
                <c:pt idx="36">
                  <c:v>0.0236382690067</c:v>
                </c:pt>
                <c:pt idx="37">
                  <c:v>0.0237245257412</c:v>
                </c:pt>
                <c:pt idx="38">
                  <c:v>0.0238112576247</c:v>
                </c:pt>
                <c:pt idx="39">
                  <c:v>0.0238984681512</c:v>
                </c:pt>
                <c:pt idx="40">
                  <c:v>0.0239861608469</c:v>
                </c:pt>
                <c:pt idx="41">
                  <c:v>0.0240743392703</c:v>
                </c:pt>
                <c:pt idx="42">
                  <c:v>0.0241630070128</c:v>
                </c:pt>
                <c:pt idx="43">
                  <c:v>0.0242521676986</c:v>
                </c:pt>
                <c:pt idx="44">
                  <c:v>0.0243418249857</c:v>
                </c:pt>
                <c:pt idx="45">
                  <c:v>0.0244319825657</c:v>
                </c:pt>
                <c:pt idx="46">
                  <c:v>0.0245226441644</c:v>
                </c:pt>
                <c:pt idx="47">
                  <c:v>0.0246138135424</c:v>
                </c:pt>
                <c:pt idx="48">
                  <c:v>0.024705494495</c:v>
                </c:pt>
                <c:pt idx="49">
                  <c:v>0.024797690853</c:v>
                </c:pt>
                <c:pt idx="50">
                  <c:v>0.024890406483</c:v>
                </c:pt>
                <c:pt idx="51">
                  <c:v>0.0249836452876</c:v>
                </c:pt>
                <c:pt idx="52">
                  <c:v>0.0250774112059</c:v>
                </c:pt>
                <c:pt idx="53">
                  <c:v>0.0251717082143</c:v>
                </c:pt>
                <c:pt idx="54">
                  <c:v>0.0252665403261</c:v>
                </c:pt>
                <c:pt idx="55">
                  <c:v>0.0253619115928</c:v>
                </c:pt>
                <c:pt idx="56">
                  <c:v>0.0254578261038</c:v>
                </c:pt>
                <c:pt idx="57">
                  <c:v>0.0255542879872</c:v>
                </c:pt>
                <c:pt idx="58">
                  <c:v>0.0256513014104</c:v>
                </c:pt>
                <c:pt idx="59">
                  <c:v>0.02574887058</c:v>
                </c:pt>
                <c:pt idx="60">
                  <c:v>0.0258469997428</c:v>
                </c:pt>
                <c:pt idx="61">
                  <c:v>0.0259456931859</c:v>
                </c:pt>
                <c:pt idx="62">
                  <c:v>0.0260449552372</c:v>
                </c:pt>
                <c:pt idx="63">
                  <c:v>0.026144790266</c:v>
                </c:pt>
                <c:pt idx="64">
                  <c:v>0.0262452026835</c:v>
                </c:pt>
                <c:pt idx="65">
                  <c:v>0.0263461969431</c:v>
                </c:pt>
                <c:pt idx="66">
                  <c:v>0.0264477775408</c:v>
                </c:pt>
                <c:pt idx="67">
                  <c:v>0.0265499490162</c:v>
                </c:pt>
                <c:pt idx="68">
                  <c:v>0.0266527159523</c:v>
                </c:pt>
                <c:pt idx="69">
                  <c:v>0.0267560829765</c:v>
                </c:pt>
                <c:pt idx="70">
                  <c:v>0.026860054761</c:v>
                </c:pt>
                <c:pt idx="71">
                  <c:v>0.0269646360232</c:v>
                </c:pt>
                <c:pt idx="72">
                  <c:v>0.0270698315262</c:v>
                </c:pt>
                <c:pt idx="73">
                  <c:v>0.0271756460796</c:v>
                </c:pt>
                <c:pt idx="74">
                  <c:v>0.0272820845398</c:v>
                </c:pt>
                <c:pt idx="75">
                  <c:v>0.0273891518105</c:v>
                </c:pt>
                <c:pt idx="76">
                  <c:v>0.0274968528434</c:v>
                </c:pt>
                <c:pt idx="77">
                  <c:v>0.0276051926388</c:v>
                </c:pt>
                <c:pt idx="78">
                  <c:v>0.0277141762459</c:v>
                </c:pt>
                <c:pt idx="79">
                  <c:v>0.0278238087637</c:v>
                </c:pt>
                <c:pt idx="80">
                  <c:v>0.0279340953412</c:v>
                </c:pt>
                <c:pt idx="81">
                  <c:v>0.0280450411785</c:v>
                </c:pt>
                <c:pt idx="82">
                  <c:v>0.0281566515269</c:v>
                </c:pt>
                <c:pt idx="83">
                  <c:v>0.0282689316898</c:v>
                </c:pt>
                <c:pt idx="84">
                  <c:v>0.0283818870232</c:v>
                </c:pt>
                <c:pt idx="85">
                  <c:v>0.0284955229362</c:v>
                </c:pt>
                <c:pt idx="86">
                  <c:v>0.0286098448919</c:v>
                </c:pt>
                <c:pt idx="87">
                  <c:v>0.0287248584081</c:v>
                </c:pt>
                <c:pt idx="88">
                  <c:v>0.0288405690573</c:v>
                </c:pt>
                <c:pt idx="89">
                  <c:v>0.0289569824682</c:v>
                </c:pt>
                <c:pt idx="90">
                  <c:v>0.0290741043258</c:v>
                </c:pt>
                <c:pt idx="91">
                  <c:v>0.0291919403721</c:v>
                </c:pt>
                <c:pt idx="92">
                  <c:v>0.0293104964073</c:v>
                </c:pt>
                <c:pt idx="93">
                  <c:v>0.0294297782898</c:v>
                </c:pt>
                <c:pt idx="94">
                  <c:v>0.0295497919373</c:v>
                </c:pt>
                <c:pt idx="95">
                  <c:v>0.0296705433274</c:v>
                </c:pt>
                <c:pt idx="96">
                  <c:v>0.0297920384984</c:v>
                </c:pt>
                <c:pt idx="97">
                  <c:v>0.0299142835499</c:v>
                </c:pt>
                <c:pt idx="98">
                  <c:v>0.0300372846437</c:v>
                </c:pt>
                <c:pt idx="99">
                  <c:v>0.0301610480044</c:v>
                </c:pt>
                <c:pt idx="100">
                  <c:v>0.0302855799202</c:v>
                </c:pt>
                <c:pt idx="101">
                  <c:v>0.0304108867437</c:v>
                </c:pt>
                <c:pt idx="102">
                  <c:v>0.0305369748928</c:v>
                </c:pt>
                <c:pt idx="103">
                  <c:v>0.0306638508512</c:v>
                </c:pt>
                <c:pt idx="104">
                  <c:v>0.0307915211694</c:v>
                </c:pt>
                <c:pt idx="105">
                  <c:v>0.0309199924655</c:v>
                </c:pt>
                <c:pt idx="106">
                  <c:v>0.0310492714261</c:v>
                </c:pt>
                <c:pt idx="107">
                  <c:v>0.0311793648069</c:v>
                </c:pt>
                <c:pt idx="108">
                  <c:v>0.0313102794338</c:v>
                </c:pt>
                <c:pt idx="109">
                  <c:v>0.0314420222036</c:v>
                </c:pt>
                <c:pt idx="110">
                  <c:v>0.0315746000849</c:v>
                </c:pt>
                <c:pt idx="111">
                  <c:v>0.031708020119</c:v>
                </c:pt>
                <c:pt idx="112">
                  <c:v>0.0318422894211</c:v>
                </c:pt>
                <c:pt idx="113">
                  <c:v>0.0319774151804</c:v>
                </c:pt>
                <c:pt idx="114">
                  <c:v>0.0321134046621</c:v>
                </c:pt>
                <c:pt idx="115">
                  <c:v>0.0322502652073</c:v>
                </c:pt>
                <c:pt idx="116">
                  <c:v>0.0323880042347</c:v>
                </c:pt>
                <c:pt idx="117">
                  <c:v>0.0325266292412</c:v>
                </c:pt>
                <c:pt idx="118">
                  <c:v>0.0326661478031</c:v>
                </c:pt>
                <c:pt idx="119">
                  <c:v>0.0328065675768</c:v>
                </c:pt>
                <c:pt idx="120">
                  <c:v>0.0329478963001</c:v>
                </c:pt>
                <c:pt idx="121">
                  <c:v>0.0330901417929</c:v>
                </c:pt>
                <c:pt idx="122">
                  <c:v>0.0332333119585</c:v>
                </c:pt>
                <c:pt idx="123">
                  <c:v>0.0333774147847</c:v>
                </c:pt>
                <c:pt idx="124">
                  <c:v>0.0335224583445</c:v>
                </c:pt>
                <c:pt idx="125">
                  <c:v>0.0336684507976</c:v>
                </c:pt>
                <c:pt idx="126">
                  <c:v>0.0338154003913</c:v>
                </c:pt>
                <c:pt idx="127">
                  <c:v>0.0339633154613</c:v>
                </c:pt>
                <c:pt idx="128">
                  <c:v>0.0341122044335</c:v>
                </c:pt>
                <c:pt idx="129">
                  <c:v>0.0342620758247</c:v>
                </c:pt>
                <c:pt idx="130">
                  <c:v>0.0344129382436</c:v>
                </c:pt>
                <c:pt idx="131">
                  <c:v>0.0345648003926</c:v>
                </c:pt>
                <c:pt idx="132">
                  <c:v>0.0347176710681</c:v>
                </c:pt>
                <c:pt idx="133">
                  <c:v>0.0348715591628</c:v>
                </c:pt>
                <c:pt idx="134">
                  <c:v>0.0350264736658</c:v>
                </c:pt>
                <c:pt idx="135">
                  <c:v>0.0351824236647</c:v>
                </c:pt>
                <c:pt idx="136">
                  <c:v>0.0353394183465</c:v>
                </c:pt>
                <c:pt idx="137">
                  <c:v>0.0354974669988</c:v>
                </c:pt>
                <c:pt idx="138">
                  <c:v>0.0356565790113</c:v>
                </c:pt>
                <c:pt idx="139">
                  <c:v>0.0358167638772</c:v>
                </c:pt>
                <c:pt idx="140">
                  <c:v>0.035978031194</c:v>
                </c:pt>
                <c:pt idx="141">
                  <c:v>0.0361403906657</c:v>
                </c:pt>
                <c:pt idx="142">
                  <c:v>0.0363038521033</c:v>
                </c:pt>
                <c:pt idx="143">
                  <c:v>0.0364684254269</c:v>
                </c:pt>
                <c:pt idx="144">
                  <c:v>0.0366341206668</c:v>
                </c:pt>
                <c:pt idx="145">
                  <c:v>0.0368009479649</c:v>
                </c:pt>
                <c:pt idx="146">
                  <c:v>0.0369689175761</c:v>
                </c:pt>
                <c:pt idx="147">
                  <c:v>0.0371380398702</c:v>
                </c:pt>
                <c:pt idx="148">
                  <c:v>0.0373083253329</c:v>
                </c:pt>
                <c:pt idx="149">
                  <c:v>0.0374797845677</c:v>
                </c:pt>
                <c:pt idx="150">
                  <c:v>0.0376524282972</c:v>
                </c:pt>
                <c:pt idx="151">
                  <c:v>0.0378262673648</c:v>
                </c:pt>
                <c:pt idx="152">
                  <c:v>0.0380013127363</c:v>
                </c:pt>
                <c:pt idx="153">
                  <c:v>0.0381775755012</c:v>
                </c:pt>
                <c:pt idx="154">
                  <c:v>0.0383550668751</c:v>
                </c:pt>
                <c:pt idx="155">
                  <c:v>0.0385337982006</c:v>
                </c:pt>
                <c:pt idx="156">
                  <c:v>0.0387137809493</c:v>
                </c:pt>
                <c:pt idx="157">
                  <c:v>0.0388950267234</c:v>
                </c:pt>
                <c:pt idx="158">
                  <c:v>0.0390775472578</c:v>
                </c:pt>
                <c:pt idx="159">
                  <c:v>0.0392613544215</c:v>
                </c:pt>
                <c:pt idx="160">
                  <c:v>0.0394464602195</c:v>
                </c:pt>
                <c:pt idx="161">
                  <c:v>0.0396328767945</c:v>
                </c:pt>
                <c:pt idx="162">
                  <c:v>0.0398206164291</c:v>
                </c:pt>
                <c:pt idx="163">
                  <c:v>0.0400096915473</c:v>
                </c:pt>
                <c:pt idx="164">
                  <c:v>0.0402001147167</c:v>
                </c:pt>
                <c:pt idx="165">
                  <c:v>0.0403918986501</c:v>
                </c:pt>
                <c:pt idx="166">
                  <c:v>0.0405850562079</c:v>
                </c:pt>
                <c:pt idx="167">
                  <c:v>0.0407796003997</c:v>
                </c:pt>
                <c:pt idx="168">
                  <c:v>0.0409755443866</c:v>
                </c:pt>
                <c:pt idx="169">
                  <c:v>0.041172901483</c:v>
                </c:pt>
                <c:pt idx="170">
                  <c:v>0.0413716851588</c:v>
                </c:pt>
                <c:pt idx="171">
                  <c:v>0.0415719090418</c:v>
                </c:pt>
                <c:pt idx="172">
                  <c:v>0.0417735869192</c:v>
                </c:pt>
                <c:pt idx="173">
                  <c:v>0.0419767327406</c:v>
                </c:pt>
                <c:pt idx="174">
                  <c:v>0.0421813606193</c:v>
                </c:pt>
                <c:pt idx="175">
                  <c:v>0.0423874848356</c:v>
                </c:pt>
                <c:pt idx="176">
                  <c:v>0.0425951198379</c:v>
                </c:pt>
                <c:pt idx="177">
                  <c:v>0.0428042802462</c:v>
                </c:pt>
                <c:pt idx="178">
                  <c:v>0.0430149808534</c:v>
                </c:pt>
                <c:pt idx="179">
                  <c:v>0.0432272366285</c:v>
                </c:pt>
                <c:pt idx="180">
                  <c:v>0.0434410627186</c:v>
                </c:pt>
                <c:pt idx="181">
                  <c:v>0.0436564744515</c:v>
                </c:pt>
                <c:pt idx="182">
                  <c:v>0.0438734873379</c:v>
                </c:pt>
                <c:pt idx="183">
                  <c:v>0.0440921170747</c:v>
                </c:pt>
                <c:pt idx="184">
                  <c:v>0.0443123795465</c:v>
                </c:pt>
                <c:pt idx="185">
                  <c:v>0.0445342908293</c:v>
                </c:pt>
                <c:pt idx="186">
                  <c:v>0.0447578671923</c:v>
                </c:pt>
                <c:pt idx="187">
                  <c:v>0.0449831251011</c:v>
                </c:pt>
                <c:pt idx="188">
                  <c:v>0.0452100812202</c:v>
                </c:pt>
                <c:pt idx="189">
                  <c:v>0.0454387524159</c:v>
                </c:pt>
                <c:pt idx="190">
                  <c:v>0.0456691557591</c:v>
                </c:pt>
                <c:pt idx="191">
                  <c:v>0.0459013085282</c:v>
                </c:pt>
                <c:pt idx="192">
                  <c:v>0.0461352282118</c:v>
                </c:pt>
                <c:pt idx="193">
                  <c:v>0.0463709325119</c:v>
                </c:pt>
                <c:pt idx="194">
                  <c:v>0.0466084393469</c:v>
                </c:pt>
                <c:pt idx="195">
                  <c:v>0.0468477668544</c:v>
                </c:pt>
                <c:pt idx="196">
                  <c:v>0.0470889333947</c:v>
                </c:pt>
                <c:pt idx="197">
                  <c:v>0.0473319575533</c:v>
                </c:pt>
                <c:pt idx="198">
                  <c:v>0.0475768581448</c:v>
                </c:pt>
                <c:pt idx="199">
                  <c:v>0.0478236542158</c:v>
                </c:pt>
                <c:pt idx="200">
                  <c:v>0.048072365048</c:v>
                </c:pt>
                <c:pt idx="201">
                  <c:v>0.048323010162</c:v>
                </c:pt>
                <c:pt idx="202">
                  <c:v>0.0485756093202</c:v>
                </c:pt>
                <c:pt idx="203">
                  <c:v>0.0488301825307</c:v>
                </c:pt>
                <c:pt idx="204">
                  <c:v>0.0490867500504</c:v>
                </c:pt>
                <c:pt idx="205">
                  <c:v>0.0493453323889</c:v>
                </c:pt>
                <c:pt idx="206">
                  <c:v>0.0496059503116</c:v>
                </c:pt>
                <c:pt idx="207">
                  <c:v>0.0498686248439</c:v>
                </c:pt>
                <c:pt idx="208">
                  <c:v>0.0501333772749</c:v>
                </c:pt>
                <c:pt idx="209">
                  <c:v>0.0504002291605</c:v>
                </c:pt>
                <c:pt idx="210">
                  <c:v>0.050669202328</c:v>
                </c:pt>
                <c:pt idx="211">
                  <c:v>0.0509403188796</c:v>
                </c:pt>
                <c:pt idx="212">
                  <c:v>0.0512136011964</c:v>
                </c:pt>
                <c:pt idx="213">
                  <c:v>0.0514890719425</c:v>
                </c:pt>
                <c:pt idx="214">
                  <c:v>0.051766754069</c:v>
                </c:pt>
                <c:pt idx="215">
                  <c:v>0.0520466708181</c:v>
                </c:pt>
                <c:pt idx="216">
                  <c:v>0.0523288457273</c:v>
                </c:pt>
                <c:pt idx="217">
                  <c:v>0.0526133026337</c:v>
                </c:pt>
                <c:pt idx="218">
                  <c:v>0.0529000656784</c:v>
                </c:pt>
                <c:pt idx="219">
                  <c:v>0.0531891593107</c:v>
                </c:pt>
                <c:pt idx="220">
                  <c:v>0.0534806082926</c:v>
                </c:pt>
                <c:pt idx="221">
                  <c:v>0.0537744377035</c:v>
                </c:pt>
                <c:pt idx="222">
                  <c:v>0.0540706729447</c:v>
                </c:pt>
                <c:pt idx="223">
                  <c:v>0.0543693397439</c:v>
                </c:pt>
                <c:pt idx="224">
                  <c:v>0.0546704641601</c:v>
                </c:pt>
                <c:pt idx="225">
                  <c:v>0.0549740725885</c:v>
                </c:pt>
                <c:pt idx="226">
                  <c:v>0.055280191765</c:v>
                </c:pt>
                <c:pt idx="227">
                  <c:v>0.0555888487717</c:v>
                </c:pt>
                <c:pt idx="228">
                  <c:v>0.0559000710413</c:v>
                </c:pt>
                <c:pt idx="229">
                  <c:v>0.0562138863627</c:v>
                </c:pt>
                <c:pt idx="230">
                  <c:v>0.0565303228861</c:v>
                </c:pt>
                <c:pt idx="231">
                  <c:v>0.0568494091279</c:v>
                </c:pt>
                <c:pt idx="232">
                  <c:v>0.0571711739763</c:v>
                </c:pt>
                <c:pt idx="233">
                  <c:v>0.057495646697</c:v>
                </c:pt>
                <c:pt idx="234">
                  <c:v>0.057822856938</c:v>
                </c:pt>
                <c:pt idx="235">
                  <c:v>0.0581528347357</c:v>
                </c:pt>
                <c:pt idx="236">
                  <c:v>0.0584856105206</c:v>
                </c:pt>
                <c:pt idx="237">
                  <c:v>0.0588212151226</c:v>
                </c:pt>
                <c:pt idx="238">
                  <c:v>0.059159679777</c:v>
                </c:pt>
                <c:pt idx="239">
                  <c:v>0.0595010361308</c:v>
                </c:pt>
                <c:pt idx="240">
                  <c:v>0.0598453162481</c:v>
                </c:pt>
                <c:pt idx="241">
                  <c:v>0.0601925526165</c:v>
                </c:pt>
                <c:pt idx="242">
                  <c:v>0.0605427781533</c:v>
                </c:pt>
                <c:pt idx="243">
                  <c:v>0.0608960262117</c:v>
                </c:pt>
                <c:pt idx="244">
                  <c:v>0.0612523305868</c:v>
                </c:pt>
                <c:pt idx="245">
                  <c:v>0.0616117255228</c:v>
                </c:pt>
                <c:pt idx="246">
                  <c:v>0.0619742457188</c:v>
                </c:pt>
                <c:pt idx="247">
                  <c:v>0.0623399263358</c:v>
                </c:pt>
                <c:pt idx="248">
                  <c:v>0.0627088030032</c:v>
                </c:pt>
                <c:pt idx="249">
                  <c:v>0.063080911826</c:v>
                </c:pt>
                <c:pt idx="250">
                  <c:v>0.063456289391</c:v>
                </c:pt>
                <c:pt idx="251">
                  <c:v>0.0638349727747</c:v>
                </c:pt>
                <c:pt idx="252">
                  <c:v>0.0642169995496</c:v>
                </c:pt>
                <c:pt idx="253">
                  <c:v>0.0646024077917</c:v>
                </c:pt>
                <c:pt idx="254">
                  <c:v>0.0649912360881</c:v>
                </c:pt>
                <c:pt idx="255">
                  <c:v>0.0653835235437</c:v>
                </c:pt>
                <c:pt idx="256">
                  <c:v>0.0657793097893</c:v>
                </c:pt>
                <c:pt idx="257">
                  <c:v>0.0661786349889</c:v>
                </c:pt>
                <c:pt idx="258">
                  <c:v>0.0665815398475</c:v>
                </c:pt>
                <c:pt idx="259">
                  <c:v>0.0669880656187</c:v>
                </c:pt>
                <c:pt idx="260">
                  <c:v>0.0673982541129</c:v>
                </c:pt>
                <c:pt idx="261">
                  <c:v>0.0678121477048</c:v>
                </c:pt>
                <c:pt idx="262">
                  <c:v>0.0682297893421</c:v>
                </c:pt>
                <c:pt idx="263">
                  <c:v>0.0686512225531</c:v>
                </c:pt>
                <c:pt idx="264">
                  <c:v>0.0690764914555</c:v>
                </c:pt>
                <c:pt idx="265">
                  <c:v>0.0695056407644</c:v>
                </c:pt>
                <c:pt idx="266">
                  <c:v>0.069938715801</c:v>
                </c:pt>
                <c:pt idx="267">
                  <c:v>0.0703757625012</c:v>
                </c:pt>
                <c:pt idx="268">
                  <c:v>0.0708168274241</c:v>
                </c:pt>
                <c:pt idx="269">
                  <c:v>0.0712619577611</c:v>
                </c:pt>
                <c:pt idx="270">
                  <c:v>0.0717112013447</c:v>
                </c:pt>
                <c:pt idx="271">
                  <c:v>0.072164606657</c:v>
                </c:pt>
                <c:pt idx="272">
                  <c:v>0.0726222228399</c:v>
                </c:pt>
                <c:pt idx="273">
                  <c:v>0.0730840997031</c:v>
                </c:pt>
                <c:pt idx="274">
                  <c:v>0.0735502877342</c:v>
                </c:pt>
                <c:pt idx="275">
                  <c:v>0.0740208381077</c:v>
                </c:pt>
                <c:pt idx="276">
                  <c:v>0.0744958026947</c:v>
                </c:pt>
                <c:pt idx="277">
                  <c:v>0.0749752340724</c:v>
                </c:pt>
                <c:pt idx="278">
                  <c:v>0.0754591855338</c:v>
                </c:pt>
                <c:pt idx="279">
                  <c:v>0.0759477110974</c:v>
                </c:pt>
                <c:pt idx="280">
                  <c:v>0.076440865517</c:v>
                </c:pt>
                <c:pt idx="281">
                  <c:v>0.076938704292</c:v>
                </c:pt>
                <c:pt idx="282">
                  <c:v>0.077441283677</c:v>
                </c:pt>
                <c:pt idx="283">
                  <c:v>0.0779486606921</c:v>
                </c:pt>
                <c:pt idx="284">
                  <c:v>0.0784608931333</c:v>
                </c:pt>
                <c:pt idx="285">
                  <c:v>0.0789780395823</c:v>
                </c:pt>
                <c:pt idx="286">
                  <c:v>0.0795001594173</c:v>
                </c:pt>
                <c:pt idx="287">
                  <c:v>0.0800273128232</c:v>
                </c:pt>
                <c:pt idx="288">
                  <c:v>0.0805595608021</c:v>
                </c:pt>
                <c:pt idx="289">
                  <c:v>0.081096965184</c:v>
                </c:pt>
                <c:pt idx="290">
                  <c:v>0.0816395886372</c:v>
                </c:pt>
                <c:pt idx="291">
                  <c:v>0.0821874946791</c:v>
                </c:pt>
                <c:pt idx="292">
                  <c:v>0.0827407476869</c:v>
                </c:pt>
                <c:pt idx="293">
                  <c:v>0.0832994129083</c:v>
                </c:pt>
                <c:pt idx="294">
                  <c:v>0.0838635564725</c:v>
                </c:pt>
                <c:pt idx="295">
                  <c:v>0.0844332454008</c:v>
                </c:pt>
                <c:pt idx="296">
                  <c:v>0.0850085476176</c:v>
                </c:pt>
                <c:pt idx="297">
                  <c:v>0.0855895319613</c:v>
                </c:pt>
                <c:pt idx="298">
                  <c:v>0.086176268195</c:v>
                </c:pt>
                <c:pt idx="299">
                  <c:v>0.0867688270178</c:v>
                </c:pt>
                <c:pt idx="300">
                  <c:v>0.0873672800753</c:v>
                </c:pt>
                <c:pt idx="301">
                  <c:v>0.0879716999709</c:v>
                </c:pt>
                <c:pt idx="302">
                  <c:v>0.0885821602763</c:v>
                </c:pt>
                <c:pt idx="303">
                  <c:v>0.0891987355424</c:v>
                </c:pt>
                <c:pt idx="304">
                  <c:v>0.0898215013105</c:v>
                </c:pt>
                <c:pt idx="305">
                  <c:v>0.0904505341226</c:v>
                </c:pt>
                <c:pt idx="306">
                  <c:v>0.0910859115324</c:v>
                </c:pt>
                <c:pt idx="307">
                  <c:v>0.0917277121157</c:v>
                </c:pt>
                <c:pt idx="308">
                  <c:v>0.0923760154811</c:v>
                </c:pt>
                <c:pt idx="309">
                  <c:v>0.0930309022804</c:v>
                </c:pt>
                <c:pt idx="310">
                  <c:v>0.093692454219</c:v>
                </c:pt>
                <c:pt idx="311">
                  <c:v>0.0943607540659</c:v>
                </c:pt>
                <c:pt idx="312">
                  <c:v>0.0950358856639</c:v>
                </c:pt>
                <c:pt idx="313">
                  <c:v>0.0957179339396</c:v>
                </c:pt>
                <c:pt idx="314">
                  <c:v>0.0964069849127</c:v>
                </c:pt>
                <c:pt idx="315">
                  <c:v>0.0971031257063</c:v>
                </c:pt>
                <c:pt idx="316">
                  <c:v>0.0978064445551</c:v>
                </c:pt>
                <c:pt idx="317">
                  <c:v>0.0985170308155</c:v>
                </c:pt>
                <c:pt idx="318">
                  <c:v>0.0992349749739</c:v>
                </c:pt>
                <c:pt idx="319">
                  <c:v>0.0999603686553</c:v>
                </c:pt>
                <c:pt idx="320">
                  <c:v>0.100693304631</c:v>
                </c:pt>
                <c:pt idx="321">
                  <c:v>0.101433876829</c:v>
                </c:pt>
                <c:pt idx="322">
                  <c:v>0.102182180336</c:v>
                </c:pt>
                <c:pt idx="323">
                  <c:v>0.102938311411</c:v>
                </c:pt>
                <c:pt idx="324">
                  <c:v>0.103702367489</c:v>
                </c:pt>
                <c:pt idx="325">
                  <c:v>0.104474447187</c:v>
                </c:pt>
                <c:pt idx="326">
                  <c:v>0.105254650308</c:v>
                </c:pt>
                <c:pt idx="327">
                  <c:v>0.106043077853</c:v>
                </c:pt>
                <c:pt idx="328">
                  <c:v>0.106839832019</c:v>
                </c:pt>
                <c:pt idx="329">
                  <c:v>0.107645016204</c:v>
                </c:pt>
                <c:pt idx="330">
                  <c:v>0.108458735017</c:v>
                </c:pt>
                <c:pt idx="331">
                  <c:v>0.10928109427</c:v>
                </c:pt>
                <c:pt idx="332">
                  <c:v>0.110112200992</c:v>
                </c:pt>
                <c:pt idx="333">
                  <c:v>0.110952163423</c:v>
                </c:pt>
                <c:pt idx="334">
                  <c:v>0.111801091016</c:v>
                </c:pt>
                <c:pt idx="335">
                  <c:v>0.112659094438</c:v>
                </c:pt>
                <c:pt idx="336">
                  <c:v>0.113526285569</c:v>
                </c:pt>
                <c:pt idx="337">
                  <c:v>0.114402777502</c:v>
                </c:pt>
                <c:pt idx="338">
                  <c:v>0.115288684534</c:v>
                </c:pt>
                <c:pt idx="339">
                  <c:v>0.116184122171</c:v>
                </c:pt>
                <c:pt idx="340">
                  <c:v>0.117089207114</c:v>
                </c:pt>
                <c:pt idx="341">
                  <c:v>0.118004057261</c:v>
                </c:pt>
                <c:pt idx="342">
                  <c:v>0.118928791694</c:v>
                </c:pt>
                <c:pt idx="343">
                  <c:v>0.119863530672</c:v>
                </c:pt>
                <c:pt idx="344">
                  <c:v>0.120808395625</c:v>
                </c:pt>
                <c:pt idx="345">
                  <c:v>0.121763509136</c:v>
                </c:pt>
                <c:pt idx="346">
                  <c:v>0.122728994934</c:v>
                </c:pt>
                <c:pt idx="347">
                  <c:v>0.123704977877</c:v>
                </c:pt>
                <c:pt idx="348">
                  <c:v>0.124691583936</c:v>
                </c:pt>
                <c:pt idx="349">
                  <c:v>0.12568894018</c:v>
                </c:pt>
                <c:pt idx="350">
                  <c:v>0.126697174754</c:v>
                </c:pt>
                <c:pt idx="351">
                  <c:v>0.127716416859</c:v>
                </c:pt>
                <c:pt idx="352">
                  <c:v>0.128746796729</c:v>
                </c:pt>
                <c:pt idx="353">
                  <c:v>0.129788445607</c:v>
                </c:pt>
                <c:pt idx="354">
                  <c:v>0.130841495715</c:v>
                </c:pt>
                <c:pt idx="355">
                  <c:v>0.131906080228</c:v>
                </c:pt>
                <c:pt idx="356">
                  <c:v>0.13298233324</c:v>
                </c:pt>
                <c:pt idx="357">
                  <c:v>0.134070389732</c:v>
                </c:pt>
                <c:pt idx="358">
                  <c:v>0.135170385534</c:v>
                </c:pt>
                <c:pt idx="359">
                  <c:v>0.136282457286</c:v>
                </c:pt>
                <c:pt idx="360">
                  <c:v>0.137406742397</c:v>
                </c:pt>
                <c:pt idx="361">
                  <c:v>0.138543379</c:v>
                </c:pt>
                <c:pt idx="362">
                  <c:v>0.139692505907</c:v>
                </c:pt>
                <c:pt idx="363">
                  <c:v>0.140854262554</c:v>
                </c:pt>
                <c:pt idx="364">
                  <c:v>0.142028788951</c:v>
                </c:pt>
                <c:pt idx="365">
                  <c:v>0.143216225625</c:v>
                </c:pt>
                <c:pt idx="366">
                  <c:v>0.144416713559</c:v>
                </c:pt>
                <c:pt idx="367">
                  <c:v>0.145630394128</c:v>
                </c:pt>
                <c:pt idx="368">
                  <c:v>0.146857409036</c:v>
                </c:pt>
                <c:pt idx="369">
                  <c:v>0.148097900239</c:v>
                </c:pt>
                <c:pt idx="370">
                  <c:v>0.149352009874</c:v>
                </c:pt>
                <c:pt idx="371">
                  <c:v>0.150619880183</c:v>
                </c:pt>
                <c:pt idx="372">
                  <c:v>0.151901653424</c:v>
                </c:pt>
                <c:pt idx="373">
                  <c:v>0.153197471792</c:v>
                </c:pt>
                <c:pt idx="374">
                  <c:v>0.154507477323</c:v>
                </c:pt>
                <c:pt idx="375">
                  <c:v>0.155831811799</c:v>
                </c:pt>
                <c:pt idx="376">
                  <c:v>0.15717061665</c:v>
                </c:pt>
                <c:pt idx="377">
                  <c:v>0.158524032852</c:v>
                </c:pt>
                <c:pt idx="378">
                  <c:v>0.15989220081</c:v>
                </c:pt>
                <c:pt idx="379">
                  <c:v>0.161275260254</c:v>
                </c:pt>
                <c:pt idx="380">
                  <c:v>0.162673350113</c:v>
                </c:pt>
                <c:pt idx="381">
                  <c:v>0.164086608393</c:v>
                </c:pt>
                <c:pt idx="382">
                  <c:v>0.165515172051</c:v>
                </c:pt>
                <c:pt idx="383">
                  <c:v>0.166959176856</c:v>
                </c:pt>
                <c:pt idx="384">
                  <c:v>0.168418757255</c:v>
                </c:pt>
                <c:pt idx="385">
                  <c:v>0.169894046223</c:v>
                </c:pt>
                <c:pt idx="386">
                  <c:v>0.171385175114</c:v>
                </c:pt>
                <c:pt idx="387">
                  <c:v>0.17289227351</c:v>
                </c:pt>
                <c:pt idx="388">
                  <c:v>0.174415469052</c:v>
                </c:pt>
                <c:pt idx="389">
                  <c:v>0.175954887279</c:v>
                </c:pt>
                <c:pt idx="390">
                  <c:v>0.177510651453</c:v>
                </c:pt>
                <c:pt idx="391">
                  <c:v>0.179082882382</c:v>
                </c:pt>
                <c:pt idx="392">
                  <c:v>0.180671698233</c:v>
                </c:pt>
                <c:pt idx="393">
                  <c:v>0.182277214348</c:v>
                </c:pt>
                <c:pt idx="394">
                  <c:v>0.183899543042</c:v>
                </c:pt>
                <c:pt idx="395">
                  <c:v>0.185538793408</c:v>
                </c:pt>
                <c:pt idx="396">
                  <c:v>0.187195071109</c:v>
                </c:pt>
                <c:pt idx="397">
                  <c:v>0.188868478164</c:v>
                </c:pt>
                <c:pt idx="398">
                  <c:v>0.190559112734</c:v>
                </c:pt>
                <c:pt idx="399">
                  <c:v>0.192267068897</c:v>
                </c:pt>
                <c:pt idx="400">
                  <c:v>0.193992436422</c:v>
                </c:pt>
                <c:pt idx="401">
                  <c:v>0.195735300535</c:v>
                </c:pt>
                <c:pt idx="402">
                  <c:v>0.197495741684</c:v>
                </c:pt>
                <c:pt idx="403">
                  <c:v>0.199273835293</c:v>
                </c:pt>
                <c:pt idx="404">
                  <c:v>0.201069651519</c:v>
                </c:pt>
                <c:pt idx="405">
                  <c:v>0.202883254999</c:v>
                </c:pt>
                <c:pt idx="406">
                  <c:v>0.204714704597</c:v>
                </c:pt>
                <c:pt idx="407">
                  <c:v>0.206564053144</c:v>
                </c:pt>
                <c:pt idx="408">
                  <c:v>0.20843134718</c:v>
                </c:pt>
                <c:pt idx="409">
                  <c:v>0.210316626683</c:v>
                </c:pt>
                <c:pt idx="410">
                  <c:v>0.21221992481</c:v>
                </c:pt>
                <c:pt idx="411">
                  <c:v>0.214141267621</c:v>
                </c:pt>
                <c:pt idx="412">
                  <c:v>0.216080673813</c:v>
                </c:pt>
                <c:pt idx="413">
                  <c:v>0.218038154444</c:v>
                </c:pt>
                <c:pt idx="414">
                  <c:v>0.220013712664</c:v>
                </c:pt>
                <c:pt idx="415">
                  <c:v>0.222007343439</c:v>
                </c:pt>
                <c:pt idx="416">
                  <c:v>0.22401903328</c:v>
                </c:pt>
                <c:pt idx="417">
                  <c:v>0.226048759969</c:v>
                </c:pt>
                <c:pt idx="418">
                  <c:v>0.228096492292</c:v>
                </c:pt>
                <c:pt idx="419">
                  <c:v>0.230162189769</c:v>
                </c:pt>
                <c:pt idx="420">
                  <c:v>0.232245802388</c:v>
                </c:pt>
                <c:pt idx="421">
                  <c:v>0.234347270344</c:v>
                </c:pt>
                <c:pt idx="422">
                  <c:v>0.236466523784</c:v>
                </c:pt>
                <c:pt idx="423">
                  <c:v>0.23860348255</c:v>
                </c:pt>
                <c:pt idx="424">
                  <c:v>0.240758055933</c:v>
                </c:pt>
                <c:pt idx="425">
                  <c:v>0.242930142437</c:v>
                </c:pt>
                <c:pt idx="426">
                  <c:v>0.245119629538</c:v>
                </c:pt>
                <c:pt idx="427">
                  <c:v>0.247326393467</c:v>
                </c:pt>
                <c:pt idx="428">
                  <c:v>0.249550298988</c:v>
                </c:pt>
                <c:pt idx="429">
                  <c:v>0.251791199193</c:v>
                </c:pt>
                <c:pt idx="430">
                  <c:v>0.254048935304</c:v>
                </c:pt>
                <c:pt idx="431">
                  <c:v>0.256323336491</c:v>
                </c:pt>
                <c:pt idx="432">
                  <c:v>0.258614219697</c:v>
                </c:pt>
                <c:pt idx="433">
                  <c:v>0.260921389475</c:v>
                </c:pt>
                <c:pt idx="434">
                  <c:v>0.263244637848</c:v>
                </c:pt>
                <c:pt idx="435">
                  <c:v>0.265583744168</c:v>
                </c:pt>
                <c:pt idx="436">
                  <c:v>0.267938475006</c:v>
                </c:pt>
                <c:pt idx="437">
                  <c:v>0.270308584045</c:v>
                </c:pt>
                <c:pt idx="438">
                  <c:v>0.272693811999</c:v>
                </c:pt>
                <c:pt idx="439">
                  <c:v>0.275093886542</c:v>
                </c:pt>
                <c:pt idx="440">
                  <c:v>0.277508522261</c:v>
                </c:pt>
                <c:pt idx="441">
                  <c:v>0.27993742062</c:v>
                </c:pt>
                <c:pt idx="442">
                  <c:v>0.282380269953</c:v>
                </c:pt>
                <c:pt idx="443">
                  <c:v>0.284836745463</c:v>
                </c:pt>
                <c:pt idx="444">
                  <c:v>0.287306509256</c:v>
                </c:pt>
                <c:pt idx="445">
                  <c:v>0.289789210384</c:v>
                </c:pt>
                <c:pt idx="446">
                  <c:v>0.29228448491</c:v>
                </c:pt>
                <c:pt idx="447">
                  <c:v>0.294791956001</c:v>
                </c:pt>
                <c:pt idx="448">
                  <c:v>0.297311234033</c:v>
                </c:pt>
                <c:pt idx="449">
                  <c:v>0.299841916725</c:v>
                </c:pt>
                <c:pt idx="450">
                  <c:v>0.302383589284</c:v>
                </c:pt>
                <c:pt idx="451">
                  <c:v>0.304935824585</c:v>
                </c:pt>
                <c:pt idx="452">
                  <c:v>0.307498183361</c:v>
                </c:pt>
                <c:pt idx="453">
                  <c:v>0.310070214418</c:v>
                </c:pt>
                <c:pt idx="454">
                  <c:v>0.31265145487</c:v>
                </c:pt>
                <c:pt idx="455">
                  <c:v>0.315241430397</c:v>
                </c:pt>
                <c:pt idx="456">
                  <c:v>0.317839655519</c:v>
                </c:pt>
                <c:pt idx="457">
                  <c:v>0.320445633892</c:v>
                </c:pt>
                <c:pt idx="458">
                  <c:v>0.323058858623</c:v>
                </c:pt>
                <c:pt idx="459">
                  <c:v>0.325678812605</c:v>
                </c:pt>
                <c:pt idx="460">
                  <c:v>0.328304968864</c:v>
                </c:pt>
                <c:pt idx="461">
                  <c:v>0.33093679093</c:v>
                </c:pt>
                <c:pt idx="462">
                  <c:v>0.33357373322</c:v>
                </c:pt>
                <c:pt idx="463">
                  <c:v>0.336215241439</c:v>
                </c:pt>
                <c:pt idx="464">
                  <c:v>0.338860752992</c:v>
                </c:pt>
                <c:pt idx="465">
                  <c:v>0.341509697414</c:v>
                </c:pt>
                <c:pt idx="466">
                  <c:v>0.344161496807</c:v>
                </c:pt>
                <c:pt idx="467">
                  <c:v>0.346815566292</c:v>
                </c:pt>
                <c:pt idx="468">
                  <c:v>0.349471314472</c:v>
                </c:pt>
                <c:pt idx="469">
                  <c:v>0.352128143898</c:v>
                </c:pt>
                <c:pt idx="470">
                  <c:v>0.354785451552</c:v>
                </c:pt>
                <c:pt idx="471">
                  <c:v>0.357442629323</c:v>
                </c:pt>
                <c:pt idx="472">
                  <c:v>0.360099064505</c:v>
                </c:pt>
                <c:pt idx="473">
                  <c:v>0.362754140283</c:v>
                </c:pt>
                <c:pt idx="474">
                  <c:v>0.365407236231</c:v>
                </c:pt>
                <c:pt idx="475">
                  <c:v>0.368057728808</c:v>
                </c:pt>
                <c:pt idx="476">
                  <c:v>0.370704991851</c:v>
                </c:pt>
                <c:pt idx="477">
                  <c:v>0.373348397074</c:v>
                </c:pt>
                <c:pt idx="478">
                  <c:v>0.375987314554</c:v>
                </c:pt>
                <c:pt idx="479">
                  <c:v>0.37862111322</c:v>
                </c:pt>
                <c:pt idx="480">
                  <c:v>0.381249161334</c:v>
                </c:pt>
                <c:pt idx="481">
                  <c:v>0.383870826962</c:v>
                </c:pt>
                <c:pt idx="482">
                  <c:v>0.386485478444</c:v>
                </c:pt>
                <c:pt idx="483">
                  <c:v>0.389092484844</c:v>
                </c:pt>
                <c:pt idx="484">
                  <c:v>0.391691216402</c:v>
                </c:pt>
                <c:pt idx="485">
                  <c:v>0.39428104496</c:v>
                </c:pt>
                <c:pt idx="486">
                  <c:v>0.396861344387</c:v>
                </c:pt>
                <c:pt idx="487">
                  <c:v>0.399431490982</c:v>
                </c:pt>
                <c:pt idx="488">
                  <c:v>0.401990863867</c:v>
                </c:pt>
                <c:pt idx="489">
                  <c:v>0.404538845358</c:v>
                </c:pt>
                <c:pt idx="490">
                  <c:v>0.40707482133</c:v>
                </c:pt>
                <c:pt idx="491">
                  <c:v>0.409598181547</c:v>
                </c:pt>
                <c:pt idx="492">
                  <c:v>0.412108319995</c:v>
                </c:pt>
                <c:pt idx="493">
                  <c:v>0.414604635173</c:v>
                </c:pt>
                <c:pt idx="494">
                  <c:v>0.417086530386</c:v>
                </c:pt>
                <c:pt idx="495">
                  <c:v>0.419553414002</c:v>
                </c:pt>
                <c:pt idx="496">
                  <c:v>0.422004699697</c:v>
                </c:pt>
                <c:pt idx="497">
                  <c:v>0.424439806674</c:v>
                </c:pt>
                <c:pt idx="498">
                  <c:v>0.426858159869</c:v>
                </c:pt>
                <c:pt idx="499">
                  <c:v>0.429259190122</c:v>
                </c:pt>
                <c:pt idx="500">
                  <c:v>0.431642334344</c:v>
                </c:pt>
                <c:pt idx="501">
                  <c:v>0.434007035648</c:v>
                </c:pt>
                <c:pt idx="502">
                  <c:v>0.43635274347</c:v>
                </c:pt>
                <c:pt idx="503">
                  <c:v>0.43867891366</c:v>
                </c:pt>
                <c:pt idx="504">
                  <c:v>0.440985008559</c:v>
                </c:pt>
                <c:pt idx="505">
                  <c:v>0.443270497056</c:v>
                </c:pt>
                <c:pt idx="506">
                  <c:v>0.445534854619</c:v>
                </c:pt>
                <c:pt idx="507">
                  <c:v>0.447777563316</c:v>
                </c:pt>
                <c:pt idx="508">
                  <c:v>0.44999811181</c:v>
                </c:pt>
                <c:pt idx="509">
                  <c:v>0.45219599534</c:v>
                </c:pt>
                <c:pt idx="510">
                  <c:v>0.454370715686</c:v>
                </c:pt>
                <c:pt idx="511">
                  <c:v>0.456521781115</c:v>
                </c:pt>
                <c:pt idx="512">
                  <c:v>0.458648706316</c:v>
                </c:pt>
                <c:pt idx="513">
                  <c:v>0.460751012314</c:v>
                </c:pt>
                <c:pt idx="514">
                  <c:v>0.462828226381</c:v>
                </c:pt>
                <c:pt idx="515">
                  <c:v>0.464879881926</c:v>
                </c:pt>
                <c:pt idx="516">
                  <c:v>0.466905518378</c:v>
                </c:pt>
                <c:pt idx="517">
                  <c:v>0.46890468106</c:v>
                </c:pt>
                <c:pt idx="518">
                  <c:v>0.470876921054</c:v>
                </c:pt>
                <c:pt idx="519">
                  <c:v>0.472821795061</c:v>
                </c:pt>
                <c:pt idx="520">
                  <c:v>0.474738865247</c:v>
                </c:pt>
                <c:pt idx="521">
                  <c:v>0.476627699097</c:v>
                </c:pt>
                <c:pt idx="522">
                  <c:v>0.478487869256</c:v>
                </c:pt>
                <c:pt idx="523">
                  <c:v>0.480318953372</c:v>
                </c:pt>
                <c:pt idx="524">
                  <c:v>0.482120533941</c:v>
                </c:pt>
                <c:pt idx="525">
                  <c:v>0.483892198148</c:v>
                </c:pt>
                <c:pt idx="526">
                  <c:v>0.485633537716</c:v>
                </c:pt>
                <c:pt idx="527">
                  <c:v>0.487344148752</c:v>
                </c:pt>
                <c:pt idx="528">
                  <c:v>0.489023631608</c:v>
                </c:pt>
                <c:pt idx="529">
                  <c:v>0.490671590739</c:v>
                </c:pt>
                <c:pt idx="530">
                  <c:v>0.492287634573</c:v>
                </c:pt>
                <c:pt idx="531">
                  <c:v>0.493871375394</c:v>
                </c:pt>
                <c:pt idx="532">
                  <c:v>0.495422429233</c:v>
                </c:pt>
                <c:pt idx="533">
                  <c:v>0.496940415767</c:v>
                </c:pt>
                <c:pt idx="534">
                  <c:v>0.498424958235</c:v>
                </c:pt>
                <c:pt idx="535">
                  <c:v>0.499875683377</c:v>
                </c:pt>
                <c:pt idx="536">
                  <c:v>0.501292221369</c:v>
                </c:pt>
                <c:pt idx="537">
                  <c:v>0.502674205796</c:v>
                </c:pt>
                <c:pt idx="538">
                  <c:v>0.504021273631</c:v>
                </c:pt>
                <c:pt idx="539">
                  <c:v>0.505333065236</c:v>
                </c:pt>
                <c:pt idx="540">
                  <c:v>0.506609224381</c:v>
                </c:pt>
                <c:pt idx="541">
                  <c:v>0.507849398293</c:v>
                </c:pt>
                <c:pt idx="542">
                  <c:v>0.509053237714</c:v>
                </c:pt>
                <c:pt idx="543">
                  <c:v>0.510220396992</c:v>
                </c:pt>
                <c:pt idx="544">
                  <c:v>0.51135053419</c:v>
                </c:pt>
                <c:pt idx="545">
                  <c:v>0.512443311222</c:v>
                </c:pt>
                <c:pt idx="546">
                  <c:v>0.513498394012</c:v>
                </c:pt>
                <c:pt idx="547">
                  <c:v>0.514515452678</c:v>
                </c:pt>
                <c:pt idx="548">
                  <c:v>0.515494161741</c:v>
                </c:pt>
                <c:pt idx="549">
                  <c:v>0.516434200362</c:v>
                </c:pt>
                <c:pt idx="550">
                  <c:v>0.517335252602</c:v>
                </c:pt>
                <c:pt idx="551">
                  <c:v>0.518197007708</c:v>
                </c:pt>
                <c:pt idx="552">
                  <c:v>0.519019160425</c:v>
                </c:pt>
                <c:pt idx="553">
                  <c:v>0.519801411335</c:v>
                </c:pt>
                <c:pt idx="554">
                  <c:v>0.520543467216</c:v>
                </c:pt>
                <c:pt idx="555">
                  <c:v>0.521245041429</c:v>
                </c:pt>
                <c:pt idx="556">
                  <c:v>0.521905854334</c:v>
                </c:pt>
                <c:pt idx="557">
                  <c:v>0.522525633713</c:v>
                </c:pt>
                <c:pt idx="558">
                  <c:v>0.523104115236</c:v>
                </c:pt>
                <c:pt idx="559">
                  <c:v>0.523641042929</c:v>
                </c:pt>
                <c:pt idx="560">
                  <c:v>0.524136169679</c:v>
                </c:pt>
                <c:pt idx="561">
                  <c:v>0.52458925774</c:v>
                </c:pt>
                <c:pt idx="562">
                  <c:v>0.525000079274</c:v>
                </c:pt>
                <c:pt idx="563">
                  <c:v>0.525368416897</c:v>
                </c:pt>
                <c:pt idx="564">
                  <c:v>0.525694064239</c:v>
                </c:pt>
                <c:pt idx="565">
                  <c:v>0.525976826523</c:v>
                </c:pt>
                <c:pt idx="566">
                  <c:v>0.526216521152</c:v>
                </c:pt>
                <c:pt idx="567">
                  <c:v>0.526412978298</c:v>
                </c:pt>
                <c:pt idx="568">
                  <c:v>0.526566041513</c:v>
                </c:pt>
                <c:pt idx="569">
                  <c:v>0.526675568324</c:v>
                </c:pt>
                <c:pt idx="570">
                  <c:v>0.526741430851</c:v>
                </c:pt>
                <c:pt idx="571">
                  <c:v>0.526763516411</c:v>
                </c:pt>
                <c:pt idx="572">
                  <c:v>0.526741728124</c:v>
                </c:pt>
                <c:pt idx="573">
                  <c:v>0.526675985516</c:v>
                </c:pt>
                <c:pt idx="574">
                  <c:v>0.526566225112</c:v>
                </c:pt>
                <c:pt idx="575">
                  <c:v>0.526412401023</c:v>
                </c:pt>
                <c:pt idx="576">
                  <c:v>0.526214485516</c:v>
                </c:pt>
                <c:pt idx="577">
                  <c:v>0.525972469575</c:v>
                </c:pt>
                <c:pt idx="578">
                  <c:v>0.525686363438</c:v>
                </c:pt>
                <c:pt idx="579">
                  <c:v>0.525356197125</c:v>
                </c:pt>
                <c:pt idx="580">
                  <c:v>0.52498202093</c:v>
                </c:pt>
                <c:pt idx="581">
                  <c:v>0.524563905904</c:v>
                </c:pt>
                <c:pt idx="582">
                  <c:v>0.524101944296</c:v>
                </c:pt>
                <c:pt idx="583">
                  <c:v>0.52359624998</c:v>
                </c:pt>
                <c:pt idx="584">
                  <c:v>0.52304695884</c:v>
                </c:pt>
                <c:pt idx="585">
                  <c:v>0.522454229124</c:v>
                </c:pt>
                <c:pt idx="586">
                  <c:v>0.521818241767</c:v>
                </c:pt>
                <c:pt idx="587">
                  <c:v>0.521139200676</c:v>
                </c:pt>
                <c:pt idx="588">
                  <c:v>0.520417332968</c:v>
                </c:pt>
                <c:pt idx="589">
                  <c:v>0.519652889182</c:v>
                </c:pt>
                <c:pt idx="590">
                  <c:v>0.518846143435</c:v>
                </c:pt>
                <c:pt idx="591">
                  <c:v>0.517997393542</c:v>
                </c:pt>
                <c:pt idx="592">
                  <c:v>0.517106961095</c:v>
                </c:pt>
                <c:pt idx="593">
                  <c:v>0.516175191485</c:v>
                </c:pt>
                <c:pt idx="594">
                  <c:v>0.515202453892</c:v>
                </c:pt>
                <c:pt idx="595">
                  <c:v>0.514189141212</c:v>
                </c:pt>
                <c:pt idx="596">
                  <c:v>0.513135669955</c:v>
                </c:pt>
                <c:pt idx="597">
                  <c:v>0.512042480076</c:v>
                </c:pt>
                <c:pt idx="598">
                  <c:v>0.510910034773</c:v>
                </c:pt>
                <c:pt idx="599">
                  <c:v>0.509738820228</c:v>
                </c:pt>
                <c:pt idx="600">
                  <c:v>0.508529345303</c:v>
                </c:pt>
                <c:pt idx="601">
                  <c:v>0.507282141189</c:v>
                </c:pt>
                <c:pt idx="602">
                  <c:v>0.505997761006</c:v>
                </c:pt>
                <c:pt idx="603">
                  <c:v>0.504676779357</c:v>
                </c:pt>
                <c:pt idx="604">
                  <c:v>0.503319791834</c:v>
                </c:pt>
                <c:pt idx="605">
                  <c:v>0.501927414486</c:v>
                </c:pt>
                <c:pt idx="606">
                  <c:v>0.500500283234</c:v>
                </c:pt>
                <c:pt idx="607">
                  <c:v>0.499039053247</c:v>
                </c:pt>
                <c:pt idx="608">
                  <c:v>0.497544398279</c:v>
                </c:pt>
                <c:pt idx="609">
                  <c:v>0.496017009965</c:v>
                </c:pt>
                <c:pt idx="610">
                  <c:v>0.494457597072</c:v>
                </c:pt>
                <c:pt idx="611">
                  <c:v>0.492866884723</c:v>
                </c:pt>
                <c:pt idx="612">
                  <c:v>0.491245613581</c:v>
                </c:pt>
                <c:pt idx="613">
                  <c:v>0.489594538998</c:v>
                </c:pt>
                <c:pt idx="614">
                  <c:v>0.487914430135</c:v>
                </c:pt>
                <c:pt idx="615">
                  <c:v>0.486206069054</c:v>
                </c:pt>
                <c:pt idx="616">
                  <c:v>0.484470249781</c:v>
                </c:pt>
                <c:pt idx="617">
                  <c:v>0.48270777734</c:v>
                </c:pt>
                <c:pt idx="618">
                  <c:v>0.480919466773</c:v>
                </c:pt>
                <c:pt idx="619">
                  <c:v>0.479106142132</c:v>
                </c:pt>
                <c:pt idx="620">
                  <c:v>0.477268635452</c:v>
                </c:pt>
                <c:pt idx="621">
                  <c:v>0.475407785713</c:v>
                </c:pt>
                <c:pt idx="622">
                  <c:v>0.473524437785</c:v>
                </c:pt>
                <c:pt idx="623">
                  <c:v>0.471619441362</c:v>
                </c:pt>
                <c:pt idx="624">
                  <c:v>0.469693649884</c:v>
                </c:pt>
                <c:pt idx="625">
                  <c:v>0.467747919458</c:v>
                </c:pt>
                <c:pt idx="626">
                  <c:v>0.465783107767</c:v>
                </c:pt>
                <c:pt idx="627">
                  <c:v>0.463800072987</c:v>
                </c:pt>
                <c:pt idx="628">
                  <c:v>0.461799672694</c:v>
                </c:pt>
                <c:pt idx="629">
                  <c:v>0.459782762779</c:v>
                </c:pt>
                <c:pt idx="630">
                  <c:v>0.457750196369</c:v>
                </c:pt>
                <c:pt idx="631">
                  <c:v>0.455702822753</c:v>
                </c:pt>
                <c:pt idx="632">
                  <c:v>0.453641486322</c:v>
                </c:pt>
                <c:pt idx="633">
                  <c:v>0.451567025513</c:v>
                </c:pt>
                <c:pt idx="634">
                  <c:v>0.44948027178</c:v>
                </c:pt>
                <c:pt idx="635">
                  <c:v>0.447382048568</c:v>
                </c:pt>
                <c:pt idx="636">
                  <c:v>0.445273170323</c:v>
                </c:pt>
                <c:pt idx="637">
                  <c:v>0.443154441506</c:v>
                </c:pt>
                <c:pt idx="638">
                  <c:v>0.441026655644</c:v>
                </c:pt>
                <c:pt idx="639">
                  <c:v>0.438890594404</c:v>
                </c:pt>
                <c:pt idx="640">
                  <c:v>0.436747026691</c:v>
                </c:pt>
                <c:pt idx="641">
                  <c:v>0.434596707785</c:v>
                </c:pt>
                <c:pt idx="642">
                  <c:v>0.432440378501</c:v>
                </c:pt>
                <c:pt idx="643">
                  <c:v>0.430278764392</c:v>
                </c:pt>
                <c:pt idx="644">
                  <c:v>0.428112574986</c:v>
                </c:pt>
                <c:pt idx="645">
                  <c:v>0.425942503062</c:v>
                </c:pt>
                <c:pt idx="646">
                  <c:v>0.423769223966</c:v>
                </c:pt>
                <c:pt idx="647">
                  <c:v>0.42159339497</c:v>
                </c:pt>
                <c:pt idx="648">
                  <c:v>0.419415654678</c:v>
                </c:pt>
                <c:pt idx="649">
                  <c:v>0.417236622474</c:v>
                </c:pt>
                <c:pt idx="650">
                  <c:v>0.415056898022</c:v>
                </c:pt>
                <c:pt idx="651">
                  <c:v>0.412877060809</c:v>
                </c:pt>
                <c:pt idx="652">
                  <c:v>0.410697669747</c:v>
                </c:pt>
                <c:pt idx="653">
                  <c:v>0.408519262819</c:v>
                </c:pt>
                <c:pt idx="654">
                  <c:v>0.406342356778</c:v>
                </c:pt>
                <c:pt idx="655">
                  <c:v>0.404167446909</c:v>
                </c:pt>
                <c:pt idx="656">
                  <c:v>0.401995006835</c:v>
                </c:pt>
                <c:pt idx="657">
                  <c:v>0.399825488379</c:v>
                </c:pt>
                <c:pt idx="658">
                  <c:v>0.39765932149</c:v>
                </c:pt>
                <c:pt idx="659">
                  <c:v>0.395496914217</c:v>
                </c:pt>
                <c:pt idx="660">
                  <c:v>0.393338652743</c:v>
                </c:pt>
                <c:pt idx="661">
                  <c:v>0.391184901468</c:v>
                </c:pt>
                <c:pt idx="662">
                  <c:v>0.389036003163</c:v>
                </c:pt>
                <c:pt idx="663">
                  <c:v>0.38689227916</c:v>
                </c:pt>
                <c:pt idx="664">
                  <c:v>0.384754029612</c:v>
                </c:pt>
                <c:pt idx="665">
                  <c:v>0.382621533802</c:v>
                </c:pt>
                <c:pt idx="666">
                  <c:v>0.380495050498</c:v>
                </c:pt>
                <c:pt idx="667">
                  <c:v>0.378374818372</c:v>
                </c:pt>
                <c:pt idx="668">
                  <c:v>0.37626105646</c:v>
                </c:pt>
                <c:pt idx="669">
                  <c:v>0.37415396467</c:v>
                </c:pt>
                <c:pt idx="670">
                  <c:v>0.372053724347</c:v>
                </c:pt>
                <c:pt idx="671">
                  <c:v>0.369960498868</c:v>
                </c:pt>
                <c:pt idx="672">
                  <c:v>0.367874434289</c:v>
                </c:pt>
                <c:pt idx="673">
                  <c:v>0.36579566003</c:v>
                </c:pt>
                <c:pt idx="674">
                  <c:v>0.363724289595</c:v>
                </c:pt>
                <c:pt idx="675">
                  <c:v>0.361660421326</c:v>
                </c:pt>
                <c:pt idx="676">
                  <c:v>0.359604139193</c:v>
                </c:pt>
                <c:pt idx="677">
                  <c:v>0.357555513608</c:v>
                </c:pt>
                <c:pt idx="678">
                  <c:v>0.355514602262</c:v>
                </c:pt>
                <c:pt idx="679">
                  <c:v>0.35348145099</c:v>
                </c:pt>
                <c:pt idx="680">
                  <c:v>0.351456094649</c:v>
                </c:pt>
                <c:pt idx="681">
                  <c:v>0.349438558013</c:v>
                </c:pt>
                <c:pt idx="682">
                  <c:v>0.347428856677</c:v>
                </c:pt>
                <c:pt idx="683">
                  <c:v>0.345426997966</c:v>
                </c:pt>
                <c:pt idx="684">
                  <c:v>0.343432981856</c:v>
                </c:pt>
                <c:pt idx="685">
                  <c:v>0.341446801886</c:v>
                </c:pt>
                <c:pt idx="686">
                  <c:v>0.339468446067</c:v>
                </c:pt>
                <c:pt idx="687">
                  <c:v>0.337497897786</c:v>
                </c:pt>
                <c:pt idx="688">
                  <c:v>0.335535136696</c:v>
                </c:pt>
                <c:pt idx="689">
                  <c:v>0.333580139595</c:v>
                </c:pt>
                <c:pt idx="690">
                  <c:v>0.331632881277</c:v>
                </c:pt>
                <c:pt idx="691">
                  <c:v>0.329693335372</c:v>
                </c:pt>
                <c:pt idx="692">
                  <c:v>0.327761475149</c:v>
                </c:pt>
                <c:pt idx="693">
                  <c:v>0.325837274301</c:v>
                </c:pt>
                <c:pt idx="694">
                  <c:v>0.323920707693</c:v>
                </c:pt>
                <c:pt idx="695">
                  <c:v>0.32201175207</c:v>
                </c:pt>
                <c:pt idx="696">
                  <c:v>0.32011038674</c:v>
                </c:pt>
                <c:pt idx="697">
                  <c:v>0.318216594205</c:v>
                </c:pt>
                <c:pt idx="698">
                  <c:v>0.316330360761</c:v>
                </c:pt>
                <c:pt idx="699">
                  <c:v>0.314451677044</c:v>
                </c:pt>
                <c:pt idx="700">
                  <c:v>0.312580538539</c:v>
                </c:pt>
                <c:pt idx="701">
                  <c:v>0.310716946035</c:v>
                </c:pt>
                <c:pt idx="702">
                  <c:v>0.308860906041</c:v>
                </c:pt>
                <c:pt idx="703">
                  <c:v>0.30701243114</c:v>
                </c:pt>
                <c:pt idx="704">
                  <c:v>0.305171540305</c:v>
                </c:pt>
                <c:pt idx="705">
                  <c:v>0.303338259161</c:v>
                </c:pt>
                <c:pt idx="706">
                  <c:v>0.301512620195</c:v>
                </c:pt>
                <c:pt idx="707">
                  <c:v>0.299694662917</c:v>
                </c:pt>
                <c:pt idx="708">
                  <c:v>0.297884433973</c:v>
                </c:pt>
                <c:pt idx="709">
                  <c:v>0.29608198721</c:v>
                </c:pt>
                <c:pt idx="710">
                  <c:v>0.294287383685</c:v>
                </c:pt>
                <c:pt idx="711">
                  <c:v>0.292500691644</c:v>
                </c:pt>
                <c:pt idx="712">
                  <c:v>0.290721986433</c:v>
                </c:pt>
                <c:pt idx="713">
                  <c:v>0.288951350388</c:v>
                </c:pt>
                <c:pt idx="714">
                  <c:v>0.287188872667</c:v>
                </c:pt>
                <c:pt idx="715">
                  <c:v>0.285434649049</c:v>
                </c:pt>
                <c:pt idx="716">
                  <c:v>0.283688781695</c:v>
                </c:pt>
                <c:pt idx="717">
                  <c:v>0.281951378871</c:v>
                </c:pt>
                <c:pt idx="718">
                  <c:v>0.280222554641</c:v>
                </c:pt>
                <c:pt idx="719">
                  <c:v>0.278502428524</c:v>
                </c:pt>
                <c:pt idx="720">
                  <c:v>0.276791125132</c:v>
                </c:pt>
                <c:pt idx="721">
                  <c:v>0.275088773774</c:v>
                </c:pt>
                <c:pt idx="722">
                  <c:v>0.273395508042</c:v>
                </c:pt>
                <c:pt idx="723">
                  <c:v>0.271711465375</c:v>
                </c:pt>
                <c:pt idx="724">
                  <c:v>0.270036786608</c:v>
                </c:pt>
                <c:pt idx="725">
                  <c:v>0.268371615505</c:v>
                </c:pt>
                <c:pt idx="726">
                  <c:v>0.266716098282</c:v>
                </c:pt>
                <c:pt idx="727">
                  <c:v>0.265070383118</c:v>
                </c:pt>
                <c:pt idx="728">
                  <c:v>0.263434619665</c:v>
                </c:pt>
                <c:pt idx="729">
                  <c:v>0.261808958549</c:v>
                </c:pt>
                <c:pt idx="730">
                  <c:v>0.260193550871</c:v>
                </c:pt>
                <c:pt idx="731">
                  <c:v>0.258588547714</c:v>
                </c:pt>
                <c:pt idx="732">
                  <c:v>0.256994099648</c:v>
                </c:pt>
                <c:pt idx="733">
                  <c:v>0.255410356239</c:v>
                </c:pt>
                <c:pt idx="734">
                  <c:v>0.253837465578</c:v>
                </c:pt>
                <c:pt idx="735">
                  <c:v>0.252275573802</c:v>
                </c:pt>
                <c:pt idx="736">
                  <c:v>0.250724824644</c:v>
                </c:pt>
                <c:pt idx="737">
                  <c:v>0.24918535898</c:v>
                </c:pt>
                <c:pt idx="738">
                  <c:v>0.247657314407</c:v>
                </c:pt>
                <c:pt idx="739">
                  <c:v>0.246140824823</c:v>
                </c:pt>
                <c:pt idx="740">
                  <c:v>0.244636020036</c:v>
                </c:pt>
                <c:pt idx="741">
                  <c:v>0.24314302538</c:v>
                </c:pt>
                <c:pt idx="742">
                  <c:v>0.241661961364</c:v>
                </c:pt>
                <c:pt idx="743">
                  <c:v>0.240192943328</c:v>
                </c:pt>
                <c:pt idx="744">
                  <c:v>0.238736081133</c:v>
                </c:pt>
                <c:pt idx="745">
                  <c:v>0.237291478861</c:v>
                </c:pt>
                <c:pt idx="746">
                  <c:v>0.235859234544</c:v>
                </c:pt>
                <c:pt idx="747">
                  <c:v>0.234439439916</c:v>
                </c:pt>
                <c:pt idx="748">
                  <c:v>0.233032180184</c:v>
                </c:pt>
                <c:pt idx="749">
                  <c:v>0.231637533824</c:v>
                </c:pt>
                <c:pt idx="750">
                  <c:v>0.230255572399</c:v>
                </c:pt>
                <c:pt idx="751">
                  <c:v>0.228886360402</c:v>
                </c:pt>
                <c:pt idx="752">
                  <c:v>0.227529955118</c:v>
                </c:pt>
                <c:pt idx="753">
                  <c:v>0.226186406512</c:v>
                </c:pt>
                <c:pt idx="754">
                  <c:v>0.224855757135</c:v>
                </c:pt>
                <c:pt idx="755">
                  <c:v>0.223538042053</c:v>
                </c:pt>
                <c:pt idx="756">
                  <c:v>0.2222332888</c:v>
                </c:pt>
                <c:pt idx="757">
                  <c:v>0.220941517348</c:v>
                </c:pt>
                <c:pt idx="758">
                  <c:v>0.219662740094</c:v>
                </c:pt>
                <c:pt idx="759">
                  <c:v>0.218396961876</c:v>
                </c:pt>
                <c:pt idx="760">
                  <c:v>0.217144179995</c:v>
                </c:pt>
                <c:pt idx="761">
                  <c:v>0.215904384264</c:v>
                </c:pt>
                <c:pt idx="762">
                  <c:v>0.21467755707</c:v>
                </c:pt>
                <c:pt idx="763">
                  <c:v>0.213463673451</c:v>
                </c:pt>
                <c:pt idx="764">
                  <c:v>0.212262701192</c:v>
                </c:pt>
                <c:pt idx="765">
                  <c:v>0.21107460093</c:v>
                </c:pt>
                <c:pt idx="766">
                  <c:v>0.20989932628</c:v>
                </c:pt>
                <c:pt idx="767">
                  <c:v>0.208736823964</c:v>
                </c:pt>
                <c:pt idx="768">
                  <c:v>0.20758703396</c:v>
                </c:pt>
                <c:pt idx="769">
                  <c:v>0.206449889658</c:v>
                </c:pt>
                <c:pt idx="770">
                  <c:v>0.205325318026</c:v>
                </c:pt>
                <c:pt idx="771">
                  <c:v>0.204213239787</c:v>
                </c:pt>
                <c:pt idx="772">
                  <c:v>0.203113569601</c:v>
                </c:pt>
                <c:pt idx="773">
                  <c:v>0.202026216257</c:v>
                </c:pt>
                <c:pt idx="774">
                  <c:v>0.20095108287</c:v>
                </c:pt>
                <c:pt idx="775">
                  <c:v>0.199888067088</c:v>
                </c:pt>
                <c:pt idx="776">
                  <c:v>0.198837061295</c:v>
                </c:pt>
                <c:pt idx="777">
                  <c:v>0.197797952825</c:v>
                </c:pt>
                <c:pt idx="778">
                  <c:v>0.19677062418</c:v>
                </c:pt>
                <c:pt idx="779">
                  <c:v>0.195754953246</c:v>
                </c:pt>
                <c:pt idx="780">
                  <c:v>0.194750813511</c:v>
                </c:pt>
                <c:pt idx="781">
                  <c:v>0.19375807429</c:v>
                </c:pt>
                <c:pt idx="782">
                  <c:v>0.192776600945</c:v>
                </c:pt>
                <c:pt idx="783">
                  <c:v>0.191806255105</c:v>
                </c:pt>
                <c:pt idx="784">
                  <c:v>0.190846894888</c:v>
                </c:pt>
                <c:pt idx="785">
                  <c:v>0.189898375118</c:v>
                </c:pt>
                <c:pt idx="786">
                  <c:v>0.188960547547</c:v>
                </c:pt>
                <c:pt idx="787">
                  <c:v>0.188033261065</c:v>
                </c:pt>
                <c:pt idx="788">
                  <c:v>0.187116361912</c:v>
                </c:pt>
                <c:pt idx="789">
                  <c:v>0.18620969389</c:v>
                </c:pt>
                <c:pt idx="790">
                  <c:v>0.185313098567</c:v>
                </c:pt>
                <c:pt idx="791">
                  <c:v>0.184426415475</c:v>
                </c:pt>
                <c:pt idx="792">
                  <c:v>0.183549482308</c:v>
                </c:pt>
                <c:pt idx="793">
                  <c:v>0.182682135112</c:v>
                </c:pt>
                <c:pt idx="794">
                  <c:v>0.181824208476</c:v>
                </c:pt>
                <c:pt idx="795">
                  <c:v>0.180975535705</c:v>
                </c:pt>
                <c:pt idx="796">
                  <c:v>0.180135949002</c:v>
                </c:pt>
                <c:pt idx="797">
                  <c:v>0.179305279634</c:v>
                </c:pt>
                <c:pt idx="798">
                  <c:v>0.1784833581</c:v>
                </c:pt>
                <c:pt idx="799">
                  <c:v>0.177670014282</c:v>
                </c:pt>
                <c:pt idx="800">
                  <c:v>0.176865077602</c:v>
                </c:pt>
                <c:pt idx="801">
                  <c:v>0.176068377167</c:v>
                </c:pt>
                <c:pt idx="802">
                  <c:v>0.175279741904</c:v>
                </c:pt>
                <c:pt idx="803">
                  <c:v>0.1744990007</c:v>
                </c:pt>
                <c:pt idx="804">
                  <c:v>0.173725982521</c:v>
                </c:pt>
                <c:pt idx="805">
                  <c:v>0.17296051654</c:v>
                </c:pt>
                <c:pt idx="806">
                  <c:v>0.172202432244</c:v>
                </c:pt>
                <c:pt idx="807">
                  <c:v>0.171451559551</c:v>
                </c:pt>
                <c:pt idx="808">
                  <c:v>0.170707728904</c:v>
                </c:pt>
                <c:pt idx="809">
                  <c:v>0.169970771375</c:v>
                </c:pt>
                <c:pt idx="810">
                  <c:v>0.169240518749</c:v>
                </c:pt>
                <c:pt idx="811">
                  <c:v>0.168516803616</c:v>
                </c:pt>
                <c:pt idx="812">
                  <c:v>0.167799459447</c:v>
                </c:pt>
                <c:pt idx="813">
                  <c:v>0.167088320669</c:v>
                </c:pt>
                <c:pt idx="814">
                  <c:v>0.166383222737</c:v>
                </c:pt>
                <c:pt idx="815">
                  <c:v>0.165684002197</c:v>
                </c:pt>
                <c:pt idx="816">
                  <c:v>0.164990496748</c:v>
                </c:pt>
                <c:pt idx="817">
                  <c:v>0.164302545297</c:v>
                </c:pt>
                <c:pt idx="818">
                  <c:v>0.163619988008</c:v>
                </c:pt>
                <c:pt idx="819">
                  <c:v>0.162942666357</c:v>
                </c:pt>
                <c:pt idx="820">
                  <c:v>0.162270423167</c:v>
                </c:pt>
                <c:pt idx="821">
                  <c:v>0.161603102658</c:v>
                </c:pt>
                <c:pt idx="822">
                  <c:v>0.160940550475</c:v>
                </c:pt>
                <c:pt idx="823">
                  <c:v>0.160282613729</c:v>
                </c:pt>
                <c:pt idx="824">
                  <c:v>0.159629141026</c:v>
                </c:pt>
                <c:pt idx="825">
                  <c:v>0.158979982494</c:v>
                </c:pt>
                <c:pt idx="826">
                  <c:v>0.158334989815</c:v>
                </c:pt>
                <c:pt idx="827">
                  <c:v>0.157694016242</c:v>
                </c:pt>
                <c:pt idx="828">
                  <c:v>0.157056916626</c:v>
                </c:pt>
                <c:pt idx="829">
                  <c:v>0.156423547439</c:v>
                </c:pt>
                <c:pt idx="830">
                  <c:v>0.155793766786</c:v>
                </c:pt>
                <c:pt idx="831">
                  <c:v>0.155167434431</c:v>
                </c:pt>
                <c:pt idx="832">
                  <c:v>0.154544411808</c:v>
                </c:pt>
                <c:pt idx="833">
                  <c:v>0.153924562042</c:v>
                </c:pt>
                <c:pt idx="834">
                  <c:v>0.153307749961</c:v>
                </c:pt>
                <c:pt idx="835">
                  <c:v>0.152693842113</c:v>
                </c:pt>
                <c:pt idx="836">
                  <c:v>0.15208270678</c:v>
                </c:pt>
                <c:pt idx="837">
                  <c:v>0.151474213995</c:v>
                </c:pt>
                <c:pt idx="838">
                  <c:v>0.150868235554</c:v>
                </c:pt>
                <c:pt idx="839">
                  <c:v>0.150264645032</c:v>
                </c:pt>
                <c:pt idx="840">
                  <c:v>0.149663317798</c:v>
                </c:pt>
                <c:pt idx="841">
                  <c:v>0.149064131035</c:v>
                </c:pt>
                <c:pt idx="842">
                  <c:v>0.148466963749</c:v>
                </c:pt>
                <c:pt idx="843">
                  <c:v>0.147871696796</c:v>
                </c:pt>
                <c:pt idx="844">
                  <c:v>0.14727821289</c:v>
                </c:pt>
                <c:pt idx="845">
                  <c:v>0.146686396631</c:v>
                </c:pt>
                <c:pt idx="846">
                  <c:v>0.146096134522</c:v>
                </c:pt>
                <c:pt idx="847">
                  <c:v>0.145507314988</c:v>
                </c:pt>
                <c:pt idx="848">
                  <c:v>0.144919828403</c:v>
                </c:pt>
                <c:pt idx="849">
                  <c:v>0.144333567114</c:v>
                </c:pt>
                <c:pt idx="850">
                  <c:v>0.143748425463</c:v>
                </c:pt>
                <c:pt idx="851">
                  <c:v>0.143164299818</c:v>
                </c:pt>
                <c:pt idx="852">
                  <c:v>0.142581088598</c:v>
                </c:pt>
                <c:pt idx="853">
                  <c:v>0.141998692305</c:v>
                </c:pt>
                <c:pt idx="854">
                  <c:v>0.141417013557</c:v>
                </c:pt>
                <c:pt idx="855">
                  <c:v>0.140835957117</c:v>
                </c:pt>
                <c:pt idx="856">
                  <c:v>0.140255429929</c:v>
                </c:pt>
                <c:pt idx="857">
                  <c:v>0.139675341157</c:v>
                </c:pt>
                <c:pt idx="858">
                  <c:v>0.139095602219</c:v>
                </c:pt>
                <c:pt idx="859">
                  <c:v>0.138516126825</c:v>
                </c:pt>
                <c:pt idx="860">
                  <c:v>0.137936831021</c:v>
                </c:pt>
                <c:pt idx="861">
                  <c:v>0.137357633228</c:v>
                </c:pt>
                <c:pt idx="862">
                  <c:v>0.136778454284</c:v>
                </c:pt>
                <c:pt idx="863">
                  <c:v>0.13619921749</c:v>
                </c:pt>
                <c:pt idx="864">
                  <c:v>0.135619848655</c:v>
                </c:pt>
                <c:pt idx="865">
                  <c:v>0.135040276137</c:v>
                </c:pt>
                <c:pt idx="866">
                  <c:v>0.134460430898</c:v>
                </c:pt>
                <c:pt idx="867">
                  <c:v>0.133880246544</c:v>
                </c:pt>
                <c:pt idx="868">
                  <c:v>0.133299659375</c:v>
                </c:pt>
                <c:pt idx="869">
                  <c:v>0.132718608435</c:v>
                </c:pt>
                <c:pt idx="870">
                  <c:v>0.132137035559</c:v>
                </c:pt>
                <c:pt idx="871">
                  <c:v>0.13155488542</c:v>
                </c:pt>
                <c:pt idx="872">
                  <c:v>0.130972105581</c:v>
                </c:pt>
                <c:pt idx="873">
                  <c:v>0.130388646539</c:v>
                </c:pt>
                <c:pt idx="874">
                  <c:v>0.129804461776</c:v>
                </c:pt>
                <c:pt idx="875">
                  <c:v>0.129219507801</c:v>
                </c:pt>
                <c:pt idx="876">
                  <c:v>0.128633744201</c:v>
                </c:pt>
                <c:pt idx="877">
                  <c:v>0.128047133682</c:v>
                </c:pt>
                <c:pt idx="878">
                  <c:v>0.127459642111</c:v>
                </c:pt>
                <c:pt idx="879">
                  <c:v>0.12687123856</c:v>
                </c:pt>
                <c:pt idx="880">
                  <c:v>0.126281895346</c:v>
                </c:pt>
                <c:pt idx="881">
                  <c:v>0.125691588061</c:v>
                </c:pt>
                <c:pt idx="882">
                  <c:v>0.125100295617</c:v>
                </c:pt>
                <c:pt idx="883">
                  <c:v>0.124508000268</c:v>
                </c:pt>
                <c:pt idx="884">
                  <c:v>0.123914687647</c:v>
                </c:pt>
                <c:pt idx="885">
                  <c:v>0.123320346784</c:v>
                </c:pt>
                <c:pt idx="886">
                  <c:v>0.122724970134</c:v>
                </c:pt>
                <c:pt idx="887">
                  <c:v>0.122128553592</c:v>
                </c:pt>
                <c:pt idx="888">
                  <c:v>0.121531096511</c:v>
                </c:pt>
                <c:pt idx="889">
                  <c:v>0.120932601706</c:v>
                </c:pt>
                <c:pt idx="890">
                  <c:v>0.120333075466</c:v>
                </c:pt>
                <c:pt idx="891">
                  <c:v>0.11973252755</c:v>
                </c:pt>
                <c:pt idx="892">
                  <c:v>0.119130971185</c:v>
                </c:pt>
                <c:pt idx="893">
                  <c:v>0.11852842306</c:v>
                </c:pt>
                <c:pt idx="894">
                  <c:v>0.117924903305</c:v>
                </c:pt>
                <c:pt idx="895">
                  <c:v>0.117320435477</c:v>
                </c:pt>
                <c:pt idx="896">
                  <c:v>0.116715046533</c:v>
                </c:pt>
                <c:pt idx="897">
                  <c:v>0.116108766797</c:v>
                </c:pt>
                <c:pt idx="898">
                  <c:v>0.115501629924</c:v>
                </c:pt>
                <c:pt idx="899">
                  <c:v>0.114893672859</c:v>
                </c:pt>
                <c:pt idx="900">
                  <c:v>0.114284935787</c:v>
                </c:pt>
                <c:pt idx="901">
                  <c:v>0.113675462076</c:v>
                </c:pt>
                <c:pt idx="902">
                  <c:v>0.113065298221</c:v>
                </c:pt>
                <c:pt idx="903">
                  <c:v>0.112454493771</c:v>
                </c:pt>
                <c:pt idx="904">
                  <c:v>0.111843101261</c:v>
                </c:pt>
                <c:pt idx="905">
                  <c:v>0.111231176131</c:v>
                </c:pt>
                <c:pt idx="906">
                  <c:v>0.110618776641</c:v>
                </c:pt>
                <c:pt idx="907">
                  <c:v>0.110005963784</c:v>
                </c:pt>
                <c:pt idx="908">
                  <c:v>0.109392801184</c:v>
                </c:pt>
                <c:pt idx="909">
                  <c:v>0.108779355002</c:v>
                </c:pt>
                <c:pt idx="910">
                  <c:v>0.108165693822</c:v>
                </c:pt>
                <c:pt idx="911">
                  <c:v>0.107551888545</c:v>
                </c:pt>
                <c:pt idx="912">
                  <c:v>0.106938012274</c:v>
                </c:pt>
                <c:pt idx="913">
                  <c:v>0.106324140186</c:v>
                </c:pt>
                <c:pt idx="914">
                  <c:v>0.105710349417</c:v>
                </c:pt>
                <c:pt idx="915">
                  <c:v>0.105096718924</c:v>
                </c:pt>
                <c:pt idx="916">
                  <c:v>0.104483329363</c:v>
                </c:pt>
                <c:pt idx="917">
                  <c:v>0.103870262946</c:v>
                </c:pt>
                <c:pt idx="918">
                  <c:v>0.103257603308</c:v>
                </c:pt>
                <c:pt idx="919">
                  <c:v>0.102645435363</c:v>
                </c:pt>
                <c:pt idx="920">
                  <c:v>0.102033845169</c:v>
                </c:pt>
                <c:pt idx="921">
                  <c:v>0.101422919777</c:v>
                </c:pt>
                <c:pt idx="922">
                  <c:v>0.100812747091</c:v>
                </c:pt>
                <c:pt idx="923">
                  <c:v>0.100203415723</c:v>
                </c:pt>
                <c:pt idx="924">
                  <c:v>0.0995950148463</c:v>
                </c:pt>
                <c:pt idx="925">
                  <c:v>0.0989876340497</c:v>
                </c:pt>
                <c:pt idx="926">
                  <c:v>0.0983813631956</c:v>
                </c:pt>
                <c:pt idx="927">
                  <c:v>0.0977762922752</c:v>
                </c:pt>
                <c:pt idx="928">
                  <c:v>0.0971725112666</c:v>
                </c:pt>
                <c:pt idx="929">
                  <c:v>0.096570109995</c:v>
                </c:pt>
                <c:pt idx="930">
                  <c:v>0.0959691779951</c:v>
                </c:pt>
                <c:pt idx="931">
                  <c:v>0.095369804376</c:v>
                </c:pt>
                <c:pt idx="932">
                  <c:v>0.0947720776887</c:v>
                </c:pt>
                <c:pt idx="933">
                  <c:v>0.0941760857982</c:v>
                </c:pt>
                <c:pt idx="934">
                  <c:v>0.0935819157576</c:v>
                </c:pt>
                <c:pt idx="935">
                  <c:v>0.0929896536879</c:v>
                </c:pt>
                <c:pt idx="936">
                  <c:v>0.0923993846605</c:v>
                </c:pt>
                <c:pt idx="937">
                  <c:v>0.0918111925855</c:v>
                </c:pt>
                <c:pt idx="938">
                  <c:v>0.0912251601042</c:v>
                </c:pt>
                <c:pt idx="939">
                  <c:v>0.0906413684862</c:v>
                </c:pt>
                <c:pt idx="940">
                  <c:v>0.0900598975325</c:v>
                </c:pt>
                <c:pt idx="941">
                  <c:v>0.0894808254835</c:v>
                </c:pt>
                <c:pt idx="942">
                  <c:v>0.0889042289325</c:v>
                </c:pt>
                <c:pt idx="943">
                  <c:v>0.0883301827444</c:v>
                </c:pt>
                <c:pt idx="944">
                  <c:v>0.087758759981</c:v>
                </c:pt>
                <c:pt idx="945">
                  <c:v>0.0871900318309</c:v>
                </c:pt>
                <c:pt idx="946">
                  <c:v>0.0866240675461</c:v>
                </c:pt>
                <c:pt idx="947">
                  <c:v>0.0860609343838</c:v>
                </c:pt>
                <c:pt idx="948">
                  <c:v>0.085500697554</c:v>
                </c:pt>
                <c:pt idx="949">
                  <c:v>0.0849434201731</c:v>
                </c:pt>
                <c:pt idx="950">
                  <c:v>0.0843891632228</c:v>
                </c:pt>
                <c:pt idx="951">
                  <c:v>0.0838379855148</c:v>
                </c:pt>
                <c:pt idx="952">
                  <c:v>0.0832899436612</c:v>
                </c:pt>
                <c:pt idx="953">
                  <c:v>0.0827450920496</c:v>
                </c:pt>
                <c:pt idx="954">
                  <c:v>0.0822034828242</c:v>
                </c:pt>
                <c:pt idx="955">
                  <c:v>0.0816651658714</c:v>
                </c:pt>
                <c:pt idx="956">
                  <c:v>0.0811301888109</c:v>
                </c:pt>
                <c:pt idx="957">
                  <c:v>0.0805985969911</c:v>
                </c:pt>
                <c:pt idx="958">
                  <c:v>0.0800704334894</c:v>
                </c:pt>
                <c:pt idx="959">
                  <c:v>0.0795457391168</c:v>
                </c:pt>
                <c:pt idx="960">
                  <c:v>0.0790245524266</c:v>
                </c:pt>
                <c:pt idx="961">
                  <c:v>0.0785069097277</c:v>
                </c:pt>
                <c:pt idx="962">
                  <c:v>0.0779928451007</c:v>
                </c:pt>
                <c:pt idx="963">
                  <c:v>0.0774823904186</c:v>
                </c:pt>
                <c:pt idx="964">
                  <c:v>0.0769755753703</c:v>
                </c:pt>
                <c:pt idx="965">
                  <c:v>0.0764724274874</c:v>
                </c:pt>
                <c:pt idx="966">
                  <c:v>0.0759729721742</c:v>
                </c:pt>
                <c:pt idx="967">
                  <c:v>0.0754772327401</c:v>
                </c:pt>
                <c:pt idx="968">
                  <c:v>0.0749852304347</c:v>
                </c:pt>
                <c:pt idx="969">
                  <c:v>0.0744969844854</c:v>
                </c:pt>
                <c:pt idx="970">
                  <c:v>0.0740125121367</c:v>
                </c:pt>
                <c:pt idx="971">
                  <c:v>0.0735318286917</c:v>
                </c:pt>
                <c:pt idx="972">
                  <c:v>0.0730549475555</c:v>
                </c:pt>
                <c:pt idx="973">
                  <c:v>0.0725818802797</c:v>
                </c:pt>
                <c:pt idx="974">
                  <c:v>0.0721126366087</c:v>
                </c:pt>
                <c:pt idx="975">
                  <c:v>0.0716472245264</c:v>
                </c:pt>
                <c:pt idx="976">
                  <c:v>0.0711856503052</c:v>
                </c:pt>
                <c:pt idx="977">
                  <c:v>0.0707279185543</c:v>
                </c:pt>
                <c:pt idx="978">
                  <c:v>0.07027403227</c:v>
                </c:pt>
                <c:pt idx="979">
                  <c:v>0.0698239928853</c:v>
                </c:pt>
                <c:pt idx="980">
                  <c:v>0.0693778003212</c:v>
                </c:pt>
                <c:pt idx="981">
                  <c:v>0.0689354530369</c:v>
                </c:pt>
                <c:pt idx="982">
                  <c:v>0.0684969480811</c:v>
                </c:pt>
                <c:pt idx="983">
                  <c:v>0.0680622811427</c:v>
                </c:pt>
                <c:pt idx="984">
                  <c:v>0.0676314466018</c:v>
                </c:pt>
                <c:pt idx="985">
                  <c:v>0.0672044375799</c:v>
                </c:pt>
                <c:pt idx="986">
                  <c:v>0.0667812459905</c:v>
                </c:pt>
                <c:pt idx="987">
                  <c:v>0.0663618625884</c:v>
                </c:pt>
                <c:pt idx="988">
                  <c:v>0.0659462770195</c:v>
                </c:pt>
                <c:pt idx="989">
                  <c:v>0.0655344778691</c:v>
                </c:pt>
                <c:pt idx="990">
                  <c:v>0.06512645271</c:v>
                </c:pt>
                <c:pt idx="991">
                  <c:v>0.0647221881497</c:v>
                </c:pt>
                <c:pt idx="992">
                  <c:v>0.0643216698771</c:v>
                </c:pt>
                <c:pt idx="993">
                  <c:v>0.063924882708</c:v>
                </c:pt>
                <c:pt idx="994">
                  <c:v>0.06353181063</c:v>
                </c:pt>
                <c:pt idx="995">
                  <c:v>0.0631424368462</c:v>
                </c:pt>
                <c:pt idx="996">
                  <c:v>0.0627567438182</c:v>
                </c:pt>
                <c:pt idx="997">
                  <c:v>0.0623747133081</c:v>
                </c:pt>
                <c:pt idx="998">
                  <c:v>0.0619963264193</c:v>
                </c:pt>
                <c:pt idx="999">
                  <c:v>0.0616215636363</c:v>
                </c:pt>
                <c:pt idx="1000">
                  <c:v>0.0612504048638</c:v>
                </c:pt>
                <c:pt idx="1001">
                  <c:v>0.060882829464</c:v>
                </c:pt>
                <c:pt idx="1002">
                  <c:v>0.0605188162937</c:v>
                </c:pt>
                <c:pt idx="1003">
                  <c:v>0.0601583437396</c:v>
                </c:pt>
                <c:pt idx="1004">
                  <c:v>0.0598013897532</c:v>
                </c:pt>
                <c:pt idx="1005">
                  <c:v>0.0594479318836</c:v>
                </c:pt>
                <c:pt idx="1006">
                  <c:v>0.0590979473107</c:v>
                </c:pt>
                <c:pt idx="1007">
                  <c:v>0.0587514128754</c:v>
                </c:pt>
                <c:pt idx="1008">
                  <c:v>0.058408305111</c:v>
                </c:pt>
                <c:pt idx="1009">
                  <c:v>0.0580686002713</c:v>
                </c:pt>
                <c:pt idx="1010">
                  <c:v>0.0577322743594</c:v>
                </c:pt>
                <c:pt idx="1011">
                  <c:v>0.0573993031546</c:v>
                </c:pt>
                <c:pt idx="1012">
                  <c:v>0.057069662238</c:v>
                </c:pt>
                <c:pt idx="1013">
                  <c:v>0.0567433270185</c:v>
                </c:pt>
                <c:pt idx="1014">
                  <c:v>0.0564202727558</c:v>
                </c:pt>
                <c:pt idx="1015">
                  <c:v>0.0561004745842</c:v>
                </c:pt>
                <c:pt idx="1016">
                  <c:v>0.0557839075347</c:v>
                </c:pt>
                <c:pt idx="1017">
                  <c:v>0.0554705465559</c:v>
                </c:pt>
                <c:pt idx="1018">
                  <c:v>0.0551603665347</c:v>
                </c:pt>
                <c:pt idx="1019">
                  <c:v>0.0548533423153</c:v>
                </c:pt>
                <c:pt idx="1020">
                  <c:v>0.0545494487184</c:v>
                </c:pt>
                <c:pt idx="1021">
                  <c:v>0.0542486605583</c:v>
                </c:pt>
                <c:pt idx="1022">
                  <c:v>0.0539509526604</c:v>
                </c:pt>
                <c:pt idx="1023">
                  <c:v>0.0536562998768</c:v>
                </c:pt>
                <c:pt idx="1024">
                  <c:v>0.0533646771021</c:v>
                </c:pt>
                <c:pt idx="1025">
                  <c:v>0.0530760592879</c:v>
                </c:pt>
                <c:pt idx="1026">
                  <c:v>0.0527904214564</c:v>
                </c:pt>
                <c:pt idx="1027">
                  <c:v>0.0525077387142</c:v>
                </c:pt>
                <c:pt idx="1028">
                  <c:v>0.0522279862642</c:v>
                </c:pt>
                <c:pt idx="1029">
                  <c:v>0.0519511394179</c:v>
                </c:pt>
                <c:pt idx="1030">
                  <c:v>0.0516771736063</c:v>
                </c:pt>
                <c:pt idx="1031">
                  <c:v>0.0514060643909</c:v>
                </c:pt>
                <c:pt idx="1032">
                  <c:v>0.0511377874734</c:v>
                </c:pt>
                <c:pt idx="1033">
                  <c:v>0.0508723187052</c:v>
                </c:pt>
                <c:pt idx="1034">
                  <c:v>0.0506096340967</c:v>
                </c:pt>
                <c:pt idx="1035">
                  <c:v>0.0503497098252</c:v>
                </c:pt>
                <c:pt idx="1036">
                  <c:v>0.0500925222429</c:v>
                </c:pt>
                <c:pt idx="1037">
                  <c:v>0.0498380478848</c:v>
                </c:pt>
                <c:pt idx="1038">
                  <c:v>0.0495862634748</c:v>
                </c:pt>
                <c:pt idx="1039">
                  <c:v>0.049337145933</c:v>
                </c:pt>
                <c:pt idx="1040">
                  <c:v>0.0490906723812</c:v>
                </c:pt>
                <c:pt idx="1041">
                  <c:v>0.0488468201489</c:v>
                </c:pt>
                <c:pt idx="1042">
                  <c:v>0.0486055667786</c:v>
                </c:pt>
                <c:pt idx="1043">
                  <c:v>0.0483668900302</c:v>
                </c:pt>
                <c:pt idx="1044">
                  <c:v>0.0481307678861</c:v>
                </c:pt>
                <c:pt idx="1045">
                  <c:v>0.0478971785553</c:v>
                </c:pt>
                <c:pt idx="1046">
                  <c:v>0.047666100477</c:v>
                </c:pt>
                <c:pt idx="1047">
                  <c:v>0.0474375123242</c:v>
                </c:pt>
                <c:pt idx="1048">
                  <c:v>0.0472113930074</c:v>
                </c:pt>
                <c:pt idx="1049">
                  <c:v>0.046987721677</c:v>
                </c:pt>
                <c:pt idx="1050">
                  <c:v>0.0467664777265</c:v>
                </c:pt>
                <c:pt idx="1051">
                  <c:v>0.0465476407944</c:v>
                </c:pt>
                <c:pt idx="1052">
                  <c:v>0.0463311907671</c:v>
                </c:pt>
                <c:pt idx="1053">
                  <c:v>0.0461171077803</c:v>
                </c:pt>
                <c:pt idx="1054">
                  <c:v>0.0459053722209</c:v>
                </c:pt>
                <c:pt idx="1055">
                  <c:v>0.045695964729</c:v>
                </c:pt>
                <c:pt idx="1056">
                  <c:v>0.0454888661985</c:v>
                </c:pt>
                <c:pt idx="1057">
                  <c:v>0.0452840577787</c:v>
                </c:pt>
                <c:pt idx="1058">
                  <c:v>0.0450815208754</c:v>
                </c:pt>
                <c:pt idx="1059">
                  <c:v>0.0448812371513</c:v>
                </c:pt>
                <c:pt idx="1060">
                  <c:v>0.0446831885271</c:v>
                </c:pt>
                <c:pt idx="1061">
                  <c:v>0.0444873571815</c:v>
                </c:pt>
                <c:pt idx="1062">
                  <c:v>0.0442937255521</c:v>
                </c:pt>
                <c:pt idx="1063">
                  <c:v>0.0441022763349</c:v>
                </c:pt>
                <c:pt idx="1064">
                  <c:v>0.0439129924851</c:v>
                </c:pt>
                <c:pt idx="1065">
                  <c:v>0.0437258572166</c:v>
                </c:pt>
                <c:pt idx="1066">
                  <c:v>0.0435408540019</c:v>
                </c:pt>
                <c:pt idx="1067">
                  <c:v>0.0433579665716</c:v>
                </c:pt>
                <c:pt idx="1068">
                  <c:v>0.0431771789146</c:v>
                </c:pt>
                <c:pt idx="1069">
                  <c:v>0.0429984752767</c:v>
                </c:pt>
                <c:pt idx="1070">
                  <c:v>0.0428218401606</c:v>
                </c:pt>
                <c:pt idx="1071">
                  <c:v>0.042647258325</c:v>
                </c:pt>
                <c:pt idx="1072">
                  <c:v>0.0424747147836</c:v>
                </c:pt>
                <c:pt idx="1073">
                  <c:v>0.0423041948042</c:v>
                </c:pt>
                <c:pt idx="1074">
                  <c:v>0.0421356839079</c:v>
                </c:pt>
                <c:pt idx="1075">
                  <c:v>0.0419691678676</c:v>
                </c:pt>
                <c:pt idx="1076">
                  <c:v>0.041804632707</c:v>
                </c:pt>
                <c:pt idx="1077">
                  <c:v>0.0416420646993</c:v>
                </c:pt>
                <c:pt idx="1078">
                  <c:v>0.0414814503655</c:v>
                </c:pt>
                <c:pt idx="1079">
                  <c:v>0.0413227764732</c:v>
                </c:pt>
                <c:pt idx="1080">
                  <c:v>0.0411660300348</c:v>
                </c:pt>
                <c:pt idx="1081">
                  <c:v>0.0410111983059</c:v>
                </c:pt>
                <c:pt idx="1082">
                  <c:v>0.0408582687835</c:v>
                </c:pt>
                <c:pt idx="1083">
                  <c:v>0.040707229204</c:v>
                </c:pt>
                <c:pt idx="1084">
                  <c:v>0.0405580675413</c:v>
                </c:pt>
                <c:pt idx="1085">
                  <c:v>0.0404107720047</c:v>
                </c:pt>
                <c:pt idx="1086">
                  <c:v>0.0402653310367</c:v>
                </c:pt>
                <c:pt idx="1087">
                  <c:v>0.0401217333106</c:v>
                </c:pt>
                <c:pt idx="1088">
                  <c:v>0.0399799677284</c:v>
                </c:pt>
                <c:pt idx="1089">
                  <c:v>0.0398400234179</c:v>
                </c:pt>
                <c:pt idx="1090">
                  <c:v>0.0397018897303</c:v>
                </c:pt>
                <c:pt idx="1091">
                  <c:v>0.0395655562375</c:v>
                </c:pt>
                <c:pt idx="1092">
                  <c:v>0.0394310127292</c:v>
                </c:pt>
                <c:pt idx="1093">
                  <c:v>0.0392982492097</c:v>
                </c:pt>
                <c:pt idx="1094">
                  <c:v>0.0391672558953</c:v>
                </c:pt>
                <c:pt idx="1095">
                  <c:v>0.0390380232105</c:v>
                </c:pt>
                <c:pt idx="1096">
                  <c:v>0.038910541785</c:v>
                </c:pt>
                <c:pt idx="1097">
                  <c:v>0.0387848024502</c:v>
                </c:pt>
                <c:pt idx="1098">
                  <c:v>0.0386607962354</c:v>
                </c:pt>
                <c:pt idx="1099">
                  <c:v>0.0385385143641</c:v>
                </c:pt>
                <c:pt idx="1100">
                  <c:v>0.0384179482501</c:v>
                </c:pt>
                <c:pt idx="1101">
                  <c:v>0.0382990894932</c:v>
                </c:pt>
                <c:pt idx="1102">
                  <c:v>0.0381819298752</c:v>
                </c:pt>
                <c:pt idx="1103">
                  <c:v>0.0380664613557</c:v>
                </c:pt>
                <c:pt idx="1104">
                  <c:v>0.0379526760667</c:v>
                </c:pt>
                <c:pt idx="1105">
                  <c:v>0.0378405663088</c:v>
                </c:pt>
                <c:pt idx="1106">
                  <c:v>0.0377301245457</c:v>
                </c:pt>
                <c:pt idx="1107">
                  <c:v>0.0376213433992</c:v>
                </c:pt>
                <c:pt idx="1108">
                  <c:v>0.0375142156439</c:v>
                </c:pt>
                <c:pt idx="1109">
                  <c:v>0.0374087342017</c:v>
                </c:pt>
                <c:pt idx="1110">
                  <c:v>0.0373048921363</c:v>
                </c:pt>
                <c:pt idx="1111">
                  <c:v>0.0372026826469</c:v>
                </c:pt>
                <c:pt idx="1112">
                  <c:v>0.0371020990623</c:v>
                </c:pt>
                <c:pt idx="1113">
                  <c:v>0.0370031348346</c:v>
                </c:pt>
                <c:pt idx="1114">
                  <c:v>0.0369057835326</c:v>
                </c:pt>
                <c:pt idx="1115">
                  <c:v>0.0368100388349</c:v>
                </c:pt>
                <c:pt idx="1116">
                  <c:v>0.036715894523</c:v>
                </c:pt>
                <c:pt idx="1117">
                  <c:v>0.0366233444742</c:v>
                </c:pt>
                <c:pt idx="1118">
                  <c:v>0.0365323826535</c:v>
                </c:pt>
                <c:pt idx="1119">
                  <c:v>0.0364430031066</c:v>
                </c:pt>
                <c:pt idx="1120">
                  <c:v>0.0363551999514</c:v>
                </c:pt>
                <c:pt idx="1121">
                  <c:v>0.0362689673697</c:v>
                </c:pt>
                <c:pt idx="1122">
                  <c:v>0.0361842995991</c:v>
                </c:pt>
                <c:pt idx="1123">
                  <c:v>0.0361011909234</c:v>
                </c:pt>
                <c:pt idx="1124">
                  <c:v>0.0360196356645</c:v>
                </c:pt>
                <c:pt idx="1125">
                  <c:v>0.0359396281722</c:v>
                </c:pt>
                <c:pt idx="1126">
                  <c:v>0.0358611628149</c:v>
                </c:pt>
                <c:pt idx="1127">
                  <c:v>0.0357842339696</c:v>
                </c:pt>
                <c:pt idx="1128">
                  <c:v>0.0357088360116</c:v>
                </c:pt>
                <c:pt idx="1129">
                  <c:v>0.0356349633039</c:v>
                </c:pt>
                <c:pt idx="1130">
                  <c:v>0.0355626101867</c:v>
                </c:pt>
                <c:pt idx="1131">
                  <c:v>0.0354917709657</c:v>
                </c:pt>
                <c:pt idx="1132">
                  <c:v>0.035422439901</c:v>
                </c:pt>
                <c:pt idx="1133">
                  <c:v>0.0353546111952</c:v>
                </c:pt>
                <c:pt idx="1134">
                  <c:v>0.0352882789815</c:v>
                </c:pt>
                <c:pt idx="1135">
                  <c:v>0.035223437311</c:v>
                </c:pt>
                <c:pt idx="1136">
                  <c:v>0.0351600801403</c:v>
                </c:pt>
                <c:pt idx="1137">
                  <c:v>0.035098201318</c:v>
                </c:pt>
                <c:pt idx="1138">
                  <c:v>0.0350377945722</c:v>
                </c:pt>
                <c:pt idx="1139">
                  <c:v>0.0349788534959</c:v>
                </c:pt>
                <c:pt idx="1140">
                  <c:v>0.0349213715339</c:v>
                </c:pt>
                <c:pt idx="1141">
                  <c:v>0.034865341968</c:v>
                </c:pt>
                <c:pt idx="1142">
                  <c:v>0.0348107579026</c:v>
                </c:pt>
                <c:pt idx="1143">
                  <c:v>0.0347576122501</c:v>
                </c:pt>
                <c:pt idx="1144">
                  <c:v>0.0347058977155</c:v>
                </c:pt>
                <c:pt idx="1145">
                  <c:v>0.0346556067812</c:v>
                </c:pt>
                <c:pt idx="1146">
                  <c:v>0.0346067316913</c:v>
                </c:pt>
                <c:pt idx="1147">
                  <c:v>0.0345592644356</c:v>
                </c:pt>
                <c:pt idx="1148">
                  <c:v>0.0345131967336</c:v>
                </c:pt>
                <c:pt idx="1149">
                  <c:v>0.034468520018</c:v>
                </c:pt>
                <c:pt idx="1150">
                  <c:v>0.0344252254185</c:v>
                </c:pt>
                <c:pt idx="1151">
                  <c:v>0.0343833037441</c:v>
                </c:pt>
                <c:pt idx="1152">
                  <c:v>0.0343427454672</c:v>
                </c:pt>
                <c:pt idx="1153">
                  <c:v>0.0343035407059</c:v>
                </c:pt>
                <c:pt idx="1154">
                  <c:v>0.0342656792065</c:v>
                </c:pt>
                <c:pt idx="1155">
                  <c:v>0.0342291503268</c:v>
                </c:pt>
                <c:pt idx="1156">
                  <c:v>0.0341939430181</c:v>
                </c:pt>
                <c:pt idx="1157">
                  <c:v>0.0341600458076</c:v>
                </c:pt>
                <c:pt idx="1158">
                  <c:v>0.0341274467811</c:v>
                </c:pt>
                <c:pt idx="1159">
                  <c:v>0.0340961335652</c:v>
                </c:pt>
                <c:pt idx="1160">
                  <c:v>0.0340660933098</c:v>
                </c:pt>
                <c:pt idx="1161">
                  <c:v>0.0340373126703</c:v>
                </c:pt>
                <c:pt idx="1162">
                  <c:v>0.0340097777904</c:v>
                </c:pt>
                <c:pt idx="1163">
                  <c:v>0.0339834742845</c:v>
                </c:pt>
                <c:pt idx="1164">
                  <c:v>0.0339583872207</c:v>
                </c:pt>
                <c:pt idx="1165">
                  <c:v>0.0339345011036</c:v>
                </c:pt>
                <c:pt idx="1166">
                  <c:v>0.0339117998576</c:v>
                </c:pt>
                <c:pt idx="1167">
                  <c:v>0.0338902668102</c:v>
                </c:pt>
                <c:pt idx="1168">
                  <c:v>0.033869884676</c:v>
                </c:pt>
                <c:pt idx="1169">
                  <c:v>0.0338506355405</c:v>
                </c:pt>
                <c:pt idx="1170">
                  <c:v>0.0338325008449</c:v>
                </c:pt>
                <c:pt idx="1171">
                  <c:v>0.033815461371</c:v>
                </c:pt>
                <c:pt idx="1172">
                  <c:v>0.0337994972264</c:v>
                </c:pt>
                <c:pt idx="1173">
                  <c:v>0.0337845878306</c:v>
                </c:pt>
                <c:pt idx="1174">
                  <c:v>0.0337707119015</c:v>
                </c:pt>
                <c:pt idx="1175">
                  <c:v>0.0337578474428</c:v>
                </c:pt>
                <c:pt idx="1176">
                  <c:v>0.0337459717312</c:v>
                </c:pt>
                <c:pt idx="1177">
                  <c:v>0.0337350613056</c:v>
                </c:pt>
                <c:pt idx="1178">
                  <c:v>0.0337250919557</c:v>
                </c:pt>
                <c:pt idx="1179">
                  <c:v>0.0337160387127</c:v>
                </c:pt>
                <c:pt idx="1180">
                  <c:v>0.03370787584</c:v>
                </c:pt>
                <c:pt idx="1181">
                  <c:v>0.0337005768249</c:v>
                </c:pt>
                <c:pt idx="1182">
                  <c:v>0.0336941143715</c:v>
                </c:pt>
                <c:pt idx="1183">
                  <c:v>0.0336884603945</c:v>
                </c:pt>
                <c:pt idx="1184">
                  <c:v>0.033683586014</c:v>
                </c:pt>
                <c:pt idx="1185">
                  <c:v>0.0336794615514</c:v>
                </c:pt>
                <c:pt idx="1186">
                  <c:v>0.0336760565262</c:v>
                </c:pt>
                <c:pt idx="1187">
                  <c:v>0.0336733396545</c:v>
                </c:pt>
                <c:pt idx="1188">
                  <c:v>0.0336712788481</c:v>
                </c:pt>
                <c:pt idx="1189">
                  <c:v>0.0336698412153</c:v>
                </c:pt>
                <c:pt idx="1190">
                  <c:v>0.0336689930625</c:v>
                </c:pt>
                <c:pt idx="1191">
                  <c:v>0.0336686998978</c:v>
                </c:pt>
                <c:pt idx="1192">
                  <c:v>0.033668926435</c:v>
                </c:pt>
                <c:pt idx="1193">
                  <c:v>0.0336696366001</c:v>
                </c:pt>
                <c:pt idx="1194">
                  <c:v>0.0336707935382</c:v>
                </c:pt>
                <c:pt idx="1195">
                  <c:v>0.0336723596224</c:v>
                </c:pt>
                <c:pt idx="1196">
                  <c:v>0.0336742964642</c:v>
                </c:pt>
                <c:pt idx="1197">
                  <c:v>0.033676564925</c:v>
                </c:pt>
                <c:pt idx="1198">
                  <c:v>0.0336791251292</c:v>
                </c:pt>
                <c:pt idx="1199">
                  <c:v>0.0336819364796</c:v>
                </c:pt>
                <c:pt idx="1200">
                  <c:v>0.0336849576731</c:v>
                </c:pt>
                <c:pt idx="1201">
                  <c:v>0.0336881467191</c:v>
                </c:pt>
                <c:pt idx="1202">
                  <c:v>0.0336914609588</c:v>
                </c:pt>
                <c:pt idx="1203">
                  <c:v>0.0336948570863</c:v>
                </c:pt>
                <c:pt idx="1204">
                  <c:v>0.0336982911719</c:v>
                </c:pt>
                <c:pt idx="1205">
                  <c:v>0.033701718686</c:v>
                </c:pt>
                <c:pt idx="1206">
                  <c:v>0.0337050945255</c:v>
                </c:pt>
                <c:pt idx="1207">
                  <c:v>0.0337083730415</c:v>
                </c:pt>
                <c:pt idx="1208">
                  <c:v>0.0337115080691</c:v>
                </c:pt>
                <c:pt idx="1209">
                  <c:v>0.0337144529582</c:v>
                </c:pt>
                <c:pt idx="1210">
                  <c:v>0.0337171606068</c:v>
                </c:pt>
                <c:pt idx="1211">
                  <c:v>0.0337195834951</c:v>
                </c:pt>
                <c:pt idx="1212">
                  <c:v>0.0337216737225</c:v>
                </c:pt>
                <c:pt idx="1213">
                  <c:v>0.0337233830452</c:v>
                </c:pt>
                <c:pt idx="1214">
                  <c:v>0.0337246629161</c:v>
                </c:pt>
                <c:pt idx="1215">
                  <c:v>0.0337254645261</c:v>
                </c:pt>
                <c:pt idx="1216">
                  <c:v>0.0337257388476</c:v>
                </c:pt>
                <c:pt idx="1217">
                  <c:v>0.0337254366795</c:v>
                </c:pt>
                <c:pt idx="1218">
                  <c:v>0.033724508693</c:v>
                </c:pt>
                <c:pt idx="1219">
                  <c:v>0.0337229054807</c:v>
                </c:pt>
                <c:pt idx="1220">
                  <c:v>0.0337205776062</c:v>
                </c:pt>
                <c:pt idx="1221">
                  <c:v>0.0337174756553</c:v>
                </c:pt>
                <c:pt idx="1222">
                  <c:v>0.0337135502897</c:v>
                </c:pt>
                <c:pt idx="1223">
                  <c:v>0.033708752301</c:v>
                </c:pt>
                <c:pt idx="1224">
                  <c:v>0.0337030326675</c:v>
                </c:pt>
                <c:pt idx="1225">
                  <c:v>0.0336963426115</c:v>
                </c:pt>
                <c:pt idx="1226">
                  <c:v>0.0336886336582</c:v>
                </c:pt>
                <c:pt idx="1227">
                  <c:v>0.0336798576968</c:v>
                </c:pt>
                <c:pt idx="1228">
                  <c:v>0.0336699670414</c:v>
                </c:pt>
                <c:pt idx="1229">
                  <c:v>0.0336589144945</c:v>
                </c:pt>
                <c:pt idx="1230">
                  <c:v>0.0336466534107</c:v>
                </c:pt>
                <c:pt idx="1231">
                  <c:v>0.033633137762</c:v>
                </c:pt>
                <c:pt idx="1232">
                  <c:v>0.0336183222035</c:v>
                </c:pt>
                <c:pt idx="1233">
                  <c:v>0.0336021621405</c:v>
                </c:pt>
                <c:pt idx="1234">
                  <c:v>0.0335846137956</c:v>
                </c:pt>
                <c:pt idx="1235">
                  <c:v>0.0335656342772</c:v>
                </c:pt>
                <c:pt idx="1236">
                  <c:v>0.0335451816472</c:v>
                </c:pt>
                <c:pt idx="1237">
                  <c:v>0.0335232149906</c:v>
                </c:pt>
                <c:pt idx="1238">
                  <c:v>0.0334996944832</c:v>
                </c:pt>
                <c:pt idx="1239">
                  <c:v>0.0334745814611</c:v>
                </c:pt>
                <c:pt idx="1240">
                  <c:v>0.0334478384885</c:v>
                </c:pt>
                <c:pt idx="1241">
                  <c:v>0.033419429426</c:v>
                </c:pt>
                <c:pt idx="1242">
                  <c:v>0.0333893194974</c:v>
                </c:pt>
                <c:pt idx="1243">
                  <c:v>0.0333574753564</c:v>
                </c:pt>
                <c:pt idx="1244">
                  <c:v>0.0333238651514</c:v>
                </c:pt>
                <c:pt idx="1245">
                  <c:v>0.0332884585899</c:v>
                </c:pt>
                <c:pt idx="1246">
                  <c:v>0.0332512270004</c:v>
                </c:pt>
                <c:pt idx="1247">
                  <c:v>0.0332121433928</c:v>
                </c:pt>
                <c:pt idx="1248">
                  <c:v>0.0331711825173</c:v>
                </c:pt>
                <c:pt idx="1249">
                  <c:v>0.0331283209205</c:v>
                </c:pt>
                <c:pt idx="1250">
                  <c:v>0.0330835369985</c:v>
                </c:pt>
                <c:pt idx="1251">
                  <c:v>0.0330368110487</c:v>
                </c:pt>
                <c:pt idx="1252">
                  <c:v>0.0329881253167</c:v>
                </c:pt>
                <c:pt idx="1253">
                  <c:v>0.0329374640418</c:v>
                </c:pt>
                <c:pt idx="1254">
                  <c:v>0.0328848134976</c:v>
                </c:pt>
                <c:pt idx="1255">
                  <c:v>0.0328301620297</c:v>
                </c:pt>
                <c:pt idx="1256">
                  <c:v>0.0327735000892</c:v>
                </c:pt>
                <c:pt idx="1257">
                  <c:v>0.0327148202623</c:v>
                </c:pt>
                <c:pt idx="1258">
                  <c:v>0.0326541172952</c:v>
                </c:pt>
                <c:pt idx="1259">
                  <c:v>0.0325913881149</c:v>
                </c:pt>
                <c:pt idx="1260">
                  <c:v>0.0325266318455</c:v>
                </c:pt>
                <c:pt idx="1261">
                  <c:v>0.0324598498189</c:v>
                </c:pt>
                <c:pt idx="1262">
                  <c:v>0.0323910455817</c:v>
                </c:pt>
                <c:pt idx="1263">
                  <c:v>0.0323202248962</c:v>
                </c:pt>
                <c:pt idx="1264">
                  <c:v>0.0322473957369</c:v>
                </c:pt>
                <c:pt idx="1265">
                  <c:v>0.0321725682814</c:v>
                </c:pt>
                <c:pt idx="1266">
                  <c:v>0.0320957548965</c:v>
                </c:pt>
                <c:pt idx="1267">
                  <c:v>0.0320169701187</c:v>
                </c:pt>
                <c:pt idx="1268">
                  <c:v>0.0319362306302</c:v>
                </c:pt>
                <c:pt idx="1269">
                  <c:v>0.0318535552286</c:v>
                </c:pt>
                <c:pt idx="1270">
                  <c:v>0.0317689647928</c:v>
                </c:pt>
                <c:pt idx="1271">
                  <c:v>0.0316824822431</c:v>
                </c:pt>
                <c:pt idx="1272">
                  <c:v>0.0315941324963</c:v>
                </c:pt>
                <c:pt idx="1273">
                  <c:v>0.0315039424167</c:v>
                </c:pt>
                <c:pt idx="1274">
                  <c:v>0.0314119407623</c:v>
                </c:pt>
                <c:pt idx="1275">
                  <c:v>0.0313181581259</c:v>
                </c:pt>
                <c:pt idx="1276">
                  <c:v>0.0312226268728</c:v>
                </c:pt>
                <c:pt idx="1277">
                  <c:v>0.0311253810745</c:v>
                </c:pt>
                <c:pt idx="1278">
                  <c:v>0.031026456438</c:v>
                </c:pt>
                <c:pt idx="1279">
                  <c:v>0.0309258902321</c:v>
                </c:pt>
                <c:pt idx="1280">
                  <c:v>0.0308237212108</c:v>
                </c:pt>
                <c:pt idx="1281">
                  <c:v>0.0307199895328</c:v>
                </c:pt>
                <c:pt idx="1282">
                  <c:v>0.0306147366794</c:v>
                </c:pt>
                <c:pt idx="1283">
                  <c:v>0.0305080053696</c:v>
                </c:pt>
                <c:pt idx="1284">
                  <c:v>0.0303998394734</c:v>
                </c:pt>
                <c:pt idx="1285">
                  <c:v>0.0302902839231</c:v>
                </c:pt>
                <c:pt idx="1286">
                  <c:v>0.0301793846237</c:v>
                </c:pt>
                <c:pt idx="1287">
                  <c:v>0.0300671883624</c:v>
                </c:pt>
                <c:pt idx="1288">
                  <c:v>0.0299537427167</c:v>
                </c:pt>
                <c:pt idx="1289">
                  <c:v>0.0298390959629</c:v>
                </c:pt>
                <c:pt idx="1290">
                  <c:v>0.0297232969844</c:v>
                </c:pt>
                <c:pt idx="1291">
                  <c:v>0.0296063951799</c:v>
                </c:pt>
                <c:pt idx="1292">
                  <c:v>0.029488440373</c:v>
                </c:pt>
                <c:pt idx="1293">
                  <c:v>0.0293694827219</c:v>
                </c:pt>
                <c:pt idx="1294">
                  <c:v>0.0292495726308</c:v>
                </c:pt>
                <c:pt idx="1295">
                  <c:v>0.0291287606625</c:v>
                </c:pt>
                <c:pt idx="1296">
                  <c:v>0.0290070974528</c:v>
                </c:pt>
                <c:pt idx="1297">
                  <c:v>0.028884633627</c:v>
                </c:pt>
                <c:pt idx="1298">
                  <c:v>0.0287614197183</c:v>
                </c:pt>
                <c:pt idx="1299">
                  <c:v>0.0286375060892</c:v>
                </c:pt>
                <c:pt idx="1300">
                  <c:v>0.0285129428544</c:v>
                </c:pt>
                <c:pt idx="1301">
                  <c:v>0.0283877798077</c:v>
                </c:pt>
                <c:pt idx="1302">
                  <c:v>0.028262066351</c:v>
                </c:pt>
                <c:pt idx="1303">
                  <c:v>0.0281358514264</c:v>
                </c:pt>
                <c:pt idx="1304">
                  <c:v>0.0280091834523</c:v>
                </c:pt>
                <c:pt idx="1305">
                  <c:v>0.0278821102613</c:v>
                </c:pt>
                <c:pt idx="1306">
                  <c:v>0.0277546790432</c:v>
                </c:pt>
                <c:pt idx="1307">
                  <c:v>0.0276269362895</c:v>
                </c:pt>
                <c:pt idx="1308">
                  <c:v>0.0274989277432</c:v>
                </c:pt>
                <c:pt idx="1309">
                  <c:v>0.0273706983508</c:v>
                </c:pt>
                <c:pt idx="1310">
                  <c:v>0.0272422922184</c:v>
                </c:pt>
                <c:pt idx="1311">
                  <c:v>0.0271137525708</c:v>
                </c:pt>
                <c:pt idx="1312">
                  <c:v>0.0269851217147</c:v>
                </c:pt>
                <c:pt idx="1313">
                  <c:v>0.0268564410049</c:v>
                </c:pt>
                <c:pt idx="1314">
                  <c:v>0.0267277508141</c:v>
                </c:pt>
                <c:pt idx="1315">
                  <c:v>0.0265990905056</c:v>
                </c:pt>
                <c:pt idx="1316">
                  <c:v>0.02647049841</c:v>
                </c:pt>
                <c:pt idx="1317">
                  <c:v>0.0263420118043</c:v>
                </c:pt>
                <c:pt idx="1318">
                  <c:v>0.0262136668947</c:v>
                </c:pt>
                <c:pt idx="1319">
                  <c:v>0.0260854988024</c:v>
                </c:pt>
                <c:pt idx="1320">
                  <c:v>0.0259575415513</c:v>
                </c:pt>
                <c:pt idx="1321">
                  <c:v>0.0258298280601</c:v>
                </c:pt>
                <c:pt idx="1322">
                  <c:v>0.0257023901357</c:v>
                </c:pt>
                <c:pt idx="1323">
                  <c:v>0.02557525847</c:v>
                </c:pt>
                <c:pt idx="1324">
                  <c:v>0.0254484626387</c:v>
                </c:pt>
                <c:pt idx="1325">
                  <c:v>0.0253220311025</c:v>
                </c:pt>
                <c:pt idx="1326">
                  <c:v>0.0251959912106</c:v>
                </c:pt>
                <c:pt idx="1327">
                  <c:v>0.0250703692061</c:v>
                </c:pt>
                <c:pt idx="1328">
                  <c:v>0.0249451902338</c:v>
                </c:pt>
                <c:pt idx="1329">
                  <c:v>0.024820478349</c:v>
                </c:pt>
                <c:pt idx="1330">
                  <c:v>0.0246962565288</c:v>
                </c:pt>
                <c:pt idx="1331">
                  <c:v>0.0245725466841</c:v>
                </c:pt>
                <c:pt idx="1332">
                  <c:v>0.0244493696744</c:v>
                </c:pt>
                <c:pt idx="1333">
                  <c:v>0.0243267453223</c:v>
                </c:pt>
                <c:pt idx="1334">
                  <c:v>0.0242046924303</c:v>
                </c:pt>
                <c:pt idx="1335">
                  <c:v>0.0240832287984</c:v>
                </c:pt>
                <c:pt idx="1336">
                  <c:v>0.0239623712427</c:v>
                </c:pt>
                <c:pt idx="1337">
                  <c:v>0.0238421356146</c:v>
                </c:pt>
                <c:pt idx="1338">
                  <c:v>0.0237225368215</c:v>
                </c:pt>
                <c:pt idx="1339">
                  <c:v>0.0236035888474</c:v>
                </c:pt>
                <c:pt idx="1340">
                  <c:v>0.0234853047743</c:v>
                </c:pt>
                <c:pt idx="1341">
                  <c:v>0.0233676968045</c:v>
                </c:pt>
                <c:pt idx="1342">
                  <c:v>0.023250776283</c:v>
                </c:pt>
                <c:pt idx="1343">
                  <c:v>0.0231345537201</c:v>
                </c:pt>
                <c:pt idx="1344">
                  <c:v>0.0230190388145</c:v>
                </c:pt>
                <c:pt idx="1345">
                  <c:v>0.0229042404766</c:v>
                </c:pt>
                <c:pt idx="1346">
                  <c:v>0.0227901668518</c:v>
                </c:pt>
                <c:pt idx="1347">
                  <c:v>0.0226768253437</c:v>
                </c:pt>
                <c:pt idx="1348">
                  <c:v>0.0225642226379</c:v>
                </c:pt>
                <c:pt idx="1349">
                  <c:v>0.022452364725</c:v>
                </c:pt>
                <c:pt idx="1350">
                  <c:v>0.0223412569242</c:v>
                </c:pt>
                <c:pt idx="1351">
                  <c:v>0.0222309039058</c:v>
                </c:pt>
                <c:pt idx="1352">
                  <c:v>0.022121309715</c:v>
                </c:pt>
                <c:pt idx="1353">
                  <c:v>0.0220124777938</c:v>
                </c:pt>
                <c:pt idx="1354">
                  <c:v>0.0219044110037</c:v>
                </c:pt>
                <c:pt idx="1355">
                  <c:v>0.0217971116479</c:v>
                </c:pt>
                <c:pt idx="1356">
                  <c:v>0.0216905814932</c:v>
                </c:pt>
                <c:pt idx="1357">
                  <c:v>0.0215848217912</c:v>
                </c:pt>
                <c:pt idx="1358">
                  <c:v>0.0214798332993</c:v>
                </c:pt>
                <c:pt idx="1359">
                  <c:v>0.021375616302</c:v>
                </c:pt>
                <c:pt idx="1360">
                  <c:v>0.0212721706303</c:v>
                </c:pt>
                <c:pt idx="1361">
                  <c:v>0.0211694956823</c:v>
                </c:pt>
                <c:pt idx="1362">
                  <c:v>0.0210675904424</c:v>
                </c:pt>
                <c:pt idx="1363">
                  <c:v>0.0209664535001</c:v>
                </c:pt>
                <c:pt idx="1364">
                  <c:v>0.0208660830688</c:v>
                </c:pt>
                <c:pt idx="1365">
                  <c:v>0.0207664770036</c:v>
                </c:pt>
                <c:pt idx="1366">
                  <c:v>0.0206676328193</c:v>
                </c:pt>
                <c:pt idx="1367">
                  <c:v>0.0205695477071</c:v>
                </c:pt>
                <c:pt idx="1368">
                  <c:v>0.0204722185515</c:v>
                </c:pt>
                <c:pt idx="1369">
                  <c:v>0.0203756419469</c:v>
                </c:pt>
                <c:pt idx="1370">
                  <c:v>0.0202798142124</c:v>
                </c:pt>
                <c:pt idx="1371">
                  <c:v>0.0201847314083</c:v>
                </c:pt>
                <c:pt idx="1372">
                  <c:v>0.0200903893498</c:v>
                </c:pt>
                <c:pt idx="1373">
                  <c:v>0.0199967836222</c:v>
                </c:pt>
                <c:pt idx="1374">
                  <c:v>0.0199039095946</c:v>
                </c:pt>
                <c:pt idx="1375">
                  <c:v>0.0198117624333</c:v>
                </c:pt>
                <c:pt idx="1376">
                  <c:v>0.0197203371148</c:v>
                </c:pt>
                <c:pt idx="1377">
                  <c:v>0.0196296284389</c:v>
                </c:pt>
                <c:pt idx="1378">
                  <c:v>0.0195396310404</c:v>
                </c:pt>
                <c:pt idx="1379">
                  <c:v>0.0194503394012</c:v>
                </c:pt>
                <c:pt idx="1380">
                  <c:v>0.0193617478618</c:v>
                </c:pt>
                <c:pt idx="1381">
                  <c:v>0.0192738506322</c:v>
                </c:pt>
                <c:pt idx="1382">
                  <c:v>0.0191866418025</c:v>
                </c:pt>
                <c:pt idx="1383">
                  <c:v>0.0191001153536</c:v>
                </c:pt>
                <c:pt idx="1384">
                  <c:v>0.0190142651665</c:v>
                </c:pt>
                <c:pt idx="1385">
                  <c:v>0.0189290850323</c:v>
                </c:pt>
                <c:pt idx="1386">
                  <c:v>0.0188445686616</c:v>
                </c:pt>
                <c:pt idx="1387">
                  <c:v>0.0187607096929</c:v>
                </c:pt>
                <c:pt idx="1388">
                  <c:v>0.0186775017018</c:v>
                </c:pt>
                <c:pt idx="1389">
                  <c:v>0.0185949382087</c:v>
                </c:pt>
                <c:pt idx="1390">
                  <c:v>0.0185130126873</c:v>
                </c:pt>
                <c:pt idx="1391">
                  <c:v>0.018431718572</c:v>
                </c:pt>
                <c:pt idx="1392">
                  <c:v>0.0183510492654</c:v>
                </c:pt>
                <c:pt idx="1393">
                  <c:v>0.0182709981454</c:v>
                </c:pt>
                <c:pt idx="1394">
                  <c:v>0.0181915585723</c:v>
                </c:pt>
                <c:pt idx="1395">
                  <c:v>0.0181127238951</c:v>
                </c:pt>
                <c:pt idx="1396">
                  <c:v>0.0180344874582</c:v>
                </c:pt>
                <c:pt idx="1397">
                  <c:v>0.0179568426074</c:v>
                </c:pt>
                <c:pt idx="1398">
                  <c:v>0.0178797826957</c:v>
                </c:pt>
                <c:pt idx="1399">
                  <c:v>0.0178033010893</c:v>
                </c:pt>
                <c:pt idx="1400">
                  <c:v>0.0177273911727</c:v>
                </c:pt>
                <c:pt idx="1401">
                  <c:v>0.0176520463545</c:v>
                </c:pt>
                <c:pt idx="1402">
                  <c:v>0.0175772600717</c:v>
                </c:pt>
                <c:pt idx="1403">
                  <c:v>0.0175030257954</c:v>
                </c:pt>
                <c:pt idx="1404">
                  <c:v>0.0174293370349</c:v>
                </c:pt>
                <c:pt idx="1405">
                  <c:v>0.0173561873423</c:v>
                </c:pt>
                <c:pt idx="1406">
                  <c:v>0.017283570317</c:v>
                </c:pt>
                <c:pt idx="1407">
                  <c:v>0.0172114796097</c:v>
                </c:pt>
                <c:pt idx="1408">
                  <c:v>0.0171399089263</c:v>
                </c:pt>
                <c:pt idx="1409">
                  <c:v>0.0170688520318</c:v>
                </c:pt>
                <c:pt idx="1410">
                  <c:v>0.0169983027536</c:v>
                </c:pt>
                <c:pt idx="1411">
                  <c:v>0.0169282549856</c:v>
                </c:pt>
                <c:pt idx="1412">
                  <c:v>0.0168587026907</c:v>
                </c:pt>
                <c:pt idx="1413">
                  <c:v>0.0167896399045</c:v>
                </c:pt>
                <c:pt idx="1414">
                  <c:v>0.0167210607379</c:v>
                </c:pt>
                <c:pt idx="1415">
                  <c:v>0.0166529593804</c:v>
                </c:pt>
                <c:pt idx="1416">
                  <c:v>0.0165853301019</c:v>
                </c:pt>
                <c:pt idx="1417">
                  <c:v>0.0165181672561</c:v>
                </c:pt>
                <c:pt idx="1418">
                  <c:v>0.0164514652823</c:v>
                </c:pt>
                <c:pt idx="1419">
                  <c:v>0.0163852187077</c:v>
                </c:pt>
                <c:pt idx="1420">
                  <c:v>0.0163194221495</c:v>
                </c:pt>
                <c:pt idx="1421">
                  <c:v>0.0162540703166</c:v>
                </c:pt>
                <c:pt idx="1422">
                  <c:v>0.0161891580115</c:v>
                </c:pt>
                <c:pt idx="1423">
                  <c:v>0.0161246801318</c:v>
                </c:pt>
                <c:pt idx="1424">
                  <c:v>0.0160606316716</c:v>
                </c:pt>
                <c:pt idx="1425">
                  <c:v>0.0159970077227</c:v>
                </c:pt>
                <c:pt idx="1426">
                  <c:v>0.0159338034758</c:v>
                </c:pt>
                <c:pt idx="1427">
                  <c:v>0.0158710142212</c:v>
                </c:pt>
                <c:pt idx="1428">
                  <c:v>0.0158086353501</c:v>
                </c:pt>
                <c:pt idx="1429">
                  <c:v>0.0157466623545</c:v>
                </c:pt>
                <c:pt idx="1430">
                  <c:v>0.0156850908284</c:v>
                </c:pt>
                <c:pt idx="1431">
                  <c:v>0.0156239164673</c:v>
                </c:pt>
                <c:pt idx="1432">
                  <c:v>0.0155631350694</c:v>
                </c:pt>
                <c:pt idx="1433">
                  <c:v>0.0155027425345</c:v>
                </c:pt>
                <c:pt idx="1434">
                  <c:v>0.0154427348647</c:v>
                </c:pt>
                <c:pt idx="1435">
                  <c:v>0.0153831081635</c:v>
                </c:pt>
                <c:pt idx="1436">
                  <c:v>0.0153238586358</c:v>
                </c:pt>
                <c:pt idx="1437">
                  <c:v>0.0152649825869</c:v>
                </c:pt>
                <c:pt idx="1438">
                  <c:v>0.015206476422</c:v>
                </c:pt>
                <c:pt idx="1439">
                  <c:v>0.0151483366454</c:v>
                </c:pt>
                <c:pt idx="1440">
                  <c:v>0.0150905598588</c:v>
                </c:pt>
                <c:pt idx="1441">
                  <c:v>0.0150331427611</c:v>
                </c:pt>
                <c:pt idx="1442">
                  <c:v>0.0149760821461</c:v>
                </c:pt>
                <c:pt idx="1443">
                  <c:v>0.0149193749019</c:v>
                </c:pt>
                <c:pt idx="1444">
                  <c:v>0.0148630180085</c:v>
                </c:pt>
                <c:pt idx="1445">
                  <c:v>0.0148070085367</c:v>
                </c:pt>
                <c:pt idx="1446">
                  <c:v>0.0147513436462</c:v>
                </c:pt>
                <c:pt idx="1447">
                  <c:v>0.0146960205833</c:v>
                </c:pt>
                <c:pt idx="1448">
                  <c:v>0.0146410366792</c:v>
                </c:pt>
                <c:pt idx="1449">
                  <c:v>0.0145863893477</c:v>
                </c:pt>
                <c:pt idx="1450">
                  <c:v>0.0145320760831</c:v>
                </c:pt>
                <c:pt idx="1451">
                  <c:v>0.0144780944576</c:v>
                </c:pt>
                <c:pt idx="1452">
                  <c:v>0.0144244421192</c:v>
                </c:pt>
                <c:pt idx="1453">
                  <c:v>0.0143711167892</c:v>
                </c:pt>
                <c:pt idx="1454">
                  <c:v>0.0143181162592</c:v>
                </c:pt>
                <c:pt idx="1455">
                  <c:v>0.0142654383893</c:v>
                </c:pt>
                <c:pt idx="1456">
                  <c:v>0.0142130811049</c:v>
                </c:pt>
                <c:pt idx="1457">
                  <c:v>0.0141610423938</c:v>
                </c:pt>
                <c:pt idx="1458">
                  <c:v>0.0141093203043</c:v>
                </c:pt>
                <c:pt idx="1459">
                  <c:v>0.0140579129418</c:v>
                </c:pt>
                <c:pt idx="1460">
                  <c:v>0.0140068184662</c:v>
                </c:pt>
                <c:pt idx="1461">
                  <c:v>0.0139560350892</c:v>
                </c:pt>
                <c:pt idx="1462">
                  <c:v>0.0139055610715</c:v>
                </c:pt>
                <c:pt idx="1463">
                  <c:v>0.0138553947202</c:v>
                </c:pt>
                <c:pt idx="1464">
                  <c:v>0.0138055343857</c:v>
                </c:pt>
                <c:pt idx="1465">
                  <c:v>0.0137559784596</c:v>
                </c:pt>
                <c:pt idx="1466">
                  <c:v>0.0137067253712</c:v>
                </c:pt>
                <c:pt idx="1467">
                  <c:v>0.0136577735857</c:v>
                </c:pt>
                <c:pt idx="1468">
                  <c:v>0.0136091216011</c:v>
                </c:pt>
                <c:pt idx="1469">
                  <c:v>0.0135607679456</c:v>
                </c:pt>
                <c:pt idx="1470">
                  <c:v>0.0135127111757</c:v>
                </c:pt>
                <c:pt idx="1471">
                  <c:v>0.0134649498728</c:v>
                </c:pt>
                <c:pt idx="1472">
                  <c:v>0.013417482642</c:v>
                </c:pt>
                <c:pt idx="1473">
                  <c:v>0.013370308109</c:v>
                </c:pt>
                <c:pt idx="1474">
                  <c:v>0.0133234249179</c:v>
                </c:pt>
                <c:pt idx="1475">
                  <c:v>0.0132768317298</c:v>
                </c:pt>
                <c:pt idx="1476">
                  <c:v>0.0132305272198</c:v>
                </c:pt>
                <c:pt idx="1477">
                  <c:v>0.0131845100758</c:v>
                </c:pt>
                <c:pt idx="1478">
                  <c:v>0.0131387789962</c:v>
                </c:pt>
                <c:pt idx="1479">
                  <c:v>0.0130933326885</c:v>
                </c:pt>
                <c:pt idx="1480">
                  <c:v>0.013048169867</c:v>
                </c:pt>
                <c:pt idx="1481">
                  <c:v>0.013003289252</c:v>
                </c:pt>
                <c:pt idx="1482">
                  <c:v>0.0129586895677</c:v>
                </c:pt>
                <c:pt idx="1483">
                  <c:v>0.0129143695411</c:v>
                </c:pt>
                <c:pt idx="1484">
                  <c:v>0.0128703279005</c:v>
                </c:pt>
                <c:pt idx="1485">
                  <c:v>0.0128265633745</c:v>
                </c:pt>
                <c:pt idx="1486">
                  <c:v>0.0127830746908</c:v>
                </c:pt>
                <c:pt idx="1487">
                  <c:v>0.012739860575</c:v>
                </c:pt>
                <c:pt idx="1488">
                  <c:v>0.0126969197499</c:v>
                </c:pt>
                <c:pt idx="1489">
                  <c:v>0.0126542509345</c:v>
                </c:pt>
                <c:pt idx="1490">
                  <c:v>0.0126118528435</c:v>
                </c:pt>
                <c:pt idx="1491">
                  <c:v>0.0125697241862</c:v>
                </c:pt>
                <c:pt idx="1492">
                  <c:v>0.0125278636661</c:v>
                </c:pt>
                <c:pt idx="1493">
                  <c:v>0.0124862699806</c:v>
                </c:pt>
                <c:pt idx="1494">
                  <c:v>0.0124449418202</c:v>
                </c:pt>
                <c:pt idx="1495">
                  <c:v>0.0124038778684</c:v>
                </c:pt>
                <c:pt idx="1496">
                  <c:v>0.012363076801</c:v>
                </c:pt>
                <c:pt idx="1497">
                  <c:v>0.0123225372865</c:v>
                </c:pt>
                <c:pt idx="1498">
                  <c:v>0.0122822579854</c:v>
                </c:pt>
                <c:pt idx="1499">
                  <c:v>0.0122422375502</c:v>
                </c:pt>
                <c:pt idx="1500">
                  <c:v>0.0122024746255</c:v>
                </c:pt>
                <c:pt idx="1501">
                  <c:v>0.0121629678479</c:v>
                </c:pt>
                <c:pt idx="1502">
                  <c:v>0.012123715846</c:v>
                </c:pt>
                <c:pt idx="1503">
                  <c:v>0.0120847172405</c:v>
                </c:pt>
                <c:pt idx="1504">
                  <c:v>0.0120459706445</c:v>
                </c:pt>
                <c:pt idx="1505">
                  <c:v>0.0120074746633</c:v>
                </c:pt>
                <c:pt idx="1506">
                  <c:v>0.0119692278951</c:v>
                </c:pt>
                <c:pt idx="1507">
                  <c:v>0.011931228931</c:v>
                </c:pt>
                <c:pt idx="1508">
                  <c:v>0.0118934763551</c:v>
                </c:pt>
                <c:pt idx="1509">
                  <c:v>0.0118559687452</c:v>
                </c:pt>
                <c:pt idx="1510">
                  <c:v>0.0118187046727</c:v>
                </c:pt>
                <c:pt idx="1511">
                  <c:v>0.0117816827033</c:v>
                </c:pt>
                <c:pt idx="1512">
                  <c:v>0.0117449013974</c:v>
                </c:pt>
                <c:pt idx="1513">
                  <c:v>0.01170835931</c:v>
                </c:pt>
                <c:pt idx="1514">
                  <c:v>0.0116720549917</c:v>
                </c:pt>
                <c:pt idx="1515">
                  <c:v>0.0116359869887</c:v>
                </c:pt>
                <c:pt idx="1516">
                  <c:v>0.0116001538436</c:v>
                </c:pt>
                <c:pt idx="1517">
                  <c:v>0.0115645540955</c:v>
                </c:pt>
                <c:pt idx="1518">
                  <c:v>0.0115291862805</c:v>
                </c:pt>
                <c:pt idx="1519">
                  <c:v>0.0114940489325</c:v>
                </c:pt>
                <c:pt idx="1520">
                  <c:v>0.0114591405831</c:v>
                </c:pt>
                <c:pt idx="1521">
                  <c:v>0.0114244597624</c:v>
                </c:pt>
                <c:pt idx="1522">
                  <c:v>0.0113900049998</c:v>
                </c:pt>
                <c:pt idx="1523">
                  <c:v>0.0113557748234</c:v>
                </c:pt>
                <c:pt idx="1524">
                  <c:v>0.0113217677618</c:v>
                </c:pt>
                <c:pt idx="1525">
                  <c:v>0.0112879823434</c:v>
                </c:pt>
                <c:pt idx="1526">
                  <c:v>0.0112544170975</c:v>
                </c:pt>
                <c:pt idx="1527">
                  <c:v>0.0112210705548</c:v>
                </c:pt>
                <c:pt idx="1528">
                  <c:v>0.0111879412472</c:v>
                </c:pt>
                <c:pt idx="1529">
                  <c:v>0.0111550277091</c:v>
                </c:pt>
                <c:pt idx="1530">
                  <c:v>0.0111223284771</c:v>
                </c:pt>
                <c:pt idx="1531">
                  <c:v>0.0110898420909</c:v>
                </c:pt>
                <c:pt idx="1532">
                  <c:v>0.0110575670933</c:v>
                </c:pt>
                <c:pt idx="1533">
                  <c:v>0.0110255020311</c:v>
                </c:pt>
                <c:pt idx="1534">
                  <c:v>0.0109936454551</c:v>
                </c:pt>
                <c:pt idx="1535">
                  <c:v>0.0109619959207</c:v>
                </c:pt>
                <c:pt idx="1536">
                  <c:v>0.0109305519881</c:v>
                </c:pt>
                <c:pt idx="1537">
                  <c:v>0.0108993122229</c:v>
                </c:pt>
                <c:pt idx="1538">
                  <c:v>0.0108682751963</c:v>
                </c:pt>
                <c:pt idx="1539">
                  <c:v>0.0108374394853</c:v>
                </c:pt>
                <c:pt idx="1540">
                  <c:v>0.0108068036735</c:v>
                </c:pt>
                <c:pt idx="1541">
                  <c:v>0.010776366351</c:v>
                </c:pt>
                <c:pt idx="1542">
                  <c:v>0.0107461261149</c:v>
                </c:pt>
                <c:pt idx="1543">
                  <c:v>0.0107160815696</c:v>
                </c:pt>
                <c:pt idx="1544">
                  <c:v>0.0106862313271</c:v>
                </c:pt>
                <c:pt idx="1545">
                  <c:v>0.0106565740071</c:v>
                </c:pt>
                <c:pt idx="1546">
                  <c:v>0.0106271082376</c:v>
                </c:pt>
                <c:pt idx="1547">
                  <c:v>0.0105978326551</c:v>
                </c:pt>
                <c:pt idx="1548">
                  <c:v>0.0105687459044</c:v>
                </c:pt>
                <c:pt idx="1549">
                  <c:v>0.0105398466395</c:v>
                </c:pt>
                <c:pt idx="1550">
                  <c:v>0.0105111335236</c:v>
                </c:pt>
                <c:pt idx="1551">
                  <c:v>0.0104826052289</c:v>
                </c:pt>
                <c:pt idx="1552">
                  <c:v>0.0104542604376</c:v>
                </c:pt>
                <c:pt idx="1553">
                  <c:v>0.0104260978415</c:v>
                </c:pt>
                <c:pt idx="1554">
                  <c:v>0.0103981161423</c:v>
                </c:pt>
                <c:pt idx="1555">
                  <c:v>0.0103703140519</c:v>
                </c:pt>
                <c:pt idx="1556">
                  <c:v>0.0103426902928</c:v>
                </c:pt>
                <c:pt idx="1557">
                  <c:v>0.0103152435976</c:v>
                </c:pt>
                <c:pt idx="1558">
                  <c:v>0.0102879727098</c:v>
                </c:pt>
                <c:pt idx="1559">
                  <c:v>0.0102608763839</c:v>
                </c:pt>
                <c:pt idx="1560">
                  <c:v>0.0102339533849</c:v>
                </c:pt>
                <c:pt idx="1561">
                  <c:v>0.0102072024893</c:v>
                </c:pt>
                <c:pt idx="1562">
                  <c:v>0.0101806224846</c:v>
                </c:pt>
                <c:pt idx="1563">
                  <c:v>0.0101542121698</c:v>
                </c:pt>
                <c:pt idx="1564">
                  <c:v>0.0101279703551</c:v>
                </c:pt>
                <c:pt idx="1565">
                  <c:v>0.0101018958626</c:v>
                </c:pt>
                <c:pt idx="1566">
                  <c:v>0.0100759875257</c:v>
                </c:pt>
                <c:pt idx="1567">
                  <c:v>0.0100502441898</c:v>
                </c:pt>
                <c:pt idx="1568">
                  <c:v>0.0100246647118</c:v>
                </c:pt>
                <c:pt idx="1569">
                  <c:v>0.00999924796073</c:v>
                </c:pt>
                <c:pt idx="1570">
                  <c:v>0.00997399281751</c:v>
                </c:pt>
                <c:pt idx="1571">
                  <c:v>0.00994889817503</c:v>
                </c:pt>
                <c:pt idx="1572">
                  <c:v>0.00992396293825</c:v>
                </c:pt>
                <c:pt idx="1573">
                  <c:v>0.00989918602424</c:v>
                </c:pt>
                <c:pt idx="1574">
                  <c:v>0.00987456636223</c:v>
                </c:pt>
                <c:pt idx="1575">
                  <c:v>0.00985010289363</c:v>
                </c:pt>
                <c:pt idx="1576">
                  <c:v>0.00982579457205</c:v>
                </c:pt>
                <c:pt idx="1577">
                  <c:v>0.00980164036338</c:v>
                </c:pt>
                <c:pt idx="1578">
                  <c:v>0.00977763924576</c:v>
                </c:pt>
                <c:pt idx="1579">
                  <c:v>0.0097537902096</c:v>
                </c:pt>
                <c:pt idx="1580">
                  <c:v>0.00973009225763</c:v>
                </c:pt>
                <c:pt idx="1581">
                  <c:v>0.00970654440487</c:v>
                </c:pt>
                <c:pt idx="1582">
                  <c:v>0.00968314567866</c:v>
                </c:pt>
                <c:pt idx="1583">
                  <c:v>0.00965989511862</c:v>
                </c:pt>
                <c:pt idx="1584">
                  <c:v>0.00963679177671</c:v>
                </c:pt>
                <c:pt idx="1585">
                  <c:v>0.00961383471716</c:v>
                </c:pt>
                <c:pt idx="1586">
                  <c:v>0.00959102301649</c:v>
                </c:pt>
                <c:pt idx="1587">
                  <c:v>0.0095683557635</c:v>
                </c:pt>
                <c:pt idx="1588">
                  <c:v>0.00954583205923</c:v>
                </c:pt>
                <c:pt idx="1589">
                  <c:v>0.00952345101696</c:v>
                </c:pt>
                <c:pt idx="1590">
                  <c:v>0.00950121176218</c:v>
                </c:pt>
                <c:pt idx="1591">
                  <c:v>0.00947911343256</c:v>
                </c:pt>
                <c:pt idx="1592">
                  <c:v>0.00945715517794</c:v>
                </c:pt>
                <c:pt idx="1593">
                  <c:v>0.00943533616024</c:v>
                </c:pt>
                <c:pt idx="1594">
                  <c:v>0.00941365555352</c:v>
                </c:pt>
                <c:pt idx="1595">
                  <c:v>0.00939211254387</c:v>
                </c:pt>
                <c:pt idx="1596">
                  <c:v>0.00937070632939</c:v>
                </c:pt>
                <c:pt idx="1597">
                  <c:v>0.00934943612018</c:v>
                </c:pt>
                <c:pt idx="1598">
                  <c:v>0.00932830113825</c:v>
                </c:pt>
                <c:pt idx="1599">
                  <c:v>0.00930730061752</c:v>
                </c:pt>
                <c:pt idx="1600">
                  <c:v>0.00928643380376</c:v>
                </c:pt>
                <c:pt idx="1601">
                  <c:v>0.00926569995452</c:v>
                </c:pt>
                <c:pt idx="1602">
                  <c:v>0.00924509833912</c:v>
                </c:pt>
                <c:pt idx="1603">
                  <c:v>0.00922462823858</c:v>
                </c:pt>
                <c:pt idx="1604">
                  <c:v>0.00920428894557</c:v>
                </c:pt>
                <c:pt idx="1605">
                  <c:v>0.00918407976438</c:v>
                </c:pt>
                <c:pt idx="1606">
                  <c:v>0.00916400001081</c:v>
                </c:pt>
                <c:pt idx="1607">
                  <c:v>0.00914404901219</c:v>
                </c:pt>
                <c:pt idx="1608">
                  <c:v>0.00912422610727</c:v>
                </c:pt>
                <c:pt idx="1609">
                  <c:v>0.00910453064619</c:v>
                </c:pt>
                <c:pt idx="1610">
                  <c:v>0.00908496199041</c:v>
                </c:pt>
                <c:pt idx="1611">
                  <c:v>0.00906551951266</c:v>
                </c:pt>
                <c:pt idx="1612">
                  <c:v>0.00904620259686</c:v>
                </c:pt>
                <c:pt idx="1613">
                  <c:v>0.00902701063812</c:v>
                </c:pt>
                <c:pt idx="1614">
                  <c:v>0.00900794304259</c:v>
                </c:pt>
                <c:pt idx="1615">
                  <c:v>0.00898899922746</c:v>
                </c:pt>
                <c:pt idx="1616">
                  <c:v>0.0089701786209</c:v>
                </c:pt>
                <c:pt idx="1617">
                  <c:v>0.00895148066195</c:v>
                </c:pt>
                <c:pt idx="1618">
                  <c:v>0.00893290480049</c:v>
                </c:pt>
                <c:pt idx="1619">
                  <c:v>0.00891445049719</c:v>
                </c:pt>
                <c:pt idx="1620">
                  <c:v>0.00889611722339</c:v>
                </c:pt>
                <c:pt idx="1621">
                  <c:v>0.00887790446109</c:v>
                </c:pt>
                <c:pt idx="1622">
                  <c:v>0.00885981170283</c:v>
                </c:pt>
                <c:pt idx="1623">
                  <c:v>0.00884183845168</c:v>
                </c:pt>
                <c:pt idx="1624">
                  <c:v>0.00882398422111</c:v>
                </c:pt>
                <c:pt idx="1625">
                  <c:v>0.00880624853495</c:v>
                </c:pt>
                <c:pt idx="1626">
                  <c:v>0.00878863092733</c:v>
                </c:pt>
                <c:pt idx="1627">
                  <c:v>0.00877113094258</c:v>
                </c:pt>
                <c:pt idx="1628">
                  <c:v>0.00875374813516</c:v>
                </c:pt>
                <c:pt idx="1629">
                  <c:v>0.00873648206959</c:v>
                </c:pt>
                <c:pt idx="1630">
                  <c:v>0.00871933232039</c:v>
                </c:pt>
                <c:pt idx="1631">
                  <c:v>0.00870229847197</c:v>
                </c:pt>
                <c:pt idx="1632">
                  <c:v>0.00868538011856</c:v>
                </c:pt>
                <c:pt idx="1633">
                  <c:v>0.00866857686414</c:v>
                </c:pt>
                <c:pt idx="1634">
                  <c:v>0.00865188832235</c:v>
                </c:pt>
                <c:pt idx="1635">
                  <c:v>0.0086353141164</c:v>
                </c:pt>
                <c:pt idx="1636">
                  <c:v>0.00861885387897</c:v>
                </c:pt>
                <c:pt idx="1637">
                  <c:v>0.00860250725217</c:v>
                </c:pt>
                <c:pt idx="1638">
                  <c:v>0.00858627388739</c:v>
                </c:pt>
                <c:pt idx="1639">
                  <c:v>0.00857015344523</c:v>
                </c:pt>
                <c:pt idx="1640">
                  <c:v>0.00855414559542</c:v>
                </c:pt>
                <c:pt idx="1641">
                  <c:v>0.00853825001669</c:v>
                </c:pt>
                <c:pt idx="1642">
                  <c:v>0.00852246639671</c:v>
                </c:pt>
                <c:pt idx="1643">
                  <c:v>0.00850679443192</c:v>
                </c:pt>
                <c:pt idx="1644">
                  <c:v>0.0084912338275</c:v>
                </c:pt>
                <c:pt idx="1645">
                  <c:v>0.00847578429721</c:v>
                </c:pt>
                <c:pt idx="1646">
                  <c:v>0.00846044556327</c:v>
                </c:pt>
                <c:pt idx="1647">
                  <c:v>0.00844521735628</c:v>
                </c:pt>
                <c:pt idx="1648">
                  <c:v>0.00843009941508</c:v>
                </c:pt>
                <c:pt idx="1649">
                  <c:v>0.00841509148662</c:v>
                </c:pt>
                <c:pt idx="1650">
                  <c:v>0.00840019332582</c:v>
                </c:pt>
                <c:pt idx="1651">
                  <c:v>0.00838540469547</c:v>
                </c:pt>
                <c:pt idx="1652">
                  <c:v>0.00837072536606</c:v>
                </c:pt>
                <c:pt idx="1653">
                  <c:v>0.00835615511565</c:v>
                </c:pt>
                <c:pt idx="1654">
                  <c:v>0.00834169372973</c:v>
                </c:pt>
                <c:pt idx="1655">
                  <c:v>0.00832734100104</c:v>
                </c:pt>
                <c:pt idx="1656">
                  <c:v>0.00831309672945</c:v>
                </c:pt>
                <c:pt idx="1657">
                  <c:v>0.00829896072176</c:v>
                </c:pt>
                <c:pt idx="1658">
                  <c:v>0.00828493279155</c:v>
                </c:pt>
                <c:pt idx="1659">
                  <c:v>0.00827101275899</c:v>
                </c:pt>
                <c:pt idx="1660">
                  <c:v>0.00825720045069</c:v>
                </c:pt>
                <c:pt idx="1661">
                  <c:v>0.00824349569944</c:v>
                </c:pt>
                <c:pt idx="1662">
                  <c:v>0.00822989834412</c:v>
                </c:pt>
                <c:pt idx="1663">
                  <c:v>0.00821640822938</c:v>
                </c:pt>
                <c:pt idx="1664">
                  <c:v>0.00820302520553</c:v>
                </c:pt>
                <c:pt idx="1665">
                  <c:v>0.00818974912825</c:v>
                </c:pt>
                <c:pt idx="1666">
                  <c:v>0.00817657985842</c:v>
                </c:pt>
                <c:pt idx="1667">
                  <c:v>0.00816351726182</c:v>
                </c:pt>
                <c:pt idx="1668">
                  <c:v>0.00815056120897</c:v>
                </c:pt>
                <c:pt idx="1669">
                  <c:v>0.00813771157482</c:v>
                </c:pt>
                <c:pt idx="1670">
                  <c:v>0.00812496823849</c:v>
                </c:pt>
                <c:pt idx="1671">
                  <c:v>0.00811233108305</c:v>
                </c:pt>
                <c:pt idx="1672">
                  <c:v>0.00809979999519</c:v>
                </c:pt>
                <c:pt idx="1673">
                  <c:v>0.00808737486497</c:v>
                </c:pt>
                <c:pt idx="1674">
                  <c:v>0.00807505558549</c:v>
                </c:pt>
                <c:pt idx="1675">
                  <c:v>0.00806284205262</c:v>
                </c:pt>
                <c:pt idx="1676">
                  <c:v>0.00805073416467</c:v>
                </c:pt>
                <c:pt idx="1677">
                  <c:v>0.00803873182206</c:v>
                </c:pt>
                <c:pt idx="1678">
                  <c:v>0.00802683492697</c:v>
                </c:pt>
                <c:pt idx="1679">
                  <c:v>0.00801504338303</c:v>
                </c:pt>
                <c:pt idx="1680">
                  <c:v>0.00800335709494</c:v>
                </c:pt>
                <c:pt idx="1681">
                  <c:v>0.00799177596809</c:v>
                </c:pt>
                <c:pt idx="1682">
                  <c:v>0.00798029990824</c:v>
                </c:pt>
                <c:pt idx="1683">
                  <c:v>0.00796892882104</c:v>
                </c:pt>
                <c:pt idx="1684">
                  <c:v>0.00795766261171</c:v>
                </c:pt>
                <c:pt idx="1685">
                  <c:v>0.00794650118461</c:v>
                </c:pt>
                <c:pt idx="1686">
                  <c:v>0.0079354444428</c:v>
                </c:pt>
                <c:pt idx="1687">
                  <c:v>0.00792449228764</c:v>
                </c:pt>
                <c:pt idx="1688">
                  <c:v>0.00791364461831</c:v>
                </c:pt>
                <c:pt idx="1689">
                  <c:v>0.0079029013314</c:v>
                </c:pt>
                <c:pt idx="1690">
                  <c:v>0.00789226232045</c:v>
                </c:pt>
                <c:pt idx="1691">
                  <c:v>0.00788172747544</c:v>
                </c:pt>
                <c:pt idx="1692">
                  <c:v>0.00787129668235</c:v>
                </c:pt>
                <c:pt idx="1693">
                  <c:v>0.00786096982266</c:v>
                </c:pt>
                <c:pt idx="1694">
                  <c:v>0.00785074677285</c:v>
                </c:pt>
                <c:pt idx="1695">
                  <c:v>0.00784062740391</c:v>
                </c:pt>
                <c:pt idx="1696">
                  <c:v>0.00783061158082</c:v>
                </c:pt>
                <c:pt idx="1697">
                  <c:v>0.00782069916202</c:v>
                </c:pt>
                <c:pt idx="1698">
                  <c:v>0.0078108899989</c:v>
                </c:pt>
                <c:pt idx="1699">
                  <c:v>0.00780118393529</c:v>
                </c:pt>
                <c:pt idx="1700">
                  <c:v>0.00779158080689</c:v>
                </c:pt>
                <c:pt idx="1701">
                  <c:v>0.00778208044074</c:v>
                </c:pt>
                <c:pt idx="1702">
                  <c:v>0.0077726826547</c:v>
                </c:pt>
                <c:pt idx="1703">
                  <c:v>0.0077633872569</c:v>
                </c:pt>
                <c:pt idx="1704">
                  <c:v>0.00775419404517</c:v>
                </c:pt>
                <c:pt idx="1705">
                  <c:v>0.00774510280654</c:v>
                </c:pt>
                <c:pt idx="1706">
                  <c:v>0.00773611331667</c:v>
                </c:pt>
                <c:pt idx="1707">
                  <c:v>0.00772722533932</c:v>
                </c:pt>
                <c:pt idx="1708">
                  <c:v>0.00771843862582</c:v>
                </c:pt>
                <c:pt idx="1709">
                  <c:v>0.00770975291454</c:v>
                </c:pt>
                <c:pt idx="1710">
                  <c:v>0.00770116793036</c:v>
                </c:pt>
                <c:pt idx="1711">
                  <c:v>0.00769268338418</c:v>
                </c:pt>
                <c:pt idx="1712">
                  <c:v>0.00768429897239</c:v>
                </c:pt>
                <c:pt idx="1713">
                  <c:v>0.0076760143764</c:v>
                </c:pt>
                <c:pt idx="1714">
                  <c:v>0.00766782926216</c:v>
                </c:pt>
                <c:pt idx="1715">
                  <c:v>0.00765974327973</c:v>
                </c:pt>
                <c:pt idx="1716">
                  <c:v>0.00765175606278</c:v>
                </c:pt>
                <c:pt idx="1717">
                  <c:v>0.0076438672282</c:v>
                </c:pt>
                <c:pt idx="1718">
                  <c:v>0.00763607637573</c:v>
                </c:pt>
                <c:pt idx="1719">
                  <c:v>0.00762838308753</c:v>
                </c:pt>
                <c:pt idx="1720">
                  <c:v>0.00762078692787</c:v>
                </c:pt>
                <c:pt idx="1721">
                  <c:v>0.0076132874428</c:v>
                </c:pt>
                <c:pt idx="1722">
                  <c:v>0.00760588415983</c:v>
                </c:pt>
                <c:pt idx="1723">
                  <c:v>0.00759857658771</c:v>
                </c:pt>
                <c:pt idx="1724">
                  <c:v>0.00759136421619</c:v>
                </c:pt>
                <c:pt idx="1725">
                  <c:v>0.00758424651582</c:v>
                </c:pt>
                <c:pt idx="1726">
                  <c:v>0.00757722293781</c:v>
                </c:pt>
                <c:pt idx="1727">
                  <c:v>0.0075702929139</c:v>
                </c:pt>
                <c:pt idx="1728">
                  <c:v>0.00756345585633</c:v>
                </c:pt>
                <c:pt idx="1729">
                  <c:v>0.00755671115775</c:v>
                </c:pt>
                <c:pt idx="1730">
                  <c:v>0.00755005819131</c:v>
                </c:pt>
                <c:pt idx="1731">
                  <c:v>0.00754349631066</c:v>
                </c:pt>
                <c:pt idx="1732">
                  <c:v>0.00753702485011</c:v>
                </c:pt>
                <c:pt idx="1733">
                  <c:v>0.00753064312477</c:v>
                </c:pt>
                <c:pt idx="1734">
                  <c:v>0.00752435043076</c:v>
                </c:pt>
                <c:pt idx="1735">
                  <c:v>0.00751814604548</c:v>
                </c:pt>
                <c:pt idx="1736">
                  <c:v>0.00751202922794</c:v>
                </c:pt>
                <c:pt idx="1737">
                  <c:v>0.00750599921909</c:v>
                </c:pt>
                <c:pt idx="1738">
                  <c:v>0.00750005524229</c:v>
                </c:pt>
                <c:pt idx="1739">
                  <c:v>0.00749419650375</c:v>
                </c:pt>
                <c:pt idx="1740">
                  <c:v>0.00748842219305</c:v>
                </c:pt>
                <c:pt idx="1741">
                  <c:v>0.00748273148377</c:v>
                </c:pt>
                <c:pt idx="1742">
                  <c:v>0.00747712353407</c:v>
                </c:pt>
                <c:pt idx="1743">
                  <c:v>0.00747159748739</c:v>
                </c:pt>
                <c:pt idx="1744">
                  <c:v>0.0074661524732</c:v>
                </c:pt>
                <c:pt idx="1745">
                  <c:v>0.00746078760777</c:v>
                </c:pt>
                <c:pt idx="1746">
                  <c:v>0.00745550199498</c:v>
                </c:pt>
                <c:pt idx="1747">
                  <c:v>0.00745029472723</c:v>
                </c:pt>
                <c:pt idx="1748">
                  <c:v>0.00744516488633</c:v>
                </c:pt>
                <c:pt idx="1749">
                  <c:v>0.00744011154448</c:v>
                </c:pt>
                <c:pt idx="1750">
                  <c:v>0.00743513376525</c:v>
                </c:pt>
                <c:pt idx="1751">
                  <c:v>0.00743023060462</c:v>
                </c:pt>
                <c:pt idx="1752">
                  <c:v>0.00742540111205</c:v>
                </c:pt>
                <c:pt idx="1753">
                  <c:v>0.00742064433156</c:v>
                </c:pt>
                <c:pt idx="1754">
                  <c:v>0.00741595930285</c:v>
                </c:pt>
                <c:pt idx="1755">
                  <c:v>0.00741134506247</c:v>
                </c:pt>
                <c:pt idx="1756">
                  <c:v>0.00740680064494</c:v>
                </c:pt>
                <c:pt idx="1757">
                  <c:v>0.00740232508395</c:v>
                </c:pt>
                <c:pt idx="1758">
                  <c:v>0.00739791741354</c:v>
                </c:pt>
                <c:pt idx="1759">
                  <c:v>0.00739357666928</c:v>
                </c:pt>
                <c:pt idx="1760">
                  <c:v>0.00738930188949</c:v>
                </c:pt>
                <c:pt idx="1761">
                  <c:v>0.0073850921164</c:v>
                </c:pt>
                <c:pt idx="1762">
                  <c:v>0.00738094639737</c:v>
                </c:pt>
                <c:pt idx="1763">
                  <c:v>0.00737686378604</c:v>
                </c:pt>
                <c:pt idx="1764">
                  <c:v>0.0073728433435</c:v>
                </c:pt>
                <c:pt idx="1765">
                  <c:v>0.00736888413946</c:v>
                </c:pt>
                <c:pt idx="1766">
                  <c:v>0.00736498525334</c:v>
                </c:pt>
                <c:pt idx="1767">
                  <c:v>0.00736114577537</c:v>
                </c:pt>
                <c:pt idx="1768">
                  <c:v>0.0073573648077</c:v>
                </c:pt>
                <c:pt idx="1769">
                  <c:v>0.0073536414654</c:v>
                </c:pt>
                <c:pt idx="1770">
                  <c:v>0.00734997487747</c:v>
                </c:pt>
                <c:pt idx="1771">
                  <c:v>0.00734636418782</c:v>
                </c:pt>
                <c:pt idx="1772">
                  <c:v>0.00734280855615</c:v>
                </c:pt>
                <c:pt idx="1773">
                  <c:v>0.0073393071589</c:v>
                </c:pt>
                <c:pt idx="1774">
                  <c:v>0.00733585919001</c:v>
                </c:pt>
                <c:pt idx="1775">
                  <c:v>0.00733246386174</c:v>
                </c:pt>
                <c:pt idx="1776">
                  <c:v>0.00732912040542</c:v>
                </c:pt>
                <c:pt idx="1777">
                  <c:v>0.0073258280721</c:v>
                </c:pt>
                <c:pt idx="1778">
                  <c:v>0.00732258613319</c:v>
                </c:pt>
                <c:pt idx="1779">
                  <c:v>0.00731939388105</c:v>
                </c:pt>
                <c:pt idx="1780">
                  <c:v>0.00731625062948</c:v>
                </c:pt>
                <c:pt idx="1781">
                  <c:v>0.00731315571425</c:v>
                </c:pt>
                <c:pt idx="1782">
                  <c:v>0.00731010849342</c:v>
                </c:pt>
                <c:pt idx="1783">
                  <c:v>0.00730710834777</c:v>
                </c:pt>
                <c:pt idx="1784">
                  <c:v>0.0073041546811</c:v>
                </c:pt>
                <c:pt idx="1785">
                  <c:v>0.00730124692041</c:v>
                </c:pt>
                <c:pt idx="1786">
                  <c:v>0.00729838451617</c:v>
                </c:pt>
                <c:pt idx="1787">
                  <c:v>0.00729556694241</c:v>
                </c:pt>
                <c:pt idx="1788">
                  <c:v>0.00729279369683</c:v>
                </c:pt>
                <c:pt idx="1789">
                  <c:v>0.00729006430085</c:v>
                </c:pt>
                <c:pt idx="1790">
                  <c:v>0.00728737829956</c:v>
                </c:pt>
                <c:pt idx="1791">
                  <c:v>0.00728473526169</c:v>
                </c:pt>
                <c:pt idx="1792">
                  <c:v>0.00728213477951</c:v>
                </c:pt>
                <c:pt idx="1793">
                  <c:v>0.00727957646867</c:v>
                </c:pt>
                <c:pt idx="1794">
                  <c:v>0.00727705996801</c:v>
                </c:pt>
                <c:pt idx="1795">
                  <c:v>0.00727458493934</c:v>
                </c:pt>
                <c:pt idx="1796">
                  <c:v>0.00727215106717</c:v>
                </c:pt>
                <c:pt idx="1797">
                  <c:v>0.00726975805838</c:v>
                </c:pt>
                <c:pt idx="1798">
                  <c:v>0.00726740564193</c:v>
                </c:pt>
                <c:pt idx="1799">
                  <c:v>0.00726509356846</c:v>
                </c:pt>
                <c:pt idx="1800">
                  <c:v>0.00726282160992</c:v>
                </c:pt>
                <c:pt idx="1801">
                  <c:v>0.00726058955909</c:v>
                </c:pt>
                <c:pt idx="1802">
                  <c:v>0.0072583972292</c:v>
                </c:pt>
                <c:pt idx="1803">
                  <c:v>0.00725624445341</c:v>
                </c:pt>
                <c:pt idx="1804">
                  <c:v>0.00725413108434</c:v>
                </c:pt>
                <c:pt idx="1805">
                  <c:v>0.00725205699355</c:v>
                </c:pt>
                <c:pt idx="1806">
                  <c:v>0.00725002207101</c:v>
                </c:pt>
                <c:pt idx="1807">
                  <c:v>0.00724802622456</c:v>
                </c:pt>
                <c:pt idx="1808">
                  <c:v>0.00724606937936</c:v>
                </c:pt>
                <c:pt idx="1809">
                  <c:v>0.00724415147731</c:v>
                </c:pt>
                <c:pt idx="1810">
                  <c:v>0.00724227247646</c:v>
                </c:pt>
                <c:pt idx="1811">
                  <c:v>0.00724043235047</c:v>
                </c:pt>
                <c:pt idx="1812">
                  <c:v>0.00723863108796</c:v>
                </c:pt>
                <c:pt idx="1813">
                  <c:v>0.00723686869195</c:v>
                </c:pt>
                <c:pt idx="1814">
                  <c:v>0.00723514517923</c:v>
                </c:pt>
                <c:pt idx="1815">
                  <c:v>0.00723346057976</c:v>
                </c:pt>
                <c:pt idx="1816">
                  <c:v>0.00723181493607</c:v>
                </c:pt>
                <c:pt idx="1817">
                  <c:v>0.00723020830264</c:v>
                </c:pt>
                <c:pt idx="1818">
                  <c:v>0.00722864074525</c:v>
                </c:pt>
                <c:pt idx="1819">
                  <c:v>0.00722711234044</c:v>
                </c:pt>
                <c:pt idx="1820">
                  <c:v>0.00722562317481</c:v>
                </c:pt>
                <c:pt idx="1821">
                  <c:v>0.00722417334447</c:v>
                </c:pt>
                <c:pt idx="1822">
                  <c:v>0.00722276295438</c:v>
                </c:pt>
                <c:pt idx="1823">
                  <c:v>0.00722139211776</c:v>
                </c:pt>
                <c:pt idx="1824">
                  <c:v>0.00722006095545</c:v>
                </c:pt>
                <c:pt idx="1825">
                  <c:v>0.00721876959532</c:v>
                </c:pt>
                <c:pt idx="1826">
                  <c:v>0.00721751817165</c:v>
                </c:pt>
                <c:pt idx="1827">
                  <c:v>0.00721630682451</c:v>
                </c:pt>
                <c:pt idx="1828">
                  <c:v>0.00721513569914</c:v>
                </c:pt>
                <c:pt idx="1829">
                  <c:v>0.00721400494534</c:v>
                </c:pt>
                <c:pt idx="1830">
                  <c:v>0.00721291471686</c:v>
                </c:pt>
                <c:pt idx="1831">
                  <c:v>0.0072118651708</c:v>
                </c:pt>
                <c:pt idx="1832">
                  <c:v>0.00721085646694</c:v>
                </c:pt>
                <c:pt idx="1833">
                  <c:v>0.00720988876718</c:v>
                </c:pt>
                <c:pt idx="1834">
                  <c:v>0.00720896223488</c:v>
                </c:pt>
                <c:pt idx="1835">
                  <c:v>0.00720807703425</c:v>
                </c:pt>
                <c:pt idx="1836">
                  <c:v>0.00720723332973</c:v>
                </c:pt>
                <c:pt idx="1837">
                  <c:v>0.00720643128535</c:v>
                </c:pt>
                <c:pt idx="1838">
                  <c:v>0.00720567106409</c:v>
                </c:pt>
                <c:pt idx="1839">
                  <c:v>0.00720495282727</c:v>
                </c:pt>
                <c:pt idx="1840">
                  <c:v>0.00720427673388</c:v>
                </c:pt>
                <c:pt idx="1841">
                  <c:v>0.00720364293994</c:v>
                </c:pt>
                <c:pt idx="1842">
                  <c:v>0.00720305159787</c:v>
                </c:pt>
                <c:pt idx="1843">
                  <c:v>0.0072025028558</c:v>
                </c:pt>
                <c:pt idx="1844">
                  <c:v>0.00720199685695</c:v>
                </c:pt>
                <c:pt idx="1845">
                  <c:v>0.00720153373891</c:v>
                </c:pt>
                <c:pt idx="1846">
                  <c:v>0.00720111363304</c:v>
                </c:pt>
                <c:pt idx="1847">
                  <c:v>0.00720073666375</c:v>
                </c:pt>
                <c:pt idx="1848">
                  <c:v>0.00720040294781</c:v>
                </c:pt>
                <c:pt idx="1849">
                  <c:v>0.00720011259372</c:v>
                </c:pt>
                <c:pt idx="1850">
                  <c:v>0.00719986570097</c:v>
                </c:pt>
                <c:pt idx="1851">
                  <c:v>0.00719966235938</c:v>
                </c:pt>
                <c:pt idx="1852">
                  <c:v>0.00719950264841</c:v>
                </c:pt>
                <c:pt idx="1853">
                  <c:v>0.00719938663646</c:v>
                </c:pt>
                <c:pt idx="1854">
                  <c:v>0.00719931438017</c:v>
                </c:pt>
                <c:pt idx="1855">
                  <c:v>0.00719928592375</c:v>
                </c:pt>
                <c:pt idx="1856">
                  <c:v>0.00719930129826</c:v>
                </c:pt>
                <c:pt idx="1857">
                  <c:v>0.00719936052093</c:v>
                </c:pt>
                <c:pt idx="1858">
                  <c:v>0.00719946359448</c:v>
                </c:pt>
                <c:pt idx="1859">
                  <c:v>0.00719961050646</c:v>
                </c:pt>
                <c:pt idx="1860">
                  <c:v>0.00719980122852</c:v>
                </c:pt>
                <c:pt idx="1861">
                  <c:v>0.00720003571578</c:v>
                </c:pt>
                <c:pt idx="1862">
                  <c:v>0.00720031390617</c:v>
                </c:pt>
                <c:pt idx="1863">
                  <c:v>0.00720063571978</c:v>
                </c:pt>
                <c:pt idx="1864">
                  <c:v>0.00720100105821</c:v>
                </c:pt>
                <c:pt idx="1865">
                  <c:v>0.00720140980398</c:v>
                </c:pt>
                <c:pt idx="1866">
                  <c:v>0.00720186181988</c:v>
                </c:pt>
                <c:pt idx="1867">
                  <c:v>0.00720235694842</c:v>
                </c:pt>
                <c:pt idx="1868">
                  <c:v>0.00720289501126</c:v>
                </c:pt>
                <c:pt idx="1869">
                  <c:v>0.00720347580862</c:v>
                </c:pt>
                <c:pt idx="1870">
                  <c:v>0.00720409911883</c:v>
                </c:pt>
                <c:pt idx="1871">
                  <c:v>0.00720476469777</c:v>
                </c:pt>
                <c:pt idx="1872">
                  <c:v>0.00720547227843</c:v>
                </c:pt>
                <c:pt idx="1873">
                  <c:v>0.00720622157046</c:v>
                </c:pt>
                <c:pt idx="1874">
                  <c:v>0.00720701225976</c:v>
                </c:pt>
                <c:pt idx="1875">
                  <c:v>0.00720784400813</c:v>
                </c:pt>
                <c:pt idx="1876">
                  <c:v>0.00720871645289</c:v>
                </c:pt>
                <c:pt idx="1877">
                  <c:v>0.00720962920662</c:v>
                </c:pt>
                <c:pt idx="1878">
                  <c:v>0.00721058185685</c:v>
                </c:pt>
                <c:pt idx="1879">
                  <c:v>0.0072115739659</c:v>
                </c:pt>
                <c:pt idx="1880">
                  <c:v>0.00721260507065</c:v>
                </c:pt>
                <c:pt idx="1881">
                  <c:v>0.00721367468243</c:v>
                </c:pt>
                <c:pt idx="1882">
                  <c:v>0.00721478228694</c:v>
                </c:pt>
                <c:pt idx="1883">
                  <c:v>0.0072159273442</c:v>
                </c:pt>
                <c:pt idx="1884">
                  <c:v>0.00721710928857</c:v>
                </c:pt>
                <c:pt idx="1885">
                  <c:v>0.0072183275288</c:v>
                </c:pt>
                <c:pt idx="1886">
                  <c:v>0.00721958144817</c:v>
                </c:pt>
                <c:pt idx="1887">
                  <c:v>0.00722087040465</c:v>
                </c:pt>
                <c:pt idx="1888">
                  <c:v>0.00722219373109</c:v>
                </c:pt>
                <c:pt idx="1889">
                  <c:v>0.00722355073556</c:v>
                </c:pt>
                <c:pt idx="1890">
                  <c:v>0.00722494070164</c:v>
                </c:pt>
                <c:pt idx="1891">
                  <c:v>0.00722636288881</c:v>
                </c:pt>
                <c:pt idx="1892">
                  <c:v>0.00722781653293</c:v>
                </c:pt>
                <c:pt idx="1893">
                  <c:v>0.00722930084671</c:v>
                </c:pt>
                <c:pt idx="1894">
                  <c:v>0.00723081502029</c:v>
                </c:pt>
                <c:pt idx="1895">
                  <c:v>0.00723235822184</c:v>
                </c:pt>
                <c:pt idx="1896">
                  <c:v>0.00723392959826</c:v>
                </c:pt>
                <c:pt idx="1897">
                  <c:v>0.00723552827588</c:v>
                </c:pt>
                <c:pt idx="1898">
                  <c:v>0.00723715336126</c:v>
                </c:pt>
                <c:pt idx="1899">
                  <c:v>0.00723880394199</c:v>
                </c:pt>
                <c:pt idx="1900">
                  <c:v>0.00724047908764</c:v>
                </c:pt>
                <c:pt idx="1901">
                  <c:v>0.00724217785062</c:v>
                </c:pt>
                <c:pt idx="1902">
                  <c:v>0.00724389926724</c:v>
                </c:pt>
                <c:pt idx="1903">
                  <c:v>0.00724564235868</c:v>
                </c:pt>
                <c:pt idx="1904">
                  <c:v>0.00724740613209</c:v>
                </c:pt>
                <c:pt idx="1905">
                  <c:v>0.00724918958171</c:v>
                </c:pt>
                <c:pt idx="1906">
                  <c:v>0.00725099169003</c:v>
                </c:pt>
                <c:pt idx="1907">
                  <c:v>0.00725281142897</c:v>
                </c:pt>
                <c:pt idx="1908">
                  <c:v>0.0072546477611</c:v>
                </c:pt>
                <c:pt idx="1909">
                  <c:v>0.00725649964094</c:v>
                </c:pt>
                <c:pt idx="1910">
                  <c:v>0.0072583660162</c:v>
                </c:pt>
                <c:pt idx="1911">
                  <c:v>0.00726024582912</c:v>
                </c:pt>
                <c:pt idx="1912">
                  <c:v>0.00726213801778</c:v>
                </c:pt>
                <c:pt idx="1913">
                  <c:v>0.00726404151749</c:v>
                </c:pt>
                <c:pt idx="1914">
                  <c:v>0.0072659552621</c:v>
                </c:pt>
                <c:pt idx="1915">
                  <c:v>0.00726787818543</c:v>
                </c:pt>
                <c:pt idx="1916">
                  <c:v>0.00726980922263</c:v>
                </c:pt>
                <c:pt idx="1917">
                  <c:v>0.00727174731158</c:v>
                </c:pt>
                <c:pt idx="1918">
                  <c:v>0.00727369139425</c:v>
                </c:pt>
                <c:pt idx="1919">
                  <c:v>0.00727564041813</c:v>
                </c:pt>
                <c:pt idx="1920">
                  <c:v>0.00727759333759</c:v>
                </c:pt>
                <c:pt idx="1921">
                  <c:v>0.00727954911525</c:v>
                </c:pt>
                <c:pt idx="1922">
                  <c:v>0.00728150672332</c:v>
                </c:pt>
                <c:pt idx="1923">
                  <c:v>0.00728346514499</c:v>
                </c:pt>
                <c:pt idx="1924">
                  <c:v>0.00728542337571</c:v>
                </c:pt>
                <c:pt idx="1925">
                  <c:v>0.00728738042448</c:v>
                </c:pt>
                <c:pt idx="1926">
                  <c:v>0.00728933531518</c:v>
                </c:pt>
                <c:pt idx="1927">
                  <c:v>0.00729128708774</c:v>
                </c:pt>
                <c:pt idx="1928">
                  <c:v>0.00729323479938</c:v>
                </c:pt>
                <c:pt idx="1929">
                  <c:v>0.00729517752582</c:v>
                </c:pt>
                <c:pt idx="1930">
                  <c:v>0.00729711436235</c:v>
                </c:pt>
                <c:pt idx="1931">
                  <c:v>0.00729904442498</c:v>
                </c:pt>
                <c:pt idx="1932">
                  <c:v>0.00730096685148</c:v>
                </c:pt>
                <c:pt idx="1933">
                  <c:v>0.00730288080236</c:v>
                </c:pt>
                <c:pt idx="1934">
                  <c:v>0.00730478546189</c:v>
                </c:pt>
                <c:pt idx="1935">
                  <c:v>0.00730668003896</c:v>
                </c:pt>
                <c:pt idx="1936">
                  <c:v>0.00730856376795</c:v>
                </c:pt>
                <c:pt idx="1937">
                  <c:v>0.00731043590959</c:v>
                </c:pt>
                <c:pt idx="1938">
                  <c:v>0.00731229575163</c:v>
                </c:pt>
                <c:pt idx="1939">
                  <c:v>0.00731414260961</c:v>
                </c:pt>
                <c:pt idx="1940">
                  <c:v>0.00731597582746</c:v>
                </c:pt>
                <c:pt idx="1941">
                  <c:v>0.0073177947781</c:v>
                </c:pt>
                <c:pt idx="1942">
                  <c:v>0.00731959886394</c:v>
                </c:pt>
                <c:pt idx="1943">
                  <c:v>0.00732138751738</c:v>
                </c:pt>
                <c:pt idx="1944">
                  <c:v>0.00732316020114</c:v>
                </c:pt>
                <c:pt idx="1945">
                  <c:v>0.00732491640866</c:v>
                </c:pt>
                <c:pt idx="1946">
                  <c:v>0.00732665566434</c:v>
                </c:pt>
                <c:pt idx="1947">
                  <c:v>0.00732837752373</c:v>
                </c:pt>
                <c:pt idx="1948">
                  <c:v>0.0073300815737</c:v>
                </c:pt>
                <c:pt idx="1949">
                  <c:v>0.00733176743248</c:v>
                </c:pt>
                <c:pt idx="1950">
                  <c:v>0.00733343474969</c:v>
                </c:pt>
                <c:pt idx="1951">
                  <c:v>0.00733508320626</c:v>
                </c:pt>
                <c:pt idx="1952">
                  <c:v>0.00733671251432</c:v>
                </c:pt>
                <c:pt idx="1953">
                  <c:v>0.00733832241698</c:v>
                </c:pt>
                <c:pt idx="1954">
                  <c:v>0.00733991268808</c:v>
                </c:pt>
                <c:pt idx="1955">
                  <c:v>0.00734148313185</c:v>
                </c:pt>
                <c:pt idx="1956">
                  <c:v>0.00734303358249</c:v>
                </c:pt>
                <c:pt idx="1957">
                  <c:v>0.00734456390376</c:v>
                </c:pt>
                <c:pt idx="1958">
                  <c:v>0.00734607398835</c:v>
                </c:pt>
                <c:pt idx="1959">
                  <c:v>0.00734756375736</c:v>
                </c:pt>
                <c:pt idx="1960">
                  <c:v>0.00734903315957</c:v>
                </c:pt>
                <c:pt idx="1961">
                  <c:v>0.00735048217073</c:v>
                </c:pt>
                <c:pt idx="1962">
                  <c:v>0.00735191079272</c:v>
                </c:pt>
                <c:pt idx="1963">
                  <c:v>0.00735331905272</c:v>
                </c:pt>
                <c:pt idx="1964">
                  <c:v>0.00735470700222</c:v>
                </c:pt>
                <c:pt idx="1965">
                  <c:v>0.00735607471607</c:v>
                </c:pt>
                <c:pt idx="1966">
                  <c:v>0.00735742229136</c:v>
                </c:pt>
                <c:pt idx="1967">
                  <c:v>0.00735874984632</c:v>
                </c:pt>
                <c:pt idx="1968">
                  <c:v>0.00736005751911</c:v>
                </c:pt>
                <c:pt idx="1969">
                  <c:v>0.00736134546661</c:v>
                </c:pt>
                <c:pt idx="1970">
                  <c:v>0.00736261386304</c:v>
                </c:pt>
                <c:pt idx="1971">
                  <c:v>0.00736386289865</c:v>
                </c:pt>
                <c:pt idx="1972">
                  <c:v>0.00736509277825</c:v>
                </c:pt>
                <c:pt idx="1973">
                  <c:v>0.00736630371979</c:v>
                </c:pt>
                <c:pt idx="1974">
                  <c:v>0.00736749595276</c:v>
                </c:pt>
                <c:pt idx="1975">
                  <c:v>0.00736866971667</c:v>
                </c:pt>
                <c:pt idx="1976">
                  <c:v>0.0073698252594</c:v>
                </c:pt>
                <c:pt idx="1977">
                  <c:v>0.00737096283555</c:v>
                </c:pt>
                <c:pt idx="1978">
                  <c:v>0.00737208270469</c:v>
                </c:pt>
                <c:pt idx="1979">
                  <c:v>0.00737318512965</c:v>
                </c:pt>
                <c:pt idx="1980">
                  <c:v>0.00737427037475</c:v>
                </c:pt>
                <c:pt idx="1981">
                  <c:v>0.00737533870394</c:v>
                </c:pt>
                <c:pt idx="1982">
                  <c:v>0.007376390379</c:v>
                </c:pt>
                <c:pt idx="1983">
                  <c:v>0.00737742565766</c:v>
                </c:pt>
                <c:pt idx="1984">
                  <c:v>0.00737844479172</c:v>
                </c:pt>
                <c:pt idx="1985">
                  <c:v>0.00737944802517</c:v>
                </c:pt>
                <c:pt idx="1986">
                  <c:v>0.00738043559224</c:v>
                </c:pt>
                <c:pt idx="1987">
                  <c:v>0.00738140771555</c:v>
                </c:pt>
                <c:pt idx="1988">
                  <c:v>0.00738236460414</c:v>
                </c:pt>
                <c:pt idx="1989">
                  <c:v>0.00738330645159</c:v>
                </c:pt>
                <c:pt idx="1990">
                  <c:v>0.00738423343412</c:v>
                </c:pt>
                <c:pt idx="1991">
                  <c:v>0.00738514570871</c:v>
                </c:pt>
                <c:pt idx="1992">
                  <c:v>0.00738604341122</c:v>
                </c:pt>
                <c:pt idx="1993">
                  <c:v>0.00738692665458</c:v>
                </c:pt>
                <c:pt idx="1994">
                  <c:v>0.00738779552696</c:v>
                </c:pt>
                <c:pt idx="1995">
                  <c:v>0.00738865009004</c:v>
                </c:pt>
                <c:pt idx="1996">
                  <c:v>0.00738949037725</c:v>
                </c:pt>
                <c:pt idx="1997">
                  <c:v>0.00739031639212</c:v>
                </c:pt>
                <c:pt idx="1998">
                  <c:v>0.00739112810667</c:v>
                </c:pt>
                <c:pt idx="1999">
                  <c:v>0.00739192545983</c:v>
                </c:pt>
                <c:pt idx="2000">
                  <c:v>0.007392708356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0.75"/>
          <c:min val="0"/>
        </c:scaling>
        <c:delete val="0"/>
        <c:axPos val="l"/>
        <c:majorGridlines>
          <c:spPr>
            <a:ln xmlns:a="http://schemas.openxmlformats.org/drawingml/2006/main" w="4763">
              <a:solidFill>
                <a:srgbClr val="EEEEEE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2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majorUnit val="1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36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U/t = 6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222222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scatterChart>
        <c:scatterStyle val="lineMarker"/>
        <c:varyColors val="0"/>
        <c:ser>
          <c:idx val="0"/>
          <c:order val="0"/>
          <c:tx>
            <c:v>charge</c:v>
          </c:tx>
          <c:spPr>
            <a:ln xmlns:a="http://schemas.openxmlformats.org/drawingml/2006/main" w="15240">
              <a:solidFill>
                <a:srgbClr val="C43C64"/>
              </a:solidFill>
              <a:prstDash val="solid"/>
            </a:ln>
          </c:spPr>
          <c:marker>
            <c:symbol val="none"/>
            <c:size val="5"/>
            <c:spPr>
              <a:solidFill xmlns:a="http://schemas.openxmlformats.org/drawingml/2006/main">
                <a:srgbClr val="C43C64"/>
              </a:solidFill>
            </c:spPr>
          </c:marker>
          <c:xVal>
            <c:numRef>
              <c:f>'Chart Data'!$A$2:$A$2002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Data'!$B$2:$B$2002</c:f>
              <c:numCache>
                <c:formatCode>0.0</c:formatCode>
                <c:ptCount val="2001"/>
                <c:pt idx="0">
                  <c:v>0.00275219438831</c:v>
                </c:pt>
                <c:pt idx="1">
                  <c:v>0.0027570609109</c:v>
                </c:pt>
                <c:pt idx="2">
                  <c:v>0.00276194176243</c:v>
                </c:pt>
                <c:pt idx="3">
                  <c:v>0.00276683700911</c:v>
                </c:pt>
                <c:pt idx="4">
                  <c:v>0.00277174671761</c:v>
                </c:pt>
                <c:pt idx="5">
                  <c:v>0.00277667095503</c:v>
                </c:pt>
                <c:pt idx="6">
                  <c:v>0.00278160978898</c:v>
                </c:pt>
                <c:pt idx="7">
                  <c:v>0.00278656328751</c:v>
                </c:pt>
                <c:pt idx="8">
                  <c:v>0.00279153151918</c:v>
                </c:pt>
                <c:pt idx="9">
                  <c:v>0.00279651455301</c:v>
                </c:pt>
                <c:pt idx="10">
                  <c:v>0.00280151245852</c:v>
                </c:pt>
                <c:pt idx="11">
                  <c:v>0.00280652530569</c:v>
                </c:pt>
                <c:pt idx="12">
                  <c:v>0.00281155316504</c:v>
                </c:pt>
                <c:pt idx="13">
                  <c:v>0.00281659610757</c:v>
                </c:pt>
                <c:pt idx="14">
                  <c:v>0.00282165420478</c:v>
                </c:pt>
                <c:pt idx="15">
                  <c:v>0.00282672752869</c:v>
                </c:pt>
                <c:pt idx="16">
                  <c:v>0.00283181615185</c:v>
                </c:pt>
                <c:pt idx="17">
                  <c:v>0.00283692014729</c:v>
                </c:pt>
                <c:pt idx="18">
                  <c:v>0.00284203958862</c:v>
                </c:pt>
                <c:pt idx="19">
                  <c:v>0.00284717454994</c:v>
                </c:pt>
                <c:pt idx="20">
                  <c:v>0.0028523251059</c:v>
                </c:pt>
                <c:pt idx="21">
                  <c:v>0.0028574913317</c:v>
                </c:pt>
                <c:pt idx="22">
                  <c:v>0.00286267330309</c:v>
                </c:pt>
                <c:pt idx="23">
                  <c:v>0.00286787109635</c:v>
                </c:pt>
                <c:pt idx="24">
                  <c:v>0.00287308478834</c:v>
                </c:pt>
                <c:pt idx="25">
                  <c:v>0.00287831445649</c:v>
                </c:pt>
                <c:pt idx="26">
                  <c:v>0.00288356017878</c:v>
                </c:pt>
                <c:pt idx="27">
                  <c:v>0.00288882203378</c:v>
                </c:pt>
                <c:pt idx="28">
                  <c:v>0.00289410010064</c:v>
                </c:pt>
                <c:pt idx="29">
                  <c:v>0.00289939445909</c:v>
                </c:pt>
                <c:pt idx="30">
                  <c:v>0.00290470518947</c:v>
                </c:pt>
                <c:pt idx="31">
                  <c:v>0.00291003237269</c:v>
                </c:pt>
                <c:pt idx="32">
                  <c:v>0.00291537609031</c:v>
                </c:pt>
                <c:pt idx="33">
                  <c:v>0.00292073642447</c:v>
                </c:pt>
                <c:pt idx="34">
                  <c:v>0.00292611345793</c:v>
                </c:pt>
                <c:pt idx="35">
                  <c:v>0.0029315072741</c:v>
                </c:pt>
                <c:pt idx="36">
                  <c:v>0.00293691795699</c:v>
                </c:pt>
                <c:pt idx="37">
                  <c:v>0.00294234559127</c:v>
                </c:pt>
                <c:pt idx="38">
                  <c:v>0.00294779026224</c:v>
                </c:pt>
                <c:pt idx="39">
                  <c:v>0.00295325205588</c:v>
                </c:pt>
                <c:pt idx="40">
                  <c:v>0.00295873105879</c:v>
                </c:pt>
                <c:pt idx="41">
                  <c:v>0.00296422735826</c:v>
                </c:pt>
                <c:pt idx="42">
                  <c:v>0.00296974104224</c:v>
                </c:pt>
                <c:pt idx="43">
                  <c:v>0.00297527219938</c:v>
                </c:pt>
                <c:pt idx="44">
                  <c:v>0.002980820919</c:v>
                </c:pt>
                <c:pt idx="45">
                  <c:v>0.0029863872911</c:v>
                </c:pt>
                <c:pt idx="46">
                  <c:v>0.00299197140642</c:v>
                </c:pt>
                <c:pt idx="47">
                  <c:v>0.00299757335639</c:v>
                </c:pt>
                <c:pt idx="48">
                  <c:v>0.00300319323313</c:v>
                </c:pt>
                <c:pt idx="49">
                  <c:v>0.00300883112953</c:v>
                </c:pt>
                <c:pt idx="50">
                  <c:v>0.00301448713918</c:v>
                </c:pt>
                <c:pt idx="51">
                  <c:v>0.00302016135643</c:v>
                </c:pt>
                <c:pt idx="52">
                  <c:v>0.00302585387636</c:v>
                </c:pt>
                <c:pt idx="53">
                  <c:v>0.00303156479482</c:v>
                </c:pt>
                <c:pt idx="54">
                  <c:v>0.00303729420842</c:v>
                </c:pt>
                <c:pt idx="55">
                  <c:v>0.00304304221453</c:v>
                </c:pt>
                <c:pt idx="56">
                  <c:v>0.00304880891133</c:v>
                </c:pt>
                <c:pt idx="57">
                  <c:v>0.00305459439776</c:v>
                </c:pt>
                <c:pt idx="58">
                  <c:v>0.00306039877358</c:v>
                </c:pt>
                <c:pt idx="59">
                  <c:v>0.00306622213934</c:v>
                </c:pt>
                <c:pt idx="60">
                  <c:v>0.00307206459642</c:v>
                </c:pt>
                <c:pt idx="61">
                  <c:v>0.00307792624702</c:v>
                </c:pt>
                <c:pt idx="62">
                  <c:v>0.00308380719416</c:v>
                </c:pt>
                <c:pt idx="63">
                  <c:v>0.00308970754173</c:v>
                </c:pt>
                <c:pt idx="64">
                  <c:v>0.00309562739444</c:v>
                </c:pt>
                <c:pt idx="65">
                  <c:v>0.00310156685791</c:v>
                </c:pt>
                <c:pt idx="66">
                  <c:v>0.00310752603858</c:v>
                </c:pt>
                <c:pt idx="67">
                  <c:v>0.0031135050438</c:v>
                </c:pt>
                <c:pt idx="68">
                  <c:v>0.00311950398181</c:v>
                </c:pt>
                <c:pt idx="69">
                  <c:v>0.00312552296175</c:v>
                </c:pt>
                <c:pt idx="70">
                  <c:v>0.00313156209366</c:v>
                </c:pt>
                <c:pt idx="71">
                  <c:v>0.00313762148852</c:v>
                </c:pt>
                <c:pt idx="72">
                  <c:v>0.00314370125823</c:v>
                </c:pt>
                <c:pt idx="73">
                  <c:v>0.00314980151565</c:v>
                </c:pt>
                <c:pt idx="74">
                  <c:v>0.00315592237456</c:v>
                </c:pt>
                <c:pt idx="75">
                  <c:v>0.00316206394975</c:v>
                </c:pt>
                <c:pt idx="76">
                  <c:v>0.00316822635694</c:v>
                </c:pt>
                <c:pt idx="77">
                  <c:v>0.00317440971288</c:v>
                </c:pt>
                <c:pt idx="78">
                  <c:v>0.00318061413529</c:v>
                </c:pt>
                <c:pt idx="79">
                  <c:v>0.00318683974291</c:v>
                </c:pt>
                <c:pt idx="80">
                  <c:v>0.0031930866555</c:v>
                </c:pt>
                <c:pt idx="81">
                  <c:v>0.00319935499386</c:v>
                </c:pt>
                <c:pt idx="82">
                  <c:v>0.00320564487982</c:v>
                </c:pt>
                <c:pt idx="83">
                  <c:v>0.00321195643628</c:v>
                </c:pt>
                <c:pt idx="84">
                  <c:v>0.00321828978721</c:v>
                </c:pt>
                <c:pt idx="85">
                  <c:v>0.00322464505766</c:v>
                </c:pt>
                <c:pt idx="86">
                  <c:v>0.00323102237378</c:v>
                </c:pt>
                <c:pt idx="87">
                  <c:v>0.00323742186282</c:v>
                </c:pt>
                <c:pt idx="88">
                  <c:v>0.00324384365316</c:v>
                </c:pt>
                <c:pt idx="89">
                  <c:v>0.0032502878743</c:v>
                </c:pt>
                <c:pt idx="90">
                  <c:v>0.00325675465692</c:v>
                </c:pt>
                <c:pt idx="91">
                  <c:v>0.00326324413282</c:v>
                </c:pt>
                <c:pt idx="92">
                  <c:v>0.00326975643501</c:v>
                </c:pt>
                <c:pt idx="93">
                  <c:v>0.00327629169767</c:v>
                </c:pt>
                <c:pt idx="94">
                  <c:v>0.00328285005619</c:v>
                </c:pt>
                <c:pt idx="95">
                  <c:v>0.00328943164718</c:v>
                </c:pt>
                <c:pt idx="96">
                  <c:v>0.00329603660848</c:v>
                </c:pt>
                <c:pt idx="97">
                  <c:v>0.00330266507918</c:v>
                </c:pt>
                <c:pt idx="98">
                  <c:v>0.00330931719963</c:v>
                </c:pt>
                <c:pt idx="99">
                  <c:v>0.00331599311147</c:v>
                </c:pt>
                <c:pt idx="100">
                  <c:v>0.00332269295762</c:v>
                </c:pt>
                <c:pt idx="101">
                  <c:v>0.0033294168823</c:v>
                </c:pt>
                <c:pt idx="102">
                  <c:v>0.00333616503109</c:v>
                </c:pt>
                <c:pt idx="103">
                  <c:v>0.00334293755088</c:v>
                </c:pt>
                <c:pt idx="104">
                  <c:v>0.00334973458992</c:v>
                </c:pt>
                <c:pt idx="105">
                  <c:v>0.00335655629786</c:v>
                </c:pt>
                <c:pt idx="106">
                  <c:v>0.00336340282572</c:v>
                </c:pt>
                <c:pt idx="107">
                  <c:v>0.00337027432593</c:v>
                </c:pt>
                <c:pt idx="108">
                  <c:v>0.00337717095236</c:v>
                </c:pt>
                <c:pt idx="109">
                  <c:v>0.00338409286029</c:v>
                </c:pt>
                <c:pt idx="110">
                  <c:v>0.00339104020651</c:v>
                </c:pt>
                <c:pt idx="111">
                  <c:v>0.00339801314926</c:v>
                </c:pt>
                <c:pt idx="112">
                  <c:v>0.00340501184828</c:v>
                </c:pt>
                <c:pt idx="113">
                  <c:v>0.00341203646482</c:v>
                </c:pt>
                <c:pt idx="114">
                  <c:v>0.0034190871617</c:v>
                </c:pt>
                <c:pt idx="115">
                  <c:v>0.00342616410325</c:v>
                </c:pt>
                <c:pt idx="116">
                  <c:v>0.00343326745542</c:v>
                </c:pt>
                <c:pt idx="117">
                  <c:v>0.00344039738571</c:v>
                </c:pt>
                <c:pt idx="118">
                  <c:v>0.00344755406327</c:v>
                </c:pt>
                <c:pt idx="119">
                  <c:v>0.00345473765887</c:v>
                </c:pt>
                <c:pt idx="120">
                  <c:v>0.00346194834493</c:v>
                </c:pt>
                <c:pt idx="121">
                  <c:v>0.00346918629556</c:v>
                </c:pt>
                <c:pt idx="122">
                  <c:v>0.00347645168657</c:v>
                </c:pt>
                <c:pt idx="123">
                  <c:v>0.00348374469548</c:v>
                </c:pt>
                <c:pt idx="124">
                  <c:v>0.00349106550155</c:v>
                </c:pt>
                <c:pt idx="125">
                  <c:v>0.00349841428581</c:v>
                </c:pt>
                <c:pt idx="126">
                  <c:v>0.00350579123109</c:v>
                </c:pt>
                <c:pt idx="127">
                  <c:v>0.003513196522</c:v>
                </c:pt>
                <c:pt idx="128">
                  <c:v>0.00352063034501</c:v>
                </c:pt>
                <c:pt idx="129">
                  <c:v>0.00352809288844</c:v>
                </c:pt>
                <c:pt idx="130">
                  <c:v>0.00353558434249</c:v>
                </c:pt>
                <c:pt idx="131">
                  <c:v>0.00354310489925</c:v>
                </c:pt>
                <c:pt idx="132">
                  <c:v>0.00355065475276</c:v>
                </c:pt>
                <c:pt idx="133">
                  <c:v>0.00355823409902</c:v>
                </c:pt>
                <c:pt idx="134">
                  <c:v>0.00356584313599</c:v>
                </c:pt>
                <c:pt idx="135">
                  <c:v>0.00357348206365</c:v>
                </c:pt>
                <c:pt idx="136">
                  <c:v>0.00358115108402</c:v>
                </c:pt>
                <c:pt idx="137">
                  <c:v>0.00358885040115</c:v>
                </c:pt>
                <c:pt idx="138">
                  <c:v>0.00359658022121</c:v>
                </c:pt>
                <c:pt idx="139">
                  <c:v>0.00360434075247</c:v>
                </c:pt>
                <c:pt idx="140">
                  <c:v>0.00361213220534</c:v>
                </c:pt>
                <c:pt idx="141">
                  <c:v>0.0036199547924</c:v>
                </c:pt>
                <c:pt idx="142">
                  <c:v>0.00362780872844</c:v>
                </c:pt>
                <c:pt idx="143">
                  <c:v>0.00363569423047</c:v>
                </c:pt>
                <c:pt idx="144">
                  <c:v>0.00364361151775</c:v>
                </c:pt>
                <c:pt idx="145">
                  <c:v>0.00365156081184</c:v>
                </c:pt>
                <c:pt idx="146">
                  <c:v>0.00365954233662</c:v>
                </c:pt>
                <c:pt idx="147">
                  <c:v>0.00366755631831</c:v>
                </c:pt>
                <c:pt idx="148">
                  <c:v>0.00367560298552</c:v>
                </c:pt>
                <c:pt idx="149">
                  <c:v>0.00368368256926</c:v>
                </c:pt>
                <c:pt idx="150">
                  <c:v>0.003691795303</c:v>
                </c:pt>
                <c:pt idx="151">
                  <c:v>0.00369994142267</c:v>
                </c:pt>
                <c:pt idx="152">
                  <c:v>0.00370812116673</c:v>
                </c:pt>
                <c:pt idx="153">
                  <c:v>0.00371633477618</c:v>
                </c:pt>
                <c:pt idx="154">
                  <c:v>0.00372458249458</c:v>
                </c:pt>
                <c:pt idx="155">
                  <c:v>0.00373286456814</c:v>
                </c:pt>
                <c:pt idx="156">
                  <c:v>0.00374118124569</c:v>
                </c:pt>
                <c:pt idx="157">
                  <c:v>0.00374953277875</c:v>
                </c:pt>
                <c:pt idx="158">
                  <c:v>0.00375791942159</c:v>
                </c:pt>
                <c:pt idx="159">
                  <c:v>0.00376634143119</c:v>
                </c:pt>
                <c:pt idx="160">
                  <c:v>0.00377479906737</c:v>
                </c:pt>
                <c:pt idx="161">
                  <c:v>0.00378329259277</c:v>
                </c:pt>
                <c:pt idx="162">
                  <c:v>0.00379182227289</c:v>
                </c:pt>
                <c:pt idx="163">
                  <c:v>0.00380038837616</c:v>
                </c:pt>
                <c:pt idx="164">
                  <c:v>0.00380899117396</c:v>
                </c:pt>
                <c:pt idx="165">
                  <c:v>0.00381763094066</c:v>
                </c:pt>
                <c:pt idx="166">
                  <c:v>0.00382630795367</c:v>
                </c:pt>
                <c:pt idx="167">
                  <c:v>0.00383502249345</c:v>
                </c:pt>
                <c:pt idx="168">
                  <c:v>0.00384377484363</c:v>
                </c:pt>
                <c:pt idx="169">
                  <c:v>0.00385256529094</c:v>
                </c:pt>
                <c:pt idx="170">
                  <c:v>0.00386139412536</c:v>
                </c:pt>
                <c:pt idx="171">
                  <c:v>0.0038702616401</c:v>
                </c:pt>
                <c:pt idx="172">
                  <c:v>0.00387916813167</c:v>
                </c:pt>
                <c:pt idx="173">
                  <c:v>0.00388811389991</c:v>
                </c:pt>
                <c:pt idx="174">
                  <c:v>0.00389709924806</c:v>
                </c:pt>
                <c:pt idx="175">
                  <c:v>0.00390612448276</c:v>
                </c:pt>
                <c:pt idx="176">
                  <c:v>0.00391518991418</c:v>
                </c:pt>
                <c:pt idx="177">
                  <c:v>0.00392429585598</c:v>
                </c:pt>
                <c:pt idx="178">
                  <c:v>0.0039334426254</c:v>
                </c:pt>
                <c:pt idx="179">
                  <c:v>0.00394263054332</c:v>
                </c:pt>
                <c:pt idx="180">
                  <c:v>0.0039518599343</c:v>
                </c:pt>
                <c:pt idx="181">
                  <c:v>0.0039611311266</c:v>
                </c:pt>
                <c:pt idx="182">
                  <c:v>0.00397044445229</c:v>
                </c:pt>
                <c:pt idx="183">
                  <c:v>0.00397980024726</c:v>
                </c:pt>
                <c:pt idx="184">
                  <c:v>0.00398919885127</c:v>
                </c:pt>
                <c:pt idx="185">
                  <c:v>0.00399864060806</c:v>
                </c:pt>
                <c:pt idx="186">
                  <c:v>0.00400812586532</c:v>
                </c:pt>
                <c:pt idx="187">
                  <c:v>0.00401765497482</c:v>
                </c:pt>
                <c:pt idx="188">
                  <c:v>0.00402722829243</c:v>
                </c:pt>
                <c:pt idx="189">
                  <c:v>0.00403684617816</c:v>
                </c:pt>
                <c:pt idx="190">
                  <c:v>0.00404650899628</c:v>
                </c:pt>
                <c:pt idx="191">
                  <c:v>0.00405621711532</c:v>
                </c:pt>
                <c:pt idx="192">
                  <c:v>0.00406597090813</c:v>
                </c:pt>
                <c:pt idx="193">
                  <c:v>0.00407577075201</c:v>
                </c:pt>
                <c:pt idx="194">
                  <c:v>0.00408561702867</c:v>
                </c:pt>
                <c:pt idx="195">
                  <c:v>0.00409551012438</c:v>
                </c:pt>
                <c:pt idx="196">
                  <c:v>0.00410545042997</c:v>
                </c:pt>
                <c:pt idx="197">
                  <c:v>0.00411543834094</c:v>
                </c:pt>
                <c:pt idx="198">
                  <c:v>0.0041254742575</c:v>
                </c:pt>
                <c:pt idx="199">
                  <c:v>0.00413555858463</c:v>
                </c:pt>
                <c:pt idx="200">
                  <c:v>0.00414569173216</c:v>
                </c:pt>
                <c:pt idx="201">
                  <c:v>0.00415587411485</c:v>
                </c:pt>
                <c:pt idx="202">
                  <c:v>0.00416610615241</c:v>
                </c:pt>
                <c:pt idx="203">
                  <c:v>0.00417638826963</c:v>
                </c:pt>
                <c:pt idx="204">
                  <c:v>0.0041867208964</c:v>
                </c:pt>
                <c:pt idx="205">
                  <c:v>0.00419710446781</c:v>
                </c:pt>
                <c:pt idx="206">
                  <c:v>0.00420753942421</c:v>
                </c:pt>
                <c:pt idx="207">
                  <c:v>0.00421802621128</c:v>
                </c:pt>
                <c:pt idx="208">
                  <c:v>0.00422856528012</c:v>
                </c:pt>
                <c:pt idx="209">
                  <c:v>0.00423915708728</c:v>
                </c:pt>
                <c:pt idx="210">
                  <c:v>0.00424980209492</c:v>
                </c:pt>
                <c:pt idx="211">
                  <c:v>0.00426050077077</c:v>
                </c:pt>
                <c:pt idx="212">
                  <c:v>0.00427125358831</c:v>
                </c:pt>
                <c:pt idx="213">
                  <c:v>0.0042820610268</c:v>
                </c:pt>
                <c:pt idx="214">
                  <c:v>0.00429292357135</c:v>
                </c:pt>
                <c:pt idx="215">
                  <c:v>0.00430384171303</c:v>
                </c:pt>
                <c:pt idx="216">
                  <c:v>0.00431481594892</c:v>
                </c:pt>
                <c:pt idx="217">
                  <c:v>0.00432584678222</c:v>
                </c:pt>
                <c:pt idx="218">
                  <c:v>0.0043369347223</c:v>
                </c:pt>
                <c:pt idx="219">
                  <c:v>0.0043480802848</c:v>
                </c:pt>
                <c:pt idx="220">
                  <c:v>0.00435928399173</c:v>
                </c:pt>
                <c:pt idx="221">
                  <c:v>0.00437054637152</c:v>
                </c:pt>
                <c:pt idx="222">
                  <c:v>0.00438186795912</c:v>
                </c:pt>
                <c:pt idx="223">
                  <c:v>0.0043932492961</c:v>
                </c:pt>
                <c:pt idx="224">
                  <c:v>0.00440469093071</c:v>
                </c:pt>
                <c:pt idx="225">
                  <c:v>0.00441619341799</c:v>
                </c:pt>
                <c:pt idx="226">
                  <c:v>0.00442775731984</c:v>
                </c:pt>
                <c:pt idx="227">
                  <c:v>0.00443938320512</c:v>
                </c:pt>
                <c:pt idx="228">
                  <c:v>0.00445107164973</c:v>
                </c:pt>
                <c:pt idx="229">
                  <c:v>0.00446282323672</c:v>
                </c:pt>
                <c:pt idx="230">
                  <c:v>0.00447463855636</c:v>
                </c:pt>
                <c:pt idx="231">
                  <c:v>0.00448651820621</c:v>
                </c:pt>
                <c:pt idx="232">
                  <c:v>0.00449846279129</c:v>
                </c:pt>
                <c:pt idx="233">
                  <c:v>0.00451047292407</c:v>
                </c:pt>
                <c:pt idx="234">
                  <c:v>0.00452254922464</c:v>
                </c:pt>
                <c:pt idx="235">
                  <c:v>0.00453469232076</c:v>
                </c:pt>
                <c:pt idx="236">
                  <c:v>0.00454690284799</c:v>
                </c:pt>
                <c:pt idx="237">
                  <c:v>0.00455918144974</c:v>
                </c:pt>
                <c:pt idx="238">
                  <c:v>0.00457152877739</c:v>
                </c:pt>
                <c:pt idx="239">
                  <c:v>0.00458394549038</c:v>
                </c:pt>
                <c:pt idx="240">
                  <c:v>0.00459643225631</c:v>
                </c:pt>
                <c:pt idx="241">
                  <c:v>0.00460898975102</c:v>
                </c:pt>
                <c:pt idx="242">
                  <c:v>0.00462161865869</c:v>
                </c:pt>
                <c:pt idx="243">
                  <c:v>0.00463431967194</c:v>
                </c:pt>
                <c:pt idx="244">
                  <c:v>0.00464709349191</c:v>
                </c:pt>
                <c:pt idx="245">
                  <c:v>0.00465994082838</c:v>
                </c:pt>
                <c:pt idx="246">
                  <c:v>0.00467286239983</c:v>
                </c:pt>
                <c:pt idx="247">
                  <c:v>0.00468585893355</c:v>
                </c:pt>
                <c:pt idx="248">
                  <c:v>0.00469893116573</c:v>
                </c:pt>
                <c:pt idx="249">
                  <c:v>0.00471207984157</c:v>
                </c:pt>
                <c:pt idx="250">
                  <c:v>0.00472530571534</c:v>
                </c:pt>
                <c:pt idx="251">
                  <c:v>0.00473860955048</c:v>
                </c:pt>
                <c:pt idx="252">
                  <c:v>0.0047519921197</c:v>
                </c:pt>
                <c:pt idx="253">
                  <c:v>0.00476545420507</c:v>
                </c:pt>
                <c:pt idx="254">
                  <c:v>0.00477899659808</c:v>
                </c:pt>
                <c:pt idx="255">
                  <c:v>0.00479262009976</c:v>
                </c:pt>
                <c:pt idx="256">
                  <c:v>0.00480632552074</c:v>
                </c:pt>
                <c:pt idx="257">
                  <c:v>0.00482011368134</c:v>
                </c:pt>
                <c:pt idx="258">
                  <c:v>0.00483398541167</c:v>
                </c:pt>
                <c:pt idx="259">
                  <c:v>0.00484794155167</c:v>
                </c:pt>
                <c:pt idx="260">
                  <c:v>0.00486198295121</c:v>
                </c:pt>
                <c:pt idx="261">
                  <c:v>0.00487611047016</c:v>
                </c:pt>
                <c:pt idx="262">
                  <c:v>0.00489032497848</c:v>
                </c:pt>
                <c:pt idx="263">
                  <c:v>0.00490462735624</c:v>
                </c:pt>
                <c:pt idx="264">
                  <c:v>0.00491901849374</c:v>
                </c:pt>
                <c:pt idx="265">
                  <c:v>0.00493349929155</c:v>
                </c:pt>
                <c:pt idx="266">
                  <c:v>0.00494807066054</c:v>
                </c:pt>
                <c:pt idx="267">
                  <c:v>0.00496273352201</c:v>
                </c:pt>
                <c:pt idx="268">
                  <c:v>0.00497748880764</c:v>
                </c:pt>
                <c:pt idx="269">
                  <c:v>0.00499233745963</c:v>
                </c:pt>
                <c:pt idx="270">
                  <c:v>0.00500728043069</c:v>
                </c:pt>
                <c:pt idx="271">
                  <c:v>0.00502231868409</c:v>
                </c:pt>
                <c:pt idx="272">
                  <c:v>0.00503745319368</c:v>
                </c:pt>
                <c:pt idx="273">
                  <c:v>0.00505268494396</c:v>
                </c:pt>
                <c:pt idx="274">
                  <c:v>0.00506801493002</c:v>
                </c:pt>
                <c:pt idx="275">
                  <c:v>0.00508344415766</c:v>
                </c:pt>
                <c:pt idx="276">
                  <c:v>0.00509897364329</c:v>
                </c:pt>
                <c:pt idx="277">
                  <c:v>0.00511460441401</c:v>
                </c:pt>
                <c:pt idx="278">
                  <c:v>0.00513033750757</c:v>
                </c:pt>
                <c:pt idx="279">
                  <c:v>0.00514617397234</c:v>
                </c:pt>
                <c:pt idx="280">
                  <c:v>0.00516211486731</c:v>
                </c:pt>
                <c:pt idx="281">
                  <c:v>0.00517816126208</c:v>
                </c:pt>
                <c:pt idx="282">
                  <c:v>0.00519431423675</c:v>
                </c:pt>
                <c:pt idx="283">
                  <c:v>0.00521057488194</c:v>
                </c:pt>
                <c:pt idx="284">
                  <c:v>0.00522694429867</c:v>
                </c:pt>
                <c:pt idx="285">
                  <c:v>0.00524342359832</c:v>
                </c:pt>
                <c:pt idx="286">
                  <c:v>0.00526001390256</c:v>
                </c:pt>
                <c:pt idx="287">
                  <c:v>0.00527671634319</c:v>
                </c:pt>
                <c:pt idx="288">
                  <c:v>0.00529353206211</c:v>
                </c:pt>
                <c:pt idx="289">
                  <c:v>0.00531046221114</c:v>
                </c:pt>
                <c:pt idx="290">
                  <c:v>0.00532750795189</c:v>
                </c:pt>
                <c:pt idx="291">
                  <c:v>0.00534467045563</c:v>
                </c:pt>
                <c:pt idx="292">
                  <c:v>0.00536195090312</c:v>
                </c:pt>
                <c:pt idx="293">
                  <c:v>0.0053793504844</c:v>
                </c:pt>
                <c:pt idx="294">
                  <c:v>0.00539687039861</c:v>
                </c:pt>
                <c:pt idx="295">
                  <c:v>0.00541451185376</c:v>
                </c:pt>
                <c:pt idx="296">
                  <c:v>0.00543227606652</c:v>
                </c:pt>
                <c:pt idx="297">
                  <c:v>0.00545016426192</c:v>
                </c:pt>
                <c:pt idx="298">
                  <c:v>0.00546817767311</c:v>
                </c:pt>
                <c:pt idx="299">
                  <c:v>0.00548631754103</c:v>
                </c:pt>
                <c:pt idx="300">
                  <c:v>0.00550458511413</c:v>
                </c:pt>
                <c:pt idx="301">
                  <c:v>0.00552298164798</c:v>
                </c:pt>
                <c:pt idx="302">
                  <c:v>0.00554150840493</c:v>
                </c:pt>
                <c:pt idx="303">
                  <c:v>0.00556016665372</c:v>
                </c:pt>
                <c:pt idx="304">
                  <c:v>0.00557895766904</c:v>
                </c:pt>
                <c:pt idx="305">
                  <c:v>0.0055978827311</c:v>
                </c:pt>
                <c:pt idx="306">
                  <c:v>0.00561694312515</c:v>
                </c:pt>
                <c:pt idx="307">
                  <c:v>0.00563614014099</c:v>
                </c:pt>
                <c:pt idx="308">
                  <c:v>0.0056554750724</c:v>
                </c:pt>
                <c:pt idx="309">
                  <c:v>0.00567494921663</c:v>
                </c:pt>
                <c:pt idx="310">
                  <c:v>0.00569456387374</c:v>
                </c:pt>
                <c:pt idx="311">
                  <c:v>0.00571432034601</c:v>
                </c:pt>
                <c:pt idx="312">
                  <c:v>0.00573421993727</c:v>
                </c:pt>
                <c:pt idx="313">
                  <c:v>0.00575426395218</c:v>
                </c:pt>
                <c:pt idx="314">
                  <c:v>0.00577445369549</c:v>
                </c:pt>
                <c:pt idx="315">
                  <c:v>0.00579479047128</c:v>
                </c:pt>
                <c:pt idx="316">
                  <c:v>0.00581527558212</c:v>
                </c:pt>
                <c:pt idx="317">
                  <c:v>0.00583591032823</c:v>
                </c:pt>
                <c:pt idx="318">
                  <c:v>0.00585669600654</c:v>
                </c:pt>
                <c:pt idx="319">
                  <c:v>0.0058776339098</c:v>
                </c:pt>
                <c:pt idx="320">
                  <c:v>0.00589872532555</c:v>
                </c:pt>
                <c:pt idx="321">
                  <c:v>0.00591997153509</c:v>
                </c:pt>
                <c:pt idx="322">
                  <c:v>0.0059413738124</c:v>
                </c:pt>
                <c:pt idx="323">
                  <c:v>0.005962933423</c:v>
                </c:pt>
                <c:pt idx="324">
                  <c:v>0.00598465162279</c:v>
                </c:pt>
                <c:pt idx="325">
                  <c:v>0.0060065296568</c:v>
                </c:pt>
                <c:pt idx="326">
                  <c:v>0.00602856875791</c:v>
                </c:pt>
                <c:pt idx="327">
                  <c:v>0.00605077014552</c:v>
                </c:pt>
                <c:pt idx="328">
                  <c:v>0.00607313502415</c:v>
                </c:pt>
                <c:pt idx="329">
                  <c:v>0.006095664582</c:v>
                </c:pt>
                <c:pt idx="330">
                  <c:v>0.00611835998947</c:v>
                </c:pt>
                <c:pt idx="331">
                  <c:v>0.00614122239759</c:v>
                </c:pt>
                <c:pt idx="332">
                  <c:v>0.00616425293639</c:v>
                </c:pt>
                <c:pt idx="333">
                  <c:v>0.00618745271325</c:v>
                </c:pt>
                <c:pt idx="334">
                  <c:v>0.00621082281121</c:v>
                </c:pt>
                <c:pt idx="335">
                  <c:v>0.00623436428711</c:v>
                </c:pt>
                <c:pt idx="336">
                  <c:v>0.00625807816981</c:v>
                </c:pt>
                <c:pt idx="337">
                  <c:v>0.00628196545825</c:v>
                </c:pt>
                <c:pt idx="338">
                  <c:v>0.00630602711953</c:v>
                </c:pt>
                <c:pt idx="339">
                  <c:v>0.00633026408686</c:v>
                </c:pt>
                <c:pt idx="340">
                  <c:v>0.0063546772575</c:v>
                </c:pt>
                <c:pt idx="341">
                  <c:v>0.00637926749062</c:v>
                </c:pt>
                <c:pt idx="342">
                  <c:v>0.00640403560513</c:v>
                </c:pt>
                <c:pt idx="343">
                  <c:v>0.0064289823774</c:v>
                </c:pt>
                <c:pt idx="344">
                  <c:v>0.00645410853903</c:v>
                </c:pt>
                <c:pt idx="345">
                  <c:v>0.00647941477442</c:v>
                </c:pt>
                <c:pt idx="346">
                  <c:v>0.00650490171843</c:v>
                </c:pt>
                <c:pt idx="347">
                  <c:v>0.0065305699539</c:v>
                </c:pt>
                <c:pt idx="348">
                  <c:v>0.00655642000915</c:v>
                </c:pt>
                <c:pt idx="349">
                  <c:v>0.00658245235549</c:v>
                </c:pt>
                <c:pt idx="350">
                  <c:v>0.00660866740456</c:v>
                </c:pt>
                <c:pt idx="351">
                  <c:v>0.00663506550578</c:v>
                </c:pt>
                <c:pt idx="352">
                  <c:v>0.00666164694364</c:v>
                </c:pt>
                <c:pt idx="353">
                  <c:v>0.00668841193506</c:v>
                </c:pt>
                <c:pt idx="354">
                  <c:v>0.00671536062667</c:v>
                </c:pt>
                <c:pt idx="355">
                  <c:v>0.00674249309202</c:v>
                </c:pt>
                <c:pt idx="356">
                  <c:v>0.00676980932892</c:v>
                </c:pt>
                <c:pt idx="357">
                  <c:v>0.00679730925661</c:v>
                </c:pt>
                <c:pt idx="358">
                  <c:v>0.00682499271301</c:v>
                </c:pt>
                <c:pt idx="359">
                  <c:v>0.00685285945194</c:v>
                </c:pt>
                <c:pt idx="360">
                  <c:v>0.00688090914038</c:v>
                </c:pt>
                <c:pt idx="361">
                  <c:v>0.00690914135568</c:v>
                </c:pt>
                <c:pt idx="362">
                  <c:v>0.00693755558286</c:v>
                </c:pt>
                <c:pt idx="363">
                  <c:v>0.00696615121189</c:v>
                </c:pt>
                <c:pt idx="364">
                  <c:v>0.00699492753503</c:v>
                </c:pt>
                <c:pt idx="365">
                  <c:v>0.00702388374419</c:v>
                </c:pt>
                <c:pt idx="366">
                  <c:v>0.00705301892833</c:v>
                </c:pt>
                <c:pt idx="367">
                  <c:v>0.00708233207103</c:v>
                </c:pt>
                <c:pt idx="368">
                  <c:v>0.00711182204794</c:v>
                </c:pt>
                <c:pt idx="369">
                  <c:v>0.00714148762448</c:v>
                </c:pt>
                <c:pt idx="370">
                  <c:v>0.00717132745355</c:v>
                </c:pt>
                <c:pt idx="371">
                  <c:v>0.00720134007334</c:v>
                </c:pt>
                <c:pt idx="372">
                  <c:v>0.00723152390527</c:v>
                </c:pt>
                <c:pt idx="373">
                  <c:v>0.00726187725203</c:v>
                </c:pt>
                <c:pt idx="374">
                  <c:v>0.00729239829577</c:v>
                </c:pt>
                <c:pt idx="375">
                  <c:v>0.00732308509641</c:v>
                </c:pt>
                <c:pt idx="376">
                  <c:v>0.00735393559012</c:v>
                </c:pt>
                <c:pt idx="377">
                  <c:v>0.00738494758792</c:v>
                </c:pt>
                <c:pt idx="378">
                  <c:v>0.00741611877453</c:v>
                </c:pt>
                <c:pt idx="379">
                  <c:v>0.00744744670729</c:v>
                </c:pt>
                <c:pt idx="380">
                  <c:v>0.00747892881539</c:v>
                </c:pt>
                <c:pt idx="381">
                  <c:v>0.0075105623992</c:v>
                </c:pt>
                <c:pt idx="382">
                  <c:v>0.00754234462988</c:v>
                </c:pt>
                <c:pt idx="383">
                  <c:v>0.00757427254916</c:v>
                </c:pt>
                <c:pt idx="384">
                  <c:v>0.00760634306939</c:v>
                </c:pt>
                <c:pt idx="385">
                  <c:v>0.00763855297377</c:v>
                </c:pt>
                <c:pt idx="386">
                  <c:v>0.00767089891692</c:v>
                </c:pt>
                <c:pt idx="387">
                  <c:v>0.00770337742557</c:v>
                </c:pt>
                <c:pt idx="388">
                  <c:v>0.00773598489961</c:v>
                </c:pt>
                <c:pt idx="389">
                  <c:v>0.00776871761335</c:v>
                </c:pt>
                <c:pt idx="390">
                  <c:v>0.00780157171707</c:v>
                </c:pt>
                <c:pt idx="391">
                  <c:v>0.00783454323882</c:v>
                </c:pt>
                <c:pt idx="392">
                  <c:v>0.0078676280865</c:v>
                </c:pt>
                <c:pt idx="393">
                  <c:v>0.00790082205019</c:v>
                </c:pt>
                <c:pt idx="394">
                  <c:v>0.00793412080482</c:v>
                </c:pt>
                <c:pt idx="395">
                  <c:v>0.00796751991302</c:v>
                </c:pt>
                <c:pt idx="396">
                  <c:v>0.00800101482832</c:v>
                </c:pt>
                <c:pt idx="397">
                  <c:v>0.00803460089854</c:v>
                </c:pt>
                <c:pt idx="398">
                  <c:v>0.00806827336954</c:v>
                </c:pt>
                <c:pt idx="399">
                  <c:v>0.00810202738913</c:v>
                </c:pt>
                <c:pt idx="400">
                  <c:v>0.00813585801131</c:v>
                </c:pt>
                <c:pt idx="401">
                  <c:v>0.00816976020069</c:v>
                </c:pt>
                <c:pt idx="402">
                  <c:v>0.00820372883719</c:v>
                </c:pt>
                <c:pt idx="403">
                  <c:v>0.00823775872092</c:v>
                </c:pt>
                <c:pt idx="404">
                  <c:v>0.00827184457733</c:v>
                </c:pt>
                <c:pt idx="405">
                  <c:v>0.00830598106253</c:v>
                </c:pt>
                <c:pt idx="406">
                  <c:v>0.00834016276876</c:v>
                </c:pt>
                <c:pt idx="407">
                  <c:v>0.00837438423011</c:v>
                </c:pt>
                <c:pt idx="408">
                  <c:v>0.00840863992831</c:v>
                </c:pt>
                <c:pt idx="409">
                  <c:v>0.00844292429877</c:v>
                </c:pt>
                <c:pt idx="410">
                  <c:v>0.0084772317366</c:v>
                </c:pt>
                <c:pt idx="411">
                  <c:v>0.00851155660288</c:v>
                </c:pt>
                <c:pt idx="412">
                  <c:v>0.00854589323092</c:v>
                </c:pt>
                <c:pt idx="413">
                  <c:v>0.00858023593262</c:v>
                </c:pt>
                <c:pt idx="414">
                  <c:v>0.00861457900492</c:v>
                </c:pt>
                <c:pt idx="415">
                  <c:v>0.00864891673617</c:v>
                </c:pt>
                <c:pt idx="416">
                  <c:v>0.00868324341265</c:v>
                </c:pt>
                <c:pt idx="417">
                  <c:v>0.00871755332498</c:v>
                </c:pt>
                <c:pt idx="418">
                  <c:v>0.00875184077454</c:v>
                </c:pt>
                <c:pt idx="419">
                  <c:v>0.00878610007983</c:v>
                </c:pt>
                <c:pt idx="420">
                  <c:v>0.00882032558278</c:v>
                </c:pt>
                <c:pt idx="421">
                  <c:v>0.00885451165494</c:v>
                </c:pt>
                <c:pt idx="422">
                  <c:v>0.00888865270362</c:v>
                </c:pt>
                <c:pt idx="423">
                  <c:v>0.00892274317785</c:v>
                </c:pt>
                <c:pt idx="424">
                  <c:v>0.00895677757421</c:v>
                </c:pt>
                <c:pt idx="425">
                  <c:v>0.00899075044256</c:v>
                </c:pt>
                <c:pt idx="426">
                  <c:v>0.00902465639153</c:v>
                </c:pt>
                <c:pt idx="427">
                  <c:v>0.00905849009386</c:v>
                </c:pt>
                <c:pt idx="428">
                  <c:v>0.00909224629153</c:v>
                </c:pt>
                <c:pt idx="429">
                  <c:v>0.00912591980068</c:v>
                </c:pt>
                <c:pt idx="430">
                  <c:v>0.0091595055163</c:v>
                </c:pt>
                <c:pt idx="431">
                  <c:v>0.00919299841669</c:v>
                </c:pt>
                <c:pt idx="432">
                  <c:v>0.00922639356773</c:v>
                </c:pt>
                <c:pt idx="433">
                  <c:v>0.00925968612676</c:v>
                </c:pt>
                <c:pt idx="434">
                  <c:v>0.00929287134637</c:v>
                </c:pt>
                <c:pt idx="435">
                  <c:v>0.00932594457781</c:v>
                </c:pt>
                <c:pt idx="436">
                  <c:v>0.00935890127418</c:v>
                </c:pt>
                <c:pt idx="437">
                  <c:v>0.00939173699334</c:v>
                </c:pt>
                <c:pt idx="438">
                  <c:v>0.00942444740055</c:v>
                </c:pt>
                <c:pt idx="439">
                  <c:v>0.00945702827085</c:v>
                </c:pt>
                <c:pt idx="440">
                  <c:v>0.00948947549112</c:v>
                </c:pt>
                <c:pt idx="441">
                  <c:v>0.00952178506193</c:v>
                </c:pt>
                <c:pt idx="442">
                  <c:v>0.00955395309909</c:v>
                </c:pt>
                <c:pt idx="443">
                  <c:v>0.00958597583491</c:v>
                </c:pt>
                <c:pt idx="444">
                  <c:v>0.00961784961929</c:v>
                </c:pt>
                <c:pt idx="445">
                  <c:v>0.00964957092041</c:v>
                </c:pt>
                <c:pt idx="446">
                  <c:v>0.00968113632532</c:v>
                </c:pt>
                <c:pt idx="447">
                  <c:v>0.00971254254017</c:v>
                </c:pt>
                <c:pt idx="448">
                  <c:v>0.00974378639031</c:v>
                </c:pt>
                <c:pt idx="449">
                  <c:v>0.00977486482004</c:v>
                </c:pt>
                <c:pt idx="450">
                  <c:v>0.00980577489226</c:v>
                </c:pt>
                <c:pt idx="451">
                  <c:v>0.00983651378783</c:v>
                </c:pt>
                <c:pt idx="452">
                  <c:v>0.00986707880478</c:v>
                </c:pt>
                <c:pt idx="453">
                  <c:v>0.0098974673573</c:v>
                </c:pt>
                <c:pt idx="454">
                  <c:v>0.00992767697454</c:v>
                </c:pt>
                <c:pt idx="455">
                  <c:v>0.00995770529932</c:v>
                </c:pt>
                <c:pt idx="456">
                  <c:v>0.00998755008654</c:v>
                </c:pt>
                <c:pt idx="457">
                  <c:v>0.0100172092016</c:v>
                </c:pt>
                <c:pt idx="458">
                  <c:v>0.0100466806185</c:v>
                </c:pt>
                <c:pt idx="459">
                  <c:v>0.0100759624182</c:v>
                </c:pt>
                <c:pt idx="460">
                  <c:v>0.010105052786</c:v>
                </c:pt>
                <c:pt idx="461">
                  <c:v>0.0101339500103</c:v>
                </c:pt>
                <c:pt idx="462">
                  <c:v>0.0101626524793</c:v>
                </c:pt>
                <c:pt idx="463">
                  <c:v>0.0101911586796</c:v>
                </c:pt>
                <c:pt idx="464">
                  <c:v>0.0102194671932</c:v>
                </c:pt>
                <c:pt idx="465">
                  <c:v>0.0102475766955</c:v>
                </c:pt>
                <c:pt idx="466">
                  <c:v>0.0102754859524</c:v>
                </c:pt>
                <c:pt idx="467">
                  <c:v>0.0103031938179</c:v>
                </c:pt>
                <c:pt idx="468">
                  <c:v>0.0103306992315</c:v>
                </c:pt>
                <c:pt idx="469">
                  <c:v>0.0103580012156</c:v>
                </c:pt>
                <c:pt idx="470">
                  <c:v>0.010385098873</c:v>
                </c:pt>
                <c:pt idx="471">
                  <c:v>0.0104119913838</c:v>
                </c:pt>
                <c:pt idx="472">
                  <c:v>0.0104386780031</c:v>
                </c:pt>
                <c:pt idx="473">
                  <c:v>0.0104651580585</c:v>
                </c:pt>
                <c:pt idx="474">
                  <c:v>0.010491430947</c:v>
                </c:pt>
                <c:pt idx="475">
                  <c:v>0.0105174961326</c:v>
                </c:pt>
                <c:pt idx="476">
                  <c:v>0.0105433531439</c:v>
                </c:pt>
                <c:pt idx="477">
                  <c:v>0.0105690015711</c:v>
                </c:pt>
                <c:pt idx="478">
                  <c:v>0.0105944410639</c:v>
                </c:pt>
                <c:pt idx="479">
                  <c:v>0.0106196713287</c:v>
                </c:pt>
                <c:pt idx="480">
                  <c:v>0.0106446921263</c:v>
                </c:pt>
                <c:pt idx="481">
                  <c:v>0.0106695032694</c:v>
                </c:pt>
                <c:pt idx="482">
                  <c:v>0.0106941046202</c:v>
                </c:pt>
                <c:pt idx="483">
                  <c:v>0.0107184960886</c:v>
                </c:pt>
                <c:pt idx="484">
                  <c:v>0.0107426776291</c:v>
                </c:pt>
                <c:pt idx="485">
                  <c:v>0.0107666492396</c:v>
                </c:pt>
                <c:pt idx="486">
                  <c:v>0.0107904109584</c:v>
                </c:pt>
                <c:pt idx="487">
                  <c:v>0.0108139628629</c:v>
                </c:pt>
                <c:pt idx="488">
                  <c:v>0.0108373050673</c:v>
                </c:pt>
                <c:pt idx="489">
                  <c:v>0.0108604377208</c:v>
                </c:pt>
                <c:pt idx="490">
                  <c:v>0.0108833610058</c:v>
                </c:pt>
                <c:pt idx="491">
                  <c:v>0.0109060751362</c:v>
                </c:pt>
                <c:pt idx="492">
                  <c:v>0.0109285803557</c:v>
                </c:pt>
                <c:pt idx="493">
                  <c:v>0.0109508769364</c:v>
                </c:pt>
                <c:pt idx="494">
                  <c:v>0.0109729651773</c:v>
                </c:pt>
                <c:pt idx="495">
                  <c:v>0.0109948454027</c:v>
                </c:pt>
                <c:pt idx="496">
                  <c:v>0.0110165179612</c:v>
                </c:pt>
                <c:pt idx="497">
                  <c:v>0.0110379832244</c:v>
                </c:pt>
                <c:pt idx="498">
                  <c:v>0.0110592415859</c:v>
                </c:pt>
                <c:pt idx="499">
                  <c:v>0.0110802934598</c:v>
                </c:pt>
                <c:pt idx="500">
                  <c:v>0.0111011392806</c:v>
                </c:pt>
                <c:pt idx="501">
                  <c:v>0.0111217795015</c:v>
                </c:pt>
                <c:pt idx="502">
                  <c:v>0.0111422145944</c:v>
                </c:pt>
                <c:pt idx="503">
                  <c:v>0.0111624450485</c:v>
                </c:pt>
                <c:pt idx="504">
                  <c:v>0.0111824713706</c:v>
                </c:pt>
                <c:pt idx="505">
                  <c:v>0.0112022940837</c:v>
                </c:pt>
                <c:pt idx="506">
                  <c:v>0.0112219137275</c:v>
                </c:pt>
                <c:pt idx="507">
                  <c:v>0.0112413308576</c:v>
                </c:pt>
                <c:pt idx="508">
                  <c:v>0.0112605460452</c:v>
                </c:pt>
                <c:pt idx="509">
                  <c:v>0.0112795598776</c:v>
                </c:pt>
                <c:pt idx="510">
                  <c:v>0.0112983729575</c:v>
                </c:pt>
                <c:pt idx="511">
                  <c:v>0.0113169859037</c:v>
                </c:pt>
                <c:pt idx="512">
                  <c:v>0.0113353993508</c:v>
                </c:pt>
                <c:pt idx="513">
                  <c:v>0.0113536139498</c:v>
                </c:pt>
                <c:pt idx="514">
                  <c:v>0.0113716303683</c:v>
                </c:pt>
                <c:pt idx="515">
                  <c:v>0.011389449291</c:v>
                </c:pt>
                <c:pt idx="516">
                  <c:v>0.0114070714203</c:v>
                </c:pt>
                <c:pt idx="517">
                  <c:v>0.011424497477</c:v>
                </c:pt>
                <c:pt idx="518">
                  <c:v>0.0114417282007</c:v>
                </c:pt>
                <c:pt idx="519">
                  <c:v>0.0114587643511</c:v>
                </c:pt>
                <c:pt idx="520">
                  <c:v>0.0114756067086</c:v>
                </c:pt>
                <c:pt idx="521">
                  <c:v>0.0114922560753</c:v>
                </c:pt>
                <c:pt idx="522">
                  <c:v>0.0115087132763</c:v>
                </c:pt>
                <c:pt idx="523">
                  <c:v>0.0115249791606</c:v>
                </c:pt>
                <c:pt idx="524">
                  <c:v>0.0115410546026</c:v>
                </c:pt>
                <c:pt idx="525">
                  <c:v>0.0115569405035</c:v>
                </c:pt>
                <c:pt idx="526">
                  <c:v>0.0115726377922</c:v>
                </c:pt>
                <c:pt idx="527">
                  <c:v>0.0115881474276</c:v>
                </c:pt>
                <c:pt idx="528">
                  <c:v>0.0116034703994</c:v>
                </c:pt>
                <c:pt idx="529">
                  <c:v>0.0116186077305</c:v>
                </c:pt>
                <c:pt idx="530">
                  <c:v>0.0116335604781</c:v>
                </c:pt>
                <c:pt idx="531">
                  <c:v>0.011648329736</c:v>
                </c:pt>
                <c:pt idx="532">
                  <c:v>0.0116629166363</c:v>
                </c:pt>
                <c:pt idx="533">
                  <c:v>0.0116773223512</c:v>
                </c:pt>
                <c:pt idx="534">
                  <c:v>0.0116915480952</c:v>
                </c:pt>
                <c:pt idx="535">
                  <c:v>0.0117055951273</c:v>
                </c:pt>
                <c:pt idx="536">
                  <c:v>0.0117194647531</c:v>
                </c:pt>
                <c:pt idx="537">
                  <c:v>0.0117331583265</c:v>
                </c:pt>
                <c:pt idx="538">
                  <c:v>0.0117466772527</c:v>
                </c:pt>
                <c:pt idx="539">
                  <c:v>0.0117600229902</c:v>
                </c:pt>
                <c:pt idx="540">
                  <c:v>0.011773197053</c:v>
                </c:pt>
                <c:pt idx="541">
                  <c:v>0.0117862010132</c:v>
                </c:pt>
                <c:pt idx="542">
                  <c:v>0.0117990365031</c:v>
                </c:pt>
                <c:pt idx="543">
                  <c:v>0.0118117052182</c:v>
                </c:pt>
                <c:pt idx="544">
                  <c:v>0.0118242089192</c:v>
                </c:pt>
                <c:pt idx="545">
                  <c:v>0.0118365494346</c:v>
                </c:pt>
                <c:pt idx="546">
                  <c:v>0.0118487286634</c:v>
                </c:pt>
                <c:pt idx="547">
                  <c:v>0.0118607485773</c:v>
                </c:pt>
                <c:pt idx="548">
                  <c:v>0.0118726112236</c:v>
                </c:pt>
                <c:pt idx="549">
                  <c:v>0.0118843187272</c:v>
                </c:pt>
                <c:pt idx="550">
                  <c:v>0.0118958732935</c:v>
                </c:pt>
                <c:pt idx="551">
                  <c:v>0.0119072772107</c:v>
                </c:pt>
                <c:pt idx="552">
                  <c:v>0.0119185328521</c:v>
                </c:pt>
                <c:pt idx="553">
                  <c:v>0.0119296426787</c:v>
                </c:pt>
                <c:pt idx="554">
                  <c:v>0.0119406092414</c:v>
                </c:pt>
                <c:pt idx="555">
                  <c:v>0.0119514351833</c:v>
                </c:pt>
                <c:pt idx="556">
                  <c:v>0.011962123242</c:v>
                </c:pt>
                <c:pt idx="557">
                  <c:v>0.0119726762514</c:v>
                </c:pt>
                <c:pt idx="558">
                  <c:v>0.0119830971441</c:v>
                </c:pt>
                <c:pt idx="559">
                  <c:v>0.0119933889533</c:v>
                </c:pt>
                <c:pt idx="560">
                  <c:v>0.0120035548144</c:v>
                </c:pt>
                <c:pt idx="561">
                  <c:v>0.0120135979667</c:v>
                </c:pt>
                <c:pt idx="562">
                  <c:v>0.0120235217555</c:v>
                </c:pt>
                <c:pt idx="563">
                  <c:v>0.0120333296328</c:v>
                </c:pt>
                <c:pt idx="564">
                  <c:v>0.0120430251592</c:v>
                </c:pt>
                <c:pt idx="565">
                  <c:v>0.0120526120048</c:v>
                </c:pt>
                <c:pt idx="566">
                  <c:v>0.0120620939502</c:v>
                </c:pt>
                <c:pt idx="567">
                  <c:v>0.0120714748871</c:v>
                </c:pt>
                <c:pt idx="568">
                  <c:v>0.0120807588194</c:v>
                </c:pt>
                <c:pt idx="569">
                  <c:v>0.0120899498631</c:v>
                </c:pt>
                <c:pt idx="570">
                  <c:v>0.0120990522469</c:v>
                </c:pt>
                <c:pt idx="571">
                  <c:v>0.012108070312</c:v>
                </c:pt>
                <c:pt idx="572">
                  <c:v>0.0121170085119</c:v>
                </c:pt>
                <c:pt idx="573">
                  <c:v>0.0121258714119</c:v>
                </c:pt>
                <c:pt idx="574">
                  <c:v>0.0121346636886</c:v>
                </c:pt>
                <c:pt idx="575">
                  <c:v>0.012143390129</c:v>
                </c:pt>
                <c:pt idx="576">
                  <c:v>0.0121520556291</c:v>
                </c:pt>
                <c:pt idx="577">
                  <c:v>0.0121606651925</c:v>
                </c:pt>
                <c:pt idx="578">
                  <c:v>0.0121692239291</c:v>
                </c:pt>
                <c:pt idx="579">
                  <c:v>0.0121777370529</c:v>
                </c:pt>
                <c:pt idx="580">
                  <c:v>0.0121862098798</c:v>
                </c:pt>
                <c:pt idx="581">
                  <c:v>0.0121946478253</c:v>
                </c:pt>
                <c:pt idx="582">
                  <c:v>0.0122030564018</c:v>
                </c:pt>
                <c:pt idx="583">
                  <c:v>0.0122114412155</c:v>
                </c:pt>
                <c:pt idx="584">
                  <c:v>0.0122198079637</c:v>
                </c:pt>
                <c:pt idx="585">
                  <c:v>0.0122281624306</c:v>
                </c:pt>
                <c:pt idx="586">
                  <c:v>0.0122365104844</c:v>
                </c:pt>
                <c:pt idx="587">
                  <c:v>0.0122448580728</c:v>
                </c:pt>
                <c:pt idx="588">
                  <c:v>0.0122532112194</c:v>
                </c:pt>
                <c:pt idx="589">
                  <c:v>0.0122615760188</c:v>
                </c:pt>
                <c:pt idx="590">
                  <c:v>0.0122699586323</c:v>
                </c:pt>
                <c:pt idx="591">
                  <c:v>0.0122783652831</c:v>
                </c:pt>
                <c:pt idx="592">
                  <c:v>0.0122868022516</c:v>
                </c:pt>
                <c:pt idx="593">
                  <c:v>0.0122952758696</c:v>
                </c:pt>
                <c:pt idx="594">
                  <c:v>0.0123037925157</c:v>
                </c:pt>
                <c:pt idx="595">
                  <c:v>0.0123123586095</c:v>
                </c:pt>
                <c:pt idx="596">
                  <c:v>0.0123209806061</c:v>
                </c:pt>
                <c:pt idx="597">
                  <c:v>0.0123296649902</c:v>
                </c:pt>
                <c:pt idx="598">
                  <c:v>0.0123384182706</c:v>
                </c:pt>
                <c:pt idx="599">
                  <c:v>0.0123472469743</c:v>
                </c:pt>
                <c:pt idx="600">
                  <c:v>0.0123561576403</c:v>
                </c:pt>
                <c:pt idx="601">
                  <c:v>0.0123651568137</c:v>
                </c:pt>
                <c:pt idx="602">
                  <c:v>0.0123742510398</c:v>
                </c:pt>
                <c:pt idx="603">
                  <c:v>0.0123834468579</c:v>
                </c:pt>
                <c:pt idx="604">
                  <c:v>0.0123927507954</c:v>
                </c:pt>
                <c:pt idx="605">
                  <c:v>0.0124021693616</c:v>
                </c:pt>
                <c:pt idx="606">
                  <c:v>0.0124117090419</c:v>
                </c:pt>
                <c:pt idx="607">
                  <c:v>0.0124213762919</c:v>
                </c:pt>
                <c:pt idx="608">
                  <c:v>0.0124311775313</c:v>
                </c:pt>
                <c:pt idx="609">
                  <c:v>0.0124411191387</c:v>
                </c:pt>
                <c:pt idx="610">
                  <c:v>0.0124512074452</c:v>
                </c:pt>
                <c:pt idx="611">
                  <c:v>0.0124614487299</c:v>
                </c:pt>
                <c:pt idx="612">
                  <c:v>0.0124718492135</c:v>
                </c:pt>
                <c:pt idx="613">
                  <c:v>0.0124824150541</c:v>
                </c:pt>
                <c:pt idx="614">
                  <c:v>0.0124931523413</c:v>
                </c:pt>
                <c:pt idx="615">
                  <c:v>0.0125040670921</c:v>
                </c:pt>
                <c:pt idx="616">
                  <c:v>0.0125151652459</c:v>
                </c:pt>
                <c:pt idx="617">
                  <c:v>0.01252645266</c:v>
                </c:pt>
                <c:pt idx="618">
                  <c:v>0.0125379351057</c:v>
                </c:pt>
                <c:pt idx="619">
                  <c:v>0.0125496182642</c:v>
                </c:pt>
                <c:pt idx="620">
                  <c:v>0.0125615077227</c:v>
                </c:pt>
                <c:pt idx="621">
                  <c:v>0.0125736089712</c:v>
                </c:pt>
                <c:pt idx="622">
                  <c:v>0.0125859273991</c:v>
                </c:pt>
                <c:pt idx="623">
                  <c:v>0.012598468292</c:v>
                </c:pt>
                <c:pt idx="624">
                  <c:v>0.0126112368296</c:v>
                </c:pt>
                <c:pt idx="625">
                  <c:v>0.0126242380823</c:v>
                </c:pt>
                <c:pt idx="626">
                  <c:v>0.01263747701</c:v>
                </c:pt>
                <c:pt idx="627">
                  <c:v>0.0126509584591</c:v>
                </c:pt>
                <c:pt idx="628">
                  <c:v>0.0126646871618</c:v>
                </c:pt>
                <c:pt idx="629">
                  <c:v>0.0126786677339</c:v>
                </c:pt>
                <c:pt idx="630">
                  <c:v>0.0126929046739</c:v>
                </c:pt>
                <c:pt idx="631">
                  <c:v>0.0127074023622</c:v>
                </c:pt>
                <c:pt idx="632">
                  <c:v>0.01272216506</c:v>
                </c:pt>
                <c:pt idx="633">
                  <c:v>0.0127371969094</c:v>
                </c:pt>
                <c:pt idx="634">
                  <c:v>0.0127525019326</c:v>
                </c:pt>
                <c:pt idx="635">
                  <c:v>0.0127680840323</c:v>
                </c:pt>
                <c:pt idx="636">
                  <c:v>0.0127839469918</c:v>
                </c:pt>
                <c:pt idx="637">
                  <c:v>0.0128000944754</c:v>
                </c:pt>
                <c:pt idx="638">
                  <c:v>0.012816530029</c:v>
                </c:pt>
                <c:pt idx="639">
                  <c:v>0.0128332570811</c:v>
                </c:pt>
                <c:pt idx="640">
                  <c:v>0.0128502789439</c:v>
                </c:pt>
                <c:pt idx="641">
                  <c:v>0.012867598814</c:v>
                </c:pt>
                <c:pt idx="642">
                  <c:v>0.0128852197743</c:v>
                </c:pt>
                <c:pt idx="643">
                  <c:v>0.0129031447955</c:v>
                </c:pt>
                <c:pt idx="644">
                  <c:v>0.0129213767373</c:v>
                </c:pt>
                <c:pt idx="645">
                  <c:v>0.0129399183508</c:v>
                </c:pt>
                <c:pt idx="646">
                  <c:v>0.0129587722801</c:v>
                </c:pt>
                <c:pt idx="647">
                  <c:v>0.0129779410644</c:v>
                </c:pt>
                <c:pt idx="648">
                  <c:v>0.0129974271404</c:v>
                </c:pt>
                <c:pt idx="649">
                  <c:v>0.0130172328444</c:v>
                </c:pt>
                <c:pt idx="650">
                  <c:v>0.0130373604146</c:v>
                </c:pt>
                <c:pt idx="651">
                  <c:v>0.0130578119938</c:v>
                </c:pt>
                <c:pt idx="652">
                  <c:v>0.0130785896318</c:v>
                </c:pt>
                <c:pt idx="653">
                  <c:v>0.0130996952879</c:v>
                </c:pt>
                <c:pt idx="654">
                  <c:v>0.0131211308338</c:v>
                </c:pt>
                <c:pt idx="655">
                  <c:v>0.013142898056</c:v>
                </c:pt>
                <c:pt idx="656">
                  <c:v>0.0131649986589</c:v>
                </c:pt>
                <c:pt idx="657">
                  <c:v>0.0131874342672</c:v>
                </c:pt>
                <c:pt idx="658">
                  <c:v>0.0132102064292</c:v>
                </c:pt>
                <c:pt idx="659">
                  <c:v>0.0132333166191</c:v>
                </c:pt>
                <c:pt idx="660">
                  <c:v>0.0132567662401</c:v>
                </c:pt>
                <c:pt idx="661">
                  <c:v>0.0132805566273</c:v>
                </c:pt>
                <c:pt idx="662">
                  <c:v>0.0133046890504</c:v>
                </c:pt>
                <c:pt idx="663">
                  <c:v>0.0133291647168</c:v>
                </c:pt>
                <c:pt idx="664">
                  <c:v>0.0133539847739</c:v>
                </c:pt>
                <c:pt idx="665">
                  <c:v>0.0133791503127</c:v>
                </c:pt>
                <c:pt idx="666">
                  <c:v>0.0134046623699</c:v>
                </c:pt>
                <c:pt idx="667">
                  <c:v>0.013430521931</c:v>
                </c:pt>
                <c:pt idx="668">
                  <c:v>0.0134567299332</c:v>
                </c:pt>
                <c:pt idx="669">
                  <c:v>0.0134832872676</c:v>
                </c:pt>
                <c:pt idx="670">
                  <c:v>0.0135101947825</c:v>
                </c:pt>
                <c:pt idx="671">
                  <c:v>0.0135374532857</c:v>
                </c:pt>
                <c:pt idx="672">
                  <c:v>0.013565063547</c:v>
                </c:pt>
                <c:pt idx="673">
                  <c:v>0.0135930263011</c:v>
                </c:pt>
                <c:pt idx="674">
                  <c:v>0.0136213422501</c:v>
                </c:pt>
                <c:pt idx="675">
                  <c:v>0.0136500120655</c:v>
                </c:pt>
                <c:pt idx="676">
                  <c:v>0.0136790363912</c:v>
                </c:pt>
                <c:pt idx="677">
                  <c:v>0.0137084158456</c:v>
                </c:pt>
                <c:pt idx="678">
                  <c:v>0.0137381510238</c:v>
                </c:pt>
                <c:pt idx="679">
                  <c:v>0.0137682425002</c:v>
                </c:pt>
                <c:pt idx="680">
                  <c:v>0.0137986908305</c:v>
                </c:pt>
                <c:pt idx="681">
                  <c:v>0.0138294965539</c:v>
                </c:pt>
                <c:pt idx="682">
                  <c:v>0.0138606601952</c:v>
                </c:pt>
                <c:pt idx="683">
                  <c:v>0.0138921822667</c:v>
                </c:pt>
                <c:pt idx="684">
                  <c:v>0.0139240632708</c:v>
                </c:pt>
                <c:pt idx="685">
                  <c:v>0.0139563037009</c:v>
                </c:pt>
                <c:pt idx="686">
                  <c:v>0.0139889040443</c:v>
                </c:pt>
                <c:pt idx="687">
                  <c:v>0.0140218647835</c:v>
                </c:pt>
                <c:pt idx="688">
                  <c:v>0.014055186398</c:v>
                </c:pt>
                <c:pt idx="689">
                  <c:v>0.014088869366</c:v>
                </c:pt>
                <c:pt idx="690">
                  <c:v>0.0141229141664</c:v>
                </c:pt>
                <c:pt idx="691">
                  <c:v>0.0141573212798</c:v>
                </c:pt>
                <c:pt idx="692">
                  <c:v>0.0141920911906</c:v>
                </c:pt>
                <c:pt idx="693">
                  <c:v>0.0142272243883</c:v>
                </c:pt>
                <c:pt idx="694">
                  <c:v>0.0142627213689</c:v>
                </c:pt>
                <c:pt idx="695">
                  <c:v>0.0142985826361</c:v>
                </c:pt>
                <c:pt idx="696">
                  <c:v>0.0143348087032</c:v>
                </c:pt>
                <c:pt idx="697">
                  <c:v>0.0143714000938</c:v>
                </c:pt>
                <c:pt idx="698">
                  <c:v>0.0144083573434</c:v>
                </c:pt>
                <c:pt idx="699">
                  <c:v>0.0144456810004</c:v>
                </c:pt>
                <c:pt idx="700">
                  <c:v>0.0144833716274</c:v>
                </c:pt>
                <c:pt idx="701">
                  <c:v>0.0145214298021</c:v>
                </c:pt>
                <c:pt idx="702">
                  <c:v>0.0145598561188</c:v>
                </c:pt>
                <c:pt idx="703">
                  <c:v>0.0145986511886</c:v>
                </c:pt>
                <c:pt idx="704">
                  <c:v>0.0146378156413</c:v>
                </c:pt>
                <c:pt idx="705">
                  <c:v>0.0146773501257</c:v>
                </c:pt>
                <c:pt idx="706">
                  <c:v>0.0147172553107</c:v>
                </c:pt>
                <c:pt idx="707">
                  <c:v>0.0147575318862</c:v>
                </c:pt>
                <c:pt idx="708">
                  <c:v>0.0147981805638</c:v>
                </c:pt>
                <c:pt idx="709">
                  <c:v>0.0148392020776</c:v>
                </c:pt>
                <c:pt idx="710">
                  <c:v>0.0148805971851</c:v>
                </c:pt>
                <c:pt idx="711">
                  <c:v>0.0149223666677</c:v>
                </c:pt>
                <c:pt idx="712">
                  <c:v>0.0149645113315</c:v>
                </c:pt>
                <c:pt idx="713">
                  <c:v>0.0150070320079</c:v>
                </c:pt>
                <c:pt idx="714">
                  <c:v>0.0150499295543</c:v>
                </c:pt>
                <c:pt idx="715">
                  <c:v>0.0150932048546</c:v>
                </c:pt>
                <c:pt idx="716">
                  <c:v>0.0151368588197</c:v>
                </c:pt>
                <c:pt idx="717">
                  <c:v>0.0151808923884</c:v>
                </c:pt>
                <c:pt idx="718">
                  <c:v>0.0152253065275</c:v>
                </c:pt>
                <c:pt idx="719">
                  <c:v>0.0152701022325</c:v>
                </c:pt>
                <c:pt idx="720">
                  <c:v>0.0153152805279</c:v>
                </c:pt>
                <c:pt idx="721">
                  <c:v>0.0153608424679</c:v>
                </c:pt>
                <c:pt idx="722">
                  <c:v>0.0154067891367</c:v>
                </c:pt>
                <c:pt idx="723">
                  <c:v>0.0154531216489</c:v>
                </c:pt>
                <c:pt idx="724">
                  <c:v>0.01549984115</c:v>
                </c:pt>
                <c:pt idx="725">
                  <c:v>0.0155469488165</c:v>
                </c:pt>
                <c:pt idx="726">
                  <c:v>0.0155944458567</c:v>
                </c:pt>
                <c:pt idx="727">
                  <c:v>0.0156423335106</c:v>
                </c:pt>
                <c:pt idx="728">
                  <c:v>0.0156906130505</c:v>
                </c:pt>
                <c:pt idx="729">
                  <c:v>0.0157392857814</c:v>
                </c:pt>
                <c:pt idx="730">
                  <c:v>0.015788353041</c:v>
                </c:pt>
                <c:pt idx="731">
                  <c:v>0.0158378162003</c:v>
                </c:pt>
                <c:pt idx="732">
                  <c:v>0.0158876766636</c:v>
                </c:pt>
                <c:pt idx="733">
                  <c:v>0.0159379358693</c:v>
                </c:pt>
                <c:pt idx="734">
                  <c:v>0.0159885952893</c:v>
                </c:pt>
                <c:pt idx="735">
                  <c:v>0.0160396564304</c:v>
                </c:pt>
                <c:pt idx="736">
                  <c:v>0.0160911208333</c:v>
                </c:pt>
                <c:pt idx="737">
                  <c:v>0.0161429900742</c:v>
                </c:pt>
                <c:pt idx="738">
                  <c:v>0.0161952657637</c:v>
                </c:pt>
                <c:pt idx="739">
                  <c:v>0.0162479495481</c:v>
                </c:pt>
                <c:pt idx="740">
                  <c:v>0.0163010431091</c:v>
                </c:pt>
                <c:pt idx="741">
                  <c:v>0.0163545481643</c:v>
                </c:pt>
                <c:pt idx="742">
                  <c:v>0.016408466467</c:v>
                </c:pt>
                <c:pt idx="743">
                  <c:v>0.0164627998071</c:v>
                </c:pt>
                <c:pt idx="744">
                  <c:v>0.0165175500108</c:v>
                </c:pt>
                <c:pt idx="745">
                  <c:v>0.0165727189409</c:v>
                </c:pt>
                <c:pt idx="746">
                  <c:v>0.0166283084973</c:v>
                </c:pt>
                <c:pt idx="747">
                  <c:v>0.0166843206169</c:v>
                </c:pt>
                <c:pt idx="748">
                  <c:v>0.0167407572741</c:v>
                </c:pt>
                <c:pt idx="749">
                  <c:v>0.0167976204808</c:v>
                </c:pt>
                <c:pt idx="750">
                  <c:v>0.0168549122868</c:v>
                </c:pt>
                <c:pt idx="751">
                  <c:v>0.01691263478</c:v>
                </c:pt>
                <c:pt idx="752">
                  <c:v>0.0169707900864</c:v>
                </c:pt>
                <c:pt idx="753">
                  <c:v>0.0170293803709</c:v>
                </c:pt>
                <c:pt idx="754">
                  <c:v>0.0170884078369</c:v>
                </c:pt>
                <c:pt idx="755">
                  <c:v>0.0171478747268</c:v>
                </c:pt>
                <c:pt idx="756">
                  <c:v>0.0172077833224</c:v>
                </c:pt>
                <c:pt idx="757">
                  <c:v>0.0172681359449</c:v>
                </c:pt>
                <c:pt idx="758">
                  <c:v>0.0173289349553</c:v>
                </c:pt>
                <c:pt idx="759">
                  <c:v>0.0173901827547</c:v>
                </c:pt>
                <c:pt idx="760">
                  <c:v>0.0174518817843</c:v>
                </c:pt>
                <c:pt idx="761">
                  <c:v>0.017514034526</c:v>
                </c:pt>
                <c:pt idx="762">
                  <c:v>0.0175766435024</c:v>
                </c:pt>
                <c:pt idx="763">
                  <c:v>0.0176397112773</c:v>
                </c:pt>
                <c:pt idx="764">
                  <c:v>0.0177032404559</c:v>
                </c:pt>
                <c:pt idx="765">
                  <c:v>0.0177672336847</c:v>
                </c:pt>
                <c:pt idx="766">
                  <c:v>0.0178316936527</c:v>
                </c:pt>
                <c:pt idx="767">
                  <c:v>0.0178966230907</c:v>
                </c:pt>
                <c:pt idx="768">
                  <c:v>0.0179620247723</c:v>
                </c:pt>
                <c:pt idx="769">
                  <c:v>0.0180279015139</c:v>
                </c:pt>
                <c:pt idx="770">
                  <c:v>0.0180942561751</c:v>
                </c:pt>
                <c:pt idx="771">
                  <c:v>0.0181610916588</c:v>
                </c:pt>
                <c:pt idx="772">
                  <c:v>0.0182284109122</c:v>
                </c:pt>
                <c:pt idx="773">
                  <c:v>0.0182962169262</c:v>
                </c:pt>
                <c:pt idx="774">
                  <c:v>0.0183645127365</c:v>
                </c:pt>
                <c:pt idx="775">
                  <c:v>0.0184333014236</c:v>
                </c:pt>
                <c:pt idx="776">
                  <c:v>0.0185025861133</c:v>
                </c:pt>
                <c:pt idx="777">
                  <c:v>0.018572369977</c:v>
                </c:pt>
                <c:pt idx="778">
                  <c:v>0.0186426562319</c:v>
                </c:pt>
                <c:pt idx="779">
                  <c:v>0.0187134481418</c:v>
                </c:pt>
                <c:pt idx="780">
                  <c:v>0.0187847490173</c:v>
                </c:pt>
                <c:pt idx="781">
                  <c:v>0.0188565622159</c:v>
                </c:pt>
                <c:pt idx="782">
                  <c:v>0.0189288911428</c:v>
                </c:pt>
                <c:pt idx="783">
                  <c:v>0.0190017392513</c:v>
                </c:pt>
                <c:pt idx="784">
                  <c:v>0.019075110043</c:v>
                </c:pt>
                <c:pt idx="785">
                  <c:v>0.0191490070683</c:v>
                </c:pt>
                <c:pt idx="786">
                  <c:v>0.0192234339269</c:v>
                </c:pt>
                <c:pt idx="787">
                  <c:v>0.0192983942684</c:v>
                </c:pt>
                <c:pt idx="788">
                  <c:v>0.0193738917923</c:v>
                </c:pt>
                <c:pt idx="789">
                  <c:v>0.0194499302491</c:v>
                </c:pt>
                <c:pt idx="790">
                  <c:v>0.01952651344</c:v>
                </c:pt>
                <c:pt idx="791">
                  <c:v>0.0196036452182</c:v>
                </c:pt>
                <c:pt idx="792">
                  <c:v>0.0196813294888</c:v>
                </c:pt>
                <c:pt idx="793">
                  <c:v>0.0197595702095</c:v>
                </c:pt>
                <c:pt idx="794">
                  <c:v>0.0198383713912</c:v>
                </c:pt>
                <c:pt idx="795">
                  <c:v>0.0199177370984</c:v>
                </c:pt>
                <c:pt idx="796">
                  <c:v>0.0199976714496</c:v>
                </c:pt>
                <c:pt idx="797">
                  <c:v>0.0200781786181</c:v>
                </c:pt>
                <c:pt idx="798">
                  <c:v>0.0201592628325</c:v>
                </c:pt>
                <c:pt idx="799">
                  <c:v>0.020240928377</c:v>
                </c:pt>
                <c:pt idx="800">
                  <c:v>0.0203231795922</c:v>
                </c:pt>
                <c:pt idx="801">
                  <c:v>0.0204060208756</c:v>
                </c:pt>
                <c:pt idx="802">
                  <c:v>0.0204894566821</c:v>
                </c:pt>
                <c:pt idx="803">
                  <c:v>0.0205734915247</c:v>
                </c:pt>
                <c:pt idx="804">
                  <c:v>0.0206581299749</c:v>
                </c:pt>
                <c:pt idx="805">
                  <c:v>0.0207433766637</c:v>
                </c:pt>
                <c:pt idx="806">
                  <c:v>0.0208292362816</c:v>
                </c:pt>
                <c:pt idx="807">
                  <c:v>0.0209157135798</c:v>
                </c:pt>
                <c:pt idx="808">
                  <c:v>0.0210028133705</c:v>
                </c:pt>
                <c:pt idx="809">
                  <c:v>0.0210905405274</c:v>
                </c:pt>
                <c:pt idx="810">
                  <c:v>0.0211788999867</c:v>
                </c:pt>
                <c:pt idx="811">
                  <c:v>0.0212678967477</c:v>
                </c:pt>
                <c:pt idx="812">
                  <c:v>0.0213575358731</c:v>
                </c:pt>
                <c:pt idx="813">
                  <c:v>0.0214478224898</c:v>
                </c:pt>
                <c:pt idx="814">
                  <c:v>0.02153876179</c:v>
                </c:pt>
                <c:pt idx="815">
                  <c:v>0.0216303590311</c:v>
                </c:pt>
                <c:pt idx="816">
                  <c:v>0.0217226195371</c:v>
                </c:pt>
                <c:pt idx="817">
                  <c:v>0.0218155486989</c:v>
                </c:pt>
                <c:pt idx="818">
                  <c:v>0.0219091519751</c:v>
                </c:pt>
                <c:pt idx="819">
                  <c:v>0.0220034348925</c:v>
                </c:pt>
                <c:pt idx="820">
                  <c:v>0.0220984030472</c:v>
                </c:pt>
                <c:pt idx="821">
                  <c:v>0.0221940621051</c:v>
                </c:pt>
                <c:pt idx="822">
                  <c:v>0.0222904178026</c:v>
                </c:pt>
                <c:pt idx="823">
                  <c:v>0.0223874759473</c:v>
                </c:pt>
                <c:pt idx="824">
                  <c:v>0.022485242419</c:v>
                </c:pt>
                <c:pt idx="825">
                  <c:v>0.02258372317</c:v>
                </c:pt>
                <c:pt idx="826">
                  <c:v>0.0226829242265</c:v>
                </c:pt>
                <c:pt idx="827">
                  <c:v>0.0227828516885</c:v>
                </c:pt>
                <c:pt idx="828">
                  <c:v>0.0228835117315</c:v>
                </c:pt>
                <c:pt idx="829">
                  <c:v>0.0229849106067</c:v>
                </c:pt>
                <c:pt idx="830">
                  <c:v>0.023087054642</c:v>
                </c:pt>
                <c:pt idx="831">
                  <c:v>0.0231899502426</c:v>
                </c:pt>
                <c:pt idx="832">
                  <c:v>0.023293603892</c:v>
                </c:pt>
                <c:pt idx="833">
                  <c:v>0.0233980221531</c:v>
                </c:pt>
                <c:pt idx="834">
                  <c:v>0.0235032116683</c:v>
                </c:pt>
                <c:pt idx="835">
                  <c:v>0.023609179161</c:v>
                </c:pt>
                <c:pt idx="836">
                  <c:v>0.0237159314362</c:v>
                </c:pt>
                <c:pt idx="837">
                  <c:v>0.0238234753814</c:v>
                </c:pt>
                <c:pt idx="838">
                  <c:v>0.0239318179675</c:v>
                </c:pt>
                <c:pt idx="839">
                  <c:v>0.0240409662495</c:v>
                </c:pt>
                <c:pt idx="840">
                  <c:v>0.0241509273679</c:v>
                </c:pt>
                <c:pt idx="841">
                  <c:v>0.024261708549</c:v>
                </c:pt>
                <c:pt idx="842">
                  <c:v>0.0243733171063</c:v>
                </c:pt>
                <c:pt idx="843">
                  <c:v>0.0244857604413</c:v>
                </c:pt>
                <c:pt idx="844">
                  <c:v>0.0245990460443</c:v>
                </c:pt>
                <c:pt idx="845">
                  <c:v>0.0247131814957</c:v>
                </c:pt>
                <c:pt idx="846">
                  <c:v>0.0248281744667</c:v>
                </c:pt>
                <c:pt idx="847">
                  <c:v>0.0249440327206</c:v>
                </c:pt>
                <c:pt idx="848">
                  <c:v>0.0250607641136</c:v>
                </c:pt>
                <c:pt idx="849">
                  <c:v>0.025178376596</c:v>
                </c:pt>
                <c:pt idx="850">
                  <c:v>0.0252968782129</c:v>
                </c:pt>
                <c:pt idx="851">
                  <c:v>0.0254162771061</c:v>
                </c:pt>
                <c:pt idx="852">
                  <c:v>0.0255365815144</c:v>
                </c:pt>
                <c:pt idx="853">
                  <c:v>0.0256577997751</c:v>
                </c:pt>
                <c:pt idx="854">
                  <c:v>0.0257799403251</c:v>
                </c:pt>
                <c:pt idx="855">
                  <c:v>0.0259030117021</c:v>
                </c:pt>
                <c:pt idx="856">
                  <c:v>0.0260270225457</c:v>
                </c:pt>
                <c:pt idx="857">
                  <c:v>0.0261519815988</c:v>
                </c:pt>
                <c:pt idx="858">
                  <c:v>0.0262778977087</c:v>
                </c:pt>
                <c:pt idx="859">
                  <c:v>0.0264047798285</c:v>
                </c:pt>
                <c:pt idx="860">
                  <c:v>0.0265326370182</c:v>
                </c:pt>
                <c:pt idx="861">
                  <c:v>0.0266614784463</c:v>
                </c:pt>
                <c:pt idx="862">
                  <c:v>0.0267913133907</c:v>
                </c:pt>
                <c:pt idx="863">
                  <c:v>0.0269221512408</c:v>
                </c:pt>
                <c:pt idx="864">
                  <c:v>0.0270540014981</c:v>
                </c:pt>
                <c:pt idx="865">
                  <c:v>0.0271868737782</c:v>
                </c:pt>
                <c:pt idx="866">
                  <c:v>0.027320777812</c:v>
                </c:pt>
                <c:pt idx="867">
                  <c:v>0.0274557234474</c:v>
                </c:pt>
                <c:pt idx="868">
                  <c:v>0.0275917206505</c:v>
                </c:pt>
                <c:pt idx="869">
                  <c:v>0.0277287795075</c:v>
                </c:pt>
                <c:pt idx="870">
                  <c:v>0.0278669102259</c:v>
                </c:pt>
                <c:pt idx="871">
                  <c:v>0.0280061231367</c:v>
                </c:pt>
                <c:pt idx="872">
                  <c:v>0.0281464286952</c:v>
                </c:pt>
                <c:pt idx="873">
                  <c:v>0.0282878374836</c:v>
                </c:pt>
                <c:pt idx="874">
                  <c:v>0.0284303602119</c:v>
                </c:pt>
                <c:pt idx="875">
                  <c:v>0.0285740077202</c:v>
                </c:pt>
                <c:pt idx="876">
                  <c:v>0.0287187909802</c:v>
                </c:pt>
                <c:pt idx="877">
                  <c:v>0.028864721097</c:v>
                </c:pt>
                <c:pt idx="878">
                  <c:v>0.0290118093113</c:v>
                </c:pt>
                <c:pt idx="879">
                  <c:v>0.0291600670005</c:v>
                </c:pt>
                <c:pt idx="880">
                  <c:v>0.0293095056814</c:v>
                </c:pt>
                <c:pt idx="881">
                  <c:v>0.0294601370119</c:v>
                </c:pt>
                <c:pt idx="882">
                  <c:v>0.0296119727927</c:v>
                </c:pt>
                <c:pt idx="883">
                  <c:v>0.0297650249695</c:v>
                </c:pt>
                <c:pt idx="884">
                  <c:v>0.0299193056352</c:v>
                </c:pt>
                <c:pt idx="885">
                  <c:v>0.0300748270318</c:v>
                </c:pt>
                <c:pt idx="886">
                  <c:v>0.0302316015525</c:v>
                </c:pt>
                <c:pt idx="887">
                  <c:v>0.030389641744</c:v>
                </c:pt>
                <c:pt idx="888">
                  <c:v>0.0305489603084</c:v>
                </c:pt>
                <c:pt idx="889">
                  <c:v>0.0307095701058</c:v>
                </c:pt>
                <c:pt idx="890">
                  <c:v>0.0308714841565</c:v>
                </c:pt>
                <c:pt idx="891">
                  <c:v>0.0310347156428</c:v>
                </c:pt>
                <c:pt idx="892">
                  <c:v>0.0311992779122</c:v>
                </c:pt>
                <c:pt idx="893">
                  <c:v>0.0313651844789</c:v>
                </c:pt>
                <c:pt idx="894">
                  <c:v>0.0315324490268</c:v>
                </c:pt>
                <c:pt idx="895">
                  <c:v>0.0317010854119</c:v>
                </c:pt>
                <c:pt idx="896">
                  <c:v>0.0318711076645</c:v>
                </c:pt>
                <c:pt idx="897">
                  <c:v>0.032042529992</c:v>
                </c:pt>
                <c:pt idx="898">
                  <c:v>0.0322153667813</c:v>
                </c:pt>
                <c:pt idx="899">
                  <c:v>0.0323896326016</c:v>
                </c:pt>
                <c:pt idx="900">
                  <c:v>0.0325653422069</c:v>
                </c:pt>
                <c:pt idx="901">
                  <c:v>0.0327425105388</c:v>
                </c:pt>
                <c:pt idx="902">
                  <c:v>0.0329211527291</c:v>
                </c:pt>
                <c:pt idx="903">
                  <c:v>0.033101284103</c:v>
                </c:pt>
                <c:pt idx="904">
                  <c:v>0.0332829201811</c:v>
                </c:pt>
                <c:pt idx="905">
                  <c:v>0.0334660766832</c:v>
                </c:pt>
                <c:pt idx="906">
                  <c:v>0.0336507695307</c:v>
                </c:pt>
                <c:pt idx="907">
                  <c:v>0.0338370148495</c:v>
                </c:pt>
                <c:pt idx="908">
                  <c:v>0.0340248289734</c:v>
                </c:pt>
                <c:pt idx="909">
                  <c:v>0.0342142284467</c:v>
                </c:pt>
                <c:pt idx="910">
                  <c:v>0.0344052300276</c:v>
                </c:pt>
                <c:pt idx="911">
                  <c:v>0.0345978506912</c:v>
                </c:pt>
                <c:pt idx="912">
                  <c:v>0.0347921076329</c:v>
                </c:pt>
                <c:pt idx="913">
                  <c:v>0.0349880182713</c:v>
                </c:pt>
                <c:pt idx="914">
                  <c:v>0.0351856002518</c:v>
                </c:pt>
                <c:pt idx="915">
                  <c:v>0.0353848714495</c:v>
                </c:pt>
                <c:pt idx="916">
                  <c:v>0.0355858499734</c:v>
                </c:pt>
                <c:pt idx="917">
                  <c:v>0.0357885541689</c:v>
                </c:pt>
                <c:pt idx="918">
                  <c:v>0.035993002622</c:v>
                </c:pt>
                <c:pt idx="919">
                  <c:v>0.0361992141623</c:v>
                </c:pt>
                <c:pt idx="920">
                  <c:v>0.036407207867</c:v>
                </c:pt>
                <c:pt idx="921">
                  <c:v>0.0366170030645</c:v>
                </c:pt>
                <c:pt idx="922">
                  <c:v>0.0368286193378</c:v>
                </c:pt>
                <c:pt idx="923">
                  <c:v>0.0370420765286</c:v>
                </c:pt>
                <c:pt idx="924">
                  <c:v>0.0372573947409</c:v>
                </c:pt>
                <c:pt idx="925">
                  <c:v>0.0374745943451</c:v>
                </c:pt>
                <c:pt idx="926">
                  <c:v>0.0376936959814</c:v>
                </c:pt>
                <c:pt idx="927">
                  <c:v>0.0379147205646</c:v>
                </c:pt>
                <c:pt idx="928">
                  <c:v>0.0381376892874</c:v>
                </c:pt>
                <c:pt idx="929">
                  <c:v>0.0383626236249</c:v>
                </c:pt>
                <c:pt idx="930">
                  <c:v>0.0385895453387</c:v>
                </c:pt>
                <c:pt idx="931">
                  <c:v>0.0388184764809</c:v>
                </c:pt>
                <c:pt idx="932">
                  <c:v>0.0390494393987</c:v>
                </c:pt>
                <c:pt idx="933">
                  <c:v>0.0392824567386</c:v>
                </c:pt>
                <c:pt idx="934">
                  <c:v>0.0395175514509</c:v>
                </c:pt>
                <c:pt idx="935">
                  <c:v>0.0397547467939</c:v>
                </c:pt>
                <c:pt idx="936">
                  <c:v>0.0399940663387</c:v>
                </c:pt>
                <c:pt idx="937">
                  <c:v>0.0402355339739</c:v>
                </c:pt>
                <c:pt idx="938">
                  <c:v>0.0404791739099</c:v>
                </c:pt>
                <c:pt idx="939">
                  <c:v>0.0407250106838</c:v>
                </c:pt>
                <c:pt idx="940">
                  <c:v>0.0409730691644</c:v>
                </c:pt>
                <c:pt idx="941">
                  <c:v>0.0412233745569</c:v>
                </c:pt>
                <c:pt idx="942">
                  <c:v>0.0414759524078</c:v>
                </c:pt>
                <c:pt idx="943">
                  <c:v>0.0417308286099</c:v>
                </c:pt>
                <c:pt idx="944">
                  <c:v>0.0419880294076</c:v>
                </c:pt>
                <c:pt idx="945">
                  <c:v>0.0422475814017</c:v>
                </c:pt>
                <c:pt idx="946">
                  <c:v>0.0425095115549</c:v>
                </c:pt>
                <c:pt idx="947">
                  <c:v>0.0427738471972</c:v>
                </c:pt>
                <c:pt idx="948">
                  <c:v>0.0430406160307</c:v>
                </c:pt>
                <c:pt idx="949">
                  <c:v>0.0433098461358</c:v>
                </c:pt>
                <c:pt idx="950">
                  <c:v>0.043581565976</c:v>
                </c:pt>
                <c:pt idx="951">
                  <c:v>0.0438558044041</c:v>
                </c:pt>
                <c:pt idx="952">
                  <c:v>0.0441325906673</c:v>
                </c:pt>
                <c:pt idx="953">
                  <c:v>0.0444119544135</c:v>
                </c:pt>
                <c:pt idx="954">
                  <c:v>0.0446939256968</c:v>
                </c:pt>
                <c:pt idx="955">
                  <c:v>0.0449785349832</c:v>
                </c:pt>
                <c:pt idx="956">
                  <c:v>0.045265813157</c:v>
                </c:pt>
                <c:pt idx="957">
                  <c:v>0.0455557915267</c:v>
                </c:pt>
                <c:pt idx="958">
                  <c:v>0.0458485018308</c:v>
                </c:pt>
                <c:pt idx="959">
                  <c:v>0.0461439762445</c:v>
                </c:pt>
                <c:pt idx="960">
                  <c:v>0.0464422473856</c:v>
                </c:pt>
                <c:pt idx="961">
                  <c:v>0.0467433483212</c:v>
                </c:pt>
                <c:pt idx="962">
                  <c:v>0.0470473125736</c:v>
                </c:pt>
                <c:pt idx="963">
                  <c:v>0.0473541741274</c:v>
                </c:pt>
                <c:pt idx="964">
                  <c:v>0.0476639674357</c:v>
                </c:pt>
                <c:pt idx="965">
                  <c:v>0.047976727427</c:v>
                </c:pt>
                <c:pt idx="966">
                  <c:v>0.0482924895117</c:v>
                </c:pt>
                <c:pt idx="967">
                  <c:v>0.048611289589</c:v>
                </c:pt>
                <c:pt idx="968">
                  <c:v>0.0489331640541</c:v>
                </c:pt>
                <c:pt idx="969">
                  <c:v>0.0492581498046</c:v>
                </c:pt>
                <c:pt idx="970">
                  <c:v>0.049586284248</c:v>
                </c:pt>
                <c:pt idx="971">
                  <c:v>0.0499176053087</c:v>
                </c:pt>
                <c:pt idx="972">
                  <c:v>0.0502521514351</c:v>
                </c:pt>
                <c:pt idx="973">
                  <c:v>0.0505899616071</c:v>
                </c:pt>
                <c:pt idx="974">
                  <c:v>0.0509310753431</c:v>
                </c:pt>
                <c:pt idx="975">
                  <c:v>0.0512755327077</c:v>
                </c:pt>
                <c:pt idx="976">
                  <c:v>0.0516233743189</c:v>
                </c:pt>
                <c:pt idx="977">
                  <c:v>0.0519746413562</c:v>
                </c:pt>
                <c:pt idx="978">
                  <c:v>0.0523293755674</c:v>
                </c:pt>
                <c:pt idx="979">
                  <c:v>0.052687619277</c:v>
                </c:pt>
                <c:pt idx="980">
                  <c:v>0.0530494153937</c:v>
                </c:pt>
                <c:pt idx="981">
                  <c:v>0.0534148074179</c:v>
                </c:pt>
                <c:pt idx="982">
                  <c:v>0.0537838394502</c:v>
                </c:pt>
                <c:pt idx="983">
                  <c:v>0.0541565561986</c:v>
                </c:pt>
                <c:pt idx="984">
                  <c:v>0.0545330029872</c:v>
                </c:pt>
                <c:pt idx="985">
                  <c:v>0.0549132257637</c:v>
                </c:pt>
                <c:pt idx="986">
                  <c:v>0.0552972711075</c:v>
                </c:pt>
                <c:pt idx="987">
                  <c:v>0.0556851862382</c:v>
                </c:pt>
                <c:pt idx="988">
                  <c:v>0.0560770190235</c:v>
                </c:pt>
                <c:pt idx="989">
                  <c:v>0.0564728179873</c:v>
                </c:pt>
                <c:pt idx="990">
                  <c:v>0.0568726323183</c:v>
                </c:pt>
                <c:pt idx="991">
                  <c:v>0.0572765118777</c:v>
                </c:pt>
                <c:pt idx="992">
                  <c:v>0.0576845072081</c:v>
                </c:pt>
                <c:pt idx="993">
                  <c:v>0.0580966695414</c:v>
                </c:pt>
                <c:pt idx="994">
                  <c:v>0.0585130508074</c:v>
                </c:pt>
                <c:pt idx="995">
                  <c:v>0.0589337036418</c:v>
                </c:pt>
                <c:pt idx="996">
                  <c:v>0.0593586813949</c:v>
                </c:pt>
                <c:pt idx="997">
                  <c:v>0.0597880381396</c:v>
                </c:pt>
                <c:pt idx="998">
                  <c:v>0.0602218286801</c:v>
                </c:pt>
                <c:pt idx="999">
                  <c:v>0.0606601085598</c:v>
                </c:pt>
                <c:pt idx="1000">
                  <c:v>0.0611029340699</c:v>
                </c:pt>
                <c:pt idx="1001">
                  <c:v>0.0615503622575</c:v>
                </c:pt>
                <c:pt idx="1002">
                  <c:v>0.062002450934</c:v>
                </c:pt>
                <c:pt idx="1003">
                  <c:v>0.0624592586828</c:v>
                </c:pt>
                <c:pt idx="1004">
                  <c:v>0.0629208448681</c:v>
                </c:pt>
                <c:pt idx="1005">
                  <c:v>0.0633872696423</c:v>
                </c:pt>
                <c:pt idx="1006">
                  <c:v>0.0638585939544</c:v>
                </c:pt>
                <c:pt idx="1007">
                  <c:v>0.0643348795576</c:v>
                </c:pt>
                <c:pt idx="1008">
                  <c:v>0.0648161890172</c:v>
                </c:pt>
                <c:pt idx="1009">
                  <c:v>0.0653025857183</c:v>
                </c:pt>
                <c:pt idx="1010">
                  <c:v>0.065794133873</c:v>
                </c:pt>
                <c:pt idx="1011">
                  <c:v>0.0662908985284</c:v>
                </c:pt>
                <c:pt idx="1012">
                  <c:v>0.0667929455734</c:v>
                </c:pt>
                <c:pt idx="1013">
                  <c:v>0.0673003417456</c:v>
                </c:pt>
                <c:pt idx="1014">
                  <c:v>0.0678131546388</c:v>
                </c:pt>
                <c:pt idx="1015">
                  <c:v>0.0683314527092</c:v>
                </c:pt>
                <c:pt idx="1016">
                  <c:v>0.0688553052818</c:v>
                </c:pt>
                <c:pt idx="1017">
                  <c:v>0.0693847825573</c:v>
                </c:pt>
                <c:pt idx="1018">
                  <c:v>0.0699199556171</c:v>
                </c:pt>
                <c:pt idx="1019">
                  <c:v>0.0704608964298</c:v>
                </c:pt>
                <c:pt idx="1020">
                  <c:v>0.0710076778564</c:v>
                </c:pt>
                <c:pt idx="1021">
                  <c:v>0.0715603736551</c:v>
                </c:pt>
                <c:pt idx="1022">
                  <c:v>0.0721190584864</c:v>
                </c:pt>
                <c:pt idx="1023">
                  <c:v>0.0726838079174</c:v>
                </c:pt>
                <c:pt idx="1024">
                  <c:v>0.0732546984256</c:v>
                </c:pt>
                <c:pt idx="1025">
                  <c:v>0.0738318074027</c:v>
                </c:pt>
                <c:pt idx="1026">
                  <c:v>0.0744152131579</c:v>
                </c:pt>
                <c:pt idx="1027">
                  <c:v>0.0750049949202</c:v>
                </c:pt>
                <c:pt idx="1028">
                  <c:v>0.0756012328408</c:v>
                </c:pt>
                <c:pt idx="1029">
                  <c:v>0.0762040079946</c:v>
                </c:pt>
                <c:pt idx="1030">
                  <c:v>0.0768134023816</c:v>
                </c:pt>
                <c:pt idx="1031">
                  <c:v>0.077429498927</c:v>
                </c:pt>
                <c:pt idx="1032">
                  <c:v>0.0780523814815</c:v>
                </c:pt>
                <c:pt idx="1033">
                  <c:v>0.0786821348201</c:v>
                </c:pt>
                <c:pt idx="1034">
                  <c:v>0.0793188446407</c:v>
                </c:pt>
                <c:pt idx="1035">
                  <c:v>0.0799625975622</c:v>
                </c:pt>
                <c:pt idx="1036">
                  <c:v>0.080613481121</c:v>
                </c:pt>
                <c:pt idx="1037">
                  <c:v>0.0812715837675</c:v>
                </c:pt>
                <c:pt idx="1038">
                  <c:v>0.0819369948612</c:v>
                </c:pt>
                <c:pt idx="1039">
                  <c:v>0.0826098046652</c:v>
                </c:pt>
                <c:pt idx="1040">
                  <c:v>0.0832901043396</c:v>
                </c:pt>
                <c:pt idx="1041">
                  <c:v>0.0839779859339</c:v>
                </c:pt>
                <c:pt idx="1042">
                  <c:v>0.0846735423784</c:v>
                </c:pt>
                <c:pt idx="1043">
                  <c:v>0.0853768674745</c:v>
                </c:pt>
                <c:pt idx="1044">
                  <c:v>0.0860880558837</c:v>
                </c:pt>
                <c:pt idx="1045">
                  <c:v>0.0868072031156</c:v>
                </c:pt>
                <c:pt idx="1046">
                  <c:v>0.0875344055145</c:v>
                </c:pt>
                <c:pt idx="1047">
                  <c:v>0.0882697602447</c:v>
                </c:pt>
                <c:pt idx="1048">
                  <c:v>0.0890133652745</c:v>
                </c:pt>
                <c:pt idx="1049">
                  <c:v>0.0897653193584</c:v>
                </c:pt>
                <c:pt idx="1050">
                  <c:v>0.0905257220186</c:v>
                </c:pt>
                <c:pt idx="1051">
                  <c:v>0.0912946735237</c:v>
                </c:pt>
                <c:pt idx="1052">
                  <c:v>0.092072274867</c:v>
                </c:pt>
                <c:pt idx="1053">
                  <c:v>0.0928586277424</c:v>
                </c:pt>
                <c:pt idx="1054">
                  <c:v>0.0936538345186</c:v>
                </c:pt>
                <c:pt idx="1055">
                  <c:v>0.0944579982116</c:v>
                </c:pt>
                <c:pt idx="1056">
                  <c:v>0.0952712224551</c:v>
                </c:pt>
                <c:pt idx="1057">
                  <c:v>0.0960936114691</c:v>
                </c:pt>
                <c:pt idx="1058">
                  <c:v>0.0969252700266</c:v>
                </c:pt>
                <c:pt idx="1059">
                  <c:v>0.0977663034174</c:v>
                </c:pt>
                <c:pt idx="1060">
                  <c:v>0.0986168174107</c:v>
                </c:pt>
                <c:pt idx="1061">
                  <c:v>0.0994769182148</c:v>
                </c:pt>
                <c:pt idx="1062">
                  <c:v>0.100346712434</c:v>
                </c:pt>
                <c:pt idx="1063">
                  <c:v>0.101226307025</c:v>
                </c:pt>
                <c:pt idx="1064">
                  <c:v>0.102115809247</c:v>
                </c:pt>
                <c:pt idx="1065">
                  <c:v>0.103015326615</c:v>
                </c:pt>
                <c:pt idx="1066">
                  <c:v>0.103924966843</c:v>
                </c:pt>
                <c:pt idx="1067">
                  <c:v>0.104844837791</c:v>
                </c:pt>
                <c:pt idx="1068">
                  <c:v>0.105775047407</c:v>
                </c:pt>
                <c:pt idx="1069">
                  <c:v>0.106715703663</c:v>
                </c:pt>
                <c:pt idx="1070">
                  <c:v>0.107666914494</c:v>
                </c:pt>
                <c:pt idx="1071">
                  <c:v>0.108628787727</c:v>
                </c:pt>
                <c:pt idx="1072">
                  <c:v>0.109601431013</c:v>
                </c:pt>
                <c:pt idx="1073">
                  <c:v>0.110584951754</c:v>
                </c:pt>
                <c:pt idx="1074">
                  <c:v>0.111579457021</c:v>
                </c:pt>
                <c:pt idx="1075">
                  <c:v>0.11258505348</c:v>
                </c:pt>
                <c:pt idx="1076">
                  <c:v>0.113601847304</c:v>
                </c:pt>
                <c:pt idx="1077">
                  <c:v>0.114629944085</c:v>
                </c:pt>
                <c:pt idx="1078">
                  <c:v>0.115669448747</c:v>
                </c:pt>
                <c:pt idx="1079">
                  <c:v>0.116720465449</c:v>
                </c:pt>
                <c:pt idx="1080">
                  <c:v>0.117783097485</c:v>
                </c:pt>
                <c:pt idx="1081">
                  <c:v>0.118857447186</c:v>
                </c:pt>
                <c:pt idx="1082">
                  <c:v>0.119943615811</c:v>
                </c:pt>
                <c:pt idx="1083">
                  <c:v>0.121041703441</c:v>
                </c:pt>
                <c:pt idx="1084">
                  <c:v>0.122151808863</c:v>
                </c:pt>
                <c:pt idx="1085">
                  <c:v>0.123274029452</c:v>
                </c:pt>
                <c:pt idx="1086">
                  <c:v>0.124408461056</c:v>
                </c:pt>
                <c:pt idx="1087">
                  <c:v>0.125555197865</c:v>
                </c:pt>
                <c:pt idx="1088">
                  <c:v>0.126714332285</c:v>
                </c:pt>
                <c:pt idx="1089">
                  <c:v>0.127885954806</c:v>
                </c:pt>
                <c:pt idx="1090">
                  <c:v>0.129070153866</c:v>
                </c:pt>
                <c:pt idx="1091">
                  <c:v>0.130267015711</c:v>
                </c:pt>
                <c:pt idx="1092">
                  <c:v>0.131476624252</c:v>
                </c:pt>
                <c:pt idx="1093">
                  <c:v>0.132699060916</c:v>
                </c:pt>
                <c:pt idx="1094">
                  <c:v>0.133934404497</c:v>
                </c:pt>
                <c:pt idx="1095">
                  <c:v>0.135182731003</c:v>
                </c:pt>
                <c:pt idx="1096">
                  <c:v>0.136444113494</c:v>
                </c:pt>
                <c:pt idx="1097">
                  <c:v>0.137718621928</c:v>
                </c:pt>
                <c:pt idx="1098">
                  <c:v>0.13900632299</c:v>
                </c:pt>
                <c:pt idx="1099">
                  <c:v>0.140307279929</c:v>
                </c:pt>
                <c:pt idx="1100">
                  <c:v>0.141621552388</c:v>
                </c:pt>
                <c:pt idx="1101">
                  <c:v>0.142949196232</c:v>
                </c:pt>
                <c:pt idx="1102">
                  <c:v>0.144290263369</c:v>
                </c:pt>
                <c:pt idx="1103">
                  <c:v>0.145644801579</c:v>
                </c:pt>
                <c:pt idx="1104">
                  <c:v>0.147012854329</c:v>
                </c:pt>
                <c:pt idx="1105">
                  <c:v>0.148394460595</c:v>
                </c:pt>
                <c:pt idx="1106">
                  <c:v>0.149789654679</c:v>
                </c:pt>
                <c:pt idx="1107">
                  <c:v>0.151198466022</c:v>
                </c:pt>
                <c:pt idx="1108">
                  <c:v>0.152620919023</c:v>
                </c:pt>
                <c:pt idx="1109">
                  <c:v>0.15405703285</c:v>
                </c:pt>
                <c:pt idx="1110">
                  <c:v>0.155506821256</c:v>
                </c:pt>
                <c:pt idx="1111">
                  <c:v>0.156970292388</c:v>
                </c:pt>
                <c:pt idx="1112">
                  <c:v>0.158447448605</c:v>
                </c:pt>
                <c:pt idx="1113">
                  <c:v>0.159938286291</c:v>
                </c:pt>
                <c:pt idx="1114">
                  <c:v>0.161442795669</c:v>
                </c:pt>
                <c:pt idx="1115">
                  <c:v>0.162960960615</c:v>
                </c:pt>
                <c:pt idx="1116">
                  <c:v>0.164492758481</c:v>
                </c:pt>
                <c:pt idx="1117">
                  <c:v>0.166038159909</c:v>
                </c:pt>
                <c:pt idx="1118">
                  <c:v>0.167597128656</c:v>
                </c:pt>
                <c:pt idx="1119">
                  <c:v>0.169169621418</c:v>
                </c:pt>
                <c:pt idx="1120">
                  <c:v>0.170755587657</c:v>
                </c:pt>
                <c:pt idx="1121">
                  <c:v>0.17235496943</c:v>
                </c:pt>
                <c:pt idx="1122">
                  <c:v>0.17396770123</c:v>
                </c:pt>
                <c:pt idx="1123">
                  <c:v>0.175593709817</c:v>
                </c:pt>
                <c:pt idx="1124">
                  <c:v>0.177232914065</c:v>
                </c:pt>
                <c:pt idx="1125">
                  <c:v>0.17888522481</c:v>
                </c:pt>
                <c:pt idx="1126">
                  <c:v>0.180550544704</c:v>
                </c:pt>
                <c:pt idx="1127">
                  <c:v>0.182228768071</c:v>
                </c:pt>
                <c:pt idx="1128">
                  <c:v>0.183919780773</c:v>
                </c:pt>
                <c:pt idx="1129">
                  <c:v>0.18562346008</c:v>
                </c:pt>
                <c:pt idx="1130">
                  <c:v>0.187339674547</c:v>
                </c:pt>
                <c:pt idx="1131">
                  <c:v>0.189068283894</c:v>
                </c:pt>
                <c:pt idx="1132">
                  <c:v>0.190809138902</c:v>
                </c:pt>
                <c:pt idx="1133">
                  <c:v>0.192562081301</c:v>
                </c:pt>
                <c:pt idx="1134">
                  <c:v>0.194326943679</c:v>
                </c:pt>
                <c:pt idx="1135">
                  <c:v>0.196103549392</c:v>
                </c:pt>
                <c:pt idx="1136">
                  <c:v>0.197891712479</c:v>
                </c:pt>
                <c:pt idx="1137">
                  <c:v>0.199691237586</c:v>
                </c:pt>
                <c:pt idx="1138">
                  <c:v>0.201501919902</c:v>
                </c:pt>
                <c:pt idx="1139">
                  <c:v>0.203323545094</c:v>
                </c:pt>
                <c:pt idx="1140">
                  <c:v>0.205155889251</c:v>
                </c:pt>
                <c:pt idx="1141">
                  <c:v>0.206998718843</c:v>
                </c:pt>
                <c:pt idx="1142">
                  <c:v>0.208851790674</c:v>
                </c:pt>
                <c:pt idx="1143">
                  <c:v>0.210714851849</c:v>
                </c:pt>
                <c:pt idx="1144">
                  <c:v>0.212587639751</c:v>
                </c:pt>
                <c:pt idx="1145">
                  <c:v>0.214469882012</c:v>
                </c:pt>
                <c:pt idx="1146">
                  <c:v>0.216361296502</c:v>
                </c:pt>
                <c:pt idx="1147">
                  <c:v>0.218261591316</c:v>
                </c:pt>
                <c:pt idx="1148">
                  <c:v>0.220170464771</c:v>
                </c:pt>
                <c:pt idx="1149">
                  <c:v>0.222087605404</c:v>
                </c:pt>
                <c:pt idx="1150">
                  <c:v>0.224012691974</c:v>
                </c:pt>
                <c:pt idx="1151">
                  <c:v>0.225945393476</c:v>
                </c:pt>
                <c:pt idx="1152">
                  <c:v>0.227885369146</c:v>
                </c:pt>
                <c:pt idx="1153">
                  <c:v>0.229832268479</c:v>
                </c:pt>
                <c:pt idx="1154">
                  <c:v>0.231785731247</c:v>
                </c:pt>
                <c:pt idx="1155">
                  <c:v>0.233745387519</c:v>
                </c:pt>
                <c:pt idx="1156">
                  <c:v>0.235710857683</c:v>
                </c:pt>
                <c:pt idx="1157">
                  <c:v>0.23768175247</c:v>
                </c:pt>
                <c:pt idx="1158">
                  <c:v>0.23965767298</c:v>
                </c:pt>
                <c:pt idx="1159">
                  <c:v>0.241638210705</c:v>
                </c:pt>
                <c:pt idx="1160">
                  <c:v>0.243622947563</c:v>
                </c:pt>
                <c:pt idx="1161">
                  <c:v>0.245611455916</c:v>
                </c:pt>
                <c:pt idx="1162">
                  <c:v>0.247603298606</c:v>
                </c:pt>
                <c:pt idx="1163">
                  <c:v>0.249598028974</c:v>
                </c:pt>
                <c:pt idx="1164">
                  <c:v>0.251595190893</c:v>
                </c:pt>
                <c:pt idx="1165">
                  <c:v>0.253594318792</c:v>
                </c:pt>
                <c:pt idx="1166">
                  <c:v>0.25559493768</c:v>
                </c:pt>
                <c:pt idx="1167">
                  <c:v>0.257596563173</c:v>
                </c:pt>
                <c:pt idx="1168">
                  <c:v>0.259598701516</c:v>
                </c:pt>
                <c:pt idx="1169">
                  <c:v>0.26160084961</c:v>
                </c:pt>
                <c:pt idx="1170">
                  <c:v>0.263602495029</c:v>
                </c:pt>
                <c:pt idx="1171">
                  <c:v>0.26560311605</c:v>
                </c:pt>
                <c:pt idx="1172">
                  <c:v>0.267602181666</c:v>
                </c:pt>
                <c:pt idx="1173">
                  <c:v>0.269599151619</c:v>
                </c:pt>
                <c:pt idx="1174">
                  <c:v>0.271593476413</c:v>
                </c:pt>
                <c:pt idx="1175">
                  <c:v>0.273584597341</c:v>
                </c:pt>
                <c:pt idx="1176">
                  <c:v>0.275571946512</c:v>
                </c:pt>
                <c:pt idx="1177">
                  <c:v>0.27755494687</c:v>
                </c:pt>
                <c:pt idx="1178">
                  <c:v>0.279533012229</c:v>
                </c:pt>
                <c:pt idx="1179">
                  <c:v>0.281505547299</c:v>
                </c:pt>
                <c:pt idx="1180">
                  <c:v>0.283471947719</c:v>
                </c:pt>
                <c:pt idx="1181">
                  <c:v>0.285431600099</c:v>
                </c:pt>
                <c:pt idx="1182">
                  <c:v>0.287383882058</c:v>
                </c:pt>
                <c:pt idx="1183">
                  <c:v>0.28932816227</c:v>
                </c:pt>
                <c:pt idx="1184">
                  <c:v>0.291263800521</c:v>
                </c:pt>
                <c:pt idx="1185">
                  <c:v>0.293190147768</c:v>
                </c:pt>
                <c:pt idx="1186">
                  <c:v>0.295106546204</c:v>
                </c:pt>
                <c:pt idx="1187">
                  <c:v>0.297012329335</c:v>
                </c:pt>
                <c:pt idx="1188">
                  <c:v>0.298906822066</c:v>
                </c:pt>
                <c:pt idx="1189">
                  <c:v>0.300789340799</c:v>
                </c:pt>
                <c:pt idx="1190">
                  <c:v>0.302659193534</c:v>
                </c:pt>
                <c:pt idx="1191">
                  <c:v>0.304515679991</c:v>
                </c:pt>
                <c:pt idx="1192">
                  <c:v>0.306358091744</c:v>
                </c:pt>
                <c:pt idx="1193">
                  <c:v>0.308185712364</c:v>
                </c:pt>
                <c:pt idx="1194">
                  <c:v>0.309997817582</c:v>
                </c:pt>
                <c:pt idx="1195">
                  <c:v>0.311793675465</c:v>
                </c:pt>
                <c:pt idx="1196">
                  <c:v>0.313572546613</c:v>
                </c:pt>
                <c:pt idx="1197">
                  <c:v>0.315333684369</c:v>
                </c:pt>
                <c:pt idx="1198">
                  <c:v>0.317076335054</c:v>
                </c:pt>
                <c:pt idx="1199">
                  <c:v>0.318799738219</c:v>
                </c:pt>
                <c:pt idx="1200">
                  <c:v>0.320503126917</c:v>
                </c:pt>
                <c:pt idx="1201">
                  <c:v>0.322185728003</c:v>
                </c:pt>
                <c:pt idx="1202">
                  <c:v>0.32384676245</c:v>
                </c:pt>
                <c:pt idx="1203">
                  <c:v>0.325485445699</c:v>
                </c:pt>
                <c:pt idx="1204">
                  <c:v>0.327100988023</c:v>
                </c:pt>
                <c:pt idx="1205">
                  <c:v>0.328692594932</c:v>
                </c:pt>
                <c:pt idx="1206">
                  <c:v>0.33025946759</c:v>
                </c:pt>
                <c:pt idx="1207">
                  <c:v>0.331800803272</c:v>
                </c:pt>
                <c:pt idx="1208">
                  <c:v>0.333315795849</c:v>
                </c:pt>
                <c:pt idx="1209">
                  <c:v>0.334803636297</c:v>
                </c:pt>
                <c:pt idx="1210">
                  <c:v>0.336263513245</c:v>
                </c:pt>
                <c:pt idx="1211">
                  <c:v>0.337694613552</c:v>
                </c:pt>
                <c:pt idx="1212">
                  <c:v>0.339096122915</c:v>
                </c:pt>
                <c:pt idx="1213">
                  <c:v>0.340467226512</c:v>
                </c:pt>
                <c:pt idx="1214">
                  <c:v>0.341807109682</c:v>
                </c:pt>
                <c:pt idx="1215">
                  <c:v>0.343114958636</c:v>
                </c:pt>
                <c:pt idx="1216">
                  <c:v>0.3443899612</c:v>
                </c:pt>
                <c:pt idx="1217">
                  <c:v>0.345631307604</c:v>
                </c:pt>
                <c:pt idx="1218">
                  <c:v>0.346838191294</c:v>
                </c:pt>
                <c:pt idx="1219">
                  <c:v>0.348009809786</c:v>
                </c:pt>
                <c:pt idx="1220">
                  <c:v>0.349145365555</c:v>
                </c:pt>
                <c:pt idx="1221">
                  <c:v>0.350244066958</c:v>
                </c:pt>
                <c:pt idx="1222">
                  <c:v>0.351305129189</c:v>
                </c:pt>
                <c:pt idx="1223">
                  <c:v>0.352327775274</c:v>
                </c:pt>
                <c:pt idx="1224">
                  <c:v>0.353311237092</c:v>
                </c:pt>
                <c:pt idx="1225">
                  <c:v>0.354254756432</c:v>
                </c:pt>
                <c:pt idx="1226">
                  <c:v>0.355157586081</c:v>
                </c:pt>
                <c:pt idx="1227">
                  <c:v>0.356018990941</c:v>
                </c:pt>
                <c:pt idx="1228">
                  <c:v>0.356838249168</c:v>
                </c:pt>
                <c:pt idx="1229">
                  <c:v>0.357614653349</c:v>
                </c:pt>
                <c:pt idx="1230">
                  <c:v>0.358347511691</c:v>
                </c:pt>
                <c:pt idx="1231">
                  <c:v>0.359036149236</c:v>
                </c:pt>
                <c:pt idx="1232">
                  <c:v>0.359679909096</c:v>
                </c:pt>
                <c:pt idx="1233">
                  <c:v>0.360278153699</c:v>
                </c:pt>
                <c:pt idx="1234">
                  <c:v>0.360830266056</c:v>
                </c:pt>
                <c:pt idx="1235">
                  <c:v>0.361335651029</c:v>
                </c:pt>
                <c:pt idx="1236">
                  <c:v>0.36179373661</c:v>
                </c:pt>
                <c:pt idx="1237">
                  <c:v>0.3622039752</c:v>
                </c:pt>
                <c:pt idx="1238">
                  <c:v>0.362565844888</c:v>
                </c:pt>
                <c:pt idx="1239">
                  <c:v>0.36287885072</c:v>
                </c:pt>
                <c:pt idx="1240">
                  <c:v>0.363142525967</c:v>
                </c:pt>
                <c:pt idx="1241">
                  <c:v>0.363356433366</c:v>
                </c:pt>
                <c:pt idx="1242">
                  <c:v>0.363520166349</c:v>
                </c:pt>
                <c:pt idx="1243">
                  <c:v>0.363633350247</c:v>
                </c:pt>
                <c:pt idx="1244">
                  <c:v>0.363695643466</c:v>
                </c:pt>
                <c:pt idx="1245">
                  <c:v>0.363706738621</c:v>
                </c:pt>
                <c:pt idx="1246">
                  <c:v>0.363666363641</c:v>
                </c:pt>
                <c:pt idx="1247">
                  <c:v>0.363574282823</c:v>
                </c:pt>
                <c:pt idx="1248">
                  <c:v>0.363430297838</c:v>
                </c:pt>
                <c:pt idx="1249">
                  <c:v>0.363234248686</c:v>
                </c:pt>
                <c:pt idx="1250">
                  <c:v>0.362986014582</c:v>
                </c:pt>
                <c:pt idx="1251">
                  <c:v>0.362685514788</c:v>
                </c:pt>
                <c:pt idx="1252">
                  <c:v>0.362332709372</c:v>
                </c:pt>
                <c:pt idx="1253">
                  <c:v>0.361927599887</c:v>
                </c:pt>
                <c:pt idx="1254">
                  <c:v>0.361470229982</c:v>
                </c:pt>
                <c:pt idx="1255">
                  <c:v>0.360960685925</c:v>
                </c:pt>
                <c:pt idx="1256">
                  <c:v>0.360399097035</c:v>
                </c:pt>
                <c:pt idx="1257">
                  <c:v>0.359785636036</c:v>
                </c:pt>
                <c:pt idx="1258">
                  <c:v>0.359120519303</c:v>
                </c:pt>
                <c:pt idx="1259">
                  <c:v>0.358404007024</c:v>
                </c:pt>
                <c:pt idx="1260">
                  <c:v>0.357636403257</c:v>
                </c:pt>
                <c:pt idx="1261">
                  <c:v>0.356818055886</c:v>
                </c:pt>
                <c:pt idx="1262">
                  <c:v>0.355949356479</c:v>
                </c:pt>
                <c:pt idx="1263">
                  <c:v>0.355030740032</c:v>
                </c:pt>
                <c:pt idx="1264">
                  <c:v>0.354062684624</c:v>
                </c:pt>
                <c:pt idx="1265">
                  <c:v>0.353045710951</c:v>
                </c:pt>
                <c:pt idx="1266">
                  <c:v>0.351980381766</c:v>
                </c:pt>
                <c:pt idx="1267">
                  <c:v>0.350867301213</c:v>
                </c:pt>
                <c:pt idx="1268">
                  <c:v>0.349707114053</c:v>
                </c:pt>
                <c:pt idx="1269">
                  <c:v>0.348500504799</c:v>
                </c:pt>
                <c:pt idx="1270">
                  <c:v>0.347248196742</c:v>
                </c:pt>
                <c:pt idx="1271">
                  <c:v>0.34595095089</c:v>
                </c:pt>
                <c:pt idx="1272">
                  <c:v>0.344609564809</c:v>
                </c:pt>
                <c:pt idx="1273">
                  <c:v>0.343224871378</c:v>
                </c:pt>
                <c:pt idx="1274">
                  <c:v>0.341797737457</c:v>
                </c:pt>
                <c:pt idx="1275">
                  <c:v>0.340329062477</c:v>
                </c:pt>
                <c:pt idx="1276">
                  <c:v>0.338819776955</c:v>
                </c:pt>
                <c:pt idx="1277">
                  <c:v>0.337270840938</c:v>
                </c:pt>
                <c:pt idx="1278">
                  <c:v>0.335683242383</c:v>
                </c:pt>
                <c:pt idx="1279">
                  <c:v>0.334057995479</c:v>
                </c:pt>
                <c:pt idx="1280">
                  <c:v>0.332396138919</c:v>
                </c:pt>
                <c:pt idx="1281">
                  <c:v>0.33069873412</c:v>
                </c:pt>
                <c:pt idx="1282">
                  <c:v>0.328966863412</c:v>
                </c:pt>
                <c:pt idx="1283">
                  <c:v>0.32720162819</c:v>
                </c:pt>
                <c:pt idx="1284">
                  <c:v>0.325404147039</c:v>
                </c:pt>
                <c:pt idx="1285">
                  <c:v>0.323575553842</c:v>
                </c:pt>
                <c:pt idx="1286">
                  <c:v>0.321716995879</c:v>
                </c:pt>
                <c:pt idx="1287">
                  <c:v>0.319829631911</c:v>
                </c:pt>
                <c:pt idx="1288">
                  <c:v>0.317914630277</c:v>
                </c:pt>
                <c:pt idx="1289">
                  <c:v>0.315973166987</c:v>
                </c:pt>
                <c:pt idx="1290">
                  <c:v>0.31400642384</c:v>
                </c:pt>
                <c:pt idx="1291">
                  <c:v>0.312015586551</c:v>
                </c:pt>
                <c:pt idx="1292">
                  <c:v>0.310001842914</c:v>
                </c:pt>
                <c:pt idx="1293">
                  <c:v>0.30796638099</c:v>
                </c:pt>
                <c:pt idx="1294">
                  <c:v>0.305910387332</c:v>
                </c:pt>
                <c:pt idx="1295">
                  <c:v>0.30383504526</c:v>
                </c:pt>
                <c:pt idx="1296">
                  <c:v>0.301741533169</c:v>
                </c:pt>
                <c:pt idx="1297">
                  <c:v>0.299631022902</c:v>
                </c:pt>
                <c:pt idx="1298">
                  <c:v>0.297504678167</c:v>
                </c:pt>
                <c:pt idx="1299">
                  <c:v>0.295363653021</c:v>
                </c:pt>
                <c:pt idx="1300">
                  <c:v>0.293209090412</c:v>
                </c:pt>
                <c:pt idx="1301">
                  <c:v>0.291042120782</c:v>
                </c:pt>
                <c:pt idx="1302">
                  <c:v>0.288863860748</c:v>
                </c:pt>
                <c:pt idx="1303">
                  <c:v>0.286675411839</c:v>
                </c:pt>
                <c:pt idx="1304">
                  <c:v>0.284477859318</c:v>
                </c:pt>
                <c:pt idx="1305">
                  <c:v>0.28227227106</c:v>
                </c:pt>
                <c:pt idx="1306">
                  <c:v>0.280059696521</c:v>
                </c:pt>
                <c:pt idx="1307">
                  <c:v>0.277841165767</c:v>
                </c:pt>
                <c:pt idx="1308">
                  <c:v>0.275617688586</c:v>
                </c:pt>
                <c:pt idx="1309">
                  <c:v>0.273390253666</c:v>
                </c:pt>
                <c:pt idx="1310">
                  <c:v>0.271159827857</c:v>
                </c:pt>
                <c:pt idx="1311">
                  <c:v>0.268927355494</c:v>
                </c:pt>
                <c:pt idx="1312">
                  <c:v>0.266693757804</c:v>
                </c:pt>
                <c:pt idx="1313">
                  <c:v>0.264459932375</c:v>
                </c:pt>
                <c:pt idx="1314">
                  <c:v>0.262226752699</c:v>
                </c:pt>
                <c:pt idx="1315">
                  <c:v>0.259995067779</c:v>
                </c:pt>
                <c:pt idx="1316">
                  <c:v>0.257765701809</c:v>
                </c:pt>
                <c:pt idx="1317">
                  <c:v>0.255539453911</c:v>
                </c:pt>
                <c:pt idx="1318">
                  <c:v>0.253317097935</c:v>
                </c:pt>
                <c:pt idx="1319">
                  <c:v>0.251099382322</c:v>
                </c:pt>
                <c:pt idx="1320">
                  <c:v>0.248887030018</c:v>
                </c:pt>
                <c:pt idx="1321">
                  <c:v>0.246680738454</c:v>
                </c:pt>
                <c:pt idx="1322">
                  <c:v>0.244481179559</c:v>
                </c:pt>
                <c:pt idx="1323">
                  <c:v>0.242288999846</c:v>
                </c:pt>
                <c:pt idx="1324">
                  <c:v>0.24010482052</c:v>
                </c:pt>
                <c:pt idx="1325">
                  <c:v>0.237929237654</c:v>
                </c:pt>
                <c:pt idx="1326">
                  <c:v>0.235762822385</c:v>
                </c:pt>
                <c:pt idx="1327">
                  <c:v>0.233606121162</c:v>
                </c:pt>
                <c:pt idx="1328">
                  <c:v>0.231459656029</c:v>
                </c:pt>
                <c:pt idx="1329">
                  <c:v>0.22932392493</c:v>
                </c:pt>
                <c:pt idx="1330">
                  <c:v>0.227199402062</c:v>
                </c:pt>
                <c:pt idx="1331">
                  <c:v>0.225086538239</c:v>
                </c:pt>
                <c:pt idx="1332">
                  <c:v>0.222985761294</c:v>
                </c:pt>
                <c:pt idx="1333">
                  <c:v>0.220897476496</c:v>
                </c:pt>
                <c:pt idx="1334">
                  <c:v>0.218822066995</c:v>
                </c:pt>
                <c:pt idx="1335">
                  <c:v>0.216759894277</c:v>
                </c:pt>
                <c:pt idx="1336">
                  <c:v>0.214711298642</c:v>
                </c:pt>
                <c:pt idx="1337">
                  <c:v>0.212676599691</c:v>
                </c:pt>
                <c:pt idx="1338">
                  <c:v>0.210656096833</c:v>
                </c:pt>
                <c:pt idx="1339">
                  <c:v>0.208650069791</c:v>
                </c:pt>
                <c:pt idx="1340">
                  <c:v>0.206658779124</c:v>
                </c:pt>
                <c:pt idx="1341">
                  <c:v>0.204682466755</c:v>
                </c:pt>
                <c:pt idx="1342">
                  <c:v>0.202721356497</c:v>
                </c:pt>
                <c:pt idx="1343">
                  <c:v>0.200775654596</c:v>
                </c:pt>
                <c:pt idx="1344">
                  <c:v>0.19884555026</c:v>
                </c:pt>
                <c:pt idx="1345">
                  <c:v>0.196931216197</c:v>
                </c:pt>
                <c:pt idx="1346">
                  <c:v>0.195032809154</c:v>
                </c:pt>
                <c:pt idx="1347">
                  <c:v>0.193150470449</c:v>
                </c:pt>
                <c:pt idx="1348">
                  <c:v>0.1912843265</c:v>
                </c:pt>
                <c:pt idx="1349">
                  <c:v>0.189434489355</c:v>
                </c:pt>
                <c:pt idx="1350">
                  <c:v>0.187601057209</c:v>
                </c:pt>
                <c:pt idx="1351">
                  <c:v>0.185784114926</c:v>
                </c:pt>
                <c:pt idx="1352">
                  <c:v>0.183983734539</c:v>
                </c:pt>
                <c:pt idx="1353">
                  <c:v>0.18219997576</c:v>
                </c:pt>
                <c:pt idx="1354">
                  <c:v>0.18043288647</c:v>
                </c:pt>
                <c:pt idx="1355">
                  <c:v>0.178682503199</c:v>
                </c:pt>
                <c:pt idx="1356">
                  <c:v>0.176948851611</c:v>
                </c:pt>
                <c:pt idx="1357">
                  <c:v>0.175231946963</c:v>
                </c:pt>
                <c:pt idx="1358">
                  <c:v>0.173531794563</c:v>
                </c:pt>
                <c:pt idx="1359">
                  <c:v>0.171848390218</c:v>
                </c:pt>
                <c:pt idx="1360">
                  <c:v>0.170181720665</c:v>
                </c:pt>
                <c:pt idx="1361">
                  <c:v>0.168531764002</c:v>
                </c:pt>
                <c:pt idx="1362">
                  <c:v>0.166898490096</c:v>
                </c:pt>
                <c:pt idx="1363">
                  <c:v>0.16528186099</c:v>
                </c:pt>
                <c:pt idx="1364">
                  <c:v>0.163681831291</c:v>
                </c:pt>
                <c:pt idx="1365">
                  <c:v>0.162098348556</c:v>
                </c:pt>
                <c:pt idx="1366">
                  <c:v>0.160531353654</c:v>
                </c:pt>
                <c:pt idx="1367">
                  <c:v>0.158980781129</c:v>
                </c:pt>
                <c:pt idx="1368">
                  <c:v>0.157446559548</c:v>
                </c:pt>
                <c:pt idx="1369">
                  <c:v>0.155928611831</c:v>
                </c:pt>
                <c:pt idx="1370">
                  <c:v>0.154426855583</c:v>
                </c:pt>
                <c:pt idx="1371">
                  <c:v>0.152941203401</c:v>
                </c:pt>
                <c:pt idx="1372">
                  <c:v>0.151471563182</c:v>
                </c:pt>
                <c:pt idx="1373">
                  <c:v>0.150017838413</c:v>
                </c:pt>
                <c:pt idx="1374">
                  <c:v>0.148579928454</c:v>
                </c:pt>
                <c:pt idx="1375">
                  <c:v>0.147157728808</c:v>
                </c:pt>
                <c:pt idx="1376">
                  <c:v>0.145751131384</c:v>
                </c:pt>
                <c:pt idx="1377">
                  <c:v>0.144360024747</c:v>
                </c:pt>
                <c:pt idx="1378">
                  <c:v>0.142984294361</c:v>
                </c:pt>
                <c:pt idx="1379">
                  <c:v>0.14162382282</c:v>
                </c:pt>
                <c:pt idx="1380">
                  <c:v>0.140278490072</c:v>
                </c:pt>
                <c:pt idx="1381">
                  <c:v>0.138948173632</c:v>
                </c:pt>
                <c:pt idx="1382">
                  <c:v>0.137632748786</c:v>
                </c:pt>
                <c:pt idx="1383">
                  <c:v>0.136332088789</c:v>
                </c:pt>
                <c:pt idx="1384">
                  <c:v>0.13504606505</c:v>
                </c:pt>
                <c:pt idx="1385">
                  <c:v>0.133774547316</c:v>
                </c:pt>
                <c:pt idx="1386">
                  <c:v>0.132517403838</c:v>
                </c:pt>
                <c:pt idx="1387">
                  <c:v>0.131274501539</c:v>
                </c:pt>
                <c:pt idx="1388">
                  <c:v>0.13004570617</c:v>
                </c:pt>
                <c:pt idx="1389">
                  <c:v>0.128830882459</c:v>
                </c:pt>
                <c:pt idx="1390">
                  <c:v>0.127629894249</c:v>
                </c:pt>
                <c:pt idx="1391">
                  <c:v>0.126442604642</c:v>
                </c:pt>
                <c:pt idx="1392">
                  <c:v>0.125268876119</c:v>
                </c:pt>
                <c:pt idx="1393">
                  <c:v>0.124108570667</c:v>
                </c:pt>
                <c:pt idx="1394">
                  <c:v>0.122961549897</c:v>
                </c:pt>
                <c:pt idx="1395">
                  <c:v>0.121827675149</c:v>
                </c:pt>
                <c:pt idx="1396">
                  <c:v>0.120706807602</c:v>
                </c:pt>
                <c:pt idx="1397">
                  <c:v>0.11959880837</c:v>
                </c:pt>
                <c:pt idx="1398">
                  <c:v>0.118503538598</c:v>
                </c:pt>
                <c:pt idx="1399">
                  <c:v>0.117420859549</c:v>
                </c:pt>
                <c:pt idx="1400">
                  <c:v>0.116350632691</c:v>
                </c:pt>
                <c:pt idx="1401">
                  <c:v>0.115292719771</c:v>
                </c:pt>
                <c:pt idx="1402">
                  <c:v>0.114246982896</c:v>
                </c:pt>
                <c:pt idx="1403">
                  <c:v>0.113213284601</c:v>
                </c:pt>
                <c:pt idx="1404">
                  <c:v>0.112191487913</c:v>
                </c:pt>
                <c:pt idx="1405">
                  <c:v>0.111181456416</c:v>
                </c:pt>
                <c:pt idx="1406">
                  <c:v>0.11018305431</c:v>
                </c:pt>
                <c:pt idx="1407">
                  <c:v>0.109196146462</c:v>
                </c:pt>
                <c:pt idx="1408">
                  <c:v>0.108220598462</c:v>
                </c:pt>
                <c:pt idx="1409">
                  <c:v>0.107256276668</c:v>
                </c:pt>
                <c:pt idx="1410">
                  <c:v>0.106303048253</c:v>
                </c:pt>
                <c:pt idx="1411">
                  <c:v>0.105360781243</c:v>
                </c:pt>
                <c:pt idx="1412">
                  <c:v>0.104429344559</c:v>
                </c:pt>
                <c:pt idx="1413">
                  <c:v>0.103508608052</c:v>
                </c:pt>
                <c:pt idx="1414">
                  <c:v>0.102598442536</c:v>
                </c:pt>
                <c:pt idx="1415">
                  <c:v>0.101698719819</c:v>
                </c:pt>
                <c:pt idx="1416">
                  <c:v>0.100809312731</c:v>
                </c:pt>
                <c:pt idx="1417">
                  <c:v>0.0999300951488</c:v>
                </c:pt>
                <c:pt idx="1418">
                  <c:v>0.0990609420228</c:v>
                </c:pt>
                <c:pt idx="1419">
                  <c:v>0.0982017293954</c:v>
                </c:pt>
                <c:pt idx="1420">
                  <c:v>0.0973523344218</c:v>
                </c:pt>
                <c:pt idx="1421">
                  <c:v>0.0965126353882</c:v>
                </c:pt>
                <c:pt idx="1422">
                  <c:v>0.0956825117269</c:v>
                </c:pt>
                <c:pt idx="1423">
                  <c:v>0.0948618440306</c:v>
                </c:pt>
                <c:pt idx="1424">
                  <c:v>0.0940505140652</c:v>
                </c:pt>
                <c:pt idx="1425">
                  <c:v>0.0932484047805</c:v>
                </c:pt>
                <c:pt idx="1426">
                  <c:v>0.0924554003196</c:v>
                </c:pt>
                <c:pt idx="1427">
                  <c:v>0.0916713860272</c:v>
                </c:pt>
                <c:pt idx="1428">
                  <c:v>0.0908962484563</c:v>
                </c:pt>
                <c:pt idx="1429">
                  <c:v>0.0901298753734</c:v>
                </c:pt>
                <c:pt idx="1430">
                  <c:v>0.0893721557633</c:v>
                </c:pt>
                <c:pt idx="1431">
                  <c:v>0.0886229798321</c:v>
                </c:pt>
                <c:pt idx="1432">
                  <c:v>0.0878822390089</c:v>
                </c:pt>
                <c:pt idx="1433">
                  <c:v>0.0871498259477</c:v>
                </c:pt>
                <c:pt idx="1434">
                  <c:v>0.0864256345271</c:v>
                </c:pt>
                <c:pt idx="1435">
                  <c:v>0.0857095598498</c:v>
                </c:pt>
                <c:pt idx="1436">
                  <c:v>0.0850014982408</c:v>
                </c:pt>
                <c:pt idx="1437">
                  <c:v>0.0843013472455</c:v>
                </c:pt>
                <c:pt idx="1438">
                  <c:v>0.0836090056264</c:v>
                </c:pt>
                <c:pt idx="1439">
                  <c:v>0.0829243733593</c:v>
                </c:pt>
                <c:pt idx="1440">
                  <c:v>0.0822473516292</c:v>
                </c:pt>
                <c:pt idx="1441">
                  <c:v>0.081577842825</c:v>
                </c:pt>
                <c:pt idx="1442">
                  <c:v>0.0809157505341</c:v>
                </c:pt>
                <c:pt idx="1443">
                  <c:v>0.0802609795362</c:v>
                </c:pt>
                <c:pt idx="1444">
                  <c:v>0.0796134357967</c:v>
                </c:pt>
                <c:pt idx="1445">
                  <c:v>0.0789730264599</c:v>
                </c:pt>
                <c:pt idx="1446">
                  <c:v>0.0783396598411</c:v>
                </c:pt>
                <c:pt idx="1447">
                  <c:v>0.0777132454192</c:v>
                </c:pt>
                <c:pt idx="1448">
                  <c:v>0.0770936938279</c:v>
                </c:pt>
                <c:pt idx="1449">
                  <c:v>0.0764809168476</c:v>
                </c:pt>
                <c:pt idx="1450">
                  <c:v>0.0758748273963</c:v>
                </c:pt>
                <c:pt idx="1451">
                  <c:v>0.0752753395202</c:v>
                </c:pt>
                <c:pt idx="1452">
                  <c:v>0.0746823683848</c:v>
                </c:pt>
                <c:pt idx="1453">
                  <c:v>0.0740958302645</c:v>
                </c:pt>
                <c:pt idx="1454">
                  <c:v>0.0735156425333</c:v>
                </c:pt>
                <c:pt idx="1455">
                  <c:v>0.0729417236542</c:v>
                </c:pt>
                <c:pt idx="1456">
                  <c:v>0.0723739931694</c:v>
                </c:pt>
                <c:pt idx="1457">
                  <c:v>0.0718123716894</c:v>
                </c:pt>
                <c:pt idx="1458">
                  <c:v>0.0712567808825</c:v>
                </c:pt>
                <c:pt idx="1459">
                  <c:v>0.0707071434644</c:v>
                </c:pt>
                <c:pt idx="1460">
                  <c:v>0.0701633831868</c:v>
                </c:pt>
                <c:pt idx="1461">
                  <c:v>0.0696254248271</c:v>
                </c:pt>
                <c:pt idx="1462">
                  <c:v>0.0690931941767</c:v>
                </c:pt>
                <c:pt idx="1463">
                  <c:v>0.0685666180306</c:v>
                </c:pt>
                <c:pt idx="1464">
                  <c:v>0.0680456241758</c:v>
                </c:pt>
                <c:pt idx="1465">
                  <c:v>0.0675301413802</c:v>
                </c:pt>
                <c:pt idx="1466">
                  <c:v>0.0670200993814</c:v>
                </c:pt>
                <c:pt idx="1467">
                  <c:v>0.0665154288755</c:v>
                </c:pt>
                <c:pt idx="1468">
                  <c:v>0.066016061506</c:v>
                </c:pt>
                <c:pt idx="1469">
                  <c:v>0.0655219298522</c:v>
                </c:pt>
                <c:pt idx="1470">
                  <c:v>0.065032967418</c:v>
                </c:pt>
                <c:pt idx="1471">
                  <c:v>0.064549108621</c:v>
                </c:pt>
                <c:pt idx="1472">
                  <c:v>0.0640702887809</c:v>
                </c:pt>
                <c:pt idx="1473">
                  <c:v>0.0635964441084</c:v>
                </c:pt>
                <c:pt idx="1474">
                  <c:v>0.0631275116942</c:v>
                </c:pt>
                <c:pt idx="1475">
                  <c:v>0.0626634294979</c:v>
                </c:pt>
                <c:pt idx="1476">
                  <c:v>0.0622041363364</c:v>
                </c:pt>
                <c:pt idx="1477">
                  <c:v>0.0617495718737</c:v>
                </c:pt>
                <c:pt idx="1478">
                  <c:v>0.0612996766094</c:v>
                </c:pt>
                <c:pt idx="1479">
                  <c:v>0.0608543918677</c:v>
                </c:pt>
                <c:pt idx="1480">
                  <c:v>0.0604136597872</c:v>
                </c:pt>
                <c:pt idx="1481">
                  <c:v>0.0599774233094</c:v>
                </c:pt>
                <c:pt idx="1482">
                  <c:v>0.0595456261687</c:v>
                </c:pt>
                <c:pt idx="1483">
                  <c:v>0.059118212881</c:v>
                </c:pt>
                <c:pt idx="1484">
                  <c:v>0.0586951287341</c:v>
                </c:pt>
                <c:pt idx="1485">
                  <c:v>0.0582763197766</c:v>
                </c:pt>
                <c:pt idx="1486">
                  <c:v>0.0578617328076</c:v>
                </c:pt>
                <c:pt idx="1487">
                  <c:v>0.0574513153669</c:v>
                </c:pt>
                <c:pt idx="1488">
                  <c:v>0.0570450157244</c:v>
                </c:pt>
                <c:pt idx="1489">
                  <c:v>0.0566427828699</c:v>
                </c:pt>
                <c:pt idx="1490">
                  <c:v>0.0562445665039</c:v>
                </c:pt>
                <c:pt idx="1491">
                  <c:v>0.0558503170267</c:v>
                </c:pt>
                <c:pt idx="1492">
                  <c:v>0.0554599855293</c:v>
                </c:pt>
                <c:pt idx="1493">
                  <c:v>0.0550735237837</c:v>
                </c:pt>
                <c:pt idx="1494">
                  <c:v>0.0546908842329</c:v>
                </c:pt>
                <c:pt idx="1495">
                  <c:v>0.054312019982</c:v>
                </c:pt>
                <c:pt idx="1496">
                  <c:v>0.0539368847881</c:v>
                </c:pt>
                <c:pt idx="1497">
                  <c:v>0.0535654330519</c:v>
                </c:pt>
                <c:pt idx="1498">
                  <c:v>0.0531976198079</c:v>
                </c:pt>
                <c:pt idx="1499">
                  <c:v>0.0528334007156</c:v>
                </c:pt>
                <c:pt idx="1500">
                  <c:v>0.0524727320503</c:v>
                </c:pt>
                <c:pt idx="1501">
                  <c:v>0.0521155706949</c:v>
                </c:pt>
                <c:pt idx="1502">
                  <c:v>0.0517618741303</c:v>
                </c:pt>
                <c:pt idx="1503">
                  <c:v>0.0514116004275</c:v>
                </c:pt>
                <c:pt idx="1504">
                  <c:v>0.0510647082387</c:v>
                </c:pt>
                <c:pt idx="1505">
                  <c:v>0.0507211567889</c:v>
                </c:pt>
                <c:pt idx="1506">
                  <c:v>0.0503809058677</c:v>
                </c:pt>
                <c:pt idx="1507">
                  <c:v>0.0500439158211</c:v>
                </c:pt>
                <c:pt idx="1508">
                  <c:v>0.0497101475435</c:v>
                </c:pt>
                <c:pt idx="1509">
                  <c:v>0.0493795624693</c:v>
                </c:pt>
                <c:pt idx="1510">
                  <c:v>0.0490521225655</c:v>
                </c:pt>
                <c:pt idx="1511">
                  <c:v>0.0487277903236</c:v>
                </c:pt>
                <c:pt idx="1512">
                  <c:v>0.0484065287523</c:v>
                </c:pt>
                <c:pt idx="1513">
                  <c:v>0.0480883013693</c:v>
                </c:pt>
                <c:pt idx="1514">
                  <c:v>0.0477730721945</c:v>
                </c:pt>
                <c:pt idx="1515">
                  <c:v>0.0474608057421</c:v>
                </c:pt>
                <c:pt idx="1516">
                  <c:v>0.0471514670138</c:v>
                </c:pt>
                <c:pt idx="1517">
                  <c:v>0.0468450214912</c:v>
                </c:pt>
                <c:pt idx="1518">
                  <c:v>0.046541435129</c:v>
                </c:pt>
                <c:pt idx="1519">
                  <c:v>0.046240674348</c:v>
                </c:pt>
                <c:pt idx="1520">
                  <c:v>0.0459427060282</c:v>
                </c:pt>
                <c:pt idx="1521">
                  <c:v>0.0456474975019</c:v>
                </c:pt>
                <c:pt idx="1522">
                  <c:v>0.0453550165474</c:v>
                </c:pt>
                <c:pt idx="1523">
                  <c:v>0.0450652313819</c:v>
                </c:pt>
                <c:pt idx="1524">
                  <c:v>0.0447781106553</c:v>
                </c:pt>
                <c:pt idx="1525">
                  <c:v>0.044493623444</c:v>
                </c:pt>
                <c:pt idx="1526">
                  <c:v>0.0442117392441</c:v>
                </c:pt>
                <c:pt idx="1527">
                  <c:v>0.0439324279657</c:v>
                </c:pt>
                <c:pt idx="1528">
                  <c:v>0.0436556599266</c:v>
                </c:pt>
                <c:pt idx="1529">
                  <c:v>0.0433814058458</c:v>
                </c:pt>
                <c:pt idx="1530">
                  <c:v>0.0431096368385</c:v>
                </c:pt>
                <c:pt idx="1531">
                  <c:v>0.0428403244095</c:v>
                </c:pt>
                <c:pt idx="1532">
                  <c:v>0.0425734404475</c:v>
                </c:pt>
                <c:pt idx="1533">
                  <c:v>0.04230895722</c:v>
                </c:pt>
                <c:pt idx="1534">
                  <c:v>0.0420468473667</c:v>
                </c:pt>
                <c:pt idx="1535">
                  <c:v>0.0417870838952</c:v>
                </c:pt>
                <c:pt idx="1536">
                  <c:v>0.0415296401745</c:v>
                </c:pt>
                <c:pt idx="1537">
                  <c:v>0.0412744899301</c:v>
                </c:pt>
                <c:pt idx="1538">
                  <c:v>0.041021607239</c:v>
                </c:pt>
                <c:pt idx="1539">
                  <c:v>0.0407709665238</c:v>
                </c:pt>
                <c:pt idx="1540">
                  <c:v>0.0405225425485</c:v>
                </c:pt>
                <c:pt idx="1541">
                  <c:v>0.0402763104125</c:v>
                </c:pt>
                <c:pt idx="1542">
                  <c:v>0.0400322455463</c:v>
                </c:pt>
                <c:pt idx="1543">
                  <c:v>0.0397903237065</c:v>
                </c:pt>
                <c:pt idx="1544">
                  <c:v>0.0395505209707</c:v>
                </c:pt>
                <c:pt idx="1545">
                  <c:v>0.0393128137331</c:v>
                </c:pt>
                <c:pt idx="1546">
                  <c:v>0.0390771786996</c:v>
                </c:pt>
                <c:pt idx="1547">
                  <c:v>0.0388435928835</c:v>
                </c:pt>
                <c:pt idx="1548">
                  <c:v>0.0386120336004</c:v>
                </c:pt>
                <c:pt idx="1549">
                  <c:v>0.0383824784644</c:v>
                </c:pt>
                <c:pt idx="1550">
                  <c:v>0.0381549053834</c:v>
                </c:pt>
                <c:pt idx="1551">
                  <c:v>0.0379292925545</c:v>
                </c:pt>
                <c:pt idx="1552">
                  <c:v>0.0377056184603</c:v>
                </c:pt>
                <c:pt idx="1553">
                  <c:v>0.0374838618643</c:v>
                </c:pt>
                <c:pt idx="1554">
                  <c:v>0.0372640018071</c:v>
                </c:pt>
                <c:pt idx="1555">
                  <c:v>0.0370460176017</c:v>
                </c:pt>
                <c:pt idx="1556">
                  <c:v>0.0368298888304</c:v>
                </c:pt>
                <c:pt idx="1557">
                  <c:v>0.03661559534</c:v>
                </c:pt>
                <c:pt idx="1558">
                  <c:v>0.0364031172385</c:v>
                </c:pt>
                <c:pt idx="1559">
                  <c:v>0.036192434891</c:v>
                </c:pt>
                <c:pt idx="1560">
                  <c:v>0.035983528916</c:v>
                </c:pt>
                <c:pt idx="1561">
                  <c:v>0.0357763801815</c:v>
                </c:pt>
                <c:pt idx="1562">
                  <c:v>0.0355709698019</c:v>
                </c:pt>
                <c:pt idx="1563">
                  <c:v>0.0353672791336</c:v>
                </c:pt>
                <c:pt idx="1564">
                  <c:v>0.0351652897722</c:v>
                </c:pt>
                <c:pt idx="1565">
                  <c:v>0.0349649835485</c:v>
                </c:pt>
                <c:pt idx="1566">
                  <c:v>0.0347663425253</c:v>
                </c:pt>
                <c:pt idx="1567">
                  <c:v>0.034569348994</c:v>
                </c:pt>
                <c:pt idx="1568">
                  <c:v>0.0343739854711</c:v>
                </c:pt>
                <c:pt idx="1569">
                  <c:v>0.0341802346951</c:v>
                </c:pt>
                <c:pt idx="1570">
                  <c:v>0.0339880796233</c:v>
                </c:pt>
                <c:pt idx="1571">
                  <c:v>0.0337975034283</c:v>
                </c:pt>
                <c:pt idx="1572">
                  <c:v>0.0336084894953</c:v>
                </c:pt>
                <c:pt idx="1573">
                  <c:v>0.0334210214187</c:v>
                </c:pt>
                <c:pt idx="1574">
                  <c:v>0.0332350829991</c:v>
                </c:pt>
                <c:pt idx="1575">
                  <c:v>0.0330506582404</c:v>
                </c:pt>
                <c:pt idx="1576">
                  <c:v>0.0328677313466</c:v>
                </c:pt>
                <c:pt idx="1577">
                  <c:v>0.0326862867194</c:v>
                </c:pt>
                <c:pt idx="1578">
                  <c:v>0.0325063089549</c:v>
                </c:pt>
                <c:pt idx="1579">
                  <c:v>0.0323277828407</c:v>
                </c:pt>
                <c:pt idx="1580">
                  <c:v>0.0321506933535</c:v>
                </c:pt>
                <c:pt idx="1581">
                  <c:v>0.0319750256563</c:v>
                </c:pt>
                <c:pt idx="1582">
                  <c:v>0.0318007650952</c:v>
                </c:pt>
                <c:pt idx="1583">
                  <c:v>0.0316278971975</c:v>
                </c:pt>
                <c:pt idx="1584">
                  <c:v>0.0314564076686</c:v>
                </c:pt>
                <c:pt idx="1585">
                  <c:v>0.0312862823894</c:v>
                </c:pt>
                <c:pt idx="1586">
                  <c:v>0.0311175074142</c:v>
                </c:pt>
                <c:pt idx="1587">
                  <c:v>0.0309500689674</c:v>
                </c:pt>
                <c:pt idx="1588">
                  <c:v>0.0307839534422</c:v>
                </c:pt>
                <c:pt idx="1589">
                  <c:v>0.030619147397</c:v>
                </c:pt>
                <c:pt idx="1590">
                  <c:v>0.0304556375538</c:v>
                </c:pt>
                <c:pt idx="1591">
                  <c:v>0.0302934107954</c:v>
                </c:pt>
                <c:pt idx="1592">
                  <c:v>0.0301324541635</c:v>
                </c:pt>
                <c:pt idx="1593">
                  <c:v>0.029972754856</c:v>
                </c:pt>
                <c:pt idx="1594">
                  <c:v>0.029814300225</c:v>
                </c:pt>
                <c:pt idx="1595">
                  <c:v>0.0296570777748</c:v>
                </c:pt>
                <c:pt idx="1596">
                  <c:v>0.029501075159</c:v>
                </c:pt>
                <c:pt idx="1597">
                  <c:v>0.0293462801791</c:v>
                </c:pt>
                <c:pt idx="1598">
                  <c:v>0.0291926807823</c:v>
                </c:pt>
                <c:pt idx="1599">
                  <c:v>0.0290402650588</c:v>
                </c:pt>
                <c:pt idx="1600">
                  <c:v>0.0288890212407</c:v>
                </c:pt>
                <c:pt idx="1601">
                  <c:v>0.0287389376991</c:v>
                </c:pt>
                <c:pt idx="1602">
                  <c:v>0.0285900029427</c:v>
                </c:pt>
                <c:pt idx="1603">
                  <c:v>0.0284422056157</c:v>
                </c:pt>
                <c:pt idx="1604">
                  <c:v>0.0282955344959</c:v>
                </c:pt>
                <c:pt idx="1605">
                  <c:v>0.0281499784926</c:v>
                </c:pt>
                <c:pt idx="1606">
                  <c:v>0.0280055266451</c:v>
                </c:pt>
                <c:pt idx="1607">
                  <c:v>0.0278621681207</c:v>
                </c:pt>
                <c:pt idx="1608">
                  <c:v>0.0277198922128</c:v>
                </c:pt>
                <c:pt idx="1609">
                  <c:v>0.0275786883393</c:v>
                </c:pt>
                <c:pt idx="1610">
                  <c:v>0.027438546041</c:v>
                </c:pt>
                <c:pt idx="1611">
                  <c:v>0.0272994549796</c:v>
                </c:pt>
                <c:pt idx="1612">
                  <c:v>0.0271614049359</c:v>
                </c:pt>
                <c:pt idx="1613">
                  <c:v>0.0270243858089</c:v>
                </c:pt>
                <c:pt idx="1614">
                  <c:v>0.0268883876132</c:v>
                </c:pt>
                <c:pt idx="1615">
                  <c:v>0.0267534004784</c:v>
                </c:pt>
                <c:pt idx="1616">
                  <c:v>0.0266194146465</c:v>
                </c:pt>
                <c:pt idx="1617">
                  <c:v>0.0264864204714</c:v>
                </c:pt>
                <c:pt idx="1618">
                  <c:v>0.0263544084166</c:v>
                </c:pt>
                <c:pt idx="1619">
                  <c:v>0.0262233690541</c:v>
                </c:pt>
                <c:pt idx="1620">
                  <c:v>0.026093293063</c:v>
                </c:pt>
                <c:pt idx="1621">
                  <c:v>0.0259641712277</c:v>
                </c:pt>
                <c:pt idx="1622">
                  <c:v>0.0258359944369</c:v>
                </c:pt>
                <c:pt idx="1623">
                  <c:v>0.0257087536823</c:v>
                </c:pt>
                <c:pt idx="1624">
                  <c:v>0.0255824400565</c:v>
                </c:pt>
                <c:pt idx="1625">
                  <c:v>0.0254570447528</c:v>
                </c:pt>
                <c:pt idx="1626">
                  <c:v>0.0253325590628</c:v>
                </c:pt>
                <c:pt idx="1627">
                  <c:v>0.025208974376</c:v>
                </c:pt>
                <c:pt idx="1628">
                  <c:v>0.025086282178</c:v>
                </c:pt>
                <c:pt idx="1629">
                  <c:v>0.0249644740496</c:v>
                </c:pt>
                <c:pt idx="1630">
                  <c:v>0.0248435416653</c:v>
                </c:pt>
                <c:pt idx="1631">
                  <c:v>0.0247234767923</c:v>
                </c:pt>
                <c:pt idx="1632">
                  <c:v>0.0246042712895</c:v>
                </c:pt>
                <c:pt idx="1633">
                  <c:v>0.0244859171059</c:v>
                </c:pt>
                <c:pt idx="1634">
                  <c:v>0.02436840628</c:v>
                </c:pt>
                <c:pt idx="1635">
                  <c:v>0.0242517309383</c:v>
                </c:pt>
                <c:pt idx="1636">
                  <c:v>0.0241358832945</c:v>
                </c:pt>
                <c:pt idx="1637">
                  <c:v>0.0240208556483</c:v>
                </c:pt>
                <c:pt idx="1638">
                  <c:v>0.0239066403844</c:v>
                </c:pt>
                <c:pt idx="1639">
                  <c:v>0.0237932299714</c:v>
                </c:pt>
                <c:pt idx="1640">
                  <c:v>0.023680616961</c:v>
                </c:pt>
                <c:pt idx="1641">
                  <c:v>0.0235687939868</c:v>
                </c:pt>
                <c:pt idx="1642">
                  <c:v>0.0234577537635</c:v>
                </c:pt>
                <c:pt idx="1643">
                  <c:v>0.0233474890857</c:v>
                </c:pt>
                <c:pt idx="1644">
                  <c:v>0.0232379928273</c:v>
                </c:pt>
                <c:pt idx="1645">
                  <c:v>0.0231292579404</c:v>
                </c:pt>
                <c:pt idx="1646">
                  <c:v>0.0230212774544</c:v>
                </c:pt>
                <c:pt idx="1647">
                  <c:v>0.0229140444749</c:v>
                </c:pt>
                <c:pt idx="1648">
                  <c:v>0.0228075521834</c:v>
                </c:pt>
                <c:pt idx="1649">
                  <c:v>0.0227017938358</c:v>
                </c:pt>
                <c:pt idx="1650">
                  <c:v>0.0225967627618</c:v>
                </c:pt>
                <c:pt idx="1651">
                  <c:v>0.0224924523643</c:v>
                </c:pt>
                <c:pt idx="1652">
                  <c:v>0.0223888561181</c:v>
                </c:pt>
                <c:pt idx="1653">
                  <c:v>0.0222859675695</c:v>
                </c:pt>
                <c:pt idx="1654">
                  <c:v>0.022183780335</c:v>
                </c:pt>
                <c:pt idx="1655">
                  <c:v>0.0220822881012</c:v>
                </c:pt>
                <c:pt idx="1656">
                  <c:v>0.0219814846233</c:v>
                </c:pt>
                <c:pt idx="1657">
                  <c:v>0.0218813637248</c:v>
                </c:pt>
                <c:pt idx="1658">
                  <c:v>0.0217819192965</c:v>
                </c:pt>
                <c:pt idx="1659">
                  <c:v>0.0216831452958</c:v>
                </c:pt>
                <c:pt idx="1660">
                  <c:v>0.0215850357459</c:v>
                </c:pt>
                <c:pt idx="1661">
                  <c:v>0.0214875847351</c:v>
                </c:pt>
                <c:pt idx="1662">
                  <c:v>0.021390786416</c:v>
                </c:pt>
                <c:pt idx="1663">
                  <c:v>0.0212946350049</c:v>
                </c:pt>
                <c:pt idx="1664">
                  <c:v>0.0211991247809</c:v>
                </c:pt>
                <c:pt idx="1665">
                  <c:v>0.0211042500853</c:v>
                </c:pt>
                <c:pt idx="1666">
                  <c:v>0.0210100053208</c:v>
                </c:pt>
                <c:pt idx="1667">
                  <c:v>0.0209163849509</c:v>
                </c:pt>
                <c:pt idx="1668">
                  <c:v>0.0208233834989</c:v>
                </c:pt>
                <c:pt idx="1669">
                  <c:v>0.0207309955477</c:v>
                </c:pt>
                <c:pt idx="1670">
                  <c:v>0.0206392157388</c:v>
                </c:pt>
                <c:pt idx="1671">
                  <c:v>0.0205480387714</c:v>
                </c:pt>
                <c:pt idx="1672">
                  <c:v>0.0204574594024</c:v>
                </c:pt>
                <c:pt idx="1673">
                  <c:v>0.0203674724449</c:v>
                </c:pt>
                <c:pt idx="1674">
                  <c:v>0.0202780727681</c:v>
                </c:pt>
                <c:pt idx="1675">
                  <c:v>0.0201892552966</c:v>
                </c:pt>
                <c:pt idx="1676">
                  <c:v>0.0201010150093</c:v>
                </c:pt>
                <c:pt idx="1677">
                  <c:v>0.0200133469394</c:v>
                </c:pt>
                <c:pt idx="1678">
                  <c:v>0.0199262461731</c:v>
                </c:pt>
                <c:pt idx="1679">
                  <c:v>0.0198397078496</c:v>
                </c:pt>
                <c:pt idx="1680">
                  <c:v>0.0197537271599</c:v>
                </c:pt>
                <c:pt idx="1681">
                  <c:v>0.0196682993465</c:v>
                </c:pt>
                <c:pt idx="1682">
                  <c:v>0.0195834197027</c:v>
                </c:pt>
                <c:pt idx="1683">
                  <c:v>0.019499083572</c:v>
                </c:pt>
                <c:pt idx="1684">
                  <c:v>0.0194152863474</c:v>
                </c:pt>
                <c:pt idx="1685">
                  <c:v>0.0193320234709</c:v>
                </c:pt>
                <c:pt idx="1686">
                  <c:v>0.0192492904329</c:v>
                </c:pt>
                <c:pt idx="1687">
                  <c:v>0.0191670827714</c:v>
                </c:pt>
                <c:pt idx="1688">
                  <c:v>0.0190853960718</c:v>
                </c:pt>
                <c:pt idx="1689">
                  <c:v>0.019004225966</c:v>
                </c:pt>
                <c:pt idx="1690">
                  <c:v>0.0189235681318</c:v>
                </c:pt>
                <c:pt idx="1691">
                  <c:v>0.0188434182928</c:v>
                </c:pt>
                <c:pt idx="1692">
                  <c:v>0.018763772217</c:v>
                </c:pt>
                <c:pt idx="1693">
                  <c:v>0.0186846257172</c:v>
                </c:pt>
                <c:pt idx="1694">
                  <c:v>0.0186059746498</c:v>
                </c:pt>
                <c:pt idx="1695">
                  <c:v>0.0185278149142</c:v>
                </c:pt>
                <c:pt idx="1696">
                  <c:v>0.018450142453</c:v>
                </c:pt>
                <c:pt idx="1697">
                  <c:v>0.0183729532505</c:v>
                </c:pt>
                <c:pt idx="1698">
                  <c:v>0.0182962433329</c:v>
                </c:pt>
                <c:pt idx="1699">
                  <c:v>0.0182200087675</c:v>
                </c:pt>
                <c:pt idx="1700">
                  <c:v>0.0181442456621</c:v>
                </c:pt>
                <c:pt idx="1701">
                  <c:v>0.0180689501648</c:v>
                </c:pt>
                <c:pt idx="1702">
                  <c:v>0.0179941184631</c:v>
                </c:pt>
                <c:pt idx="1703">
                  <c:v>0.0179197467838</c:v>
                </c:pt>
                <c:pt idx="1704">
                  <c:v>0.0178458313921</c:v>
                </c:pt>
                <c:pt idx="1705">
                  <c:v>0.0177723685915</c:v>
                </c:pt>
                <c:pt idx="1706">
                  <c:v>0.0176993547233</c:v>
                </c:pt>
                <c:pt idx="1707">
                  <c:v>0.0176267861656</c:v>
                </c:pt>
                <c:pt idx="1708">
                  <c:v>0.0175546593337</c:v>
                </c:pt>
                <c:pt idx="1709">
                  <c:v>0.0174829706789</c:v>
                </c:pt>
                <c:pt idx="1710">
                  <c:v>0.0174117166883</c:v>
                </c:pt>
                <c:pt idx="1711">
                  <c:v>0.0173408938847</c:v>
                </c:pt>
                <c:pt idx="1712">
                  <c:v>0.0172704988254</c:v>
                </c:pt>
                <c:pt idx="1713">
                  <c:v>0.0172005281027</c:v>
                </c:pt>
                <c:pt idx="1714">
                  <c:v>0.0171309783426</c:v>
                </c:pt>
                <c:pt idx="1715">
                  <c:v>0.017061846205</c:v>
                </c:pt>
                <c:pt idx="1716">
                  <c:v>0.016993128383</c:v>
                </c:pt>
                <c:pt idx="1717">
                  <c:v>0.0169248216026</c:v>
                </c:pt>
                <c:pt idx="1718">
                  <c:v>0.0168569226221</c:v>
                </c:pt>
                <c:pt idx="1719">
                  <c:v>0.016789428232</c:v>
                </c:pt>
                <c:pt idx="1720">
                  <c:v>0.0167223352546</c:v>
                </c:pt>
                <c:pt idx="1721">
                  <c:v>0.0166556405431</c:v>
                </c:pt>
                <c:pt idx="1722">
                  <c:v>0.0165893409819</c:v>
                </c:pt>
                <c:pt idx="1723">
                  <c:v>0.0165234334859</c:v>
                </c:pt>
                <c:pt idx="1724">
                  <c:v>0.016457915</c:v>
                </c:pt>
                <c:pt idx="1725">
                  <c:v>0.0163927824991</c:v>
                </c:pt>
                <c:pt idx="1726">
                  <c:v>0.0163280329874</c:v>
                </c:pt>
                <c:pt idx="1727">
                  <c:v>0.0162636634982</c:v>
                </c:pt>
                <c:pt idx="1728">
                  <c:v>0.0161996710936</c:v>
                </c:pt>
                <c:pt idx="1729">
                  <c:v>0.016136052864</c:v>
                </c:pt>
                <c:pt idx="1730">
                  <c:v>0.016072805928</c:v>
                </c:pt>
                <c:pt idx="1731">
                  <c:v>0.0160099274319</c:v>
                </c:pt>
                <c:pt idx="1732">
                  <c:v>0.0159474145491</c:v>
                </c:pt>
                <c:pt idx="1733">
                  <c:v>0.0158852644806</c:v>
                </c:pt>
                <c:pt idx="1734">
                  <c:v>0.0158234744537</c:v>
                </c:pt>
                <c:pt idx="1735">
                  <c:v>0.0157620417223</c:v>
                </c:pt>
                <c:pt idx="1736">
                  <c:v>0.0157009635665</c:v>
                </c:pt>
                <c:pt idx="1737">
                  <c:v>0.0156402372922</c:v>
                </c:pt>
                <c:pt idx="1738">
                  <c:v>0.0155798602308</c:v>
                </c:pt>
                <c:pt idx="1739">
                  <c:v>0.0155198297389</c:v>
                </c:pt>
                <c:pt idx="1740">
                  <c:v>0.015460143198</c:v>
                </c:pt>
                <c:pt idx="1741">
                  <c:v>0.0154007980144</c:v>
                </c:pt>
                <c:pt idx="1742">
                  <c:v>0.0153417916186</c:v>
                </c:pt>
                <c:pt idx="1743">
                  <c:v>0.0152831214654</c:v>
                </c:pt>
                <c:pt idx="1744">
                  <c:v>0.0152247850332</c:v>
                </c:pt>
                <c:pt idx="1745">
                  <c:v>0.0151667798241</c:v>
                </c:pt>
                <c:pt idx="1746">
                  <c:v>0.0151091033633</c:v>
                </c:pt>
                <c:pt idx="1747">
                  <c:v>0.0150517531992</c:v>
                </c:pt>
                <c:pt idx="1748">
                  <c:v>0.0149947269027</c:v>
                </c:pt>
                <c:pt idx="1749">
                  <c:v>0.0149380220676</c:v>
                </c:pt>
                <c:pt idx="1750">
                  <c:v>0.0148816363095</c:v>
                </c:pt>
                <c:pt idx="1751">
                  <c:v>0.0148255672661</c:v>
                </c:pt>
                <c:pt idx="1752">
                  <c:v>0.0147698125972</c:v>
                </c:pt>
                <c:pt idx="1753">
                  <c:v>0.0147143699835</c:v>
                </c:pt>
                <c:pt idx="1754">
                  <c:v>0.0146592371275</c:v>
                </c:pt>
                <c:pt idx="1755">
                  <c:v>0.0146044117524</c:v>
                </c:pt>
                <c:pt idx="1756">
                  <c:v>0.0145498916023</c:v>
                </c:pt>
                <c:pt idx="1757">
                  <c:v>0.0144956744419</c:v>
                </c:pt>
                <c:pt idx="1758">
                  <c:v>0.0144417580561</c:v>
                </c:pt>
                <c:pt idx="1759">
                  <c:v>0.0143881402501</c:v>
                </c:pt>
                <c:pt idx="1760">
                  <c:v>0.0143348188488</c:v>
                </c:pt>
                <c:pt idx="1761">
                  <c:v>0.0142817916969</c:v>
                </c:pt>
                <c:pt idx="1762">
                  <c:v>0.0142290566586</c:v>
                </c:pt>
                <c:pt idx="1763">
                  <c:v>0.0141766116171</c:v>
                </c:pt>
                <c:pt idx="1764">
                  <c:v>0.014124454475</c:v>
                </c:pt>
                <c:pt idx="1765">
                  <c:v>0.0140725831535</c:v>
                </c:pt>
                <c:pt idx="1766">
                  <c:v>0.0140209955924</c:v>
                </c:pt>
                <c:pt idx="1767">
                  <c:v>0.01396968975</c:v>
                </c:pt>
                <c:pt idx="1768">
                  <c:v>0.013918663603</c:v>
                </c:pt>
                <c:pt idx="1769">
                  <c:v>0.0138679151458</c:v>
                </c:pt>
                <c:pt idx="1770">
                  <c:v>0.0138174423909</c:v>
                </c:pt>
                <c:pt idx="1771">
                  <c:v>0.0137672433684</c:v>
                </c:pt>
                <c:pt idx="1772">
                  <c:v>0.0137173161258</c:v>
                </c:pt>
                <c:pt idx="1773">
                  <c:v>0.0136676587279</c:v>
                </c:pt>
                <c:pt idx="1774">
                  <c:v>0.0136182692566</c:v>
                </c:pt>
                <c:pt idx="1775">
                  <c:v>0.0135691458108</c:v>
                </c:pt>
                <c:pt idx="1776">
                  <c:v>0.0135202865061</c:v>
                </c:pt>
                <c:pt idx="1777">
                  <c:v>0.0134716894745</c:v>
                </c:pt>
                <c:pt idx="1778">
                  <c:v>0.0134233528647</c:v>
                </c:pt>
                <c:pt idx="1779">
                  <c:v>0.0133752748414</c:v>
                </c:pt>
                <c:pt idx="1780">
                  <c:v>0.0133274535853</c:v>
                </c:pt>
                <c:pt idx="1781">
                  <c:v>0.0132798872931</c:v>
                </c:pt>
                <c:pt idx="1782">
                  <c:v>0.0132325741773</c:v>
                </c:pt>
                <c:pt idx="1783">
                  <c:v>0.0131855124657</c:v>
                </c:pt>
                <c:pt idx="1784">
                  <c:v>0.0131387004018</c:v>
                </c:pt>
                <c:pt idx="1785">
                  <c:v>0.0130921362442</c:v>
                </c:pt>
                <c:pt idx="1786">
                  <c:v>0.0130458182663</c:v>
                </c:pt>
                <c:pt idx="1787">
                  <c:v>0.012999744757</c:v>
                </c:pt>
                <c:pt idx="1788">
                  <c:v>0.0129539140194</c:v>
                </c:pt>
                <c:pt idx="1789">
                  <c:v>0.0129083243716</c:v>
                </c:pt>
                <c:pt idx="1790">
                  <c:v>0.012862974146</c:v>
                </c:pt>
                <c:pt idx="1791">
                  <c:v>0.0128178616894</c:v>
                </c:pt>
                <c:pt idx="1792">
                  <c:v>0.0127729853628</c:v>
                </c:pt>
                <c:pt idx="1793">
                  <c:v>0.012728343541</c:v>
                </c:pt>
                <c:pt idx="1794">
                  <c:v>0.0126839346129</c:v>
                </c:pt>
                <c:pt idx="1795">
                  <c:v>0.0126397569813</c:v>
                </c:pt>
                <c:pt idx="1796">
                  <c:v>0.0125958090622</c:v>
                </c:pt>
                <c:pt idx="1797">
                  <c:v>0.0125520892854</c:v>
                </c:pt>
                <c:pt idx="1798">
                  <c:v>0.0125085960941</c:v>
                </c:pt>
                <c:pt idx="1799">
                  <c:v>0.0124653279443</c:v>
                </c:pt>
                <c:pt idx="1800">
                  <c:v>0.0124222833054</c:v>
                </c:pt>
                <c:pt idx="1801">
                  <c:v>0.0123794606598</c:v>
                </c:pt>
                <c:pt idx="1802">
                  <c:v>0.0123368585025</c:v>
                </c:pt>
                <c:pt idx="1803">
                  <c:v>0.0122944753413</c:v>
                </c:pt>
                <c:pt idx="1804">
                  <c:v>0.0122523096965</c:v>
                </c:pt>
                <c:pt idx="1805">
                  <c:v>0.012210360101</c:v>
                </c:pt>
                <c:pt idx="1806">
                  <c:v>0.0121686250997</c:v>
                </c:pt>
                <c:pt idx="1807">
                  <c:v>0.01212710325</c:v>
                </c:pt>
                <c:pt idx="1808">
                  <c:v>0.0120857931214</c:v>
                </c:pt>
                <c:pt idx="1809">
                  <c:v>0.012044693295</c:v>
                </c:pt>
                <c:pt idx="1810">
                  <c:v>0.012003802364</c:v>
                </c:pt>
                <c:pt idx="1811">
                  <c:v>0.0119631189334</c:v>
                </c:pt>
                <c:pt idx="1812">
                  <c:v>0.0119226416197</c:v>
                </c:pt>
                <c:pt idx="1813">
                  <c:v>0.0118823690507</c:v>
                </c:pt>
                <c:pt idx="1814">
                  <c:v>0.011842299866</c:v>
                </c:pt>
                <c:pt idx="1815">
                  <c:v>0.0118024327161</c:v>
                </c:pt>
                <c:pt idx="1816">
                  <c:v>0.0117627662628</c:v>
                </c:pt>
                <c:pt idx="1817">
                  <c:v>0.0117232991791</c:v>
                </c:pt>
                <c:pt idx="1818">
                  <c:v>0.0116840301487</c:v>
                </c:pt>
                <c:pt idx="1819">
                  <c:v>0.0116449578663</c:v>
                </c:pt>
                <c:pt idx="1820">
                  <c:v>0.0116060810373</c:v>
                </c:pt>
                <c:pt idx="1821">
                  <c:v>0.0115673983777</c:v>
                </c:pt>
                <c:pt idx="1822">
                  <c:v>0.0115289086141</c:v>
                </c:pt>
                <c:pt idx="1823">
                  <c:v>0.0114906104835</c:v>
                </c:pt>
                <c:pt idx="1824">
                  <c:v>0.0114525027332</c:v>
                </c:pt>
                <c:pt idx="1825">
                  <c:v>0.0114145841208</c:v>
                </c:pt>
                <c:pt idx="1826">
                  <c:v>0.0113768534141</c:v>
                </c:pt>
                <c:pt idx="1827">
                  <c:v>0.0113393093906</c:v>
                </c:pt>
                <c:pt idx="1828">
                  <c:v>0.0113019508382</c:v>
                </c:pt>
                <c:pt idx="1829">
                  <c:v>0.0112647765544</c:v>
                </c:pt>
                <c:pt idx="1830">
                  <c:v>0.0112277853465</c:v>
                </c:pt>
                <c:pt idx="1831">
                  <c:v>0.0111909760315</c:v>
                </c:pt>
                <c:pt idx="1832">
                  <c:v>0.0111543474358</c:v>
                </c:pt>
                <c:pt idx="1833">
                  <c:v>0.0111178983956</c:v>
                </c:pt>
                <c:pt idx="1834">
                  <c:v>0.0110816277562</c:v>
                </c:pt>
                <c:pt idx="1835">
                  <c:v>0.0110455343724</c:v>
                </c:pt>
                <c:pt idx="1836">
                  <c:v>0.0110096171081</c:v>
                </c:pt>
                <c:pt idx="1837">
                  <c:v>0.0109738748364</c:v>
                </c:pt>
                <c:pt idx="1838">
                  <c:v>0.0109383064395</c:v>
                </c:pt>
                <c:pt idx="1839">
                  <c:v>0.0109029108083</c:v>
                </c:pt>
                <c:pt idx="1840">
                  <c:v>0.010867686843</c:v>
                </c:pt>
                <c:pt idx="1841">
                  <c:v>0.0108326334522</c:v>
                </c:pt>
                <c:pt idx="1842">
                  <c:v>0.0107977495535</c:v>
                </c:pt>
                <c:pt idx="1843">
                  <c:v>0.0107630340729</c:v>
                </c:pt>
                <c:pt idx="1844">
                  <c:v>0.0107284859452</c:v>
                </c:pt>
                <c:pt idx="1845">
                  <c:v>0.0106941041135</c:v>
                </c:pt>
                <c:pt idx="1846">
                  <c:v>0.0106598875293</c:v>
                </c:pt>
                <c:pt idx="1847">
                  <c:v>0.0106258351525</c:v>
                </c:pt>
                <c:pt idx="1848">
                  <c:v>0.0105919459512</c:v>
                </c:pt>
                <c:pt idx="1849">
                  <c:v>0.0105582189016</c:v>
                </c:pt>
                <c:pt idx="1850">
                  <c:v>0.0105246529882</c:v>
                </c:pt>
                <c:pt idx="1851">
                  <c:v>0.0104912472033</c:v>
                </c:pt>
                <c:pt idx="1852">
                  <c:v>0.0104580005473</c:v>
                </c:pt>
                <c:pt idx="1853">
                  <c:v>0.0104249120283</c:v>
                </c:pt>
                <c:pt idx="1854">
                  <c:v>0.0103919806623</c:v>
                </c:pt>
                <c:pt idx="1855">
                  <c:v>0.0103592054731</c:v>
                </c:pt>
                <c:pt idx="1856">
                  <c:v>0.010326585492</c:v>
                </c:pt>
                <c:pt idx="1857">
                  <c:v>0.010294119758</c:v>
                </c:pt>
                <c:pt idx="1858">
                  <c:v>0.0102618073176</c:v>
                </c:pt>
                <c:pt idx="1859">
                  <c:v>0.0102296472247</c:v>
                </c:pt>
                <c:pt idx="1860">
                  <c:v>0.0101976385407</c:v>
                </c:pt>
                <c:pt idx="1861">
                  <c:v>0.0101657803341</c:v>
                </c:pt>
                <c:pt idx="1862">
                  <c:v>0.0101340716809</c:v>
                </c:pt>
                <c:pt idx="1863">
                  <c:v>0.0101025116641</c:v>
                </c:pt>
                <c:pt idx="1864">
                  <c:v>0.0100710993738</c:v>
                </c:pt>
                <c:pt idx="1865">
                  <c:v>0.0100398339074</c:v>
                </c:pt>
                <c:pt idx="1866">
                  <c:v>0.0100087143691</c:v>
                </c:pt>
                <c:pt idx="1867">
                  <c:v>0.00997773986989</c:v>
                </c:pt>
                <c:pt idx="1868">
                  <c:v>0.00994690952793</c:v>
                </c:pt>
                <c:pt idx="1869">
                  <c:v>0.009916222468</c:v>
                </c:pt>
                <c:pt idx="1870">
                  <c:v>0.00988567782165</c:v>
                </c:pt>
                <c:pt idx="1871">
                  <c:v>0.00985527472711</c:v>
                </c:pt>
                <c:pt idx="1872">
                  <c:v>0.00982501232924</c:v>
                </c:pt>
                <c:pt idx="1873">
                  <c:v>0.00979488977945</c:v>
                </c:pt>
                <c:pt idx="1874">
                  <c:v>0.00976490623565</c:v>
                </c:pt>
                <c:pt idx="1875">
                  <c:v>0.00973506086221</c:v>
                </c:pt>
                <c:pt idx="1876">
                  <c:v>0.00970535282985</c:v>
                </c:pt>
                <c:pt idx="1877">
                  <c:v>0.00967578131565</c:v>
                </c:pt>
                <c:pt idx="1878">
                  <c:v>0.00964634550294</c:v>
                </c:pt>
                <c:pt idx="1879">
                  <c:v>0.00961704458127</c:v>
                </c:pt>
                <c:pt idx="1880">
                  <c:v>0.00958787774633</c:v>
                </c:pt>
                <c:pt idx="1881">
                  <c:v>0.00955884419993</c:v>
                </c:pt>
                <c:pt idx="1882">
                  <c:v>0.00952994314991</c:v>
                </c:pt>
                <c:pt idx="1883">
                  <c:v>0.00950117381012</c:v>
                </c:pt>
                <c:pt idx="1884">
                  <c:v>0.00947253540033</c:v>
                </c:pt>
                <c:pt idx="1885">
                  <c:v>0.00944402714619</c:v>
                </c:pt>
                <c:pt idx="1886">
                  <c:v>0.00941564827918</c:v>
                </c:pt>
                <c:pt idx="1887">
                  <c:v>0.00938739803657</c:v>
                </c:pt>
                <c:pt idx="1888">
                  <c:v>0.00935927566133</c:v>
                </c:pt>
                <c:pt idx="1889">
                  <c:v>0.00933128040213</c:v>
                </c:pt>
                <c:pt idx="1890">
                  <c:v>0.00930341151321</c:v>
                </c:pt>
                <c:pt idx="1891">
                  <c:v>0.00927566825443</c:v>
                </c:pt>
                <c:pt idx="1892">
                  <c:v>0.00924804989113</c:v>
                </c:pt>
                <c:pt idx="1893">
                  <c:v>0.00922055569413</c:v>
                </c:pt>
                <c:pt idx="1894">
                  <c:v>0.00919318493964</c:v>
                </c:pt>
                <c:pt idx="1895">
                  <c:v>0.00916593690927</c:v>
                </c:pt>
                <c:pt idx="1896">
                  <c:v>0.0091388108899</c:v>
                </c:pt>
                <c:pt idx="1897">
                  <c:v>0.00911180617371</c:v>
                </c:pt>
                <c:pt idx="1898">
                  <c:v>0.00908492205807</c:v>
                </c:pt>
                <c:pt idx="1899">
                  <c:v>0.00905815784553</c:v>
                </c:pt>
                <c:pt idx="1900">
                  <c:v>0.00903151284372</c:v>
                </c:pt>
                <c:pt idx="1901">
                  <c:v>0.00900498636539</c:v>
                </c:pt>
                <c:pt idx="1902">
                  <c:v>0.00897857772825</c:v>
                </c:pt>
                <c:pt idx="1903">
                  <c:v>0.00895228625501</c:v>
                </c:pt>
                <c:pt idx="1904">
                  <c:v>0.00892611127331</c:v>
                </c:pt>
                <c:pt idx="1905">
                  <c:v>0.00890005211562</c:v>
                </c:pt>
                <c:pt idx="1906">
                  <c:v>0.00887410811928</c:v>
                </c:pt>
                <c:pt idx="1907">
                  <c:v>0.00884827862636</c:v>
                </c:pt>
                <c:pt idx="1908">
                  <c:v>0.00882256298371</c:v>
                </c:pt>
                <c:pt idx="1909">
                  <c:v>0.00879696054282</c:v>
                </c:pt>
                <c:pt idx="1910">
                  <c:v>0.00877147065981</c:v>
                </c:pt>
                <c:pt idx="1911">
                  <c:v>0.00874609269543</c:v>
                </c:pt>
                <c:pt idx="1912">
                  <c:v>0.00872082601492</c:v>
                </c:pt>
                <c:pt idx="1913">
                  <c:v>0.00869566998803</c:v>
                </c:pt>
                <c:pt idx="1914">
                  <c:v>0.00867062398896</c:v>
                </c:pt>
                <c:pt idx="1915">
                  <c:v>0.0086456873963</c:v>
                </c:pt>
                <c:pt idx="1916">
                  <c:v>0.00862085959299</c:v>
                </c:pt>
                <c:pt idx="1917">
                  <c:v>0.00859613996628</c:v>
                </c:pt>
                <c:pt idx="1918">
                  <c:v>0.00857152790767</c:v>
                </c:pt>
                <c:pt idx="1919">
                  <c:v>0.00854702281287</c:v>
                </c:pt>
                <c:pt idx="1920">
                  <c:v>0.00852262408175</c:v>
                </c:pt>
                <c:pt idx="1921">
                  <c:v>0.00849833111831</c:v>
                </c:pt>
                <c:pt idx="1922">
                  <c:v>0.0084741433306</c:v>
                </c:pt>
                <c:pt idx="1923">
                  <c:v>0.0084500601307</c:v>
                </c:pt>
                <c:pt idx="1924">
                  <c:v>0.00842608093468</c:v>
                </c:pt>
                <c:pt idx="1925">
                  <c:v>0.00840220516253</c:v>
                </c:pt>
                <c:pt idx="1926">
                  <c:v>0.00837843223811</c:v>
                </c:pt>
                <c:pt idx="1927">
                  <c:v>0.00835476158914</c:v>
                </c:pt>
                <c:pt idx="1928">
                  <c:v>0.00833119264712</c:v>
                </c:pt>
                <c:pt idx="1929">
                  <c:v>0.00830772484728</c:v>
                </c:pt>
                <c:pt idx="1930">
                  <c:v>0.00828435762858</c:v>
                </c:pt>
                <c:pt idx="1931">
                  <c:v>0.00826109043359</c:v>
                </c:pt>
                <c:pt idx="1932">
                  <c:v>0.00823792270853</c:v>
                </c:pt>
                <c:pt idx="1933">
                  <c:v>0.00821485390313</c:v>
                </c:pt>
                <c:pt idx="1934">
                  <c:v>0.00819188347068</c:v>
                </c:pt>
                <c:pt idx="1935">
                  <c:v>0.00816901086791</c:v>
                </c:pt>
                <c:pt idx="1936">
                  <c:v>0.00814623555497</c:v>
                </c:pt>
                <c:pt idx="1937">
                  <c:v>0.00812355699539</c:v>
                </c:pt>
                <c:pt idx="1938">
                  <c:v>0.00810097465604</c:v>
                </c:pt>
                <c:pt idx="1939">
                  <c:v>0.00807848800706</c:v>
                </c:pt>
                <c:pt idx="1940">
                  <c:v>0.00805609652183</c:v>
                </c:pt>
                <c:pt idx="1941">
                  <c:v>0.00803379967694</c:v>
                </c:pt>
                <c:pt idx="1942">
                  <c:v>0.0080115969521</c:v>
                </c:pt>
                <c:pt idx="1943">
                  <c:v>0.00798948783016</c:v>
                </c:pt>
                <c:pt idx="1944">
                  <c:v>0.00796747179701</c:v>
                </c:pt>
                <c:pt idx="1945">
                  <c:v>0.00794554834156</c:v>
                </c:pt>
                <c:pt idx="1946">
                  <c:v>0.0079237169557</c:v>
                </c:pt>
                <c:pt idx="1947">
                  <c:v>0.00790197713426</c:v>
                </c:pt>
                <c:pt idx="1948">
                  <c:v>0.00788032837493</c:v>
                </c:pt>
                <c:pt idx="1949">
                  <c:v>0.00785877017828</c:v>
                </c:pt>
                <c:pt idx="1950">
                  <c:v>0.00783730204768</c:v>
                </c:pt>
                <c:pt idx="1951">
                  <c:v>0.00781592348925</c:v>
                </c:pt>
                <c:pt idx="1952">
                  <c:v>0.00779463401186</c:v>
                </c:pt>
                <c:pt idx="1953">
                  <c:v>0.00777343312705</c:v>
                </c:pt>
                <c:pt idx="1954">
                  <c:v>0.00775232034903</c:v>
                </c:pt>
                <c:pt idx="1955">
                  <c:v>0.00773129519459</c:v>
                </c:pt>
                <c:pt idx="1956">
                  <c:v>0.00771035718314</c:v>
                </c:pt>
                <c:pt idx="1957">
                  <c:v>0.00768950583659</c:v>
                </c:pt>
                <c:pt idx="1958">
                  <c:v>0.00766874067939</c:v>
                </c:pt>
                <c:pt idx="1959">
                  <c:v>0.00764806123844</c:v>
                </c:pt>
                <c:pt idx="1960">
                  <c:v>0.00762746704309</c:v>
                </c:pt>
                <c:pt idx="1961">
                  <c:v>0.00760695762511</c:v>
                </c:pt>
                <c:pt idx="1962">
                  <c:v>0.00758653251863</c:v>
                </c:pt>
                <c:pt idx="1963">
                  <c:v>0.00756619126016</c:v>
                </c:pt>
                <c:pt idx="1964">
                  <c:v>0.0075459333885</c:v>
                </c:pt>
                <c:pt idx="1965">
                  <c:v>0.00752575844479</c:v>
                </c:pt>
                <c:pt idx="1966">
                  <c:v>0.00750566597243</c:v>
                </c:pt>
                <c:pt idx="1967">
                  <c:v>0.00748565551706</c:v>
                </c:pt>
                <c:pt idx="1968">
                  <c:v>0.00746572662657</c:v>
                </c:pt>
                <c:pt idx="1969">
                  <c:v>0.00744587885107</c:v>
                </c:pt>
                <c:pt idx="1970">
                  <c:v>0.00742611174286</c:v>
                </c:pt>
                <c:pt idx="1971">
                  <c:v>0.00740642485641</c:v>
                </c:pt>
                <c:pt idx="1972">
                  <c:v>0.00738681774839</c:v>
                </c:pt>
                <c:pt idx="1973">
                  <c:v>0.00736728997758</c:v>
                </c:pt>
                <c:pt idx="1974">
                  <c:v>0.00734784110494</c:v>
                </c:pt>
                <c:pt idx="1975">
                  <c:v>0.00732847069357</c:v>
                </c:pt>
                <c:pt idx="1976">
                  <c:v>0.00730917830867</c:v>
                </c:pt>
                <c:pt idx="1977">
                  <c:v>0.00728996351759</c:v>
                </c:pt>
                <c:pt idx="1978">
                  <c:v>0.0072708258898</c:v>
                </c:pt>
                <c:pt idx="1979">
                  <c:v>0.0072517649969</c:v>
                </c:pt>
                <c:pt idx="1980">
                  <c:v>0.00723278041258</c:v>
                </c:pt>
                <c:pt idx="1981">
                  <c:v>0.00721387171268</c:v>
                </c:pt>
                <c:pt idx="1982">
                  <c:v>0.00719503847518</c:v>
                </c:pt>
                <c:pt idx="1983">
                  <c:v>0.00717628028018</c:v>
                </c:pt>
                <c:pt idx="1984">
                  <c:v>0.00715759670992</c:v>
                </c:pt>
                <c:pt idx="1985">
                  <c:v>0.00713898734881</c:v>
                </c:pt>
                <c:pt idx="1986">
                  <c:v>0.0071204517834</c:v>
                </c:pt>
                <c:pt idx="1987">
                  <c:v>0.00710198960244</c:v>
                </c:pt>
                <c:pt idx="1988">
                  <c:v>0.00708360039687</c:v>
                </c:pt>
                <c:pt idx="1989">
                  <c:v>0.00706528375981</c:v>
                </c:pt>
                <c:pt idx="1990">
                  <c:v>0.00704703928664</c:v>
                </c:pt>
                <c:pt idx="1991">
                  <c:v>0.00702886657496</c:v>
                </c:pt>
                <c:pt idx="1992">
                  <c:v>0.00701076522463</c:v>
                </c:pt>
                <c:pt idx="1993">
                  <c:v>0.0069927348378</c:v>
                </c:pt>
                <c:pt idx="1994">
                  <c:v>0.00697477501892</c:v>
                </c:pt>
                <c:pt idx="1995">
                  <c:v>0.00695688537475</c:v>
                </c:pt>
                <c:pt idx="1996">
                  <c:v>0.00693906551441</c:v>
                </c:pt>
                <c:pt idx="1997">
                  <c:v>0.00692131504939</c:v>
                </c:pt>
                <c:pt idx="1998">
                  <c:v>0.00690363359356</c:v>
                </c:pt>
                <c:pt idx="1999">
                  <c:v>0.00688602076323</c:v>
                </c:pt>
                <c:pt idx="2000">
                  <c:v>0.00686847617711</c:v>
                </c:pt>
              </c:numCache>
            </c:numRef>
          </c:yVal>
        </c:ser>
        <c:ser>
          <c:idx val="1"/>
          <c:order val="1"/>
          <c:tx>
            <c:v>spin</c:v>
          </c:tx>
          <c:spPr>
            <a:ln xmlns:a="http://schemas.openxmlformats.org/drawingml/2006/main" w="15240">
              <a:solidFill>
                <a:srgbClr val="234F91"/>
              </a:solidFill>
              <a:prstDash val="dash"/>
            </a:ln>
          </c:spPr>
          <c:marker>
            <c:symbol val="none"/>
            <c:size val="5"/>
            <c:spPr>
              <a:solidFill xmlns:a="http://schemas.openxmlformats.org/drawingml/2006/main">
                <a:srgbClr val="234F91"/>
              </a:solidFill>
            </c:spPr>
          </c:marker>
          <c:xVal>
            <c:numRef>
              <c:f>'Chart Data'!$C$2:$C$2002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Data'!$D$2:$D$2002</c:f>
              <c:numCache>
                <c:formatCode>0.0</c:formatCode>
                <c:ptCount val="2001"/>
                <c:pt idx="0">
                  <c:v>0.027164298799</c:v>
                </c:pt>
                <c:pt idx="1">
                  <c:v>0.0272702391688</c:v>
                </c:pt>
                <c:pt idx="2">
                  <c:v>0.0273768031558</c:v>
                </c:pt>
                <c:pt idx="3">
                  <c:v>0.0274839956561</c:v>
                </c:pt>
                <c:pt idx="4">
                  <c:v>0.0275918216134</c:v>
                </c:pt>
                <c:pt idx="5">
                  <c:v>0.0277002860198</c:v>
                </c:pt>
                <c:pt idx="6">
                  <c:v>0.0278093939164</c:v>
                </c:pt>
                <c:pt idx="7">
                  <c:v>0.0279191503938</c:v>
                </c:pt>
                <c:pt idx="8">
                  <c:v>0.0280295605927</c:v>
                </c:pt>
                <c:pt idx="9">
                  <c:v>0.0281406297046</c:v>
                </c:pt>
                <c:pt idx="10">
                  <c:v>0.0282523629722</c:v>
                </c:pt>
                <c:pt idx="11">
                  <c:v>0.0283647656901</c:v>
                </c:pt>
                <c:pt idx="12">
                  <c:v>0.0284778432053</c:v>
                </c:pt>
                <c:pt idx="13">
                  <c:v>0.0285916009181</c:v>
                </c:pt>
                <c:pt idx="14">
                  <c:v>0.0287060442824</c:v>
                </c:pt>
                <c:pt idx="15">
                  <c:v>0.0288211788065</c:v>
                </c:pt>
                <c:pt idx="16">
                  <c:v>0.0289370100538</c:v>
                </c:pt>
                <c:pt idx="17">
                  <c:v>0.0290535436434</c:v>
                </c:pt>
                <c:pt idx="18">
                  <c:v>0.0291707852505</c:v>
                </c:pt>
                <c:pt idx="19">
                  <c:v>0.0292887406077</c:v>
                </c:pt>
                <c:pt idx="20">
                  <c:v>0.0294074155048</c:v>
                </c:pt>
                <c:pt idx="21">
                  <c:v>0.0295268157904</c:v>
                </c:pt>
                <c:pt idx="22">
                  <c:v>0.029646947372</c:v>
                </c:pt>
                <c:pt idx="23">
                  <c:v>0.0297678162169</c:v>
                </c:pt>
                <c:pt idx="24">
                  <c:v>0.0298894283529</c:v>
                </c:pt>
                <c:pt idx="25">
                  <c:v>0.0300117898689</c:v>
                </c:pt>
                <c:pt idx="26">
                  <c:v>0.0301349069161</c:v>
                </c:pt>
                <c:pt idx="27">
                  <c:v>0.0302587857081</c:v>
                </c:pt>
                <c:pt idx="28">
                  <c:v>0.030383432522</c:v>
                </c:pt>
                <c:pt idx="29">
                  <c:v>0.0305088536993</c:v>
                </c:pt>
                <c:pt idx="30">
                  <c:v>0.0306350556465</c:v>
                </c:pt>
                <c:pt idx="31">
                  <c:v>0.0307620448358</c:v>
                </c:pt>
                <c:pt idx="32">
                  <c:v>0.030889827806</c:v>
                </c:pt>
                <c:pt idx="33">
                  <c:v>0.0310184111635</c:v>
                </c:pt>
                <c:pt idx="34">
                  <c:v>0.0311478015827</c:v>
                </c:pt>
                <c:pt idx="35">
                  <c:v>0.0312780058073</c:v>
                </c:pt>
                <c:pt idx="36">
                  <c:v>0.0314090306509</c:v>
                </c:pt>
                <c:pt idx="37">
                  <c:v>0.0315408829977</c:v>
                </c:pt>
                <c:pt idx="38">
                  <c:v>0.0316735698038</c:v>
                </c:pt>
                <c:pt idx="39">
                  <c:v>0.0318070980976</c:v>
                </c:pt>
                <c:pt idx="40">
                  <c:v>0.0319414749813</c:v>
                </c:pt>
                <c:pt idx="41">
                  <c:v>0.032076707631</c:v>
                </c:pt>
                <c:pt idx="42">
                  <c:v>0.0322128032983</c:v>
                </c:pt>
                <c:pt idx="43">
                  <c:v>0.0323497693111</c:v>
                </c:pt>
                <c:pt idx="44">
                  <c:v>0.0324876130743</c:v>
                </c:pt>
                <c:pt idx="45">
                  <c:v>0.0326263420709</c:v>
                </c:pt>
                <c:pt idx="46">
                  <c:v>0.032765963863</c:v>
                </c:pt>
                <c:pt idx="47">
                  <c:v>0.0329064860927</c:v>
                </c:pt>
                <c:pt idx="48">
                  <c:v>0.0330479164835</c:v>
                </c:pt>
                <c:pt idx="49">
                  <c:v>0.0331902628405</c:v>
                </c:pt>
                <c:pt idx="50">
                  <c:v>0.0333335330523</c:v>
                </c:pt>
                <c:pt idx="51">
                  <c:v>0.0334777350914</c:v>
                </c:pt>
                <c:pt idx="52">
                  <c:v>0.0336228770158</c:v>
                </c:pt>
                <c:pt idx="53">
                  <c:v>0.0337689669696</c:v>
                </c:pt>
                <c:pt idx="54">
                  <c:v>0.0339160131842</c:v>
                </c:pt>
                <c:pt idx="55">
                  <c:v>0.0340640239798</c:v>
                </c:pt>
                <c:pt idx="56">
                  <c:v>0.034213007766</c:v>
                </c:pt>
                <c:pt idx="57">
                  <c:v>0.0343629730432</c:v>
                </c:pt>
                <c:pt idx="58">
                  <c:v>0.0345139284038</c:v>
                </c:pt>
                <c:pt idx="59">
                  <c:v>0.034665882533</c:v>
                </c:pt>
                <c:pt idx="60">
                  <c:v>0.0348188442107</c:v>
                </c:pt>
                <c:pt idx="61">
                  <c:v>0.034972822312</c:v>
                </c:pt>
                <c:pt idx="62">
                  <c:v>0.0351278258088</c:v>
                </c:pt>
                <c:pt idx="63">
                  <c:v>0.0352838637708</c:v>
                </c:pt>
                <c:pt idx="64">
                  <c:v>0.0354409453672</c:v>
                </c:pt>
                <c:pt idx="65">
                  <c:v>0.0355990798673</c:v>
                </c:pt>
                <c:pt idx="66">
                  <c:v>0.0357582766426</c:v>
                </c:pt>
                <c:pt idx="67">
                  <c:v>0.0359185451674</c:v>
                </c:pt>
                <c:pt idx="68">
                  <c:v>0.0360798950205</c:v>
                </c:pt>
                <c:pt idx="69">
                  <c:v>0.0362423358865</c:v>
                </c:pt>
                <c:pt idx="70">
                  <c:v>0.0364058775572</c:v>
                </c:pt>
                <c:pt idx="71">
                  <c:v>0.0365705299328</c:v>
                </c:pt>
                <c:pt idx="72">
                  <c:v>0.0367363030237</c:v>
                </c:pt>
                <c:pt idx="73">
                  <c:v>0.0369032069516</c:v>
                </c:pt>
                <c:pt idx="74">
                  <c:v>0.0370712519509</c:v>
                </c:pt>
                <c:pt idx="75">
                  <c:v>0.0372404483706</c:v>
                </c:pt>
                <c:pt idx="76">
                  <c:v>0.0374108066754</c:v>
                </c:pt>
                <c:pt idx="77">
                  <c:v>0.0375823374473</c:v>
                </c:pt>
                <c:pt idx="78">
                  <c:v>0.0377550513874</c:v>
                </c:pt>
                <c:pt idx="79">
                  <c:v>0.0379289593171</c:v>
                </c:pt>
                <c:pt idx="80">
                  <c:v>0.03810407218</c:v>
                </c:pt>
                <c:pt idx="81">
                  <c:v>0.0382804010432</c:v>
                </c:pt>
                <c:pt idx="82">
                  <c:v>0.0384579570993</c:v>
                </c:pt>
                <c:pt idx="83">
                  <c:v>0.0386367516678</c:v>
                </c:pt>
                <c:pt idx="84">
                  <c:v>0.0388167961968</c:v>
                </c:pt>
                <c:pt idx="85">
                  <c:v>0.0389981022649</c:v>
                </c:pt>
                <c:pt idx="86">
                  <c:v>0.0391806815828</c:v>
                </c:pt>
                <c:pt idx="87">
                  <c:v>0.039364545995</c:v>
                </c:pt>
                <c:pt idx="88">
                  <c:v>0.0395497074818</c:v>
                </c:pt>
                <c:pt idx="89">
                  <c:v>0.0397361781609</c:v>
                </c:pt>
                <c:pt idx="90">
                  <c:v>0.0399239702894</c:v>
                </c:pt>
                <c:pt idx="91">
                  <c:v>0.0401130962656</c:v>
                </c:pt>
                <c:pt idx="92">
                  <c:v>0.0403035686309</c:v>
                </c:pt>
                <c:pt idx="93">
                  <c:v>0.0404954000716</c:v>
                </c:pt>
                <c:pt idx="94">
                  <c:v>0.0406886034214</c:v>
                </c:pt>
                <c:pt idx="95">
                  <c:v>0.0408831916625</c:v>
                </c:pt>
                <c:pt idx="96">
                  <c:v>0.0410791779285</c:v>
                </c:pt>
                <c:pt idx="97">
                  <c:v>0.0412765755058</c:v>
                </c:pt>
                <c:pt idx="98">
                  <c:v>0.0414753978361</c:v>
                </c:pt>
                <c:pt idx="99">
                  <c:v>0.0416756585183</c:v>
                </c:pt>
                <c:pt idx="100">
                  <c:v>0.0418773713107</c:v>
                </c:pt>
                <c:pt idx="101">
                  <c:v>0.0420805501332</c:v>
                </c:pt>
                <c:pt idx="102">
                  <c:v>0.0422852090693</c:v>
                </c:pt>
                <c:pt idx="103">
                  <c:v>0.0424913623687</c:v>
                </c:pt>
                <c:pt idx="104">
                  <c:v>0.0426990244494</c:v>
                </c:pt>
                <c:pt idx="105">
                  <c:v>0.0429082099</c:v>
                </c:pt>
                <c:pt idx="106">
                  <c:v>0.0431189334819</c:v>
                </c:pt>
                <c:pt idx="107">
                  <c:v>0.0433312101321</c:v>
                </c:pt>
                <c:pt idx="108">
                  <c:v>0.0435450549651</c:v>
                </c:pt>
                <c:pt idx="109">
                  <c:v>0.0437604832757</c:v>
                </c:pt>
                <c:pt idx="110">
                  <c:v>0.0439775105414</c:v>
                </c:pt>
                <c:pt idx="111">
                  <c:v>0.0441961524251</c:v>
                </c:pt>
                <c:pt idx="112">
                  <c:v>0.0444164247772</c:v>
                </c:pt>
                <c:pt idx="113">
                  <c:v>0.0446383436388</c:v>
                </c:pt>
                <c:pt idx="114">
                  <c:v>0.0448619252439</c:v>
                </c:pt>
                <c:pt idx="115">
                  <c:v>0.0450871860222</c:v>
                </c:pt>
                <c:pt idx="116">
                  <c:v>0.0453141426021</c:v>
                </c:pt>
                <c:pt idx="117">
                  <c:v>0.0455428118129</c:v>
                </c:pt>
                <c:pt idx="118">
                  <c:v>0.0457732106884</c:v>
                </c:pt>
                <c:pt idx="119">
                  <c:v>0.046005356469</c:v>
                </c:pt>
                <c:pt idx="120">
                  <c:v>0.0462392666051</c:v>
                </c:pt>
                <c:pt idx="121">
                  <c:v>0.0464749587597</c:v>
                </c:pt>
                <c:pt idx="122">
                  <c:v>0.0467124508117</c:v>
                </c:pt>
                <c:pt idx="123">
                  <c:v>0.0469517608588</c:v>
                </c:pt>
                <c:pt idx="124">
                  <c:v>0.0471929072206</c:v>
                </c:pt>
                <c:pt idx="125">
                  <c:v>0.0474359084416</c:v>
                </c:pt>
                <c:pt idx="126">
                  <c:v>0.0476807832945</c:v>
                </c:pt>
                <c:pt idx="127">
                  <c:v>0.0479275507837</c:v>
                </c:pt>
                <c:pt idx="128">
                  <c:v>0.0481762301478</c:v>
                </c:pt>
                <c:pt idx="129">
                  <c:v>0.048426840864</c:v>
                </c:pt>
                <c:pt idx="130">
                  <c:v>0.0486794026504</c:v>
                </c:pt>
                <c:pt idx="131">
                  <c:v>0.0489339354703</c:v>
                </c:pt>
                <c:pt idx="132">
                  <c:v>0.0491904595351</c:v>
                </c:pt>
                <c:pt idx="133">
                  <c:v>0.0494489953082</c:v>
                </c:pt>
                <c:pt idx="134">
                  <c:v>0.0497095635084</c:v>
                </c:pt>
                <c:pt idx="135">
                  <c:v>0.0499721851135</c:v>
                </c:pt>
                <c:pt idx="136">
                  <c:v>0.0502368813642</c:v>
                </c:pt>
                <c:pt idx="137">
                  <c:v>0.0505036737678</c:v>
                </c:pt>
                <c:pt idx="138">
                  <c:v>0.0507725841018</c:v>
                </c:pt>
                <c:pt idx="139">
                  <c:v>0.0510436344181</c:v>
                </c:pt>
                <c:pt idx="140">
                  <c:v>0.0513168470468</c:v>
                </c:pt>
                <c:pt idx="141">
                  <c:v>0.0515922446</c:v>
                </c:pt>
                <c:pt idx="142">
                  <c:v>0.0518698499762</c:v>
                </c:pt>
                <c:pt idx="143">
                  <c:v>0.0521496863642</c:v>
                </c:pt>
                <c:pt idx="144">
                  <c:v>0.0524317772472</c:v>
                </c:pt>
                <c:pt idx="145">
                  <c:v>0.0527161464074</c:v>
                </c:pt>
                <c:pt idx="146">
                  <c:v>0.0530028179298</c:v>
                </c:pt>
                <c:pt idx="147">
                  <c:v>0.053291816207</c:v>
                </c:pt>
                <c:pt idx="148">
                  <c:v>0.0535831659437</c:v>
                </c:pt>
                <c:pt idx="149">
                  <c:v>0.0538768921605</c:v>
                </c:pt>
                <c:pt idx="150">
                  <c:v>0.0541730201993</c:v>
                </c:pt>
                <c:pt idx="151">
                  <c:v>0.0544715757277</c:v>
                </c:pt>
                <c:pt idx="152">
                  <c:v>0.0547725847434</c:v>
                </c:pt>
                <c:pt idx="153">
                  <c:v>0.0550760735792</c:v>
                </c:pt>
                <c:pt idx="154">
                  <c:v>0.055382068908</c:v>
                </c:pt>
                <c:pt idx="155">
                  <c:v>0.0556905977477</c:v>
                </c:pt>
                <c:pt idx="156">
                  <c:v>0.0560016874657</c:v>
                </c:pt>
                <c:pt idx="157">
                  <c:v>0.0563153657849</c:v>
                </c:pt>
                <c:pt idx="158">
                  <c:v>0.0566316607878</c:v>
                </c:pt>
                <c:pt idx="159">
                  <c:v>0.0569506009228</c:v>
                </c:pt>
                <c:pt idx="160">
                  <c:v>0.0572722150085</c:v>
                </c:pt>
                <c:pt idx="161">
                  <c:v>0.0575965322398</c:v>
                </c:pt>
                <c:pt idx="162">
                  <c:v>0.0579235821932</c:v>
                </c:pt>
                <c:pt idx="163">
                  <c:v>0.058253394832</c:v>
                </c:pt>
                <c:pt idx="164">
                  <c:v>0.0585860005125</c:v>
                </c:pt>
                <c:pt idx="165">
                  <c:v>0.0589214299892</c:v>
                </c:pt>
                <c:pt idx="166">
                  <c:v>0.0592597144209</c:v>
                </c:pt>
                <c:pt idx="167">
                  <c:v>0.0596008853764</c:v>
                </c:pt>
                <c:pt idx="168">
                  <c:v>0.0599449748406</c:v>
                </c:pt>
                <c:pt idx="169">
                  <c:v>0.0602920152205</c:v>
                </c:pt>
                <c:pt idx="170">
                  <c:v>0.0606420393514</c:v>
                </c:pt>
                <c:pt idx="171">
                  <c:v>0.0609950805029</c:v>
                </c:pt>
                <c:pt idx="172">
                  <c:v>0.0613511723855</c:v>
                </c:pt>
                <c:pt idx="173">
                  <c:v>0.0617103491567</c:v>
                </c:pt>
                <c:pt idx="174">
                  <c:v>0.0620726454278</c:v>
                </c:pt>
                <c:pt idx="175">
                  <c:v>0.0624380962703</c:v>
                </c:pt>
                <c:pt idx="176">
                  <c:v>0.0628067372226</c:v>
                </c:pt>
                <c:pt idx="177">
                  <c:v>0.0631786042968</c:v>
                </c:pt>
                <c:pt idx="178">
                  <c:v>0.0635537339856</c:v>
                </c:pt>
                <c:pt idx="179">
                  <c:v>0.063932163269</c:v>
                </c:pt>
                <c:pt idx="180">
                  <c:v>0.0643139296218</c:v>
                </c:pt>
                <c:pt idx="181">
                  <c:v>0.0646990710202</c:v>
                </c:pt>
                <c:pt idx="182">
                  <c:v>0.0650876259496</c:v>
                </c:pt>
                <c:pt idx="183">
                  <c:v>0.0654796334115</c:v>
                </c:pt>
                <c:pt idx="184">
                  <c:v>0.0658751329312</c:v>
                </c:pt>
                <c:pt idx="185">
                  <c:v>0.0662741645651</c:v>
                </c:pt>
                <c:pt idx="186">
                  <c:v>0.0666767689086</c:v>
                </c:pt>
                <c:pt idx="187">
                  <c:v>0.0670829871036</c:v>
                </c:pt>
                <c:pt idx="188">
                  <c:v>0.0674928608463</c:v>
                </c:pt>
                <c:pt idx="189">
                  <c:v>0.0679064323955</c:v>
                </c:pt>
                <c:pt idx="190">
                  <c:v>0.0683237445802</c:v>
                </c:pt>
                <c:pt idx="191">
                  <c:v>0.0687448408079</c:v>
                </c:pt>
                <c:pt idx="192">
                  <c:v>0.0691697650727</c:v>
                </c:pt>
                <c:pt idx="193">
                  <c:v>0.0695985619638</c:v>
                </c:pt>
                <c:pt idx="194">
                  <c:v>0.070031276674</c:v>
                </c:pt>
                <c:pt idx="195">
                  <c:v>0.0704679550077</c:v>
                </c:pt>
                <c:pt idx="196">
                  <c:v>0.0709086433903</c:v>
                </c:pt>
                <c:pt idx="197">
                  <c:v>0.071353388876</c:v>
                </c:pt>
                <c:pt idx="198">
                  <c:v>0.0718022391576</c:v>
                </c:pt>
                <c:pt idx="199">
                  <c:v>0.0722552425746</c:v>
                </c:pt>
                <c:pt idx="200">
                  <c:v>0.0727124481226</c:v>
                </c:pt>
                <c:pt idx="201">
                  <c:v>0.0731739054622</c:v>
                </c:pt>
                <c:pt idx="202">
                  <c:v>0.0736396649284</c:v>
                </c:pt>
                <c:pt idx="203">
                  <c:v>0.07410977754</c:v>
                </c:pt>
                <c:pt idx="204">
                  <c:v>0.0745842950083</c:v>
                </c:pt>
                <c:pt idx="205">
                  <c:v>0.0750632697475</c:v>
                </c:pt>
                <c:pt idx="206">
                  <c:v>0.0755467548835</c:v>
                </c:pt>
                <c:pt idx="207">
                  <c:v>0.076034804264</c:v>
                </c:pt>
                <c:pt idx="208">
                  <c:v>0.0765274724681</c:v>
                </c:pt>
                <c:pt idx="209">
                  <c:v>0.0770248148159</c:v>
                </c:pt>
                <c:pt idx="210">
                  <c:v>0.0775268873788</c:v>
                </c:pt>
                <c:pt idx="211">
                  <c:v>0.0780337469891</c:v>
                </c:pt>
                <c:pt idx="212">
                  <c:v>0.0785454512503</c:v>
                </c:pt>
                <c:pt idx="213">
                  <c:v>0.079062058547</c:v>
                </c:pt>
                <c:pt idx="214">
                  <c:v>0.0795836280554</c:v>
                </c:pt>
                <c:pt idx="215">
                  <c:v>0.0801102197532</c:v>
                </c:pt>
                <c:pt idx="216">
                  <c:v>0.08064189443</c:v>
                </c:pt>
                <c:pt idx="217">
                  <c:v>0.0811787136979</c:v>
                </c:pt>
                <c:pt idx="218">
                  <c:v>0.0817207400018</c:v>
                </c:pt>
                <c:pt idx="219">
                  <c:v>0.0822680366295</c:v>
                </c:pt>
                <c:pt idx="220">
                  <c:v>0.082820667723</c:v>
                </c:pt>
                <c:pt idx="221">
                  <c:v>0.0833786982883</c:v>
                </c:pt>
                <c:pt idx="222">
                  <c:v>0.0839421942063</c:v>
                </c:pt>
                <c:pt idx="223">
                  <c:v>0.0845112222435</c:v>
                </c:pt>
                <c:pt idx="224">
                  <c:v>0.0850858500623</c:v>
                </c:pt>
                <c:pt idx="225">
                  <c:v>0.085666146232</c:v>
                </c:pt>
                <c:pt idx="226">
                  <c:v>0.0862521802393</c:v>
                </c:pt>
                <c:pt idx="227">
                  <c:v>0.0868440224989</c:v>
                </c:pt>
                <c:pt idx="228">
                  <c:v>0.0874417443639</c:v>
                </c:pt>
                <c:pt idx="229">
                  <c:v>0.088045418137</c:v>
                </c:pt>
                <c:pt idx="230">
                  <c:v>0.0886551170805</c:v>
                </c:pt>
                <c:pt idx="231">
                  <c:v>0.089270915427</c:v>
                </c:pt>
                <c:pt idx="232">
                  <c:v>0.0898928883901</c:v>
                </c:pt>
                <c:pt idx="233">
                  <c:v>0.0905211121743</c:v>
                </c:pt>
                <c:pt idx="234">
                  <c:v>0.091155663986</c:v>
                </c:pt>
                <c:pt idx="235">
                  <c:v>0.0917966220433</c:v>
                </c:pt>
                <c:pt idx="236">
                  <c:v>0.092444065586</c:v>
                </c:pt>
                <c:pt idx="237">
                  <c:v>0.0930980748863</c:v>
                </c:pt>
                <c:pt idx="238">
                  <c:v>0.093758731258</c:v>
                </c:pt>
                <c:pt idx="239">
                  <c:v>0.0944261170665</c:v>
                </c:pt>
                <c:pt idx="240">
                  <c:v>0.0951003157387</c:v>
                </c:pt>
                <c:pt idx="241">
                  <c:v>0.0957814117719</c:v>
                </c:pt>
                <c:pt idx="242">
                  <c:v>0.0964694907433</c:v>
                </c:pt>
                <c:pt idx="243">
                  <c:v>0.097164639319</c:v>
                </c:pt>
                <c:pt idx="244">
                  <c:v>0.0978669452626</c:v>
                </c:pt>
                <c:pt idx="245">
                  <c:v>0.0985764974441</c:v>
                </c:pt>
                <c:pt idx="246">
                  <c:v>0.0992933858475</c:v>
                </c:pt>
                <c:pt idx="247">
                  <c:v>0.100017701579</c:v>
                </c:pt>
                <c:pt idx="248">
                  <c:v>0.100749536875</c:v>
                </c:pt>
                <c:pt idx="249">
                  <c:v>0.101488985109</c:v>
                </c:pt>
                <c:pt idx="250">
                  <c:v>0.102236140798</c:v>
                </c:pt>
                <c:pt idx="251">
                  <c:v>0.102991099609</c:v>
                </c:pt>
                <c:pt idx="252">
                  <c:v>0.103753958367</c:v>
                </c:pt>
                <c:pt idx="253">
                  <c:v>0.104524815057</c:v>
                </c:pt>
                <c:pt idx="254">
                  <c:v>0.105303768832</c:v>
                </c:pt>
                <c:pt idx="255">
                  <c:v>0.106090920016</c:v>
                </c:pt>
                <c:pt idx="256">
                  <c:v>0.106886370108</c:v>
                </c:pt>
                <c:pt idx="257">
                  <c:v>0.107690221788</c:v>
                </c:pt>
                <c:pt idx="258">
                  <c:v>0.108502578914</c:v>
                </c:pt>
                <c:pt idx="259">
                  <c:v>0.10932354653</c:v>
                </c:pt>
                <c:pt idx="260">
                  <c:v>0.110153230863</c:v>
                </c:pt>
                <c:pt idx="261">
                  <c:v>0.110991739326</c:v>
                </c:pt>
                <c:pt idx="262">
                  <c:v>0.111839180516</c:v>
                </c:pt>
                <c:pt idx="263">
                  <c:v>0.112695664215</c:v>
                </c:pt>
                <c:pt idx="264">
                  <c:v>0.113561301386</c:v>
                </c:pt>
                <c:pt idx="265">
                  <c:v>0.11443620417</c:v>
                </c:pt>
                <c:pt idx="266">
                  <c:v>0.115320485882</c:v>
                </c:pt>
                <c:pt idx="267">
                  <c:v>0.116214261009</c:v>
                </c:pt>
                <c:pt idx="268">
                  <c:v>0.117117645197</c:v>
                </c:pt>
                <c:pt idx="269">
                  <c:v>0.118030755252</c:v>
                </c:pt>
                <c:pt idx="270">
                  <c:v>0.118953709124</c:v>
                </c:pt>
                <c:pt idx="271">
                  <c:v>0.1198866259</c:v>
                </c:pt>
                <c:pt idx="272">
                  <c:v>0.120829625794</c:v>
                </c:pt>
                <c:pt idx="273">
                  <c:v>0.121782830134</c:v>
                </c:pt>
                <c:pt idx="274">
                  <c:v>0.122746361342</c:v>
                </c:pt>
                <c:pt idx="275">
                  <c:v>0.123720342928</c:v>
                </c:pt>
                <c:pt idx="276">
                  <c:v>0.124704899463</c:v>
                </c:pt>
                <c:pt idx="277">
                  <c:v>0.125700156566</c:v>
                </c:pt>
                <c:pt idx="278">
                  <c:v>0.126706240881</c:v>
                </c:pt>
                <c:pt idx="279">
                  <c:v>0.127723280051</c:v>
                </c:pt>
                <c:pt idx="280">
                  <c:v>0.128751402699</c:v>
                </c:pt>
                <c:pt idx="281">
                  <c:v>0.129790738396</c:v>
                </c:pt>
                <c:pt idx="282">
                  <c:v>0.130841417633</c:v>
                </c:pt>
                <c:pt idx="283">
                  <c:v>0.131903571791</c:v>
                </c:pt>
                <c:pt idx="284">
                  <c:v>0.132977333107</c:v>
                </c:pt>
                <c:pt idx="285">
                  <c:v>0.134062834636</c:v>
                </c:pt>
                <c:pt idx="286">
                  <c:v>0.135160210213</c:v>
                </c:pt>
                <c:pt idx="287">
                  <c:v>0.136269594413</c:v>
                </c:pt>
                <c:pt idx="288">
                  <c:v>0.137391122506</c:v>
                </c:pt>
                <c:pt idx="289">
                  <c:v>0.138524930408</c:v>
                </c:pt>
                <c:pt idx="290">
                  <c:v>0.139671154635</c:v>
                </c:pt>
                <c:pt idx="291">
                  <c:v>0.140829932248</c:v>
                </c:pt>
                <c:pt idx="292">
                  <c:v>0.142001400797</c:v>
                </c:pt>
                <c:pt idx="293">
                  <c:v>0.143185698259</c:v>
                </c:pt>
                <c:pt idx="294">
                  <c:v>0.144382962983</c:v>
                </c:pt>
                <c:pt idx="295">
                  <c:v>0.145593333615</c:v>
                </c:pt>
                <c:pt idx="296">
                  <c:v>0.146816949032</c:v>
                </c:pt>
                <c:pt idx="297">
                  <c:v>0.148053948271</c:v>
                </c:pt>
                <c:pt idx="298">
                  <c:v>0.149304470446</c:v>
                </c:pt>
                <c:pt idx="299">
                  <c:v>0.150568654672</c:v>
                </c:pt>
                <c:pt idx="300">
                  <c:v>0.151846639976</c:v>
                </c:pt>
                <c:pt idx="301">
                  <c:v>0.15313856521</c:v>
                </c:pt>
                <c:pt idx="302">
                  <c:v>0.154444568955</c:v>
                </c:pt>
                <c:pt idx="303">
                  <c:v>0.155764789425</c:v>
                </c:pt>
                <c:pt idx="304">
                  <c:v>0.157099364362</c:v>
                </c:pt>
                <c:pt idx="305">
                  <c:v>0.158448430931</c:v>
                </c:pt>
                <c:pt idx="306">
                  <c:v>0.159812125608</c:v>
                </c:pt>
                <c:pt idx="307">
                  <c:v>0.161190584059</c:v>
                </c:pt>
                <c:pt idx="308">
                  <c:v>0.162583941026</c:v>
                </c:pt>
                <c:pt idx="309">
                  <c:v>0.163992330194</c:v>
                </c:pt>
                <c:pt idx="310">
                  <c:v>0.165415884059</c:v>
                </c:pt>
                <c:pt idx="311">
                  <c:v>0.166854733799</c:v>
                </c:pt>
                <c:pt idx="312">
                  <c:v>0.168309009121</c:v>
                </c:pt>
                <c:pt idx="313">
                  <c:v>0.169778838125</c:v>
                </c:pt>
                <c:pt idx="314">
                  <c:v>0.17126434714</c:v>
                </c:pt>
                <c:pt idx="315">
                  <c:v>0.172765660576</c:v>
                </c:pt>
                <c:pt idx="316">
                  <c:v>0.174282900754</c:v>
                </c:pt>
                <c:pt idx="317">
                  <c:v>0.175816187742</c:v>
                </c:pt>
                <c:pt idx="318">
                  <c:v>0.177365639175</c:v>
                </c:pt>
                <c:pt idx="319">
                  <c:v>0.178931370082</c:v>
                </c:pt>
                <c:pt idx="320">
                  <c:v>0.180513492694</c:v>
                </c:pt>
                <c:pt idx="321">
                  <c:v>0.18211211626</c:v>
                </c:pt>
                <c:pt idx="322">
                  <c:v>0.183727346846</c:v>
                </c:pt>
                <c:pt idx="323">
                  <c:v>0.185359287137</c:v>
                </c:pt>
                <c:pt idx="324">
                  <c:v>0.187008036227</c:v>
                </c:pt>
                <c:pt idx="325">
                  <c:v>0.188673689412</c:v>
                </c:pt>
                <c:pt idx="326">
                  <c:v>0.19035633797</c:v>
                </c:pt>
                <c:pt idx="327">
                  <c:v>0.192056068939</c:v>
                </c:pt>
                <c:pt idx="328">
                  <c:v>0.193772964895</c:v>
                </c:pt>
                <c:pt idx="329">
                  <c:v>0.195507103715</c:v>
                </c:pt>
                <c:pt idx="330">
                  <c:v>0.197258558347</c:v>
                </c:pt>
                <c:pt idx="331">
                  <c:v>0.199027396567</c:v>
                </c:pt>
                <c:pt idx="332">
                  <c:v>0.20081368074</c:v>
                </c:pt>
                <c:pt idx="333">
                  <c:v>0.202617467566</c:v>
                </c:pt>
                <c:pt idx="334">
                  <c:v>0.204438807838</c:v>
                </c:pt>
                <c:pt idx="335">
                  <c:v>0.206277746181</c:v>
                </c:pt>
                <c:pt idx="336">
                  <c:v>0.208134320803</c:v>
                </c:pt>
                <c:pt idx="337">
                  <c:v>0.210008563232</c:v>
                </c:pt>
                <c:pt idx="338">
                  <c:v>0.211900498056</c:v>
                </c:pt>
                <c:pt idx="339">
                  <c:v>0.213810142665</c:v>
                </c:pt>
                <c:pt idx="340">
                  <c:v>0.215737506984</c:v>
                </c:pt>
                <c:pt idx="341">
                  <c:v>0.217682593212</c:v>
                </c:pt>
                <c:pt idx="342">
                  <c:v>0.21964539556</c:v>
                </c:pt>
                <c:pt idx="343">
                  <c:v>0.221625899986</c:v>
                </c:pt>
                <c:pt idx="344">
                  <c:v>0.223624083935</c:v>
                </c:pt>
                <c:pt idx="345">
                  <c:v>0.225639916078</c:v>
                </c:pt>
                <c:pt idx="346">
                  <c:v>0.227673356056</c:v>
                </c:pt>
                <c:pt idx="347">
                  <c:v>0.229724354224</c:v>
                </c:pt>
                <c:pt idx="348">
                  <c:v>0.231792851401</c:v>
                </c:pt>
                <c:pt idx="349">
                  <c:v>0.233878778622</c:v>
                </c:pt>
                <c:pt idx="350">
                  <c:v>0.235982056898</c:v>
                </c:pt>
                <c:pt idx="351">
                  <c:v>0.238102596978</c:v>
                </c:pt>
                <c:pt idx="352">
                  <c:v>0.240240299121</c:v>
                </c:pt>
                <c:pt idx="353">
                  <c:v>0.242395052873</c:v>
                </c:pt>
                <c:pt idx="354">
                  <c:v>0.244566736851</c:v>
                </c:pt>
                <c:pt idx="355">
                  <c:v>0.246755218539</c:v>
                </c:pt>
                <c:pt idx="356">
                  <c:v>0.248960354089</c:v>
                </c:pt>
                <c:pt idx="357">
                  <c:v>0.251181988139</c:v>
                </c:pt>
                <c:pt idx="358">
                  <c:v>0.253419953633</c:v>
                </c:pt>
                <c:pt idx="359">
                  <c:v>0.255674071657</c:v>
                </c:pt>
                <c:pt idx="360">
                  <c:v>0.257944151294</c:v>
                </c:pt>
                <c:pt idx="361">
                  <c:v>0.260229989477</c:v>
                </c:pt>
                <c:pt idx="362">
                  <c:v>0.262531370871</c:v>
                </c:pt>
                <c:pt idx="363">
                  <c:v>0.264848067762</c:v>
                </c:pt>
                <c:pt idx="364">
                  <c:v>0.267179839961</c:v>
                </c:pt>
                <c:pt idx="365">
                  <c:v>0.269526434724</c:v>
                </c:pt>
                <c:pt idx="366">
                  <c:v>0.271887586697</c:v>
                </c:pt>
                <c:pt idx="367">
                  <c:v>0.274263017861</c:v>
                </c:pt>
                <c:pt idx="368">
                  <c:v>0.276652437514</c:v>
                </c:pt>
                <c:pt idx="369">
                  <c:v>0.279055542253</c:v>
                </c:pt>
                <c:pt idx="370">
                  <c:v>0.281472015992</c:v>
                </c:pt>
                <c:pt idx="371">
                  <c:v>0.283901529985</c:v>
                </c:pt>
                <c:pt idx="372">
                  <c:v>0.286343742875</c:v>
                </c:pt>
                <c:pt idx="373">
                  <c:v>0.288798300761</c:v>
                </c:pt>
                <c:pt idx="374">
                  <c:v>0.291264837286</c:v>
                </c:pt>
                <c:pt idx="375">
                  <c:v>0.293742973748</c:v>
                </c:pt>
                <c:pt idx="376">
                  <c:v>0.29623231922</c:v>
                </c:pt>
                <c:pt idx="377">
                  <c:v>0.298732470706</c:v>
                </c:pt>
                <c:pt idx="378">
                  <c:v>0.301243013306</c:v>
                </c:pt>
                <c:pt idx="379">
                  <c:v>0.303763520405</c:v>
                </c:pt>
                <c:pt idx="380">
                  <c:v>0.306293553883</c:v>
                </c:pt>
                <c:pt idx="381">
                  <c:v>0.308832664346</c:v>
                </c:pt>
                <c:pt idx="382">
                  <c:v>0.311380391371</c:v>
                </c:pt>
                <c:pt idx="383">
                  <c:v>0.313936263777</c:v>
                </c:pt>
                <c:pt idx="384">
                  <c:v>0.316499799915</c:v>
                </c:pt>
                <c:pt idx="385">
                  <c:v>0.319070507969</c:v>
                </c:pt>
                <c:pt idx="386">
                  <c:v>0.321647886286</c:v>
                </c:pt>
                <c:pt idx="387">
                  <c:v>0.324231423715</c:v>
                </c:pt>
                <c:pt idx="388">
                  <c:v>0.326820599967</c:v>
                </c:pt>
                <c:pt idx="389">
                  <c:v>0.32941488599</c:v>
                </c:pt>
                <c:pt idx="390">
                  <c:v>0.332013744362</c:v>
                </c:pt>
                <c:pt idx="391">
                  <c:v>0.334616629696</c:v>
                </c:pt>
                <c:pt idx="392">
                  <c:v>0.337222989057</c:v>
                </c:pt>
                <c:pt idx="393">
                  <c:v>0.339832262399</c:v>
                </c:pt>
                <c:pt idx="394">
                  <c:v>0.342443883009</c:v>
                </c:pt>
                <c:pt idx="395">
                  <c:v>0.345057277961</c:v>
                </c:pt>
                <c:pt idx="396">
                  <c:v>0.347671868585</c:v>
                </c:pt>
                <c:pt idx="397">
                  <c:v>0.350287070939</c:v>
                </c:pt>
                <c:pt idx="398">
                  <c:v>0.352902296294</c:v>
                </c:pt>
                <c:pt idx="399">
                  <c:v>0.355516951625</c:v>
                </c:pt>
                <c:pt idx="400">
                  <c:v>0.358130440105</c:v>
                </c:pt>
                <c:pt idx="401">
                  <c:v>0.360742161606</c:v>
                </c:pt>
                <c:pt idx="402">
                  <c:v>0.363351513199</c:v>
                </c:pt>
                <c:pt idx="403">
                  <c:v>0.365957889667</c:v>
                </c:pt>
                <c:pt idx="404">
                  <c:v>0.368560684004</c:v>
                </c:pt>
                <c:pt idx="405">
                  <c:v>0.371159287923</c:v>
                </c:pt>
                <c:pt idx="406">
                  <c:v>0.373753092365</c:v>
                </c:pt>
                <c:pt idx="407">
                  <c:v>0.376341487995</c:v>
                </c:pt>
                <c:pt idx="408">
                  <c:v>0.378923865703</c:v>
                </c:pt>
                <c:pt idx="409">
                  <c:v>0.381499617096</c:v>
                </c:pt>
                <c:pt idx="410">
                  <c:v>0.384068134986</c:v>
                </c:pt>
                <c:pt idx="411">
                  <c:v>0.386628813867</c:v>
                </c:pt>
                <c:pt idx="412">
                  <c:v>0.389181050387</c:v>
                </c:pt>
                <c:pt idx="413">
                  <c:v>0.391724243808</c:v>
                </c:pt>
                <c:pt idx="414">
                  <c:v>0.394257796457</c:v>
                </c:pt>
                <c:pt idx="415">
                  <c:v>0.396781114166</c:v>
                </c:pt>
                <c:pt idx="416">
                  <c:v>0.399293606693</c:v>
                </c:pt>
                <c:pt idx="417">
                  <c:v>0.401794688142</c:v>
                </c:pt>
                <c:pt idx="418">
                  <c:v>0.404283777351</c:v>
                </c:pt>
                <c:pt idx="419">
                  <c:v>0.406760298284</c:v>
                </c:pt>
                <c:pt idx="420">
                  <c:v>0.40922368039</c:v>
                </c:pt>
                <c:pt idx="421">
                  <c:v>0.411673358959</c:v>
                </c:pt>
                <c:pt idx="422">
                  <c:v>0.414108775446</c:v>
                </c:pt>
                <c:pt idx="423">
                  <c:v>0.416529377793</c:v>
                </c:pt>
                <c:pt idx="424">
                  <c:v>0.41893462072</c:v>
                </c:pt>
                <c:pt idx="425">
                  <c:v>0.421323966003</c:v>
                </c:pt>
                <c:pt idx="426">
                  <c:v>0.423696882728</c:v>
                </c:pt>
                <c:pt idx="427">
                  <c:v>0.426052847534</c:v>
                </c:pt>
                <c:pt idx="428">
                  <c:v>0.428391344824</c:v>
                </c:pt>
                <c:pt idx="429">
                  <c:v>0.430711866966</c:v>
                </c:pt>
                <c:pt idx="430">
                  <c:v>0.433013914471</c:v>
                </c:pt>
                <c:pt idx="431">
                  <c:v>0.435296996144</c:v>
                </c:pt>
                <c:pt idx="432">
                  <c:v>0.437560629228</c:v>
                </c:pt>
                <c:pt idx="433">
                  <c:v>0.439804339511</c:v>
                </c:pt>
                <c:pt idx="434">
                  <c:v>0.442027661432</c:v>
                </c:pt>
                <c:pt idx="435">
                  <c:v>0.444230138151</c:v>
                </c:pt>
                <c:pt idx="436">
                  <c:v>0.446411321608</c:v>
                </c:pt>
                <c:pt idx="437">
                  <c:v>0.44857077256</c:v>
                </c:pt>
                <c:pt idx="438">
                  <c:v>0.450708060604</c:v>
                </c:pt>
                <c:pt idx="439">
                  <c:v>0.452822764174</c:v>
                </c:pt>
                <c:pt idx="440">
                  <c:v>0.454914470524</c:v>
                </c:pt>
                <c:pt idx="441">
                  <c:v>0.456982775699</c:v>
                </c:pt>
                <c:pt idx="442">
                  <c:v>0.459027284483</c:v>
                </c:pt>
                <c:pt idx="443">
                  <c:v>0.461047610331</c:v>
                </c:pt>
                <c:pt idx="444">
                  <c:v>0.46304337529</c:v>
                </c:pt>
                <c:pt idx="445">
                  <c:v>0.465014209905</c:v>
                </c:pt>
                <c:pt idx="446">
                  <c:v>0.466959753107</c:v>
                </c:pt>
                <c:pt idx="447">
                  <c:v>0.468879652094</c:v>
                </c:pt>
                <c:pt idx="448">
                  <c:v>0.470773562198</c:v>
                </c:pt>
                <c:pt idx="449">
                  <c:v>0.472641146737</c:v>
                </c:pt>
                <c:pt idx="450">
                  <c:v>0.474482076865</c:v>
                </c:pt>
                <c:pt idx="451">
                  <c:v>0.476296031404</c:v>
                </c:pt>
                <c:pt idx="452">
                  <c:v>0.47808269667</c:v>
                </c:pt>
                <c:pt idx="453">
                  <c:v>0.4798417663</c:v>
                </c:pt>
                <c:pt idx="454">
                  <c:v>0.481572941056</c:v>
                </c:pt>
                <c:pt idx="455">
                  <c:v>0.483275928639</c:v>
                </c:pt>
                <c:pt idx="456">
                  <c:v>0.484950443486</c:v>
                </c:pt>
                <c:pt idx="457">
                  <c:v>0.486596206573</c:v>
                </c:pt>
                <c:pt idx="458">
                  <c:v>0.488212945207</c:v>
                </c:pt>
                <c:pt idx="459">
                  <c:v>0.48980039282</c:v>
                </c:pt>
                <c:pt idx="460">
                  <c:v>0.49135828876</c:v>
                </c:pt>
                <c:pt idx="461">
                  <c:v>0.492886378084</c:v>
                </c:pt>
                <c:pt idx="462">
                  <c:v>0.494384411345</c:v>
                </c:pt>
                <c:pt idx="463">
                  <c:v>0.495852144388</c:v>
                </c:pt>
                <c:pt idx="464">
                  <c:v>0.497289338143</c:v>
                </c:pt>
                <c:pt idx="465">
                  <c:v>0.498695758422</c:v>
                </c:pt>
                <c:pt idx="466">
                  <c:v>0.500071175721</c:v>
                </c:pt>
                <c:pt idx="467">
                  <c:v>0.50141536502</c:v>
                </c:pt>
                <c:pt idx="468">
                  <c:v>0.5027281056</c:v>
                </c:pt>
                <c:pt idx="469">
                  <c:v>0.50400918085</c:v>
                </c:pt>
                <c:pt idx="470">
                  <c:v>0.505258378097</c:v>
                </c:pt>
                <c:pt idx="471">
                  <c:v>0.506475488429</c:v>
                </c:pt>
                <c:pt idx="472">
                  <c:v>0.507660306533</c:v>
                </c:pt>
                <c:pt idx="473">
                  <c:v>0.50881263054</c:v>
                </c:pt>
                <c:pt idx="474">
                  <c:v>0.509932261879</c:v>
                </c:pt>
                <c:pt idx="475">
                  <c:v>0.511019005138</c:v>
                </c:pt>
                <c:pt idx="476">
                  <c:v>0.512072667941</c:v>
                </c:pt>
                <c:pt idx="477">
                  <c:v>0.513093060826</c:v>
                </c:pt>
                <c:pt idx="478">
                  <c:v>0.514079997146</c:v>
                </c:pt>
                <c:pt idx="479">
                  <c:v>0.515033292969</c:v>
                </c:pt>
                <c:pt idx="480">
                  <c:v>0.515952767001</c:v>
                </c:pt>
                <c:pt idx="481">
                  <c:v>0.516838240513</c:v>
                </c:pt>
                <c:pt idx="482">
                  <c:v>0.517689537288</c:v>
                </c:pt>
                <c:pt idx="483">
                  <c:v>0.518506483573</c:v>
                </c:pt>
                <c:pt idx="484">
                  <c:v>0.519288908053</c:v>
                </c:pt>
                <c:pt idx="485">
                  <c:v>0.520036641835</c:v>
                </c:pt>
                <c:pt idx="486">
                  <c:v>0.520749518442</c:v>
                </c:pt>
                <c:pt idx="487">
                  <c:v>0.521427373832</c:v>
                </c:pt>
                <c:pt idx="488">
                  <c:v>0.522070046419</c:v>
                </c:pt>
                <c:pt idx="489">
                  <c:v>0.522677377121</c:v>
                </c:pt>
                <c:pt idx="490">
                  <c:v>0.523249209413</c:v>
                </c:pt>
                <c:pt idx="491">
                  <c:v>0.523785389405</c:v>
                </c:pt>
                <c:pt idx="492">
                  <c:v>0.524285765923</c:v>
                </c:pt>
                <c:pt idx="493">
                  <c:v>0.52475019062</c:v>
                </c:pt>
                <c:pt idx="494">
                  <c:v>0.52517851809</c:v>
                </c:pt>
                <c:pt idx="495">
                  <c:v>0.525570606006</c:v>
                </c:pt>
                <c:pt idx="496">
                  <c:v>0.525926315266</c:v>
                </c:pt>
                <c:pt idx="497">
                  <c:v>0.526245510166</c:v>
                </c:pt>
                <c:pt idx="498">
                  <c:v>0.526528058571</c:v>
                </c:pt>
                <c:pt idx="499">
                  <c:v>0.526773832121</c:v>
                </c:pt>
                <c:pt idx="500">
                  <c:v>0.526982706433</c:v>
                </c:pt>
                <c:pt idx="501">
                  <c:v>0.527154561335</c:v>
                </c:pt>
                <c:pt idx="502">
                  <c:v>0.527289281096</c:v>
                </c:pt>
                <c:pt idx="503">
                  <c:v>0.527386754691</c:v>
                </c:pt>
                <c:pt idx="504">
                  <c:v>0.527446876058</c:v>
                </c:pt>
                <c:pt idx="505">
                  <c:v>0.527469544385</c:v>
                </c:pt>
                <c:pt idx="506">
                  <c:v>0.527454664399</c:v>
                </c:pt>
                <c:pt idx="507">
                  <c:v>0.527402146671</c:v>
                </c:pt>
                <c:pt idx="508">
                  <c:v>0.527311907934</c:v>
                </c:pt>
                <c:pt idx="509">
                  <c:v>0.527183871406</c:v>
                </c:pt>
                <c:pt idx="510">
                  <c:v>0.527017967127</c:v>
                </c:pt>
                <c:pt idx="511">
                  <c:v>0.526814132305</c:v>
                </c:pt>
                <c:pt idx="512">
                  <c:v>0.526572311662</c:v>
                </c:pt>
                <c:pt idx="513">
                  <c:v>0.526292457802</c:v>
                </c:pt>
                <c:pt idx="514">
                  <c:v>0.52597453157</c:v>
                </c:pt>
                <c:pt idx="515">
                  <c:v>0.525618502422</c:v>
                </c:pt>
                <c:pt idx="516">
                  <c:v>0.5252243488</c:v>
                </c:pt>
                <c:pt idx="517">
                  <c:v>0.524792058506</c:v>
                </c:pt>
                <c:pt idx="518">
                  <c:v>0.524321629081</c:v>
                </c:pt>
                <c:pt idx="519">
                  <c:v>0.523813068177</c:v>
                </c:pt>
                <c:pt idx="520">
                  <c:v>0.523266393938</c:v>
                </c:pt>
                <c:pt idx="521">
                  <c:v>0.522681635365</c:v>
                </c:pt>
                <c:pt idx="522">
                  <c:v>0.522058832689</c:v>
                </c:pt>
                <c:pt idx="523">
                  <c:v>0.521398037732</c:v>
                </c:pt>
                <c:pt idx="524">
                  <c:v>0.52069931426</c:v>
                </c:pt>
                <c:pt idx="525">
                  <c:v>0.519962738328</c:v>
                </c:pt>
                <c:pt idx="526">
                  <c:v>0.51918839862</c:v>
                </c:pt>
                <c:pt idx="527">
                  <c:v>0.518376396772</c:v>
                </c:pt>
                <c:pt idx="528">
                  <c:v>0.517526847679</c:v>
                </c:pt>
                <c:pt idx="529">
                  <c:v>0.5166398798</c:v>
                </c:pt>
                <c:pt idx="530">
                  <c:v>0.515715635432</c:v>
                </c:pt>
                <c:pt idx="531">
                  <c:v>0.514754270977</c:v>
                </c:pt>
                <c:pt idx="532">
                  <c:v>0.513755957188</c:v>
                </c:pt>
                <c:pt idx="533">
                  <c:v>0.512720879394</c:v>
                </c:pt>
                <c:pt idx="534">
                  <c:v>0.511649237705</c:v>
                </c:pt>
                <c:pt idx="535">
                  <c:v>0.510541247197</c:v>
                </c:pt>
                <c:pt idx="536">
                  <c:v>0.509397138068</c:v>
                </c:pt>
                <c:pt idx="537">
                  <c:v>0.508217155779</c:v>
                </c:pt>
                <c:pt idx="538">
                  <c:v>0.507001561159</c:v>
                </c:pt>
                <c:pt idx="539">
                  <c:v>0.505750630498</c:v>
                </c:pt>
                <c:pt idx="540">
                  <c:v>0.504464655602</c:v>
                </c:pt>
                <c:pt idx="541">
                  <c:v>0.503143943827</c:v>
                </c:pt>
                <c:pt idx="542">
                  <c:v>0.501788818085</c:v>
                </c:pt>
                <c:pt idx="543">
                  <c:v>0.500399616822</c:v>
                </c:pt>
                <c:pt idx="544">
                  <c:v>0.498976693969</c:v>
                </c:pt>
                <c:pt idx="545">
                  <c:v>0.497520418867</c:v>
                </c:pt>
                <c:pt idx="546">
                  <c:v>0.49603117616</c:v>
                </c:pt>
                <c:pt idx="547">
                  <c:v>0.494509365664</c:v>
                </c:pt>
                <c:pt idx="548">
                  <c:v>0.49295540221</c:v>
                </c:pt>
                <c:pt idx="549">
                  <c:v>0.491369715457</c:v>
                </c:pt>
                <c:pt idx="550">
                  <c:v>0.489752749683</c:v>
                </c:pt>
                <c:pt idx="551">
                  <c:v>0.488104963543</c:v>
                </c:pt>
                <c:pt idx="552">
                  <c:v>0.486426829813</c:v>
                </c:pt>
                <c:pt idx="553">
                  <c:v>0.484718835103</c:v>
                </c:pt>
                <c:pt idx="554">
                  <c:v>0.482981479545</c:v>
                </c:pt>
                <c:pt idx="555">
                  <c:v>0.481215276469</c:v>
                </c:pt>
                <c:pt idx="556">
                  <c:v>0.479420752044</c:v>
                </c:pt>
                <c:pt idx="557">
                  <c:v>0.477598444914</c:v>
                </c:pt>
                <c:pt idx="558">
                  <c:v>0.475748905803</c:v>
                </c:pt>
                <c:pt idx="559">
                  <c:v>0.473872697109</c:v>
                </c:pt>
                <c:pt idx="560">
                  <c:v>0.471970392483</c:v>
                </c:pt>
                <c:pt idx="561">
                  <c:v>0.470042576386</c:v>
                </c:pt>
                <c:pt idx="562">
                  <c:v>0.468089843641</c:v>
                </c:pt>
                <c:pt idx="563">
                  <c:v>0.466112798965</c:v>
                </c:pt>
                <c:pt idx="564">
                  <c:v>0.464112056495</c:v>
                </c:pt>
                <c:pt idx="565">
                  <c:v>0.462088239304</c:v>
                </c:pt>
                <c:pt idx="566">
                  <c:v>0.460041978902</c:v>
                </c:pt>
                <c:pt idx="567">
                  <c:v>0.457973914739</c:v>
                </c:pt>
                <c:pt idx="568">
                  <c:v>0.455884693692</c:v>
                </c:pt>
                <c:pt idx="569">
                  <c:v>0.453774969558</c:v>
                </c:pt>
                <c:pt idx="570">
                  <c:v>0.45164540253</c:v>
                </c:pt>
                <c:pt idx="571">
                  <c:v>0.44949665868</c:v>
                </c:pt>
                <c:pt idx="572">
                  <c:v>0.447329409437</c:v>
                </c:pt>
                <c:pt idx="573">
                  <c:v>0.445144331061</c:v>
                </c:pt>
                <c:pt idx="574">
                  <c:v>0.442942104121</c:v>
                </c:pt>
                <c:pt idx="575">
                  <c:v>0.440723412968</c:v>
                </c:pt>
                <c:pt idx="576">
                  <c:v>0.438488945217</c:v>
                </c:pt>
                <c:pt idx="577">
                  <c:v>0.436239391225</c:v>
                </c:pt>
                <c:pt idx="578">
                  <c:v>0.43397544357</c:v>
                </c:pt>
                <c:pt idx="579">
                  <c:v>0.431697796543</c:v>
                </c:pt>
                <c:pt idx="580">
                  <c:v>0.42940714563</c:v>
                </c:pt>
                <c:pt idx="581">
                  <c:v>0.427104187012</c:v>
                </c:pt>
                <c:pt idx="582">
                  <c:v>0.424789617059</c:v>
                </c:pt>
                <c:pt idx="583">
                  <c:v>0.422464131836</c:v>
                </c:pt>
                <c:pt idx="584">
                  <c:v>0.420128426611</c:v>
                </c:pt>
                <c:pt idx="585">
                  <c:v>0.41778319537</c:v>
                </c:pt>
                <c:pt idx="586">
                  <c:v>0.415429130342</c:v>
                </c:pt>
                <c:pt idx="587">
                  <c:v>0.413066921523</c:v>
                </c:pt>
                <c:pt idx="588">
                  <c:v>0.410697256216</c:v>
                </c:pt>
                <c:pt idx="589">
                  <c:v>0.408320818571</c:v>
                </c:pt>
                <c:pt idx="590">
                  <c:v>0.405938289137</c:v>
                </c:pt>
                <c:pt idx="591">
                  <c:v>0.403550344423</c:v>
                </c:pt>
                <c:pt idx="592">
                  <c:v>0.401157656463</c:v>
                </c:pt>
                <c:pt idx="593">
                  <c:v>0.398760892394</c:v>
                </c:pt>
                <c:pt idx="594">
                  <c:v>0.396360714042</c:v>
                </c:pt>
                <c:pt idx="595">
                  <c:v>0.393957777516</c:v>
                </c:pt>
                <c:pt idx="596">
                  <c:v>0.391552732811</c:v>
                </c:pt>
                <c:pt idx="597">
                  <c:v>0.389146223428</c:v>
                </c:pt>
                <c:pt idx="598">
                  <c:v>0.386738885996</c:v>
                </c:pt>
                <c:pt idx="599">
                  <c:v>0.384331349908</c:v>
                </c:pt>
                <c:pt idx="600">
                  <c:v>0.381924236968</c:v>
                </c:pt>
                <c:pt idx="601">
                  <c:v>0.379518161054</c:v>
                </c:pt>
                <c:pt idx="602">
                  <c:v>0.377113727783</c:v>
                </c:pt>
                <c:pt idx="603">
                  <c:v>0.374711534197</c:v>
                </c:pt>
                <c:pt idx="604">
                  <c:v>0.372312168456</c:v>
                </c:pt>
                <c:pt idx="605">
                  <c:v>0.369916209548</c:v>
                </c:pt>
                <c:pt idx="606">
                  <c:v>0.36752422701</c:v>
                </c:pt>
                <c:pt idx="607">
                  <c:v>0.365136780655</c:v>
                </c:pt>
                <c:pt idx="608">
                  <c:v>0.36275442033</c:v>
                </c:pt>
                <c:pt idx="609">
                  <c:v>0.360377685665</c:v>
                </c:pt>
                <c:pt idx="610">
                  <c:v>0.358007105856</c:v>
                </c:pt>
                <c:pt idx="611">
                  <c:v>0.355643199447</c:v>
                </c:pt>
                <c:pt idx="612">
                  <c:v>0.353286474136</c:v>
                </c:pt>
                <c:pt idx="613">
                  <c:v>0.350937426586</c:v>
                </c:pt>
                <c:pt idx="614">
                  <c:v>0.348596542258</c:v>
                </c:pt>
                <c:pt idx="615">
                  <c:v>0.34626429525</c:v>
                </c:pt>
                <c:pt idx="616">
                  <c:v>0.343941148158</c:v>
                </c:pt>
                <c:pt idx="617">
                  <c:v>0.341627551943</c:v>
                </c:pt>
                <c:pt idx="618">
                  <c:v>0.339323945814</c:v>
                </c:pt>
                <c:pt idx="619">
                  <c:v>0.337030757125</c:v>
                </c:pt>
                <c:pt idx="620">
                  <c:v>0.334748401288</c:v>
                </c:pt>
                <c:pt idx="621">
                  <c:v>0.33247728169</c:v>
                </c:pt>
                <c:pt idx="622">
                  <c:v>0.330217789626</c:v>
                </c:pt>
                <c:pt idx="623">
                  <c:v>0.327970304254</c:v>
                </c:pt>
                <c:pt idx="624">
                  <c:v>0.325735192543</c:v>
                </c:pt>
                <c:pt idx="625">
                  <c:v>0.323512809246</c:v>
                </c:pt>
                <c:pt idx="626">
                  <c:v>0.321303496884</c:v>
                </c:pt>
                <c:pt idx="627">
                  <c:v>0.319107585728</c:v>
                </c:pt>
                <c:pt idx="628">
                  <c:v>0.316925393808</c:v>
                </c:pt>
                <c:pt idx="629">
                  <c:v>0.314757226916</c:v>
                </c:pt>
                <c:pt idx="630">
                  <c:v>0.312603378632</c:v>
                </c:pt>
                <c:pt idx="631">
                  <c:v>0.310464130348</c:v>
                </c:pt>
                <c:pt idx="632">
                  <c:v>0.308339751306</c:v>
                </c:pt>
                <c:pt idx="633">
                  <c:v>0.306230498644</c:v>
                </c:pt>
                <c:pt idx="634">
                  <c:v>0.304136617449</c:v>
                </c:pt>
                <c:pt idx="635">
                  <c:v>0.302058340814</c:v>
                </c:pt>
                <c:pt idx="636">
                  <c:v>0.299995889912</c:v>
                </c:pt>
                <c:pt idx="637">
                  <c:v>0.297949474065</c:v>
                </c:pt>
                <c:pt idx="638">
                  <c:v>0.295919290825</c:v>
                </c:pt>
                <c:pt idx="639">
                  <c:v>0.293905526066</c:v>
                </c:pt>
                <c:pt idx="640">
                  <c:v>0.291908354071</c:v>
                </c:pt>
                <c:pt idx="641">
                  <c:v>0.289927937637</c:v>
                </c:pt>
                <c:pt idx="642">
                  <c:v>0.287964428176</c:v>
                </c:pt>
                <c:pt idx="643">
                  <c:v>0.286017965829</c:v>
                </c:pt>
                <c:pt idx="644">
                  <c:v>0.284088679579</c:v>
                </c:pt>
                <c:pt idx="645">
                  <c:v>0.282176687374</c:v>
                </c:pt>
                <c:pt idx="646">
                  <c:v>0.280282096254</c:v>
                </c:pt>
                <c:pt idx="647">
                  <c:v>0.278405002482</c:v>
                </c:pt>
                <c:pt idx="648">
                  <c:v>0.276545491682</c:v>
                </c:pt>
                <c:pt idx="649">
                  <c:v>0.27470363898</c:v>
                </c:pt>
                <c:pt idx="650">
                  <c:v>0.27287950915</c:v>
                </c:pt>
                <c:pt idx="651">
                  <c:v>0.27107315677</c:v>
                </c:pt>
                <c:pt idx="652">
                  <c:v>0.269284626374</c:v>
                </c:pt>
                <c:pt idx="653">
                  <c:v>0.267513952619</c:v>
                </c:pt>
                <c:pt idx="654">
                  <c:v>0.265761160446</c:v>
                </c:pt>
                <c:pt idx="655">
                  <c:v>0.264026265256</c:v>
                </c:pt>
                <c:pt idx="656">
                  <c:v>0.262309273085</c:v>
                </c:pt>
                <c:pt idx="657">
                  <c:v>0.260610180783</c:v>
                </c:pt>
                <c:pt idx="658">
                  <c:v>0.258928976204</c:v>
                </c:pt>
                <c:pt idx="659">
                  <c:v>0.257265638392</c:v>
                </c:pt>
                <c:pt idx="660">
                  <c:v>0.255620137776</c:v>
                </c:pt>
                <c:pt idx="661">
                  <c:v>0.253992436374</c:v>
                </c:pt>
                <c:pt idx="662">
                  <c:v>0.252382487989</c:v>
                </c:pt>
                <c:pt idx="663">
                  <c:v>0.250790238421</c:v>
                </c:pt>
                <c:pt idx="664">
                  <c:v>0.249215625675</c:v>
                </c:pt>
                <c:pt idx="665">
                  <c:v>0.24765858018</c:v>
                </c:pt>
                <c:pt idx="666">
                  <c:v>0.246119025002</c:v>
                </c:pt>
                <c:pt idx="667">
                  <c:v>0.24459687607</c:v>
                </c:pt>
                <c:pt idx="668">
                  <c:v>0.243092042396</c:v>
                </c:pt>
                <c:pt idx="669">
                  <c:v>0.241604426305</c:v>
                </c:pt>
                <c:pt idx="670">
                  <c:v>0.240133923665</c:v>
                </c:pt>
                <c:pt idx="671">
                  <c:v>0.238680424115</c:v>
                </c:pt>
                <c:pt idx="672">
                  <c:v>0.237243811302</c:v>
                </c:pt>
                <c:pt idx="673">
                  <c:v>0.235823963113</c:v>
                </c:pt>
                <c:pt idx="674">
                  <c:v>0.234420751913</c:v>
                </c:pt>
                <c:pt idx="675">
                  <c:v>0.233034044778</c:v>
                </c:pt>
                <c:pt idx="676">
                  <c:v>0.231663703737</c:v>
                </c:pt>
                <c:pt idx="677">
                  <c:v>0.230309586002</c:v>
                </c:pt>
                <c:pt idx="678">
                  <c:v>0.228971544211</c:v>
                </c:pt>
                <c:pt idx="679">
                  <c:v>0.227649426659</c:v>
                </c:pt>
                <c:pt idx="680">
                  <c:v>0.226343077534</c:v>
                </c:pt>
                <c:pt idx="681">
                  <c:v>0.22505233715</c:v>
                </c:pt>
                <c:pt idx="682">
                  <c:v>0.223777042177</c:v>
                </c:pt>
                <c:pt idx="683">
                  <c:v>0.222517025868</c:v>
                </c:pt>
                <c:pt idx="684">
                  <c:v>0.22127211829</c:v>
                </c:pt>
                <c:pt idx="685">
                  <c:v>0.220042146539</c:v>
                </c:pt>
                <c:pt idx="686">
                  <c:v>0.218826934965</c:v>
                </c:pt>
                <c:pt idx="687">
                  <c:v>0.217626305386</c:v>
                </c:pt>
                <c:pt idx="688">
                  <c:v>0.2164400773</c:v>
                </c:pt>
                <c:pt idx="689">
                  <c:v>0.21526806809</c:v>
                </c:pt>
                <c:pt idx="690">
                  <c:v>0.214110093227</c:v>
                </c:pt>
                <c:pt idx="691">
                  <c:v>0.212965966471</c:v>
                </c:pt>
                <c:pt idx="692">
                  <c:v>0.211835500058</c:v>
                </c:pt>
                <c:pt idx="693">
                  <c:v>0.210718504893</c:v>
                </c:pt>
                <c:pt idx="694">
                  <c:v>0.209614790726</c:v>
                </c:pt>
                <c:pt idx="695">
                  <c:v>0.208524166331</c:v>
                </c:pt>
                <c:pt idx="696">
                  <c:v>0.207446439673</c:v>
                </c:pt>
                <c:pt idx="697">
                  <c:v>0.206381418076</c:v>
                </c:pt>
                <c:pt idx="698">
                  <c:v>0.205328908378</c:v>
                </c:pt>
                <c:pt idx="699">
                  <c:v>0.20428871708</c:v>
                </c:pt>
                <c:pt idx="700">
                  <c:v>0.203260650495</c:v>
                </c:pt>
                <c:pt idx="701">
                  <c:v>0.202244514884</c:v>
                </c:pt>
                <c:pt idx="702">
                  <c:v>0.201240116591</c:v>
                </c:pt>
                <c:pt idx="703">
                  <c:v>0.200247262163</c:v>
                </c:pt>
                <c:pt idx="704">
                  <c:v>0.199265758476</c:v>
                </c:pt>
                <c:pt idx="705">
                  <c:v>0.198295412844</c:v>
                </c:pt>
                <c:pt idx="706">
                  <c:v>0.197336033126</c:v>
                </c:pt>
                <c:pt idx="707">
                  <c:v>0.196387427826</c:v>
                </c:pt>
                <c:pt idx="708">
                  <c:v>0.195449406189</c:v>
                </c:pt>
                <c:pt idx="709">
                  <c:v>0.194521778287</c:v>
                </c:pt>
                <c:pt idx="710">
                  <c:v>0.193604355102</c:v>
                </c:pt>
                <c:pt idx="711">
                  <c:v>0.192696948603</c:v>
                </c:pt>
                <c:pt idx="712">
                  <c:v>0.191799371815</c:v>
                </c:pt>
                <c:pt idx="713">
                  <c:v>0.190911438885</c:v>
                </c:pt>
                <c:pt idx="714">
                  <c:v>0.19003296514</c:v>
                </c:pt>
                <c:pt idx="715">
                  <c:v>0.189163767144</c:v>
                </c:pt>
                <c:pt idx="716">
                  <c:v>0.188303662746</c:v>
                </c:pt>
                <c:pt idx="717">
                  <c:v>0.187452471124</c:v>
                </c:pt>
                <c:pt idx="718">
                  <c:v>0.186610012826</c:v>
                </c:pt>
                <c:pt idx="719">
                  <c:v>0.185776109803</c:v>
                </c:pt>
                <c:pt idx="720">
                  <c:v>0.184950585444</c:v>
                </c:pt>
                <c:pt idx="721">
                  <c:v>0.184133264599</c:v>
                </c:pt>
                <c:pt idx="722">
                  <c:v>0.183323973607</c:v>
                </c:pt>
                <c:pt idx="723">
                  <c:v>0.182522540309</c:v>
                </c:pt>
                <c:pt idx="724">
                  <c:v>0.18172879407</c:v>
                </c:pt>
                <c:pt idx="725">
                  <c:v>0.180942565789</c:v>
                </c:pt>
                <c:pt idx="726">
                  <c:v>0.180163687909</c:v>
                </c:pt>
                <c:pt idx="727">
                  <c:v>0.179391994425</c:v>
                </c:pt>
                <c:pt idx="728">
                  <c:v>0.178627320886</c:v>
                </c:pt>
                <c:pt idx="729">
                  <c:v>0.177869504401</c:v>
                </c:pt>
                <c:pt idx="730">
                  <c:v>0.177118383634</c:v>
                </c:pt>
                <c:pt idx="731">
                  <c:v>0.176373798806</c:v>
                </c:pt>
                <c:pt idx="732">
                  <c:v>0.175635591686</c:v>
                </c:pt>
                <c:pt idx="733">
                  <c:v>0.174903605591</c:v>
                </c:pt>
                <c:pt idx="734">
                  <c:v>0.174177685373</c:v>
                </c:pt>
                <c:pt idx="735">
                  <c:v>0.173457677413</c:v>
                </c:pt>
                <c:pt idx="736">
                  <c:v>0.172743429612</c:v>
                </c:pt>
                <c:pt idx="737">
                  <c:v>0.172034791379</c:v>
                </c:pt>
                <c:pt idx="738">
                  <c:v>0.171331613619</c:v>
                </c:pt>
                <c:pt idx="739">
                  <c:v>0.170633748721</c:v>
                </c:pt>
                <c:pt idx="740">
                  <c:v>0.169941050546</c:v>
                </c:pt>
                <c:pt idx="741">
                  <c:v>0.169253374414</c:v>
                </c:pt>
                <c:pt idx="742">
                  <c:v>0.16857057709</c:v>
                </c:pt>
                <c:pt idx="743">
                  <c:v>0.16789251677</c:v>
                </c:pt>
                <c:pt idx="744">
                  <c:v>0.16721905307</c:v>
                </c:pt>
                <c:pt idx="745">
                  <c:v>0.166550047011</c:v>
                </c:pt>
                <c:pt idx="746">
                  <c:v>0.165885361006</c:v>
                </c:pt>
                <c:pt idx="747">
                  <c:v>0.165224858849</c:v>
                </c:pt>
                <c:pt idx="748">
                  <c:v>0.164568405704</c:v>
                </c:pt>
                <c:pt idx="749">
                  <c:v>0.16391586809</c:v>
                </c:pt>
                <c:pt idx="750">
                  <c:v>0.163267113875</c:v>
                </c:pt>
                <c:pt idx="751">
                  <c:v>0.162622012264</c:v>
                </c:pt>
                <c:pt idx="752">
                  <c:v>0.161980433791</c:v>
                </c:pt>
                <c:pt idx="753">
                  <c:v>0.161342250313</c:v>
                </c:pt>
                <c:pt idx="754">
                  <c:v>0.160707335001</c:v>
                </c:pt>
                <c:pt idx="755">
                  <c:v>0.160075562337</c:v>
                </c:pt>
                <c:pt idx="756">
                  <c:v>0.15944680811</c:v>
                </c:pt>
                <c:pt idx="757">
                  <c:v>0.158820949412</c:v>
                </c:pt>
                <c:pt idx="758">
                  <c:v>0.158197864639</c:v>
                </c:pt>
                <c:pt idx="759">
                  <c:v>0.157577433492</c:v>
                </c:pt>
                <c:pt idx="760">
                  <c:v>0.156959536977</c:v>
                </c:pt>
                <c:pt idx="761">
                  <c:v>0.156344057409</c:v>
                </c:pt>
                <c:pt idx="762">
                  <c:v>0.15573087842</c:v>
                </c:pt>
                <c:pt idx="763">
                  <c:v>0.155119884965</c:v>
                </c:pt>
                <c:pt idx="764">
                  <c:v>0.15451096333</c:v>
                </c:pt>
                <c:pt idx="765">
                  <c:v>0.153904001145</c:v>
                </c:pt>
                <c:pt idx="766">
                  <c:v>0.153298887395</c:v>
                </c:pt>
                <c:pt idx="767">
                  <c:v>0.152695512436</c:v>
                </c:pt>
                <c:pt idx="768">
                  <c:v>0.152093768012</c:v>
                </c:pt>
                <c:pt idx="769">
                  <c:v>0.151493547273</c:v>
                </c:pt>
                <c:pt idx="770">
                  <c:v>0.150894744797</c:v>
                </c:pt>
                <c:pt idx="771">
                  <c:v>0.15029725661</c:v>
                </c:pt>
                <c:pt idx="772">
                  <c:v>0.149700980214</c:v>
                </c:pt>
                <c:pt idx="773">
                  <c:v>0.149105814614</c:v>
                </c:pt>
                <c:pt idx="774">
                  <c:v>0.148511660344</c:v>
                </c:pt>
                <c:pt idx="775">
                  <c:v>0.147918419501</c:v>
                </c:pt>
                <c:pt idx="776">
                  <c:v>0.147325995776</c:v>
                </c:pt>
                <c:pt idx="777">
                  <c:v>0.146734294491</c:v>
                </c:pt>
                <c:pt idx="778">
                  <c:v>0.146143222633</c:v>
                </c:pt>
                <c:pt idx="779">
                  <c:v>0.145552688898</c:v>
                </c:pt>
                <c:pt idx="780">
                  <c:v>0.144962603728</c:v>
                </c:pt>
                <c:pt idx="781">
                  <c:v>0.144372879354</c:v>
                </c:pt>
                <c:pt idx="782">
                  <c:v>0.143783429842</c:v>
                </c:pt>
                <c:pt idx="783">
                  <c:v>0.143194171141</c:v>
                </c:pt>
                <c:pt idx="784">
                  <c:v>0.142605021128</c:v>
                </c:pt>
                <c:pt idx="785">
                  <c:v>0.142015899657</c:v>
                </c:pt>
                <c:pt idx="786">
                  <c:v>0.141426728617</c:v>
                </c:pt>
                <c:pt idx="787">
                  <c:v>0.140837431976</c:v>
                </c:pt>
                <c:pt idx="788">
                  <c:v>0.140247935842</c:v>
                </c:pt>
                <c:pt idx="789">
                  <c:v>0.139658168514</c:v>
                </c:pt>
                <c:pt idx="790">
                  <c:v>0.13906806054</c:v>
                </c:pt>
                <c:pt idx="791">
                  <c:v>0.138477544776</c:v>
                </c:pt>
                <c:pt idx="792">
                  <c:v>0.137886556441</c:v>
                </c:pt>
                <c:pt idx="793">
                  <c:v>0.137295033177</c:v>
                </c:pt>
                <c:pt idx="794">
                  <c:v>0.136702915111</c:v>
                </c:pt>
                <c:pt idx="795">
                  <c:v>0.13611014491</c:v>
                </c:pt>
                <c:pt idx="796">
                  <c:v>0.135516667844</c:v>
                </c:pt>
                <c:pt idx="797">
                  <c:v>0.134922431845</c:v>
                </c:pt>
                <c:pt idx="798">
                  <c:v>0.134327387566</c:v>
                </c:pt>
                <c:pt idx="799">
                  <c:v>0.13373148844</c:v>
                </c:pt>
                <c:pt idx="800">
                  <c:v>0.133134690741</c:v>
                </c:pt>
                <c:pt idx="801">
                  <c:v>0.132536953637</c:v>
                </c:pt>
                <c:pt idx="802">
                  <c:v>0.131938239248</c:v>
                </c:pt>
                <c:pt idx="803">
                  <c:v>0.131338512702</c:v>
                </c:pt>
                <c:pt idx="804">
                  <c:v>0.130737742188</c:v>
                </c:pt>
                <c:pt idx="805">
                  <c:v>0.130135899005</c:v>
                </c:pt>
                <c:pt idx="806">
                  <c:v>0.129532957616</c:v>
                </c:pt>
                <c:pt idx="807">
                  <c:v>0.128928895687</c:v>
                </c:pt>
                <c:pt idx="808">
                  <c:v>0.12832369414</c:v>
                </c:pt>
                <c:pt idx="809">
                  <c:v>0.127717337186</c:v>
                </c:pt>
                <c:pt idx="810">
                  <c:v>0.127109812368</c:v>
                </c:pt>
                <c:pt idx="811">
                  <c:v>0.126501110595</c:v>
                </c:pt>
                <c:pt idx="812">
                  <c:v>0.125891226168</c:v>
                </c:pt>
                <c:pt idx="813">
                  <c:v>0.125280156812</c:v>
                </c:pt>
                <c:pt idx="814">
                  <c:v>0.124667903695</c:v>
                </c:pt>
                <c:pt idx="815">
                  <c:v>0.124054471448</c:v>
                </c:pt>
                <c:pt idx="816">
                  <c:v>0.123439868175</c:v>
                </c:pt>
                <c:pt idx="817">
                  <c:v>0.122824105464</c:v>
                </c:pt>
                <c:pt idx="818">
                  <c:v>0.122207198386</c:v>
                </c:pt>
                <c:pt idx="819">
                  <c:v>0.121589165496</c:v>
                </c:pt>
                <c:pt idx="820">
                  <c:v>0.120970028823</c:v>
                </c:pt>
                <c:pt idx="821">
                  <c:v>0.120349813856</c:v>
                </c:pt>
                <c:pt idx="822">
                  <c:v>0.119728549524</c:v>
                </c:pt>
                <c:pt idx="823">
                  <c:v>0.119106268168</c:v>
                </c:pt>
                <c:pt idx="824">
                  <c:v>0.118483005512</c:v>
                </c:pt>
                <c:pt idx="825">
                  <c:v>0.117858800622</c:v>
                </c:pt>
                <c:pt idx="826">
                  <c:v>0.117233695861</c:v>
                </c:pt>
                <c:pt idx="827">
                  <c:v>0.116607736839</c:v>
                </c:pt>
                <c:pt idx="828">
                  <c:v>0.115980972354</c:v>
                </c:pt>
                <c:pt idx="829">
                  <c:v>0.115353454328</c:v>
                </c:pt>
                <c:pt idx="830">
                  <c:v>0.114725237734</c:v>
                </c:pt>
                <c:pt idx="831">
                  <c:v>0.114096380523</c:v>
                </c:pt>
                <c:pt idx="832">
                  <c:v>0.11346694354</c:v>
                </c:pt>
                <c:pt idx="833">
                  <c:v>0.112836990431</c:v>
                </c:pt>
                <c:pt idx="834">
                  <c:v>0.112206587551</c:v>
                </c:pt>
                <c:pt idx="835">
                  <c:v>0.111575803865</c:v>
                </c:pt>
                <c:pt idx="836">
                  <c:v>0.110944710833</c:v>
                </c:pt>
                <c:pt idx="837">
                  <c:v>0.11031338231</c:v>
                </c:pt>
                <c:pt idx="838">
                  <c:v>0.109681894417</c:v>
                </c:pt>
                <c:pt idx="839">
                  <c:v>0.109050325429</c:v>
                </c:pt>
                <c:pt idx="840">
                  <c:v>0.108418755642</c:v>
                </c:pt>
                <c:pt idx="841">
                  <c:v>0.107787267247</c:v>
                </c:pt>
                <c:pt idx="842">
                  <c:v>0.107155944191</c:v>
                </c:pt>
                <c:pt idx="843">
                  <c:v>0.106524872046</c:v>
                </c:pt>
                <c:pt idx="844">
                  <c:v>0.105894137863</c:v>
                </c:pt>
                <c:pt idx="845">
                  <c:v>0.10526383003</c:v>
                </c:pt>
                <c:pt idx="846">
                  <c:v>0.104634038128</c:v>
                </c:pt>
                <c:pt idx="847">
                  <c:v>0.104004852782</c:v>
                </c:pt>
                <c:pt idx="848">
                  <c:v>0.103376365516</c:v>
                </c:pt>
                <c:pt idx="849">
                  <c:v>0.102748668598</c:v>
                </c:pt>
                <c:pt idx="850">
                  <c:v>0.102121854896</c:v>
                </c:pt>
                <c:pt idx="851">
                  <c:v>0.101496017724</c:v>
                </c:pt>
                <c:pt idx="852">
                  <c:v>0.100871250695</c:v>
                </c:pt>
                <c:pt idx="853">
                  <c:v>0.100247647573</c:v>
                </c:pt>
                <c:pt idx="854">
                  <c:v>0.0996253021235</c:v>
                </c:pt>
                <c:pt idx="855">
                  <c:v>0.0990043079713</c:v>
                </c:pt>
                <c:pt idx="856">
                  <c:v>0.0983847584553</c:v>
                </c:pt>
                <c:pt idx="857">
                  <c:v>0.0977667464891</c:v>
                </c:pt>
                <c:pt idx="858">
                  <c:v>0.0971503644232</c:v>
                </c:pt>
                <c:pt idx="859">
                  <c:v>0.0965357039108</c:v>
                </c:pt>
                <c:pt idx="860">
                  <c:v>0.0959228557778</c:v>
                </c:pt>
                <c:pt idx="861">
                  <c:v>0.0953119098959</c:v>
                </c:pt>
                <c:pt idx="862">
                  <c:v>0.0947029550608</c:v>
                </c:pt>
                <c:pt idx="863">
                  <c:v>0.0940960788745</c:v>
                </c:pt>
                <c:pt idx="864">
                  <c:v>0.0934913676328</c:v>
                </c:pt>
                <c:pt idx="865">
                  <c:v>0.0928889062175</c:v>
                </c:pt>
                <c:pt idx="866">
                  <c:v>0.0922887779944</c:v>
                </c:pt>
                <c:pt idx="867">
                  <c:v>0.0916910647164</c:v>
                </c:pt>
                <c:pt idx="868">
                  <c:v>0.091095846432</c:v>
                </c:pt>
                <c:pt idx="869">
                  <c:v>0.0905032014001</c:v>
                </c:pt>
                <c:pt idx="870">
                  <c:v>0.0899132060103</c:v>
                </c:pt>
                <c:pt idx="871">
                  <c:v>0.0893259347088</c:v>
                </c:pt>
                <c:pt idx="872">
                  <c:v>0.0887414599313</c:v>
                </c:pt>
                <c:pt idx="873">
                  <c:v>0.08815985204</c:v>
                </c:pt>
                <c:pt idx="874">
                  <c:v>0.0875811792688</c:v>
                </c:pt>
                <c:pt idx="875">
                  <c:v>0.0870055076727</c:v>
                </c:pt>
                <c:pt idx="876">
                  <c:v>0.0864329010837</c:v>
                </c:pt>
                <c:pt idx="877">
                  <c:v>0.0858634210725</c:v>
                </c:pt>
                <c:pt idx="878">
                  <c:v>0.0852971269162</c:v>
                </c:pt>
                <c:pt idx="879">
                  <c:v>0.0847340755708</c:v>
                </c:pt>
                <c:pt idx="880">
                  <c:v>0.0841743216501</c:v>
                </c:pt>
                <c:pt idx="881">
                  <c:v>0.083617917409</c:v>
                </c:pt>
                <c:pt idx="882">
                  <c:v>0.083064912733</c:v>
                </c:pt>
                <c:pt idx="883">
                  <c:v>0.0825153551318</c:v>
                </c:pt>
                <c:pt idx="884">
                  <c:v>0.0819692897381</c:v>
                </c:pt>
                <c:pt idx="885">
                  <c:v>0.0814267593114</c:v>
                </c:pt>
                <c:pt idx="886">
                  <c:v>0.0808878042451</c:v>
                </c:pt>
                <c:pt idx="887">
                  <c:v>0.0803524625795</c:v>
                </c:pt>
                <c:pt idx="888">
                  <c:v>0.0798207700171</c:v>
                </c:pt>
                <c:pt idx="889">
                  <c:v>0.0792927599429</c:v>
                </c:pt>
                <c:pt idx="890">
                  <c:v>0.0787684634478</c:v>
                </c:pt>
                <c:pt idx="891">
                  <c:v>0.0782479093555</c:v>
                </c:pt>
                <c:pt idx="892">
                  <c:v>0.0777311242521</c:v>
                </c:pt>
                <c:pt idx="893">
                  <c:v>0.0772181325194</c:v>
                </c:pt>
                <c:pt idx="894">
                  <c:v>0.0767089563705</c:v>
                </c:pt>
                <c:pt idx="895">
                  <c:v>0.0762036158873</c:v>
                </c:pt>
                <c:pt idx="896">
                  <c:v>0.0757021290615</c:v>
                </c:pt>
                <c:pt idx="897">
                  <c:v>0.0752045118366</c:v>
                </c:pt>
                <c:pt idx="898">
                  <c:v>0.0747107781523</c:v>
                </c:pt>
                <c:pt idx="899">
                  <c:v>0.0742209399902</c:v>
                </c:pt>
                <c:pt idx="900">
                  <c:v>0.0737350074214</c:v>
                </c:pt>
                <c:pt idx="901">
                  <c:v>0.0732529886548</c:v>
                </c:pt>
                <c:pt idx="902">
                  <c:v>0.0727748900871</c:v>
                </c:pt>
                <c:pt idx="903">
                  <c:v>0.0723007163535</c:v>
                </c:pt>
                <c:pt idx="904">
                  <c:v>0.0718304703787</c:v>
                </c:pt>
                <c:pt idx="905">
                  <c:v>0.071364153429</c:v>
                </c:pt>
                <c:pt idx="906">
                  <c:v>0.070901765165</c:v>
                </c:pt>
                <c:pt idx="907">
                  <c:v>0.070443303694</c:v>
                </c:pt>
                <c:pt idx="908">
                  <c:v>0.069988765623</c:v>
                </c:pt>
                <c:pt idx="909">
                  <c:v>0.0695381461116</c:v>
                </c:pt>
                <c:pt idx="910">
                  <c:v>0.0690914389248</c:v>
                </c:pt>
                <c:pt idx="911">
                  <c:v>0.0686486364856</c:v>
                </c:pt>
                <c:pt idx="912">
                  <c:v>0.0682097299275</c:v>
                </c:pt>
                <c:pt idx="913">
                  <c:v>0.0677747091461</c:v>
                </c:pt>
                <c:pt idx="914">
                  <c:v>0.0673435628511</c:v>
                </c:pt>
                <c:pt idx="915">
                  <c:v>0.0669162786166</c:v>
                </c:pt>
                <c:pt idx="916">
                  <c:v>0.0664928429316</c:v>
                </c:pt>
                <c:pt idx="917">
                  <c:v>0.0660732412497</c:v>
                </c:pt>
                <c:pt idx="918">
                  <c:v>0.0656574580376</c:v>
                </c:pt>
                <c:pt idx="919">
                  <c:v>0.0652454768229</c:v>
                </c:pt>
                <c:pt idx="920">
                  <c:v>0.0648372802417</c:v>
                </c:pt>
                <c:pt idx="921">
                  <c:v>0.0644328500842</c:v>
                </c:pt>
                <c:pt idx="922">
                  <c:v>0.0640321673401</c:v>
                </c:pt>
                <c:pt idx="923">
                  <c:v>0.0636352122427</c:v>
                </c:pt>
                <c:pt idx="924">
                  <c:v>0.0632419643121</c:v>
                </c:pt>
                <c:pt idx="925">
                  <c:v>0.0628524023973</c:v>
                </c:pt>
                <c:pt idx="926">
                  <c:v>0.0624665047172</c:v>
                </c:pt>
                <c:pt idx="927">
                  <c:v>0.0620842489004</c:v>
                </c:pt>
                <c:pt idx="928">
                  <c:v>0.0617056120245</c:v>
                </c:pt>
                <c:pt idx="929">
                  <c:v>0.0613305706532</c:v>
                </c:pt>
                <c:pt idx="930">
                  <c:v>0.0609591008737</c:v>
                </c:pt>
                <c:pt idx="931">
                  <c:v>0.0605911783315</c:v>
                </c:pt>
                <c:pt idx="932">
                  <c:v>0.0602267782652</c:v>
                </c:pt>
                <c:pt idx="933">
                  <c:v>0.0598658755399</c:v>
                </c:pt>
                <c:pt idx="934">
                  <c:v>0.0595084446792</c:v>
                </c:pt>
                <c:pt idx="935">
                  <c:v>0.0591544598962</c:v>
                </c:pt>
                <c:pt idx="936">
                  <c:v>0.0588038951239</c:v>
                </c:pt>
                <c:pt idx="937">
                  <c:v>0.058456724044</c:v>
                </c:pt>
                <c:pt idx="938">
                  <c:v>0.0581129201147</c:v>
                </c:pt>
                <c:pt idx="939">
                  <c:v>0.0577724565975</c:v>
                </c:pt>
                <c:pt idx="940">
                  <c:v>0.0574353065835</c:v>
                </c:pt>
                <c:pt idx="941">
                  <c:v>0.0571014430174</c:v>
                </c:pt>
                <c:pt idx="942">
                  <c:v>0.0567708387221</c:v>
                </c:pt>
                <c:pt idx="943">
                  <c:v>0.0564434664214</c:v>
                </c:pt>
                <c:pt idx="944">
                  <c:v>0.0561192987614</c:v>
                </c:pt>
                <c:pt idx="945">
                  <c:v>0.0557983083319</c:v>
                </c:pt>
                <c:pt idx="946">
                  <c:v>0.0554804676866</c:v>
                </c:pt>
                <c:pt idx="947">
                  <c:v>0.0551657493617</c:v>
                </c:pt>
                <c:pt idx="948">
                  <c:v>0.0548541258949</c:v>
                </c:pt>
                <c:pt idx="949">
                  <c:v>0.0545455698421</c:v>
                </c:pt>
                <c:pt idx="950">
                  <c:v>0.0542400537947</c:v>
                </c:pt>
                <c:pt idx="951">
                  <c:v>0.053937550395</c:v>
                </c:pt>
                <c:pt idx="952">
                  <c:v>0.0536380323513</c:v>
                </c:pt>
                <c:pt idx="953">
                  <c:v>0.0533414724525</c:v>
                </c:pt>
                <c:pt idx="954">
                  <c:v>0.0530478435813</c:v>
                </c:pt>
                <c:pt idx="955">
                  <c:v>0.0527571187271</c:v>
                </c:pt>
                <c:pt idx="956">
                  <c:v>0.0524692709985</c:v>
                </c:pt>
                <c:pt idx="957">
                  <c:v>0.0521842736343</c:v>
                </c:pt>
                <c:pt idx="958">
                  <c:v>0.0519021000149</c:v>
                </c:pt>
                <c:pt idx="959">
                  <c:v>0.0516227236719</c:v>
                </c:pt>
                <c:pt idx="960">
                  <c:v>0.0513461182983</c:v>
                </c:pt>
                <c:pt idx="961">
                  <c:v>0.0510722577575</c:v>
                </c:pt>
                <c:pt idx="962">
                  <c:v>0.0508011160914</c:v>
                </c:pt>
                <c:pt idx="963">
                  <c:v>0.0505326675286</c:v>
                </c:pt>
                <c:pt idx="964">
                  <c:v>0.0502668864921</c:v>
                </c:pt>
                <c:pt idx="965">
                  <c:v>0.050003747606</c:v>
                </c:pt>
                <c:pt idx="966">
                  <c:v>0.0497432257018</c:v>
                </c:pt>
                <c:pt idx="967">
                  <c:v>0.0494852958249</c:v>
                </c:pt>
                <c:pt idx="968">
                  <c:v>0.0492299332398</c:v>
                </c:pt>
                <c:pt idx="969">
                  <c:v>0.0489771134353</c:v>
                </c:pt>
                <c:pt idx="970">
                  <c:v>0.0487268121295</c:v>
                </c:pt>
                <c:pt idx="971">
                  <c:v>0.048479005274</c:v>
                </c:pt>
                <c:pt idx="972">
                  <c:v>0.0482336690578</c:v>
                </c:pt>
                <c:pt idx="973">
                  <c:v>0.0479907799113</c:v>
                </c:pt>
                <c:pt idx="974">
                  <c:v>0.0477503145092</c:v>
                </c:pt>
                <c:pt idx="975">
                  <c:v>0.0475122497737</c:v>
                </c:pt>
                <c:pt idx="976">
                  <c:v>0.0472765628774</c:v>
                </c:pt>
                <c:pt idx="977">
                  <c:v>0.0470432312452</c:v>
                </c:pt>
                <c:pt idx="978">
                  <c:v>0.0468122325569</c:v>
                </c:pt>
                <c:pt idx="979">
                  <c:v>0.0465835447487</c:v>
                </c:pt>
                <c:pt idx="980">
                  <c:v>0.046357146015</c:v>
                </c:pt>
                <c:pt idx="981">
                  <c:v>0.0461330148097</c:v>
                </c:pt>
                <c:pt idx="982">
                  <c:v>0.0459111298475</c:v>
                </c:pt>
                <c:pt idx="983">
                  <c:v>0.0456914701044</c:v>
                </c:pt>
                <c:pt idx="984">
                  <c:v>0.0454740148189</c:v>
                </c:pt>
                <c:pt idx="985">
                  <c:v>0.0452587434922</c:v>
                </c:pt>
                <c:pt idx="986">
                  <c:v>0.0450456358886</c:v>
                </c:pt>
                <c:pt idx="987">
                  <c:v>0.0448346720358</c:v>
                </c:pt>
                <c:pt idx="988">
                  <c:v>0.0446258322248</c:v>
                </c:pt>
                <c:pt idx="989">
                  <c:v>0.0444190970097</c:v>
                </c:pt>
                <c:pt idx="990">
                  <c:v>0.0442144472075</c:v>
                </c:pt>
                <c:pt idx="991">
                  <c:v>0.0440118638976</c:v>
                </c:pt>
                <c:pt idx="992">
                  <c:v>0.0438113284212</c:v>
                </c:pt>
                <c:pt idx="993">
                  <c:v>0.0436128223808</c:v>
                </c:pt>
                <c:pt idx="994">
                  <c:v>0.043416327639</c:v>
                </c:pt>
                <c:pt idx="995">
                  <c:v>0.0432218263183</c:v>
                </c:pt>
                <c:pt idx="996">
                  <c:v>0.0430293007991</c:v>
                </c:pt>
                <c:pt idx="997">
                  <c:v>0.0428387337195</c:v>
                </c:pt>
                <c:pt idx="998">
                  <c:v>0.0426501079736</c:v>
                </c:pt>
                <c:pt idx="999">
                  <c:v>0.0424634067102</c:v>
                </c:pt>
                <c:pt idx="1000">
                  <c:v>0.0422786133319</c:v>
                </c:pt>
                <c:pt idx="1001">
                  <c:v>0.042095711493</c:v>
                </c:pt>
                <c:pt idx="1002">
                  <c:v>0.0419146850986</c:v>
                </c:pt>
                <c:pt idx="1003">
                  <c:v>0.0417355183026</c:v>
                </c:pt>
                <c:pt idx="1004">
                  <c:v>0.0415581955063</c:v>
                </c:pt>
                <c:pt idx="1005">
                  <c:v>0.0413827013566</c:v>
                </c:pt>
                <c:pt idx="1006">
                  <c:v>0.0412090207442</c:v>
                </c:pt>
                <c:pt idx="1007">
                  <c:v>0.0410371388022</c:v>
                </c:pt>
                <c:pt idx="1008">
                  <c:v>0.0408670409037</c:v>
                </c:pt>
                <c:pt idx="1009">
                  <c:v>0.0406987126602</c:v>
                </c:pt>
                <c:pt idx="1010">
                  <c:v>0.0405321399197</c:v>
                </c:pt>
                <c:pt idx="1011">
                  <c:v>0.0403673087647</c:v>
                </c:pt>
                <c:pt idx="1012">
                  <c:v>0.0402042055101</c:v>
                </c:pt>
                <c:pt idx="1013">
                  <c:v>0.0400428167013</c:v>
                </c:pt>
                <c:pt idx="1014">
                  <c:v>0.039883129112</c:v>
                </c:pt>
                <c:pt idx="1015">
                  <c:v>0.0397251297423</c:v>
                </c:pt>
                <c:pt idx="1016">
                  <c:v>0.0395688058161</c:v>
                </c:pt>
                <c:pt idx="1017">
                  <c:v>0.0394141447795</c:v>
                </c:pt>
                <c:pt idx="1018">
                  <c:v>0.0392611342983</c:v>
                </c:pt>
                <c:pt idx="1019">
                  <c:v>0.0391097622559</c:v>
                </c:pt>
                <c:pt idx="1020">
                  <c:v>0.0389600167508</c:v>
                </c:pt>
                <c:pt idx="1021">
                  <c:v>0.0388118860948</c:v>
                </c:pt>
                <c:pt idx="1022">
                  <c:v>0.03866535881</c:v>
                </c:pt>
                <c:pt idx="1023">
                  <c:v>0.0385204236274</c:v>
                </c:pt>
                <c:pt idx="1024">
                  <c:v>0.0383770694835</c:v>
                </c:pt>
                <c:pt idx="1025">
                  <c:v>0.038235285519</c:v>
                </c:pt>
                <c:pt idx="1026">
                  <c:v>0.0380950610754</c:v>
                </c:pt>
                <c:pt idx="1027">
                  <c:v>0.0379563856934</c:v>
                </c:pt>
                <c:pt idx="1028">
                  <c:v>0.03781924911</c:v>
                </c:pt>
                <c:pt idx="1029">
                  <c:v>0.0376836412559</c:v>
                </c:pt>
                <c:pt idx="1030">
                  <c:v>0.0375495522536</c:v>
                </c:pt>
                <c:pt idx="1031">
                  <c:v>0.0374169724142</c:v>
                </c:pt>
                <c:pt idx="1032">
                  <c:v>0.0372858922353</c:v>
                </c:pt>
                <c:pt idx="1033">
                  <c:v>0.0371563023983</c:v>
                </c:pt>
                <c:pt idx="1034">
                  <c:v>0.0370281937656</c:v>
                </c:pt>
                <c:pt idx="1035">
                  <c:v>0.0369015573782</c:v>
                </c:pt>
                <c:pt idx="1036">
                  <c:v>0.0367763844529</c:v>
                </c:pt>
                <c:pt idx="1037">
                  <c:v>0.0366526663799</c:v>
                </c:pt>
                <c:pt idx="1038">
                  <c:v>0.0365303947194</c:v>
                </c:pt>
                <c:pt idx="1039">
                  <c:v>0.0364095611995</c:v>
                </c:pt>
                <c:pt idx="1040">
                  <c:v>0.0362901577131</c:v>
                </c:pt>
                <c:pt idx="1041">
                  <c:v>0.036172176315</c:v>
                </c:pt>
                <c:pt idx="1042">
                  <c:v>0.0360556092192</c:v>
                </c:pt>
                <c:pt idx="1043">
                  <c:v>0.0359404487959</c:v>
                </c:pt>
                <c:pt idx="1044">
                  <c:v>0.0358266875684</c:v>
                </c:pt>
                <c:pt idx="1045">
                  <c:v>0.0357143182105</c:v>
                </c:pt>
                <c:pt idx="1046">
                  <c:v>0.0356033335429</c:v>
                </c:pt>
                <c:pt idx="1047">
                  <c:v>0.0354937265305</c:v>
                </c:pt>
                <c:pt idx="1048">
                  <c:v>0.0353854902791</c:v>
                </c:pt>
                <c:pt idx="1049">
                  <c:v>0.0352786180325</c:v>
                </c:pt>
                <c:pt idx="1050">
                  <c:v>0.0351731031687</c:v>
                </c:pt>
                <c:pt idx="1051">
                  <c:v>0.0350689391972</c:v>
                </c:pt>
                <c:pt idx="1052">
                  <c:v>0.0349661197552</c:v>
                </c:pt>
                <c:pt idx="1053">
                  <c:v>0.0348646386047</c:v>
                </c:pt>
                <c:pt idx="1054">
                  <c:v>0.0347644896283</c:v>
                </c:pt>
                <c:pt idx="1055">
                  <c:v>0.0346656668266</c:v>
                </c:pt>
                <c:pt idx="1056">
                  <c:v>0.0345681643139</c:v>
                </c:pt>
                <c:pt idx="1057">
                  <c:v>0.034471976315</c:v>
                </c:pt>
                <c:pt idx="1058">
                  <c:v>0.0343770971612</c:v>
                </c:pt>
                <c:pt idx="1059">
                  <c:v>0.0342835212868</c:v>
                </c:pt>
                <c:pt idx="1060">
                  <c:v>0.0341912432252</c:v>
                </c:pt>
                <c:pt idx="1061">
                  <c:v>0.034100257605</c:v>
                </c:pt>
                <c:pt idx="1062">
                  <c:v>0.0340105591459</c:v>
                </c:pt>
                <c:pt idx="1063">
                  <c:v>0.0339221426551</c:v>
                </c:pt>
                <c:pt idx="1064">
                  <c:v>0.0338350030226</c:v>
                </c:pt>
                <c:pt idx="1065">
                  <c:v>0.0337491352176</c:v>
                </c:pt>
                <c:pt idx="1066">
                  <c:v>0.033664534284</c:v>
                </c:pt>
                <c:pt idx="1067">
                  <c:v>0.0335811953361</c:v>
                </c:pt>
                <c:pt idx="1068">
                  <c:v>0.0334991135541</c:v>
                </c:pt>
                <c:pt idx="1069">
                  <c:v>0.0334182841801</c:v>
                </c:pt>
                <c:pt idx="1070">
                  <c:v>0.033338702513</c:v>
                </c:pt>
                <c:pt idx="1071">
                  <c:v>0.0332603639044</c:v>
                </c:pt>
                <c:pt idx="1072">
                  <c:v>0.0331832637533</c:v>
                </c:pt>
                <c:pt idx="1073">
                  <c:v>0.0331073975022</c:v>
                </c:pt>
                <c:pt idx="1074">
                  <c:v>0.0330327606314</c:v>
                </c:pt>
                <c:pt idx="1075">
                  <c:v>0.0329593486546</c:v>
                </c:pt>
                <c:pt idx="1076">
                  <c:v>0.0328871571139</c:v>
                </c:pt>
                <c:pt idx="1077">
                  <c:v>0.0328161815743</c:v>
                </c:pt>
                <c:pt idx="1078">
                  <c:v>0.0327464176193</c:v>
                </c:pt>
                <c:pt idx="1079">
                  <c:v>0.0326778608448</c:v>
                </c:pt>
                <c:pt idx="1080">
                  <c:v>0.0326105068545</c:v>
                </c:pt>
                <c:pt idx="1081">
                  <c:v>0.0325443512542</c:v>
                </c:pt>
                <c:pt idx="1082">
                  <c:v>0.0324793896465</c:v>
                </c:pt>
                <c:pt idx="1083">
                  <c:v>0.032415617625</c:v>
                </c:pt>
                <c:pt idx="1084">
                  <c:v>0.0323530307691</c:v>
                </c:pt>
                <c:pt idx="1085">
                  <c:v>0.0322916246381</c:v>
                </c:pt>
                <c:pt idx="1086">
                  <c:v>0.0322313947653</c:v>
                </c:pt>
                <c:pt idx="1087">
                  <c:v>0.0321723366524</c:v>
                </c:pt>
                <c:pt idx="1088">
                  <c:v>0.0321144457639</c:v>
                </c:pt>
                <c:pt idx="1089">
                  <c:v>0.0320577175204</c:v>
                </c:pt>
                <c:pt idx="1090">
                  <c:v>0.0320021472932</c:v>
                </c:pt>
                <c:pt idx="1091">
                  <c:v>0.0319477303982</c:v>
                </c:pt>
                <c:pt idx="1092">
                  <c:v>0.0318944620895</c:v>
                </c:pt>
                <c:pt idx="1093">
                  <c:v>0.0318423375532</c:v>
                </c:pt>
                <c:pt idx="1094">
                  <c:v>0.0317913519016</c:v>
                </c:pt>
                <c:pt idx="1095">
                  <c:v>0.0317415001663</c:v>
                </c:pt>
                <c:pt idx="1096">
                  <c:v>0.0316927772923</c:v>
                </c:pt>
                <c:pt idx="1097">
                  <c:v>0.0316451781316</c:v>
                </c:pt>
                <c:pt idx="1098">
                  <c:v>0.0315986974364</c:v>
                </c:pt>
                <c:pt idx="1099">
                  <c:v>0.0315533298533</c:v>
                </c:pt>
                <c:pt idx="1100">
                  <c:v>0.0315090699161</c:v>
                </c:pt>
                <c:pt idx="1101">
                  <c:v>0.0314659120399</c:v>
                </c:pt>
                <c:pt idx="1102">
                  <c:v>0.0314238505144</c:v>
                </c:pt>
                <c:pt idx="1103">
                  <c:v>0.0313828794972</c:v>
                </c:pt>
                <c:pt idx="1104">
                  <c:v>0.0313429930074</c:v>
                </c:pt>
                <c:pt idx="1105">
                  <c:v>0.0313041849193</c:v>
                </c:pt>
                <c:pt idx="1106">
                  <c:v>0.0312664489556</c:v>
                </c:pt>
                <c:pt idx="1107">
                  <c:v>0.031229778681</c:v>
                </c:pt>
                <c:pt idx="1108">
                  <c:v>0.0311941674959</c:v>
                </c:pt>
                <c:pt idx="1109">
                  <c:v>0.0311596086298</c:v>
                </c:pt>
                <c:pt idx="1110">
                  <c:v>0.0311260951352</c:v>
                </c:pt>
                <c:pt idx="1111">
                  <c:v>0.0310936198809</c:v>
                </c:pt>
                <c:pt idx="1112">
                  <c:v>0.0310621755462</c:v>
                </c:pt>
                <c:pt idx="1113">
                  <c:v>0.0310317546144</c:v>
                </c:pt>
                <c:pt idx="1114">
                  <c:v>0.031002349367</c:v>
                </c:pt>
                <c:pt idx="1115">
                  <c:v>0.0309739518777</c:v>
                </c:pt>
                <c:pt idx="1116">
                  <c:v>0.0309465540064</c:v>
                </c:pt>
                <c:pt idx="1117">
                  <c:v>0.0309201473936</c:v>
                </c:pt>
                <c:pt idx="1118">
                  <c:v>0.0308947234549</c:v>
                </c:pt>
                <c:pt idx="1119">
                  <c:v>0.0308702733755</c:v>
                </c:pt>
                <c:pt idx="1120">
                  <c:v>0.0308467881048</c:v>
                </c:pt>
                <c:pt idx="1121">
                  <c:v>0.0308242583516</c:v>
                </c:pt>
                <c:pt idx="1122">
                  <c:v>0.0308026745791</c:v>
                </c:pt>
                <c:pt idx="1123">
                  <c:v>0.030782027</c:v>
                </c:pt>
                <c:pt idx="1124">
                  <c:v>0.0307623055722</c:v>
                </c:pt>
                <c:pt idx="1125">
                  <c:v>0.0307434999947</c:v>
                </c:pt>
                <c:pt idx="1126">
                  <c:v>0.0307255997031</c:v>
                </c:pt>
                <c:pt idx="1127">
                  <c:v>0.0307085938663</c:v>
                </c:pt>
                <c:pt idx="1128">
                  <c:v>0.0306924713827</c:v>
                </c:pt>
                <c:pt idx="1129">
                  <c:v>0.0306772208769</c:v>
                </c:pt>
                <c:pt idx="1130">
                  <c:v>0.0306628306969</c:v>
                </c:pt>
                <c:pt idx="1131">
                  <c:v>0.0306492889111</c:v>
                </c:pt>
                <c:pt idx="1132">
                  <c:v>0.0306365833061</c:v>
                </c:pt>
                <c:pt idx="1133">
                  <c:v>0.0306247013846</c:v>
                </c:pt>
                <c:pt idx="1134">
                  <c:v>0.0306136303631</c:v>
                </c:pt>
                <c:pt idx="1135">
                  <c:v>0.0306033571708</c:v>
                </c:pt>
                <c:pt idx="1136">
                  <c:v>0.0305938684482</c:v>
                </c:pt>
                <c:pt idx="1137">
                  <c:v>0.0305851505458</c:v>
                </c:pt>
                <c:pt idx="1138">
                  <c:v>0.0305771895241</c:v>
                </c:pt>
                <c:pt idx="1139">
                  <c:v>0.0305699711524</c:v>
                </c:pt>
                <c:pt idx="1140">
                  <c:v>0.0305634809093</c:v>
                </c:pt>
                <c:pt idx="1141">
                  <c:v>0.0305577039827</c:v>
                </c:pt>
                <c:pt idx="1142">
                  <c:v>0.0305526252701</c:v>
                </c:pt>
                <c:pt idx="1143">
                  <c:v>0.0305482293795</c:v>
                </c:pt>
                <c:pt idx="1144">
                  <c:v>0.03054450063</c:v>
                </c:pt>
                <c:pt idx="1145">
                  <c:v>0.0305414230536</c:v>
                </c:pt>
                <c:pt idx="1146">
                  <c:v>0.0305389803962</c:v>
                </c:pt>
                <c:pt idx="1147">
                  <c:v>0.0305371561192</c:v>
                </c:pt>
                <c:pt idx="1148">
                  <c:v>0.0305359334014</c:v>
                </c:pt>
                <c:pt idx="1149">
                  <c:v>0.0305352951413</c:v>
                </c:pt>
                <c:pt idx="1150">
                  <c:v>0.0305352239587</c:v>
                </c:pt>
                <c:pt idx="1151">
                  <c:v>0.0305357021974</c:v>
                </c:pt>
                <c:pt idx="1152">
                  <c:v>0.0305367119276</c:v>
                </c:pt>
                <c:pt idx="1153">
                  <c:v>0.0305382349483</c:v>
                </c:pt>
                <c:pt idx="1154">
                  <c:v>0.0305402527897</c:v>
                </c:pt>
                <c:pt idx="1155">
                  <c:v>0.0305427467164</c:v>
                </c:pt>
                <c:pt idx="1156">
                  <c:v>0.0305456977294</c:v>
                </c:pt>
                <c:pt idx="1157">
                  <c:v>0.0305490865696</c:v>
                </c:pt>
                <c:pt idx="1158">
                  <c:v>0.0305528937195</c:v>
                </c:pt>
                <c:pt idx="1159">
                  <c:v>0.0305570994068</c:v>
                </c:pt>
                <c:pt idx="1160">
                  <c:v>0.0305616836064</c:v>
                </c:pt>
                <c:pt idx="1161">
                  <c:v>0.0305666260433</c:v>
                </c:pt>
                <c:pt idx="1162">
                  <c:v>0.0305719061949</c:v>
                </c:pt>
                <c:pt idx="1163">
                  <c:v>0.0305775032934</c:v>
                </c:pt>
                <c:pt idx="1164">
                  <c:v>0.0305833963281</c:v>
                </c:pt>
                <c:pt idx="1165">
                  <c:v>0.0305895640474</c:v>
                </c:pt>
                <c:pt idx="1166">
                  <c:v>0.0305959849611</c:v>
                </c:pt>
                <c:pt idx="1167">
                  <c:v>0.0306026373421</c:v>
                </c:pt>
                <c:pt idx="1168">
                  <c:v>0.0306094992277</c:v>
                </c:pt>
                <c:pt idx="1169">
                  <c:v>0.0306165484221</c:v>
                </c:pt>
                <c:pt idx="1170">
                  <c:v>0.0306237624967</c:v>
                </c:pt>
                <c:pt idx="1171">
                  <c:v>0.0306311187923</c:v>
                </c:pt>
                <c:pt idx="1172">
                  <c:v>0.0306385944195</c:v>
                </c:pt>
                <c:pt idx="1173">
                  <c:v>0.03064616626</c:v>
                </c:pt>
                <c:pt idx="1174">
                  <c:v>0.0306538109672</c:v>
                </c:pt>
                <c:pt idx="1175">
                  <c:v>0.0306615049673</c:v>
                </c:pt>
                <c:pt idx="1176">
                  <c:v>0.0306692244592</c:v>
                </c:pt>
                <c:pt idx="1177">
                  <c:v>0.0306769454157</c:v>
                </c:pt>
                <c:pt idx="1178">
                  <c:v>0.0306846435832</c:v>
                </c:pt>
                <c:pt idx="1179">
                  <c:v>0.0306922944828</c:v>
                </c:pt>
                <c:pt idx="1180">
                  <c:v>0.03069987341</c:v>
                </c:pt>
                <c:pt idx="1181">
                  <c:v>0.0307073554354</c:v>
                </c:pt>
                <c:pt idx="1182">
                  <c:v>0.0307147154051</c:v>
                </c:pt>
                <c:pt idx="1183">
                  <c:v>0.0307219279407</c:v>
                </c:pt>
                <c:pt idx="1184">
                  <c:v>0.0307289674408</c:v>
                </c:pt>
                <c:pt idx="1185">
                  <c:v>0.0307358080805</c:v>
                </c:pt>
                <c:pt idx="1186">
                  <c:v>0.0307424238134</c:v>
                </c:pt>
                <c:pt idx="1187">
                  <c:v>0.0307487883722</c:v>
                </c:pt>
                <c:pt idx="1188">
                  <c:v>0.03075487527</c:v>
                </c:pt>
                <c:pt idx="1189">
                  <c:v>0.0307606578025</c:v>
                </c:pt>
                <c:pt idx="1190">
                  <c:v>0.0307661090497</c:v>
                </c:pt>
                <c:pt idx="1191">
                  <c:v>0.0307712018787</c:v>
                </c:pt>
                <c:pt idx="1192">
                  <c:v>0.0307759089467</c:v>
                </c:pt>
                <c:pt idx="1193">
                  <c:v>0.0307802027045</c:v>
                </c:pt>
                <c:pt idx="1194">
                  <c:v>0.0307840554006</c:v>
                </c:pt>
                <c:pt idx="1195">
                  <c:v>0.0307874390862</c:v>
                </c:pt>
                <c:pt idx="1196">
                  <c:v>0.0307903256206</c:v>
                </c:pt>
                <c:pt idx="1197">
                  <c:v>0.0307926866771</c:v>
                </c:pt>
                <c:pt idx="1198">
                  <c:v>0.0307944937507</c:v>
                </c:pt>
                <c:pt idx="1199">
                  <c:v>0.0307957181655</c:v>
                </c:pt>
                <c:pt idx="1200">
                  <c:v>0.0307963310839</c:v>
                </c:pt>
                <c:pt idx="1201">
                  <c:v>0.030796303516</c:v>
                </c:pt>
                <c:pt idx="1202">
                  <c:v>0.0307956063308</c:v>
                </c:pt>
                <c:pt idx="1203">
                  <c:v>0.0307942102679</c:v>
                </c:pt>
                <c:pt idx="1204">
                  <c:v>0.0307920859508</c:v>
                </c:pt>
                <c:pt idx="1205">
                  <c:v>0.0307892039007</c:v>
                </c:pt>
                <c:pt idx="1206">
                  <c:v>0.0307855345524</c:v>
                </c:pt>
                <c:pt idx="1207">
                  <c:v>0.0307810482706</c:v>
                </c:pt>
                <c:pt idx="1208">
                  <c:v>0.0307757153681</c:v>
                </c:pt>
                <c:pt idx="1209">
                  <c:v>0.0307695061253</c:v>
                </c:pt>
                <c:pt idx="1210">
                  <c:v>0.0307623908105</c:v>
                </c:pt>
                <c:pt idx="1211">
                  <c:v>0.0307543397024</c:v>
                </c:pt>
                <c:pt idx="1212">
                  <c:v>0.0307453231134</c:v>
                </c:pt>
                <c:pt idx="1213">
                  <c:v>0.0307353114146</c:v>
                </c:pt>
                <c:pt idx="1214">
                  <c:v>0.0307242750625</c:v>
                </c:pt>
                <c:pt idx="1215">
                  <c:v>0.0307121846264</c:v>
                </c:pt>
                <c:pt idx="1216">
                  <c:v>0.0306990108182</c:v>
                </c:pt>
                <c:pt idx="1217">
                  <c:v>0.0306847245229</c:v>
                </c:pt>
                <c:pt idx="1218">
                  <c:v>0.0306692968312</c:v>
                </c:pt>
                <c:pt idx="1219">
                  <c:v>0.0306526990725</c:v>
                </c:pt>
                <c:pt idx="1220">
                  <c:v>0.030634902851</c:v>
                </c:pt>
                <c:pt idx="1221">
                  <c:v>0.0306158800811</c:v>
                </c:pt>
                <c:pt idx="1222">
                  <c:v>0.030595603026</c:v>
                </c:pt>
                <c:pt idx="1223">
                  <c:v>0.0305740443362</c:v>
                </c:pt>
                <c:pt idx="1224">
                  <c:v>0.0305511770898</c:v>
                </c:pt>
                <c:pt idx="1225">
                  <c:v>0.0305269748342</c:v>
                </c:pt>
                <c:pt idx="1226">
                  <c:v>0.0305014116284</c:v>
                </c:pt>
                <c:pt idx="1227">
                  <c:v>0.0304744620861</c:v>
                </c:pt>
                <c:pt idx="1228">
                  <c:v>0.0304461014204</c:v>
                </c:pt>
                <c:pt idx="1229">
                  <c:v>0.0304163054891</c:v>
                </c:pt>
                <c:pt idx="1230">
                  <c:v>0.0303850508395</c:v>
                </c:pt>
                <c:pt idx="1231">
                  <c:v>0.0303523147559</c:v>
                </c:pt>
                <c:pt idx="1232">
                  <c:v>0.0303180753054</c:v>
                </c:pt>
                <c:pt idx="1233">
                  <c:v>0.0302823113851</c:v>
                </c:pt>
                <c:pt idx="1234">
                  <c:v>0.0302450027695</c:v>
                </c:pt>
                <c:pt idx="1235">
                  <c:v>0.030206130157</c:v>
                </c:pt>
                <c:pt idx="1236">
                  <c:v>0.0301656752175</c:v>
                </c:pt>
                <c:pt idx="1237">
                  <c:v>0.0301236206379</c:v>
                </c:pt>
                <c:pt idx="1238">
                  <c:v>0.0300799501689</c:v>
                </c:pt>
                <c:pt idx="1239">
                  <c:v>0.0300346486699</c:v>
                </c:pt>
                <c:pt idx="1240">
                  <c:v>0.0299877021532</c:v>
                </c:pt>
                <c:pt idx="1241">
                  <c:v>0.0299390978275</c:v>
                </c:pt>
                <c:pt idx="1242">
                  <c:v>0.0298888241393</c:v>
                </c:pt>
                <c:pt idx="1243">
                  <c:v>0.029836870814</c:v>
                </c:pt>
                <c:pt idx="1244">
                  <c:v>0.0297832288945</c:v>
                </c:pt>
                <c:pt idx="1245">
                  <c:v>0.0297278907776</c:v>
                </c:pt>
                <c:pt idx="1246">
                  <c:v>0.0296708502496</c:v>
                </c:pt>
                <c:pt idx="1247">
                  <c:v>0.0296121025184</c:v>
                </c:pt>
                <c:pt idx="1248">
                  <c:v>0.0295516442443</c:v>
                </c:pt>
                <c:pt idx="1249">
                  <c:v>0.0294894735667</c:v>
                </c:pt>
                <c:pt idx="1250">
                  <c:v>0.0294255901298</c:v>
                </c:pt>
                <c:pt idx="1251">
                  <c:v>0.0293599951044</c:v>
                </c:pt>
                <c:pt idx="1252">
                  <c:v>0.0292926912062</c:v>
                </c:pt>
                <c:pt idx="1253">
                  <c:v>0.029223682712</c:v>
                </c:pt>
                <c:pt idx="1254">
                  <c:v>0.029152975472</c:v>
                </c:pt>
                <c:pt idx="1255">
                  <c:v>0.0290805769182</c:v>
                </c:pt>
                <c:pt idx="1256">
                  <c:v>0.0290064960701</c:v>
                </c:pt>
                <c:pt idx="1257">
                  <c:v>0.0289307435363</c:v>
                </c:pt>
                <c:pt idx="1258">
                  <c:v>0.0288533315122</c:v>
                </c:pt>
                <c:pt idx="1259">
                  <c:v>0.0287742737744</c:v>
                </c:pt>
                <c:pt idx="1260">
                  <c:v>0.028693585671</c:v>
                </c:pt>
                <c:pt idx="1261">
                  <c:v>0.028611284108</c:v>
                </c:pt>
                <c:pt idx="1262">
                  <c:v>0.0285273875323</c:v>
                </c:pt>
                <c:pt idx="1263">
                  <c:v>0.0284419159107</c:v>
                </c:pt>
                <c:pt idx="1264">
                  <c:v>0.0283548907045</c:v>
                </c:pt>
                <c:pt idx="1265">
                  <c:v>0.0282663348417</c:v>
                </c:pt>
                <c:pt idx="1266">
                  <c:v>0.0281762726844</c:v>
                </c:pt>
                <c:pt idx="1267">
                  <c:v>0.0280847299934</c:v>
                </c:pt>
                <c:pt idx="1268">
                  <c:v>0.0279917338888</c:v>
                </c:pt>
                <c:pt idx="1269">
                  <c:v>0.0278973128081</c:v>
                </c:pt>
                <c:pt idx="1270">
                  <c:v>0.02780149646</c:v>
                </c:pt>
                <c:pt idx="1271">
                  <c:v>0.0277043157764</c:v>
                </c:pt>
                <c:pt idx="1272">
                  <c:v>0.027605802861</c:v>
                </c:pt>
                <c:pt idx="1273">
                  <c:v>0.0275059909352</c:v>
                </c:pt>
                <c:pt idx="1274">
                  <c:v>0.0274049142817</c:v>
                </c:pt>
                <c:pt idx="1275">
                  <c:v>0.0273026081859</c:v>
                </c:pt>
                <c:pt idx="1276">
                  <c:v>0.0271991088755</c:v>
                </c:pt>
                <c:pt idx="1277">
                  <c:v>0.0270944534578</c:v>
                </c:pt>
                <c:pt idx="1278">
                  <c:v>0.026988679856</c:v>
                </c:pt>
                <c:pt idx="1279">
                  <c:v>0.0268818267438</c:v>
                </c:pt>
                <c:pt idx="1280">
                  <c:v>0.0267739334793</c:v>
                </c:pt>
                <c:pt idx="1281">
                  <c:v>0.0266650400378</c:v>
                </c:pt>
                <c:pt idx="1282">
                  <c:v>0.0265551869437</c:v>
                </c:pt>
                <c:pt idx="1283">
                  <c:v>0.0264444152032</c:v>
                </c:pt>
                <c:pt idx="1284">
                  <c:v>0.0263327662357</c:v>
                </c:pt>
                <c:pt idx="1285">
                  <c:v>0.0262202818055</c:v>
                </c:pt>
                <c:pt idx="1286">
                  <c:v>0.0261070039548</c:v>
                </c:pt>
                <c:pt idx="1287">
                  <c:v>0.0259929749359</c:v>
                </c:pt>
                <c:pt idx="1288">
                  <c:v>0.0258782371454</c:v>
                </c:pt>
                <c:pt idx="1289">
                  <c:v>0.0257628330586</c:v>
                </c:pt>
                <c:pt idx="1290">
                  <c:v>0.0256468051655</c:v>
                </c:pt>
                <c:pt idx="1291">
                  <c:v>0.0255301959076</c:v>
                </c:pt>
                <c:pt idx="1292">
                  <c:v>0.0254130476174</c:v>
                </c:pt>
                <c:pt idx="1293">
                  <c:v>0.0252954024579</c:v>
                </c:pt>
                <c:pt idx="1294">
                  <c:v>0.0251773023658</c:v>
                </c:pt>
                <c:pt idx="1295">
                  <c:v>0.0250587889949</c:v>
                </c:pt>
                <c:pt idx="1296">
                  <c:v>0.0249399036629</c:v>
                </c:pt>
                <c:pt idx="1297">
                  <c:v>0.0248206873</c:v>
                </c:pt>
                <c:pt idx="1298">
                  <c:v>0.0247011803991</c:v>
                </c:pt>
                <c:pt idx="1299">
                  <c:v>0.0245814229699</c:v>
                </c:pt>
                <c:pt idx="1300">
                  <c:v>0.0244614544933</c:v>
                </c:pt>
                <c:pt idx="1301">
                  <c:v>0.0243413138808</c:v>
                </c:pt>
                <c:pt idx="1302">
                  <c:v>0.0242210394338</c:v>
                </c:pt>
                <c:pt idx="1303">
                  <c:v>0.0241006688078</c:v>
                </c:pt>
                <c:pt idx="1304">
                  <c:v>0.0239802389774</c:v>
                </c:pt>
                <c:pt idx="1305">
                  <c:v>0.023859786205</c:v>
                </c:pt>
                <c:pt idx="1306">
                  <c:v>0.0237393460113</c:v>
                </c:pt>
                <c:pt idx="1307">
                  <c:v>0.0236189531489</c:v>
                </c:pt>
                <c:pt idx="1308">
                  <c:v>0.0234986415784</c:v>
                </c:pt>
                <c:pt idx="1309">
                  <c:v>0.0233784444461</c:v>
                </c:pt>
                <c:pt idx="1310">
                  <c:v>0.0232583940656</c:v>
                </c:pt>
                <c:pt idx="1311">
                  <c:v>0.0231385219005</c:v>
                </c:pt>
                <c:pt idx="1312">
                  <c:v>0.0230188585502</c:v>
                </c:pt>
                <c:pt idx="1313">
                  <c:v>0.0228994337376</c:v>
                </c:pt>
                <c:pt idx="1314">
                  <c:v>0.0227802762992</c:v>
                </c:pt>
                <c:pt idx="1315">
                  <c:v>0.0226614141771</c:v>
                </c:pt>
                <c:pt idx="1316">
                  <c:v>0.0225428744135</c:v>
                </c:pt>
                <c:pt idx="1317">
                  <c:v>0.0224246831463</c:v>
                </c:pt>
                <c:pt idx="1318">
                  <c:v>0.0223068656079</c:v>
                </c:pt>
                <c:pt idx="1319">
                  <c:v>0.0221894461245</c:v>
                </c:pt>
                <c:pt idx="1320">
                  <c:v>0.0220724481177</c:v>
                </c:pt>
                <c:pt idx="1321">
                  <c:v>0.0219558941078</c:v>
                </c:pt>
                <c:pt idx="1322">
                  <c:v>0.0218398057187</c:v>
                </c:pt>
                <c:pt idx="1323">
                  <c:v>0.0217242036836</c:v>
                </c:pt>
                <c:pt idx="1324">
                  <c:v>0.0216091078529</c:v>
                </c:pt>
                <c:pt idx="1325">
                  <c:v>0.0214945372028</c:v>
                </c:pt>
                <c:pt idx="1326">
                  <c:v>0.0213805098451</c:v>
                </c:pt>
                <c:pt idx="1327">
                  <c:v>0.0212670430386</c:v>
                </c:pt>
                <c:pt idx="1328">
                  <c:v>0.0211541532009</c:v>
                </c:pt>
                <c:pt idx="1329">
                  <c:v>0.0210418559214</c:v>
                </c:pt>
                <c:pt idx="1330">
                  <c:v>0.0209301659749</c:v>
                </c:pt>
                <c:pt idx="1331">
                  <c:v>0.0208190973366</c:v>
                </c:pt>
                <c:pt idx="1332">
                  <c:v>0.0207086631972</c:v>
                </c:pt>
                <c:pt idx="1333">
                  <c:v>0.0205988759784</c:v>
                </c:pt>
                <c:pt idx="1334">
                  <c:v>0.0204897473498</c:v>
                </c:pt>
                <c:pt idx="1335">
                  <c:v>0.0203812882455</c:v>
                </c:pt>
                <c:pt idx="1336">
                  <c:v>0.0202735088813</c:v>
                </c:pt>
                <c:pt idx="1337">
                  <c:v>0.0201664187728</c:v>
                </c:pt>
                <c:pt idx="1338">
                  <c:v>0.0200600267526</c:v>
                </c:pt>
                <c:pt idx="1339">
                  <c:v>0.0199543409891</c:v>
                </c:pt>
                <c:pt idx="1340">
                  <c:v>0.0198493690046</c:v>
                </c:pt>
                <c:pt idx="1341">
                  <c:v>0.0197451176934</c:v>
                </c:pt>
                <c:pt idx="1342">
                  <c:v>0.0196415933408</c:v>
                </c:pt>
                <c:pt idx="1343">
                  <c:v>0.0195388016415</c:v>
                </c:pt>
                <c:pt idx="1344">
                  <c:v>0.0194367477181</c:v>
                </c:pt>
                <c:pt idx="1345">
                  <c:v>0.0193354361395</c:v>
                </c:pt>
                <c:pt idx="1346">
                  <c:v>0.0192348709395</c:v>
                </c:pt>
                <c:pt idx="1347">
                  <c:v>0.0191350556351</c:v>
                </c:pt>
                <c:pt idx="1348">
                  <c:v>0.0190359932443</c:v>
                </c:pt>
                <c:pt idx="1349">
                  <c:v>0.0189376863046</c:v>
                </c:pt>
                <c:pt idx="1350">
                  <c:v>0.0188401368903</c:v>
                </c:pt>
                <c:pt idx="1351">
                  <c:v>0.0187433466303</c:v>
                </c:pt>
                <c:pt idx="1352">
                  <c:v>0.0186473167253</c:v>
                </c:pt>
                <c:pt idx="1353">
                  <c:v>0.0185520479647</c:v>
                </c:pt>
                <c:pt idx="1354">
                  <c:v>0.0184575407435</c:v>
                </c:pt>
                <c:pt idx="1355">
                  <c:v>0.0183637950786</c:v>
                </c:pt>
                <c:pt idx="1356">
                  <c:v>0.018270810625</c:v>
                </c:pt>
                <c:pt idx="1357">
                  <c:v>0.0181785866915</c:v>
                </c:pt>
                <c:pt idx="1358">
                  <c:v>0.0180871222562</c:v>
                </c:pt>
                <c:pt idx="1359">
                  <c:v>0.0179964159814</c:v>
                </c:pt>
                <c:pt idx="1360">
                  <c:v>0.0179064662286</c:v>
                </c:pt>
                <c:pt idx="1361">
                  <c:v>0.0178172710725</c:v>
                </c:pt>
                <c:pt idx="1362">
                  <c:v>0.0177288283156</c:v>
                </c:pt>
                <c:pt idx="1363">
                  <c:v>0.0176411355011</c:v>
                </c:pt>
                <c:pt idx="1364">
                  <c:v>0.0175541899266</c:v>
                </c:pt>
                <c:pt idx="1365">
                  <c:v>0.0174679886571</c:v>
                </c:pt>
                <c:pt idx="1366">
                  <c:v>0.017382528537</c:v>
                </c:pt>
                <c:pt idx="1367">
                  <c:v>0.0172978062026</c:v>
                </c:pt>
                <c:pt idx="1368">
                  <c:v>0.017213818094</c:v>
                </c:pt>
                <c:pt idx="1369">
                  <c:v>0.0171305604661</c:v>
                </c:pt>
                <c:pt idx="1370">
                  <c:v>0.0170480293997</c:v>
                </c:pt>
                <c:pt idx="1371">
                  <c:v>0.0169662208124</c:v>
                </c:pt>
                <c:pt idx="1372">
                  <c:v>0.0168851304688</c:v>
                </c:pt>
                <c:pt idx="1373">
                  <c:v>0.0168047539902</c:v>
                </c:pt>
                <c:pt idx="1374">
                  <c:v>0.0167250868647</c:v>
                </c:pt>
                <c:pt idx="1375">
                  <c:v>0.0166461244557</c:v>
                </c:pt>
                <c:pt idx="1376">
                  <c:v>0.0165678620117</c:v>
                </c:pt>
                <c:pt idx="1377">
                  <c:v>0.0164902946741</c:v>
                </c:pt>
                <c:pt idx="1378">
                  <c:v>0.016413417486</c:v>
                </c:pt>
                <c:pt idx="1379">
                  <c:v>0.0163372253996</c:v>
                </c:pt>
                <c:pt idx="1380">
                  <c:v>0.0162617132845</c:v>
                </c:pt>
                <c:pt idx="1381">
                  <c:v>0.0161868759342</c:v>
                </c:pt>
                <c:pt idx="1382">
                  <c:v>0.016112708074</c:v>
                </c:pt>
                <c:pt idx="1383">
                  <c:v>0.0160392043668</c:v>
                </c:pt>
                <c:pt idx="1384">
                  <c:v>0.0159663594203</c:v>
                </c:pt>
                <c:pt idx="1385">
                  <c:v>0.0158941677929</c:v>
                </c:pt>
                <c:pt idx="1386">
                  <c:v>0.0158226239993</c:v>
                </c:pt>
                <c:pt idx="1387">
                  <c:v>0.0157517225165</c:v>
                </c:pt>
                <c:pt idx="1388">
                  <c:v>0.0156814577893</c:v>
                </c:pt>
                <c:pt idx="1389">
                  <c:v>0.0156118242348</c:v>
                </c:pt>
                <c:pt idx="1390">
                  <c:v>0.0155428162481</c:v>
                </c:pt>
                <c:pt idx="1391">
                  <c:v>0.0154744282062</c:v>
                </c:pt>
                <c:pt idx="1392">
                  <c:v>0.0154066544731</c:v>
                </c:pt>
                <c:pt idx="1393">
                  <c:v>0.0153394894036</c:v>
                </c:pt>
                <c:pt idx="1394">
                  <c:v>0.0152729273474</c:v>
                </c:pt>
                <c:pt idx="1395">
                  <c:v>0.0152069626532</c:v>
                </c:pt>
                <c:pt idx="1396">
                  <c:v>0.0151415896718</c:v>
                </c:pt>
                <c:pt idx="1397">
                  <c:v>0.0150768027599</c:v>
                </c:pt>
                <c:pt idx="1398">
                  <c:v>0.0150125962835</c:v>
                </c:pt>
                <c:pt idx="1399">
                  <c:v>0.0149489646205</c:v>
                </c:pt>
                <c:pt idx="1400">
                  <c:v>0.0148859021639</c:v>
                </c:pt>
                <c:pt idx="1401">
                  <c:v>0.0148234033246</c:v>
                </c:pt>
                <c:pt idx="1402">
                  <c:v>0.0147614625337</c:v>
                </c:pt>
                <c:pt idx="1403">
                  <c:v>0.0147000742453</c:v>
                </c:pt>
                <c:pt idx="1404">
                  <c:v>0.0146392329387</c:v>
                </c:pt>
                <c:pt idx="1405">
                  <c:v>0.0145789331203</c:v>
                </c:pt>
                <c:pt idx="1406">
                  <c:v>0.0145191693259</c:v>
                </c:pt>
                <c:pt idx="1407">
                  <c:v>0.0144599361225</c:v>
                </c:pt>
                <c:pt idx="1408">
                  <c:v>0.0144012281102</c:v>
                </c:pt>
                <c:pt idx="1409">
                  <c:v>0.0143430399236</c:v>
                </c:pt>
                <c:pt idx="1410">
                  <c:v>0.0142853662336</c:v>
                </c:pt>
                <c:pt idx="1411">
                  <c:v>0.0142282017487</c:v>
                </c:pt>
                <c:pt idx="1412">
                  <c:v>0.0141715412165</c:v>
                </c:pt>
                <c:pt idx="1413">
                  <c:v>0.0141153794247</c:v>
                </c:pt>
                <c:pt idx="1414">
                  <c:v>0.0140597112023</c:v>
                </c:pt>
                <c:pt idx="1415">
                  <c:v>0.014004531421</c:v>
                </c:pt>
                <c:pt idx="1416">
                  <c:v>0.0139498349957</c:v>
                </c:pt>
                <c:pt idx="1417">
                  <c:v>0.0138956168858</c:v>
                </c:pt>
                <c:pt idx="1418">
                  <c:v>0.0138418720955</c:v>
                </c:pt>
                <c:pt idx="1419">
                  <c:v>0.0137885956752</c:v>
                </c:pt>
                <c:pt idx="1420">
                  <c:v>0.0137357827217</c:v>
                </c:pt>
                <c:pt idx="1421">
                  <c:v>0.0136834283788</c:v>
                </c:pt>
                <c:pt idx="1422">
                  <c:v>0.0136315278382</c:v>
                </c:pt>
                <c:pt idx="1423">
                  <c:v>0.0135800763396</c:v>
                </c:pt>
                <c:pt idx="1424">
                  <c:v>0.0135290691714</c:v>
                </c:pt>
                <c:pt idx="1425">
                  <c:v>0.0134785016709</c:v>
                </c:pt>
                <c:pt idx="1426">
                  <c:v>0.0134283692247</c:v>
                </c:pt>
                <c:pt idx="1427">
                  <c:v>0.0133786672688</c:v>
                </c:pt>
                <c:pt idx="1428">
                  <c:v>0.0133293912891</c:v>
                </c:pt>
                <c:pt idx="1429">
                  <c:v>0.0132805368213</c:v>
                </c:pt>
                <c:pt idx="1430">
                  <c:v>0.0132320994514</c:v>
                </c:pt>
                <c:pt idx="1431">
                  <c:v>0.0131840748154</c:v>
                </c:pt>
                <c:pt idx="1432">
                  <c:v>0.0131364585995</c:v>
                </c:pt>
                <c:pt idx="1433">
                  <c:v>0.0130892465402</c:v>
                </c:pt>
                <c:pt idx="1434">
                  <c:v>0.0130424344242</c:v>
                </c:pt>
                <c:pt idx="1435">
                  <c:v>0.0129960180886</c:v>
                </c:pt>
                <c:pt idx="1436">
                  <c:v>0.0129499934203</c:v>
                </c:pt>
                <c:pt idx="1437">
                  <c:v>0.0129043563566</c:v>
                </c:pt>
                <c:pt idx="1438">
                  <c:v>0.0128591028844</c:v>
                </c:pt>
                <c:pt idx="1439">
                  <c:v>0.0128142290405</c:v>
                </c:pt>
                <c:pt idx="1440">
                  <c:v>0.0127697309114</c:v>
                </c:pt>
                <c:pt idx="1441">
                  <c:v>0.0127256046329</c:v>
                </c:pt>
                <c:pt idx="1442">
                  <c:v>0.01268184639</c:v>
                </c:pt>
                <c:pt idx="1443">
                  <c:v>0.0126384524168</c:v>
                </c:pt>
                <c:pt idx="1444">
                  <c:v>0.0125954189959</c:v>
                </c:pt>
                <c:pt idx="1445">
                  <c:v>0.0125527424585</c:v>
                </c:pt>
                <c:pt idx="1446">
                  <c:v>0.0125104191842</c:v>
                </c:pt>
                <c:pt idx="1447">
                  <c:v>0.0124684456001</c:v>
                </c:pt>
                <c:pt idx="1448">
                  <c:v>0.0124268181811</c:v>
                </c:pt>
                <c:pt idx="1449">
                  <c:v>0.0123855334496</c:v>
                </c:pt>
                <c:pt idx="1450">
                  <c:v>0.0123445879747</c:v>
                </c:pt>
                <c:pt idx="1451">
                  <c:v>0.0123039783721</c:v>
                </c:pt>
                <c:pt idx="1452">
                  <c:v>0.0122637013039</c:v>
                </c:pt>
                <c:pt idx="1453">
                  <c:v>0.0122237534783</c:v>
                </c:pt>
                <c:pt idx="1454">
                  <c:v>0.0121841316487</c:v>
                </c:pt>
                <c:pt idx="1455">
                  <c:v>0.0121448326141</c:v>
                </c:pt>
                <c:pt idx="1456">
                  <c:v>0.0121058532182</c:v>
                </c:pt>
                <c:pt idx="1457">
                  <c:v>0.0120671903489</c:v>
                </c:pt>
                <c:pt idx="1458">
                  <c:v>0.0120288409387</c:v>
                </c:pt>
                <c:pt idx="1459">
                  <c:v>0.0119908019635</c:v>
                </c:pt>
                <c:pt idx="1460">
                  <c:v>0.0119530704425</c:v>
                </c:pt>
                <c:pt idx="1461">
                  <c:v>0.0119156434379</c:v>
                </c:pt>
                <c:pt idx="1462">
                  <c:v>0.0118785180544</c:v>
                </c:pt>
                <c:pt idx="1463">
                  <c:v>0.011841691439</c:v>
                </c:pt>
                <c:pt idx="1464">
                  <c:v>0.0118051607801</c:v>
                </c:pt>
                <c:pt idx="1465">
                  <c:v>0.0117689233078</c:v>
                </c:pt>
                <c:pt idx="1466">
                  <c:v>0.011732976293</c:v>
                </c:pt>
                <c:pt idx="1467">
                  <c:v>0.011697317047</c:v>
                </c:pt>
                <c:pt idx="1468">
                  <c:v>0.0116619429215</c:v>
                </c:pt>
                <c:pt idx="1469">
                  <c:v>0.0116268513078</c:v>
                </c:pt>
                <c:pt idx="1470">
                  <c:v>0.0115920396366</c:v>
                </c:pt>
                <c:pt idx="1471">
                  <c:v>0.0115575053774</c:v>
                </c:pt>
                <c:pt idx="1472">
                  <c:v>0.0115232460385</c:v>
                </c:pt>
                <c:pt idx="1473">
                  <c:v>0.0114892591662</c:v>
                </c:pt>
                <c:pt idx="1474">
                  <c:v>0.0114555423445</c:v>
                </c:pt>
                <c:pt idx="1475">
                  <c:v>0.0114220931948</c:v>
                </c:pt>
                <c:pt idx="1476">
                  <c:v>0.0113889093758</c:v>
                </c:pt>
                <c:pt idx="1477">
                  <c:v>0.0113559885822</c:v>
                </c:pt>
                <c:pt idx="1478">
                  <c:v>0.0113233285453</c:v>
                </c:pt>
                <c:pt idx="1479">
                  <c:v>0.0112909270322</c:v>
                </c:pt>
                <c:pt idx="1480">
                  <c:v>0.0112587818452</c:v>
                </c:pt>
                <c:pt idx="1481">
                  <c:v>0.0112268908219</c:v>
                </c:pt>
                <c:pt idx="1482">
                  <c:v>0.0111952518345</c:v>
                </c:pt>
                <c:pt idx="1483">
                  <c:v>0.0111638627893</c:v>
                </c:pt>
                <c:pt idx="1484">
                  <c:v>0.0111327216268</c:v>
                </c:pt>
                <c:pt idx="1485">
                  <c:v>0.0111018263209</c:v>
                </c:pt>
                <c:pt idx="1486">
                  <c:v>0.0110711748786</c:v>
                </c:pt>
                <c:pt idx="1487">
                  <c:v>0.01104076534</c:v>
                </c:pt>
                <c:pt idx="1488">
                  <c:v>0.0110105957774</c:v>
                </c:pt>
                <c:pt idx="1489">
                  <c:v>0.0109806642953</c:v>
                </c:pt>
                <c:pt idx="1490">
                  <c:v>0.01095096903</c:v>
                </c:pt>
                <c:pt idx="1491">
                  <c:v>0.0109215081489</c:v>
                </c:pt>
                <c:pt idx="1492">
                  <c:v>0.0108922798509</c:v>
                </c:pt>
                <c:pt idx="1493">
                  <c:v>0.0108632823652</c:v>
                </c:pt>
                <c:pt idx="1494">
                  <c:v>0.0108345139515</c:v>
                </c:pt>
                <c:pt idx="1495">
                  <c:v>0.0108059728995</c:v>
                </c:pt>
                <c:pt idx="1496">
                  <c:v>0.0107776575285</c:v>
                </c:pt>
                <c:pt idx="1497">
                  <c:v>0.0107495661872</c:v>
                </c:pt>
                <c:pt idx="1498">
                  <c:v>0.0107216972532</c:v>
                </c:pt>
                <c:pt idx="1499">
                  <c:v>0.0106940491329</c:v>
                </c:pt>
                <c:pt idx="1500">
                  <c:v>0.0106666202608</c:v>
                </c:pt>
                <c:pt idx="1501">
                  <c:v>0.0106394090997</c:v>
                </c:pt>
                <c:pt idx="1502">
                  <c:v>0.0106124141397</c:v>
                </c:pt>
                <c:pt idx="1503">
                  <c:v>0.0105856338985</c:v>
                </c:pt>
                <c:pt idx="1504">
                  <c:v>0.0105590669207</c:v>
                </c:pt>
                <c:pt idx="1505">
                  <c:v>0.0105327117778</c:v>
                </c:pt>
                <c:pt idx="1506">
                  <c:v>0.0105065670674</c:v>
                </c:pt>
                <c:pt idx="1507">
                  <c:v>0.0104806314133</c:v>
                </c:pt>
                <c:pt idx="1508">
                  <c:v>0.0104549034652</c:v>
                </c:pt>
                <c:pt idx="1509">
                  <c:v>0.010429381898</c:v>
                </c:pt>
                <c:pt idx="1510">
                  <c:v>0.0104040654117</c:v>
                </c:pt>
                <c:pt idx="1511">
                  <c:v>0.0103789527314</c:v>
                </c:pt>
                <c:pt idx="1512">
                  <c:v>0.0103540426065</c:v>
                </c:pt>
                <c:pt idx="1513">
                  <c:v>0.0103293338105</c:v>
                </c:pt>
                <c:pt idx="1514">
                  <c:v>0.0103048251409</c:v>
                </c:pt>
                <c:pt idx="1515">
                  <c:v>0.0102805154188</c:v>
                </c:pt>
                <c:pt idx="1516">
                  <c:v>0.0102564034885</c:v>
                </c:pt>
                <c:pt idx="1517">
                  <c:v>0.0102324882173</c:v>
                </c:pt>
                <c:pt idx="1518">
                  <c:v>0.010208768495</c:v>
                </c:pt>
                <c:pt idx="1519">
                  <c:v>0.0101852432339</c:v>
                </c:pt>
                <c:pt idx="1520">
                  <c:v>0.0101619113681</c:v>
                </c:pt>
                <c:pt idx="1521">
                  <c:v>0.0101387718537</c:v>
                </c:pt>
                <c:pt idx="1522">
                  <c:v>0.0101158236679</c:v>
                </c:pt>
                <c:pt idx="1523">
                  <c:v>0.0100930658091</c:v>
                </c:pt>
                <c:pt idx="1524">
                  <c:v>0.0100704972965</c:v>
                </c:pt>
                <c:pt idx="1525">
                  <c:v>0.0100481171696</c:v>
                </c:pt>
                <c:pt idx="1526">
                  <c:v>0.0100259244881</c:v>
                </c:pt>
                <c:pt idx="1527">
                  <c:v>0.0100039183314</c:v>
                </c:pt>
                <c:pt idx="1528">
                  <c:v>0.00998209779857</c:v>
                </c:pt>
                <c:pt idx="1529">
                  <c:v>0.00996046200757</c:v>
                </c:pt>
                <c:pt idx="1530">
                  <c:v>0.00993901009525</c:v>
                </c:pt>
                <c:pt idx="1531">
                  <c:v>0.00991774121692</c:v>
                </c:pt>
                <c:pt idx="1532">
                  <c:v>0.009896654546</c:v>
                </c:pt>
                <c:pt idx="1533">
                  <c:v>0.00987574927367</c:v>
                </c:pt>
                <c:pt idx="1534">
                  <c:v>0.0098550246085</c:v>
                </c:pt>
                <c:pt idx="1535">
                  <c:v>0.00983447977617</c:v>
                </c:pt>
                <c:pt idx="1536">
                  <c:v>0.009814114019</c:v>
                </c:pt>
                <c:pt idx="1537">
                  <c:v>0.00979392659567</c:v>
                </c:pt>
                <c:pt idx="1538">
                  <c:v>0.0097739167808</c:v>
                </c:pt>
                <c:pt idx="1539">
                  <c:v>0.00975408386457</c:v>
                </c:pt>
                <c:pt idx="1540">
                  <c:v>0.00973442715236</c:v>
                </c:pt>
                <c:pt idx="1541">
                  <c:v>0.00971494596431</c:v>
                </c:pt>
                <c:pt idx="1542">
                  <c:v>0.00969563963496</c:v>
                </c:pt>
                <c:pt idx="1543">
                  <c:v>0.0096765075128</c:v>
                </c:pt>
                <c:pt idx="1544">
                  <c:v>0.00965754895989</c:v>
                </c:pt>
                <c:pt idx="1545">
                  <c:v>0.00963876335139</c:v>
                </c:pt>
                <c:pt idx="1546">
                  <c:v>0.00962015007514</c:v>
                </c:pt>
                <c:pt idx="1547">
                  <c:v>0.00960170853121</c:v>
                </c:pt>
                <c:pt idx="1548">
                  <c:v>0.00958343813144</c:v>
                </c:pt>
                <c:pt idx="1549">
                  <c:v>0.00956533829898</c:v>
                </c:pt>
                <c:pt idx="1550">
                  <c:v>0.00954740846779</c:v>
                </c:pt>
                <c:pt idx="1551">
                  <c:v>0.00952964808217</c:v>
                </c:pt>
                <c:pt idx="1552">
                  <c:v>0.00951205659624</c:v>
                </c:pt>
                <c:pt idx="1553">
                  <c:v>0.00949463347342</c:v>
                </c:pt>
                <c:pt idx="1554">
                  <c:v>0.00947737818594</c:v>
                </c:pt>
                <c:pt idx="1555">
                  <c:v>0.00946029021425</c:v>
                </c:pt>
                <c:pt idx="1556">
                  <c:v>0.00944336904651</c:v>
                </c:pt>
                <c:pt idx="1557">
                  <c:v>0.00942661417799</c:v>
                </c:pt>
                <c:pt idx="1558">
                  <c:v>0.00941002511054</c:v>
                </c:pt>
                <c:pt idx="1559">
                  <c:v>0.00939360135192</c:v>
                </c:pt>
                <c:pt idx="1560">
                  <c:v>0.00937734241528</c:v>
                </c:pt>
                <c:pt idx="1561">
                  <c:v>0.00936124781848</c:v>
                </c:pt>
                <c:pt idx="1562">
                  <c:v>0.00934531708349</c:v>
                </c:pt>
                <c:pt idx="1563">
                  <c:v>0.00932954973571</c:v>
                </c:pt>
                <c:pt idx="1564">
                  <c:v>0.00931394530336</c:v>
                </c:pt>
                <c:pt idx="1565">
                  <c:v>0.00929850331672</c:v>
                </c:pt>
                <c:pt idx="1566">
                  <c:v>0.00928322330755</c:v>
                </c:pt>
                <c:pt idx="1567">
                  <c:v>0.00926810480828</c:v>
                </c:pt>
                <c:pt idx="1568">
                  <c:v>0.00925314735137</c:v>
                </c:pt>
                <c:pt idx="1569">
                  <c:v>0.00923835046853</c:v>
                </c:pt>
                <c:pt idx="1570">
                  <c:v>0.00922371369001</c:v>
                </c:pt>
                <c:pt idx="1571">
                  <c:v>0.00920923654379</c:v>
                </c:pt>
                <c:pt idx="1572">
                  <c:v>0.00919491855489</c:v>
                </c:pt>
                <c:pt idx="1573">
                  <c:v>0.00918075924451</c:v>
                </c:pt>
                <c:pt idx="1574">
                  <c:v>0.00916675812927</c:v>
                </c:pt>
                <c:pt idx="1575">
                  <c:v>0.00915291472042</c:v>
                </c:pt>
                <c:pt idx="1576">
                  <c:v>0.00913922852298</c:v>
                </c:pt>
                <c:pt idx="1577">
                  <c:v>0.00912569903496</c:v>
                </c:pt>
                <c:pt idx="1578">
                  <c:v>0.0091123257465</c:v>
                </c:pt>
                <c:pt idx="1579">
                  <c:v>0.00909910813901</c:v>
                </c:pt>
                <c:pt idx="1580">
                  <c:v>0.00908604568437</c:v>
                </c:pt>
                <c:pt idx="1581">
                  <c:v>0.00907313784405</c:v>
                </c:pt>
                <c:pt idx="1582">
                  <c:v>0.00906038406823</c:v>
                </c:pt>
                <c:pt idx="1583">
                  <c:v>0.00904778379496</c:v>
                </c:pt>
                <c:pt idx="1584">
                  <c:v>0.00903533644931</c:v>
                </c:pt>
                <c:pt idx="1585">
                  <c:v>0.00902304144246</c:v>
                </c:pt>
                <c:pt idx="1586">
                  <c:v>0.0090108981709</c:v>
                </c:pt>
                <c:pt idx="1587">
                  <c:v>0.00899890601551</c:v>
                </c:pt>
                <c:pt idx="1588">
                  <c:v>0.00898706434074</c:v>
                </c:pt>
                <c:pt idx="1589">
                  <c:v>0.00897537249374</c:v>
                </c:pt>
                <c:pt idx="1590">
                  <c:v>0.00896382980356</c:v>
                </c:pt>
                <c:pt idx="1591">
                  <c:v>0.00895243558027</c:v>
                </c:pt>
                <c:pt idx="1592">
                  <c:v>0.0089411891142</c:v>
                </c:pt>
                <c:pt idx="1593">
                  <c:v>0.00893008967507</c:v>
                </c:pt>
                <c:pt idx="1594">
                  <c:v>0.0089191365113</c:v>
                </c:pt>
                <c:pt idx="1595">
                  <c:v>0.00890832884917</c:v>
                </c:pt>
                <c:pt idx="1596">
                  <c:v>0.00889766589211</c:v>
                </c:pt>
                <c:pt idx="1597">
                  <c:v>0.00888714682001</c:v>
                </c:pt>
                <c:pt idx="1598">
                  <c:v>0.0088767707885</c:v>
                </c:pt>
                <c:pt idx="1599">
                  <c:v>0.00886653692832</c:v>
                </c:pt>
                <c:pt idx="1600">
                  <c:v>0.00885644434469</c:v>
                </c:pt>
                <c:pt idx="1601">
                  <c:v>0.00884649211672</c:v>
                </c:pt>
                <c:pt idx="1602">
                  <c:v>0.00883667929687</c:v>
                </c:pt>
                <c:pt idx="1603">
                  <c:v>0.00882700491047</c:v>
                </c:pt>
                <c:pt idx="1604">
                  <c:v>0.00881746795524</c:v>
                </c:pt>
                <c:pt idx="1605">
                  <c:v>0.00880806740085</c:v>
                </c:pt>
                <c:pt idx="1606">
                  <c:v>0.00879880218862</c:v>
                </c:pt>
                <c:pt idx="1607">
                  <c:v>0.00878967123117</c:v>
                </c:pt>
                <c:pt idx="1608">
                  <c:v>0.00878067341217</c:v>
                </c:pt>
                <c:pt idx="1609">
                  <c:v>0.00877180758618</c:v>
                </c:pt>
                <c:pt idx="1610">
                  <c:v>0.00876307257844</c:v>
                </c:pt>
                <c:pt idx="1611">
                  <c:v>0.00875446718488</c:v>
                </c:pt>
                <c:pt idx="1612">
                  <c:v>0.00874599017206</c:v>
                </c:pt>
                <c:pt idx="1613">
                  <c:v>0.00873764027724</c:v>
                </c:pt>
                <c:pt idx="1614">
                  <c:v>0.00872941620849</c:v>
                </c:pt>
                <c:pt idx="1615">
                  <c:v>0.00872131664492</c:v>
                </c:pt>
                <c:pt idx="1616">
                  <c:v>0.00871334023691</c:v>
                </c:pt>
                <c:pt idx="1617">
                  <c:v>0.00870548560647</c:v>
                </c:pt>
                <c:pt idx="1618">
                  <c:v>0.00869775134763</c:v>
                </c:pt>
                <c:pt idx="1619">
                  <c:v>0.00869013602694</c:v>
                </c:pt>
                <c:pt idx="1620">
                  <c:v>0.00868263818401</c:v>
                </c:pt>
                <c:pt idx="1621">
                  <c:v>0.00867525633215</c:v>
                </c:pt>
                <c:pt idx="1622">
                  <c:v>0.0086679889591</c:v>
                </c:pt>
                <c:pt idx="1623">
                  <c:v>0.00866083452774</c:v>
                </c:pt>
                <c:pt idx="1624">
                  <c:v>0.008653791477</c:v>
                </c:pt>
                <c:pt idx="1625">
                  <c:v>0.00864685822276</c:v>
                </c:pt>
                <c:pt idx="1626">
                  <c:v>0.00864003315884</c:v>
                </c:pt>
                <c:pt idx="1627">
                  <c:v>0.00863331465803</c:v>
                </c:pt>
                <c:pt idx="1628">
                  <c:v>0.00862670107324</c:v>
                </c:pt>
                <c:pt idx="1629">
                  <c:v>0.0086201907387</c:v>
                </c:pt>
                <c:pt idx="1630">
                  <c:v>0.00861378197115</c:v>
                </c:pt>
                <c:pt idx="1631">
                  <c:v>0.00860747307119</c:v>
                </c:pt>
                <c:pt idx="1632">
                  <c:v>0.00860126232459</c:v>
                </c:pt>
                <c:pt idx="1633">
                  <c:v>0.00859514800373</c:v>
                </c:pt>
                <c:pt idx="1634">
                  <c:v>0.00858912836904</c:v>
                </c:pt>
                <c:pt idx="1635">
                  <c:v>0.00858320167047</c:v>
                </c:pt>
                <c:pt idx="1636">
                  <c:v>0.00857736614905</c:v>
                </c:pt>
                <c:pt idx="1637">
                  <c:v>0.0085716200384</c:v>
                </c:pt>
                <c:pt idx="1638">
                  <c:v>0.00856596156637</c:v>
                </c:pt>
                <c:pt idx="1639">
                  <c:v>0.00856038895662</c:v>
                </c:pt>
                <c:pt idx="1640">
                  <c:v>0.00855490043026</c:v>
                </c:pt>
                <c:pt idx="1641">
                  <c:v>0.00854949420749</c:v>
                </c:pt>
                <c:pt idx="1642">
                  <c:v>0.00854416850922</c:v>
                </c:pt>
                <c:pt idx="1643">
                  <c:v>0.00853892155878</c:v>
                </c:pt>
                <c:pt idx="1644">
                  <c:v>0.00853375158349</c:v>
                </c:pt>
                <c:pt idx="1645">
                  <c:v>0.00852865681638</c:v>
                </c:pt>
                <c:pt idx="1646">
                  <c:v>0.00852363549775</c:v>
                </c:pt>
                <c:pt idx="1647">
                  <c:v>0.00851868587682</c:v>
                </c:pt>
                <c:pt idx="1648">
                  <c:v>0.00851380621329</c:v>
                </c:pt>
                <c:pt idx="1649">
                  <c:v>0.00850899477893</c:v>
                </c:pt>
                <c:pt idx="1650">
                  <c:v>0.00850424985908</c:v>
                </c:pt>
                <c:pt idx="1651">
                  <c:v>0.00849956975414</c:v>
                </c:pt>
                <c:pt idx="1652">
                  <c:v>0.00849495278105</c:v>
                </c:pt>
                <c:pt idx="1653">
                  <c:v>0.00849039727466</c:v>
                </c:pt>
                <c:pt idx="1654">
                  <c:v>0.00848590158913</c:v>
                </c:pt>
                <c:pt idx="1655">
                  <c:v>0.00848146409922</c:v>
                </c:pt>
                <c:pt idx="1656">
                  <c:v>0.00847708320154</c:v>
                </c:pt>
                <c:pt idx="1657">
                  <c:v>0.00847275731578</c:v>
                </c:pt>
                <c:pt idx="1658">
                  <c:v>0.00846848488583</c:v>
                </c:pt>
                <c:pt idx="1659">
                  <c:v>0.0084642643809</c:v>
                </c:pt>
                <c:pt idx="1660">
                  <c:v>0.0084600942965</c:v>
                </c:pt>
                <c:pt idx="1661">
                  <c:v>0.00845597315545</c:v>
                </c:pt>
                <c:pt idx="1662">
                  <c:v>0.00845189950877</c:v>
                </c:pt>
                <c:pt idx="1663">
                  <c:v>0.0084478719365</c:v>
                </c:pt>
                <c:pt idx="1664">
                  <c:v>0.0084438890485</c:v>
                </c:pt>
                <c:pt idx="1665">
                  <c:v>0.00843994948515</c:v>
                </c:pt>
                <c:pt idx="1666">
                  <c:v>0.00843605191802</c:v>
                </c:pt>
                <c:pt idx="1667">
                  <c:v>0.00843219505044</c:v>
                </c:pt>
                <c:pt idx="1668">
                  <c:v>0.00842837761803</c:v>
                </c:pt>
                <c:pt idx="1669">
                  <c:v>0.00842459838918</c:v>
                </c:pt>
                <c:pt idx="1670">
                  <c:v>0.00842085616545</c:v>
                </c:pt>
                <c:pt idx="1671">
                  <c:v>0.00841714978192</c:v>
                </c:pt>
                <c:pt idx="1672">
                  <c:v>0.00841347810751</c:v>
                </c:pt>
                <c:pt idx="1673">
                  <c:v>0.00840984004517</c:v>
                </c:pt>
                <c:pt idx="1674">
                  <c:v>0.00840623453213</c:v>
                </c:pt>
                <c:pt idx="1675">
                  <c:v>0.00840266054003</c:v>
                </c:pt>
                <c:pt idx="1676">
                  <c:v>0.00839911707495</c:v>
                </c:pt>
                <c:pt idx="1677">
                  <c:v>0.00839560317754</c:v>
                </c:pt>
                <c:pt idx="1678">
                  <c:v>0.00839211792299</c:v>
                </c:pt>
                <c:pt idx="1679">
                  <c:v>0.00838866042095</c:v>
                </c:pt>
                <c:pt idx="1680">
                  <c:v>0.00838522981552</c:v>
                </c:pt>
                <c:pt idx="1681">
                  <c:v>0.00838182528509</c:v>
                </c:pt>
                <c:pt idx="1682">
                  <c:v>0.00837844604219</c:v>
                </c:pt>
                <c:pt idx="1683">
                  <c:v>0.00837509133329</c:v>
                </c:pt>
                <c:pt idx="1684">
                  <c:v>0.00837176043862</c:v>
                </c:pt>
                <c:pt idx="1685">
                  <c:v>0.00836845267188</c:v>
                </c:pt>
                <c:pt idx="1686">
                  <c:v>0.00836516737997</c:v>
                </c:pt>
                <c:pt idx="1687">
                  <c:v>0.00836190394267</c:v>
                </c:pt>
                <c:pt idx="1688">
                  <c:v>0.00835866177235</c:v>
                </c:pt>
                <c:pt idx="1689">
                  <c:v>0.00835544031353</c:v>
                </c:pt>
                <c:pt idx="1690">
                  <c:v>0.00835223904257</c:v>
                </c:pt>
                <c:pt idx="1691">
                  <c:v>0.00834905746723</c:v>
                </c:pt>
                <c:pt idx="1692">
                  <c:v>0.00834589512621</c:v>
                </c:pt>
                <c:pt idx="1693">
                  <c:v>0.00834275158877</c:v>
                </c:pt>
                <c:pt idx="1694">
                  <c:v>0.00833962645418</c:v>
                </c:pt>
                <c:pt idx="1695">
                  <c:v>0.00833651935127</c:v>
                </c:pt>
                <c:pt idx="1696">
                  <c:v>0.00833342993794</c:v>
                </c:pt>
                <c:pt idx="1697">
                  <c:v>0.00833035790054</c:v>
                </c:pt>
                <c:pt idx="1698">
                  <c:v>0.00832730295342</c:v>
                </c:pt>
                <c:pt idx="1699">
                  <c:v>0.00832426483831</c:v>
                </c:pt>
                <c:pt idx="1700">
                  <c:v>0.00832124332371</c:v>
                </c:pt>
                <c:pt idx="1701">
                  <c:v>0.00831823820435</c:v>
                </c:pt>
                <c:pt idx="1702">
                  <c:v>0.0083152493005</c:v>
                </c:pt>
                <c:pt idx="1703">
                  <c:v>0.00831227645739</c:v>
                </c:pt>
                <c:pt idx="1704">
                  <c:v>0.00830931954448</c:v>
                </c:pt>
                <c:pt idx="1705">
                  <c:v>0.00830637845487</c:v>
                </c:pt>
                <c:pt idx="1706">
                  <c:v>0.00830345310454</c:v>
                </c:pt>
                <c:pt idx="1707">
                  <c:v>0.00830054343167</c:v>
                </c:pt>
                <c:pt idx="1708">
                  <c:v>0.00829764939591</c:v>
                </c:pt>
                <c:pt idx="1709">
                  <c:v>0.00829477097768</c:v>
                </c:pt>
                <c:pt idx="1710">
                  <c:v>0.00829190817733</c:v>
                </c:pt>
                <c:pt idx="1711">
                  <c:v>0.00828906101447</c:v>
                </c:pt>
                <c:pt idx="1712">
                  <c:v>0.00828622952712</c:v>
                </c:pt>
                <c:pt idx="1713">
                  <c:v>0.00828341377095</c:v>
                </c:pt>
                <c:pt idx="1714">
                  <c:v>0.00828061381846</c:v>
                </c:pt>
                <c:pt idx="1715">
                  <c:v>0.00827782975818</c:v>
                </c:pt>
                <c:pt idx="1716">
                  <c:v>0.00827506169381</c:v>
                </c:pt>
                <c:pt idx="1717">
                  <c:v>0.00827230974342</c:v>
                </c:pt>
                <c:pt idx="1718">
                  <c:v>0.0082695740386</c:v>
                </c:pt>
                <c:pt idx="1719">
                  <c:v>0.00826685472357</c:v>
                </c:pt>
                <c:pt idx="1720">
                  <c:v>0.00826415195438</c:v>
                </c:pt>
                <c:pt idx="1721">
                  <c:v>0.00826146589801</c:v>
                </c:pt>
                <c:pt idx="1722">
                  <c:v>0.00825879673151</c:v>
                </c:pt>
                <c:pt idx="1723">
                  <c:v>0.00825614464115</c:v>
                </c:pt>
                <c:pt idx="1724">
                  <c:v>0.00825350982154</c:v>
                </c:pt>
                <c:pt idx="1725">
                  <c:v>0.00825089247477</c:v>
                </c:pt>
                <c:pt idx="1726">
                  <c:v>0.00824829280955</c:v>
                </c:pt>
                <c:pt idx="1727">
                  <c:v>0.00824571104032</c:v>
                </c:pt>
                <c:pt idx="1728">
                  <c:v>0.00824314738642</c:v>
                </c:pt>
                <c:pt idx="1729">
                  <c:v>0.00824060207127</c:v>
                </c:pt>
                <c:pt idx="1730">
                  <c:v>0.00823807532144</c:v>
                </c:pt>
                <c:pt idx="1731">
                  <c:v>0.0082355673659</c:v>
                </c:pt>
                <c:pt idx="1732">
                  <c:v>0.00823307843514</c:v>
                </c:pt>
                <c:pt idx="1733">
                  <c:v>0.00823060876039</c:v>
                </c:pt>
                <c:pt idx="1734">
                  <c:v>0.0082281585728</c:v>
                </c:pt>
                <c:pt idx="1735">
                  <c:v>0.00822572810263</c:v>
                </c:pt>
                <c:pt idx="1736">
                  <c:v>0.00822331757849</c:v>
                </c:pt>
                <c:pt idx="1737">
                  <c:v>0.0082209272266</c:v>
                </c:pt>
                <c:pt idx="1738">
                  <c:v>0.00821855726997</c:v>
                </c:pt>
                <c:pt idx="1739">
                  <c:v>0.00821620792774</c:v>
                </c:pt>
                <c:pt idx="1740">
                  <c:v>0.00821387941441</c:v>
                </c:pt>
                <c:pt idx="1741">
                  <c:v>0.00821157193915</c:v>
                </c:pt>
                <c:pt idx="1742">
                  <c:v>0.0082092857051</c:v>
                </c:pt>
                <c:pt idx="1743">
                  <c:v>0.00820702090873</c:v>
                </c:pt>
                <c:pt idx="1744">
                  <c:v>0.00820477773916</c:v>
                </c:pt>
                <c:pt idx="1745">
                  <c:v>0.00820255637752</c:v>
                </c:pt>
                <c:pt idx="1746">
                  <c:v>0.00820035699635</c:v>
                </c:pt>
                <c:pt idx="1747">
                  <c:v>0.00819817975897</c:v>
                </c:pt>
                <c:pt idx="1748">
                  <c:v>0.00819602481891</c:v>
                </c:pt>
                <c:pt idx="1749">
                  <c:v>0.00819389231938</c:v>
                </c:pt>
                <c:pt idx="1750">
                  <c:v>0.00819178239263</c:v>
                </c:pt>
                <c:pt idx="1751">
                  <c:v>0.00818969515952</c:v>
                </c:pt>
                <c:pt idx="1752">
                  <c:v>0.00818763072894</c:v>
                </c:pt>
                <c:pt idx="1753">
                  <c:v>0.00818558919733</c:v>
                </c:pt>
                <c:pt idx="1754">
                  <c:v>0.00818357064824</c:v>
                </c:pt>
                <c:pt idx="1755">
                  <c:v>0.00818157515183</c:v>
                </c:pt>
                <c:pt idx="1756">
                  <c:v>0.00817960276446</c:v>
                </c:pt>
                <c:pt idx="1757">
                  <c:v>0.00817765352825</c:v>
                </c:pt>
                <c:pt idx="1758">
                  <c:v>0.00817572747072</c:v>
                </c:pt>
                <c:pt idx="1759">
                  <c:v>0.00817382460439</c:v>
                </c:pt>
                <c:pt idx="1760">
                  <c:v>0.00817194492642</c:v>
                </c:pt>
                <c:pt idx="1761">
                  <c:v>0.00817008841831</c:v>
                </c:pt>
                <c:pt idx="1762">
                  <c:v>0.00816825504558</c:v>
                </c:pt>
                <c:pt idx="1763">
                  <c:v>0.00816644475748</c:v>
                </c:pt>
                <c:pt idx="1764">
                  <c:v>0.00816465748675</c:v>
                </c:pt>
                <c:pt idx="1765">
                  <c:v>0.00816289314936</c:v>
                </c:pt>
                <c:pt idx="1766">
                  <c:v>0.00816115164437</c:v>
                </c:pt>
                <c:pt idx="1767">
                  <c:v>0.00815943285369</c:v>
                </c:pt>
                <c:pt idx="1768">
                  <c:v>0.00815773664198</c:v>
                </c:pt>
                <c:pt idx="1769">
                  <c:v>0.00815606285653</c:v>
                </c:pt>
                <c:pt idx="1770">
                  <c:v>0.00815441132719</c:v>
                </c:pt>
                <c:pt idx="1771">
                  <c:v>0.00815278186632</c:v>
                </c:pt>
                <c:pt idx="1772">
                  <c:v>0.00815117426877</c:v>
                </c:pt>
                <c:pt idx="1773">
                  <c:v>0.00814958831196</c:v>
                </c:pt>
                <c:pt idx="1774">
                  <c:v>0.00814802375589</c:v>
                </c:pt>
                <c:pt idx="1775">
                  <c:v>0.00814648034331</c:v>
                </c:pt>
                <c:pt idx="1776">
                  <c:v>0.00814495779981</c:v>
                </c:pt>
                <c:pt idx="1777">
                  <c:v>0.00814345583406</c:v>
                </c:pt>
                <c:pt idx="1778">
                  <c:v>0.00814197413804</c:v>
                </c:pt>
                <c:pt idx="1779">
                  <c:v>0.00814051238727</c:v>
                </c:pt>
                <c:pt idx="1780">
                  <c:v>0.00813907024121</c:v>
                </c:pt>
                <c:pt idx="1781">
                  <c:v>0.00813764734356</c:v>
                </c:pt>
                <c:pt idx="1782">
                  <c:v>0.0081362433227</c:v>
                </c:pt>
                <c:pt idx="1783">
                  <c:v>0.00813485779217</c:v>
                </c:pt>
                <c:pt idx="1784">
                  <c:v>0.00813349035111</c:v>
                </c:pt>
                <c:pt idx="1785">
                  <c:v>0.00813214058485</c:v>
                </c:pt>
                <c:pt idx="1786">
                  <c:v>0.0081308080655</c:v>
                </c:pt>
                <c:pt idx="1787">
                  <c:v>0.00812949235253</c:v>
                </c:pt>
                <c:pt idx="1788">
                  <c:v>0.00812819299349</c:v>
                </c:pt>
                <c:pt idx="1789">
                  <c:v>0.0081269095247</c:v>
                </c:pt>
                <c:pt idx="1790">
                  <c:v>0.00812564147197</c:v>
                </c:pt>
                <c:pt idx="1791">
                  <c:v>0.00812438835144</c:v>
                </c:pt>
                <c:pt idx="1792">
                  <c:v>0.00812314967031</c:v>
                </c:pt>
                <c:pt idx="1793">
                  <c:v>0.00812192492776</c:v>
                </c:pt>
                <c:pt idx="1794">
                  <c:v>0.00812071361578</c:v>
                </c:pt>
                <c:pt idx="1795">
                  <c:v>0.00811951522006</c:v>
                </c:pt>
                <c:pt idx="1796">
                  <c:v>0.00811832922095</c:v>
                </c:pt>
                <c:pt idx="1797">
                  <c:v>0.00811715509435</c:v>
                </c:pt>
                <c:pt idx="1798">
                  <c:v>0.00811599231267</c:v>
                </c:pt>
                <c:pt idx="1799">
                  <c:v>0.00811484034584</c:v>
                </c:pt>
                <c:pt idx="1800">
                  <c:v>0.00811369866221</c:v>
                </c:pt>
                <c:pt idx="1801">
                  <c:v>0.00811256672958</c:v>
                </c:pt>
                <c:pt idx="1802">
                  <c:v>0.00811144401616</c:v>
                </c:pt>
                <c:pt idx="1803">
                  <c:v>0.00811032999155</c:v>
                </c:pt>
                <c:pt idx="1804">
                  <c:v>0.00810922412771</c:v>
                </c:pt>
                <c:pt idx="1805">
                  <c:v>0.0081081258999</c:v>
                </c:pt>
                <c:pt idx="1806">
                  <c:v>0.00810703478768</c:v>
                </c:pt>
                <c:pt idx="1807">
                  <c:v>0.00810595027579</c:v>
                </c:pt>
                <c:pt idx="1808">
                  <c:v>0.00810487185507</c:v>
                </c:pt>
                <c:pt idx="1809">
                  <c:v>0.00810379902341</c:v>
                </c:pt>
                <c:pt idx="1810">
                  <c:v>0.00810273128652</c:v>
                </c:pt>
                <c:pt idx="1811">
                  <c:v>0.00810166815884</c:v>
                </c:pt>
                <c:pt idx="1812">
                  <c:v>0.00810060916434</c:v>
                </c:pt>
                <c:pt idx="1813">
                  <c:v>0.00809955383726</c:v>
                </c:pt>
                <c:pt idx="1814">
                  <c:v>0.00809850172288</c:v>
                </c:pt>
                <c:pt idx="1815">
                  <c:v>0.00809745237822</c:v>
                </c:pt>
                <c:pt idx="1816">
                  <c:v>0.00809640537269</c:v>
                </c:pt>
                <c:pt idx="1817">
                  <c:v>0.00809536028874</c:v>
                </c:pt>
                <c:pt idx="1818">
                  <c:v>0.00809431672242</c:v>
                </c:pt>
                <c:pt idx="1819">
                  <c:v>0.00809327428393</c:v>
                </c:pt>
                <c:pt idx="1820">
                  <c:v>0.00809223259813</c:v>
                </c:pt>
                <c:pt idx="1821">
                  <c:v>0.008091191305</c:v>
                </c:pt>
                <c:pt idx="1822">
                  <c:v>0.00809015006004</c:v>
                </c:pt>
                <c:pt idx="1823">
                  <c:v>0.00808910853462</c:v>
                </c:pt>
                <c:pt idx="1824">
                  <c:v>0.00808806641636</c:v>
                </c:pt>
                <c:pt idx="1825">
                  <c:v>0.00808702340938</c:v>
                </c:pt>
                <c:pt idx="1826">
                  <c:v>0.00808597923451</c:v>
                </c:pt>
                <c:pt idx="1827">
                  <c:v>0.00808493362958</c:v>
                </c:pt>
                <c:pt idx="1828">
                  <c:v>0.00808388634946</c:v>
                </c:pt>
                <c:pt idx="1829">
                  <c:v>0.00808283716626</c:v>
                </c:pt>
                <c:pt idx="1830">
                  <c:v>0.0080817858694</c:v>
                </c:pt>
                <c:pt idx="1831">
                  <c:v>0.0080807322656</c:v>
                </c:pt>
                <c:pt idx="1832">
                  <c:v>0.00807967617893</c:v>
                </c:pt>
                <c:pt idx="1833">
                  <c:v>0.00807861745076</c:v>
                </c:pt>
                <c:pt idx="1834">
                  <c:v>0.00807755593969</c:v>
                </c:pt>
                <c:pt idx="1835">
                  <c:v>0.00807649152144</c:v>
                </c:pt>
                <c:pt idx="1836">
                  <c:v>0.00807542408876</c:v>
                </c:pt>
                <c:pt idx="1837">
                  <c:v>0.00807435355122</c:v>
                </c:pt>
                <c:pt idx="1838">
                  <c:v>0.00807327983504</c:v>
                </c:pt>
                <c:pt idx="1839">
                  <c:v>0.00807220288291</c:v>
                </c:pt>
                <c:pt idx="1840">
                  <c:v>0.00807112265368</c:v>
                </c:pt>
                <c:pt idx="1841">
                  <c:v>0.00807003912217</c:v>
                </c:pt>
                <c:pt idx="1842">
                  <c:v>0.00806895227885</c:v>
                </c:pt>
                <c:pt idx="1843">
                  <c:v>0.00806786212954</c:v>
                </c:pt>
                <c:pt idx="1844">
                  <c:v>0.00806676869509</c:v>
                </c:pt>
                <c:pt idx="1845">
                  <c:v>0.00806567201108</c:v>
                </c:pt>
                <c:pt idx="1846">
                  <c:v>0.00806457212742</c:v>
                </c:pt>
                <c:pt idx="1847">
                  <c:v>0.00806346910798</c:v>
                </c:pt>
                <c:pt idx="1848">
                  <c:v>0.00806236303029</c:v>
                </c:pt>
                <c:pt idx="1849">
                  <c:v>0.00806125398507</c:v>
                </c:pt>
                <c:pt idx="1850">
                  <c:v>0.00806014207588</c:v>
                </c:pt>
                <c:pt idx="1851">
                  <c:v>0.00805902741869</c:v>
                </c:pt>
                <c:pt idx="1852">
                  <c:v>0.0080579101415</c:v>
                </c:pt>
                <c:pt idx="1853">
                  <c:v>0.0080567903839</c:v>
                </c:pt>
                <c:pt idx="1854">
                  <c:v>0.00805566829666</c:v>
                </c:pt>
                <c:pt idx="1855">
                  <c:v>0.00805454404131</c:v>
                </c:pt>
                <c:pt idx="1856">
                  <c:v>0.00805341778969</c:v>
                </c:pt>
                <c:pt idx="1857">
                  <c:v>0.00805228972357</c:v>
                </c:pt>
                <c:pt idx="1858">
                  <c:v>0.00805116003416</c:v>
                </c:pt>
                <c:pt idx="1859">
                  <c:v>0.00805002892174</c:v>
                </c:pt>
                <c:pt idx="1860">
                  <c:v>0.00804889659519</c:v>
                </c:pt>
                <c:pt idx="1861">
                  <c:v>0.00804776327158</c:v>
                </c:pt>
                <c:pt idx="1862">
                  <c:v>0.00804662917576</c:v>
                </c:pt>
                <c:pt idx="1863">
                  <c:v>0.00804549453989</c:v>
                </c:pt>
                <c:pt idx="1864">
                  <c:v>0.00804435960309</c:v>
                </c:pt>
                <c:pt idx="1865">
                  <c:v>0.00804322461094</c:v>
                </c:pt>
                <c:pt idx="1866">
                  <c:v>0.00804208981515</c:v>
                </c:pt>
                <c:pt idx="1867">
                  <c:v>0.00804095547309</c:v>
                </c:pt>
                <c:pt idx="1868">
                  <c:v>0.00803982184742</c:v>
                </c:pt>
                <c:pt idx="1869">
                  <c:v>0.00803868920566</c:v>
                </c:pt>
                <c:pt idx="1870">
                  <c:v>0.00803755781982</c:v>
                </c:pt>
                <c:pt idx="1871">
                  <c:v>0.008036427966</c:v>
                </c:pt>
                <c:pt idx="1872">
                  <c:v>0.00803529992397</c:v>
                </c:pt>
                <c:pt idx="1873">
                  <c:v>0.00803417397685</c:v>
                </c:pt>
                <c:pt idx="1874">
                  <c:v>0.00803305041069</c:v>
                </c:pt>
                <c:pt idx="1875">
                  <c:v>0.00803192951407</c:v>
                </c:pt>
                <c:pt idx="1876">
                  <c:v>0.00803081157779</c:v>
                </c:pt>
                <c:pt idx="1877">
                  <c:v>0.00802969689447</c:v>
                </c:pt>
                <c:pt idx="1878">
                  <c:v>0.0080285857582</c:v>
                </c:pt>
                <c:pt idx="1879">
                  <c:v>0.00802747846415</c:v>
                </c:pt>
                <c:pt idx="1880">
                  <c:v>0.00802637530827</c:v>
                </c:pt>
                <c:pt idx="1881">
                  <c:v>0.0080252765869</c:v>
                </c:pt>
                <c:pt idx="1882">
                  <c:v>0.00802418259643</c:v>
                </c:pt>
                <c:pt idx="1883">
                  <c:v>0.00802309363297</c:v>
                </c:pt>
                <c:pt idx="1884">
                  <c:v>0.00802200999198</c:v>
                </c:pt>
                <c:pt idx="1885">
                  <c:v>0.00802093196796</c:v>
                </c:pt>
                <c:pt idx="1886">
                  <c:v>0.00801985985409</c:v>
                </c:pt>
                <c:pt idx="1887">
                  <c:v>0.00801879394193</c:v>
                </c:pt>
                <c:pt idx="1888">
                  <c:v>0.00801773452104</c:v>
                </c:pt>
                <c:pt idx="1889">
                  <c:v>0.00801668187866</c:v>
                </c:pt>
                <c:pt idx="1890">
                  <c:v>0.00801563629941</c:v>
                </c:pt>
                <c:pt idx="1891">
                  <c:v>0.00801459806491</c:v>
                </c:pt>
                <c:pt idx="1892">
                  <c:v>0.00801356745349</c:v>
                </c:pt>
                <c:pt idx="1893">
                  <c:v>0.00801254473982</c:v>
                </c:pt>
                <c:pt idx="1894">
                  <c:v>0.00801153019462</c:v>
                </c:pt>
                <c:pt idx="1895">
                  <c:v>0.00801052408426</c:v>
                </c:pt>
                <c:pt idx="1896">
                  <c:v>0.00800952667051</c:v>
                </c:pt>
                <c:pt idx="1897">
                  <c:v>0.00800853821011</c:v>
                </c:pt>
                <c:pt idx="1898">
                  <c:v>0.00800755895451</c:v>
                </c:pt>
                <c:pt idx="1899">
                  <c:v>0.00800658914945</c:v>
                </c:pt>
                <c:pt idx="1900">
                  <c:v>0.0080056290347</c:v>
                </c:pt>
                <c:pt idx="1901">
                  <c:v>0.00800467884362</c:v>
                </c:pt>
                <c:pt idx="1902">
                  <c:v>0.00800373880287</c:v>
                </c:pt>
                <c:pt idx="1903">
                  <c:v>0.00800280913201</c:v>
                </c:pt>
                <c:pt idx="1904">
                  <c:v>0.00800189004316</c:v>
                </c:pt>
                <c:pt idx="1905">
                  <c:v>0.00800098174062</c:v>
                </c:pt>
                <c:pt idx="1906">
                  <c:v>0.00800008442052</c:v>
                </c:pt>
                <c:pt idx="1907">
                  <c:v>0.00799919827037</c:v>
                </c:pt>
                <c:pt idx="1908">
                  <c:v>0.00799832346878</c:v>
                </c:pt>
                <c:pt idx="1909">
                  <c:v>0.00799746018495</c:v>
                </c:pt>
                <c:pt idx="1910">
                  <c:v>0.00799660857837</c:v>
                </c:pt>
                <c:pt idx="1911">
                  <c:v>0.00799576879836</c:v>
                </c:pt>
                <c:pt idx="1912">
                  <c:v>0.00799494098365</c:v>
                </c:pt>
                <c:pt idx="1913">
                  <c:v>0.00799412526201</c:v>
                </c:pt>
                <c:pt idx="1914">
                  <c:v>0.00799332174975</c:v>
                </c:pt>
                <c:pt idx="1915">
                  <c:v>0.00799253055134</c:v>
                </c:pt>
                <c:pt idx="1916">
                  <c:v>0.00799175175897</c:v>
                </c:pt>
                <c:pt idx="1917">
                  <c:v>0.00799098545203</c:v>
                </c:pt>
                <c:pt idx="1918">
                  <c:v>0.00799023169673</c:v>
                </c:pt>
                <c:pt idx="1919">
                  <c:v>0.0079894905456</c:v>
                </c:pt>
                <c:pt idx="1920">
                  <c:v>0.00798876203701</c:v>
                </c:pt>
                <c:pt idx="1921">
                  <c:v>0.00798804619469</c:v>
                </c:pt>
                <c:pt idx="1922">
                  <c:v>0.00798734302725</c:v>
                </c:pt>
                <c:pt idx="1923">
                  <c:v>0.00798665252768</c:v>
                </c:pt>
                <c:pt idx="1924">
                  <c:v>0.00798597467285</c:v>
                </c:pt>
                <c:pt idx="1925">
                  <c:v>0.00798530942299</c:v>
                </c:pt>
                <c:pt idx="1926">
                  <c:v>0.00798465672119</c:v>
                </c:pt>
                <c:pt idx="1927">
                  <c:v>0.00798401649289</c:v>
                </c:pt>
                <c:pt idx="1928">
                  <c:v>0.00798338864532</c:v>
                </c:pt>
                <c:pt idx="1929">
                  <c:v>0.00798277306698</c:v>
                </c:pt>
                <c:pt idx="1930">
                  <c:v>0.00798216962716</c:v>
                </c:pt>
                <c:pt idx="1931">
                  <c:v>0.00798157817532</c:v>
                </c:pt>
                <c:pt idx="1932">
                  <c:v>0.00798099854064</c:v>
                </c:pt>
                <c:pt idx="1933">
                  <c:v>0.00798043053143</c:v>
                </c:pt>
                <c:pt idx="1934">
                  <c:v>0.00797987393459</c:v>
                </c:pt>
                <c:pt idx="1935">
                  <c:v>0.00797932851513</c:v>
                </c:pt>
                <c:pt idx="1936">
                  <c:v>0.00797879401559</c:v>
                </c:pt>
                <c:pt idx="1937">
                  <c:v>0.00797827015551</c:v>
                </c:pt>
                <c:pt idx="1938">
                  <c:v>0.00797775663096</c:v>
                </c:pt>
                <c:pt idx="1939">
                  <c:v>0.00797725311399</c:v>
                </c:pt>
                <c:pt idx="1940">
                  <c:v>0.00797675925212</c:v>
                </c:pt>
                <c:pt idx="1941">
                  <c:v>0.00797627466787</c:v>
                </c:pt>
                <c:pt idx="1942">
                  <c:v>0.00797579895828</c:v>
                </c:pt>
                <c:pt idx="1943">
                  <c:v>0.00797533169444</c:v>
                </c:pt>
                <c:pt idx="1944">
                  <c:v>0.00797487242102</c:v>
                </c:pt>
                <c:pt idx="1945">
                  <c:v>0.00797442065589</c:v>
                </c:pt>
                <c:pt idx="1946">
                  <c:v>0.00797397588966</c:v>
                </c:pt>
                <c:pt idx="1947">
                  <c:v>0.00797353758534</c:v>
                </c:pt>
                <c:pt idx="1948">
                  <c:v>0.00797310517796</c:v>
                </c:pt>
                <c:pt idx="1949">
                  <c:v>0.00797267807423</c:v>
                </c:pt>
                <c:pt idx="1950">
                  <c:v>0.00797225565227</c:v>
                </c:pt>
                <c:pt idx="1951">
                  <c:v>0.00797183726134</c:v>
                </c:pt>
                <c:pt idx="1952">
                  <c:v>0.00797142222157</c:v>
                </c:pt>
                <c:pt idx="1953">
                  <c:v>0.00797100982385</c:v>
                </c:pt>
                <c:pt idx="1954">
                  <c:v>0.0079705993296</c:v>
                </c:pt>
                <c:pt idx="1955">
                  <c:v>0.00797018997071</c:v>
                </c:pt>
                <c:pt idx="1956">
                  <c:v>0.00796978094949</c:v>
                </c:pt>
                <c:pt idx="1957">
                  <c:v>0.00796937143864</c:v>
                </c:pt>
                <c:pt idx="1958">
                  <c:v>0.0079689605813</c:v>
                </c:pt>
                <c:pt idx="1959">
                  <c:v>0.00796854749118</c:v>
                </c:pt>
                <c:pt idx="1960">
                  <c:v>0.00796813125267</c:v>
                </c:pt>
                <c:pt idx="1961">
                  <c:v>0.00796771092112</c:v>
                </c:pt>
                <c:pt idx="1962">
                  <c:v>0.00796728552307</c:v>
                </c:pt>
                <c:pt idx="1963">
                  <c:v>0.00796685405664</c:v>
                </c:pt>
                <c:pt idx="1964">
                  <c:v>0.00796641549191</c:v>
                </c:pt>
                <c:pt idx="1965">
                  <c:v>0.00796596877145</c:v>
                </c:pt>
                <c:pt idx="1966">
                  <c:v>0.00796551281082</c:v>
                </c:pt>
                <c:pt idx="1967">
                  <c:v>0.00796504649928</c:v>
                </c:pt>
                <c:pt idx="1968">
                  <c:v>0.00796456870041</c:v>
                </c:pt>
                <c:pt idx="1969">
                  <c:v>0.00796407825296</c:v>
                </c:pt>
                <c:pt idx="1970">
                  <c:v>0.0079635739717</c:v>
                </c:pt>
                <c:pt idx="1971">
                  <c:v>0.00796305464831</c:v>
                </c:pt>
                <c:pt idx="1972">
                  <c:v>0.00796251905245</c:v>
                </c:pt>
                <c:pt idx="1973">
                  <c:v>0.00796196593285</c:v>
                </c:pt>
                <c:pt idx="1974">
                  <c:v>0.00796139401845</c:v>
                </c:pt>
                <c:pt idx="1975">
                  <c:v>0.00796080201969</c:v>
                </c:pt>
                <c:pt idx="1976">
                  <c:v>0.0079601886298</c:v>
                </c:pt>
                <c:pt idx="1977">
                  <c:v>0.00795955252625</c:v>
                </c:pt>
                <c:pt idx="1978">
                  <c:v>0.00795889237217</c:v>
                </c:pt>
                <c:pt idx="1979">
                  <c:v>0.00795820681797</c:v>
                </c:pt>
                <c:pt idx="1980">
                  <c:v>0.00795749450287</c:v>
                </c:pt>
                <c:pt idx="1981">
                  <c:v>0.00795675405665</c:v>
                </c:pt>
                <c:pt idx="1982">
                  <c:v>0.00795598410138</c:v>
                </c:pt>
                <c:pt idx="1983">
                  <c:v>0.0079551832532</c:v>
                </c:pt>
                <c:pt idx="1984">
                  <c:v>0.00795435012419</c:v>
                </c:pt>
                <c:pt idx="1985">
                  <c:v>0.00795348332428</c:v>
                </c:pt>
                <c:pt idx="1986">
                  <c:v>0.00795258146319</c:v>
                </c:pt>
                <c:pt idx="1987">
                  <c:v>0.00795164315242</c:v>
                </c:pt>
                <c:pt idx="1988">
                  <c:v>0.00795066700728</c:v>
                </c:pt>
                <c:pt idx="1989">
                  <c:v>0.00794965164889</c:v>
                </c:pt>
                <c:pt idx="1990">
                  <c:v>0.00794859570631</c:v>
                </c:pt>
                <c:pt idx="1991">
                  <c:v>0.00794749781857</c:v>
                </c:pt>
                <c:pt idx="1992">
                  <c:v>0.00794635663674</c:v>
                </c:pt>
                <c:pt idx="1993">
                  <c:v>0.00794517082607</c:v>
                </c:pt>
                <c:pt idx="1994">
                  <c:v>0.00794393906799</c:v>
                </c:pt>
                <c:pt idx="1995">
                  <c:v>0.0079426600622</c:v>
                </c:pt>
                <c:pt idx="1996">
                  <c:v>0.00794133252868</c:v>
                </c:pt>
                <c:pt idx="1997">
                  <c:v>0.0079399552097</c:v>
                </c:pt>
                <c:pt idx="1998">
                  <c:v>0.00793852687174</c:v>
                </c:pt>
                <c:pt idx="1999">
                  <c:v>0.00793704630743</c:v>
                </c:pt>
                <c:pt idx="2000">
                  <c:v>0.00793551233738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0.75"/>
          <c:min val="0"/>
        </c:scaling>
        <c:delete val="0"/>
        <c:axPos val="l"/>
        <c:majorGridlines>
          <c:spPr>
            <a:ln xmlns:a="http://schemas.openxmlformats.org/drawingml/2006/main" w="4763">
              <a:solidFill>
                <a:srgbClr val="EEEEEE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2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majorUnit val="1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37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U/t = 7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222222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scatterChart>
        <c:scatterStyle val="lineMarker"/>
        <c:varyColors val="0"/>
        <c:ser>
          <c:idx val="0"/>
          <c:order val="0"/>
          <c:tx>
            <c:v>charge</c:v>
          </c:tx>
          <c:spPr>
            <a:ln xmlns:a="http://schemas.openxmlformats.org/drawingml/2006/main" w="15240">
              <a:solidFill>
                <a:srgbClr val="C43C64"/>
              </a:solidFill>
              <a:prstDash val="solid"/>
            </a:ln>
          </c:spPr>
          <c:marker>
            <c:symbol val="none"/>
            <c:size val="5"/>
            <c:spPr>
              <a:solidFill xmlns:a="http://schemas.openxmlformats.org/drawingml/2006/main">
                <a:srgbClr val="C43C64"/>
              </a:solidFill>
            </c:spPr>
          </c:marker>
          <c:xVal>
            <c:numRef>
              <c:f>'Chart Data'!$A$2:$A$2002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Data'!$B$2:$B$2002</c:f>
              <c:numCache>
                <c:formatCode>0.0</c:formatCode>
                <c:ptCount val="2001"/>
                <c:pt idx="0">
                  <c:v>0.00273315771649</c:v>
                </c:pt>
                <c:pt idx="1">
                  <c:v>0.00273809262432</c:v>
                </c:pt>
                <c:pt idx="2">
                  <c:v>0.00274304267391</c:v>
                </c:pt>
                <c:pt idx="3">
                  <c:v>0.0027480079407</c:v>
                </c:pt>
                <c:pt idx="4">
                  <c:v>0.00275298850071</c:v>
                </c:pt>
                <c:pt idx="5">
                  <c:v>0.00275798443053</c:v>
                </c:pt>
                <c:pt idx="6">
                  <c:v>0.00276299580738</c:v>
                </c:pt>
                <c:pt idx="7">
                  <c:v>0.00276802270904</c:v>
                </c:pt>
                <c:pt idx="8">
                  <c:v>0.00277306521392</c:v>
                </c:pt>
                <c:pt idx="9">
                  <c:v>0.00277812340103</c:v>
                </c:pt>
                <c:pt idx="10">
                  <c:v>0.00278319735001</c:v>
                </c:pt>
                <c:pt idx="11">
                  <c:v>0.00278828714112</c:v>
                </c:pt>
                <c:pt idx="12">
                  <c:v>0.00279339285525</c:v>
                </c:pt>
                <c:pt idx="13">
                  <c:v>0.00279851457392</c:v>
                </c:pt>
                <c:pt idx="14">
                  <c:v>0.00280365237931</c:v>
                </c:pt>
                <c:pt idx="15">
                  <c:v>0.00280880635425</c:v>
                </c:pt>
                <c:pt idx="16">
                  <c:v>0.00281397658224</c:v>
                </c:pt>
                <c:pt idx="17">
                  <c:v>0.00281916314743</c:v>
                </c:pt>
                <c:pt idx="18">
                  <c:v>0.00282436613464</c:v>
                </c:pt>
                <c:pt idx="19">
                  <c:v>0.0028295856294</c:v>
                </c:pt>
                <c:pt idx="20">
                  <c:v>0.00283482171791</c:v>
                </c:pt>
                <c:pt idx="21">
                  <c:v>0.00284007448707</c:v>
                </c:pt>
                <c:pt idx="22">
                  <c:v>0.00284534402449</c:v>
                </c:pt>
                <c:pt idx="23">
                  <c:v>0.00285063041849</c:v>
                </c:pt>
                <c:pt idx="24">
                  <c:v>0.00285593375811</c:v>
                </c:pt>
                <c:pt idx="25">
                  <c:v>0.00286125413313</c:v>
                </c:pt>
                <c:pt idx="26">
                  <c:v>0.00286659163404</c:v>
                </c:pt>
                <c:pt idx="27">
                  <c:v>0.00287194635211</c:v>
                </c:pt>
                <c:pt idx="28">
                  <c:v>0.00287731837935</c:v>
                </c:pt>
                <c:pt idx="29">
                  <c:v>0.00288270780853</c:v>
                </c:pt>
                <c:pt idx="30">
                  <c:v>0.00288811473319</c:v>
                </c:pt>
                <c:pt idx="31">
                  <c:v>0.00289353924765</c:v>
                </c:pt>
                <c:pt idx="32">
                  <c:v>0.00289898144704</c:v>
                </c:pt>
                <c:pt idx="33">
                  <c:v>0.00290444142726</c:v>
                </c:pt>
                <c:pt idx="34">
                  <c:v>0.00290991928503</c:v>
                </c:pt>
                <c:pt idx="35">
                  <c:v>0.00291541511789</c:v>
                </c:pt>
                <c:pt idx="36">
                  <c:v>0.00292092902421</c:v>
                </c:pt>
                <c:pt idx="37">
                  <c:v>0.00292646110317</c:v>
                </c:pt>
                <c:pt idx="38">
                  <c:v>0.00293201145483</c:v>
                </c:pt>
                <c:pt idx="39">
                  <c:v>0.00293758018009</c:v>
                </c:pt>
                <c:pt idx="40">
                  <c:v>0.0029431673807</c:v>
                </c:pt>
                <c:pt idx="41">
                  <c:v>0.00294877315932</c:v>
                </c:pt>
                <c:pt idx="42">
                  <c:v>0.00295439761946</c:v>
                </c:pt>
                <c:pt idx="43">
                  <c:v>0.00296004086555</c:v>
                </c:pt>
                <c:pt idx="44">
                  <c:v>0.00296570300292</c:v>
                </c:pt>
                <c:pt idx="45">
                  <c:v>0.00297138413782</c:v>
                </c:pt>
                <c:pt idx="46">
                  <c:v>0.00297708437741</c:v>
                </c:pt>
                <c:pt idx="47">
                  <c:v>0.00298280382982</c:v>
                </c:pt>
                <c:pt idx="48">
                  <c:v>0.00298854260411</c:v>
                </c:pt>
                <c:pt idx="49">
                  <c:v>0.00299430081031</c:v>
                </c:pt>
                <c:pt idx="50">
                  <c:v>0.00300007855941</c:v>
                </c:pt>
                <c:pt idx="51">
                  <c:v>0.00300587596339</c:v>
                </c:pt>
                <c:pt idx="52">
                  <c:v>0.00301169313525</c:v>
                </c:pt>
                <c:pt idx="53">
                  <c:v>0.00301753018897</c:v>
                </c:pt>
                <c:pt idx="54">
                  <c:v>0.00302338723956</c:v>
                </c:pt>
                <c:pt idx="55">
                  <c:v>0.00302926440306</c:v>
                </c:pt>
                <c:pt idx="56">
                  <c:v>0.00303516179657</c:v>
                </c:pt>
                <c:pt idx="57">
                  <c:v>0.00304107953823</c:v>
                </c:pt>
                <c:pt idx="58">
                  <c:v>0.00304701774726</c:v>
                </c:pt>
                <c:pt idx="59">
                  <c:v>0.00305297654397</c:v>
                </c:pt>
                <c:pt idx="60">
                  <c:v>0.00305895604976</c:v>
                </c:pt>
                <c:pt idx="61">
                  <c:v>0.00306495638713</c:v>
                </c:pt>
                <c:pt idx="62">
                  <c:v>0.00307097767973</c:v>
                </c:pt>
                <c:pt idx="63">
                  <c:v>0.00307702005233</c:v>
                </c:pt>
                <c:pt idx="64">
                  <c:v>0.00308308363086</c:v>
                </c:pt>
                <c:pt idx="65">
                  <c:v>0.00308916854242</c:v>
                </c:pt>
                <c:pt idx="66">
                  <c:v>0.00309527491528</c:v>
                </c:pt>
                <c:pt idx="67">
                  <c:v>0.00310140287891</c:v>
                </c:pt>
                <c:pt idx="68">
                  <c:v>0.003107552564</c:v>
                </c:pt>
                <c:pt idx="69">
                  <c:v>0.00311372410246</c:v>
                </c:pt>
                <c:pt idx="70">
                  <c:v>0.00311991762743</c:v>
                </c:pt>
                <c:pt idx="71">
                  <c:v>0.00312613327333</c:v>
                </c:pt>
                <c:pt idx="72">
                  <c:v>0.00313237117584</c:v>
                </c:pt>
                <c:pt idx="73">
                  <c:v>0.00313863147192</c:v>
                </c:pt>
                <c:pt idx="74">
                  <c:v>0.00314491429985</c:v>
                </c:pt>
                <c:pt idx="75">
                  <c:v>0.00315121979923</c:v>
                </c:pt>
                <c:pt idx="76">
                  <c:v>0.00315754811098</c:v>
                </c:pt>
                <c:pt idx="77">
                  <c:v>0.0031638993774</c:v>
                </c:pt>
                <c:pt idx="78">
                  <c:v>0.00317027374215</c:v>
                </c:pt>
                <c:pt idx="79">
                  <c:v>0.00317667135028</c:v>
                </c:pt>
                <c:pt idx="80">
                  <c:v>0.00318309234825</c:v>
                </c:pt>
                <c:pt idx="81">
                  <c:v>0.00318953688394</c:v>
                </c:pt>
                <c:pt idx="82">
                  <c:v>0.00319600510668</c:v>
                </c:pt>
                <c:pt idx="83">
                  <c:v>0.00320249716726</c:v>
                </c:pt>
                <c:pt idx="84">
                  <c:v>0.00320901321795</c:v>
                </c:pt>
                <c:pt idx="85">
                  <c:v>0.00321555341254</c:v>
                </c:pt>
                <c:pt idx="86">
                  <c:v>0.0032221179063</c:v>
                </c:pt>
                <c:pt idx="87">
                  <c:v>0.00322870685608</c:v>
                </c:pt>
                <c:pt idx="88">
                  <c:v>0.00323532042026</c:v>
                </c:pt>
                <c:pt idx="89">
                  <c:v>0.00324195875882</c:v>
                </c:pt>
                <c:pt idx="90">
                  <c:v>0.00324862203333</c:v>
                </c:pt>
                <c:pt idx="91">
                  <c:v>0.00325531040698</c:v>
                </c:pt>
                <c:pt idx="92">
                  <c:v>0.00326202404461</c:v>
                </c:pt>
                <c:pt idx="93">
                  <c:v>0.00326876311272</c:v>
                </c:pt>
                <c:pt idx="94">
                  <c:v>0.00327552777949</c:v>
                </c:pt>
                <c:pt idx="95">
                  <c:v>0.00328231821483</c:v>
                </c:pt>
                <c:pt idx="96">
                  <c:v>0.00328913459034</c:v>
                </c:pt>
                <c:pt idx="97">
                  <c:v>0.00329597707943</c:v>
                </c:pt>
                <c:pt idx="98">
                  <c:v>0.00330284585722</c:v>
                </c:pt>
                <c:pt idx="99">
                  <c:v>0.0033097411007</c:v>
                </c:pt>
                <c:pt idx="100">
                  <c:v>0.00331666298862</c:v>
                </c:pt>
                <c:pt idx="101">
                  <c:v>0.00332361170162</c:v>
                </c:pt>
                <c:pt idx="102">
                  <c:v>0.00333058742221</c:v>
                </c:pt>
                <c:pt idx="103">
                  <c:v>0.00333759033477</c:v>
                </c:pt>
                <c:pt idx="104">
                  <c:v>0.00334462062563</c:v>
                </c:pt>
                <c:pt idx="105">
                  <c:v>0.00335167848307</c:v>
                </c:pt>
                <c:pt idx="106">
                  <c:v>0.00335876409732</c:v>
                </c:pt>
                <c:pt idx="107">
                  <c:v>0.00336587766063</c:v>
                </c:pt>
                <c:pt idx="108">
                  <c:v>0.00337301936728</c:v>
                </c:pt>
                <c:pt idx="109">
                  <c:v>0.00338018941361</c:v>
                </c:pt>
                <c:pt idx="110">
                  <c:v>0.00338738799802</c:v>
                </c:pt>
                <c:pt idx="111">
                  <c:v>0.00339461532104</c:v>
                </c:pt>
                <c:pt idx="112">
                  <c:v>0.00340187158534</c:v>
                </c:pt>
                <c:pt idx="113">
                  <c:v>0.00340915699575</c:v>
                </c:pt>
                <c:pt idx="114">
                  <c:v>0.00341647175932</c:v>
                </c:pt>
                <c:pt idx="115">
                  <c:v>0.0034238160853</c:v>
                </c:pt>
                <c:pt idx="116">
                  <c:v>0.00343119018521</c:v>
                </c:pt>
                <c:pt idx="117">
                  <c:v>0.00343859427287</c:v>
                </c:pt>
                <c:pt idx="118">
                  <c:v>0.0034460285644</c:v>
                </c:pt>
                <c:pt idx="119">
                  <c:v>0.0034534932783</c:v>
                </c:pt>
                <c:pt idx="120">
                  <c:v>0.00346098863542</c:v>
                </c:pt>
                <c:pt idx="121">
                  <c:v>0.00346851485905</c:v>
                </c:pt>
                <c:pt idx="122">
                  <c:v>0.00347607217494</c:v>
                </c:pt>
                <c:pt idx="123">
                  <c:v>0.00348366081129</c:v>
                </c:pt>
                <c:pt idx="124">
                  <c:v>0.00349128099884</c:v>
                </c:pt>
                <c:pt idx="125">
                  <c:v>0.00349893297089</c:v>
                </c:pt>
                <c:pt idx="126">
                  <c:v>0.0035066169633</c:v>
                </c:pt>
                <c:pt idx="127">
                  <c:v>0.00351433321458</c:v>
                </c:pt>
                <c:pt idx="128">
                  <c:v>0.00352208196588</c:v>
                </c:pt>
                <c:pt idx="129">
                  <c:v>0.00352986346105</c:v>
                </c:pt>
                <c:pt idx="130">
                  <c:v>0.00353767794668</c:v>
                </c:pt>
                <c:pt idx="131">
                  <c:v>0.00354552567213</c:v>
                </c:pt>
                <c:pt idx="132">
                  <c:v>0.00355340688956</c:v>
                </c:pt>
                <c:pt idx="133">
                  <c:v>0.00356132185398</c:v>
                </c:pt>
                <c:pt idx="134">
                  <c:v>0.00356927082328</c:v>
                </c:pt>
                <c:pt idx="135">
                  <c:v>0.00357725405829</c:v>
                </c:pt>
                <c:pt idx="136">
                  <c:v>0.00358527182281</c:v>
                </c:pt>
                <c:pt idx="137">
                  <c:v>0.00359332438363</c:v>
                </c:pt>
                <c:pt idx="138">
                  <c:v>0.00360141201059</c:v>
                </c:pt>
                <c:pt idx="139">
                  <c:v>0.00360953497664</c:v>
                </c:pt>
                <c:pt idx="140">
                  <c:v>0.00361769355786</c:v>
                </c:pt>
                <c:pt idx="141">
                  <c:v>0.00362588803348</c:v>
                </c:pt>
                <c:pt idx="142">
                  <c:v>0.00363411868599</c:v>
                </c:pt>
                <c:pt idx="143">
                  <c:v>0.00364238580112</c:v>
                </c:pt>
                <c:pt idx="144">
                  <c:v>0.00365068966793</c:v>
                </c:pt>
                <c:pt idx="145">
                  <c:v>0.00365903057882</c:v>
                </c:pt>
                <c:pt idx="146">
                  <c:v>0.00366740882961</c:v>
                </c:pt>
                <c:pt idx="147">
                  <c:v>0.00367582471954</c:v>
                </c:pt>
                <c:pt idx="148">
                  <c:v>0.0036842785514</c:v>
                </c:pt>
                <c:pt idx="149">
                  <c:v>0.00369277063147</c:v>
                </c:pt>
                <c:pt idx="150">
                  <c:v>0.00370130126966</c:v>
                </c:pt>
                <c:pt idx="151">
                  <c:v>0.00370987077952</c:v>
                </c:pt>
                <c:pt idx="152">
                  <c:v>0.00371847947829</c:v>
                </c:pt>
                <c:pt idx="153">
                  <c:v>0.00372712768695</c:v>
                </c:pt>
                <c:pt idx="154">
                  <c:v>0.00373581573029</c:v>
                </c:pt>
                <c:pt idx="155">
                  <c:v>0.00374454393694</c:v>
                </c:pt>
                <c:pt idx="156">
                  <c:v>0.00375331263944</c:v>
                </c:pt>
                <c:pt idx="157">
                  <c:v>0.00376212217428</c:v>
                </c:pt>
                <c:pt idx="158">
                  <c:v>0.00377097288196</c:v>
                </c:pt>
                <c:pt idx="159">
                  <c:v>0.00377986510704</c:v>
                </c:pt>
                <c:pt idx="160">
                  <c:v>0.00378879919821</c:v>
                </c:pt>
                <c:pt idx="161">
                  <c:v>0.00379777550834</c:v>
                </c:pt>
                <c:pt idx="162">
                  <c:v>0.0038067943945</c:v>
                </c:pt>
                <c:pt idx="163">
                  <c:v>0.00381585621809</c:v>
                </c:pt>
                <c:pt idx="164">
                  <c:v>0.00382496134483</c:v>
                </c:pt>
                <c:pt idx="165">
                  <c:v>0.00383411014486</c:v>
                </c:pt>
                <c:pt idx="166">
                  <c:v>0.00384330299279</c:v>
                </c:pt>
                <c:pt idx="167">
                  <c:v>0.00385254026774</c:v>
                </c:pt>
                <c:pt idx="168">
                  <c:v>0.00386182235341</c:v>
                </c:pt>
                <c:pt idx="169">
                  <c:v>0.00387114963818</c:v>
                </c:pt>
                <c:pt idx="170">
                  <c:v>0.00388052251511</c:v>
                </c:pt>
                <c:pt idx="171">
                  <c:v>0.00388994138203</c:v>
                </c:pt>
                <c:pt idx="172">
                  <c:v>0.00389940664162</c:v>
                </c:pt>
                <c:pt idx="173">
                  <c:v>0.00390891870145</c:v>
                </c:pt>
                <c:pt idx="174">
                  <c:v>0.00391847797405</c:v>
                </c:pt>
                <c:pt idx="175">
                  <c:v>0.00392808487698</c:v>
                </c:pt>
                <c:pt idx="176">
                  <c:v>0.00393773983288</c:v>
                </c:pt>
                <c:pt idx="177">
                  <c:v>0.00394744326955</c:v>
                </c:pt>
                <c:pt idx="178">
                  <c:v>0.00395719562004</c:v>
                </c:pt>
                <c:pt idx="179">
                  <c:v>0.00396699732264</c:v>
                </c:pt>
                <c:pt idx="180">
                  <c:v>0.00397684882103</c:v>
                </c:pt>
                <c:pt idx="181">
                  <c:v>0.00398675056431</c:v>
                </c:pt>
                <c:pt idx="182">
                  <c:v>0.00399670300707</c:v>
                </c:pt>
                <c:pt idx="183">
                  <c:v>0.00400670660945</c:v>
                </c:pt>
                <c:pt idx="184">
                  <c:v>0.00401676183725</c:v>
                </c:pt>
                <c:pt idx="185">
                  <c:v>0.00402686916192</c:v>
                </c:pt>
                <c:pt idx="186">
                  <c:v>0.00403702906072</c:v>
                </c:pt>
                <c:pt idx="187">
                  <c:v>0.00404724201673</c:v>
                </c:pt>
                <c:pt idx="188">
                  <c:v>0.00405750851893</c:v>
                </c:pt>
                <c:pt idx="189">
                  <c:v>0.0040678290623</c:v>
                </c:pt>
                <c:pt idx="190">
                  <c:v>0.00407820414785</c:v>
                </c:pt>
                <c:pt idx="191">
                  <c:v>0.0040886342827</c:v>
                </c:pt>
                <c:pt idx="192">
                  <c:v>0.00409911998018</c:v>
                </c:pt>
                <c:pt idx="193">
                  <c:v>0.00410966175988</c:v>
                </c:pt>
                <c:pt idx="194">
                  <c:v>0.00412026014769</c:v>
                </c:pt>
                <c:pt idx="195">
                  <c:v>0.00413091567592</c:v>
                </c:pt>
                <c:pt idx="196">
                  <c:v>0.00414162888335</c:v>
                </c:pt>
                <c:pt idx="197">
                  <c:v>0.00415240031531</c:v>
                </c:pt>
                <c:pt idx="198">
                  <c:v>0.0041632305237</c:v>
                </c:pt>
                <c:pt idx="199">
                  <c:v>0.00417412006715</c:v>
                </c:pt>
                <c:pt idx="200">
                  <c:v>0.00418506951099</c:v>
                </c:pt>
                <c:pt idx="201">
                  <c:v>0.0041960794274</c:v>
                </c:pt>
                <c:pt idx="202">
                  <c:v>0.00420715039543</c:v>
                </c:pt>
                <c:pt idx="203">
                  <c:v>0.00421828300108</c:v>
                </c:pt>
                <c:pt idx="204">
                  <c:v>0.00422947783736</c:v>
                </c:pt>
                <c:pt idx="205">
                  <c:v>0.00424073550437</c:v>
                </c:pt>
                <c:pt idx="206">
                  <c:v>0.00425205660935</c:v>
                </c:pt>
                <c:pt idx="207">
                  <c:v>0.00426344176677</c:v>
                </c:pt>
                <c:pt idx="208">
                  <c:v>0.00427489159834</c:v>
                </c:pt>
                <c:pt idx="209">
                  <c:v>0.00428640673311</c:v>
                </c:pt>
                <c:pt idx="210">
                  <c:v>0.00429798780754</c:v>
                </c:pt>
                <c:pt idx="211">
                  <c:v>0.00430963546553</c:v>
                </c:pt>
                <c:pt idx="212">
                  <c:v>0.00432135035846</c:v>
                </c:pt>
                <c:pt idx="213">
                  <c:v>0.0043331331453</c:v>
                </c:pt>
                <c:pt idx="214">
                  <c:v>0.00434498449262</c:v>
                </c:pt>
                <c:pt idx="215">
                  <c:v>0.00435690507464</c:v>
                </c:pt>
                <c:pt idx="216">
                  <c:v>0.0043688955733</c:v>
                </c:pt>
                <c:pt idx="217">
                  <c:v>0.00438095667828</c:v>
                </c:pt>
                <c:pt idx="218">
                  <c:v>0.00439308908706</c:v>
                </c:pt>
                <c:pt idx="219">
                  <c:v>0.00440529350495</c:v>
                </c:pt>
                <c:pt idx="220">
                  <c:v>0.00441757064513</c:v>
                </c:pt>
                <c:pt idx="221">
                  <c:v>0.00442992122868</c:v>
                </c:pt>
                <c:pt idx="222">
                  <c:v>0.0044423459846</c:v>
                </c:pt>
                <c:pt idx="223">
                  <c:v>0.00445484564985</c:v>
                </c:pt>
                <c:pt idx="224">
                  <c:v>0.00446742096937</c:v>
                </c:pt>
                <c:pt idx="225">
                  <c:v>0.00448007269608</c:v>
                </c:pt>
                <c:pt idx="226">
                  <c:v>0.00449280159091</c:v>
                </c:pt>
                <c:pt idx="227">
                  <c:v>0.00450560842279</c:v>
                </c:pt>
                <c:pt idx="228">
                  <c:v>0.00451849396867</c:v>
                </c:pt>
                <c:pt idx="229">
                  <c:v>0.00453145901349</c:v>
                </c:pt>
                <c:pt idx="230">
                  <c:v>0.00454450435021</c:v>
                </c:pt>
                <c:pt idx="231">
                  <c:v>0.00455763077974</c:v>
                </c:pt>
                <c:pt idx="232">
                  <c:v>0.00457083911097</c:v>
                </c:pt>
                <c:pt idx="233">
                  <c:v>0.00458413016072</c:v>
                </c:pt>
                <c:pt idx="234">
                  <c:v>0.00459750475367</c:v>
                </c:pt>
                <c:pt idx="235">
                  <c:v>0.00461096372238</c:v>
                </c:pt>
                <c:pt idx="236">
                  <c:v>0.00462450790718</c:v>
                </c:pt>
                <c:pt idx="237">
                  <c:v>0.00463813815614</c:v>
                </c:pt>
                <c:pt idx="238">
                  <c:v>0.004651855325</c:v>
                </c:pt>
                <c:pt idx="239">
                  <c:v>0.00466566027705</c:v>
                </c:pt>
                <c:pt idx="240">
                  <c:v>0.00467955388312</c:v>
                </c:pt>
                <c:pt idx="241">
                  <c:v>0.00469353702137</c:v>
                </c:pt>
                <c:pt idx="242">
                  <c:v>0.00470761057731</c:v>
                </c:pt>
                <c:pt idx="243">
                  <c:v>0.00472177544355</c:v>
                </c:pt>
                <c:pt idx="244">
                  <c:v>0.00473603251974</c:v>
                </c:pt>
                <c:pt idx="245">
                  <c:v>0.00475038271243</c:v>
                </c:pt>
                <c:pt idx="246">
                  <c:v>0.00476482693487</c:v>
                </c:pt>
                <c:pt idx="247">
                  <c:v>0.00477936610683</c:v>
                </c:pt>
                <c:pt idx="248">
                  <c:v>0.00479400115448</c:v>
                </c:pt>
                <c:pt idx="249">
                  <c:v>0.0048087330101</c:v>
                </c:pt>
                <c:pt idx="250">
                  <c:v>0.00482356261192</c:v>
                </c:pt>
                <c:pt idx="251">
                  <c:v>0.00483849090388</c:v>
                </c:pt>
                <c:pt idx="252">
                  <c:v>0.00485351883533</c:v>
                </c:pt>
                <c:pt idx="253">
                  <c:v>0.00486864736084</c:v>
                </c:pt>
                <c:pt idx="254">
                  <c:v>0.00488387743983</c:v>
                </c:pt>
                <c:pt idx="255">
                  <c:v>0.00489921003631</c:v>
                </c:pt>
                <c:pt idx="256">
                  <c:v>0.00491464611856</c:v>
                </c:pt>
                <c:pt idx="257">
                  <c:v>0.00493018665873</c:v>
                </c:pt>
                <c:pt idx="258">
                  <c:v>0.00494583263253</c:v>
                </c:pt>
                <c:pt idx="259">
                  <c:v>0.0049615850188</c:v>
                </c:pt>
                <c:pt idx="260">
                  <c:v>0.00497744479911</c:v>
                </c:pt>
                <c:pt idx="261">
                  <c:v>0.00499341295731</c:v>
                </c:pt>
                <c:pt idx="262">
                  <c:v>0.0050094904791</c:v>
                </c:pt>
                <c:pt idx="263">
                  <c:v>0.00502567835146</c:v>
                </c:pt>
                <c:pt idx="264">
                  <c:v>0.00504197756224</c:v>
                </c:pt>
                <c:pt idx="265">
                  <c:v>0.00505838909954</c:v>
                </c:pt>
                <c:pt idx="266">
                  <c:v>0.00507491395114</c:v>
                </c:pt>
                <c:pt idx="267">
                  <c:v>0.00509155310396</c:v>
                </c:pt>
                <c:pt idx="268">
                  <c:v>0.00510830754334</c:v>
                </c:pt>
                <c:pt idx="269">
                  <c:v>0.00512517825247</c:v>
                </c:pt>
                <c:pt idx="270">
                  <c:v>0.00514216621161</c:v>
                </c:pt>
                <c:pt idx="271">
                  <c:v>0.00515927239742</c:v>
                </c:pt>
                <c:pt idx="272">
                  <c:v>0.00517649778218</c:v>
                </c:pt>
                <c:pt idx="273">
                  <c:v>0.005193843333</c:v>
                </c:pt>
                <c:pt idx="274">
                  <c:v>0.00521131001096</c:v>
                </c:pt>
                <c:pt idx="275">
                  <c:v>0.00522889877029</c:v>
                </c:pt>
                <c:pt idx="276">
                  <c:v>0.00524661055744</c:v>
                </c:pt>
                <c:pt idx="277">
                  <c:v>0.00526444631013</c:v>
                </c:pt>
                <c:pt idx="278">
                  <c:v>0.00528240695638</c:v>
                </c:pt>
                <c:pt idx="279">
                  <c:v>0.00530049341351</c:v>
                </c:pt>
                <c:pt idx="280">
                  <c:v>0.00531870658704</c:v>
                </c:pt>
                <c:pt idx="281">
                  <c:v>0.00533704736962</c:v>
                </c:pt>
                <c:pt idx="282">
                  <c:v>0.00535551663988</c:v>
                </c:pt>
                <c:pt idx="283">
                  <c:v>0.00537411526126</c:v>
                </c:pt>
                <c:pt idx="284">
                  <c:v>0.00539284408077</c:v>
                </c:pt>
                <c:pt idx="285">
                  <c:v>0.00541170392773</c:v>
                </c:pt>
                <c:pt idx="286">
                  <c:v>0.00543069561245</c:v>
                </c:pt>
                <c:pt idx="287">
                  <c:v>0.00544981992493</c:v>
                </c:pt>
                <c:pt idx="288">
                  <c:v>0.00546907763338</c:v>
                </c:pt>
                <c:pt idx="289">
                  <c:v>0.00548846948288</c:v>
                </c:pt>
                <c:pt idx="290">
                  <c:v>0.00550799619382</c:v>
                </c:pt>
                <c:pt idx="291">
                  <c:v>0.00552765846044</c:v>
                </c:pt>
                <c:pt idx="292">
                  <c:v>0.00554745694924</c:v>
                </c:pt>
                <c:pt idx="293">
                  <c:v>0.00556739229738</c:v>
                </c:pt>
                <c:pt idx="294">
                  <c:v>0.00558746511103</c:v>
                </c:pt>
                <c:pt idx="295">
                  <c:v>0.00560767596372</c:v>
                </c:pt>
                <c:pt idx="296">
                  <c:v>0.00562802539458</c:v>
                </c:pt>
                <c:pt idx="297">
                  <c:v>0.00564851390662</c:v>
                </c:pt>
                <c:pt idx="298">
                  <c:v>0.00566914196489</c:v>
                </c:pt>
                <c:pt idx="299">
                  <c:v>0.00568990999472</c:v>
                </c:pt>
                <c:pt idx="300">
                  <c:v>0.00571081837979</c:v>
                </c:pt>
                <c:pt idx="301">
                  <c:v>0.0057318674603</c:v>
                </c:pt>
                <c:pt idx="302">
                  <c:v>0.005753057531</c:v>
                </c:pt>
                <c:pt idx="303">
                  <c:v>0.0057743888393</c:v>
                </c:pt>
                <c:pt idx="304">
                  <c:v>0.00579586158327</c:v>
                </c:pt>
                <c:pt idx="305">
                  <c:v>0.00581747590968</c:v>
                </c:pt>
                <c:pt idx="306">
                  <c:v>0.00583923191197</c:v>
                </c:pt>
                <c:pt idx="307">
                  <c:v>0.00586112962827</c:v>
                </c:pt>
                <c:pt idx="308">
                  <c:v>0.00588316903935</c:v>
                </c:pt>
                <c:pt idx="309">
                  <c:v>0.00590535006664</c:v>
                </c:pt>
                <c:pt idx="310">
                  <c:v>0.00592767257013</c:v>
                </c:pt>
                <c:pt idx="311">
                  <c:v>0.00595013634641</c:v>
                </c:pt>
                <c:pt idx="312">
                  <c:v>0.00597274112662</c:v>
                </c:pt>
                <c:pt idx="313">
                  <c:v>0.0059954865745</c:v>
                </c:pt>
                <c:pt idx="314">
                  <c:v>0.00601837228432</c:v>
                </c:pt>
                <c:pt idx="315">
                  <c:v>0.00604139777901</c:v>
                </c:pt>
                <c:pt idx="316">
                  <c:v>0.0060645625082</c:v>
                </c:pt>
                <c:pt idx="317">
                  <c:v>0.00608786584633</c:v>
                </c:pt>
                <c:pt idx="318">
                  <c:v>0.00611130709081</c:v>
                </c:pt>
                <c:pt idx="319">
                  <c:v>0.00613488546021</c:v>
                </c:pt>
                <c:pt idx="320">
                  <c:v>0.00615860009256</c:v>
                </c:pt>
                <c:pt idx="321">
                  <c:v>0.00618245004363</c:v>
                </c:pt>
                <c:pt idx="322">
                  <c:v>0.00620643428536</c:v>
                </c:pt>
                <c:pt idx="323">
                  <c:v>0.00623055170431</c:v>
                </c:pt>
                <c:pt idx="324">
                  <c:v>0.00625480110022</c:v>
                </c:pt>
                <c:pt idx="325">
                  <c:v>0.00627918118469</c:v>
                </c:pt>
                <c:pt idx="326">
                  <c:v>0.00630369057987</c:v>
                </c:pt>
                <c:pt idx="327">
                  <c:v>0.0063283278174</c:v>
                </c:pt>
                <c:pt idx="328">
                  <c:v>0.00635309133729</c:v>
                </c:pt>
                <c:pt idx="329">
                  <c:v>0.00637797948708</c:v>
                </c:pt>
                <c:pt idx="330">
                  <c:v>0.00640299052104</c:v>
                </c:pt>
                <c:pt idx="331">
                  <c:v>0.00642812259953</c:v>
                </c:pt>
                <c:pt idx="332">
                  <c:v>0.00645337378848</c:v>
                </c:pt>
                <c:pt idx="333">
                  <c:v>0.0064787420591</c:v>
                </c:pt>
                <c:pt idx="334">
                  <c:v>0.00650422528762</c:v>
                </c:pt>
                <c:pt idx="335">
                  <c:v>0.00652982125529</c:v>
                </c:pt>
                <c:pt idx="336">
                  <c:v>0.00655552764852</c:v>
                </c:pt>
                <c:pt idx="337">
                  <c:v>0.00658134205921</c:v>
                </c:pt>
                <c:pt idx="338">
                  <c:v>0.00660726198519</c:v>
                </c:pt>
                <c:pt idx="339">
                  <c:v>0.00663328483093</c:v>
                </c:pt>
                <c:pt idx="340">
                  <c:v>0.00665940790838</c:v>
                </c:pt>
                <c:pt idx="341">
                  <c:v>0.00668562843803</c:v>
                </c:pt>
                <c:pt idx="342">
                  <c:v>0.00671194355016</c:v>
                </c:pt>
                <c:pt idx="343">
                  <c:v>0.00673835028623</c:v>
                </c:pt>
                <c:pt idx="344">
                  <c:v>0.00676484560055</c:v>
                </c:pt>
                <c:pt idx="345">
                  <c:v>0.00679142636209</c:v>
                </c:pt>
                <c:pt idx="346">
                  <c:v>0.00681808935652</c:v>
                </c:pt>
                <c:pt idx="347">
                  <c:v>0.00684483128839</c:v>
                </c:pt>
                <c:pt idx="348">
                  <c:v>0.00687164878354</c:v>
                </c:pt>
                <c:pt idx="349">
                  <c:v>0.00689853839175</c:v>
                </c:pt>
                <c:pt idx="350">
                  <c:v>0.00692549658945</c:v>
                </c:pt>
                <c:pt idx="351">
                  <c:v>0.00695251978274</c:v>
                </c:pt>
                <c:pt idx="352">
                  <c:v>0.00697960431052</c:v>
                </c:pt>
                <c:pt idx="353">
                  <c:v>0.00700674644778</c:v>
                </c:pt>
                <c:pt idx="354">
                  <c:v>0.00703394240908</c:v>
                </c:pt>
                <c:pt idx="355">
                  <c:v>0.00706118835224</c:v>
                </c:pt>
                <c:pt idx="356">
                  <c:v>0.00708848038204</c:v>
                </c:pt>
                <c:pt idx="357">
                  <c:v>0.00711581455419</c:v>
                </c:pt>
                <c:pt idx="358">
                  <c:v>0.00714318687937</c:v>
                </c:pt>
                <c:pt idx="359">
                  <c:v>0.00717059332737</c:v>
                </c:pt>
                <c:pt idx="360">
                  <c:v>0.00719802983141</c:v>
                </c:pt>
                <c:pt idx="361">
                  <c:v>0.00722549229247</c:v>
                </c:pt>
                <c:pt idx="362">
                  <c:v>0.00725297658375</c:v>
                </c:pt>
                <c:pt idx="363">
                  <c:v>0.00728047855523</c:v>
                </c:pt>
                <c:pt idx="364">
                  <c:v>0.00730799403817</c:v>
                </c:pt>
                <c:pt idx="365">
                  <c:v>0.00733551884983</c:v>
                </c:pt>
                <c:pt idx="366">
                  <c:v>0.00736304879804</c:v>
                </c:pt>
                <c:pt idx="367">
                  <c:v>0.00739057968593</c:v>
                </c:pt>
                <c:pt idx="368">
                  <c:v>0.00741810731657</c:v>
                </c:pt>
                <c:pt idx="369">
                  <c:v>0.00744562749765</c:v>
                </c:pt>
                <c:pt idx="370">
                  <c:v>0.0074731360461</c:v>
                </c:pt>
                <c:pt idx="371">
                  <c:v>0.00750062879272</c:v>
                </c:pt>
                <c:pt idx="372">
                  <c:v>0.0075281015867</c:v>
                </c:pt>
                <c:pt idx="373">
                  <c:v>0.0075555503001</c:v>
                </c:pt>
                <c:pt idx="374">
                  <c:v>0.00758297083228</c:v>
                </c:pt>
                <c:pt idx="375">
                  <c:v>0.00761035911419</c:v>
                </c:pt>
                <c:pt idx="376">
                  <c:v>0.00763771111257</c:v>
                </c:pt>
                <c:pt idx="377">
                  <c:v>0.00766502283411</c:v>
                </c:pt>
                <c:pt idx="378">
                  <c:v>0.00769229032933</c:v>
                </c:pt>
                <c:pt idx="379">
                  <c:v>0.00771950969649</c:v>
                </c:pt>
                <c:pt idx="380">
                  <c:v>0.00774667708525</c:v>
                </c:pt>
                <c:pt idx="381">
                  <c:v>0.00777378870022</c:v>
                </c:pt>
                <c:pt idx="382">
                  <c:v>0.00780084080434</c:v>
                </c:pt>
                <c:pt idx="383">
                  <c:v>0.00782782972207</c:v>
                </c:pt>
                <c:pt idx="384">
                  <c:v>0.00785475184246</c:v>
                </c:pt>
                <c:pt idx="385">
                  <c:v>0.00788160362199</c:v>
                </c:pt>
                <c:pt idx="386">
                  <c:v>0.00790838158724</c:v>
                </c:pt>
                <c:pt idx="387">
                  <c:v>0.00793508233735</c:v>
                </c:pt>
                <c:pt idx="388">
                  <c:v>0.00796170254637</c:v>
                </c:pt>
                <c:pt idx="389">
                  <c:v>0.00798823896531</c:v>
                </c:pt>
                <c:pt idx="390">
                  <c:v>0.00801468842402</c:v>
                </c:pt>
                <c:pt idx="391">
                  <c:v>0.00804104783298</c:v>
                </c:pt>
                <c:pt idx="392">
                  <c:v>0.00806731418473</c:v>
                </c:pt>
                <c:pt idx="393">
                  <c:v>0.00809348455521</c:v>
                </c:pt>
                <c:pt idx="394">
                  <c:v>0.0081195561049</c:v>
                </c:pt>
                <c:pt idx="395">
                  <c:v>0.00814552607974</c:v>
                </c:pt>
                <c:pt idx="396">
                  <c:v>0.00817139181185</c:v>
                </c:pt>
                <c:pt idx="397">
                  <c:v>0.00819715072015</c:v>
                </c:pt>
                <c:pt idx="398">
                  <c:v>0.00822280031068</c:v>
                </c:pt>
                <c:pt idx="399">
                  <c:v>0.00824833817683</c:v>
                </c:pt>
                <c:pt idx="400">
                  <c:v>0.00827376199939</c:v>
                </c:pt>
                <c:pt idx="401">
                  <c:v>0.00829906954641</c:v>
                </c:pt>
                <c:pt idx="402">
                  <c:v>0.0083242586729</c:v>
                </c:pt>
                <c:pt idx="403">
                  <c:v>0.00834932732041</c:v>
                </c:pt>
                <c:pt idx="404">
                  <c:v>0.00837427351645</c:v>
                </c:pt>
                <c:pt idx="405">
                  <c:v>0.00839909537377</c:v>
                </c:pt>
                <c:pt idx="406">
                  <c:v>0.0084237910895</c:v>
                </c:pt>
                <c:pt idx="407">
                  <c:v>0.00844835894416</c:v>
                </c:pt>
                <c:pt idx="408">
                  <c:v>0.00847279730062</c:v>
                </c:pt>
                <c:pt idx="409">
                  <c:v>0.00849710460286</c:v>
                </c:pt>
                <c:pt idx="410">
                  <c:v>0.00852127937468</c:v>
                </c:pt>
                <c:pt idx="411">
                  <c:v>0.00854532021832</c:v>
                </c:pt>
                <c:pt idx="412">
                  <c:v>0.00856922581298</c:v>
                </c:pt>
                <c:pt idx="413">
                  <c:v>0.00859299491323</c:v>
                </c:pt>
                <c:pt idx="414">
                  <c:v>0.00861662634746</c:v>
                </c:pt>
                <c:pt idx="415">
                  <c:v>0.00864011901612</c:v>
                </c:pt>
                <c:pt idx="416">
                  <c:v>0.00866347189</c:v>
                </c:pt>
                <c:pt idx="417">
                  <c:v>0.00868668400846</c:v>
                </c:pt>
                <c:pt idx="418">
                  <c:v>0.00870975447755</c:v>
                </c:pt>
                <c:pt idx="419">
                  <c:v>0.0087326824682</c:v>
                </c:pt>
                <c:pt idx="420">
                  <c:v>0.00875546721425</c:v>
                </c:pt>
                <c:pt idx="421">
                  <c:v>0.00877810801061</c:v>
                </c:pt>
                <c:pt idx="422">
                  <c:v>0.00880060421126</c:v>
                </c:pt>
                <c:pt idx="423">
                  <c:v>0.00882295522732</c:v>
                </c:pt>
                <c:pt idx="424">
                  <c:v>0.00884516052513</c:v>
                </c:pt>
                <c:pt idx="425">
                  <c:v>0.00886721962425</c:v>
                </c:pt>
                <c:pt idx="426">
                  <c:v>0.00888913209557</c:v>
                </c:pt>
                <c:pt idx="427">
                  <c:v>0.00891089755931</c:v>
                </c:pt>
                <c:pt idx="428">
                  <c:v>0.00893251568317</c:v>
                </c:pt>
                <c:pt idx="429">
                  <c:v>0.00895398618039</c:v>
                </c:pt>
                <c:pt idx="430">
                  <c:v>0.00897530880789</c:v>
                </c:pt>
                <c:pt idx="431">
                  <c:v>0.0089964833644</c:v>
                </c:pt>
                <c:pt idx="432">
                  <c:v>0.00901750968867</c:v>
                </c:pt>
                <c:pt idx="433">
                  <c:v>0.00903838765769</c:v>
                </c:pt>
                <c:pt idx="434">
                  <c:v>0.00905911718492</c:v>
                </c:pt>
                <c:pt idx="435">
                  <c:v>0.0090796982186</c:v>
                </c:pt>
                <c:pt idx="436">
                  <c:v>0.00910013074009</c:v>
                </c:pt>
                <c:pt idx="437">
                  <c:v>0.00912041476226</c:v>
                </c:pt>
                <c:pt idx="438">
                  <c:v>0.00914055032791</c:v>
                </c:pt>
                <c:pt idx="439">
                  <c:v>0.00916053750828</c:v>
                </c:pt>
                <c:pt idx="440">
                  <c:v>0.00918037640155</c:v>
                </c:pt>
                <c:pt idx="441">
                  <c:v>0.00920006713146</c:v>
                </c:pt>
                <c:pt idx="442">
                  <c:v>0.00921960984594</c:v>
                </c:pt>
                <c:pt idx="443">
                  <c:v>0.00923900471583</c:v>
                </c:pt>
                <c:pt idx="444">
                  <c:v>0.00925825193361</c:v>
                </c:pt>
                <c:pt idx="445">
                  <c:v>0.00927735171226</c:v>
                </c:pt>
                <c:pt idx="446">
                  <c:v>0.00929630428412</c:v>
                </c:pt>
                <c:pt idx="447">
                  <c:v>0.00931510989985</c:v>
                </c:pt>
                <c:pt idx="448">
                  <c:v>0.00933376882741</c:v>
                </c:pt>
                <c:pt idx="449">
                  <c:v>0.00935228135115</c:v>
                </c:pt>
                <c:pt idx="450">
                  <c:v>0.00937064777097</c:v>
                </c:pt>
                <c:pt idx="451">
                  <c:v>0.00938886840145</c:v>
                </c:pt>
                <c:pt idx="452">
                  <c:v>0.00940694357119</c:v>
                </c:pt>
                <c:pt idx="453">
                  <c:v>0.00942487362209</c:v>
                </c:pt>
                <c:pt idx="454">
                  <c:v>0.00944265890878</c:v>
                </c:pt>
                <c:pt idx="455">
                  <c:v>0.00946029979806</c:v>
                </c:pt>
                <c:pt idx="456">
                  <c:v>0.00947779666845</c:v>
                </c:pt>
                <c:pt idx="457">
                  <c:v>0.00949514990975</c:v>
                </c:pt>
                <c:pt idx="458">
                  <c:v>0.00951235992276</c:v>
                </c:pt>
                <c:pt idx="459">
                  <c:v>0.00952942711897</c:v>
                </c:pt>
                <c:pt idx="460">
                  <c:v>0.00954635192036</c:v>
                </c:pt>
                <c:pt idx="461">
                  <c:v>0.0095631347593</c:v>
                </c:pt>
                <c:pt idx="462">
                  <c:v>0.00957977607844</c:v>
                </c:pt>
                <c:pt idx="463">
                  <c:v>0.00959627633075</c:v>
                </c:pt>
                <c:pt idx="464">
                  <c:v>0.00961263597955</c:v>
                </c:pt>
                <c:pt idx="465">
                  <c:v>0.00962885549868</c:v>
                </c:pt>
                <c:pt idx="466">
                  <c:v>0.0096449353727</c:v>
                </c:pt>
                <c:pt idx="467">
                  <c:v>0.00966087609712</c:v>
                </c:pt>
                <c:pt idx="468">
                  <c:v>0.00967667817879</c:v>
                </c:pt>
                <c:pt idx="469">
                  <c:v>0.00969234213626</c:v>
                </c:pt>
                <c:pt idx="470">
                  <c:v>0.0097078685003</c:v>
                </c:pt>
                <c:pt idx="471">
                  <c:v>0.00972325781436</c:v>
                </c:pt>
                <c:pt idx="472">
                  <c:v>0.00973851063525</c:v>
                </c:pt>
                <c:pt idx="473">
                  <c:v>0.00975362753375</c:v>
                </c:pt>
                <c:pt idx="474">
                  <c:v>0.00976860909537</c:v>
                </c:pt>
                <c:pt idx="475">
                  <c:v>0.00978345592114</c:v>
                </c:pt>
                <c:pt idx="476">
                  <c:v>0.00979816862845</c:v>
                </c:pt>
                <c:pt idx="477">
                  <c:v>0.00981274785199</c:v>
                </c:pt>
                <c:pt idx="478">
                  <c:v>0.00982719424474</c:v>
                </c:pt>
                <c:pt idx="479">
                  <c:v>0.00984150847898</c:v>
                </c:pt>
                <c:pt idx="480">
                  <c:v>0.00985569124742</c:v>
                </c:pt>
                <c:pt idx="481">
                  <c:v>0.00986974326438</c:v>
                </c:pt>
                <c:pt idx="482">
                  <c:v>0.00988366526697</c:v>
                </c:pt>
                <c:pt idx="483">
                  <c:v>0.00989745801638</c:v>
                </c:pt>
                <c:pt idx="484">
                  <c:v>0.00991112229924</c:v>
                </c:pt>
                <c:pt idx="485">
                  <c:v>0.00992465892897</c:v>
                </c:pt>
                <c:pt idx="486">
                  <c:v>0.00993806874723</c:v>
                </c:pt>
                <c:pt idx="487">
                  <c:v>0.00995135262543</c:v>
                </c:pt>
                <c:pt idx="488">
                  <c:v>0.00996451146622</c:v>
                </c:pt>
                <c:pt idx="489">
                  <c:v>0.00997754620513</c:v>
                </c:pt>
                <c:pt idx="490">
                  <c:v>0.00999045781215</c:v>
                </c:pt>
                <c:pt idx="491">
                  <c:v>0.0100032472934</c:v>
                </c:pt>
                <c:pt idx="492">
                  <c:v>0.0100159156928</c:v>
                </c:pt>
                <c:pt idx="493">
                  <c:v>0.010028464094</c:v>
                </c:pt>
                <c:pt idx="494">
                  <c:v>0.0100408936219</c:v>
                </c:pt>
                <c:pt idx="495">
                  <c:v>0.0100532054445</c:v>
                </c:pt>
                <c:pt idx="496">
                  <c:v>0.0100654007748</c:v>
                </c:pt>
                <c:pt idx="497">
                  <c:v>0.0100774808727</c:v>
                </c:pt>
                <c:pt idx="498">
                  <c:v>0.0100894470467</c:v>
                </c:pt>
                <c:pt idx="499">
                  <c:v>0.0101013006559</c:v>
                </c:pt>
                <c:pt idx="500">
                  <c:v>0.0101130431118</c:v>
                </c:pt>
                <c:pt idx="501">
                  <c:v>0.0101246758802</c:v>
                </c:pt>
                <c:pt idx="502">
                  <c:v>0.0101362004832</c:v>
                </c:pt>
                <c:pt idx="503">
                  <c:v>0.0101476185009</c:v>
                </c:pt>
                <c:pt idx="504">
                  <c:v>0.0101589315733</c:v>
                </c:pt>
                <c:pt idx="505">
                  <c:v>0.0101701414022</c:v>
                </c:pt>
                <c:pt idx="506">
                  <c:v>0.010181249753</c:v>
                </c:pt>
                <c:pt idx="507">
                  <c:v>0.0101922584565</c:v>
                </c:pt>
                <c:pt idx="508">
                  <c:v>0.0102031694107</c:v>
                </c:pt>
                <c:pt idx="509">
                  <c:v>0.0102139845823</c:v>
                </c:pt>
                <c:pt idx="510">
                  <c:v>0.0102247060086</c:v>
                </c:pt>
                <c:pt idx="511">
                  <c:v>0.0102353357987</c:v>
                </c:pt>
                <c:pt idx="512">
                  <c:v>0.0102458761358</c:v>
                </c:pt>
                <c:pt idx="513">
                  <c:v>0.0102563292778</c:v>
                </c:pt>
                <c:pt idx="514">
                  <c:v>0.0102666975591</c:v>
                </c:pt>
                <c:pt idx="515">
                  <c:v>0.0102769833919</c:v>
                </c:pt>
                <c:pt idx="516">
                  <c:v>0.0102871892675</c:v>
                </c:pt>
                <c:pt idx="517">
                  <c:v>0.0102973177568</c:v>
                </c:pt>
                <c:pt idx="518">
                  <c:v>0.0103073715122</c:v>
                </c:pt>
                <c:pt idx="519">
                  <c:v>0.0103173532676</c:v>
                </c:pt>
                <c:pt idx="520">
                  <c:v>0.0103272658398</c:v>
                </c:pt>
                <c:pt idx="521">
                  <c:v>0.0103371121286</c:v>
                </c:pt>
                <c:pt idx="522">
                  <c:v>0.0103468951178</c:v>
                </c:pt>
                <c:pt idx="523">
                  <c:v>0.0103566178751</c:v>
                </c:pt>
                <c:pt idx="524">
                  <c:v>0.0103662835523</c:v>
                </c:pt>
                <c:pt idx="525">
                  <c:v>0.0103758953856</c:v>
                </c:pt>
                <c:pt idx="526">
                  <c:v>0.0103854566954</c:v>
                </c:pt>
                <c:pt idx="527">
                  <c:v>0.0103949708858</c:v>
                </c:pt>
                <c:pt idx="528">
                  <c:v>0.0104044414443</c:v>
                </c:pt>
                <c:pt idx="529">
                  <c:v>0.0104138719409</c:v>
                </c:pt>
                <c:pt idx="530">
                  <c:v>0.0104232660276</c:v>
                </c:pt>
                <c:pt idx="531">
                  <c:v>0.0104326274373</c:v>
                </c:pt>
                <c:pt idx="532">
                  <c:v>0.0104419599823</c:v>
                </c:pt>
                <c:pt idx="533">
                  <c:v>0.0104512675532</c:v>
                </c:pt>
                <c:pt idx="534">
                  <c:v>0.0104605541172</c:v>
                </c:pt>
                <c:pt idx="535">
                  <c:v>0.0104698237166</c:v>
                </c:pt>
                <c:pt idx="536">
                  <c:v>0.0104790804662</c:v>
                </c:pt>
                <c:pt idx="537">
                  <c:v>0.0104883285518</c:v>
                </c:pt>
                <c:pt idx="538">
                  <c:v>0.0104975722274</c:v>
                </c:pt>
                <c:pt idx="539">
                  <c:v>0.0105068158132</c:v>
                </c:pt>
                <c:pt idx="540">
                  <c:v>0.0105160636922</c:v>
                </c:pt>
                <c:pt idx="541">
                  <c:v>0.0105253203079</c:v>
                </c:pt>
                <c:pt idx="542">
                  <c:v>0.010534590161</c:v>
                </c:pt>
                <c:pt idx="543">
                  <c:v>0.010543877806</c:v>
                </c:pt>
                <c:pt idx="544">
                  <c:v>0.0105531878484</c:v>
                </c:pt>
                <c:pt idx="545">
                  <c:v>0.0105625249406</c:v>
                </c:pt>
                <c:pt idx="546">
                  <c:v>0.0105718937784</c:v>
                </c:pt>
                <c:pt idx="547">
                  <c:v>0.0105812990972</c:v>
                </c:pt>
                <c:pt idx="548">
                  <c:v>0.0105907456684</c:v>
                </c:pt>
                <c:pt idx="549">
                  <c:v>0.0106002382947</c:v>
                </c:pt>
                <c:pt idx="550">
                  <c:v>0.0106097818066</c:v>
                </c:pt>
                <c:pt idx="551">
                  <c:v>0.0106193810577</c:v>
                </c:pt>
                <c:pt idx="552">
                  <c:v>0.0106290409208</c:v>
                </c:pt>
                <c:pt idx="553">
                  <c:v>0.0106387662831</c:v>
                </c:pt>
                <c:pt idx="554">
                  <c:v>0.0106485620421</c:v>
                </c:pt>
                <c:pt idx="555">
                  <c:v>0.0106584331011</c:v>
                </c:pt>
                <c:pt idx="556">
                  <c:v>0.0106683843644</c:v>
                </c:pt>
                <c:pt idx="557">
                  <c:v>0.0106784207332</c:v>
                </c:pt>
                <c:pt idx="558">
                  <c:v>0.0106885471008</c:v>
                </c:pt>
                <c:pt idx="559">
                  <c:v>0.0106987683485</c:v>
                </c:pt>
                <c:pt idx="560">
                  <c:v>0.0107090893406</c:v>
                </c:pt>
                <c:pt idx="561">
                  <c:v>0.0107195149203</c:v>
                </c:pt>
                <c:pt idx="562">
                  <c:v>0.0107300499054</c:v>
                </c:pt>
                <c:pt idx="563">
                  <c:v>0.0107406990839</c:v>
                </c:pt>
                <c:pt idx="564">
                  <c:v>0.0107514672096</c:v>
                </c:pt>
                <c:pt idx="565">
                  <c:v>0.0107623589985</c:v>
                </c:pt>
                <c:pt idx="566">
                  <c:v>0.0107733791243</c:v>
                </c:pt>
                <c:pt idx="567">
                  <c:v>0.0107845322146</c:v>
                </c:pt>
                <c:pt idx="568">
                  <c:v>0.0107958228474</c:v>
                </c:pt>
                <c:pt idx="569">
                  <c:v>0.0108072555471</c:v>
                </c:pt>
                <c:pt idx="570">
                  <c:v>0.0108188347814</c:v>
                </c:pt>
                <c:pt idx="571">
                  <c:v>0.0108305649576</c:v>
                </c:pt>
                <c:pt idx="572">
                  <c:v>0.0108424504198</c:v>
                </c:pt>
                <c:pt idx="573">
                  <c:v>0.0108544954454</c:v>
                </c:pt>
                <c:pt idx="574">
                  <c:v>0.010866704243</c:v>
                </c:pt>
                <c:pt idx="575">
                  <c:v>0.0108790809489</c:v>
                </c:pt>
                <c:pt idx="576">
                  <c:v>0.0108916296256</c:v>
                </c:pt>
                <c:pt idx="577">
                  <c:v>0.0109043542586</c:v>
                </c:pt>
                <c:pt idx="578">
                  <c:v>0.010917258755</c:v>
                </c:pt>
                <c:pt idx="579">
                  <c:v>0.0109303469413</c:v>
                </c:pt>
                <c:pt idx="580">
                  <c:v>0.0109436225619</c:v>
                </c:pt>
                <c:pt idx="581">
                  <c:v>0.0109570892776</c:v>
                </c:pt>
                <c:pt idx="582">
                  <c:v>0.0109707506638</c:v>
                </c:pt>
                <c:pt idx="583">
                  <c:v>0.0109846102104</c:v>
                </c:pt>
                <c:pt idx="584">
                  <c:v>0.0109986713199</c:v>
                </c:pt>
                <c:pt idx="585">
                  <c:v>0.0110129373073</c:v>
                </c:pt>
                <c:pt idx="586">
                  <c:v>0.0110274113993</c:v>
                </c:pt>
                <c:pt idx="587">
                  <c:v>0.0110420967342</c:v>
                </c:pt>
                <c:pt idx="588">
                  <c:v>0.0110569963613</c:v>
                </c:pt>
                <c:pt idx="589">
                  <c:v>0.0110721132413</c:v>
                </c:pt>
                <c:pt idx="590">
                  <c:v>0.0110874502465</c:v>
                </c:pt>
                <c:pt idx="591">
                  <c:v>0.0111030101607</c:v>
                </c:pt>
                <c:pt idx="592">
                  <c:v>0.0111187956802</c:v>
                </c:pt>
                <c:pt idx="593">
                  <c:v>0.011134809414</c:v>
                </c:pt>
                <c:pt idx="594">
                  <c:v>0.0111510538849</c:v>
                </c:pt>
                <c:pt idx="595">
                  <c:v>0.0111675315303</c:v>
                </c:pt>
                <c:pt idx="596">
                  <c:v>0.0111842447034</c:v>
                </c:pt>
                <c:pt idx="597">
                  <c:v>0.0112011956739</c:v>
                </c:pt>
                <c:pt idx="598">
                  <c:v>0.01121838663</c:v>
                </c:pt>
                <c:pt idx="599">
                  <c:v>0.0112358196792</c:v>
                </c:pt>
                <c:pt idx="600">
                  <c:v>0.0112534968501</c:v>
                </c:pt>
                <c:pt idx="601">
                  <c:v>0.0112714200936</c:v>
                </c:pt>
                <c:pt idx="602">
                  <c:v>0.0112895912853</c:v>
                </c:pt>
                <c:pt idx="603">
                  <c:v>0.0113080122265</c:v>
                </c:pt>
                <c:pt idx="604">
                  <c:v>0.0113266846464</c:v>
                </c:pt>
                <c:pt idx="605">
                  <c:v>0.0113456102038</c:v>
                </c:pt>
                <c:pt idx="606">
                  <c:v>0.0113647904891</c:v>
                </c:pt>
                <c:pt idx="607">
                  <c:v>0.0113842270265</c:v>
                </c:pt>
                <c:pt idx="608">
                  <c:v>0.0114039212756</c:v>
                </c:pt>
                <c:pt idx="609">
                  <c:v>0.0114238746338</c:v>
                </c:pt>
                <c:pt idx="610">
                  <c:v>0.011444088438</c:v>
                </c:pt>
                <c:pt idx="611">
                  <c:v>0.0114645639673</c:v>
                </c:pt>
                <c:pt idx="612">
                  <c:v>0.0114853024445</c:v>
                </c:pt>
                <c:pt idx="613">
                  <c:v>0.0115063050386</c:v>
                </c:pt>
                <c:pt idx="614">
                  <c:v>0.011527572867</c:v>
                </c:pt>
                <c:pt idx="615">
                  <c:v>0.0115491069973</c:v>
                </c:pt>
                <c:pt idx="616">
                  <c:v>0.0115709084497</c:v>
                </c:pt>
                <c:pt idx="617">
                  <c:v>0.0115929781991</c:v>
                </c:pt>
                <c:pt idx="618">
                  <c:v>0.0116153171772</c:v>
                </c:pt>
                <c:pt idx="619">
                  <c:v>0.0116379262746</c:v>
                </c:pt>
                <c:pt idx="620">
                  <c:v>0.0116608063428</c:v>
                </c:pt>
                <c:pt idx="621">
                  <c:v>0.0116839581966</c:v>
                </c:pt>
                <c:pt idx="622">
                  <c:v>0.0117073826156</c:v>
                </c:pt>
                <c:pt idx="623">
                  <c:v>0.0117310803467</c:v>
                </c:pt>
                <c:pt idx="624">
                  <c:v>0.0117550521057</c:v>
                </c:pt>
                <c:pt idx="625">
                  <c:v>0.0117792985798</c:v>
                </c:pt>
                <c:pt idx="626">
                  <c:v>0.0118038204288</c:v>
                </c:pt>
                <c:pt idx="627">
                  <c:v>0.0118286182876</c:v>
                </c:pt>
                <c:pt idx="628">
                  <c:v>0.0118536927675</c:v>
                </c:pt>
                <c:pt idx="629">
                  <c:v>0.0118790444584</c:v>
                </c:pt>
                <c:pt idx="630">
                  <c:v>0.0119046739306</c:v>
                </c:pt>
                <c:pt idx="631">
                  <c:v>0.0119305817362</c:v>
                </c:pt>
                <c:pt idx="632">
                  <c:v>0.0119567684109</c:v>
                </c:pt>
                <c:pt idx="633">
                  <c:v>0.0119832344757</c:v>
                </c:pt>
                <c:pt idx="634">
                  <c:v>0.0120099804385</c:v>
                </c:pt>
                <c:pt idx="635">
                  <c:v>0.0120370067957</c:v>
                </c:pt>
                <c:pt idx="636">
                  <c:v>0.0120643140333</c:v>
                </c:pt>
                <c:pt idx="637">
                  <c:v>0.012091902629</c:v>
                </c:pt>
                <c:pt idx="638">
                  <c:v>0.012119773053</c:v>
                </c:pt>
                <c:pt idx="639">
                  <c:v>0.01214792577</c:v>
                </c:pt>
                <c:pt idx="640">
                  <c:v>0.0121763612398</c:v>
                </c:pt>
                <c:pt idx="641">
                  <c:v>0.0122050799192</c:v>
                </c:pt>
                <c:pt idx="642">
                  <c:v>0.012234082263</c:v>
                </c:pt>
                <c:pt idx="643">
                  <c:v>0.0122633687251</c:v>
                </c:pt>
                <c:pt idx="644">
                  <c:v>0.0122929397599</c:v>
                </c:pt>
                <c:pt idx="645">
                  <c:v>0.0123227958232</c:v>
                </c:pt>
                <c:pt idx="646">
                  <c:v>0.0123529373734</c:v>
                </c:pt>
                <c:pt idx="647">
                  <c:v>0.0123833648726</c:v>
                </c:pt>
                <c:pt idx="648">
                  <c:v>0.0124140787874</c:v>
                </c:pt>
                <c:pt idx="649">
                  <c:v>0.0124450795901</c:v>
                </c:pt>
                <c:pt idx="650">
                  <c:v>0.0124763677594</c:v>
                </c:pt>
                <c:pt idx="651">
                  <c:v>0.0125079437814</c:v>
                </c:pt>
                <c:pt idx="652">
                  <c:v>0.0125398081506</c:v>
                </c:pt>
                <c:pt idx="653">
                  <c:v>0.0125719613705</c:v>
                </c:pt>
                <c:pt idx="654">
                  <c:v>0.0126044039546</c:v>
                </c:pt>
                <c:pt idx="655">
                  <c:v>0.0126371364269</c:v>
                </c:pt>
                <c:pt idx="656">
                  <c:v>0.0126701593229</c:v>
                </c:pt>
                <c:pt idx="657">
                  <c:v>0.0127034731902</c:v>
                </c:pt>
                <c:pt idx="658">
                  <c:v>0.012737078589</c:v>
                </c:pt>
                <c:pt idx="659">
                  <c:v>0.0127709760932</c:v>
                </c:pt>
                <c:pt idx="660">
                  <c:v>0.0128051662906</c:v>
                </c:pt>
                <c:pt idx="661">
                  <c:v>0.0128396497835</c:v>
                </c:pt>
                <c:pt idx="662">
                  <c:v>0.0128744271897</c:v>
                </c:pt>
                <c:pt idx="663">
                  <c:v>0.0129094991425</c:v>
                </c:pt>
                <c:pt idx="664">
                  <c:v>0.0129448662917</c:v>
                </c:pt>
                <c:pt idx="665">
                  <c:v>0.0129805293037</c:v>
                </c:pt>
                <c:pt idx="666">
                  <c:v>0.0130164888623</c:v>
                </c:pt>
                <c:pt idx="667">
                  <c:v>0.0130527456691</c:v>
                </c:pt>
                <c:pt idx="668">
                  <c:v>0.0130893004437</c:v>
                </c:pt>
                <c:pt idx="669">
                  <c:v>0.0131261539245</c:v>
                </c:pt>
                <c:pt idx="670">
                  <c:v>0.0131633068689</c:v>
                </c:pt>
                <c:pt idx="671">
                  <c:v>0.0132007600536</c:v>
                </c:pt>
                <c:pt idx="672">
                  <c:v>0.0132385142754</c:v>
                </c:pt>
                <c:pt idx="673">
                  <c:v>0.013276570351</c:v>
                </c:pt>
                <c:pt idx="674">
                  <c:v>0.0133149291178</c:v>
                </c:pt>
                <c:pt idx="675">
                  <c:v>0.0133535914339</c:v>
                </c:pt>
                <c:pt idx="676">
                  <c:v>0.0133925581789</c:v>
                </c:pt>
                <c:pt idx="677">
                  <c:v>0.0134318302537</c:v>
                </c:pt>
                <c:pt idx="678">
                  <c:v>0.0134714085811</c:v>
                </c:pt>
                <c:pt idx="679">
                  <c:v>0.013511294106</c:v>
                </c:pt>
                <c:pt idx="680">
                  <c:v>0.0135514877957</c:v>
                </c:pt>
                <c:pt idx="681">
                  <c:v>0.0135919906401</c:v>
                </c:pt>
                <c:pt idx="682">
                  <c:v>0.0136328036524</c:v>
                </c:pt>
                <c:pt idx="683">
                  <c:v>0.0136739278686</c:v>
                </c:pt>
                <c:pt idx="684">
                  <c:v>0.0137153643485</c:v>
                </c:pt>
                <c:pt idx="685">
                  <c:v>0.0137571141753</c:v>
                </c:pt>
                <c:pt idx="686">
                  <c:v>0.0137991784565</c:v>
                </c:pt>
                <c:pt idx="687">
                  <c:v>0.0138415583236</c:v>
                </c:pt>
                <c:pt idx="688">
                  <c:v>0.0138842549326</c:v>
                </c:pt>
                <c:pt idx="689">
                  <c:v>0.013927269464</c:v>
                </c:pt>
                <c:pt idx="690">
                  <c:v>0.0139706031235</c:v>
                </c:pt>
                <c:pt idx="691">
                  <c:v>0.0140142571416</c:v>
                </c:pt>
                <c:pt idx="692">
                  <c:v>0.0140582327743</c:v>
                </c:pt>
                <c:pt idx="693">
                  <c:v>0.0141025313029</c:v>
                </c:pt>
                <c:pt idx="694">
                  <c:v>0.0141471540347</c:v>
                </c:pt>
                <c:pt idx="695">
                  <c:v>0.0141921023029</c:v>
                </c:pt>
                <c:pt idx="696">
                  <c:v>0.0142373774666</c:v>
                </c:pt>
                <c:pt idx="697">
                  <c:v>0.0142829809115</c:v>
                </c:pt>
                <c:pt idx="698">
                  <c:v>0.0143289140498</c:v>
                </c:pt>
                <c:pt idx="699">
                  <c:v>0.0143751783204</c:v>
                </c:pt>
                <c:pt idx="700">
                  <c:v>0.0144217751893</c:v>
                </c:pt>
                <c:pt idx="701">
                  <c:v>0.0144687061496</c:v>
                </c:pt>
                <c:pt idx="702">
                  <c:v>0.0145159727215</c:v>
                </c:pt>
                <c:pt idx="703">
                  <c:v>0.0145635764532</c:v>
                </c:pt>
                <c:pt idx="704">
                  <c:v>0.0146115189204</c:v>
                </c:pt>
                <c:pt idx="705">
                  <c:v>0.0146598017269</c:v>
                </c:pt>
                <c:pt idx="706">
                  <c:v>0.0147084265045</c:v>
                </c:pt>
                <c:pt idx="707">
                  <c:v>0.0147573949135</c:v>
                </c:pt>
                <c:pt idx="708">
                  <c:v>0.0148067086429</c:v>
                </c:pt>
                <c:pt idx="709">
                  <c:v>0.0148563694102</c:v>
                </c:pt>
                <c:pt idx="710">
                  <c:v>0.0149063789622</c:v>
                </c:pt>
                <c:pt idx="711">
                  <c:v>0.0149567390748</c:v>
                </c:pt>
                <c:pt idx="712">
                  <c:v>0.0150074515533</c:v>
                </c:pt>
                <c:pt idx="713">
                  <c:v>0.0150585182326</c:v>
                </c:pt>
                <c:pt idx="714">
                  <c:v>0.0151099409776</c:v>
                </c:pt>
                <c:pt idx="715">
                  <c:v>0.0151617216832</c:v>
                </c:pt>
                <c:pt idx="716">
                  <c:v>0.0152138622746</c:v>
                </c:pt>
                <c:pt idx="717">
                  <c:v>0.0152663647077</c:v>
                </c:pt>
                <c:pt idx="718">
                  <c:v>0.0153192309688</c:v>
                </c:pt>
                <c:pt idx="719">
                  <c:v>0.0153724630755</c:v>
                </c:pt>
                <c:pt idx="720">
                  <c:v>0.0154260630765</c:v>
                </c:pt>
                <c:pt idx="721">
                  <c:v>0.0154800330521</c:v>
                </c:pt>
                <c:pt idx="722">
                  <c:v>0.0155343751141</c:v>
                </c:pt>
                <c:pt idx="723">
                  <c:v>0.0155890914063</c:v>
                </c:pt>
                <c:pt idx="724">
                  <c:v>0.0156441841049</c:v>
                </c:pt>
                <c:pt idx="725">
                  <c:v>0.0156996554182</c:v>
                </c:pt>
                <c:pt idx="726">
                  <c:v>0.0157555075875</c:v>
                </c:pt>
                <c:pt idx="727">
                  <c:v>0.0158117428868</c:v>
                </c:pt>
                <c:pt idx="728">
                  <c:v>0.0158683636234</c:v>
                </c:pt>
                <c:pt idx="729">
                  <c:v>0.015925372138</c:v>
                </c:pt>
                <c:pt idx="730">
                  <c:v>0.0159827708053</c:v>
                </c:pt>
                <c:pt idx="731">
                  <c:v>0.0160405620336</c:v>
                </c:pt>
                <c:pt idx="732">
                  <c:v>0.0160987482658</c:v>
                </c:pt>
                <c:pt idx="733">
                  <c:v>0.016157331979</c:v>
                </c:pt>
                <c:pt idx="734">
                  <c:v>0.0162163156853</c:v>
                </c:pt>
                <c:pt idx="735">
                  <c:v>0.0162757019321</c:v>
                </c:pt>
                <c:pt idx="736">
                  <c:v>0.0163354933016</c:v>
                </c:pt>
                <c:pt idx="737">
                  <c:v>0.0163956924123</c:v>
                </c:pt>
                <c:pt idx="738">
                  <c:v>0.0164563019181</c:v>
                </c:pt>
                <c:pt idx="739">
                  <c:v>0.0165173245095</c:v>
                </c:pt>
                <c:pt idx="740">
                  <c:v>0.0165787629133</c:v>
                </c:pt>
                <c:pt idx="741">
                  <c:v>0.0166406198932</c:v>
                </c:pt>
                <c:pt idx="742">
                  <c:v>0.01670289825</c:v>
                </c:pt>
                <c:pt idx="743">
                  <c:v>0.0167656008219</c:v>
                </c:pt>
                <c:pt idx="744">
                  <c:v>0.0168287304847</c:v>
                </c:pt>
                <c:pt idx="745">
                  <c:v>0.0168922901525</c:v>
                </c:pt>
                <c:pt idx="746">
                  <c:v>0.0169562827774</c:v>
                </c:pt>
                <c:pt idx="747">
                  <c:v>0.0170207113503</c:v>
                </c:pt>
                <c:pt idx="748">
                  <c:v>0.017085578901</c:v>
                </c:pt>
                <c:pt idx="749">
                  <c:v>0.0171508884985</c:v>
                </c:pt>
                <c:pt idx="750">
                  <c:v>0.0172166432515</c:v>
                </c:pt>
                <c:pt idx="751">
                  <c:v>0.0172828463084</c:v>
                </c:pt>
                <c:pt idx="752">
                  <c:v>0.017349500858</c:v>
                </c:pt>
                <c:pt idx="753">
                  <c:v>0.0174166101295</c:v>
                </c:pt>
                <c:pt idx="754">
                  <c:v>0.0174841773929</c:v>
                </c:pt>
                <c:pt idx="755">
                  <c:v>0.0175522059595</c:v>
                </c:pt>
                <c:pt idx="756">
                  <c:v>0.017620699182</c:v>
                </c:pt>
                <c:pt idx="757">
                  <c:v>0.0176896604551</c:v>
                </c:pt>
                <c:pt idx="758">
                  <c:v>0.0177590932156</c:v>
                </c:pt>
                <c:pt idx="759">
                  <c:v>0.0178290009427</c:v>
                </c:pt>
                <c:pt idx="760">
                  <c:v>0.0178993871586</c:v>
                </c:pt>
                <c:pt idx="761">
                  <c:v>0.0179702554286</c:v>
                </c:pt>
                <c:pt idx="762">
                  <c:v>0.0180416093617</c:v>
                </c:pt>
                <c:pt idx="763">
                  <c:v>0.0181134526106</c:v>
                </c:pt>
                <c:pt idx="764">
                  <c:v>0.0181857888724</c:v>
                </c:pt>
                <c:pt idx="765">
                  <c:v>0.0182586218889</c:v>
                </c:pt>
                <c:pt idx="766">
                  <c:v>0.0183319554466</c:v>
                </c:pt>
                <c:pt idx="767">
                  <c:v>0.0184057933776</c:v>
                </c:pt>
                <c:pt idx="768">
                  <c:v>0.0184801395597</c:v>
                </c:pt>
                <c:pt idx="769">
                  <c:v>0.0185549979166</c:v>
                </c:pt>
                <c:pt idx="770">
                  <c:v>0.0186303724188</c:v>
                </c:pt>
                <c:pt idx="771">
                  <c:v>0.0187062670835</c:v>
                </c:pt>
                <c:pt idx="772">
                  <c:v>0.0187826859751</c:v>
                </c:pt>
                <c:pt idx="773">
                  <c:v>0.0188596332059</c:v>
                </c:pt>
                <c:pt idx="774">
                  <c:v>0.0189371129361</c:v>
                </c:pt>
                <c:pt idx="775">
                  <c:v>0.0190151293745</c:v>
                </c:pt>
                <c:pt idx="776">
                  <c:v>0.0190936867788</c:v>
                </c:pt>
                <c:pt idx="777">
                  <c:v>0.0191727894561</c:v>
                </c:pt>
                <c:pt idx="778">
                  <c:v>0.0192524417633</c:v>
                </c:pt>
                <c:pt idx="779">
                  <c:v>0.0193326481076</c:v>
                </c:pt>
                <c:pt idx="780">
                  <c:v>0.0194134129467</c:v>
                </c:pt>
                <c:pt idx="781">
                  <c:v>0.0194947407898</c:v>
                </c:pt>
                <c:pt idx="782">
                  <c:v>0.0195766361976</c:v>
                </c:pt>
                <c:pt idx="783">
                  <c:v>0.0196591037829</c:v>
                </c:pt>
                <c:pt idx="784">
                  <c:v>0.0197421482112</c:v>
                </c:pt>
                <c:pt idx="785">
                  <c:v>0.0198257742013</c:v>
                </c:pt>
                <c:pt idx="786">
                  <c:v>0.0199099865254</c:v>
                </c:pt>
                <c:pt idx="787">
                  <c:v>0.0199947900102</c:v>
                </c:pt>
                <c:pt idx="788">
                  <c:v>0.0200801895371</c:v>
                </c:pt>
                <c:pt idx="789">
                  <c:v>0.0201661900426</c:v>
                </c:pt>
                <c:pt idx="790">
                  <c:v>0.0202527965195</c:v>
                </c:pt>
                <c:pt idx="791">
                  <c:v>0.0203400140166</c:v>
                </c:pt>
                <c:pt idx="792">
                  <c:v>0.0204278476402</c:v>
                </c:pt>
                <c:pt idx="793">
                  <c:v>0.0205163025541</c:v>
                </c:pt>
                <c:pt idx="794">
                  <c:v>0.0206053839804</c:v>
                </c:pt>
                <c:pt idx="795">
                  <c:v>0.0206950972002</c:v>
                </c:pt>
                <c:pt idx="796">
                  <c:v>0.0207854475542</c:v>
                </c:pt>
                <c:pt idx="797">
                  <c:v>0.0208764404433</c:v>
                </c:pt>
                <c:pt idx="798">
                  <c:v>0.0209680813296</c:v>
                </c:pt>
                <c:pt idx="799">
                  <c:v>0.0210603757366</c:v>
                </c:pt>
                <c:pt idx="800">
                  <c:v>0.0211533292503</c:v>
                </c:pt>
                <c:pt idx="801">
                  <c:v>0.0212469475198</c:v>
                </c:pt>
                <c:pt idx="802">
                  <c:v>0.0213412362581</c:v>
                </c:pt>
                <c:pt idx="803">
                  <c:v>0.0214362012426</c:v>
                </c:pt>
                <c:pt idx="804">
                  <c:v>0.0215318483165</c:v>
                </c:pt>
                <c:pt idx="805">
                  <c:v>0.0216281833887</c:v>
                </c:pt>
                <c:pt idx="806">
                  <c:v>0.0217252124356</c:v>
                </c:pt>
                <c:pt idx="807">
                  <c:v>0.0218229415011</c:v>
                </c:pt>
                <c:pt idx="808">
                  <c:v>0.0219213766978</c:v>
                </c:pt>
                <c:pt idx="809">
                  <c:v>0.022020524208</c:v>
                </c:pt>
                <c:pt idx="810">
                  <c:v>0.0221203902842</c:v>
                </c:pt>
                <c:pt idx="811">
                  <c:v>0.0222209812505</c:v>
                </c:pt>
                <c:pt idx="812">
                  <c:v>0.022322303503</c:v>
                </c:pt>
                <c:pt idx="813">
                  <c:v>0.0224243635109</c:v>
                </c:pt>
                <c:pt idx="814">
                  <c:v>0.0225271678178</c:v>
                </c:pt>
                <c:pt idx="815">
                  <c:v>0.0226307230421</c:v>
                </c:pt>
                <c:pt idx="816">
                  <c:v>0.0227350358782</c:v>
                </c:pt>
                <c:pt idx="817">
                  <c:v>0.0228401130978</c:v>
                </c:pt>
                <c:pt idx="818">
                  <c:v>0.0229459615506</c:v>
                </c:pt>
                <c:pt idx="819">
                  <c:v>0.0230525881651</c:v>
                </c:pt>
                <c:pt idx="820">
                  <c:v>0.0231599999504</c:v>
                </c:pt>
                <c:pt idx="821">
                  <c:v>0.0232682039965</c:v>
                </c:pt>
                <c:pt idx="822">
                  <c:v>0.0233772074757</c:v>
                </c:pt>
                <c:pt idx="823">
                  <c:v>0.0234870176441</c:v>
                </c:pt>
                <c:pt idx="824">
                  <c:v>0.0235976418418</c:v>
                </c:pt>
                <c:pt idx="825">
                  <c:v>0.0237090874949</c:v>
                </c:pt>
                <c:pt idx="826">
                  <c:v>0.0238213621163</c:v>
                </c:pt>
                <c:pt idx="827">
                  <c:v>0.023934473307</c:v>
                </c:pt>
                <c:pt idx="828">
                  <c:v>0.024048428757</c:v>
                </c:pt>
                <c:pt idx="829">
                  <c:v>0.0241632362469</c:v>
                </c:pt>
                <c:pt idx="830">
                  <c:v>0.0242789036489</c:v>
                </c:pt>
                <c:pt idx="831">
                  <c:v>0.0243954389284</c:v>
                </c:pt>
                <c:pt idx="832">
                  <c:v>0.0245128501445</c:v>
                </c:pt>
                <c:pt idx="833">
                  <c:v>0.0246311454523</c:v>
                </c:pt>
                <c:pt idx="834">
                  <c:v>0.0247503331035</c:v>
                </c:pt>
                <c:pt idx="835">
                  <c:v>0.0248704214478</c:v>
                </c:pt>
                <c:pt idx="836">
                  <c:v>0.0249914189348</c:v>
                </c:pt>
                <c:pt idx="837">
                  <c:v>0.0251133341145</c:v>
                </c:pt>
                <c:pt idx="838">
                  <c:v>0.0252361756397</c:v>
                </c:pt>
                <c:pt idx="839">
                  <c:v>0.0253599522666</c:v>
                </c:pt>
                <c:pt idx="840">
                  <c:v>0.0254846728565</c:v>
                </c:pt>
                <c:pt idx="841">
                  <c:v>0.0256103463773</c:v>
                </c:pt>
                <c:pt idx="842">
                  <c:v>0.0257369819053</c:v>
                </c:pt>
                <c:pt idx="843">
                  <c:v>0.025864588626</c:v>
                </c:pt>
                <c:pt idx="844">
                  <c:v>0.0259931758361</c:v>
                </c:pt>
                <c:pt idx="845">
                  <c:v>0.0261227529452</c:v>
                </c:pt>
                <c:pt idx="846">
                  <c:v>0.0262533294767</c:v>
                </c:pt>
                <c:pt idx="847">
                  <c:v>0.0263849150703</c:v>
                </c:pt>
                <c:pt idx="848">
                  <c:v>0.0265175194828</c:v>
                </c:pt>
                <c:pt idx="849">
                  <c:v>0.0266511525902</c:v>
                </c:pt>
                <c:pt idx="850">
                  <c:v>0.0267858243893</c:v>
                </c:pt>
                <c:pt idx="851">
                  <c:v>0.0269215449993</c:v>
                </c:pt>
                <c:pt idx="852">
                  <c:v>0.0270583246635</c:v>
                </c:pt>
                <c:pt idx="853">
                  <c:v>0.0271961737513</c:v>
                </c:pt>
                <c:pt idx="854">
                  <c:v>0.0273351027596</c:v>
                </c:pt>
                <c:pt idx="855">
                  <c:v>0.0274751223148</c:v>
                </c:pt>
                <c:pt idx="856">
                  <c:v>0.0276162431746</c:v>
                </c:pt>
                <c:pt idx="857">
                  <c:v>0.0277584762299</c:v>
                </c:pt>
                <c:pt idx="858">
                  <c:v>0.0279018325065</c:v>
                </c:pt>
                <c:pt idx="859">
                  <c:v>0.0280463231673</c:v>
                </c:pt>
                <c:pt idx="860">
                  <c:v>0.0281919595138</c:v>
                </c:pt>
                <c:pt idx="861">
                  <c:v>0.0283387529885</c:v>
                </c:pt>
                <c:pt idx="862">
                  <c:v>0.0284867151767</c:v>
                </c:pt>
                <c:pt idx="863">
                  <c:v>0.0286358578084</c:v>
                </c:pt>
                <c:pt idx="864">
                  <c:v>0.0287861927606</c:v>
                </c:pt>
                <c:pt idx="865">
                  <c:v>0.0289377320592</c:v>
                </c:pt>
                <c:pt idx="866">
                  <c:v>0.0290904878812</c:v>
                </c:pt>
                <c:pt idx="867">
                  <c:v>0.0292444725566</c:v>
                </c:pt>
                <c:pt idx="868">
                  <c:v>0.0293996985712</c:v>
                </c:pt>
                <c:pt idx="869">
                  <c:v>0.0295561785681</c:v>
                </c:pt>
                <c:pt idx="870">
                  <c:v>0.0297139253503</c:v>
                </c:pt>
                <c:pt idx="871">
                  <c:v>0.0298729518828</c:v>
                </c:pt>
                <c:pt idx="872">
                  <c:v>0.0300332712953</c:v>
                </c:pt>
                <c:pt idx="873">
                  <c:v>0.0301948968841</c:v>
                </c:pt>
                <c:pt idx="874">
                  <c:v>0.0303578421147</c:v>
                </c:pt>
                <c:pt idx="875">
                  <c:v>0.030522120624</c:v>
                </c:pt>
                <c:pt idx="876">
                  <c:v>0.0306877462232</c:v>
                </c:pt>
                <c:pt idx="877">
                  <c:v>0.0308547328998</c:v>
                </c:pt>
                <c:pt idx="878">
                  <c:v>0.0310230948205</c:v>
                </c:pt>
                <c:pt idx="879">
                  <c:v>0.0311928463335</c:v>
                </c:pt>
                <c:pt idx="880">
                  <c:v>0.0313640019712</c:v>
                </c:pt>
                <c:pt idx="881">
                  <c:v>0.0315365764529</c:v>
                </c:pt>
                <c:pt idx="882">
                  <c:v>0.0317105846875</c:v>
                </c:pt>
                <c:pt idx="883">
                  <c:v>0.031886041776</c:v>
                </c:pt>
                <c:pt idx="884">
                  <c:v>0.0320629630145</c:v>
                </c:pt>
                <c:pt idx="885">
                  <c:v>0.0322413638971</c:v>
                </c:pt>
                <c:pt idx="886">
                  <c:v>0.0324212601184</c:v>
                </c:pt>
                <c:pt idx="887">
                  <c:v>0.0326026675766</c:v>
                </c:pt>
                <c:pt idx="888">
                  <c:v>0.0327856023764</c:v>
                </c:pt>
                <c:pt idx="889">
                  <c:v>0.0329700808321</c:v>
                </c:pt>
                <c:pt idx="890">
                  <c:v>0.0331561194705</c:v>
                </c:pt>
                <c:pt idx="891">
                  <c:v>0.0333437350338</c:v>
                </c:pt>
                <c:pt idx="892">
                  <c:v>0.0335329444832</c:v>
                </c:pt>
                <c:pt idx="893">
                  <c:v>0.0337237650015</c:v>
                </c:pt>
                <c:pt idx="894">
                  <c:v>0.0339162139968</c:v>
                </c:pt>
                <c:pt idx="895">
                  <c:v>0.0341103091054</c:v>
                </c:pt>
                <c:pt idx="896">
                  <c:v>0.0343060681953</c:v>
                </c:pt>
                <c:pt idx="897">
                  <c:v>0.0345035093694</c:v>
                </c:pt>
                <c:pt idx="898">
                  <c:v>0.0347026509692</c:v>
                </c:pt>
                <c:pt idx="899">
                  <c:v>0.0349035115778</c:v>
                </c:pt>
                <c:pt idx="900">
                  <c:v>0.0351061100238</c:v>
                </c:pt>
                <c:pt idx="901">
                  <c:v>0.0353104653848</c:v>
                </c:pt>
                <c:pt idx="902">
                  <c:v>0.0355165969909</c:v>
                </c:pt>
                <c:pt idx="903">
                  <c:v>0.0357245244282</c:v>
                </c:pt>
                <c:pt idx="904">
                  <c:v>0.035934267543</c:v>
                </c:pt>
                <c:pt idx="905">
                  <c:v>0.0361458464449</c:v>
                </c:pt>
                <c:pt idx="906">
                  <c:v>0.0363592815115</c:v>
                </c:pt>
                <c:pt idx="907">
                  <c:v>0.0365745933913</c:v>
                </c:pt>
                <c:pt idx="908">
                  <c:v>0.0367918030085</c:v>
                </c:pt>
                <c:pt idx="909">
                  <c:v>0.0370109315663</c:v>
                </c:pt>
                <c:pt idx="910">
                  <c:v>0.0372320005515</c:v>
                </c:pt>
                <c:pt idx="911">
                  <c:v>0.0374550317382</c:v>
                </c:pt>
                <c:pt idx="912">
                  <c:v>0.0376800471921</c:v>
                </c:pt>
                <c:pt idx="913">
                  <c:v>0.037907069275</c:v>
                </c:pt>
                <c:pt idx="914">
                  <c:v>0.0381361206486</c:v>
                </c:pt>
                <c:pt idx="915">
                  <c:v>0.0383672242792</c:v>
                </c:pt>
                <c:pt idx="916">
                  <c:v>0.0386004034417</c:v>
                </c:pt>
                <c:pt idx="917">
                  <c:v>0.0388356817247</c:v>
                </c:pt>
                <c:pt idx="918">
                  <c:v>0.0390730830344</c:v>
                </c:pt>
                <c:pt idx="919">
                  <c:v>0.0393126315996</c:v>
                </c:pt>
                <c:pt idx="920">
                  <c:v>0.039554351976</c:v>
                </c:pt>
                <c:pt idx="921">
                  <c:v>0.0397982690512</c:v>
                </c:pt>
                <c:pt idx="922">
                  <c:v>0.0400444080493</c:v>
                </c:pt>
                <c:pt idx="923">
                  <c:v>0.0402927945359</c:v>
                </c:pt>
                <c:pt idx="924">
                  <c:v>0.0405434544227</c:v>
                </c:pt>
                <c:pt idx="925">
                  <c:v>0.0407964139728</c:v>
                </c:pt>
                <c:pt idx="926">
                  <c:v>0.0410516998054</c:v>
                </c:pt>
                <c:pt idx="927">
                  <c:v>0.0413093389012</c:v>
                </c:pt>
                <c:pt idx="928">
                  <c:v>0.0415693586073</c:v>
                </c:pt>
                <c:pt idx="929">
                  <c:v>0.0418317866425</c:v>
                </c:pt>
                <c:pt idx="930">
                  <c:v>0.0420966511025</c:v>
                </c:pt>
                <c:pt idx="931">
                  <c:v>0.0423639804655</c:v>
                </c:pt>
                <c:pt idx="932">
                  <c:v>0.0426338035972</c:v>
                </c:pt>
                <c:pt idx="933">
                  <c:v>0.0429061497567</c:v>
                </c:pt>
                <c:pt idx="934">
                  <c:v>0.0431810486017</c:v>
                </c:pt>
                <c:pt idx="935">
                  <c:v>0.0434585301941</c:v>
                </c:pt>
                <c:pt idx="936">
                  <c:v>0.0437386250059</c:v>
                </c:pt>
                <c:pt idx="937">
                  <c:v>0.0440213639249</c:v>
                </c:pt>
                <c:pt idx="938">
                  <c:v>0.04430677826</c:v>
                </c:pt>
                <c:pt idx="939">
                  <c:v>0.0445948997476</c:v>
                </c:pt>
                <c:pt idx="940">
                  <c:v>0.0448857605575</c:v>
                </c:pt>
                <c:pt idx="941">
                  <c:v>0.0451793932984</c:v>
                </c:pt>
                <c:pt idx="942">
                  <c:v>0.0454758310241</c:v>
                </c:pt>
                <c:pt idx="943">
                  <c:v>0.0457751072399</c:v>
                </c:pt>
                <c:pt idx="944">
                  <c:v>0.0460772559086</c:v>
                </c:pt>
                <c:pt idx="945">
                  <c:v>0.0463823114561</c:v>
                </c:pt>
                <c:pt idx="946">
                  <c:v>0.0466903087787</c:v>
                </c:pt>
                <c:pt idx="947">
                  <c:v>0.0470012832486</c:v>
                </c:pt>
                <c:pt idx="948">
                  <c:v>0.0473152707204</c:v>
                </c:pt>
                <c:pt idx="949">
                  <c:v>0.0476323075378</c:v>
                </c:pt>
                <c:pt idx="950">
                  <c:v>0.0479524305397</c:v>
                </c:pt>
                <c:pt idx="951">
                  <c:v>0.0482756770671</c:v>
                </c:pt>
                <c:pt idx="952">
                  <c:v>0.0486020849692</c:v>
                </c:pt>
                <c:pt idx="953">
                  <c:v>0.0489316926102</c:v>
                </c:pt>
                <c:pt idx="954">
                  <c:v>0.049264538876</c:v>
                </c:pt>
                <c:pt idx="955">
                  <c:v>0.0496006631808</c:v>
                </c:pt>
                <c:pt idx="956">
                  <c:v>0.0499401054737</c:v>
                </c:pt>
                <c:pt idx="957">
                  <c:v>0.0502829062457</c:v>
                </c:pt>
                <c:pt idx="958">
                  <c:v>0.0506291065362</c:v>
                </c:pt>
                <c:pt idx="959">
                  <c:v>0.0509787479396</c:v>
                </c:pt>
                <c:pt idx="960">
                  <c:v>0.0513318726129</c:v>
                </c:pt>
                <c:pt idx="961">
                  <c:v>0.0516885232816</c:v>
                </c:pt>
                <c:pt idx="962">
                  <c:v>0.0520487432471</c:v>
                </c:pt>
                <c:pt idx="963">
                  <c:v>0.0524125763934</c:v>
                </c:pt>
                <c:pt idx="964">
                  <c:v>0.0527800671939</c:v>
                </c:pt>
                <c:pt idx="965">
                  <c:v>0.0531512607182</c:v>
                </c:pt>
                <c:pt idx="966">
                  <c:v>0.0535262026393</c:v>
                </c:pt>
                <c:pt idx="967">
                  <c:v>0.05390493924</c:v>
                </c:pt>
                <c:pt idx="968">
                  <c:v>0.0542875174198</c:v>
                </c:pt>
                <c:pt idx="969">
                  <c:v>0.054673984702</c:v>
                </c:pt>
                <c:pt idx="970">
                  <c:v>0.0550643892401</c:v>
                </c:pt>
                <c:pt idx="971">
                  <c:v>0.0554587798248</c:v>
                </c:pt>
                <c:pt idx="972">
                  <c:v>0.0558572058903</c:v>
                </c:pt>
                <c:pt idx="973">
                  <c:v>0.0562597175215</c:v>
                </c:pt>
                <c:pt idx="974">
                  <c:v>0.0566663654599</c:v>
                </c:pt>
                <c:pt idx="975">
                  <c:v>0.0570772011108</c:v>
                </c:pt>
                <c:pt idx="976">
                  <c:v>0.0574922765491</c:v>
                </c:pt>
                <c:pt idx="977">
                  <c:v>0.057911644526</c:v>
                </c:pt>
                <c:pt idx="978">
                  <c:v>0.058335358475</c:v>
                </c:pt>
                <c:pt idx="979">
                  <c:v>0.0587634725183</c:v>
                </c:pt>
                <c:pt idx="980">
                  <c:v>0.0591960414726</c:v>
                </c:pt>
                <c:pt idx="981">
                  <c:v>0.0596331208548</c:v>
                </c:pt>
                <c:pt idx="982">
                  <c:v>0.0600747668882</c:v>
                </c:pt>
                <c:pt idx="983">
                  <c:v>0.0605210365077</c:v>
                </c:pt>
                <c:pt idx="984">
                  <c:v>0.0609719873652</c:v>
                </c:pt>
                <c:pt idx="985">
                  <c:v>0.0614276778351</c:v>
                </c:pt>
                <c:pt idx="986">
                  <c:v>0.0618881670189</c:v>
                </c:pt>
                <c:pt idx="987">
                  <c:v>0.0623535147503</c:v>
                </c:pt>
                <c:pt idx="988">
                  <c:v>0.0628237815996</c:v>
                </c:pt>
                <c:pt idx="989">
                  <c:v>0.0632990288783</c:v>
                </c:pt>
                <c:pt idx="990">
                  <c:v>0.0637793186426</c:v>
                </c:pt>
                <c:pt idx="991">
                  <c:v>0.0642647136978</c:v>
                </c:pt>
                <c:pt idx="992">
                  <c:v>0.0647552776011</c:v>
                </c:pt>
                <c:pt idx="993">
                  <c:v>0.0652510746654</c:v>
                </c:pt>
                <c:pt idx="994">
                  <c:v>0.0657521699614</c:v>
                </c:pt>
                <c:pt idx="995">
                  <c:v>0.0662586293208</c:v>
                </c:pt>
                <c:pt idx="996">
                  <c:v>0.0667705193374</c:v>
                </c:pt>
                <c:pt idx="997">
                  <c:v>0.0672879073696</c:v>
                </c:pt>
                <c:pt idx="998">
                  <c:v>0.067810861541</c:v>
                </c:pt>
                <c:pt idx="999">
                  <c:v>0.0683394507412</c:v>
                </c:pt>
                <c:pt idx="1000">
                  <c:v>0.0688737446263</c:v>
                </c:pt>
                <c:pt idx="1001">
                  <c:v>0.0694138136181</c:v>
                </c:pt>
                <c:pt idx="1002">
                  <c:v>0.0699597289036</c:v>
                </c:pt>
                <c:pt idx="1003">
                  <c:v>0.0705115624337</c:v>
                </c:pt>
                <c:pt idx="1004">
                  <c:v>0.0710693869207</c:v>
                </c:pt>
                <c:pt idx="1005">
                  <c:v>0.0716332758358</c:v>
                </c:pt>
                <c:pt idx="1006">
                  <c:v>0.0722033034059</c:v>
                </c:pt>
                <c:pt idx="1007">
                  <c:v>0.0727795446095</c:v>
                </c:pt>
                <c:pt idx="1008">
                  <c:v>0.0733620751716</c:v>
                </c:pt>
                <c:pt idx="1009">
                  <c:v>0.0739509715583</c:v>
                </c:pt>
                <c:pt idx="1010">
                  <c:v>0.0745463109706</c:v>
                </c:pt>
                <c:pt idx="1011">
                  <c:v>0.0751481713366</c:v>
                </c:pt>
                <c:pt idx="1012">
                  <c:v>0.0757566313038</c:v>
                </c:pt>
                <c:pt idx="1013">
                  <c:v>0.0763717702299</c:v>
                </c:pt>
                <c:pt idx="1014">
                  <c:v>0.0769936681724</c:v>
                </c:pt>
                <c:pt idx="1015">
                  <c:v>0.0776224058778</c:v>
                </c:pt>
                <c:pt idx="1016">
                  <c:v>0.0782580647693</c:v>
                </c:pt>
                <c:pt idx="1017">
                  <c:v>0.0789007269335</c:v>
                </c:pt>
                <c:pt idx="1018">
                  <c:v>0.0795504751061</c:v>
                </c:pt>
                <c:pt idx="1019">
                  <c:v>0.0802073926557</c:v>
                </c:pt>
                <c:pt idx="1020">
                  <c:v>0.0808715635676</c:v>
                </c:pt>
                <c:pt idx="1021">
                  <c:v>0.0815430724249</c:v>
                </c:pt>
                <c:pt idx="1022">
                  <c:v>0.0822220043894</c:v>
                </c:pt>
                <c:pt idx="1023">
                  <c:v>0.0829084451801</c:v>
                </c:pt>
                <c:pt idx="1024">
                  <c:v>0.0836024810513</c:v>
                </c:pt>
                <c:pt idx="1025">
                  <c:v>0.0843041987678</c:v>
                </c:pt>
                <c:pt idx="1026">
                  <c:v>0.0850136855803</c:v>
                </c:pt>
                <c:pt idx="1027">
                  <c:v>0.0857310291974</c:v>
                </c:pt>
                <c:pt idx="1028">
                  <c:v>0.0864563177571</c:v>
                </c:pt>
                <c:pt idx="1029">
                  <c:v>0.087189639796</c:v>
                </c:pt>
                <c:pt idx="1030">
                  <c:v>0.0879310842172</c:v>
                </c:pt>
                <c:pt idx="1031">
                  <c:v>0.0886807402556</c:v>
                </c:pt>
                <c:pt idx="1032">
                  <c:v>0.0894386974423</c:v>
                </c:pt>
                <c:pt idx="1033">
                  <c:v>0.0902050455657</c:v>
                </c:pt>
                <c:pt idx="1034">
                  <c:v>0.0909798746323</c:v>
                </c:pt>
                <c:pt idx="1035">
                  <c:v>0.0917632748236</c:v>
                </c:pt>
                <c:pt idx="1036">
                  <c:v>0.0925553364525</c:v>
                </c:pt>
                <c:pt idx="1037">
                  <c:v>0.0933561499161</c:v>
                </c:pt>
                <c:pt idx="1038">
                  <c:v>0.0941658056478</c:v>
                </c:pt>
                <c:pt idx="1039">
                  <c:v>0.0949843940654</c:v>
                </c:pt>
                <c:pt idx="1040">
                  <c:v>0.0958120055182</c:v>
                </c:pt>
                <c:pt idx="1041">
                  <c:v>0.0966487302315</c:v>
                </c:pt>
                <c:pt idx="1042">
                  <c:v>0.0974946582478</c:v>
                </c:pt>
                <c:pt idx="1043">
                  <c:v>0.0983498793669</c:v>
                </c:pt>
                <c:pt idx="1044">
                  <c:v>0.099214483082</c:v>
                </c:pt>
                <c:pt idx="1045">
                  <c:v>0.100088558515</c:v>
                </c:pt>
                <c:pt idx="1046">
                  <c:v>0.100972194346</c:v>
                </c:pt>
                <c:pt idx="1047">
                  <c:v>0.101865478747</c:v>
                </c:pt>
                <c:pt idx="1048">
                  <c:v>0.102768499303</c:v>
                </c:pt>
                <c:pt idx="1049">
                  <c:v>0.10368134294</c:v>
                </c:pt>
                <c:pt idx="1050">
                  <c:v>0.104604095842</c:v>
                </c:pt>
                <c:pt idx="1051">
                  <c:v>0.105536843375</c:v>
                </c:pt>
                <c:pt idx="1052">
                  <c:v>0.106479669997</c:v>
                </c:pt>
                <c:pt idx="1053">
                  <c:v>0.107432659175</c:v>
                </c:pt>
                <c:pt idx="1054">
                  <c:v>0.108395893294</c:v>
                </c:pt>
                <c:pt idx="1055">
                  <c:v>0.109369453564</c:v>
                </c:pt>
                <c:pt idx="1056">
                  <c:v>0.110353419927</c:v>
                </c:pt>
                <c:pt idx="1057">
                  <c:v>0.111347870956</c:v>
                </c:pt>
                <c:pt idx="1058">
                  <c:v>0.112352883758</c:v>
                </c:pt>
                <c:pt idx="1059">
                  <c:v>0.11336853387</c:v>
                </c:pt>
                <c:pt idx="1060">
                  <c:v>0.114394895152</c:v>
                </c:pt>
                <c:pt idx="1061">
                  <c:v>0.115432039681</c:v>
                </c:pt>
                <c:pt idx="1062">
                  <c:v>0.11648003764</c:v>
                </c:pt>
                <c:pt idx="1063">
                  <c:v>0.117538957208</c:v>
                </c:pt>
                <c:pt idx="1064">
                  <c:v>0.118608864437</c:v>
                </c:pt>
                <c:pt idx="1065">
                  <c:v>0.119689823147</c:v>
                </c:pt>
                <c:pt idx="1066">
                  <c:v>0.120781894794</c:v>
                </c:pt>
                <c:pt idx="1067">
                  <c:v>0.121885138361</c:v>
                </c:pt>
                <c:pt idx="1068">
                  <c:v>0.122999610225</c:v>
                </c:pt>
                <c:pt idx="1069">
                  <c:v>0.124125364039</c:v>
                </c:pt>
                <c:pt idx="1070">
                  <c:v>0.125262450603</c:v>
                </c:pt>
                <c:pt idx="1071">
                  <c:v>0.126410917735</c:v>
                </c:pt>
                <c:pt idx="1072">
                  <c:v>0.127570810146</c:v>
                </c:pt>
                <c:pt idx="1073">
                  <c:v>0.128742169308</c:v>
                </c:pt>
                <c:pt idx="1074">
                  <c:v>0.129925033323</c:v>
                </c:pt>
                <c:pt idx="1075">
                  <c:v>0.13111943679</c:v>
                </c:pt>
                <c:pt idx="1076">
                  <c:v>0.132325410677</c:v>
                </c:pt>
                <c:pt idx="1077">
                  <c:v>0.133542982184</c:v>
                </c:pt>
                <c:pt idx="1078">
                  <c:v>0.134772174615</c:v>
                </c:pt>
                <c:pt idx="1079">
                  <c:v>0.13601300724</c:v>
                </c:pt>
                <c:pt idx="1080">
                  <c:v>0.137265495171</c:v>
                </c:pt>
                <c:pt idx="1081">
                  <c:v>0.138529649222</c:v>
                </c:pt>
                <c:pt idx="1082">
                  <c:v>0.139805475784</c:v>
                </c:pt>
                <c:pt idx="1083">
                  <c:v>0.141092976694</c:v>
                </c:pt>
                <c:pt idx="1084">
                  <c:v>0.142392149106</c:v>
                </c:pt>
                <c:pt idx="1085">
                  <c:v>0.143702985366</c:v>
                </c:pt>
                <c:pt idx="1086">
                  <c:v>0.145025472886</c:v>
                </c:pt>
                <c:pt idx="1087">
                  <c:v>0.14635959402</c:v>
                </c:pt>
                <c:pt idx="1088">
                  <c:v>0.147705325948</c:v>
                </c:pt>
                <c:pt idx="1089">
                  <c:v>0.149062640552</c:v>
                </c:pt>
                <c:pt idx="1090">
                  <c:v>0.150431504306</c:v>
                </c:pt>
                <c:pt idx="1091">
                  <c:v>0.151811878161</c:v>
                </c:pt>
                <c:pt idx="1092">
                  <c:v>0.153203717437</c:v>
                </c:pt>
                <c:pt idx="1093">
                  <c:v>0.154606971719</c:v>
                </c:pt>
                <c:pt idx="1094">
                  <c:v>0.156021584754</c:v>
                </c:pt>
                <c:pt idx="1095">
                  <c:v>0.157447494352</c:v>
                </c:pt>
                <c:pt idx="1096">
                  <c:v>0.158884632297</c:v>
                </c:pt>
                <c:pt idx="1097">
                  <c:v>0.160332924252</c:v>
                </c:pt>
                <c:pt idx="1098">
                  <c:v>0.161792289678</c:v>
                </c:pt>
                <c:pt idx="1099">
                  <c:v>0.163262641756</c:v>
                </c:pt>
                <c:pt idx="1100">
                  <c:v>0.164743887304</c:v>
                </c:pt>
                <c:pt idx="1101">
                  <c:v>0.166235926716</c:v>
                </c:pt>
                <c:pt idx="1102">
                  <c:v>0.167738653889</c:v>
                </c:pt>
                <c:pt idx="1103">
                  <c:v>0.169251956168</c:v>
                </c:pt>
                <c:pt idx="1104">
                  <c:v>0.17077571429</c:v>
                </c:pt>
                <c:pt idx="1105">
                  <c:v>0.172309802332</c:v>
                </c:pt>
                <c:pt idx="1106">
                  <c:v>0.173854087668</c:v>
                </c:pt>
                <c:pt idx="1107">
                  <c:v>0.175408430932</c:v>
                </c:pt>
                <c:pt idx="1108">
                  <c:v>0.176972685984</c:v>
                </c:pt>
                <c:pt idx="1109">
                  <c:v>0.178546699879</c:v>
                </c:pt>
                <c:pt idx="1110">
                  <c:v>0.180130312847</c:v>
                </c:pt>
                <c:pt idx="1111">
                  <c:v>0.181723358276</c:v>
                </c:pt>
                <c:pt idx="1112">
                  <c:v>0.183325662697</c:v>
                </c:pt>
                <c:pt idx="1113">
                  <c:v>0.184937045781</c:v>
                </c:pt>
                <c:pt idx="1114">
                  <c:v>0.186557320335</c:v>
                </c:pt>
                <c:pt idx="1115">
                  <c:v>0.188186292304</c:v>
                </c:pt>
                <c:pt idx="1116">
                  <c:v>0.189823760783</c:v>
                </c:pt>
                <c:pt idx="1117">
                  <c:v>0.191469518027</c:v>
                </c:pt>
                <c:pt idx="1118">
                  <c:v>0.193123349467</c:v>
                </c:pt>
                <c:pt idx="1119">
                  <c:v>0.194785033739</c:v>
                </c:pt>
                <c:pt idx="1120">
                  <c:v>0.196454342703</c:v>
                </c:pt>
                <c:pt idx="1121">
                  <c:v>0.198131041477</c:v>
                </c:pt>
                <c:pt idx="1122">
                  <c:v>0.199814888473</c:v>
                </c:pt>
                <c:pt idx="1123">
                  <c:v>0.201505635433</c:v>
                </c:pt>
                <c:pt idx="1124">
                  <c:v>0.203203027472</c:v>
                </c:pt>
                <c:pt idx="1125">
                  <c:v>0.204906803127</c:v>
                </c:pt>
                <c:pt idx="1126">
                  <c:v>0.2066166944</c:v>
                </c:pt>
                <c:pt idx="1127">
                  <c:v>0.208332426816</c:v>
                </c:pt>
                <c:pt idx="1128">
                  <c:v>0.210053719475</c:v>
                </c:pt>
                <c:pt idx="1129">
                  <c:v>0.211780285111</c:v>
                </c:pt>
                <c:pt idx="1130">
                  <c:v>0.213511830153</c:v>
                </c:pt>
                <c:pt idx="1131">
                  <c:v>0.215248054786</c:v>
                </c:pt>
                <c:pt idx="1132">
                  <c:v>0.21698865302</c:v>
                </c:pt>
                <c:pt idx="1133">
                  <c:v>0.218733312753</c:v>
                </c:pt>
                <c:pt idx="1134">
                  <c:v>0.220481715844</c:v>
                </c:pt>
                <c:pt idx="1135">
                  <c:v>0.222233538181</c:v>
                </c:pt>
                <c:pt idx="1136">
                  <c:v>0.223988449756</c:v>
                </c:pt>
                <c:pt idx="1137">
                  <c:v>0.225746114735</c:v>
                </c:pt>
                <c:pt idx="1138">
                  <c:v>0.227506191539</c:v>
                </c:pt>
                <c:pt idx="1139">
                  <c:v>0.229268332914</c:v>
                </c:pt>
                <c:pt idx="1140">
                  <c:v>0.231032186012</c:v>
                </c:pt>
                <c:pt idx="1141">
                  <c:v>0.232797392467</c:v>
                </c:pt>
                <c:pt idx="1142">
                  <c:v>0.234563588476</c:v>
                </c:pt>
                <c:pt idx="1143">
                  <c:v>0.236330404875</c:v>
                </c:pt>
                <c:pt idx="1144">
                  <c:v>0.238097467218</c:v>
                </c:pt>
                <c:pt idx="1145">
                  <c:v>0.23986439586</c:v>
                </c:pt>
                <c:pt idx="1146">
                  <c:v>0.241630806034</c:v>
                </c:pt>
                <c:pt idx="1147">
                  <c:v>0.243396307928</c:v>
                </c:pt>
                <c:pt idx="1148">
                  <c:v>0.245160506771</c:v>
                </c:pt>
                <c:pt idx="1149">
                  <c:v>0.246923002903</c:v>
                </c:pt>
                <c:pt idx="1150">
                  <c:v>0.248683391862</c:v>
                </c:pt>
                <c:pt idx="1151">
                  <c:v>0.250441264453</c:v>
                </c:pt>
                <c:pt idx="1152">
                  <c:v>0.252196206832</c:v>
                </c:pt>
                <c:pt idx="1153">
                  <c:v>0.253947800577</c:v>
                </c:pt>
                <c:pt idx="1154">
                  <c:v>0.255695622765</c:v>
                </c:pt>
                <c:pt idx="1155">
                  <c:v>0.257439246047</c:v>
                </c:pt>
                <c:pt idx="1156">
                  <c:v>0.259178238715</c:v>
                </c:pt>
                <c:pt idx="1157">
                  <c:v>0.260912164781</c:v>
                </c:pt>
                <c:pt idx="1158">
                  <c:v>0.262640584039</c:v>
                </c:pt>
                <c:pt idx="1159">
                  <c:v>0.264363052138</c:v>
                </c:pt>
                <c:pt idx="1160">
                  <c:v>0.266079120648</c:v>
                </c:pt>
                <c:pt idx="1161">
                  <c:v>0.267788337123</c:v>
                </c:pt>
                <c:pt idx="1162">
                  <c:v>0.269490245164</c:v>
                </c:pt>
                <c:pt idx="1163">
                  <c:v>0.271184384486</c:v>
                </c:pt>
                <c:pt idx="1164">
                  <c:v>0.272870290969</c:v>
                </c:pt>
                <c:pt idx="1165">
                  <c:v>0.274547496725</c:v>
                </c:pt>
                <c:pt idx="1166">
                  <c:v>0.276215530151</c:v>
                </c:pt>
                <c:pt idx="1167">
                  <c:v>0.277873915983</c:v>
                </c:pt>
                <c:pt idx="1168">
                  <c:v>0.279522175353</c:v>
                </c:pt>
                <c:pt idx="1169">
                  <c:v>0.28115982584</c:v>
                </c:pt>
                <c:pt idx="1170">
                  <c:v>0.282786381524</c:v>
                </c:pt>
                <c:pt idx="1171">
                  <c:v>0.284401353034</c:v>
                </c:pt>
                <c:pt idx="1172">
                  <c:v>0.2860042476</c:v>
                </c:pt>
                <c:pt idx="1173">
                  <c:v>0.287594569106</c:v>
                </c:pt>
                <c:pt idx="1174">
                  <c:v>0.289171818138</c:v>
                </c:pt>
                <c:pt idx="1175">
                  <c:v>0.290735492032</c:v>
                </c:pt>
                <c:pt idx="1176">
                  <c:v>0.292285084933</c:v>
                </c:pt>
                <c:pt idx="1177">
                  <c:v>0.293820087844</c:v>
                </c:pt>
                <c:pt idx="1178">
                  <c:v>0.29533998868</c:v>
                </c:pt>
                <c:pt idx="1179">
                  <c:v>0.29684427233</c:v>
                </c:pt>
                <c:pt idx="1180">
                  <c:v>0.298332420712</c:v>
                </c:pt>
                <c:pt idx="1181">
                  <c:v>0.299803912845</c:v>
                </c:pt>
                <c:pt idx="1182">
                  <c:v>0.30125822491</c:v>
                </c:pt>
                <c:pt idx="1183">
                  <c:v>0.302694830329</c:v>
                </c:pt>
                <c:pt idx="1184">
                  <c:v>0.304113199839</c:v>
                </c:pt>
                <c:pt idx="1185">
                  <c:v>0.305512801587</c:v>
                </c:pt>
                <c:pt idx="1186">
                  <c:v>0.306893101215</c:v>
                </c:pt>
                <c:pt idx="1187">
                  <c:v>0.308253561964</c:v>
                </c:pt>
                <c:pt idx="1188">
                  <c:v>0.309593644788</c:v>
                </c:pt>
                <c:pt idx="1189">
                  <c:v>0.310912808472</c:v>
                </c:pt>
                <c:pt idx="1190">
                  <c:v>0.312210509764</c:v>
                </c:pt>
                <c:pt idx="1191">
                  <c:v>0.31348620352</c:v>
                </c:pt>
                <c:pt idx="1192">
                  <c:v>0.31473934286</c:v>
                </c:pt>
                <c:pt idx="1193">
                  <c:v>0.315969379338</c:v>
                </c:pt>
                <c:pt idx="1194">
                  <c:v>0.317175763128</c:v>
                </c:pt>
                <c:pt idx="1195">
                  <c:v>0.318357943226</c:v>
                </c:pt>
                <c:pt idx="1196">
                  <c:v>0.319515367666</c:v>
                </c:pt>
                <c:pt idx="1197">
                  <c:v>0.320647483756</c:v>
                </c:pt>
                <c:pt idx="1198">
                  <c:v>0.321753738334</c:v>
                </c:pt>
                <c:pt idx="1199">
                  <c:v>0.322833578039</c:v>
                </c:pt>
                <c:pt idx="1200">
                  <c:v>0.32388644961</c:v>
                </c:pt>
                <c:pt idx="1201">
                  <c:v>0.324911800195</c:v>
                </c:pt>
                <c:pt idx="1202">
                  <c:v>0.325909077696</c:v>
                </c:pt>
                <c:pt idx="1203">
                  <c:v>0.326877731125</c:v>
                </c:pt>
                <c:pt idx="1204">
                  <c:v>0.327817210991</c:v>
                </c:pt>
                <c:pt idx="1205">
                  <c:v>0.328726969705</c:v>
                </c:pt>
                <c:pt idx="1206">
                  <c:v>0.329606462018</c:v>
                </c:pt>
                <c:pt idx="1207">
                  <c:v>0.33045514548</c:v>
                </c:pt>
                <c:pt idx="1208">
                  <c:v>0.331272480919</c:v>
                </c:pt>
                <c:pt idx="1209">
                  <c:v>0.332057932958</c:v>
                </c:pt>
                <c:pt idx="1210">
                  <c:v>0.332810970549</c:v>
                </c:pt>
                <c:pt idx="1211">
                  <c:v>0.333531067535</c:v>
                </c:pt>
                <c:pt idx="1212">
                  <c:v>0.334217703243</c:v>
                </c:pt>
                <c:pt idx="1213">
                  <c:v>0.334870363099</c:v>
                </c:pt>
                <c:pt idx="1214">
                  <c:v>0.335488539268</c:v>
                </c:pt>
                <c:pt idx="1215">
                  <c:v>0.336071731322</c:v>
                </c:pt>
                <c:pt idx="1216">
                  <c:v>0.336619446933</c:v>
                </c:pt>
                <c:pt idx="1217">
                  <c:v>0.337131202591</c:v>
                </c:pt>
                <c:pt idx="1218">
                  <c:v>0.337606524342</c:v>
                </c:pt>
                <c:pt idx="1219">
                  <c:v>0.338044948551</c:v>
                </c:pt>
                <c:pt idx="1220">
                  <c:v>0.338446022684</c:v>
                </c:pt>
                <c:pt idx="1221">
                  <c:v>0.338809306116</c:v>
                </c:pt>
                <c:pt idx="1222">
                  <c:v>0.339134370949</c:v>
                </c:pt>
                <c:pt idx="1223">
                  <c:v>0.339420802852</c:v>
                </c:pt>
                <c:pt idx="1224">
                  <c:v>0.339668201915</c:v>
                </c:pt>
                <c:pt idx="1225">
                  <c:v>0.339876183513</c:v>
                </c:pt>
                <c:pt idx="1226">
                  <c:v>0.340044379186</c:v>
                </c:pt>
                <c:pt idx="1227">
                  <c:v>0.34017243752</c:v>
                </c:pt>
                <c:pt idx="1228">
                  <c:v>0.340260025042</c:v>
                </c:pt>
                <c:pt idx="1229">
                  <c:v>0.340306827109</c:v>
                </c:pt>
                <c:pt idx="1230">
                  <c:v>0.340312548806</c:v>
                </c:pt>
                <c:pt idx="1231">
                  <c:v>0.340276915831</c:v>
                </c:pt>
                <c:pt idx="1232">
                  <c:v>0.340199675386</c:v>
                </c:pt>
                <c:pt idx="1233">
                  <c:v>0.340080597047</c:v>
                </c:pt>
                <c:pt idx="1234">
                  <c:v>0.339919473631</c:v>
                </c:pt>
                <c:pt idx="1235">
                  <c:v>0.339716122037</c:v>
                </c:pt>
                <c:pt idx="1236">
                  <c:v>0.339470384078</c:v>
                </c:pt>
                <c:pt idx="1237">
                  <c:v>0.339182127283</c:v>
                </c:pt>
                <c:pt idx="1238">
                  <c:v>0.338851245669</c:v>
                </c:pt>
                <c:pt idx="1239">
                  <c:v>0.338477660493</c:v>
                </c:pt>
                <c:pt idx="1240">
                  <c:v>0.33806132096</c:v>
                </c:pt>
                <c:pt idx="1241">
                  <c:v>0.337602204895</c:v>
                </c:pt>
                <c:pt idx="1242">
                  <c:v>0.337100319376</c:v>
                </c:pt>
                <c:pt idx="1243">
                  <c:v>0.33655570132</c:v>
                </c:pt>
                <c:pt idx="1244">
                  <c:v>0.335968418019</c:v>
                </c:pt>
                <c:pt idx="1245">
                  <c:v>0.335338567624</c:v>
                </c:pt>
                <c:pt idx="1246">
                  <c:v>0.334666279576</c:v>
                </c:pt>
                <c:pt idx="1247">
                  <c:v>0.333951714974</c:v>
                </c:pt>
                <c:pt idx="1248">
                  <c:v>0.333195066884</c:v>
                </c:pt>
                <c:pt idx="1249">
                  <c:v>0.332396560583</c:v>
                </c:pt>
                <c:pt idx="1250">
                  <c:v>0.331556453736</c:v>
                </c:pt>
                <c:pt idx="1251">
                  <c:v>0.330675036503</c:v>
                </c:pt>
                <c:pt idx="1252">
                  <c:v>0.329752631574</c:v>
                </c:pt>
                <c:pt idx="1253">
                  <c:v>0.328789594133</c:v>
                </c:pt>
                <c:pt idx="1254">
                  <c:v>0.327786311748</c:v>
                </c:pt>
                <c:pt idx="1255">
                  <c:v>0.326743204179</c:v>
                </c:pt>
                <c:pt idx="1256">
                  <c:v>0.32566072312</c:v>
                </c:pt>
                <c:pt idx="1257">
                  <c:v>0.324539351852</c:v>
                </c:pt>
                <c:pt idx="1258">
                  <c:v>0.323379604833</c:v>
                </c:pt>
                <c:pt idx="1259">
                  <c:v>0.322182027195</c:v>
                </c:pt>
                <c:pt idx="1260">
                  <c:v>0.320947194184</c:v>
                </c:pt>
                <c:pt idx="1261">
                  <c:v>0.319675710504</c:v>
                </c:pt>
                <c:pt idx="1262">
                  <c:v>0.318368209607</c:v>
                </c:pt>
                <c:pt idx="1263">
                  <c:v>0.3170253529</c:v>
                </c:pt>
                <c:pt idx="1264">
                  <c:v>0.315647828882</c:v>
                </c:pt>
                <c:pt idx="1265">
                  <c:v>0.314236352219</c:v>
                </c:pt>
                <c:pt idx="1266">
                  <c:v>0.312791662756</c:v>
                </c:pt>
                <c:pt idx="1267">
                  <c:v>0.311314524457</c:v>
                </c:pt>
                <c:pt idx="1268">
                  <c:v>0.3098057243</c:v>
                </c:pt>
                <c:pt idx="1269">
                  <c:v>0.308266071109</c:v>
                </c:pt>
                <c:pt idx="1270">
                  <c:v>0.30669639434</c:v>
                </c:pt>
                <c:pt idx="1271">
                  <c:v>0.305097542822</c:v>
                </c:pt>
                <c:pt idx="1272">
                  <c:v>0.303470383452</c:v>
                </c:pt>
                <c:pt idx="1273">
                  <c:v>0.301815799857</c:v>
                </c:pt>
                <c:pt idx="1274">
                  <c:v>0.30013469102</c:v>
                </c:pt>
                <c:pt idx="1275">
                  <c:v>0.298427969886</c:v>
                </c:pt>
                <c:pt idx="1276">
                  <c:v>0.296696561936</c:v>
                </c:pt>
                <c:pt idx="1277">
                  <c:v>0.29494140375</c:v>
                </c:pt>
                <c:pt idx="1278">
                  <c:v>0.293163441557</c:v>
                </c:pt>
                <c:pt idx="1279">
                  <c:v>0.291363629774</c:v>
                </c:pt>
                <c:pt idx="1280">
                  <c:v>0.289542929549</c:v>
                </c:pt>
                <c:pt idx="1281">
                  <c:v>0.287702307297</c:v>
                </c:pt>
                <c:pt idx="1282">
                  <c:v>0.285842733258</c:v>
                </c:pt>
                <c:pt idx="1283">
                  <c:v>0.283965180051</c:v>
                </c:pt>
                <c:pt idx="1284">
                  <c:v>0.282070621254</c:v>
                </c:pt>
                <c:pt idx="1285">
                  <c:v>0.280160030007</c:v>
                </c:pt>
                <c:pt idx="1286">
                  <c:v>0.278234377632</c:v>
                </c:pt>
                <c:pt idx="1287">
                  <c:v>0.276294632292</c:v>
                </c:pt>
                <c:pt idx="1288">
                  <c:v>0.274341757674</c:v>
                </c:pt>
                <c:pt idx="1289">
                  <c:v>0.272376711717</c:v>
                </c:pt>
                <c:pt idx="1290">
                  <c:v>0.270400445373</c:v>
                </c:pt>
                <c:pt idx="1291">
                  <c:v>0.268413901418</c:v>
                </c:pt>
                <c:pt idx="1292">
                  <c:v>0.266418013298</c:v>
                </c:pt>
                <c:pt idx="1293">
                  <c:v>0.26441370404</c:v>
                </c:pt>
                <c:pt idx="1294">
                  <c:v>0.262401885193</c:v>
                </c:pt>
                <c:pt idx="1295">
                  <c:v>0.260383455839</c:v>
                </c:pt>
                <c:pt idx="1296">
                  <c:v>0.258359301647</c:v>
                </c:pt>
                <c:pt idx="1297">
                  <c:v>0.256330293983</c:v>
                </c:pt>
                <c:pt idx="1298">
                  <c:v>0.254297289084</c:v>
                </c:pt>
                <c:pt idx="1299">
                  <c:v>0.252261127278</c:v>
                </c:pt>
                <c:pt idx="1300">
                  <c:v>0.250222632267</c:v>
                </c:pt>
                <c:pt idx="1301">
                  <c:v>0.248182610469</c:v>
                </c:pt>
                <c:pt idx="1302">
                  <c:v>0.246141850411</c:v>
                </c:pt>
                <c:pt idx="1303">
                  <c:v>0.244101122185</c:v>
                </c:pt>
                <c:pt idx="1304">
                  <c:v>0.24206117696</c:v>
                </c:pt>
                <c:pt idx="1305">
                  <c:v>0.240022746542</c:v>
                </c:pt>
                <c:pt idx="1306">
                  <c:v>0.237986543002</c:v>
                </c:pt>
                <c:pt idx="1307">
                  <c:v>0.235953258347</c:v>
                </c:pt>
                <c:pt idx="1308">
                  <c:v>0.233923564248</c:v>
                </c:pt>
                <c:pt idx="1309">
                  <c:v>0.231898111816</c:v>
                </c:pt>
                <c:pt idx="1310">
                  <c:v>0.229877531433</c:v>
                </c:pt>
                <c:pt idx="1311">
                  <c:v>0.227862432627</c:v>
                </c:pt>
                <c:pt idx="1312">
                  <c:v>0.225853403991</c:v>
                </c:pt>
                <c:pt idx="1313">
                  <c:v>0.223851013152</c:v>
                </c:pt>
                <c:pt idx="1314">
                  <c:v>0.221855806777</c:v>
                </c:pt>
                <c:pt idx="1315">
                  <c:v>0.219868310621</c:v>
                </c:pt>
                <c:pt idx="1316">
                  <c:v>0.217889029615</c:v>
                </c:pt>
                <c:pt idx="1317">
                  <c:v>0.21591844799</c:v>
                </c:pt>
                <c:pt idx="1318">
                  <c:v>0.213957029428</c:v>
                </c:pt>
                <c:pt idx="1319">
                  <c:v>0.212005217258</c:v>
                </c:pt>
                <c:pt idx="1320">
                  <c:v>0.210063434667</c:v>
                </c:pt>
                <c:pt idx="1321">
                  <c:v>0.208132084954</c:v>
                </c:pt>
                <c:pt idx="1322">
                  <c:v>0.206211551795</c:v>
                </c:pt>
                <c:pt idx="1323">
                  <c:v>0.204302199542</c:v>
                </c:pt>
                <c:pt idx="1324">
                  <c:v>0.202404373539</c:v>
                </c:pt>
                <c:pt idx="1325">
                  <c:v>0.200518400459</c:v>
                </c:pt>
                <c:pt idx="1326">
                  <c:v>0.198644588659</c:v>
                </c:pt>
                <c:pt idx="1327">
                  <c:v>0.19678322855</c:v>
                </c:pt>
                <c:pt idx="1328">
                  <c:v>0.194934592978</c:v>
                </c:pt>
                <c:pt idx="1329">
                  <c:v>0.193098937628</c:v>
                </c:pt>
                <c:pt idx="1330">
                  <c:v>0.191276501423</c:v>
                </c:pt>
                <c:pt idx="1331">
                  <c:v>0.189467506947</c:v>
                </c:pt>
                <c:pt idx="1332">
                  <c:v>0.187672160866</c:v>
                </c:pt>
                <c:pt idx="1333">
                  <c:v>0.185890654357</c:v>
                </c:pt>
                <c:pt idx="1334">
                  <c:v>0.184123163546</c:v>
                </c:pt>
                <c:pt idx="1335">
                  <c:v>0.182369849945</c:v>
                </c:pt>
                <c:pt idx="1336">
                  <c:v>0.180630860889</c:v>
                </c:pt>
                <c:pt idx="1337">
                  <c:v>0.178906329982</c:v>
                </c:pt>
                <c:pt idx="1338">
                  <c:v>0.177196377538</c:v>
                </c:pt>
                <c:pt idx="1339">
                  <c:v>0.175501111017</c:v>
                </c:pt>
                <c:pt idx="1340">
                  <c:v>0.173820625467</c:v>
                </c:pt>
                <c:pt idx="1341">
                  <c:v>0.172155003959</c:v>
                </c:pt>
                <c:pt idx="1342">
                  <c:v>0.170504318018</c:v>
                </c:pt>
                <c:pt idx="1343">
                  <c:v>0.168868628049</c:v>
                </c:pt>
                <c:pt idx="1344">
                  <c:v>0.167247983763</c:v>
                </c:pt>
                <c:pt idx="1345">
                  <c:v>0.165642424588</c:v>
                </c:pt>
                <c:pt idx="1346">
                  <c:v>0.164051980085</c:v>
                </c:pt>
                <c:pt idx="1347">
                  <c:v>0.162476670346</c:v>
                </c:pt>
                <c:pt idx="1348">
                  <c:v>0.160916506395</c:v>
                </c:pt>
                <c:pt idx="1349">
                  <c:v>0.159371490573</c:v>
                </c:pt>
                <c:pt idx="1350">
                  <c:v>0.157841616922</c:v>
                </c:pt>
                <c:pt idx="1351">
                  <c:v>0.156326871554</c:v>
                </c:pt>
                <c:pt idx="1352">
                  <c:v>0.15482723302</c:v>
                </c:pt>
                <c:pt idx="1353">
                  <c:v>0.153342672658</c:v>
                </c:pt>
                <c:pt idx="1354">
                  <c:v>0.151873154947</c:v>
                </c:pt>
                <c:pt idx="1355">
                  <c:v>0.150418637841</c:v>
                </c:pt>
                <c:pt idx="1356">
                  <c:v>0.148979073098</c:v>
                </c:pt>
                <c:pt idx="1357">
                  <c:v>0.147554406596</c:v>
                </c:pt>
                <c:pt idx="1358">
                  <c:v>0.146144578651</c:v>
                </c:pt>
                <c:pt idx="1359">
                  <c:v>0.14474952431</c:v>
                </c:pt>
                <c:pt idx="1360">
                  <c:v>0.143369173645</c:v>
                </c:pt>
                <c:pt idx="1361">
                  <c:v>0.142003452037</c:v>
                </c:pt>
                <c:pt idx="1362">
                  <c:v>0.140652280449</c:v>
                </c:pt>
                <c:pt idx="1363">
                  <c:v>0.139315575689</c:v>
                </c:pt>
                <c:pt idx="1364">
                  <c:v>0.137993250663</c:v>
                </c:pt>
                <c:pt idx="1365">
                  <c:v>0.136685214629</c:v>
                </c:pt>
                <c:pt idx="1366">
                  <c:v>0.135391373425</c:v>
                </c:pt>
                <c:pt idx="1367">
                  <c:v>0.134111629705</c:v>
                </c:pt>
                <c:pt idx="1368">
                  <c:v>0.132845883157</c:v>
                </c:pt>
                <c:pt idx="1369">
                  <c:v>0.131594030715</c:v>
                </c:pt>
                <c:pt idx="1370">
                  <c:v>0.130355966764</c:v>
                </c:pt>
                <c:pt idx="1371">
                  <c:v>0.129131583336</c:v>
                </c:pt>
                <c:pt idx="1372">
                  <c:v>0.127920770296</c:v>
                </c:pt>
                <c:pt idx="1373">
                  <c:v>0.126723415525</c:v>
                </c:pt>
                <c:pt idx="1374">
                  <c:v>0.125539405093</c:v>
                </c:pt>
                <c:pt idx="1375">
                  <c:v>0.124368623424</c:v>
                </c:pt>
                <c:pt idx="1376">
                  <c:v>0.123210953456</c:v>
                </c:pt>
                <c:pt idx="1377">
                  <c:v>0.12206627679</c:v>
                </c:pt>
                <c:pt idx="1378">
                  <c:v>0.120934473839</c:v>
                </c:pt>
                <c:pt idx="1379">
                  <c:v>0.119815423964</c:v>
                </c:pt>
                <c:pt idx="1380">
                  <c:v>0.118709005606</c:v>
                </c:pt>
                <c:pt idx="1381">
                  <c:v>0.117615096415</c:v>
                </c:pt>
                <c:pt idx="1382">
                  <c:v>0.116533573369</c:v>
                </c:pt>
                <c:pt idx="1383">
                  <c:v>0.115464312887</c:v>
                </c:pt>
                <c:pt idx="1384">
                  <c:v>0.114407190939</c:v>
                </c:pt>
                <c:pt idx="1385">
                  <c:v>0.113362083151</c:v>
                </c:pt>
                <c:pt idx="1386">
                  <c:v>0.112328864902</c:v>
                </c:pt>
                <c:pt idx="1387">
                  <c:v>0.111307411418</c:v>
                </c:pt>
                <c:pt idx="1388">
                  <c:v>0.11029759786</c:v>
                </c:pt>
                <c:pt idx="1389">
                  <c:v>0.109299299407</c:v>
                </c:pt>
                <c:pt idx="1390">
                  <c:v>0.10831239134</c:v>
                </c:pt>
                <c:pt idx="1391">
                  <c:v>0.107336749111</c:v>
                </c:pt>
                <c:pt idx="1392">
                  <c:v>0.106372248418</c:v>
                </c:pt>
                <c:pt idx="1393">
                  <c:v>0.105418765272</c:v>
                </c:pt>
                <c:pt idx="1394">
                  <c:v>0.104476176057</c:v>
                </c:pt>
                <c:pt idx="1395">
                  <c:v>0.103544357594</c:v>
                </c:pt>
                <c:pt idx="1396">
                  <c:v>0.102623187193</c:v>
                </c:pt>
                <c:pt idx="1397">
                  <c:v>0.101712542708</c:v>
                </c:pt>
                <c:pt idx="1398">
                  <c:v>0.100812302583</c:v>
                </c:pt>
                <c:pt idx="1399">
                  <c:v>0.0999223459047</c:v>
                </c:pt>
                <c:pt idx="1400">
                  <c:v>0.0990425524376</c:v>
                </c:pt>
                <c:pt idx="1401">
                  <c:v>0.0981728026704</c:v>
                </c:pt>
                <c:pt idx="1402">
                  <c:v>0.0973129778507</c:v>
                </c:pt>
                <c:pt idx="1403">
                  <c:v>0.0964629600207</c:v>
                </c:pt>
                <c:pt idx="1404">
                  <c:v>0.0956226320495</c:v>
                </c:pt>
                <c:pt idx="1405">
                  <c:v>0.0947918776634</c:v>
                </c:pt>
                <c:pt idx="1406">
                  <c:v>0.0939705814733</c:v>
                </c:pt>
                <c:pt idx="1407">
                  <c:v>0.0931586290006</c:v>
                </c:pt>
                <c:pt idx="1408">
                  <c:v>0.0923559067005</c:v>
                </c:pt>
                <c:pt idx="1409">
                  <c:v>0.0915623019835</c:v>
                </c:pt>
                <c:pt idx="1410">
                  <c:v>0.0907777032353</c:v>
                </c:pt>
                <c:pt idx="1411">
                  <c:v>0.0900019998343</c:v>
                </c:pt>
                <c:pt idx="1412">
                  <c:v>0.0892350821681</c:v>
                </c:pt>
                <c:pt idx="1413">
                  <c:v>0.0884768416476</c:v>
                </c:pt>
                <c:pt idx="1414">
                  <c:v>0.0877271707201</c:v>
                </c:pt>
                <c:pt idx="1415">
                  <c:v>0.0869859628809</c:v>
                </c:pt>
                <c:pt idx="1416">
                  <c:v>0.0862531126832</c:v>
                </c:pt>
                <c:pt idx="1417">
                  <c:v>0.085528515747</c:v>
                </c:pt>
                <c:pt idx="1418">
                  <c:v>0.0848120687665</c:v>
                </c:pt>
                <c:pt idx="1419">
                  <c:v>0.0841036695164</c:v>
                </c:pt>
                <c:pt idx="1420">
                  <c:v>0.0834032168571</c:v>
                </c:pt>
                <c:pt idx="1421">
                  <c:v>0.0827106107388</c:v>
                </c:pt>
                <c:pt idx="1422">
                  <c:v>0.0820257522046</c:v>
                </c:pt>
                <c:pt idx="1423">
                  <c:v>0.0813485433927</c:v>
                </c:pt>
                <c:pt idx="1424">
                  <c:v>0.0806788875376</c:v>
                </c:pt>
                <c:pt idx="1425">
                  <c:v>0.0800166889704</c:v>
                </c:pt>
                <c:pt idx="1426">
                  <c:v>0.0793618531185</c:v>
                </c:pt>
                <c:pt idx="1427">
                  <c:v>0.0787142865045</c:v>
                </c:pt>
                <c:pt idx="1428">
                  <c:v>0.078073896744</c:v>
                </c:pt>
                <c:pt idx="1429">
                  <c:v>0.0774405925437</c:v>
                </c:pt>
                <c:pt idx="1430">
                  <c:v>0.0768142836973</c:v>
                </c:pt>
                <c:pt idx="1431">
                  <c:v>0.0761948810827</c:v>
                </c:pt>
                <c:pt idx="1432">
                  <c:v>0.075582296657</c:v>
                </c:pt>
                <c:pt idx="1433">
                  <c:v>0.0749764434519</c:v>
                </c:pt>
                <c:pt idx="1434">
                  <c:v>0.0743772355686</c:v>
                </c:pt>
                <c:pt idx="1435">
                  <c:v>0.0737845881717</c:v>
                </c:pt>
                <c:pt idx="1436">
                  <c:v>0.0731984174832</c:v>
                </c:pt>
                <c:pt idx="1437">
                  <c:v>0.0726186407758</c:v>
                </c:pt>
                <c:pt idx="1438">
                  <c:v>0.0720451763663</c:v>
                </c:pt>
                <c:pt idx="1439">
                  <c:v>0.0714779436079</c:v>
                </c:pt>
                <c:pt idx="1440">
                  <c:v>0.0709168628828</c:v>
                </c:pt>
                <c:pt idx="1441">
                  <c:v>0.0703618555946</c:v>
                </c:pt>
                <c:pt idx="1442">
                  <c:v>0.0698128441596</c:v>
                </c:pt>
                <c:pt idx="1443">
                  <c:v>0.0692697519989</c:v>
                </c:pt>
                <c:pt idx="1444">
                  <c:v>0.0687325035297</c:v>
                </c:pt>
                <c:pt idx="1445">
                  <c:v>0.0682010241564</c:v>
                </c:pt>
                <c:pt idx="1446">
                  <c:v>0.0676752402617</c:v>
                </c:pt>
                <c:pt idx="1447">
                  <c:v>0.0671550791974</c:v>
                </c:pt>
                <c:pt idx="1448">
                  <c:v>0.0666404692753</c:v>
                </c:pt>
                <c:pt idx="1449">
                  <c:v>0.0661313397574</c:v>
                </c:pt>
                <c:pt idx="1450">
                  <c:v>0.0656276208466</c:v>
                </c:pt>
                <c:pt idx="1451">
                  <c:v>0.0651292436773</c:v>
                </c:pt>
                <c:pt idx="1452">
                  <c:v>0.064636140305</c:v>
                </c:pt>
                <c:pt idx="1453">
                  <c:v>0.0641482436971</c:v>
                </c:pt>
                <c:pt idx="1454">
                  <c:v>0.0636654877229</c:v>
                </c:pt>
                <c:pt idx="1455">
                  <c:v>0.0631878071431</c:v>
                </c:pt>
                <c:pt idx="1456">
                  <c:v>0.0627151376008</c:v>
                </c:pt>
                <c:pt idx="1457">
                  <c:v>0.0622474156107</c:v>
                </c:pt>
                <c:pt idx="1458">
                  <c:v>0.0617845785491</c:v>
                </c:pt>
                <c:pt idx="1459">
                  <c:v>0.0613265646446</c:v>
                </c:pt>
                <c:pt idx="1460">
                  <c:v>0.0608733129669</c:v>
                </c:pt>
                <c:pt idx="1461">
                  <c:v>0.0604247634178</c:v>
                </c:pt>
                <c:pt idx="1462">
                  <c:v>0.0599808567204</c:v>
                </c:pt>
                <c:pt idx="1463">
                  <c:v>0.0595415344096</c:v>
                </c:pt>
                <c:pt idx="1464">
                  <c:v>0.0591067388217</c:v>
                </c:pt>
                <c:pt idx="1465">
                  <c:v>0.0586764130845</c:v>
                </c:pt>
                <c:pt idx="1466">
                  <c:v>0.0582505011076</c:v>
                </c:pt>
                <c:pt idx="1467">
                  <c:v>0.0578289475721</c:v>
                </c:pt>
                <c:pt idx="1468">
                  <c:v>0.0574116979211</c:v>
                </c:pt>
                <c:pt idx="1469">
                  <c:v>0.0569986983497</c:v>
                </c:pt>
                <c:pt idx="1470">
                  <c:v>0.0565898957951</c:v>
                </c:pt>
                <c:pt idx="1471">
                  <c:v>0.0561852379273</c:v>
                </c:pt>
                <c:pt idx="1472">
                  <c:v>0.0557846731391</c:v>
                </c:pt>
                <c:pt idx="1473">
                  <c:v>0.0553881505366</c:v>
                </c:pt>
                <c:pt idx="1474">
                  <c:v>0.0549956199298</c:v>
                </c:pt>
                <c:pt idx="1475">
                  <c:v>0.0546070318232</c:v>
                </c:pt>
                <c:pt idx="1476">
                  <c:v>0.054222337406</c:v>
                </c:pt>
                <c:pt idx="1477">
                  <c:v>0.0538414885435</c:v>
                </c:pt>
                <c:pt idx="1478">
                  <c:v>0.0534644377675</c:v>
                </c:pt>
                <c:pt idx="1479">
                  <c:v>0.053091138267</c:v>
                </c:pt>
                <c:pt idx="1480">
                  <c:v>0.0527215438795</c:v>
                </c:pt>
                <c:pt idx="1481">
                  <c:v>0.052355609082</c:v>
                </c:pt>
                <c:pt idx="1482">
                  <c:v>0.051993288982</c:v>
                </c:pt>
                <c:pt idx="1483">
                  <c:v>0.0516345393086</c:v>
                </c:pt>
                <c:pt idx="1484">
                  <c:v>0.0512793164042</c:v>
                </c:pt>
                <c:pt idx="1485">
                  <c:v>0.0509275772156</c:v>
                </c:pt>
                <c:pt idx="1486">
                  <c:v>0.0505792792855</c:v>
                </c:pt>
                <c:pt idx="1487">
                  <c:v>0.050234380744</c:v>
                </c:pt>
                <c:pt idx="1488">
                  <c:v>0.0498928403007</c:v>
                </c:pt>
                <c:pt idx="1489">
                  <c:v>0.0495546172359</c:v>
                </c:pt>
                <c:pt idx="1490">
                  <c:v>0.0492196713929</c:v>
                </c:pt>
                <c:pt idx="1491">
                  <c:v>0.0488879631695</c:v>
                </c:pt>
                <c:pt idx="1492">
                  <c:v>0.0485594535106</c:v>
                </c:pt>
                <c:pt idx="1493">
                  <c:v>0.0482341038999</c:v>
                </c:pt>
                <c:pt idx="1494">
                  <c:v>0.0479118763524</c:v>
                </c:pt>
                <c:pt idx="1495">
                  <c:v>0.0475927334063</c:v>
                </c:pt>
                <c:pt idx="1496">
                  <c:v>0.0472766381161</c:v>
                </c:pt>
                <c:pt idx="1497">
                  <c:v>0.0469635540446</c:v>
                </c:pt>
                <c:pt idx="1498">
                  <c:v>0.0466534452556</c:v>
                </c:pt>
                <c:pt idx="1499">
                  <c:v>0.0463462763068</c:v>
                </c:pt>
                <c:pt idx="1500">
                  <c:v>0.0460420122422</c:v>
                </c:pt>
                <c:pt idx="1501">
                  <c:v>0.0457406185857</c:v>
                </c:pt>
                <c:pt idx="1502">
                  <c:v>0.0454420613332</c:v>
                </c:pt>
                <c:pt idx="1503">
                  <c:v>0.0451463069463</c:v>
                </c:pt>
                <c:pt idx="1504">
                  <c:v>0.0448533223453</c:v>
                </c:pt>
                <c:pt idx="1505">
                  <c:v>0.0445630749025</c:v>
                </c:pt>
                <c:pt idx="1506">
                  <c:v>0.0442755324353</c:v>
                </c:pt>
                <c:pt idx="1507">
                  <c:v>0.0439906632001</c:v>
                </c:pt>
                <c:pt idx="1508">
                  <c:v>0.0437084358853</c:v>
                </c:pt>
                <c:pt idx="1509">
                  <c:v>0.0434288196054</c:v>
                </c:pt>
                <c:pt idx="1510">
                  <c:v>0.0431517838943</c:v>
                </c:pt>
                <c:pt idx="1511">
                  <c:v>0.0428772986997</c:v>
                </c:pt>
                <c:pt idx="1512">
                  <c:v>0.042605334376</c:v>
                </c:pt>
                <c:pt idx="1513">
                  <c:v>0.0423358616794</c:v>
                </c:pt>
                <c:pt idx="1514">
                  <c:v>0.042068851761</c:v>
                </c:pt>
                <c:pt idx="1515">
                  <c:v>0.0418042761616</c:v>
                </c:pt>
                <c:pt idx="1516">
                  <c:v>0.0415421068055</c:v>
                </c:pt>
                <c:pt idx="1517">
                  <c:v>0.0412823159952</c:v>
                </c:pt>
                <c:pt idx="1518">
                  <c:v>0.0410248764054</c:v>
                </c:pt>
                <c:pt idx="1519">
                  <c:v>0.0407697610776</c:v>
                </c:pt>
                <c:pt idx="1520">
                  <c:v>0.0405169434149</c:v>
                </c:pt>
                <c:pt idx="1521">
                  <c:v>0.0402663971762</c:v>
                </c:pt>
                <c:pt idx="1522">
                  <c:v>0.0400180964714</c:v>
                </c:pt>
                <c:pt idx="1523">
                  <c:v>0.0397720157557</c:v>
                </c:pt>
                <c:pt idx="1524">
                  <c:v>0.0395281298249</c:v>
                </c:pt>
                <c:pt idx="1525">
                  <c:v>0.0392864138099</c:v>
                </c:pt>
                <c:pt idx="1526">
                  <c:v>0.0390468431723</c:v>
                </c:pt>
                <c:pt idx="1527">
                  <c:v>0.0388093936989</c:v>
                </c:pt>
                <c:pt idx="1528">
                  <c:v>0.0385740414972</c:v>
                </c:pt>
                <c:pt idx="1529">
                  <c:v>0.0383407629907</c:v>
                </c:pt>
                <c:pt idx="1530">
                  <c:v>0.038109534914</c:v>
                </c:pt>
                <c:pt idx="1531">
                  <c:v>0.0378803343083</c:v>
                </c:pt>
                <c:pt idx="1532">
                  <c:v>0.037653138517</c:v>
                </c:pt>
                <c:pt idx="1533">
                  <c:v>0.0374279251808</c:v>
                </c:pt>
                <c:pt idx="1534">
                  <c:v>0.0372046722339</c:v>
                </c:pt>
                <c:pt idx="1535">
                  <c:v>0.0369833578992</c:v>
                </c:pt>
                <c:pt idx="1536">
                  <c:v>0.0367639606842</c:v>
                </c:pt>
                <c:pt idx="1537">
                  <c:v>0.0365464593768</c:v>
                </c:pt>
                <c:pt idx="1538">
                  <c:v>0.0363308330412</c:v>
                </c:pt>
                <c:pt idx="1539">
                  <c:v>0.0361170610138</c:v>
                </c:pt>
                <c:pt idx="1540">
                  <c:v>0.0359051228994</c:v>
                </c:pt>
                <c:pt idx="1541">
                  <c:v>0.0356949985666</c:v>
                </c:pt>
                <c:pt idx="1542">
                  <c:v>0.0354866681449</c:v>
                </c:pt>
                <c:pt idx="1543">
                  <c:v>0.0352801120202</c:v>
                </c:pt>
                <c:pt idx="1544">
                  <c:v>0.0350753108312</c:v>
                </c:pt>
                <c:pt idx="1545">
                  <c:v>0.0348722454658</c:v>
                </c:pt>
                <c:pt idx="1546">
                  <c:v>0.0346708970575</c:v>
                </c:pt>
                <c:pt idx="1547">
                  <c:v>0.0344712469817</c:v>
                </c:pt>
                <c:pt idx="1548">
                  <c:v>0.0342732768523</c:v>
                </c:pt>
                <c:pt idx="1549">
                  <c:v>0.034076968518</c:v>
                </c:pt>
                <c:pt idx="1550">
                  <c:v>0.0338823040594</c:v>
                </c:pt>
                <c:pt idx="1551">
                  <c:v>0.0336892657853</c:v>
                </c:pt>
                <c:pt idx="1552">
                  <c:v>0.0334978362292</c:v>
                </c:pt>
                <c:pt idx="1553">
                  <c:v>0.0333079981467</c:v>
                </c:pt>
                <c:pt idx="1554">
                  <c:v>0.0331197345117</c:v>
                </c:pt>
                <c:pt idx="1555">
                  <c:v>0.0329330285138</c:v>
                </c:pt>
                <c:pt idx="1556">
                  <c:v>0.0327478635546</c:v>
                </c:pt>
                <c:pt idx="1557">
                  <c:v>0.0325642232454</c:v>
                </c:pt>
                <c:pt idx="1558">
                  <c:v>0.0323820914036</c:v>
                </c:pt>
                <c:pt idx="1559">
                  <c:v>0.0322014520502</c:v>
                </c:pt>
                <c:pt idx="1560">
                  <c:v>0.0320222894066</c:v>
                </c:pt>
                <c:pt idx="1561">
                  <c:v>0.031844587892</c:v>
                </c:pt>
                <c:pt idx="1562">
                  <c:v>0.0316683321206</c:v>
                </c:pt>
                <c:pt idx="1563">
                  <c:v>0.0314935068987</c:v>
                </c:pt>
                <c:pt idx="1564">
                  <c:v>0.0313200972221</c:v>
                </c:pt>
                <c:pt idx="1565">
                  <c:v>0.0311480882737</c:v>
                </c:pt>
                <c:pt idx="1566">
                  <c:v>0.0309774654202</c:v>
                </c:pt>
                <c:pt idx="1567">
                  <c:v>0.0308082142103</c:v>
                </c:pt>
                <c:pt idx="1568">
                  <c:v>0.0306403203719</c:v>
                </c:pt>
                <c:pt idx="1569">
                  <c:v>0.0304737698094</c:v>
                </c:pt>
                <c:pt idx="1570">
                  <c:v>0.0303085486015</c:v>
                </c:pt>
                <c:pt idx="1571">
                  <c:v>0.0301446429987</c:v>
                </c:pt>
                <c:pt idx="1572">
                  <c:v>0.029982039421</c:v>
                </c:pt>
                <c:pt idx="1573">
                  <c:v>0.0298207244557</c:v>
                </c:pt>
                <c:pt idx="1574">
                  <c:v>0.0296606848546</c:v>
                </c:pt>
                <c:pt idx="1575">
                  <c:v>0.0295019075325</c:v>
                </c:pt>
                <c:pt idx="1576">
                  <c:v>0.0293443795642</c:v>
                </c:pt>
                <c:pt idx="1577">
                  <c:v>0.0291880881829</c:v>
                </c:pt>
                <c:pt idx="1578">
                  <c:v>0.0290330207779</c:v>
                </c:pt>
                <c:pt idx="1579">
                  <c:v>0.0288791648922</c:v>
                </c:pt>
                <c:pt idx="1580">
                  <c:v>0.0287265082209</c:v>
                </c:pt>
                <c:pt idx="1581">
                  <c:v>0.0285750386088</c:v>
                </c:pt>
                <c:pt idx="1582">
                  <c:v>0.0284247440483</c:v>
                </c:pt>
                <c:pt idx="1583">
                  <c:v>0.0282756126777</c:v>
                </c:pt>
                <c:pt idx="1584">
                  <c:v>0.0281276327793</c:v>
                </c:pt>
                <c:pt idx="1585">
                  <c:v>0.0279807927769</c:v>
                </c:pt>
                <c:pt idx="1586">
                  <c:v>0.0278350812346</c:v>
                </c:pt>
                <c:pt idx="1587">
                  <c:v>0.0276904868545</c:v>
                </c:pt>
                <c:pt idx="1588">
                  <c:v>0.0275469984748</c:v>
                </c:pt>
                <c:pt idx="1589">
                  <c:v>0.0274046050684</c:v>
                </c:pt>
                <c:pt idx="1590">
                  <c:v>0.0272632957406</c:v>
                </c:pt>
                <c:pt idx="1591">
                  <c:v>0.0271230597277</c:v>
                </c:pt>
                <c:pt idx="1592">
                  <c:v>0.0269838863951</c:v>
                </c:pt>
                <c:pt idx="1593">
                  <c:v>0.0268457652355</c:v>
                </c:pt>
                <c:pt idx="1594">
                  <c:v>0.0267086858674</c:v>
                </c:pt>
                <c:pt idx="1595">
                  <c:v>0.0265726380334</c:v>
                </c:pt>
                <c:pt idx="1596">
                  <c:v>0.0264376115982</c:v>
                </c:pt>
                <c:pt idx="1597">
                  <c:v>0.0263035965477</c:v>
                </c:pt>
                <c:pt idx="1598">
                  <c:v>0.0261705829864</c:v>
                </c:pt>
                <c:pt idx="1599">
                  <c:v>0.0260385611369</c:v>
                </c:pt>
                <c:pt idx="1600">
                  <c:v>0.0259075213374</c:v>
                </c:pt>
                <c:pt idx="1601">
                  <c:v>0.0257774540407</c:v>
                </c:pt>
                <c:pt idx="1602">
                  <c:v>0.0256483498126</c:v>
                </c:pt>
                <c:pt idx="1603">
                  <c:v>0.0255201993304</c:v>
                </c:pt>
                <c:pt idx="1604">
                  <c:v>0.0253929933812</c:v>
                </c:pt>
                <c:pt idx="1605">
                  <c:v>0.0252667228607</c:v>
                </c:pt>
                <c:pt idx="1606">
                  <c:v>0.0251413787716</c:v>
                </c:pt>
                <c:pt idx="1607">
                  <c:v>0.0250169522224</c:v>
                </c:pt>
                <c:pt idx="1608">
                  <c:v>0.0248934344256</c:v>
                </c:pt>
                <c:pt idx="1609">
                  <c:v>0.0247708166969</c:v>
                </c:pt>
                <c:pt idx="1610">
                  <c:v>0.0246490904531</c:v>
                </c:pt>
                <c:pt idx="1611">
                  <c:v>0.0245282472115</c:v>
                </c:pt>
                <c:pt idx="1612">
                  <c:v>0.024408278588</c:v>
                </c:pt>
                <c:pt idx="1613">
                  <c:v>0.0242891762962</c:v>
                </c:pt>
                <c:pt idx="1614">
                  <c:v>0.0241709321457</c:v>
                </c:pt>
                <c:pt idx="1615">
                  <c:v>0.0240535380413</c:v>
                </c:pt>
                <c:pt idx="1616">
                  <c:v>0.0239369859812</c:v>
                </c:pt>
                <c:pt idx="1617">
                  <c:v>0.0238212680562</c:v>
                </c:pt>
                <c:pt idx="1618">
                  <c:v>0.0237063764483</c:v>
                </c:pt>
                <c:pt idx="1619">
                  <c:v>0.0235923034295</c:v>
                </c:pt>
                <c:pt idx="1620">
                  <c:v>0.0234790413607</c:v>
                </c:pt>
                <c:pt idx="1621">
                  <c:v>0.0233665826902</c:v>
                </c:pt>
                <c:pt idx="1622">
                  <c:v>0.023254919953</c:v>
                </c:pt>
                <c:pt idx="1623">
                  <c:v>0.0231440457693</c:v>
                </c:pt>
                <c:pt idx="1624">
                  <c:v>0.0230339528435</c:v>
                </c:pt>
                <c:pt idx="1625">
                  <c:v>0.0229246339633</c:v>
                </c:pt>
                <c:pt idx="1626">
                  <c:v>0.0228160819979</c:v>
                </c:pt>
                <c:pt idx="1627">
                  <c:v>0.0227082898979</c:v>
                </c:pt>
                <c:pt idx="1628">
                  <c:v>0.0226012506935</c:v>
                </c:pt>
                <c:pt idx="1629">
                  <c:v>0.0224949574937</c:v>
                </c:pt>
                <c:pt idx="1630">
                  <c:v>0.0223894034852</c:v>
                </c:pt>
                <c:pt idx="1631">
                  <c:v>0.0222845819314</c:v>
                </c:pt>
                <c:pt idx="1632">
                  <c:v>0.0221804861716</c:v>
                </c:pt>
                <c:pt idx="1633">
                  <c:v>0.0220771096194</c:v>
                </c:pt>
                <c:pt idx="1634">
                  <c:v>0.0219744457624</c:v>
                </c:pt>
                <c:pt idx="1635">
                  <c:v>0.0218724881611</c:v>
                </c:pt>
                <c:pt idx="1636">
                  <c:v>0.0217712304473</c:v>
                </c:pt>
                <c:pt idx="1637">
                  <c:v>0.0216706663241</c:v>
                </c:pt>
                <c:pt idx="1638">
                  <c:v>0.0215707895643</c:v>
                </c:pt>
                <c:pt idx="1639">
                  <c:v>0.0214715940098</c:v>
                </c:pt>
                <c:pt idx="1640">
                  <c:v>0.0213730735705</c:v>
                </c:pt>
                <c:pt idx="1641">
                  <c:v>0.0212752222237</c:v>
                </c:pt>
                <c:pt idx="1642">
                  <c:v>0.0211780340127</c:v>
                </c:pt>
                <c:pt idx="1643">
                  <c:v>0.0210815030465</c:v>
                </c:pt>
                <c:pt idx="1644">
                  <c:v>0.0209856234989</c:v>
                </c:pt>
                <c:pt idx="1645">
                  <c:v>0.020890389607</c:v>
                </c:pt>
                <c:pt idx="1646">
                  <c:v>0.0207957956714</c:v>
                </c:pt>
                <c:pt idx="1647">
                  <c:v>0.0207018360543</c:v>
                </c:pt>
                <c:pt idx="1648">
                  <c:v>0.0206085051797</c:v>
                </c:pt>
                <c:pt idx="1649">
                  <c:v>0.0205157975318</c:v>
                </c:pt>
                <c:pt idx="1650">
                  <c:v>0.0204237076548</c:v>
                </c:pt>
                <c:pt idx="1651">
                  <c:v>0.0203322301517</c:v>
                </c:pt>
                <c:pt idx="1652">
                  <c:v>0.0202413596839</c:v>
                </c:pt>
                <c:pt idx="1653">
                  <c:v>0.0201510909701</c:v>
                </c:pt>
                <c:pt idx="1654">
                  <c:v>0.0200614187861</c:v>
                </c:pt>
                <c:pt idx="1655">
                  <c:v>0.0199723379632</c:v>
                </c:pt>
                <c:pt idx="1656">
                  <c:v>0.0198838433885</c:v>
                </c:pt>
                <c:pt idx="1657">
                  <c:v>0.0197959300035</c:v>
                </c:pt>
                <c:pt idx="1658">
                  <c:v>0.0197085928036</c:v>
                </c:pt>
                <c:pt idx="1659">
                  <c:v>0.0196218268374</c:v>
                </c:pt>
                <c:pt idx="1660">
                  <c:v>0.0195356272062</c:v>
                </c:pt>
                <c:pt idx="1661">
                  <c:v>0.0194499890631</c:v>
                </c:pt>
                <c:pt idx="1662">
                  <c:v>0.0193649076125</c:v>
                </c:pt>
                <c:pt idx="1663">
                  <c:v>0.0192803781093</c:v>
                </c:pt>
                <c:pt idx="1664">
                  <c:v>0.0191963958584</c:v>
                </c:pt>
                <c:pt idx="1665">
                  <c:v>0.0191129562141</c:v>
                </c:pt>
                <c:pt idx="1666">
                  <c:v>0.0190300545793</c:v>
                </c:pt>
                <c:pt idx="1667">
                  <c:v>0.0189476864051</c:v>
                </c:pt>
                <c:pt idx="1668">
                  <c:v>0.0188658471902</c:v>
                </c:pt>
                <c:pt idx="1669">
                  <c:v>0.0187845324799</c:v>
                </c:pt>
                <c:pt idx="1670">
                  <c:v>0.0187037378663</c:v>
                </c:pt>
                <c:pt idx="1671">
                  <c:v>0.0186234589868</c:v>
                </c:pt>
                <c:pt idx="1672">
                  <c:v>0.0185436915243</c:v>
                </c:pt>
                <c:pt idx="1673">
                  <c:v>0.0184644312063</c:v>
                </c:pt>
                <c:pt idx="1674">
                  <c:v>0.0183856738043</c:v>
                </c:pt>
                <c:pt idx="1675">
                  <c:v>0.0183074151334</c:v>
                </c:pt>
                <c:pt idx="1676">
                  <c:v>0.0182296510519</c:v>
                </c:pt>
                <c:pt idx="1677">
                  <c:v>0.0181523774602</c:v>
                </c:pt>
                <c:pt idx="1678">
                  <c:v>0.0180755903011</c:v>
                </c:pt>
                <c:pt idx="1679">
                  <c:v>0.0179992855586</c:v>
                </c:pt>
                <c:pt idx="1680">
                  <c:v>0.0179234592578</c:v>
                </c:pt>
                <c:pt idx="1681">
                  <c:v>0.0178481074642</c:v>
                </c:pt>
                <c:pt idx="1682">
                  <c:v>0.0177732262832</c:v>
                </c:pt>
                <c:pt idx="1683">
                  <c:v>0.0176988118599</c:v>
                </c:pt>
                <c:pt idx="1684">
                  <c:v>0.0176248603783</c:v>
                </c:pt>
                <c:pt idx="1685">
                  <c:v>0.017551368061</c:v>
                </c:pt>
                <c:pt idx="1686">
                  <c:v>0.0174783311686</c:v>
                </c:pt>
                <c:pt idx="1687">
                  <c:v>0.0174057459995</c:v>
                </c:pt>
                <c:pt idx="1688">
                  <c:v>0.0173336088891</c:v>
                </c:pt>
                <c:pt idx="1689">
                  <c:v>0.0172619162097</c:v>
                </c:pt>
                <c:pt idx="1690">
                  <c:v>0.0171906643698</c:v>
                </c:pt>
                <c:pt idx="1691">
                  <c:v>0.0171198498139</c:v>
                </c:pt>
                <c:pt idx="1692">
                  <c:v>0.0170494690218</c:v>
                </c:pt>
                <c:pt idx="1693">
                  <c:v>0.0169795185085</c:v>
                </c:pt>
                <c:pt idx="1694">
                  <c:v>0.0169099948235</c:v>
                </c:pt>
                <c:pt idx="1695">
                  <c:v>0.0168408945506</c:v>
                </c:pt>
                <c:pt idx="1696">
                  <c:v>0.0167722143073</c:v>
                </c:pt>
                <c:pt idx="1697">
                  <c:v>0.0167039507446</c:v>
                </c:pt>
                <c:pt idx="1698">
                  <c:v>0.0166361005467</c:v>
                </c:pt>
                <c:pt idx="1699">
                  <c:v>0.01656866043</c:v>
                </c:pt>
                <c:pt idx="1700">
                  <c:v>0.0165016271437</c:v>
                </c:pt>
                <c:pt idx="1701">
                  <c:v>0.0164349974684</c:v>
                </c:pt>
                <c:pt idx="1702">
                  <c:v>0.0163687682166</c:v>
                </c:pt>
                <c:pt idx="1703">
                  <c:v>0.0163029362317</c:v>
                </c:pt>
                <c:pt idx="1704">
                  <c:v>0.0162374983881</c:v>
                </c:pt>
                <c:pt idx="1705">
                  <c:v>0.0161724515905</c:v>
                </c:pt>
                <c:pt idx="1706">
                  <c:v>0.0161077927737</c:v>
                </c:pt>
                <c:pt idx="1707">
                  <c:v>0.0160435189024</c:v>
                </c:pt>
                <c:pt idx="1708">
                  <c:v>0.0159796269704</c:v>
                </c:pt>
                <c:pt idx="1709">
                  <c:v>0.0159161140009</c:v>
                </c:pt>
                <c:pt idx="1710">
                  <c:v>0.0158529770456</c:v>
                </c:pt>
                <c:pt idx="1711">
                  <c:v>0.0157902131848</c:v>
                </c:pt>
                <c:pt idx="1712">
                  <c:v>0.0157278195267</c:v>
                </c:pt>
                <c:pt idx="1713">
                  <c:v>0.0156657932075</c:v>
                </c:pt>
                <c:pt idx="1714">
                  <c:v>0.0156041313907</c:v>
                </c:pt>
                <c:pt idx="1715">
                  <c:v>0.0155428312668</c:v>
                </c:pt>
                <c:pt idx="1716">
                  <c:v>0.0154818900536</c:v>
                </c:pt>
                <c:pt idx="1717">
                  <c:v>0.0154213049949</c:v>
                </c:pt>
                <c:pt idx="1718">
                  <c:v>0.0153610733612</c:v>
                </c:pt>
                <c:pt idx="1719">
                  <c:v>0.0153011924486</c:v>
                </c:pt>
                <c:pt idx="1720">
                  <c:v>0.0152416595791</c:v>
                </c:pt>
                <c:pt idx="1721">
                  <c:v>0.0151824720999</c:v>
                </c:pt>
                <c:pt idx="1722">
                  <c:v>0.0151236273833</c:v>
                </c:pt>
                <c:pt idx="1723">
                  <c:v>0.0150651228266</c:v>
                </c:pt>
                <c:pt idx="1724">
                  <c:v>0.0150069558515</c:v>
                </c:pt>
                <c:pt idx="1725">
                  <c:v>0.0149491239039</c:v>
                </c:pt>
                <c:pt idx="1726">
                  <c:v>0.0148916244537</c:v>
                </c:pt>
                <c:pt idx="1727">
                  <c:v>0.0148344549947</c:v>
                </c:pt>
                <c:pt idx="1728">
                  <c:v>0.014777613044</c:v>
                </c:pt>
                <c:pt idx="1729">
                  <c:v>0.0147210961419</c:v>
                </c:pt>
                <c:pt idx="1730">
                  <c:v>0.0146649018518</c:v>
                </c:pt>
                <c:pt idx="1731">
                  <c:v>0.0146090277597</c:v>
                </c:pt>
                <c:pt idx="1732">
                  <c:v>0.0145534714739</c:v>
                </c:pt>
                <c:pt idx="1733">
                  <c:v>0.0144982306253</c:v>
                </c:pt>
                <c:pt idx="1734">
                  <c:v>0.0144433028664</c:v>
                </c:pt>
                <c:pt idx="1735">
                  <c:v>0.0143886858716</c:v>
                </c:pt>
                <c:pt idx="1736">
                  <c:v>0.0143343773367</c:v>
                </c:pt>
                <c:pt idx="1737">
                  <c:v>0.0142803749788</c:v>
                </c:pt>
                <c:pt idx="1738">
                  <c:v>0.0142266765361</c:v>
                </c:pt>
                <c:pt idx="1739">
                  <c:v>0.0141732797675</c:v>
                </c:pt>
                <c:pt idx="1740">
                  <c:v>0.0141201824525</c:v>
                </c:pt>
                <c:pt idx="1741">
                  <c:v>0.0140673823908</c:v>
                </c:pt>
                <c:pt idx="1742">
                  <c:v>0.0140148774026</c:v>
                </c:pt>
                <c:pt idx="1743">
                  <c:v>0.0139626653277</c:v>
                </c:pt>
                <c:pt idx="1744">
                  <c:v>0.0139107440256</c:v>
                </c:pt>
                <c:pt idx="1745">
                  <c:v>0.0138591113755</c:v>
                </c:pt>
                <c:pt idx="1746">
                  <c:v>0.0138077652758</c:v>
                </c:pt>
                <c:pt idx="1747">
                  <c:v>0.0137567036438</c:v>
                </c:pt>
                <c:pt idx="1748">
                  <c:v>0.0137059244159</c:v>
                </c:pt>
                <c:pt idx="1749">
                  <c:v>0.013655425547</c:v>
                </c:pt>
                <c:pt idx="1750">
                  <c:v>0.0136052050106</c:v>
                </c:pt>
                <c:pt idx="1751">
                  <c:v>0.0135552607984</c:v>
                </c:pt>
                <c:pt idx="1752">
                  <c:v>0.0135055909202</c:v>
                </c:pt>
                <c:pt idx="1753">
                  <c:v>0.0134561934036</c:v>
                </c:pt>
                <c:pt idx="1754">
                  <c:v>0.0134070662942</c:v>
                </c:pt>
                <c:pt idx="1755">
                  <c:v>0.0133582076546</c:v>
                </c:pt>
                <c:pt idx="1756">
                  <c:v>0.0133096155653</c:v>
                </c:pt>
                <c:pt idx="1757">
                  <c:v>0.0132612881234</c:v>
                </c:pt>
                <c:pt idx="1758">
                  <c:v>0.0132132234434</c:v>
                </c:pt>
                <c:pt idx="1759">
                  <c:v>0.0131654196563</c:v>
                </c:pt>
                <c:pt idx="1760">
                  <c:v>0.0131178749098</c:v>
                </c:pt>
                <c:pt idx="1761">
                  <c:v>0.013070587368</c:v>
                </c:pt>
                <c:pt idx="1762">
                  <c:v>0.0130235552114</c:v>
                </c:pt>
                <c:pt idx="1763">
                  <c:v>0.0129767766364</c:v>
                </c:pt>
                <c:pt idx="1764">
                  <c:v>0.0129302498554</c:v>
                </c:pt>
                <c:pt idx="1765">
                  <c:v>0.0128839730964</c:v>
                </c:pt>
                <c:pt idx="1766">
                  <c:v>0.0128379446033</c:v>
                </c:pt>
                <c:pt idx="1767">
                  <c:v>0.0127921626352</c:v>
                </c:pt>
                <c:pt idx="1768">
                  <c:v>0.0127466254664</c:v>
                </c:pt>
                <c:pt idx="1769">
                  <c:v>0.0127013313865</c:v>
                </c:pt>
                <c:pt idx="1770">
                  <c:v>0.0126562786998</c:v>
                </c:pt>
                <c:pt idx="1771">
                  <c:v>0.0126114657257</c:v>
                </c:pt>
                <c:pt idx="1772">
                  <c:v>0.0125668907978</c:v>
                </c:pt>
                <c:pt idx="1773">
                  <c:v>0.0125225522647</c:v>
                </c:pt>
                <c:pt idx="1774">
                  <c:v>0.0124784484888</c:v>
                </c:pt>
                <c:pt idx="1775">
                  <c:v>0.012434577847</c:v>
                </c:pt>
                <c:pt idx="1776">
                  <c:v>0.0123909387302</c:v>
                </c:pt>
                <c:pt idx="1777">
                  <c:v>0.012347529543</c:v>
                </c:pt>
                <c:pt idx="1778">
                  <c:v>0.0123043487039</c:v>
                </c:pt>
                <c:pt idx="1779">
                  <c:v>0.012261394645</c:v>
                </c:pt>
                <c:pt idx="1780">
                  <c:v>0.0122186658116</c:v>
                </c:pt>
                <c:pt idx="1781">
                  <c:v>0.0121761606626</c:v>
                </c:pt>
                <c:pt idx="1782">
                  <c:v>0.01213387767</c:v>
                </c:pt>
                <c:pt idx="1783">
                  <c:v>0.0120918153186</c:v>
                </c:pt>
                <c:pt idx="1784">
                  <c:v>0.0120499721064</c:v>
                </c:pt>
                <c:pt idx="1785">
                  <c:v>0.0120083465439</c:v>
                </c:pt>
                <c:pt idx="1786">
                  <c:v>0.0119669371544</c:v>
                </c:pt>
                <c:pt idx="1787">
                  <c:v>0.0119257424736</c:v>
                </c:pt>
                <c:pt idx="1788">
                  <c:v>0.0118847610495</c:v>
                </c:pt>
                <c:pt idx="1789">
                  <c:v>0.0118439914424</c:v>
                </c:pt>
                <c:pt idx="1790">
                  <c:v>0.0118034322246</c:v>
                </c:pt>
                <c:pt idx="1791">
                  <c:v>0.0117630819805</c:v>
                </c:pt>
                <c:pt idx="1792">
                  <c:v>0.0117229393063</c:v>
                </c:pt>
                <c:pt idx="1793">
                  <c:v>0.0116830028097</c:v>
                </c:pt>
                <c:pt idx="1794">
                  <c:v>0.0116432711104</c:v>
                </c:pt>
                <c:pt idx="1795">
                  <c:v>0.011603742839</c:v>
                </c:pt>
                <c:pt idx="1796">
                  <c:v>0.011564416638</c:v>
                </c:pt>
                <c:pt idx="1797">
                  <c:v>0.0115252911607</c:v>
                </c:pt>
                <c:pt idx="1798">
                  <c:v>0.0114863650717</c:v>
                </c:pt>
                <c:pt idx="1799">
                  <c:v>0.0114476370464</c:v>
                </c:pt>
                <c:pt idx="1800">
                  <c:v>0.0114091057713</c:v>
                </c:pt>
                <c:pt idx="1801">
                  <c:v>0.0113707699435</c:v>
                </c:pt>
                <c:pt idx="1802">
                  <c:v>0.0113326282707</c:v>
                </c:pt>
                <c:pt idx="1803">
                  <c:v>0.011294679471</c:v>
                </c:pt>
                <c:pt idx="1804">
                  <c:v>0.0112569222731</c:v>
                </c:pt>
                <c:pt idx="1805">
                  <c:v>0.0112193554158</c:v>
                </c:pt>
                <c:pt idx="1806">
                  <c:v>0.0111819776483</c:v>
                </c:pt>
                <c:pt idx="1807">
                  <c:v>0.0111447877295</c:v>
                </c:pt>
                <c:pt idx="1808">
                  <c:v>0.0111077844285</c:v>
                </c:pt>
                <c:pt idx="1809">
                  <c:v>0.011070966524</c:v>
                </c:pt>
                <c:pt idx="1810">
                  <c:v>0.0110343328048</c:v>
                </c:pt>
                <c:pt idx="1811">
                  <c:v>0.0109978820688</c:v>
                </c:pt>
                <c:pt idx="1812">
                  <c:v>0.0109616131239</c:v>
                </c:pt>
                <c:pt idx="1813">
                  <c:v>0.0109255247869</c:v>
                </c:pt>
                <c:pt idx="1814">
                  <c:v>0.0108896158843</c:v>
                </c:pt>
                <c:pt idx="1815">
                  <c:v>0.0108538852516</c:v>
                </c:pt>
                <c:pt idx="1816">
                  <c:v>0.0108183317334</c:v>
                </c:pt>
                <c:pt idx="1817">
                  <c:v>0.0107829541832</c:v>
                </c:pt>
                <c:pt idx="1818">
                  <c:v>0.0107477514636</c:v>
                </c:pt>
                <c:pt idx="1819">
                  <c:v>0.0107127224457</c:v>
                </c:pt>
                <c:pt idx="1820">
                  <c:v>0.0106778660094</c:v>
                </c:pt>
                <c:pt idx="1821">
                  <c:v>0.0106431810432</c:v>
                </c:pt>
                <c:pt idx="1822">
                  <c:v>0.0106086664441</c:v>
                </c:pt>
                <c:pt idx="1823">
                  <c:v>0.0105743211174</c:v>
                </c:pt>
                <c:pt idx="1824">
                  <c:v>0.0105401439768</c:v>
                </c:pt>
                <c:pt idx="1825">
                  <c:v>0.010506133944</c:v>
                </c:pt>
                <c:pt idx="1826">
                  <c:v>0.0104722899491</c:v>
                </c:pt>
                <c:pt idx="1827">
                  <c:v>0.0104386109298</c:v>
                </c:pt>
                <c:pt idx="1828">
                  <c:v>0.0104050958322</c:v>
                </c:pt>
                <c:pt idx="1829">
                  <c:v>0.0103717436099</c:v>
                </c:pt>
                <c:pt idx="1830">
                  <c:v>0.0103385532243</c:v>
                </c:pt>
                <c:pt idx="1831">
                  <c:v>0.0103055236444</c:v>
                </c:pt>
                <c:pt idx="1832">
                  <c:v>0.0102726538471</c:v>
                </c:pt>
                <c:pt idx="1833">
                  <c:v>0.0102399428164</c:v>
                </c:pt>
                <c:pt idx="1834">
                  <c:v>0.0102073895438</c:v>
                </c:pt>
                <c:pt idx="1835">
                  <c:v>0.0101749930283</c:v>
                </c:pt>
                <c:pt idx="1836">
                  <c:v>0.010142752276</c:v>
                </c:pt>
                <c:pt idx="1837">
                  <c:v>0.0101106663002</c:v>
                </c:pt>
                <c:pt idx="1838">
                  <c:v>0.0100787341212</c:v>
                </c:pt>
                <c:pt idx="1839">
                  <c:v>0.0100469547665</c:v>
                </c:pt>
                <c:pt idx="1840">
                  <c:v>0.0100153272703</c:v>
                </c:pt>
                <c:pt idx="1841">
                  <c:v>0.009983850674</c:v>
                </c:pt>
                <c:pt idx="1842">
                  <c:v>0.0099525240255</c:v>
                </c:pt>
                <c:pt idx="1843">
                  <c:v>0.00992134637957</c:v>
                </c:pt>
                <c:pt idx="1844">
                  <c:v>0.00989031679762</c:v>
                </c:pt>
                <c:pt idx="1845">
                  <c:v>0.00985943434767</c:v>
                </c:pt>
                <c:pt idx="1846">
                  <c:v>0.00982869810425</c:v>
                </c:pt>
                <c:pt idx="1847">
                  <c:v>0.00979810714839</c:v>
                </c:pt>
                <c:pt idx="1848">
                  <c:v>0.00976766056752</c:v>
                </c:pt>
                <c:pt idx="1849">
                  <c:v>0.00973735745543</c:v>
                </c:pt>
                <c:pt idx="1850">
                  <c:v>0.00970719691222</c:v>
                </c:pt>
                <c:pt idx="1851">
                  <c:v>0.00967717804421</c:v>
                </c:pt>
                <c:pt idx="1852">
                  <c:v>0.00964729996393</c:v>
                </c:pt>
                <c:pt idx="1853">
                  <c:v>0.00961756179003</c:v>
                </c:pt>
                <c:pt idx="1854">
                  <c:v>0.00958796264727</c:v>
                </c:pt>
                <c:pt idx="1855">
                  <c:v>0.00955850166643</c:v>
                </c:pt>
                <c:pt idx="1856">
                  <c:v>0.00952917798429</c:v>
                </c:pt>
                <c:pt idx="1857">
                  <c:v>0.00949999074359</c:v>
                </c:pt>
                <c:pt idx="1858">
                  <c:v>0.00947093909294</c:v>
                </c:pt>
                <c:pt idx="1859">
                  <c:v>0.00944202218685</c:v>
                </c:pt>
                <c:pt idx="1860">
                  <c:v>0.00941323918564</c:v>
                </c:pt>
                <c:pt idx="1861">
                  <c:v>0.00938458925539</c:v>
                </c:pt>
                <c:pt idx="1862">
                  <c:v>0.00935607156796</c:v>
                </c:pt>
                <c:pt idx="1863">
                  <c:v>0.00932768530089</c:v>
                </c:pt>
                <c:pt idx="1864">
                  <c:v>0.00929942963742</c:v>
                </c:pt>
                <c:pt idx="1865">
                  <c:v>0.00927130376641</c:v>
                </c:pt>
                <c:pt idx="1866">
                  <c:v>0.00924330688234</c:v>
                </c:pt>
                <c:pt idx="1867">
                  <c:v>0.00921543818526</c:v>
                </c:pt>
                <c:pt idx="1868">
                  <c:v>0.00918769688078</c:v>
                </c:pt>
                <c:pt idx="1869">
                  <c:v>0.00916008218002</c:v>
                </c:pt>
                <c:pt idx="1870">
                  <c:v>0.00913259329961</c:v>
                </c:pt>
                <c:pt idx="1871">
                  <c:v>0.00910522946162</c:v>
                </c:pt>
                <c:pt idx="1872">
                  <c:v>0.00907798989359</c:v>
                </c:pt>
                <c:pt idx="1873">
                  <c:v>0.00905087382845</c:v>
                </c:pt>
                <c:pt idx="1874">
                  <c:v>0.00902388050454</c:v>
                </c:pt>
                <c:pt idx="1875">
                  <c:v>0.00899700916558</c:v>
                </c:pt>
                <c:pt idx="1876">
                  <c:v>0.00897025906062</c:v>
                </c:pt>
                <c:pt idx="1877">
                  <c:v>0.00894362944404</c:v>
                </c:pt>
                <c:pt idx="1878">
                  <c:v>0.00891711957553</c:v>
                </c:pt>
                <c:pt idx="1879">
                  <c:v>0.00889072872008</c:v>
                </c:pt>
                <c:pt idx="1880">
                  <c:v>0.00886445614792</c:v>
                </c:pt>
                <c:pt idx="1881">
                  <c:v>0.00883830113455</c:v>
                </c:pt>
                <c:pt idx="1882">
                  <c:v>0.00881226296069</c:v>
                </c:pt>
                <c:pt idx="1883">
                  <c:v>0.00878634091226</c:v>
                </c:pt>
                <c:pt idx="1884">
                  <c:v>0.00876053428038</c:v>
                </c:pt>
                <c:pt idx="1885">
                  <c:v>0.00873484236135</c:v>
                </c:pt>
                <c:pt idx="1886">
                  <c:v>0.00870926445661</c:v>
                </c:pt>
                <c:pt idx="1887">
                  <c:v>0.00868379987273</c:v>
                </c:pt>
                <c:pt idx="1888">
                  <c:v>0.00865844792143</c:v>
                </c:pt>
                <c:pt idx="1889">
                  <c:v>0.00863320791948</c:v>
                </c:pt>
                <c:pt idx="1890">
                  <c:v>0.00860807918877</c:v>
                </c:pt>
                <c:pt idx="1891">
                  <c:v>0.00858306105624</c:v>
                </c:pt>
                <c:pt idx="1892">
                  <c:v>0.00855815285386</c:v>
                </c:pt>
                <c:pt idx="1893">
                  <c:v>0.00853335391862</c:v>
                </c:pt>
                <c:pt idx="1894">
                  <c:v>0.00850866359254</c:v>
                </c:pt>
                <c:pt idx="1895">
                  <c:v>0.0084840812226</c:v>
                </c:pt>
                <c:pt idx="1896">
                  <c:v>0.00845960616074</c:v>
                </c:pt>
                <c:pt idx="1897">
                  <c:v>0.00843523776385</c:v>
                </c:pt>
                <c:pt idx="1898">
                  <c:v>0.00841097539373</c:v>
                </c:pt>
                <c:pt idx="1899">
                  <c:v>0.00838681841707</c:v>
                </c:pt>
                <c:pt idx="1900">
                  <c:v>0.00836276620546</c:v>
                </c:pt>
                <c:pt idx="1901">
                  <c:v>0.0083388181353</c:v>
                </c:pt>
                <c:pt idx="1902">
                  <c:v>0.00831497358784</c:v>
                </c:pt>
                <c:pt idx="1903">
                  <c:v>0.00829123194914</c:v>
                </c:pt>
                <c:pt idx="1904">
                  <c:v>0.00826759260999</c:v>
                </c:pt>
                <c:pt idx="1905">
                  <c:v>0.00824405496597</c:v>
                </c:pt>
                <c:pt idx="1906">
                  <c:v>0.00822061841736</c:v>
                </c:pt>
                <c:pt idx="1907">
                  <c:v>0.00819728236913</c:v>
                </c:pt>
                <c:pt idx="1908">
                  <c:v>0.00817404623092</c:v>
                </c:pt>
                <c:pt idx="1909">
                  <c:v>0.00815090941699</c:v>
                </c:pt>
                <c:pt idx="1910">
                  <c:v>0.00812787134622</c:v>
                </c:pt>
                <c:pt idx="1911">
                  <c:v>0.00810493144204</c:v>
                </c:pt>
                <c:pt idx="1912">
                  <c:v>0.00808208913243</c:v>
                </c:pt>
                <c:pt idx="1913">
                  <c:v>0.00805934384988</c:v>
                </c:pt>
                <c:pt idx="1914">
                  <c:v>0.00803669503134</c:v>
                </c:pt>
                <c:pt idx="1915">
                  <c:v>0.00801414211819</c:v>
                </c:pt>
                <c:pt idx="1916">
                  <c:v>0.00799168455623</c:v>
                </c:pt>
                <c:pt idx="1917">
                  <c:v>0.00796932179561</c:v>
                </c:pt>
                <c:pt idx="1918">
                  <c:v>0.00794705329082</c:v>
                </c:pt>
                <c:pt idx="1919">
                  <c:v>0.00792487850062</c:v>
                </c:pt>
                <c:pt idx="1920">
                  <c:v>0.00790279688805</c:v>
                </c:pt>
                <c:pt idx="1921">
                  <c:v>0.00788080792034</c:v>
                </c:pt>
                <c:pt idx="1922">
                  <c:v>0.00785891106889</c:v>
                </c:pt>
                <c:pt idx="1923">
                  <c:v>0.00783710580926</c:v>
                </c:pt>
                <c:pt idx="1924">
                  <c:v>0.00781539162108</c:v>
                </c:pt>
                <c:pt idx="1925">
                  <c:v>0.00779376798804</c:v>
                </c:pt>
                <c:pt idx="1926">
                  <c:v>0.00777223439782</c:v>
                </c:pt>
                <c:pt idx="1927">
                  <c:v>0.00775079034211</c:v>
                </c:pt>
                <c:pt idx="1928">
                  <c:v>0.00772943531647</c:v>
                </c:pt>
                <c:pt idx="1929">
                  <c:v>0.0077081688204</c:v>
                </c:pt>
                <c:pt idx="1930">
                  <c:v>0.00768699035718</c:v>
                </c:pt>
                <c:pt idx="1931">
                  <c:v>0.00766589943394</c:v>
                </c:pt>
                <c:pt idx="1932">
                  <c:v>0.00764489556152</c:v>
                </c:pt>
                <c:pt idx="1933">
                  <c:v>0.0076239782545</c:v>
                </c:pt>
                <c:pt idx="1934">
                  <c:v>0.0076031470311</c:v>
                </c:pt>
                <c:pt idx="1935">
                  <c:v>0.00758240141318</c:v>
                </c:pt>
                <c:pt idx="1936">
                  <c:v>0.00756174092616</c:v>
                </c:pt>
                <c:pt idx="1937">
                  <c:v>0.00754116509901</c:v>
                </c:pt>
                <c:pt idx="1938">
                  <c:v>0.00752067346418</c:v>
                </c:pt>
                <c:pt idx="1939">
                  <c:v>0.00750026555758</c:v>
                </c:pt>
                <c:pt idx="1940">
                  <c:v>0.0074799409185</c:v>
                </c:pt>
                <c:pt idx="1941">
                  <c:v>0.00745969908963</c:v>
                </c:pt>
                <c:pt idx="1942">
                  <c:v>0.00743953961693</c:v>
                </c:pt>
                <c:pt idx="1943">
                  <c:v>0.00741946204968</c:v>
                </c:pt>
                <c:pt idx="1944">
                  <c:v>0.00739946594038</c:v>
                </c:pt>
                <c:pt idx="1945">
                  <c:v>0.00737955084472</c:v>
                </c:pt>
                <c:pt idx="1946">
                  <c:v>0.00735971632154</c:v>
                </c:pt>
                <c:pt idx="1947">
                  <c:v>0.00733996193281</c:v>
                </c:pt>
                <c:pt idx="1948">
                  <c:v>0.00732028724357</c:v>
                </c:pt>
                <c:pt idx="1949">
                  <c:v>0.00730069182189</c:v>
                </c:pt>
                <c:pt idx="1950">
                  <c:v>0.00728117523884</c:v>
                </c:pt>
                <c:pt idx="1951">
                  <c:v>0.00726173706845</c:v>
                </c:pt>
                <c:pt idx="1952">
                  <c:v>0.00724237688768</c:v>
                </c:pt>
                <c:pt idx="1953">
                  <c:v>0.00722309427638</c:v>
                </c:pt>
                <c:pt idx="1954">
                  <c:v>0.00720388881724</c:v>
                </c:pt>
                <c:pt idx="1955">
                  <c:v>0.00718476009579</c:v>
                </c:pt>
                <c:pt idx="1956">
                  <c:v>0.00716570770032</c:v>
                </c:pt>
                <c:pt idx="1957">
                  <c:v>0.00714673122189</c:v>
                </c:pt>
                <c:pt idx="1958">
                  <c:v>0.0071278302543</c:v>
                </c:pt>
                <c:pt idx="1959">
                  <c:v>0.007109004394</c:v>
                </c:pt>
                <c:pt idx="1960">
                  <c:v>0.00709025324013</c:v>
                </c:pt>
                <c:pt idx="1961">
                  <c:v>0.00707157639447</c:v>
                </c:pt>
                <c:pt idx="1962">
                  <c:v>0.00705297346139</c:v>
                </c:pt>
                <c:pt idx="1963">
                  <c:v>0.00703444404784</c:v>
                </c:pt>
                <c:pt idx="1964">
                  <c:v>0.00701598776332</c:v>
                </c:pt>
                <c:pt idx="1965">
                  <c:v>0.00699760421988</c:v>
                </c:pt>
                <c:pt idx="1966">
                  <c:v>0.00697929303204</c:v>
                </c:pt>
                <c:pt idx="1967">
                  <c:v>0.00696105381683</c:v>
                </c:pt>
                <c:pt idx="1968">
                  <c:v>0.00694288619372</c:v>
                </c:pt>
                <c:pt idx="1969">
                  <c:v>0.00692478978464</c:v>
                </c:pt>
                <c:pt idx="1970">
                  <c:v>0.0069067642139</c:v>
                </c:pt>
                <c:pt idx="1971">
                  <c:v>0.00688880910826</c:v>
                </c:pt>
                <c:pt idx="1972">
                  <c:v>0.0068709240968</c:v>
                </c:pt>
                <c:pt idx="1973">
                  <c:v>0.00685310881101</c:v>
                </c:pt>
                <c:pt idx="1974">
                  <c:v>0.0068353628847</c:v>
                </c:pt>
                <c:pt idx="1975">
                  <c:v>0.00681768595402</c:v>
                </c:pt>
                <c:pt idx="1976">
                  <c:v>0.00680007765743</c:v>
                </c:pt>
                <c:pt idx="1977">
                  <c:v>0.00678253763569</c:v>
                </c:pt>
                <c:pt idx="1978">
                  <c:v>0.00676506553186</c:v>
                </c:pt>
                <c:pt idx="1979">
                  <c:v>0.00674766099125</c:v>
                </c:pt>
                <c:pt idx="1980">
                  <c:v>0.00673032366145</c:v>
                </c:pt>
                <c:pt idx="1981">
                  <c:v>0.0067130531923</c:v>
                </c:pt>
                <c:pt idx="1982">
                  <c:v>0.00669584923588</c:v>
                </c:pt>
                <c:pt idx="1983">
                  <c:v>0.0066787114465</c:v>
                </c:pt>
                <c:pt idx="1984">
                  <c:v>0.00666163948071</c:v>
                </c:pt>
                <c:pt idx="1985">
                  <c:v>0.00664463299724</c:v>
                </c:pt>
                <c:pt idx="1986">
                  <c:v>0.00662769165706</c:v>
                </c:pt>
                <c:pt idx="1987">
                  <c:v>0.00661081512333</c:v>
                </c:pt>
                <c:pt idx="1988">
                  <c:v>0.00659400306142</c:v>
                </c:pt>
                <c:pt idx="1989">
                  <c:v>0.00657725513885</c:v>
                </c:pt>
                <c:pt idx="1990">
                  <c:v>0.00656057102537</c:v>
                </c:pt>
                <c:pt idx="1991">
                  <c:v>0.00654395039288</c:v>
                </c:pt>
                <c:pt idx="1992">
                  <c:v>0.00652739291547</c:v>
                </c:pt>
                <c:pt idx="1993">
                  <c:v>0.00651089826941</c:v>
                </c:pt>
                <c:pt idx="1994">
                  <c:v>0.00649446613312</c:v>
                </c:pt>
                <c:pt idx="1995">
                  <c:v>0.00647809618721</c:v>
                </c:pt>
                <c:pt idx="1996">
                  <c:v>0.00646178811444</c:v>
                </c:pt>
                <c:pt idx="1997">
                  <c:v>0.00644554159973</c:v>
                </c:pt>
                <c:pt idx="1998">
                  <c:v>0.00642935633019</c:v>
                </c:pt>
                <c:pt idx="1999">
                  <c:v>0.00641323199506</c:v>
                </c:pt>
                <c:pt idx="2000">
                  <c:v>0.00639716828577</c:v>
                </c:pt>
              </c:numCache>
            </c:numRef>
          </c:yVal>
        </c:ser>
        <c:ser>
          <c:idx val="1"/>
          <c:order val="1"/>
          <c:tx>
            <c:v>spin</c:v>
          </c:tx>
          <c:spPr>
            <a:ln xmlns:a="http://schemas.openxmlformats.org/drawingml/2006/main" w="15240">
              <a:solidFill>
                <a:srgbClr val="234F91"/>
              </a:solidFill>
              <a:prstDash val="dash"/>
            </a:ln>
          </c:spPr>
          <c:marker>
            <c:symbol val="none"/>
            <c:size val="5"/>
            <c:spPr>
              <a:solidFill xmlns:a="http://schemas.openxmlformats.org/drawingml/2006/main">
                <a:srgbClr val="234F91"/>
              </a:solidFill>
            </c:spPr>
          </c:marker>
          <c:xVal>
            <c:numRef>
              <c:f>'Chart Data'!$C$2:$C$2002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Data'!$D$2:$D$2002</c:f>
              <c:numCache>
                <c:formatCode>0.0</c:formatCode>
                <c:ptCount val="2001"/>
                <c:pt idx="0">
                  <c:v>0.0336962132983</c:v>
                </c:pt>
                <c:pt idx="1">
                  <c:v>0.0338421841809</c:v>
                </c:pt>
                <c:pt idx="2">
                  <c:v>0.0339891075343</c:v>
                </c:pt>
                <c:pt idx="3">
                  <c:v>0.03413699162</c:v>
                </c:pt>
                <c:pt idx="4">
                  <c:v>0.034285844788</c:v>
                </c:pt>
                <c:pt idx="5">
                  <c:v>0.0344356754784</c:v>
                </c:pt>
                <c:pt idx="6">
                  <c:v>0.0345864922221</c:v>
                </c:pt>
                <c:pt idx="7">
                  <c:v>0.0347383036422</c:v>
                </c:pt>
                <c:pt idx="8">
                  <c:v>0.0348911184551</c:v>
                </c:pt>
                <c:pt idx="9">
                  <c:v>0.035044945472</c:v>
                </c:pt>
                <c:pt idx="10">
                  <c:v>0.0351997935993</c:v>
                </c:pt>
                <c:pt idx="11">
                  <c:v>0.0353556718409</c:v>
                </c:pt>
                <c:pt idx="12">
                  <c:v>0.0355125892986</c:v>
                </c:pt>
                <c:pt idx="13">
                  <c:v>0.0356705551736</c:v>
                </c:pt>
                <c:pt idx="14">
                  <c:v>0.035829578768</c:v>
                </c:pt>
                <c:pt idx="15">
                  <c:v>0.035989669486</c:v>
                </c:pt>
                <c:pt idx="16">
                  <c:v>0.0361508368349</c:v>
                </c:pt>
                <c:pt idx="17">
                  <c:v>0.0363130904269</c:v>
                </c:pt>
                <c:pt idx="18">
                  <c:v>0.0364764399801</c:v>
                </c:pt>
                <c:pt idx="19">
                  <c:v>0.0366408953203</c:v>
                </c:pt>
                <c:pt idx="20">
                  <c:v>0.0368064663819</c:v>
                </c:pt>
                <c:pt idx="21">
                  <c:v>0.0369731632094</c:v>
                </c:pt>
                <c:pt idx="22">
                  <c:v>0.0371409959593</c:v>
                </c:pt>
                <c:pt idx="23">
                  <c:v>0.0373099749011</c:v>
                </c:pt>
                <c:pt idx="24">
                  <c:v>0.0374801104189</c:v>
                </c:pt>
                <c:pt idx="25">
                  <c:v>0.0376514130129</c:v>
                </c:pt>
                <c:pt idx="26">
                  <c:v>0.0378238933009</c:v>
                </c:pt>
                <c:pt idx="27">
                  <c:v>0.0379975620201</c:v>
                </c:pt>
                <c:pt idx="28">
                  <c:v>0.0381724300283</c:v>
                </c:pt>
                <c:pt idx="29">
                  <c:v>0.0383485083056</c:v>
                </c:pt>
                <c:pt idx="30">
                  <c:v>0.0385258079562</c:v>
                </c:pt>
                <c:pt idx="31">
                  <c:v>0.03870434021</c:v>
                </c:pt>
                <c:pt idx="32">
                  <c:v>0.0388841164239</c:v>
                </c:pt>
                <c:pt idx="33">
                  <c:v>0.0390651480839</c:v>
                </c:pt>
                <c:pt idx="34">
                  <c:v>0.0392474468068</c:v>
                </c:pt>
                <c:pt idx="35">
                  <c:v>0.0394310243418</c:v>
                </c:pt>
                <c:pt idx="36">
                  <c:v>0.0396158925721</c:v>
                </c:pt>
                <c:pt idx="37">
                  <c:v>0.0398020635171</c:v>
                </c:pt>
                <c:pt idx="38">
                  <c:v>0.0399895493339</c:v>
                </c:pt>
                <c:pt idx="39">
                  <c:v>0.0401783623193</c:v>
                </c:pt>
                <c:pt idx="40">
                  <c:v>0.0403685149116</c:v>
                </c:pt>
                <c:pt idx="41">
                  <c:v>0.0405600196926</c:v>
                </c:pt>
                <c:pt idx="42">
                  <c:v>0.0407528893893</c:v>
                </c:pt>
                <c:pt idx="43">
                  <c:v>0.0409471368764</c:v>
                </c:pt>
                <c:pt idx="44">
                  <c:v>0.0411427751775</c:v>
                </c:pt>
                <c:pt idx="45">
                  <c:v>0.0413398174678</c:v>
                </c:pt>
                <c:pt idx="46">
                  <c:v>0.0415382770758</c:v>
                </c:pt>
                <c:pt idx="47">
                  <c:v>0.0417381674855</c:v>
                </c:pt>
                <c:pt idx="48">
                  <c:v>0.0419395023385</c:v>
                </c:pt>
                <c:pt idx="49">
                  <c:v>0.0421422954361</c:v>
                </c:pt>
                <c:pt idx="50">
                  <c:v>0.0423465607416</c:v>
                </c:pt>
                <c:pt idx="51">
                  <c:v>0.0425523123825</c:v>
                </c:pt>
                <c:pt idx="52">
                  <c:v>0.0427595646523</c:v>
                </c:pt>
                <c:pt idx="53">
                  <c:v>0.0429683320136</c:v>
                </c:pt>
                <c:pt idx="54">
                  <c:v>0.0431786290998</c:v>
                </c:pt>
                <c:pt idx="55">
                  <c:v>0.0433904707175</c:v>
                </c:pt>
                <c:pt idx="56">
                  <c:v>0.0436038718491</c:v>
                </c:pt>
                <c:pt idx="57">
                  <c:v>0.0438188476552</c:v>
                </c:pt>
                <c:pt idx="58">
                  <c:v>0.044035413477</c:v>
                </c:pt>
                <c:pt idx="59">
                  <c:v>0.0442535848385</c:v>
                </c:pt>
                <c:pt idx="60">
                  <c:v>0.0444733774497</c:v>
                </c:pt>
                <c:pt idx="61">
                  <c:v>0.0446948072085</c:v>
                </c:pt>
                <c:pt idx="62">
                  <c:v>0.0449178902037</c:v>
                </c:pt>
                <c:pt idx="63">
                  <c:v>0.0451426427175</c:v>
                </c:pt>
                <c:pt idx="64">
                  <c:v>0.0453690812285</c:v>
                </c:pt>
                <c:pt idx="65">
                  <c:v>0.0455972224137</c:v>
                </c:pt>
                <c:pt idx="66">
                  <c:v>0.0458270831522</c:v>
                </c:pt>
                <c:pt idx="67">
                  <c:v>0.0460586805274</c:v>
                </c:pt>
                <c:pt idx="68">
                  <c:v>0.0462920318299</c:v>
                </c:pt>
                <c:pt idx="69">
                  <c:v>0.0465271545607</c:v>
                </c:pt>
                <c:pt idx="70">
                  <c:v>0.046764066434</c:v>
                </c:pt>
                <c:pt idx="71">
                  <c:v>0.0470027853802</c:v>
                </c:pt>
                <c:pt idx="72">
                  <c:v>0.0472433295487</c:v>
                </c:pt>
                <c:pt idx="73">
                  <c:v>0.0474857173113</c:v>
                </c:pt>
                <c:pt idx="74">
                  <c:v>0.0477299672656</c:v>
                </c:pt>
                <c:pt idx="75">
                  <c:v>0.0479760982372</c:v>
                </c:pt>
                <c:pt idx="76">
                  <c:v>0.0482241292841</c:v>
                </c:pt>
                <c:pt idx="77">
                  <c:v>0.0484740796991</c:v>
                </c:pt>
                <c:pt idx="78">
                  <c:v>0.0487259690137</c:v>
                </c:pt>
                <c:pt idx="79">
                  <c:v>0.0489798170011</c:v>
                </c:pt>
                <c:pt idx="80">
                  <c:v>0.0492356436799</c:v>
                </c:pt>
                <c:pt idx="81">
                  <c:v>0.0494934693173</c:v>
                </c:pt>
                <c:pt idx="82">
                  <c:v>0.0497533144329</c:v>
                </c:pt>
                <c:pt idx="83">
                  <c:v>0.0500151998024</c:v>
                </c:pt>
                <c:pt idx="84">
                  <c:v>0.0502791464608</c:v>
                </c:pt>
                <c:pt idx="85">
                  <c:v>0.0505451757064</c:v>
                </c:pt>
                <c:pt idx="86">
                  <c:v>0.0508133091046</c:v>
                </c:pt>
                <c:pt idx="87">
                  <c:v>0.0510835684918</c:v>
                </c:pt>
                <c:pt idx="88">
                  <c:v>0.0513559759788</c:v>
                </c:pt>
                <c:pt idx="89">
                  <c:v>0.0516305539552</c:v>
                </c:pt>
                <c:pt idx="90">
                  <c:v>0.0519073250934</c:v>
                </c:pt>
                <c:pt idx="91">
                  <c:v>0.0521863123523</c:v>
                </c:pt>
                <c:pt idx="92">
                  <c:v>0.0524675389818</c:v>
                </c:pt>
                <c:pt idx="93">
                  <c:v>0.0527510285268</c:v>
                </c:pt>
                <c:pt idx="94">
                  <c:v>0.0530368048313</c:v>
                </c:pt>
                <c:pt idx="95">
                  <c:v>0.0533248920432</c:v>
                </c:pt>
                <c:pt idx="96">
                  <c:v>0.053615314618</c:v>
                </c:pt>
                <c:pt idx="97">
                  <c:v>0.0539080973239</c:v>
                </c:pt>
                <c:pt idx="98">
                  <c:v>0.0542032652458</c:v>
                </c:pt>
                <c:pt idx="99">
                  <c:v>0.0545008437903</c:v>
                </c:pt>
                <c:pt idx="100">
                  <c:v>0.05480085869</c:v>
                </c:pt>
                <c:pt idx="101">
                  <c:v>0.0551033360083</c:v>
                </c:pt>
                <c:pt idx="102">
                  <c:v>0.0554083021443</c:v>
                </c:pt>
                <c:pt idx="103">
                  <c:v>0.0557157838378</c:v>
                </c:pt>
                <c:pt idx="104">
                  <c:v>0.0560258081737</c:v>
                </c:pt>
                <c:pt idx="105">
                  <c:v>0.0563384025876</c:v>
                </c:pt>
                <c:pt idx="106">
                  <c:v>0.0566535948706</c:v>
                </c:pt>
                <c:pt idx="107">
                  <c:v>0.0569714131743</c:v>
                </c:pt>
                <c:pt idx="108">
                  <c:v>0.0572918860166</c:v>
                </c:pt>
                <c:pt idx="109">
                  <c:v>0.0576150422861</c:v>
                </c:pt>
                <c:pt idx="110">
                  <c:v>0.0579409112486</c:v>
                </c:pt>
                <c:pt idx="111">
                  <c:v>0.0582695225515</c:v>
                </c:pt>
                <c:pt idx="112">
                  <c:v>0.0586009062303</c:v>
                </c:pt>
                <c:pt idx="113">
                  <c:v>0.0589350927133</c:v>
                </c:pt>
                <c:pt idx="114">
                  <c:v>0.0592721128283</c:v>
                </c:pt>
                <c:pt idx="115">
                  <c:v>0.0596119978074</c:v>
                </c:pt>
                <c:pt idx="116">
                  <c:v>0.0599547792938</c:v>
                </c:pt>
                <c:pt idx="117">
                  <c:v>0.0603004893471</c:v>
                </c:pt>
                <c:pt idx="118">
                  <c:v>0.0606491604496</c:v>
                </c:pt>
                <c:pt idx="119">
                  <c:v>0.0610008255125</c:v>
                </c:pt>
                <c:pt idx="120">
                  <c:v>0.061355517882</c:v>
                </c:pt>
                <c:pt idx="121">
                  <c:v>0.0617132713458</c:v>
                </c:pt>
                <c:pt idx="122">
                  <c:v>0.0620741201392</c:v>
                </c:pt>
                <c:pt idx="123">
                  <c:v>0.062438098952</c:v>
                </c:pt>
                <c:pt idx="124">
                  <c:v>0.0628052429347</c:v>
                </c:pt>
                <c:pt idx="125">
                  <c:v>0.0631755877053</c:v>
                </c:pt>
                <c:pt idx="126">
                  <c:v>0.0635491693562</c:v>
                </c:pt>
                <c:pt idx="127">
                  <c:v>0.063926024461</c:v>
                </c:pt>
                <c:pt idx="128">
                  <c:v>0.0643061900815</c:v>
                </c:pt>
                <c:pt idx="129">
                  <c:v>0.0646897037744</c:v>
                </c:pt>
                <c:pt idx="130">
                  <c:v>0.0650766035991</c:v>
                </c:pt>
                <c:pt idx="131">
                  <c:v>0.0654669281242</c:v>
                </c:pt>
                <c:pt idx="132">
                  <c:v>0.0658607164356</c:v>
                </c:pt>
                <c:pt idx="133">
                  <c:v>0.0662580081433</c:v>
                </c:pt>
                <c:pt idx="134">
                  <c:v>0.0666588433892</c:v>
                </c:pt>
                <c:pt idx="135">
                  <c:v>0.0670632628549</c:v>
                </c:pt>
                <c:pt idx="136">
                  <c:v>0.0674713077691</c:v>
                </c:pt>
                <c:pt idx="137">
                  <c:v>0.0678830199155</c:v>
                </c:pt>
                <c:pt idx="138">
                  <c:v>0.0682984416411</c:v>
                </c:pt>
                <c:pt idx="139">
                  <c:v>0.0687176158637</c:v>
                </c:pt>
                <c:pt idx="140">
                  <c:v>0.0691405860802</c:v>
                </c:pt>
                <c:pt idx="141">
                  <c:v>0.0695673963751</c:v>
                </c:pt>
                <c:pt idx="142">
                  <c:v>0.0699980914285</c:v>
                </c:pt>
                <c:pt idx="143">
                  <c:v>0.0704327165247</c:v>
                </c:pt>
                <c:pt idx="144">
                  <c:v>0.0708713175604</c:v>
                </c:pt>
                <c:pt idx="145">
                  <c:v>0.0713139410538</c:v>
                </c:pt>
                <c:pt idx="146">
                  <c:v>0.0717606341532</c:v>
                </c:pt>
                <c:pt idx="147">
                  <c:v>0.0722114446453</c:v>
                </c:pt>
                <c:pt idx="148">
                  <c:v>0.0726664209649</c:v>
                </c:pt>
                <c:pt idx="149">
                  <c:v>0.0731256122033</c:v>
                </c:pt>
                <c:pt idx="150">
                  <c:v>0.0735890681176</c:v>
                </c:pt>
                <c:pt idx="151">
                  <c:v>0.0740568391401</c:v>
                </c:pt>
                <c:pt idx="152">
                  <c:v>0.0745289763872</c:v>
                </c:pt>
                <c:pt idx="153">
                  <c:v>0.0750055316691</c:v>
                </c:pt>
                <c:pt idx="154">
                  <c:v>0.0754865574992</c:v>
                </c:pt>
                <c:pt idx="155">
                  <c:v>0.0759721071034</c:v>
                </c:pt>
                <c:pt idx="156">
                  <c:v>0.0764622344303</c:v>
                </c:pt>
                <c:pt idx="157">
                  <c:v>0.0769569941602</c:v>
                </c:pt>
                <c:pt idx="158">
                  <c:v>0.0774564417155</c:v>
                </c:pt>
                <c:pt idx="159">
                  <c:v>0.0779606332706</c:v>
                </c:pt>
                <c:pt idx="160">
                  <c:v>0.0784696257612</c:v>
                </c:pt>
                <c:pt idx="161">
                  <c:v>0.0789834768953</c:v>
                </c:pt>
                <c:pt idx="162">
                  <c:v>0.0795022451625</c:v>
                </c:pt>
                <c:pt idx="163">
                  <c:v>0.0800259898447</c:v>
                </c:pt>
                <c:pt idx="164">
                  <c:v>0.080554771026</c:v>
                </c:pt>
                <c:pt idx="165">
                  <c:v>0.0810886496034</c:v>
                </c:pt>
                <c:pt idx="166">
                  <c:v>0.0816276872969</c:v>
                </c:pt>
                <c:pt idx="167">
                  <c:v>0.0821719466597</c:v>
                </c:pt>
                <c:pt idx="168">
                  <c:v>0.0827214910894</c:v>
                </c:pt>
                <c:pt idx="169">
                  <c:v>0.0832763848377</c:v>
                </c:pt>
                <c:pt idx="170">
                  <c:v>0.0838366930214</c:v>
                </c:pt>
                <c:pt idx="171">
                  <c:v>0.084402481633</c:v>
                </c:pt>
                <c:pt idx="172">
                  <c:v>0.084973817551</c:v>
                </c:pt>
                <c:pt idx="173">
                  <c:v>0.0855507685508</c:v>
                </c:pt>
                <c:pt idx="174">
                  <c:v>0.0861334033152</c:v>
                </c:pt>
                <c:pt idx="175">
                  <c:v>0.0867217914452</c:v>
                </c:pt>
                <c:pt idx="176">
                  <c:v>0.0873160034704</c:v>
                </c:pt>
                <c:pt idx="177">
                  <c:v>0.0879161108596</c:v>
                </c:pt>
                <c:pt idx="178">
                  <c:v>0.0885221860318</c:v>
                </c:pt>
                <c:pt idx="179">
                  <c:v>0.0891343023663</c:v>
                </c:pt>
                <c:pt idx="180">
                  <c:v>0.0897525342135</c:v>
                </c:pt>
                <c:pt idx="181">
                  <c:v>0.0903769569052</c:v>
                </c:pt>
                <c:pt idx="182">
                  <c:v>0.0910076467651</c:v>
                </c:pt>
                <c:pt idx="183">
                  <c:v>0.0916446811193</c:v>
                </c:pt>
                <c:pt idx="184">
                  <c:v>0.0922881383061</c:v>
                </c:pt>
                <c:pt idx="185">
                  <c:v>0.0929380976866</c:v>
                </c:pt>
                <c:pt idx="186">
                  <c:v>0.0935946396544</c:v>
                </c:pt>
                <c:pt idx="187">
                  <c:v>0.0942578456457</c:v>
                </c:pt>
                <c:pt idx="188">
                  <c:v>0.0949277981491</c:v>
                </c:pt>
                <c:pt idx="189">
                  <c:v>0.0956045807148</c:v>
                </c:pt>
                <c:pt idx="190">
                  <c:v>0.0962882779645</c:v>
                </c:pt>
                <c:pt idx="191">
                  <c:v>0.0969789756003</c:v>
                </c:pt>
                <c:pt idx="192">
                  <c:v>0.0976767604137</c:v>
                </c:pt>
                <c:pt idx="193">
                  <c:v>0.0983817202946</c:v>
                </c:pt>
                <c:pt idx="194">
                  <c:v>0.0990939442395</c:v>
                </c:pt>
                <c:pt idx="195">
                  <c:v>0.0998135223598</c:v>
                </c:pt>
                <c:pt idx="196">
                  <c:v>0.10054054589</c:v>
                </c:pt>
                <c:pt idx="197">
                  <c:v>0.101275107195</c:v>
                </c:pt>
                <c:pt idx="198">
                  <c:v>0.102017299776</c:v>
                </c:pt>
                <c:pt idx="199">
                  <c:v>0.102767218282</c:v>
                </c:pt>
                <c:pt idx="200">
                  <c:v>0.103524958509</c:v>
                </c:pt>
                <c:pt idx="201">
                  <c:v>0.104290617414</c:v>
                </c:pt>
                <c:pt idx="202">
                  <c:v>0.105064293112</c:v>
                </c:pt>
                <c:pt idx="203">
                  <c:v>0.10584608489</c:v>
                </c:pt>
                <c:pt idx="204">
                  <c:v>0.106636093204</c:v>
                </c:pt>
                <c:pt idx="205">
                  <c:v>0.107434419687</c:v>
                </c:pt>
                <c:pt idx="206">
                  <c:v>0.108241167152</c:v>
                </c:pt>
                <c:pt idx="207">
                  <c:v>0.109056439593</c:v>
                </c:pt>
                <c:pt idx="208">
                  <c:v>0.109880342188</c:v>
                </c:pt>
                <c:pt idx="209">
                  <c:v>0.110712981301</c:v>
                </c:pt>
                <c:pt idx="210">
                  <c:v>0.111554464482</c:v>
                </c:pt>
                <c:pt idx="211">
                  <c:v>0.112404900466</c:v>
                </c:pt>
                <c:pt idx="212">
                  <c:v>0.113264399172</c:v>
                </c:pt>
                <c:pt idx="213">
                  <c:v>0.114133071703</c:v>
                </c:pt>
                <c:pt idx="214">
                  <c:v>0.115011030339</c:v>
                </c:pt>
                <c:pt idx="215">
                  <c:v>0.115898388537</c:v>
                </c:pt>
                <c:pt idx="216">
                  <c:v>0.116795260923</c:v>
                </c:pt>
                <c:pt idx="217">
                  <c:v>0.117701763289</c:v>
                </c:pt>
                <c:pt idx="218">
                  <c:v>0.118618012583</c:v>
                </c:pt>
                <c:pt idx="219">
                  <c:v>0.119544126899</c:v>
                </c:pt>
                <c:pt idx="220">
                  <c:v>0.120480225472</c:v>
                </c:pt>
                <c:pt idx="221">
                  <c:v>0.121426428662</c:v>
                </c:pt>
                <c:pt idx="222">
                  <c:v>0.122382857943</c:v>
                </c:pt>
                <c:pt idx="223">
                  <c:v>0.123349635892</c:v>
                </c:pt>
                <c:pt idx="224">
                  <c:v>0.124326886166</c:v>
                </c:pt>
                <c:pt idx="225">
                  <c:v>0.125314733492</c:v>
                </c:pt>
                <c:pt idx="226">
                  <c:v>0.126313303642</c:v>
                </c:pt>
                <c:pt idx="227">
                  <c:v>0.127322723418</c:v>
                </c:pt>
                <c:pt idx="228">
                  <c:v>0.128343120622</c:v>
                </c:pt>
                <c:pt idx="229">
                  <c:v>0.129374624039</c:v>
                </c:pt>
                <c:pt idx="230">
                  <c:v>0.130417363403</c:v>
                </c:pt>
                <c:pt idx="231">
                  <c:v>0.131471469372</c:v>
                </c:pt>
                <c:pt idx="232">
                  <c:v>0.132537073498</c:v>
                </c:pt>
                <c:pt idx="233">
                  <c:v>0.13361430819</c:v>
                </c:pt>
                <c:pt idx="234">
                  <c:v>0.13470330668</c:v>
                </c:pt>
                <c:pt idx="235">
                  <c:v>0.135804202983</c:v>
                </c:pt>
                <c:pt idx="236">
                  <c:v>0.13691713186</c:v>
                </c:pt>
                <c:pt idx="237">
                  <c:v>0.138042228769</c:v>
                </c:pt>
                <c:pt idx="238">
                  <c:v>0.139179629821</c:v>
                </c:pt>
                <c:pt idx="239">
                  <c:v>0.140329471734</c:v>
                </c:pt>
                <c:pt idx="240">
                  <c:v>0.141491891772</c:v>
                </c:pt>
                <c:pt idx="241">
                  <c:v>0.142667027699</c:v>
                </c:pt>
                <c:pt idx="242">
                  <c:v>0.143855017712</c:v>
                </c:pt>
                <c:pt idx="243">
                  <c:v>0.145056000386</c:v>
                </c:pt>
                <c:pt idx="244">
                  <c:v>0.146270114602</c:v>
                </c:pt>
                <c:pt idx="245">
                  <c:v>0.147497499484</c:v>
                </c:pt>
                <c:pt idx="246">
                  <c:v>0.148738294321</c:v>
                </c:pt>
                <c:pt idx="247">
                  <c:v>0.149992638492</c:v>
                </c:pt>
                <c:pt idx="248">
                  <c:v>0.15126067139</c:v>
                </c:pt>
                <c:pt idx="249">
                  <c:v>0.15254253233</c:v>
                </c:pt>
                <c:pt idx="250">
                  <c:v>0.153838360465</c:v>
                </c:pt>
                <c:pt idx="251">
                  <c:v>0.155148294696</c:v>
                </c:pt>
                <c:pt idx="252">
                  <c:v>0.156472473566</c:v>
                </c:pt>
                <c:pt idx="253">
                  <c:v>0.157811035169</c:v>
                </c:pt>
                <c:pt idx="254">
                  <c:v>0.159164117038</c:v>
                </c:pt>
                <c:pt idx="255">
                  <c:v>0.160531856035</c:v>
                </c:pt>
                <c:pt idx="256">
                  <c:v>0.161914388236</c:v>
                </c:pt>
                <c:pt idx="257">
                  <c:v>0.163311848814</c:v>
                </c:pt>
                <c:pt idx="258">
                  <c:v>0.164724371909</c:v>
                </c:pt>
                <c:pt idx="259">
                  <c:v>0.166152090502</c:v>
                </c:pt>
                <c:pt idx="260">
                  <c:v>0.16759513628</c:v>
                </c:pt>
                <c:pt idx="261">
                  <c:v>0.169053639494</c:v>
                </c:pt>
                <c:pt idx="262">
                  <c:v>0.170527728814</c:v>
                </c:pt>
                <c:pt idx="263">
                  <c:v>0.17201753118</c:v>
                </c:pt>
                <c:pt idx="264">
                  <c:v>0.173523171648</c:v>
                </c:pt>
                <c:pt idx="265">
                  <c:v>0.175044773225</c:v>
                </c:pt>
                <c:pt idx="266">
                  <c:v>0.176582456707</c:v>
                </c:pt>
                <c:pt idx="267">
                  <c:v>0.178136340502</c:v>
                </c:pt>
                <c:pt idx="268">
                  <c:v>0.179706540462</c:v>
                </c:pt>
                <c:pt idx="269">
                  <c:v>0.181293169694</c:v>
                </c:pt>
                <c:pt idx="270">
                  <c:v>0.182896338372</c:v>
                </c:pt>
                <c:pt idx="271">
                  <c:v>0.184516153552</c:v>
                </c:pt>
                <c:pt idx="272">
                  <c:v>0.186152718966</c:v>
                </c:pt>
                <c:pt idx="273">
                  <c:v>0.187806134825</c:v>
                </c:pt>
                <c:pt idx="274">
                  <c:v>0.189476497609</c:v>
                </c:pt>
                <c:pt idx="275">
                  <c:v>0.191163899853</c:v>
                </c:pt>
                <c:pt idx="276">
                  <c:v>0.192868429934</c:v>
                </c:pt>
                <c:pt idx="277">
                  <c:v>0.194590171845</c:v>
                </c:pt>
                <c:pt idx="278">
                  <c:v>0.19632920497</c:v>
                </c:pt>
                <c:pt idx="279">
                  <c:v>0.198085603854</c:v>
                </c:pt>
                <c:pt idx="280">
                  <c:v>0.19985943797</c:v>
                </c:pt>
                <c:pt idx="281">
                  <c:v>0.201650771475</c:v>
                </c:pt>
                <c:pt idx="282">
                  <c:v>0.203459662977</c:v>
                </c:pt>
                <c:pt idx="283">
                  <c:v>0.205286165281</c:v>
                </c:pt>
                <c:pt idx="284">
                  <c:v>0.207130325148</c:v>
                </c:pt>
                <c:pt idx="285">
                  <c:v>0.208992183039</c:v>
                </c:pt>
                <c:pt idx="286">
                  <c:v>0.210871772867</c:v>
                </c:pt>
                <c:pt idx="287">
                  <c:v>0.212769121741</c:v>
                </c:pt>
                <c:pt idx="288">
                  <c:v>0.214684249707</c:v>
                </c:pt>
                <c:pt idx="289">
                  <c:v>0.216617169497</c:v>
                </c:pt>
                <c:pt idx="290">
                  <c:v>0.218567886265</c:v>
                </c:pt>
                <c:pt idx="291">
                  <c:v>0.220536397335</c:v>
                </c:pt>
                <c:pt idx="292">
                  <c:v>0.222522691942</c:v>
                </c:pt>
                <c:pt idx="293">
                  <c:v>0.224526750976</c:v>
                </c:pt>
                <c:pt idx="294">
                  <c:v>0.226548546726</c:v>
                </c:pt>
                <c:pt idx="295">
                  <c:v>0.228588042632</c:v>
                </c:pt>
                <c:pt idx="296">
                  <c:v>0.230645193031</c:v>
                </c:pt>
                <c:pt idx="297">
                  <c:v>0.232719942917</c:v>
                </c:pt>
                <c:pt idx="298">
                  <c:v>0.23481222769</c:v>
                </c:pt>
                <c:pt idx="299">
                  <c:v>0.236921972928</c:v>
                </c:pt>
                <c:pt idx="300">
                  <c:v>0.23904909415</c:v>
                </c:pt>
                <c:pt idx="301">
                  <c:v>0.241193496591</c:v>
                </c:pt>
                <c:pt idx="302">
                  <c:v>0.243355074983</c:v>
                </c:pt>
                <c:pt idx="303">
                  <c:v>0.245533713342</c:v>
                </c:pt>
                <c:pt idx="304">
                  <c:v>0.247729284768</c:v>
                </c:pt>
                <c:pt idx="305">
                  <c:v>0.249941651245</c:v>
                </c:pt>
                <c:pt idx="306">
                  <c:v>0.252170663459</c:v>
                </c:pt>
                <c:pt idx="307">
                  <c:v>0.254416160624</c:v>
                </c:pt>
                <c:pt idx="308">
                  <c:v>0.256677970313</c:v>
                </c:pt>
                <c:pt idx="309">
                  <c:v>0.258955908311</c:v>
                </c:pt>
                <c:pt idx="310">
                  <c:v>0.261249778471</c:v>
                </c:pt>
                <c:pt idx="311">
                  <c:v>0.263559372588</c:v>
                </c:pt>
                <c:pt idx="312">
                  <c:v>0.265884470285</c:v>
                </c:pt>
                <c:pt idx="313">
                  <c:v>0.268224838915</c:v>
                </c:pt>
                <c:pt idx="314">
                  <c:v>0.270580233475</c:v>
                </c:pt>
                <c:pt idx="315">
                  <c:v>0.272950396535</c:v>
                </c:pt>
                <c:pt idx="316">
                  <c:v>0.275335058189</c:v>
                </c:pt>
                <c:pt idx="317">
                  <c:v>0.277733936015</c:v>
                </c:pt>
                <c:pt idx="318">
                  <c:v>0.280146735056</c:v>
                </c:pt>
                <c:pt idx="319">
                  <c:v>0.282573147815</c:v>
                </c:pt>
                <c:pt idx="320">
                  <c:v>0.285012854277</c:v>
                </c:pt>
                <c:pt idx="321">
                  <c:v>0.287465521932</c:v>
                </c:pt>
                <c:pt idx="322">
                  <c:v>0.289930805837</c:v>
                </c:pt>
                <c:pt idx="323">
                  <c:v>0.292408348678</c:v>
                </c:pt>
                <c:pt idx="324">
                  <c:v>0.294897780863</c:v>
                </c:pt>
                <c:pt idx="325">
                  <c:v>0.29739872063</c:v>
                </c:pt>
                <c:pt idx="326">
                  <c:v>0.299910774172</c:v>
                </c:pt>
                <c:pt idx="327">
                  <c:v>0.302433535784</c:v>
                </c:pt>
                <c:pt idx="328">
                  <c:v>0.304966588029</c:v>
                </c:pt>
                <c:pt idx="329">
                  <c:v>0.307509501922</c:v>
                </c:pt>
                <c:pt idx="330">
                  <c:v>0.310061837131</c:v>
                </c:pt>
                <c:pt idx="331">
                  <c:v>0.312623142202</c:v>
                </c:pt>
                <c:pt idx="332">
                  <c:v>0.315192954797</c:v>
                </c:pt>
                <c:pt idx="333">
                  <c:v>0.31777080195</c:v>
                </c:pt>
                <c:pt idx="334">
                  <c:v>0.32035620035</c:v>
                </c:pt>
                <c:pt idx="335">
                  <c:v>0.322948656628</c:v>
                </c:pt>
                <c:pt idx="336">
                  <c:v>0.32554766767</c:v>
                </c:pt>
                <c:pt idx="337">
                  <c:v>0.328152720943</c:v>
                </c:pt>
                <c:pt idx="338">
                  <c:v>0.33076329484</c:v>
                </c:pt>
                <c:pt idx="339">
                  <c:v>0.333378859036</c:v>
                </c:pt>
                <c:pt idx="340">
                  <c:v>0.335998874859</c:v>
                </c:pt>
                <c:pt idx="341">
                  <c:v>0.338622795679</c:v>
                </c:pt>
                <c:pt idx="342">
                  <c:v>0.341250067309</c:v>
                </c:pt>
                <c:pt idx="343">
                  <c:v>0.343880128412</c:v>
                </c:pt>
                <c:pt idx="344">
                  <c:v>0.346512410928</c:v>
                </c:pt>
                <c:pt idx="345">
                  <c:v>0.349146340508</c:v>
                </c:pt>
                <c:pt idx="346">
                  <c:v>0.351781336956</c:v>
                </c:pt>
                <c:pt idx="347">
                  <c:v>0.354416814685</c:v>
                </c:pt>
                <c:pt idx="348">
                  <c:v>0.357052183173</c:v>
                </c:pt>
                <c:pt idx="349">
                  <c:v>0.359686847435</c:v>
                </c:pt>
                <c:pt idx="350">
                  <c:v>0.362320208495</c:v>
                </c:pt>
                <c:pt idx="351">
                  <c:v>0.364951663861</c:v>
                </c:pt>
                <c:pt idx="352">
                  <c:v>0.367580608015</c:v>
                </c:pt>
                <c:pt idx="353">
                  <c:v>0.37020643289</c:v>
                </c:pt>
                <c:pt idx="354">
                  <c:v>0.372828528361</c:v>
                </c:pt>
                <c:pt idx="355">
                  <c:v>0.375446282733</c:v>
                </c:pt>
                <c:pt idx="356">
                  <c:v>0.378059083226</c:v>
                </c:pt>
                <c:pt idx="357">
                  <c:v>0.380666316464</c:v>
                </c:pt>
                <c:pt idx="358">
                  <c:v>0.383267368953</c:v>
                </c:pt>
                <c:pt idx="359">
                  <c:v>0.385861627566</c:v>
                </c:pt>
                <c:pt idx="360">
                  <c:v>0.388448480018</c:v>
                </c:pt>
                <c:pt idx="361">
                  <c:v>0.391027315331</c:v>
                </c:pt>
                <c:pt idx="362">
                  <c:v>0.393597524302</c:v>
                </c:pt>
                <c:pt idx="363">
                  <c:v>0.396158499955</c:v>
                </c:pt>
                <c:pt idx="364">
                  <c:v>0.398709637988</c:v>
                </c:pt>
                <c:pt idx="365">
                  <c:v>0.401250337213</c:v>
                </c:pt>
                <c:pt idx="366">
                  <c:v>0.403779999981</c:v>
                </c:pt>
                <c:pt idx="367">
                  <c:v>0.406298032594</c:v>
                </c:pt>
                <c:pt idx="368">
                  <c:v>0.408803845714</c:v>
                </c:pt>
                <c:pt idx="369">
                  <c:v>0.411296854749</c:v>
                </c:pt>
                <c:pt idx="370">
                  <c:v>0.413776480231</c:v>
                </c:pt>
                <c:pt idx="371">
                  <c:v>0.416242148178</c:v>
                </c:pt>
                <c:pt idx="372">
                  <c:v>0.418693290441</c:v>
                </c:pt>
                <c:pt idx="373">
                  <c:v>0.421129345032</c:v>
                </c:pt>
                <c:pt idx="374">
                  <c:v>0.423549756443</c:v>
                </c:pt>
                <c:pt idx="375">
                  <c:v>0.425953975943</c:v>
                </c:pt>
                <c:pt idx="376">
                  <c:v>0.428341461854</c:v>
                </c:pt>
                <c:pt idx="377">
                  <c:v>0.430711679821</c:v>
                </c:pt>
                <c:pt idx="378">
                  <c:v>0.433064103051</c:v>
                </c:pt>
                <c:pt idx="379">
                  <c:v>0.435398212543</c:v>
                </c:pt>
                <c:pt idx="380">
                  <c:v>0.437713497295</c:v>
                </c:pt>
                <c:pt idx="381">
                  <c:v>0.440009454493</c:v>
                </c:pt>
                <c:pt idx="382">
                  <c:v>0.442285589683</c:v>
                </c:pt>
                <c:pt idx="383">
                  <c:v>0.444541416923</c:v>
                </c:pt>
                <c:pt idx="384">
                  <c:v>0.446776458915</c:v>
                </c:pt>
                <c:pt idx="385">
                  <c:v>0.44899024712</c:v>
                </c:pt>
                <c:pt idx="386">
                  <c:v>0.451182321857</c:v>
                </c:pt>
                <c:pt idx="387">
                  <c:v>0.453352232378</c:v>
                </c:pt>
                <c:pt idx="388">
                  <c:v>0.45549953693</c:v>
                </c:pt>
                <c:pt idx="389">
                  <c:v>0.457623802796</c:v>
                </c:pt>
                <c:pt idx="390">
                  <c:v>0.459724606324</c:v>
                </c:pt>
                <c:pt idx="391">
                  <c:v>0.461801532932</c:v>
                </c:pt>
                <c:pt idx="392">
                  <c:v>0.463854177102</c:v>
                </c:pt>
                <c:pt idx="393">
                  <c:v>0.465882142356</c:v>
                </c:pt>
                <c:pt idx="394">
                  <c:v>0.467885041219</c:v>
                </c:pt>
                <c:pt idx="395">
                  <c:v>0.469862495165</c:v>
                </c:pt>
                <c:pt idx="396">
                  <c:v>0.471814134551</c:v>
                </c:pt>
                <c:pt idx="397">
                  <c:v>0.473739598533</c:v>
                </c:pt>
                <c:pt idx="398">
                  <c:v>0.475638534981</c:v>
                </c:pt>
                <c:pt idx="399">
                  <c:v>0.477510600366</c:v>
                </c:pt>
                <c:pt idx="400">
                  <c:v>0.479355459649</c:v>
                </c:pt>
                <c:pt idx="401">
                  <c:v>0.481172786157</c:v>
                </c:pt>
                <c:pt idx="402">
                  <c:v>0.482962261444</c:v>
                </c:pt>
                <c:pt idx="403">
                  <c:v>0.484723575147</c:v>
                </c:pt>
                <c:pt idx="404">
                  <c:v>0.486456424839</c:v>
                </c:pt>
                <c:pt idx="405">
                  <c:v>0.488160515866</c:v>
                </c:pt>
                <c:pt idx="406">
                  <c:v>0.489835561182</c:v>
                </c:pt>
                <c:pt idx="407">
                  <c:v>0.491481281184</c:v>
                </c:pt>
                <c:pt idx="408">
                  <c:v>0.493097403531</c:v>
                </c:pt>
                <c:pt idx="409">
                  <c:v>0.494683662967</c:v>
                </c:pt>
                <c:pt idx="410">
                  <c:v>0.496239801142</c:v>
                </c:pt>
                <c:pt idx="411">
                  <c:v>0.497765566429</c:v>
                </c:pt>
                <c:pt idx="412">
                  <c:v>0.499260713734</c:v>
                </c:pt>
                <c:pt idx="413">
                  <c:v>0.500725004316</c:v>
                </c:pt>
                <c:pt idx="414">
                  <c:v>0.502158205598</c:v>
                </c:pt>
                <c:pt idx="415">
                  <c:v>0.503560090987</c:v>
                </c:pt>
                <c:pt idx="416">
                  <c:v>0.504930439687</c:v>
                </c:pt>
                <c:pt idx="417">
                  <c:v>0.50626903652</c:v>
                </c:pt>
                <c:pt idx="418">
                  <c:v>0.507575671751</c:v>
                </c:pt>
                <c:pt idx="419">
                  <c:v>0.508850140912</c:v>
                </c:pt>
                <c:pt idx="420">
                  <c:v>0.510092244634</c:v>
                </c:pt>
                <c:pt idx="421">
                  <c:v>0.511301788483</c:v>
                </c:pt>
                <c:pt idx="422">
                  <c:v>0.5124785828</c:v>
                </c:pt>
                <c:pt idx="423">
                  <c:v>0.513622442549</c:v>
                </c:pt>
                <c:pt idx="424">
                  <c:v>0.514733187172</c:v>
                </c:pt>
                <c:pt idx="425">
                  <c:v>0.515810640449</c:v>
                </c:pt>
                <c:pt idx="426">
                  <c:v>0.516854630366</c:v>
                </c:pt>
                <c:pt idx="427">
                  <c:v>0.517864988993</c:v>
                </c:pt>
                <c:pt idx="428">
                  <c:v>0.518841552369</c:v>
                </c:pt>
                <c:pt idx="429">
                  <c:v>0.519784160397</c:v>
                </c:pt>
                <c:pt idx="430">
                  <c:v>0.520692656743</c:v>
                </c:pt>
                <c:pt idx="431">
                  <c:v>0.521566888756</c:v>
                </c:pt>
                <c:pt idx="432">
                  <c:v>0.522406707384</c:v>
                </c:pt>
                <c:pt idx="433">
                  <c:v>0.523211967112</c:v>
                </c:pt>
                <c:pt idx="434">
                  <c:v>0.523982525903</c:v>
                </c:pt>
                <c:pt idx="435">
                  <c:v>0.524718245152</c:v>
                </c:pt>
                <c:pt idx="436">
                  <c:v>0.525418989653</c:v>
                </c:pt>
                <c:pt idx="437">
                  <c:v>0.526084627574</c:v>
                </c:pt>
                <c:pt idx="438">
                  <c:v>0.526715030445</c:v>
                </c:pt>
                <c:pt idx="439">
                  <c:v>0.527310073157</c:v>
                </c:pt>
                <c:pt idx="440">
                  <c:v>0.527869633972</c:v>
                </c:pt>
                <c:pt idx="441">
                  <c:v>0.528393594546</c:v>
                </c:pt>
                <c:pt idx="442">
                  <c:v>0.528881839961</c:v>
                </c:pt>
                <c:pt idx="443">
                  <c:v>0.529334258773</c:v>
                </c:pt>
                <c:pt idx="444">
                  <c:v>0.529750743067</c:v>
                </c:pt>
                <c:pt idx="445">
                  <c:v>0.530131188526</c:v>
                </c:pt>
                <c:pt idx="446">
                  <c:v>0.530475494514</c:v>
                </c:pt>
                <c:pt idx="447">
                  <c:v>0.530783564162</c:v>
                </c:pt>
                <c:pt idx="448">
                  <c:v>0.531055304477</c:v>
                </c:pt>
                <c:pt idx="449">
                  <c:v>0.531290626454</c:v>
                </c:pt>
                <c:pt idx="450">
                  <c:v>0.531489445201</c:v>
                </c:pt>
                <c:pt idx="451">
                  <c:v>0.531651680076</c:v>
                </c:pt>
                <c:pt idx="452">
                  <c:v>0.531777254835</c:v>
                </c:pt>
                <c:pt idx="453">
                  <c:v>0.531866097787</c:v>
                </c:pt>
                <c:pt idx="454">
                  <c:v>0.531918141962</c:v>
                </c:pt>
                <c:pt idx="455">
                  <c:v>0.531933325292</c:v>
                </c:pt>
                <c:pt idx="456">
                  <c:v>0.531911590792</c:v>
                </c:pt>
                <c:pt idx="457">
                  <c:v>0.531852886758</c:v>
                </c:pt>
                <c:pt idx="458">
                  <c:v>0.531757166973</c:v>
                </c:pt>
                <c:pt idx="459">
                  <c:v>0.531624390917</c:v>
                </c:pt>
                <c:pt idx="460">
                  <c:v>0.531454523987</c:v>
                </c:pt>
                <c:pt idx="461">
                  <c:v>0.531247537724</c:v>
                </c:pt>
                <c:pt idx="462">
                  <c:v>0.53100341005</c:v>
                </c:pt>
                <c:pt idx="463">
                  <c:v>0.530722125504</c:v>
                </c:pt>
                <c:pt idx="464">
                  <c:v>0.530403675488</c:v>
                </c:pt>
                <c:pt idx="465">
                  <c:v>0.53004805852</c:v>
                </c:pt>
                <c:pt idx="466">
                  <c:v>0.529655280483</c:v>
                </c:pt>
                <c:pt idx="467">
                  <c:v>0.529225354889</c:v>
                </c:pt>
                <c:pt idx="468">
                  <c:v>0.528758303132</c:v>
                </c:pt>
                <c:pt idx="469">
                  <c:v>0.528254154759</c:v>
                </c:pt>
                <c:pt idx="470">
                  <c:v>0.527712947727</c:v>
                </c:pt>
                <c:pt idx="471">
                  <c:v>0.527134728669</c:v>
                </c:pt>
                <c:pt idx="472">
                  <c:v>0.52651955316</c:v>
                </c:pt>
                <c:pt idx="473">
                  <c:v>0.525867485978</c:v>
                </c:pt>
                <c:pt idx="474">
                  <c:v>0.525178601365</c:v>
                </c:pt>
                <c:pt idx="475">
                  <c:v>0.524452983284</c:v>
                </c:pt>
                <c:pt idx="476">
                  <c:v>0.523690725677</c:v>
                </c:pt>
                <c:pt idx="477">
                  <c:v>0.52289193271</c:v>
                </c:pt>
                <c:pt idx="478">
                  <c:v>0.522056719022</c:v>
                </c:pt>
                <c:pt idx="479">
                  <c:v>0.521185209959</c:v>
                </c:pt>
                <c:pt idx="480">
                  <c:v>0.520277541811</c:v>
                </c:pt>
                <c:pt idx="481">
                  <c:v>0.519333862029</c:v>
                </c:pt>
                <c:pt idx="482">
                  <c:v>0.518354329445</c:v>
                </c:pt>
                <c:pt idx="483">
                  <c:v>0.517339114473</c:v>
                </c:pt>
                <c:pt idx="484">
                  <c:v>0.516288399306</c:v>
                </c:pt>
                <c:pt idx="485">
                  <c:v>0.5152023781</c:v>
                </c:pt>
                <c:pt idx="486">
                  <c:v>0.514081257146</c:v>
                </c:pt>
                <c:pt idx="487">
                  <c:v>0.512925255027</c:v>
                </c:pt>
                <c:pt idx="488">
                  <c:v>0.511734602766</c:v>
                </c:pt>
                <c:pt idx="489">
                  <c:v>0.510509543959</c:v>
                </c:pt>
                <c:pt idx="490">
                  <c:v>0.50925033489</c:v>
                </c:pt>
                <c:pt idx="491">
                  <c:v>0.507957244635</c:v>
                </c:pt>
                <c:pt idx="492">
                  <c:v>0.506630555151</c:v>
                </c:pt>
                <c:pt idx="493">
                  <c:v>0.505270561345</c:v>
                </c:pt>
                <c:pt idx="494">
                  <c:v>0.503877571129</c:v>
                </c:pt>
                <c:pt idx="495">
                  <c:v>0.502451905457</c:v>
                </c:pt>
                <c:pt idx="496">
                  <c:v>0.500993898351</c:v>
                </c:pt>
                <c:pt idx="497">
                  <c:v>0.499503896897</c:v>
                </c:pt>
                <c:pt idx="498">
                  <c:v>0.497982261239</c:v>
                </c:pt>
                <c:pt idx="499">
                  <c:v>0.49642936454</c:v>
                </c:pt>
                <c:pt idx="500">
                  <c:v>0.494845592941</c:v>
                </c:pt>
                <c:pt idx="501">
                  <c:v>0.493231345487</c:v>
                </c:pt>
                <c:pt idx="502">
                  <c:v>0.491587034048</c:v>
                </c:pt>
                <c:pt idx="503">
                  <c:v>0.489913083214</c:v>
                </c:pt>
                <c:pt idx="504">
                  <c:v>0.488209930176</c:v>
                </c:pt>
                <c:pt idx="505">
                  <c:v>0.486478024592</c:v>
                </c:pt>
                <c:pt idx="506">
                  <c:v>0.48471782843</c:v>
                </c:pt>
                <c:pt idx="507">
                  <c:v>0.482929815802</c:v>
                </c:pt>
                <c:pt idx="508">
                  <c:v>0.481114472771</c:v>
                </c:pt>
                <c:pt idx="509">
                  <c:v>0.479272297157</c:v>
                </c:pt>
                <c:pt idx="510">
                  <c:v>0.47740379831</c:v>
                </c:pt>
                <c:pt idx="511">
                  <c:v>0.475509496883</c:v>
                </c:pt>
                <c:pt idx="512">
                  <c:v>0.473589924581</c:v>
                </c:pt>
                <c:pt idx="513">
                  <c:v>0.471645623898</c:v>
                </c:pt>
                <c:pt idx="514">
                  <c:v>0.469677147842</c:v>
                </c:pt>
                <c:pt idx="515">
                  <c:v>0.467685059643</c:v>
                </c:pt>
                <c:pt idx="516">
                  <c:v>0.465669932452</c:v>
                </c:pt>
                <c:pt idx="517">
                  <c:v>0.463632349022</c:v>
                </c:pt>
                <c:pt idx="518">
                  <c:v>0.461572901385</c:v>
                </c:pt>
                <c:pt idx="519">
                  <c:v>0.459492190509</c:v>
                </c:pt>
                <c:pt idx="520">
                  <c:v>0.45739082595</c:v>
                </c:pt>
                <c:pt idx="521">
                  <c:v>0.455269425488</c:v>
                </c:pt>
                <c:pt idx="522">
                  <c:v>0.453128614761</c:v>
                </c:pt>
                <c:pt idx="523">
                  <c:v>0.450969026875</c:v>
                </c:pt>
                <c:pt idx="524">
                  <c:v>0.448791302022</c:v>
                </c:pt>
                <c:pt idx="525">
                  <c:v>0.446596087075</c:v>
                </c:pt>
                <c:pt idx="526">
                  <c:v>0.444384035179</c:v>
                </c:pt>
                <c:pt idx="527">
                  <c:v>0.442155805337</c:v>
                </c:pt>
                <c:pt idx="528">
                  <c:v>0.43991206198</c:v>
                </c:pt>
                <c:pt idx="529">
                  <c:v>0.437653474539</c:v>
                </c:pt>
                <c:pt idx="530">
                  <c:v>0.435380716998</c:v>
                </c:pt>
                <c:pt idx="531">
                  <c:v>0.433094467452</c:v>
                </c:pt>
                <c:pt idx="532">
                  <c:v>0.430795407646</c:v>
                </c:pt>
                <c:pt idx="533">
                  <c:v>0.428484222517</c:v>
                </c:pt>
                <c:pt idx="534">
                  <c:v>0.426161599726</c:v>
                </c:pt>
                <c:pt idx="535">
                  <c:v>0.423828229178</c:v>
                </c:pt>
                <c:pt idx="536">
                  <c:v>0.421484802548</c:v>
                </c:pt>
                <c:pt idx="537">
                  <c:v>0.419132012792</c:v>
                </c:pt>
                <c:pt idx="538">
                  <c:v>0.416770553655</c:v>
                </c:pt>
                <c:pt idx="539">
                  <c:v>0.414401119178</c:v>
                </c:pt>
                <c:pt idx="540">
                  <c:v>0.412024403192</c:v>
                </c:pt>
                <c:pt idx="541">
                  <c:v>0.409641098818</c:v>
                </c:pt>
                <c:pt idx="542">
                  <c:v>0.407251897957</c:v>
                </c:pt>
                <c:pt idx="543">
                  <c:v>0.404857490778</c:v>
                </c:pt>
                <c:pt idx="544">
                  <c:v>0.402458565205</c:v>
                </c:pt>
                <c:pt idx="545">
                  <c:v>0.400055806397</c:v>
                </c:pt>
                <c:pt idx="546">
                  <c:v>0.397649896235</c:v>
                </c:pt>
                <c:pt idx="547">
                  <c:v>0.395241512801</c:v>
                </c:pt>
                <c:pt idx="548">
                  <c:v>0.392831329861</c:v>
                </c:pt>
                <c:pt idx="549">
                  <c:v>0.390420016343</c:v>
                </c:pt>
                <c:pt idx="550">
                  <c:v>0.388008235827</c:v>
                </c:pt>
                <c:pt idx="551">
                  <c:v>0.385596646023</c:v>
                </c:pt>
                <c:pt idx="552">
                  <c:v>0.383185898269</c:v>
                </c:pt>
                <c:pt idx="553">
                  <c:v>0.380776637016</c:v>
                </c:pt>
                <c:pt idx="554">
                  <c:v>0.378369499333</c:v>
                </c:pt>
                <c:pt idx="555">
                  <c:v>0.375965114407</c:v>
                </c:pt>
                <c:pt idx="556">
                  <c:v>0.373564103057</c:v>
                </c:pt>
                <c:pt idx="557">
                  <c:v>0.371167077253</c:v>
                </c:pt>
                <c:pt idx="558">
                  <c:v>0.368774639646</c:v>
                </c:pt>
                <c:pt idx="559">
                  <c:v>0.366387383107</c:v>
                </c:pt>
                <c:pt idx="560">
                  <c:v>0.364005890279</c:v>
                </c:pt>
                <c:pt idx="561">
                  <c:v>0.361630733137</c:v>
                </c:pt>
                <c:pt idx="562">
                  <c:v>0.359262472569</c:v>
                </c:pt>
                <c:pt idx="563">
                  <c:v>0.356901657967</c:v>
                </c:pt>
                <c:pt idx="564">
                  <c:v>0.35454882683</c:v>
                </c:pt>
                <c:pt idx="565">
                  <c:v>0.352204504394</c:v>
                </c:pt>
                <c:pt idx="566">
                  <c:v>0.349869203269</c:v>
                </c:pt>
                <c:pt idx="567">
                  <c:v>0.3475434231</c:v>
                </c:pt>
                <c:pt idx="568">
                  <c:v>0.345227650248</c:v>
                </c:pt>
                <c:pt idx="569">
                  <c:v>0.342922357485</c:v>
                </c:pt>
                <c:pt idx="570">
                  <c:v>0.340628003719</c:v>
                </c:pt>
                <c:pt idx="571">
                  <c:v>0.338345033733</c:v>
                </c:pt>
                <c:pt idx="572">
                  <c:v>0.33607387795</c:v>
                </c:pt>
                <c:pt idx="573">
                  <c:v>0.333814952218</c:v>
                </c:pt>
                <c:pt idx="574">
                  <c:v>0.331568657624</c:v>
                </c:pt>
                <c:pt idx="575">
                  <c:v>0.329335380323</c:v>
                </c:pt>
                <c:pt idx="576">
                  <c:v>0.327115491395</c:v>
                </c:pt>
                <c:pt idx="577">
                  <c:v>0.32490934673</c:v>
                </c:pt>
                <c:pt idx="578">
                  <c:v>0.322717286933</c:v>
                </c:pt>
                <c:pt idx="579">
                  <c:v>0.320539637248</c:v>
                </c:pt>
                <c:pt idx="580">
                  <c:v>0.318376707519</c:v>
                </c:pt>
                <c:pt idx="581">
                  <c:v>0.316228792163</c:v>
                </c:pt>
                <c:pt idx="582">
                  <c:v>0.314096170173</c:v>
                </c:pt>
                <c:pt idx="583">
                  <c:v>0.311979105143</c:v>
                </c:pt>
                <c:pt idx="584">
                  <c:v>0.309877845317</c:v>
                </c:pt>
                <c:pt idx="585">
                  <c:v>0.307792623658</c:v>
                </c:pt>
                <c:pt idx="586">
                  <c:v>0.305723657941</c:v>
                </c:pt>
                <c:pt idx="587">
                  <c:v>0.30367115087</c:v>
                </c:pt>
                <c:pt idx="588">
                  <c:v>0.301635290211</c:v>
                </c:pt>
                <c:pt idx="589">
                  <c:v>0.299616248947</c:v>
                </c:pt>
                <c:pt idx="590">
                  <c:v>0.297614185454</c:v>
                </c:pt>
                <c:pt idx="591">
                  <c:v>0.295629243695</c:v>
                </c:pt>
                <c:pt idx="592">
                  <c:v>0.293661553431</c:v>
                </c:pt>
                <c:pt idx="593">
                  <c:v>0.291711230447</c:v>
                </c:pt>
                <c:pt idx="594">
                  <c:v>0.289778376797</c:v>
                </c:pt>
                <c:pt idx="595">
                  <c:v>0.287863081064</c:v>
                </c:pt>
                <c:pt idx="596">
                  <c:v>0.285965418627</c:v>
                </c:pt>
                <c:pt idx="597">
                  <c:v>0.284085451956</c:v>
                </c:pt>
                <c:pt idx="598">
                  <c:v>0.282223230897</c:v>
                </c:pt>
                <c:pt idx="599">
                  <c:v>0.280378792989</c:v>
                </c:pt>
                <c:pt idx="600">
                  <c:v>0.278552163778</c:v>
                </c:pt>
                <c:pt idx="601">
                  <c:v>0.276743357143</c:v>
                </c:pt>
                <c:pt idx="602">
                  <c:v>0.274952375627</c:v>
                </c:pt>
                <c:pt idx="603">
                  <c:v>0.273179210784</c:v>
                </c:pt>
                <c:pt idx="604">
                  <c:v>0.271423843518</c:v>
                </c:pt>
                <c:pt idx="605">
                  <c:v>0.269686244435</c:v>
                </c:pt>
                <c:pt idx="606">
                  <c:v>0.267966374199</c:v>
                </c:pt>
                <c:pt idx="607">
                  <c:v>0.266264183885</c:v>
                </c:pt>
                <c:pt idx="608">
                  <c:v>0.264579615341</c:v>
                </c:pt>
                <c:pt idx="609">
                  <c:v>0.262912601541</c:v>
                </c:pt>
                <c:pt idx="610">
                  <c:v>0.261263066949</c:v>
                </c:pt>
                <c:pt idx="611">
                  <c:v>0.259630927872</c:v>
                </c:pt>
                <c:pt idx="612">
                  <c:v>0.258016092819</c:v>
                </c:pt>
                <c:pt idx="613">
                  <c:v>0.256418462854</c:v>
                </c:pt>
                <c:pt idx="614">
                  <c:v>0.254837931943</c:v>
                </c:pt>
                <c:pt idx="615">
                  <c:v>0.253274387303</c:v>
                </c:pt>
                <c:pt idx="616">
                  <c:v>0.251727709743</c:v>
                </c:pt>
                <c:pt idx="617">
                  <c:v>0.250197773999</c:v>
                </c:pt>
                <c:pt idx="618">
                  <c:v>0.248684449066</c:v>
                </c:pt>
                <c:pt idx="619">
                  <c:v>0.247187598521</c:v>
                </c:pt>
                <c:pt idx="620">
                  <c:v>0.245707080845</c:v>
                </c:pt>
                <c:pt idx="621">
                  <c:v>0.244242749726</c:v>
                </c:pt>
                <c:pt idx="622">
                  <c:v>0.24279445437</c:v>
                </c:pt>
                <c:pt idx="623">
                  <c:v>0.241362039792</c:v>
                </c:pt>
                <c:pt idx="624">
                  <c:v>0.239945347106</c:v>
                </c:pt>
                <c:pt idx="625">
                  <c:v>0.238544213801</c:v>
                </c:pt>
                <c:pt idx="626">
                  <c:v>0.237158474016</c:v>
                </c:pt>
                <c:pt idx="627">
                  <c:v>0.235787958799</c:v>
                </c:pt>
                <c:pt idx="628">
                  <c:v>0.23443249636</c:v>
                </c:pt>
                <c:pt idx="629">
                  <c:v>0.233091912316</c:v>
                </c:pt>
                <c:pt idx="630">
                  <c:v>0.231766029928</c:v>
                </c:pt>
                <c:pt idx="631">
                  <c:v>0.230454670324</c:v>
                </c:pt>
                <c:pt idx="632">
                  <c:v>0.229157652718</c:v>
                </c:pt>
                <c:pt idx="633">
                  <c:v>0.227874794618</c:v>
                </c:pt>
                <c:pt idx="634">
                  <c:v>0.226605912027</c:v>
                </c:pt>
                <c:pt idx="635">
                  <c:v>0.22535081963</c:v>
                </c:pt>
                <c:pt idx="636">
                  <c:v>0.224109330978</c:v>
                </c:pt>
                <c:pt idx="637">
                  <c:v>0.222881258661</c:v>
                </c:pt>
                <c:pt idx="638">
                  <c:v>0.221666414471</c:v>
                </c:pt>
                <c:pt idx="639">
                  <c:v>0.220464609559</c:v>
                </c:pt>
                <c:pt idx="640">
                  <c:v>0.219275654585</c:v>
                </c:pt>
                <c:pt idx="641">
                  <c:v>0.218099359854</c:v>
                </c:pt>
                <c:pt idx="642">
                  <c:v>0.216935535453</c:v>
                </c:pt>
                <c:pt idx="643">
                  <c:v>0.21578399137</c:v>
                </c:pt>
                <c:pt idx="644">
                  <c:v>0.214644537616</c:v>
                </c:pt>
                <c:pt idx="645">
                  <c:v>0.213516984334</c:v>
                </c:pt>
                <c:pt idx="646">
                  <c:v>0.212401141901</c:v>
                </c:pt>
                <c:pt idx="647">
                  <c:v>0.211296821024</c:v>
                </c:pt>
                <c:pt idx="648">
                  <c:v>0.210203832835</c:v>
                </c:pt>
                <c:pt idx="649">
                  <c:v>0.209121988968</c:v>
                </c:pt>
                <c:pt idx="650">
                  <c:v>0.208051101645</c:v>
                </c:pt>
                <c:pt idx="651">
                  <c:v>0.206990983741</c:v>
                </c:pt>
                <c:pt idx="652">
                  <c:v>0.205941448856</c:v>
                </c:pt>
                <c:pt idx="653">
                  <c:v>0.204902311376</c:v>
                </c:pt>
                <c:pt idx="654">
                  <c:v>0.20387338653</c:v>
                </c:pt>
                <c:pt idx="655">
                  <c:v>0.202854490442</c:v>
                </c:pt>
                <c:pt idx="656">
                  <c:v>0.20184544018</c:v>
                </c:pt>
                <c:pt idx="657">
                  <c:v>0.200846053798</c:v>
                </c:pt>
                <c:pt idx="658">
                  <c:v>0.19985615038</c:v>
                </c:pt>
                <c:pt idx="659">
                  <c:v>0.198875550072</c:v>
                </c:pt>
                <c:pt idx="660">
                  <c:v>0.197904074118</c:v>
                </c:pt>
                <c:pt idx="661">
                  <c:v>0.196941544889</c:v>
                </c:pt>
                <c:pt idx="662">
                  <c:v>0.195987785909</c:v>
                </c:pt>
                <c:pt idx="663">
                  <c:v>0.195042621881</c:v>
                </c:pt>
                <c:pt idx="664">
                  <c:v>0.194105878705</c:v>
                </c:pt>
                <c:pt idx="665">
                  <c:v>0.193177383501</c:v>
                </c:pt>
                <c:pt idx="666">
                  <c:v>0.192256964624</c:v>
                </c:pt>
                <c:pt idx="667">
                  <c:v>0.19134445168</c:v>
                </c:pt>
                <c:pt idx="668">
                  <c:v>0.190439675536</c:v>
                </c:pt>
                <c:pt idx="669">
                  <c:v>0.189542468338</c:v>
                </c:pt>
                <c:pt idx="670">
                  <c:v>0.188652663514</c:v>
                </c:pt>
                <c:pt idx="671">
                  <c:v>0.18777009579</c:v>
                </c:pt>
                <c:pt idx="672">
                  <c:v>0.186894601193</c:v>
                </c:pt>
                <c:pt idx="673">
                  <c:v>0.186026017058</c:v>
                </c:pt>
                <c:pt idx="674">
                  <c:v>0.185164182041</c:v>
                </c:pt>
                <c:pt idx="675">
                  <c:v>0.184308936114</c:v>
                </c:pt>
                <c:pt idx="676">
                  <c:v>0.183460120581</c:v>
                </c:pt>
                <c:pt idx="677">
                  <c:v>0.182617578074</c:v>
                </c:pt>
                <c:pt idx="678">
                  <c:v>0.181781152566</c:v>
                </c:pt>
                <c:pt idx="679">
                  <c:v>0.180950689368</c:v>
                </c:pt>
                <c:pt idx="680">
                  <c:v>0.18012603514</c:v>
                </c:pt>
                <c:pt idx="681">
                  <c:v>0.17930703789</c:v>
                </c:pt>
                <c:pt idx="682">
                  <c:v>0.178493546988</c:v>
                </c:pt>
                <c:pt idx="683">
                  <c:v>0.177685413161</c:v>
                </c:pt>
                <c:pt idx="684">
                  <c:v>0.176882488508</c:v>
                </c:pt>
                <c:pt idx="685">
                  <c:v>0.176084626502</c:v>
                </c:pt>
                <c:pt idx="686">
                  <c:v>0.175291682</c:v>
                </c:pt>
                <c:pt idx="687">
                  <c:v>0.17450351125</c:v>
                </c:pt>
                <c:pt idx="688">
                  <c:v>0.173719971899</c:v>
                </c:pt>
                <c:pt idx="689">
                  <c:v>0.172940923009</c:v>
                </c:pt>
                <c:pt idx="690">
                  <c:v>0.172166225061</c:v>
                </c:pt>
                <c:pt idx="691">
                  <c:v>0.17139573997</c:v>
                </c:pt>
                <c:pt idx="692">
                  <c:v>0.170629331104</c:v>
                </c:pt>
                <c:pt idx="693">
                  <c:v>0.16986686329</c:v>
                </c:pt>
                <c:pt idx="694">
                  <c:v>0.169108202836</c:v>
                </c:pt>
                <c:pt idx="695">
                  <c:v>0.168353217547</c:v>
                </c:pt>
                <c:pt idx="696">
                  <c:v>0.167601776747</c:v>
                </c:pt>
                <c:pt idx="697">
                  <c:v>0.166853751294</c:v>
                </c:pt>
                <c:pt idx="698">
                  <c:v>0.166109013607</c:v>
                </c:pt>
                <c:pt idx="699">
                  <c:v>0.165367437686</c:v>
                </c:pt>
                <c:pt idx="700">
                  <c:v>0.164628899142</c:v>
                </c:pt>
                <c:pt idx="701">
                  <c:v>0.163893275221</c:v>
                </c:pt>
                <c:pt idx="702">
                  <c:v>0.163160444831</c:v>
                </c:pt>
                <c:pt idx="703">
                  <c:v>0.162430288576</c:v>
                </c:pt>
                <c:pt idx="704">
                  <c:v>0.161702688787</c:v>
                </c:pt>
                <c:pt idx="705">
                  <c:v>0.160977529554</c:v>
                </c:pt>
                <c:pt idx="706">
                  <c:v>0.160254696762</c:v>
                </c:pt>
                <c:pt idx="707">
                  <c:v>0.159534078131</c:v>
                </c:pt>
                <c:pt idx="708">
                  <c:v>0.158815563251</c:v>
                </c:pt>
                <c:pt idx="709">
                  <c:v>0.158099043624</c:v>
                </c:pt>
                <c:pt idx="710">
                  <c:v>0.157384412706</c:v>
                </c:pt>
                <c:pt idx="711">
                  <c:v>0.156671565952</c:v>
                </c:pt>
                <c:pt idx="712">
                  <c:v>0.155960400859</c:v>
                </c:pt>
                <c:pt idx="713">
                  <c:v>0.155250817012</c:v>
                </c:pt>
                <c:pt idx="714">
                  <c:v>0.154542716137</c:v>
                </c:pt>
                <c:pt idx="715">
                  <c:v>0.153836002144</c:v>
                </c:pt>
                <c:pt idx="716">
                  <c:v>0.153130581184</c:v>
                </c:pt>
                <c:pt idx="717">
                  <c:v>0.152426361694</c:v>
                </c:pt>
                <c:pt idx="718">
                  <c:v>0.151723254457</c:v>
                </c:pt>
                <c:pt idx="719">
                  <c:v>0.151021172653</c:v>
                </c:pt>
                <c:pt idx="720">
                  <c:v>0.15032003191</c:v>
                </c:pt>
                <c:pt idx="721">
                  <c:v>0.149619750368</c:v>
                </c:pt>
                <c:pt idx="722">
                  <c:v>0.148920248727</c:v>
                </c:pt>
                <c:pt idx="723">
                  <c:v>0.148221450308</c:v>
                </c:pt>
                <c:pt idx="724">
                  <c:v>0.147523281111</c:v>
                </c:pt>
                <c:pt idx="725">
                  <c:v>0.146825669868</c:v>
                </c:pt>
                <c:pt idx="726">
                  <c:v>0.146128548103</c:v>
                </c:pt>
                <c:pt idx="727">
                  <c:v>0.145431850187</c:v>
                </c:pt>
                <c:pt idx="728">
                  <c:v>0.144735513396</c:v>
                </c:pt>
                <c:pt idx="729">
                  <c:v>0.144039477969</c:v>
                </c:pt>
                <c:pt idx="730">
                  <c:v>0.143343687155</c:v>
                </c:pt>
                <c:pt idx="731">
                  <c:v>0.142648087275</c:v>
                </c:pt>
                <c:pt idx="732">
                  <c:v>0.141952627772</c:v>
                </c:pt>
                <c:pt idx="733">
                  <c:v>0.14125726126</c:v>
                </c:pt>
                <c:pt idx="734">
                  <c:v>0.140561943576</c:v>
                </c:pt>
                <c:pt idx="735">
                  <c:v>0.139866633825</c:v>
                </c:pt>
                <c:pt idx="736">
                  <c:v>0.139171294429</c:v>
                </c:pt>
                <c:pt idx="737">
                  <c:v>0.138475891163</c:v>
                </c:pt>
                <c:pt idx="738">
                  <c:v>0.137780393203</c:v>
                </c:pt>
                <c:pt idx="739">
                  <c:v>0.137084773154</c:v>
                </c:pt>
                <c:pt idx="740">
                  <c:v>0.136389007091</c:v>
                </c:pt>
                <c:pt idx="741">
                  <c:v>0.135693074586</c:v>
                </c:pt>
                <c:pt idx="742">
                  <c:v>0.134996958733</c:v>
                </c:pt>
                <c:pt idx="743">
                  <c:v>0.134300646172</c:v>
                </c:pt>
                <c:pt idx="744">
                  <c:v>0.133604127106</c:v>
                </c:pt>
                <c:pt idx="745">
                  <c:v>0.132907395315</c:v>
                </c:pt>
                <c:pt idx="746">
                  <c:v>0.132210448164</c:v>
                </c:pt>
                <c:pt idx="747">
                  <c:v>0.131513286607</c:v>
                </c:pt>
                <c:pt idx="748">
                  <c:v>0.130815915188</c:v>
                </c:pt>
                <c:pt idx="749">
                  <c:v>0.130118342029</c:v>
                </c:pt>
                <c:pt idx="750">
                  <c:v>0.129420578821</c:v>
                </c:pt>
                <c:pt idx="751">
                  <c:v>0.128722640808</c:v>
                </c:pt>
                <c:pt idx="752">
                  <c:v>0.128024546759</c:v>
                </c:pt>
                <c:pt idx="753">
                  <c:v>0.12732631894</c:v>
                </c:pt>
                <c:pt idx="754">
                  <c:v>0.126627983078</c:v>
                </c:pt>
                <c:pt idx="755">
                  <c:v>0.125929568321</c:v>
                </c:pt>
                <c:pt idx="756">
                  <c:v>0.125231107185</c:v>
                </c:pt>
                <c:pt idx="757">
                  <c:v>0.124532635506</c:v>
                </c:pt>
                <c:pt idx="758">
                  <c:v>0.123834192372</c:v>
                </c:pt>
                <c:pt idx="759">
                  <c:v>0.123135820064</c:v>
                </c:pt>
                <c:pt idx="760">
                  <c:v>0.122437563976</c:v>
                </c:pt>
                <c:pt idx="761">
                  <c:v>0.121739472539</c:v>
                </c:pt>
                <c:pt idx="762">
                  <c:v>0.121041597136</c:v>
                </c:pt>
                <c:pt idx="763">
                  <c:v>0.120343992009</c:v>
                </c:pt>
                <c:pt idx="764">
                  <c:v>0.119646714164</c:v>
                </c:pt>
                <c:pt idx="765">
                  <c:v>0.118949823268</c:v>
                </c:pt>
                <c:pt idx="766">
                  <c:v>0.118253381539</c:v>
                </c:pt>
                <c:pt idx="767">
                  <c:v>0.117557453639</c:v>
                </c:pt>
                <c:pt idx="768">
                  <c:v>0.116862106546</c:v>
                </c:pt>
                <c:pt idx="769">
                  <c:v>0.116167409444</c:v>
                </c:pt>
                <c:pt idx="770">
                  <c:v>0.115473433586</c:v>
                </c:pt>
                <c:pt idx="771">
                  <c:v>0.114780252168</c:v>
                </c:pt>
                <c:pt idx="772">
                  <c:v>0.114087940195</c:v>
                </c:pt>
                <c:pt idx="773">
                  <c:v>0.113396574342</c:v>
                </c:pt>
                <c:pt idx="774">
                  <c:v>0.112706232815</c:v>
                </c:pt>
                <c:pt idx="775">
                  <c:v>0.112016995207</c:v>
                </c:pt>
                <c:pt idx="776">
                  <c:v>0.111328942354</c:v>
                </c:pt>
                <c:pt idx="777">
                  <c:v>0.110642156189</c:v>
                </c:pt>
                <c:pt idx="778">
                  <c:v>0.109956719593</c:v>
                </c:pt>
                <c:pt idx="779">
                  <c:v>0.109272716248</c:v>
                </c:pt>
                <c:pt idx="780">
                  <c:v>0.108590230486</c:v>
                </c:pt>
                <c:pt idx="781">
                  <c:v>0.107909347146</c:v>
                </c:pt>
                <c:pt idx="782">
                  <c:v>0.107230151418</c:v>
                </c:pt>
                <c:pt idx="783">
                  <c:v>0.106552728703</c:v>
                </c:pt>
                <c:pt idx="784">
                  <c:v>0.105877164463</c:v>
                </c:pt>
                <c:pt idx="785">
                  <c:v>0.10520354408</c:v>
                </c:pt>
                <c:pt idx="786">
                  <c:v>0.10453195271</c:v>
                </c:pt>
                <c:pt idx="787">
                  <c:v>0.103862475151</c:v>
                </c:pt>
                <c:pt idx="788">
                  <c:v>0.1031951957</c:v>
                </c:pt>
                <c:pt idx="789">
                  <c:v>0.102530198025</c:v>
                </c:pt>
                <c:pt idx="790">
                  <c:v>0.101867565034</c:v>
                </c:pt>
                <c:pt idx="791">
                  <c:v>0.101207378749</c:v>
                </c:pt>
                <c:pt idx="792">
                  <c:v>0.100549720188</c:v>
                </c:pt>
                <c:pt idx="793">
                  <c:v>0.0998946692468</c:v>
                </c:pt>
                <c:pt idx="794">
                  <c:v>0.0992423045876</c:v>
                </c:pt>
                <c:pt idx="795">
                  <c:v>0.0985927035336</c:v>
                </c:pt>
                <c:pt idx="796">
                  <c:v>0.0979459419674</c:v>
                </c:pt>
                <c:pt idx="797">
                  <c:v>0.0973020942349</c:v>
                </c:pt>
                <c:pt idx="798">
                  <c:v>0.0966612330556</c:v>
                </c:pt>
                <c:pt idx="799">
                  <c:v>0.0960234294376</c:v>
                </c:pt>
                <c:pt idx="800">
                  <c:v>0.0953887525992</c:v>
                </c:pt>
                <c:pt idx="801">
                  <c:v>0.0947572698954</c:v>
                </c:pt>
                <c:pt idx="802">
                  <c:v>0.0941290467513</c:v>
                </c:pt>
                <c:pt idx="803">
                  <c:v>0.0935041466004</c:v>
                </c:pt>
                <c:pt idx="804">
                  <c:v>0.0928826308294</c:v>
                </c:pt>
                <c:pt idx="805">
                  <c:v>0.0922645587285</c:v>
                </c:pt>
                <c:pt idx="806">
                  <c:v>0.0916499874482</c:v>
                </c:pt>
                <c:pt idx="807">
                  <c:v>0.0910389719603</c:v>
                </c:pt>
                <c:pt idx="808">
                  <c:v>0.0904315650265</c:v>
                </c:pt>
                <c:pt idx="809">
                  <c:v>0.0898278171711</c:v>
                </c:pt>
                <c:pt idx="810">
                  <c:v>0.0892277766595</c:v>
                </c:pt>
                <c:pt idx="811">
                  <c:v>0.088631489482</c:v>
                </c:pt>
                <c:pt idx="812">
                  <c:v>0.0880389993431</c:v>
                </c:pt>
                <c:pt idx="813">
                  <c:v>0.087450347655</c:v>
                </c:pt>
                <c:pt idx="814">
                  <c:v>0.0868655735365</c:v>
                </c:pt>
                <c:pt idx="815">
                  <c:v>0.086284713816</c:v>
                </c:pt>
                <c:pt idx="816">
                  <c:v>0.0857078030392</c:v>
                </c:pt>
                <c:pt idx="817">
                  <c:v>0.0851348734812</c:v>
                </c:pt>
                <c:pt idx="818">
                  <c:v>0.0845659551619</c:v>
                </c:pt>
                <c:pt idx="819">
                  <c:v>0.0840010758655</c:v>
                </c:pt>
                <c:pt idx="820">
                  <c:v>0.083440261164</c:v>
                </c:pt>
                <c:pt idx="821">
                  <c:v>0.0828835344432</c:v>
                </c:pt>
                <c:pt idx="822">
                  <c:v>0.0823309169326</c:v>
                </c:pt>
                <c:pt idx="823">
                  <c:v>0.0817824277374</c:v>
                </c:pt>
                <c:pt idx="824">
                  <c:v>0.081238083874</c:v>
                </c:pt>
                <c:pt idx="825">
                  <c:v>0.0806979003072</c:v>
                </c:pt>
                <c:pt idx="826">
                  <c:v>0.0801618899904</c:v>
                </c:pt>
                <c:pt idx="827">
                  <c:v>0.0796300639071</c:v>
                </c:pt>
                <c:pt idx="828">
                  <c:v>0.0791024311147</c:v>
                </c:pt>
                <c:pt idx="829">
                  <c:v>0.0785789987897</c:v>
                </c:pt>
                <c:pt idx="830">
                  <c:v>0.0780597722747</c:v>
                </c:pt>
                <c:pt idx="831">
                  <c:v>0.0775447551265</c:v>
                </c:pt>
                <c:pt idx="832">
                  <c:v>0.0770339491644</c:v>
                </c:pt>
                <c:pt idx="833">
                  <c:v>0.0765273545214</c:v>
                </c:pt>
                <c:pt idx="834">
                  <c:v>0.0760249696939</c:v>
                </c:pt>
                <c:pt idx="835">
                  <c:v>0.0755267915935</c:v>
                </c:pt>
                <c:pt idx="836">
                  <c:v>0.0750328155987</c:v>
                </c:pt>
                <c:pt idx="837">
                  <c:v>0.0745430356068</c:v>
                </c:pt>
                <c:pt idx="838">
                  <c:v>0.074057444086</c:v>
                </c:pt>
                <c:pt idx="839">
                  <c:v>0.0735760321279</c:v>
                </c:pt>
                <c:pt idx="840">
                  <c:v>0.0730987894992</c:v>
                </c:pt>
                <c:pt idx="841">
                  <c:v>0.0726257046936</c:v>
                </c:pt>
                <c:pt idx="842">
                  <c:v>0.0721567649836</c:v>
                </c:pt>
                <c:pt idx="843">
                  <c:v>0.0716919564714</c:v>
                </c:pt>
                <c:pt idx="844">
                  <c:v>0.0712312641395</c:v>
                </c:pt>
                <c:pt idx="845">
                  <c:v>0.0707746719008</c:v>
                </c:pt>
                <c:pt idx="846">
                  <c:v>0.0703221626478</c:v>
                </c:pt>
                <c:pt idx="847">
                  <c:v>0.0698737183014</c:v>
                </c:pt>
                <c:pt idx="848">
                  <c:v>0.0694293198585</c:v>
                </c:pt>
                <c:pt idx="849">
                  <c:v>0.0689889474391</c:v>
                </c:pt>
                <c:pt idx="850">
                  <c:v>0.0685525803323</c:v>
                </c:pt>
                <c:pt idx="851">
                  <c:v>0.0681201970414</c:v>
                </c:pt>
                <c:pt idx="852">
                  <c:v>0.0676917753279</c:v>
                </c:pt>
                <c:pt idx="853">
                  <c:v>0.0672672922545</c:v>
                </c:pt>
                <c:pt idx="854">
                  <c:v>0.0668467242276</c:v>
                </c:pt>
                <c:pt idx="855">
                  <c:v>0.0664300470376</c:v>
                </c:pt>
                <c:pt idx="856">
                  <c:v>0.0660172358992</c:v>
                </c:pt>
                <c:pt idx="857">
                  <c:v>0.06560826549</c:v>
                </c:pt>
                <c:pt idx="858">
                  <c:v>0.0652031099879</c:v>
                </c:pt>
                <c:pt idx="859">
                  <c:v>0.064801743108</c:v>
                </c:pt>
                <c:pt idx="860">
                  <c:v>0.0644041381377</c:v>
                </c:pt>
                <c:pt idx="861">
                  <c:v>0.0640102679708</c:v>
                </c:pt>
                <c:pt idx="862">
                  <c:v>0.0636201051409</c:v>
                </c:pt>
                <c:pt idx="863">
                  <c:v>0.0632336218531</c:v>
                </c:pt>
                <c:pt idx="864">
                  <c:v>0.0628507900149</c:v>
                </c:pt>
                <c:pt idx="865">
                  <c:v>0.0624715812661</c:v>
                </c:pt>
                <c:pt idx="866">
                  <c:v>0.062095967007</c:v>
                </c:pt>
                <c:pt idx="867">
                  <c:v>0.0617239184265</c:v>
                </c:pt>
                <c:pt idx="868">
                  <c:v>0.0613554065279</c:v>
                </c:pt>
                <c:pt idx="869">
                  <c:v>0.0609904021551</c:v>
                </c:pt>
                <c:pt idx="870">
                  <c:v>0.0606288760162</c:v>
                </c:pt>
                <c:pt idx="871">
                  <c:v>0.0602707987075</c:v>
                </c:pt>
                <c:pt idx="872">
                  <c:v>0.0599161407352</c:v>
                </c:pt>
                <c:pt idx="873">
                  <c:v>0.0595648725376</c:v>
                </c:pt>
                <c:pt idx="874">
                  <c:v>0.0592169645048</c:v>
                </c:pt>
                <c:pt idx="875">
                  <c:v>0.0588723869986</c:v>
                </c:pt>
                <c:pt idx="876">
                  <c:v>0.0585311103708</c:v>
                </c:pt>
                <c:pt idx="877">
                  <c:v>0.0581931049812</c:v>
                </c:pt>
                <c:pt idx="878">
                  <c:v>0.0578583412145</c:v>
                </c:pt>
                <c:pt idx="879">
                  <c:v>0.0575267894959</c:v>
                </c:pt>
                <c:pt idx="880">
                  <c:v>0.0571984203064</c:v>
                </c:pt>
                <c:pt idx="881">
                  <c:v>0.0568732041978</c:v>
                </c:pt>
                <c:pt idx="882">
                  <c:v>0.0565511118052</c:v>
                </c:pt>
                <c:pt idx="883">
                  <c:v>0.0562321138612</c:v>
                </c:pt>
                <c:pt idx="884">
                  <c:v>0.055916181207</c:v>
                </c:pt>
                <c:pt idx="885">
                  <c:v>0.0556032848043</c:v>
                </c:pt>
                <c:pt idx="886">
                  <c:v>0.0552933957464</c:v>
                </c:pt>
                <c:pt idx="887">
                  <c:v>0.0549864852679</c:v>
                </c:pt>
                <c:pt idx="888">
                  <c:v>0.0546825247543</c:v>
                </c:pt>
                <c:pt idx="889">
                  <c:v>0.0543814857512</c:v>
                </c:pt>
                <c:pt idx="890">
                  <c:v>0.0540833399725</c:v>
                </c:pt>
                <c:pt idx="891">
                  <c:v>0.0537880593081</c:v>
                </c:pt>
                <c:pt idx="892">
                  <c:v>0.0534956158313</c:v>
                </c:pt>
                <c:pt idx="893">
                  <c:v>0.0532059818053</c:v>
                </c:pt>
                <c:pt idx="894">
                  <c:v>0.0529191296899</c:v>
                </c:pt>
                <c:pt idx="895">
                  <c:v>0.0526350321467</c:v>
                </c:pt>
                <c:pt idx="896">
                  <c:v>0.0523536620448</c:v>
                </c:pt>
                <c:pt idx="897">
                  <c:v>0.0520749924654</c:v>
                </c:pt>
                <c:pt idx="898">
                  <c:v>0.0517989967065</c:v>
                </c:pt>
                <c:pt idx="899">
                  <c:v>0.0515256482867</c:v>
                </c:pt>
                <c:pt idx="900">
                  <c:v>0.0512549209489</c:v>
                </c:pt>
                <c:pt idx="901">
                  <c:v>0.0509867886636</c:v>
                </c:pt>
                <c:pt idx="902">
                  <c:v>0.0507212256319</c:v>
                </c:pt>
                <c:pt idx="903">
                  <c:v>0.050458206288</c:v>
                </c:pt>
                <c:pt idx="904">
                  <c:v>0.0501977053012</c:v>
                </c:pt>
                <c:pt idx="905">
                  <c:v>0.0499396975783</c:v>
                </c:pt>
                <c:pt idx="906">
                  <c:v>0.0496841582651</c:v>
                </c:pt>
                <c:pt idx="907">
                  <c:v>0.0494310627476</c:v>
                </c:pt>
                <c:pt idx="908">
                  <c:v>0.0491803866531</c:v>
                </c:pt>
                <c:pt idx="909">
                  <c:v>0.0489321058514</c:v>
                </c:pt>
                <c:pt idx="910">
                  <c:v>0.048686196455</c:v>
                </c:pt>
                <c:pt idx="911">
                  <c:v>0.0484426348196</c:v>
                </c:pt>
                <c:pt idx="912">
                  <c:v>0.0482013975444</c:v>
                </c:pt>
                <c:pt idx="913">
                  <c:v>0.0479624614718</c:v>
                </c:pt>
                <c:pt idx="914">
                  <c:v>0.0477258036875</c:v>
                </c:pt>
                <c:pt idx="915">
                  <c:v>0.0474914015195</c:v>
                </c:pt>
                <c:pt idx="916">
                  <c:v>0.0472592325382</c:v>
                </c:pt>
                <c:pt idx="917">
                  <c:v>0.047029274555</c:v>
                </c:pt>
                <c:pt idx="918">
                  <c:v>0.0468015056217</c:v>
                </c:pt>
                <c:pt idx="919">
                  <c:v>0.0465759040295</c:v>
                </c:pt>
                <c:pt idx="920">
                  <c:v>0.0463524483074</c:v>
                </c:pt>
                <c:pt idx="921">
                  <c:v>0.0461311172212</c:v>
                </c:pt>
                <c:pt idx="922">
                  <c:v>0.045911889772</c:v>
                </c:pt>
                <c:pt idx="923">
                  <c:v>0.0456947451944</c:v>
                </c:pt>
                <c:pt idx="924">
                  <c:v>0.0454796629551</c:v>
                </c:pt>
                <c:pt idx="925">
                  <c:v>0.0452666227509</c:v>
                </c:pt>
                <c:pt idx="926">
                  <c:v>0.045055604507</c:v>
                </c:pt>
                <c:pt idx="927">
                  <c:v>0.0448465883748</c:v>
                </c:pt>
                <c:pt idx="928">
                  <c:v>0.0446395547304</c:v>
                </c:pt>
                <c:pt idx="929">
                  <c:v>0.044434484172</c:v>
                </c:pt>
                <c:pt idx="930">
                  <c:v>0.0442313575178</c:v>
                </c:pt>
                <c:pt idx="931">
                  <c:v>0.0440301558043</c:v>
                </c:pt>
                <c:pt idx="932">
                  <c:v>0.0438308602833</c:v>
                </c:pt>
                <c:pt idx="933">
                  <c:v>0.0436334524203</c:v>
                </c:pt>
                <c:pt idx="934">
                  <c:v>0.0434379138919</c:v>
                </c:pt>
                <c:pt idx="935">
                  <c:v>0.0432442265833</c:v>
                </c:pt>
                <c:pt idx="936">
                  <c:v>0.0430523725863</c:v>
                </c:pt>
                <c:pt idx="937">
                  <c:v>0.0428623341966</c:v>
                </c:pt>
                <c:pt idx="938">
                  <c:v>0.0426740939116</c:v>
                </c:pt>
                <c:pt idx="939">
                  <c:v>0.042487634428</c:v>
                </c:pt>
                <c:pt idx="940">
                  <c:v>0.0423029386394</c:v>
                </c:pt>
                <c:pt idx="941">
                  <c:v>0.0421199896338</c:v>
                </c:pt>
                <c:pt idx="942">
                  <c:v>0.0419387706915</c:v>
                </c:pt>
                <c:pt idx="943">
                  <c:v>0.0417592652825</c:v>
                </c:pt>
                <c:pt idx="944">
                  <c:v>0.0415814570642</c:v>
                </c:pt>
                <c:pt idx="945">
                  <c:v>0.0414053298796</c:v>
                </c:pt>
                <c:pt idx="946">
                  <c:v>0.0412308677541</c:v>
                </c:pt>
                <c:pt idx="947">
                  <c:v>0.0410580548943</c:v>
                </c:pt>
                <c:pt idx="948">
                  <c:v>0.0408868756851</c:v>
                </c:pt>
                <c:pt idx="949">
                  <c:v>0.0407173146879</c:v>
                </c:pt>
                <c:pt idx="950">
                  <c:v>0.0405493566385</c:v>
                </c:pt>
                <c:pt idx="951">
                  <c:v>0.040382986445</c:v>
                </c:pt>
                <c:pt idx="952">
                  <c:v>0.040218189186</c:v>
                </c:pt>
                <c:pt idx="953">
                  <c:v>0.0400549501084</c:v>
                </c:pt>
                <c:pt idx="954">
                  <c:v>0.0398932546261</c:v>
                </c:pt>
                <c:pt idx="955">
                  <c:v>0.0397330883175</c:v>
                </c:pt>
                <c:pt idx="956">
                  <c:v>0.0395744369245</c:v>
                </c:pt>
                <c:pt idx="957">
                  <c:v>0.0394172863507</c:v>
                </c:pt>
                <c:pt idx="958">
                  <c:v>0.0392616226596</c:v>
                </c:pt>
                <c:pt idx="959">
                  <c:v>0.0391074320734</c:v>
                </c:pt>
                <c:pt idx="960">
                  <c:v>0.0389547009715</c:v>
                </c:pt>
                <c:pt idx="961">
                  <c:v>0.0388034158895</c:v>
                </c:pt>
                <c:pt idx="962">
                  <c:v>0.0386535635177</c:v>
                </c:pt>
                <c:pt idx="963">
                  <c:v>0.0385051306999</c:v>
                </c:pt>
                <c:pt idx="964">
                  <c:v>0.0383581044327</c:v>
                </c:pt>
                <c:pt idx="965">
                  <c:v>0.0382124718644</c:v>
                </c:pt>
                <c:pt idx="966">
                  <c:v>0.038068220294</c:v>
                </c:pt>
                <c:pt idx="967">
                  <c:v>0.0379253371707</c:v>
                </c:pt>
                <c:pt idx="968">
                  <c:v>0.037783810093</c:v>
                </c:pt>
                <c:pt idx="969">
                  <c:v>0.0376436268082</c:v>
                </c:pt>
                <c:pt idx="970">
                  <c:v>0.0375047752118</c:v>
                </c:pt>
                <c:pt idx="971">
                  <c:v>0.0373672433471</c:v>
                </c:pt>
                <c:pt idx="972">
                  <c:v>0.0372310194048</c:v>
                </c:pt>
                <c:pt idx="973">
                  <c:v>0.0370960917229</c:v>
                </c:pt>
                <c:pt idx="974">
                  <c:v>0.0369624487862</c:v>
                </c:pt>
                <c:pt idx="975">
                  <c:v>0.0368300792262</c:v>
                </c:pt>
                <c:pt idx="976">
                  <c:v>0.0366989718214</c:v>
                </c:pt>
                <c:pt idx="977">
                  <c:v>0.0365691154967</c:v>
                </c:pt>
                <c:pt idx="978">
                  <c:v>0.0364404993239</c:v>
                </c:pt>
                <c:pt idx="979">
                  <c:v>0.0363131125216</c:v>
                </c:pt>
                <c:pt idx="980">
                  <c:v>0.0361869444553</c:v>
                </c:pt>
                <c:pt idx="981">
                  <c:v>0.036061984638</c:v>
                </c:pt>
                <c:pt idx="982">
                  <c:v>0.0359382227299</c:v>
                </c:pt>
                <c:pt idx="983">
                  <c:v>0.035815648539</c:v>
                </c:pt>
                <c:pt idx="984">
                  <c:v>0.0356942520212</c:v>
                </c:pt>
                <c:pt idx="985">
                  <c:v>0.035574023281</c:v>
                </c:pt>
                <c:pt idx="986">
                  <c:v>0.0354549525717</c:v>
                </c:pt>
                <c:pt idx="987">
                  <c:v>0.0353370302954</c:v>
                </c:pt>
                <c:pt idx="988">
                  <c:v>0.0352202470041</c:v>
                </c:pt>
                <c:pt idx="989">
                  <c:v>0.0351045933995</c:v>
                </c:pt>
                <c:pt idx="990">
                  <c:v>0.0349900603338</c:v>
                </c:pt>
                <c:pt idx="991">
                  <c:v>0.0348766388097</c:v>
                </c:pt>
                <c:pt idx="992">
                  <c:v>0.0347643199814</c:v>
                </c:pt>
                <c:pt idx="993">
                  <c:v>0.0346530951543</c:v>
                </c:pt>
                <c:pt idx="994">
                  <c:v>0.0345429557858</c:v>
                </c:pt>
                <c:pt idx="995">
                  <c:v>0.0344338934856</c:v>
                </c:pt>
                <c:pt idx="996">
                  <c:v>0.0343259000155</c:v>
                </c:pt>
                <c:pt idx="997">
                  <c:v>0.0342189672907</c:v>
                </c:pt>
                <c:pt idx="998">
                  <c:v>0.0341130873789</c:v>
                </c:pt>
                <c:pt idx="999">
                  <c:v>0.0340082525013</c:v>
                </c:pt>
                <c:pt idx="1000">
                  <c:v>0.0339044550322</c:v>
                </c:pt>
                <c:pt idx="1001">
                  <c:v>0.0338016874995</c:v>
                </c:pt>
                <c:pt idx="1002">
                  <c:v>0.0336999425844</c:v>
                </c:pt>
                <c:pt idx="1003">
                  <c:v>0.0335992131217</c:v>
                </c:pt>
                <c:pt idx="1004">
                  <c:v>0.0334994920994</c:v>
                </c:pt>
                <c:pt idx="1005">
                  <c:v>0.0334007726584</c:v>
                </c:pt>
                <c:pt idx="1006">
                  <c:v>0.0333030480929</c:v>
                </c:pt>
                <c:pt idx="1007">
                  <c:v>0.0332063118494</c:v>
                </c:pt>
                <c:pt idx="1008">
                  <c:v>0.0331105575267</c:v>
                </c:pt>
                <c:pt idx="1009">
                  <c:v>0.033015778875</c:v>
                </c:pt>
                <c:pt idx="1010">
                  <c:v>0.0329219697959</c:v>
                </c:pt>
                <c:pt idx="1011">
                  <c:v>0.0328291243411</c:v>
                </c:pt>
                <c:pt idx="1012">
                  <c:v>0.0327372367123</c:v>
                </c:pt>
                <c:pt idx="1013">
                  <c:v>0.0326463012597</c:v>
                </c:pt>
                <c:pt idx="1014">
                  <c:v>0.0325563124813</c:v>
                </c:pt>
                <c:pt idx="1015">
                  <c:v>0.032467265022</c:v>
                </c:pt>
                <c:pt idx="1016">
                  <c:v>0.0323791536721</c:v>
                </c:pt>
                <c:pt idx="1017">
                  <c:v>0.0322919733663</c:v>
                </c:pt>
                <c:pt idx="1018">
                  <c:v>0.0322057191821</c:v>
                </c:pt>
                <c:pt idx="1019">
                  <c:v>0.0321203863382</c:v>
                </c:pt>
                <c:pt idx="1020">
                  <c:v>0.0320359701933</c:v>
                </c:pt>
                <c:pt idx="1021">
                  <c:v>0.0319524662437</c:v>
                </c:pt>
                <c:pt idx="1022">
                  <c:v>0.031869870122</c:v>
                </c:pt>
                <c:pt idx="1023">
                  <c:v>0.0317881775948</c:v>
                </c:pt>
                <c:pt idx="1024">
                  <c:v>0.0317073845607</c:v>
                </c:pt>
                <c:pt idx="1025">
                  <c:v>0.0316274870476</c:v>
                </c:pt>
                <c:pt idx="1026">
                  <c:v>0.0315484812111</c:v>
                </c:pt>
                <c:pt idx="1027">
                  <c:v>0.0314703633311</c:v>
                </c:pt>
                <c:pt idx="1028">
                  <c:v>0.0313931298098</c:v>
                </c:pt>
                <c:pt idx="1029">
                  <c:v>0.0313167771685</c:v>
                </c:pt>
                <c:pt idx="1030">
                  <c:v>0.0312413020447</c:v>
                </c:pt>
                <c:pt idx="1031">
                  <c:v>0.0311667011891</c:v>
                </c:pt>
                <c:pt idx="1032">
                  <c:v>0.0310929714622</c:v>
                </c:pt>
                <c:pt idx="1033">
                  <c:v>0.0310201098312</c:v>
                </c:pt>
                <c:pt idx="1034">
                  <c:v>0.0309481133659</c:v>
                </c:pt>
                <c:pt idx="1035">
                  <c:v>0.0308769792356</c:v>
                </c:pt>
                <c:pt idx="1036">
                  <c:v>0.030806704705</c:v>
                </c:pt>
                <c:pt idx="1037">
                  <c:v>0.0307372871301</c:v>
                </c:pt>
                <c:pt idx="1038">
                  <c:v>0.0306687239541</c:v>
                </c:pt>
                <c:pt idx="1039">
                  <c:v>0.0306010127031</c:v>
                </c:pt>
                <c:pt idx="1040">
                  <c:v>0.030534150982</c:v>
                </c:pt>
                <c:pt idx="1041">
                  <c:v>0.0304681364691</c:v>
                </c:pt>
                <c:pt idx="1042">
                  <c:v>0.030402966912</c:v>
                </c:pt>
                <c:pt idx="1043">
                  <c:v>0.0303386401226</c:v>
                </c:pt>
                <c:pt idx="1044">
                  <c:v>0.0302751539717</c:v>
                </c:pt>
                <c:pt idx="1045">
                  <c:v>0.0302125063841</c:v>
                </c:pt>
                <c:pt idx="1046">
                  <c:v>0.030150695333</c:v>
                </c:pt>
                <c:pt idx="1047">
                  <c:v>0.0300897188349</c:v>
                </c:pt>
                <c:pt idx="1048">
                  <c:v>0.0300295749433</c:v>
                </c:pt>
                <c:pt idx="1049">
                  <c:v>0.0299702617436</c:v>
                </c:pt>
                <c:pt idx="1050">
                  <c:v>0.0299117773467</c:v>
                </c:pt>
                <c:pt idx="1051">
                  <c:v>0.0298541198833</c:v>
                </c:pt>
                <c:pt idx="1052">
                  <c:v>0.0297972874973</c:v>
                </c:pt>
                <c:pt idx="1053">
                  <c:v>0.0297412783401</c:v>
                </c:pt>
                <c:pt idx="1054">
                  <c:v>0.0296860905635</c:v>
                </c:pt>
                <c:pt idx="1055">
                  <c:v>0.029631722314</c:v>
                </c:pt>
                <c:pt idx="1056">
                  <c:v>0.0295781717252</c:v>
                </c:pt>
                <c:pt idx="1057">
                  <c:v>0.0295254369122</c:v>
                </c:pt>
                <c:pt idx="1058">
                  <c:v>0.0294735159639</c:v>
                </c:pt>
                <c:pt idx="1059">
                  <c:v>0.0294224069367</c:v>
                </c:pt>
                <c:pt idx="1060">
                  <c:v>0.0293721078473</c:v>
                </c:pt>
                <c:pt idx="1061">
                  <c:v>0.0293226166658</c:v>
                </c:pt>
                <c:pt idx="1062">
                  <c:v>0.0292739313086</c:v>
                </c:pt>
                <c:pt idx="1063">
                  <c:v>0.0292260496314</c:v>
                </c:pt>
                <c:pt idx="1064">
                  <c:v>0.0291789694223</c:v>
                </c:pt>
                <c:pt idx="1065">
                  <c:v>0.0291326883943</c:v>
                </c:pt>
                <c:pt idx="1066">
                  <c:v>0.0290872041783</c:v>
                </c:pt>
                <c:pt idx="1067">
                  <c:v>0.0290425143162</c:v>
                </c:pt>
                <c:pt idx="1068">
                  <c:v>0.0289986162538</c:v>
                </c:pt>
                <c:pt idx="1069">
                  <c:v>0.0289555073333</c:v>
                </c:pt>
                <c:pt idx="1070">
                  <c:v>0.0289131847869</c:v>
                </c:pt>
                <c:pt idx="1071">
                  <c:v>0.0288716457296</c:v>
                </c:pt>
                <c:pt idx="1072">
                  <c:v>0.0288308871522</c:v>
                </c:pt>
                <c:pt idx="1073">
                  <c:v>0.0287909059149</c:v>
                </c:pt>
                <c:pt idx="1074">
                  <c:v>0.0287516987401</c:v>
                </c:pt>
                <c:pt idx="1075">
                  <c:v>0.0287132622065</c:v>
                </c:pt>
                <c:pt idx="1076">
                  <c:v>0.0286755927422</c:v>
                </c:pt>
                <c:pt idx="1077">
                  <c:v>0.0286386866187</c:v>
                </c:pt>
                <c:pt idx="1078">
                  <c:v>0.0286025399444</c:v>
                </c:pt>
                <c:pt idx="1079">
                  <c:v>0.0285671486595</c:v>
                </c:pt>
                <c:pt idx="1080">
                  <c:v>0.0285325085294</c:v>
                </c:pt>
                <c:pt idx="1081">
                  <c:v>0.0284986151398</c:v>
                </c:pt>
                <c:pt idx="1082">
                  <c:v>0.0284654638909</c:v>
                </c:pt>
                <c:pt idx="1083">
                  <c:v>0.0284330499931</c:v>
                </c:pt>
                <c:pt idx="1084">
                  <c:v>0.0284013684614</c:v>
                </c:pt>
                <c:pt idx="1085">
                  <c:v>0.0283704141114</c:v>
                </c:pt>
                <c:pt idx="1086">
                  <c:v>0.028340181555</c:v>
                </c:pt>
                <c:pt idx="1087">
                  <c:v>0.028310665196</c:v>
                </c:pt>
                <c:pt idx="1088">
                  <c:v>0.0282818592274</c:v>
                </c:pt>
                <c:pt idx="1089">
                  <c:v>0.0282537576271</c:v>
                </c:pt>
                <c:pt idx="1090">
                  <c:v>0.0282263541556</c:v>
                </c:pt>
                <c:pt idx="1091">
                  <c:v>0.028199642353</c:v>
                </c:pt>
                <c:pt idx="1092">
                  <c:v>0.028173615537</c:v>
                </c:pt>
                <c:pt idx="1093">
                  <c:v>0.0281482668007</c:v>
                </c:pt>
                <c:pt idx="1094">
                  <c:v>0.0281235890112</c:v>
                </c:pt>
                <c:pt idx="1095">
                  <c:v>0.0280995748086</c:v>
                </c:pt>
                <c:pt idx="1096">
                  <c:v>0.0280762166048</c:v>
                </c:pt>
                <c:pt idx="1097">
                  <c:v>0.0280535065836</c:v>
                </c:pt>
                <c:pt idx="1098">
                  <c:v>0.0280314367004</c:v>
                </c:pt>
                <c:pt idx="1099">
                  <c:v>0.0280099986825</c:v>
                </c:pt>
                <c:pt idx="1100">
                  <c:v>0.0279891840305</c:v>
                </c:pt>
                <c:pt idx="1101">
                  <c:v>0.0279689840185</c:v>
                </c:pt>
                <c:pt idx="1102">
                  <c:v>0.0279493896968</c:v>
                </c:pt>
                <c:pt idx="1103">
                  <c:v>0.0279303918931</c:v>
                </c:pt>
                <c:pt idx="1104">
                  <c:v>0.0279119812152</c:v>
                </c:pt>
                <c:pt idx="1105">
                  <c:v>0.0278941480537</c:v>
                </c:pt>
                <c:pt idx="1106">
                  <c:v>0.0278768825851</c:v>
                </c:pt>
                <c:pt idx="1107">
                  <c:v>0.0278601747755</c:v>
                </c:pt>
                <c:pt idx="1108">
                  <c:v>0.0278440143842</c:v>
                </c:pt>
                <c:pt idx="1109">
                  <c:v>0.0278283909681</c:v>
                </c:pt>
                <c:pt idx="1110">
                  <c:v>0.0278132938863</c:v>
                </c:pt>
                <c:pt idx="1111">
                  <c:v>0.0277987123047</c:v>
                </c:pt>
                <c:pt idx="1112">
                  <c:v>0.0277846352014</c:v>
                </c:pt>
                <c:pt idx="1113">
                  <c:v>0.027771051372</c:v>
                </c:pt>
                <c:pt idx="1114">
                  <c:v>0.0277579494355</c:v>
                </c:pt>
                <c:pt idx="1115">
                  <c:v>0.02774531784</c:v>
                </c:pt>
                <c:pt idx="1116">
                  <c:v>0.0277331448693</c:v>
                </c:pt>
                <c:pt idx="1117">
                  <c:v>0.0277214186489</c:v>
                </c:pt>
                <c:pt idx="1118">
                  <c:v>0.0277101271525</c:v>
                </c:pt>
                <c:pt idx="1119">
                  <c:v>0.0276992582093</c:v>
                </c:pt>
                <c:pt idx="1120">
                  <c:v>0.0276887995103</c:v>
                </c:pt>
                <c:pt idx="1121">
                  <c:v>0.0276787386153</c:v>
                </c:pt>
                <c:pt idx="1122">
                  <c:v>0.0276690629605</c:v>
                </c:pt>
                <c:pt idx="1123">
                  <c:v>0.0276597598647</c:v>
                </c:pt>
                <c:pt idx="1124">
                  <c:v>0.0276508165372</c:v>
                </c:pt>
                <c:pt idx="1125">
                  <c:v>0.0276422200846</c:v>
                </c:pt>
                <c:pt idx="1126">
                  <c:v>0.0276339575178</c:v>
                </c:pt>
                <c:pt idx="1127">
                  <c:v>0.0276260157592</c:v>
                </c:pt>
                <c:pt idx="1128">
                  <c:v>0.0276183816496</c:v>
                </c:pt>
                <c:pt idx="1129">
                  <c:v>0.027611041955</c:v>
                </c:pt>
                <c:pt idx="1130">
                  <c:v>0.0276039833734</c:v>
                </c:pt>
                <c:pt idx="1131">
                  <c:v>0.0275971925414</c:v>
                </c:pt>
                <c:pt idx="1132">
                  <c:v>0.0275906560402</c:v>
                </c:pt>
                <c:pt idx="1133">
                  <c:v>0.0275843604024</c:v>
                </c:pt>
                <c:pt idx="1134">
                  <c:v>0.0275782921173</c:v>
                </c:pt>
                <c:pt idx="1135">
                  <c:v>0.027572437637</c:v>
                </c:pt>
                <c:pt idx="1136">
                  <c:v>0.0275667833815</c:v>
                </c:pt>
                <c:pt idx="1137">
                  <c:v>0.0275613157442</c:v>
                </c:pt>
                <c:pt idx="1138">
                  <c:v>0.0275560210963</c:v>
                </c:pt>
                <c:pt idx="1139">
                  <c:v>0.0275508857915</c:v>
                </c:pt>
                <c:pt idx="1140">
                  <c:v>0.0275458961699</c:v>
                </c:pt>
                <c:pt idx="1141">
                  <c:v>0.0275410385623</c:v>
                </c:pt>
                <c:pt idx="1142">
                  <c:v>0.0275362992929</c:v>
                </c:pt>
                <c:pt idx="1143">
                  <c:v>0.0275316646827</c:v>
                </c:pt>
                <c:pt idx="1144">
                  <c:v>0.0275271210522</c:v>
                </c:pt>
                <c:pt idx="1145">
                  <c:v>0.0275226547233</c:v>
                </c:pt>
                <c:pt idx="1146">
                  <c:v>0.0275182520215</c:v>
                </c:pt>
                <c:pt idx="1147">
                  <c:v>0.0275138992768</c:v>
                </c:pt>
                <c:pt idx="1148">
                  <c:v>0.0275095828252</c:v>
                </c:pt>
                <c:pt idx="1149">
                  <c:v>0.027505289009</c:v>
                </c:pt>
                <c:pt idx="1150">
                  <c:v>0.0275010041769</c:v>
                </c:pt>
                <c:pt idx="1151">
                  <c:v>0.027496714684</c:v>
                </c:pt>
                <c:pt idx="1152">
                  <c:v>0.0274924068908</c:v>
                </c:pt>
                <c:pt idx="1153">
                  <c:v>0.0274880671623</c:v>
                </c:pt>
                <c:pt idx="1154">
                  <c:v>0.0274836818668</c:v>
                </c:pt>
                <c:pt idx="1155">
                  <c:v>0.0274792373735</c:v>
                </c:pt>
                <c:pt idx="1156">
                  <c:v>0.0274747200507</c:v>
                </c:pt>
                <c:pt idx="1157">
                  <c:v>0.027470116263</c:v>
                </c:pt>
                <c:pt idx="1158">
                  <c:v>0.0274654123686</c:v>
                </c:pt>
                <c:pt idx="1159">
                  <c:v>0.0274605947159</c:v>
                </c:pt>
                <c:pt idx="1160">
                  <c:v>0.0274556496396</c:v>
                </c:pt>
                <c:pt idx="1161">
                  <c:v>0.0274505634577</c:v>
                </c:pt>
                <c:pt idx="1162">
                  <c:v>0.0274453224665</c:v>
                </c:pt>
                <c:pt idx="1163">
                  <c:v>0.0274399129365</c:v>
                </c:pt>
                <c:pt idx="1164">
                  <c:v>0.0274343211082</c:v>
                </c:pt>
                <c:pt idx="1165">
                  <c:v>0.0274285331867</c:v>
                </c:pt>
                <c:pt idx="1166">
                  <c:v>0.0274225353372</c:v>
                </c:pt>
                <c:pt idx="1167">
                  <c:v>0.0274163136797</c:v>
                </c:pt>
                <c:pt idx="1168">
                  <c:v>0.0274098542838</c:v>
                </c:pt>
                <c:pt idx="1169">
                  <c:v>0.0274031431635</c:v>
                </c:pt>
                <c:pt idx="1170">
                  <c:v>0.0273961662718</c:v>
                </c:pt>
                <c:pt idx="1171">
                  <c:v>0.0273889094956</c:v>
                </c:pt>
                <c:pt idx="1172">
                  <c:v>0.0273813586501</c:v>
                </c:pt>
                <c:pt idx="1173">
                  <c:v>0.0273734994739</c:v>
                </c:pt>
                <c:pt idx="1174">
                  <c:v>0.0273653176237</c:v>
                </c:pt>
                <c:pt idx="1175">
                  <c:v>0.0273567986695</c:v>
                </c:pt>
                <c:pt idx="1176">
                  <c:v>0.0273479280895</c:v>
                </c:pt>
                <c:pt idx="1177">
                  <c:v>0.0273386912662</c:v>
                </c:pt>
                <c:pt idx="1178">
                  <c:v>0.0273290734814</c:v>
                </c:pt>
                <c:pt idx="1179">
                  <c:v>0.027319059913</c:v>
                </c:pt>
                <c:pt idx="1180">
                  <c:v>0.0273086356307</c:v>
                </c:pt>
                <c:pt idx="1181">
                  <c:v>0.0272977855936</c:v>
                </c:pt>
                <c:pt idx="1182">
                  <c:v>0.0272864946467</c:v>
                </c:pt>
                <c:pt idx="1183">
                  <c:v>0.0272747475192</c:v>
                </c:pt>
                <c:pt idx="1184">
                  <c:v>0.0272625288228</c:v>
                </c:pt>
                <c:pt idx="1185">
                  <c:v>0.0272498230502</c:v>
                </c:pt>
                <c:pt idx="1186">
                  <c:v>0.027236614575</c:v>
                </c:pt>
                <c:pt idx="1187">
                  <c:v>0.0272228876517</c:v>
                </c:pt>
                <c:pt idx="1188">
                  <c:v>0.0272086264168</c:v>
                </c:pt>
                <c:pt idx="1189">
                  <c:v>0.0271938148902</c:v>
                </c:pt>
                <c:pt idx="1190">
                  <c:v>0.0271784369777</c:v>
                </c:pt>
                <c:pt idx="1191">
                  <c:v>0.0271624764743</c:v>
                </c:pt>
                <c:pt idx="1192">
                  <c:v>0.0271459170687</c:v>
                </c:pt>
                <c:pt idx="1193">
                  <c:v>0.0271287423477</c:v>
                </c:pt>
                <c:pt idx="1194">
                  <c:v>0.0271109358028</c:v>
                </c:pt>
                <c:pt idx="1195">
                  <c:v>0.0270924808368</c:v>
                </c:pt>
                <c:pt idx="1196">
                  <c:v>0.027073360772</c:v>
                </c:pt>
                <c:pt idx="1197">
                  <c:v>0.0270535588593</c:v>
                </c:pt>
                <c:pt idx="1198">
                  <c:v>0.0270330582878</c:v>
                </c:pt>
                <c:pt idx="1199">
                  <c:v>0.0270118421967</c:v>
                </c:pt>
                <c:pt idx="1200">
                  <c:v>0.026989893687</c:v>
                </c:pt>
                <c:pt idx="1201">
                  <c:v>0.0269671958352</c:v>
                </c:pt>
                <c:pt idx="1202">
                  <c:v>0.0269437317076</c:v>
                </c:pt>
                <c:pt idx="1203">
                  <c:v>0.0269194843763</c:v>
                </c:pt>
                <c:pt idx="1204">
                  <c:v>0.0268944369356</c:v>
                </c:pt>
                <c:pt idx="1205">
                  <c:v>0.0268685725203</c:v>
                </c:pt>
                <c:pt idx="1206">
                  <c:v>0.0268418743246</c:v>
                </c:pt>
                <c:pt idx="1207">
                  <c:v>0.0268143256226</c:v>
                </c:pt>
                <c:pt idx="1208">
                  <c:v>0.0267859097893</c:v>
                </c:pt>
                <c:pt idx="1209">
                  <c:v>0.0267566103234</c:v>
                </c:pt>
                <c:pt idx="1210">
                  <c:v>0.0267264108706</c:v>
                </c:pt>
                <c:pt idx="1211">
                  <c:v>0.0266952952484</c:v>
                </c:pt>
                <c:pt idx="1212">
                  <c:v>0.0266632474716</c:v>
                </c:pt>
                <c:pt idx="1213">
                  <c:v>0.026630251779</c:v>
                </c:pt>
                <c:pt idx="1214">
                  <c:v>0.0265962926608</c:v>
                </c:pt>
                <c:pt idx="1215">
                  <c:v>0.0265613548872</c:v>
                </c:pt>
                <c:pt idx="1216">
                  <c:v>0.0265254235374</c:v>
                </c:pt>
                <c:pt idx="1217">
                  <c:v>0.0264884840299</c:v>
                </c:pt>
                <c:pt idx="1218">
                  <c:v>0.026450522153</c:v>
                </c:pt>
                <c:pt idx="1219">
                  <c:v>0.0264115240961</c:v>
                </c:pt>
                <c:pt idx="1220">
                  <c:v>0.0263714764815</c:v>
                </c:pt>
                <c:pt idx="1221">
                  <c:v>0.0263303663971</c:v>
                </c:pt>
                <c:pt idx="1222">
                  <c:v>0.0262881814285</c:v>
                </c:pt>
                <c:pt idx="1223">
                  <c:v>0.0262449096923</c:v>
                </c:pt>
                <c:pt idx="1224">
                  <c:v>0.026200539869</c:v>
                </c:pt>
                <c:pt idx="1225">
                  <c:v>0.0261550612362</c:v>
                </c:pt>
                <c:pt idx="1226">
                  <c:v>0.0261084637017</c:v>
                </c:pt>
                <c:pt idx="1227">
                  <c:v>0.026060737836</c:v>
                </c:pt>
                <c:pt idx="1228">
                  <c:v>0.0260118749056</c:v>
                </c:pt>
                <c:pt idx="1229">
                  <c:v>0.0259618669043</c:v>
                </c:pt>
                <c:pt idx="1230">
                  <c:v>0.0259107065854</c:v>
                </c:pt>
                <c:pt idx="1231">
                  <c:v>0.0258583874923</c:v>
                </c:pt>
                <c:pt idx="1232">
                  <c:v>0.0258049039885</c:v>
                </c:pt>
                <c:pt idx="1233">
                  <c:v>0.025750251287</c:v>
                </c:pt>
                <c:pt idx="1234">
                  <c:v>0.0256944254782</c:v>
                </c:pt>
                <c:pt idx="1235">
                  <c:v>0.0256374235566</c:v>
                </c:pt>
                <c:pt idx="1236">
                  <c:v>0.0255792434463</c:v>
                </c:pt>
                <c:pt idx="1237">
                  <c:v>0.0255198840252</c:v>
                </c:pt>
                <c:pt idx="1238">
                  <c:v>0.025459345147</c:v>
                </c:pt>
                <c:pt idx="1239">
                  <c:v>0.0253976276619</c:v>
                </c:pt>
                <c:pt idx="1240">
                  <c:v>0.0253347334357</c:v>
                </c:pt>
                <c:pt idx="1241">
                  <c:v>0.0252706653662</c:v>
                </c:pt>
                <c:pt idx="1242">
                  <c:v>0.0252054273979</c:v>
                </c:pt>
                <c:pt idx="1243">
                  <c:v>0.0251390245348</c:v>
                </c:pt>
                <c:pt idx="1244">
                  <c:v>0.0250714628503</c:v>
                </c:pt>
                <c:pt idx="1245">
                  <c:v>0.0250027494952</c:v>
                </c:pt>
                <c:pt idx="1246">
                  <c:v>0.0249328927032</c:v>
                </c:pt>
                <c:pt idx="1247">
                  <c:v>0.0248619017935</c:v>
                </c:pt>
                <c:pt idx="1248">
                  <c:v>0.0247897871713</c:v>
                </c:pt>
                <c:pt idx="1249">
                  <c:v>0.0247165603254</c:v>
                </c:pt>
                <c:pt idx="1250">
                  <c:v>0.0246422338231</c:v>
                </c:pt>
                <c:pt idx="1251">
                  <c:v>0.0245668213028</c:v>
                </c:pt>
                <c:pt idx="1252">
                  <c:v>0.0244903374633</c:v>
                </c:pt>
                <c:pt idx="1253">
                  <c:v>0.0244127980507</c:v>
                </c:pt>
                <c:pt idx="1254">
                  <c:v>0.024334219843</c:v>
                </c:pt>
                <c:pt idx="1255">
                  <c:v>0.0242546206312</c:v>
                </c:pt>
                <c:pt idx="1256">
                  <c:v>0.0241740191988</c:v>
                </c:pt>
                <c:pt idx="1257">
                  <c:v>0.0240924352975</c:v>
                </c:pt>
                <c:pt idx="1258">
                  <c:v>0.0240098896216</c:v>
                </c:pt>
                <c:pt idx="1259">
                  <c:v>0.0239264037793</c:v>
                </c:pt>
                <c:pt idx="1260">
                  <c:v>0.0238420002618</c:v>
                </c:pt>
                <c:pt idx="1261">
                  <c:v>0.0237567024103</c:v>
                </c:pt>
                <c:pt idx="1262">
                  <c:v>0.0236705343805</c:v>
                </c:pt>
                <c:pt idx="1263">
                  <c:v>0.0235835211057</c:v>
                </c:pt>
                <c:pt idx="1264">
                  <c:v>0.0234956882574</c:v>
                </c:pt>
                <c:pt idx="1265">
                  <c:v>0.0234070622047</c:v>
                </c:pt>
                <c:pt idx="1266">
                  <c:v>0.023317669972</c:v>
                </c:pt>
                <c:pt idx="1267">
                  <c:v>0.0232275391946</c:v>
                </c:pt>
                <c:pt idx="1268">
                  <c:v>0.0231366980744</c:v>
                </c:pt>
                <c:pt idx="1269">
                  <c:v>0.0230451753331</c:v>
                </c:pt>
                <c:pt idx="1270">
                  <c:v>0.0229530001653</c:v>
                </c:pt>
                <c:pt idx="1271">
                  <c:v>0.0228602021906</c:v>
                </c:pt>
                <c:pt idx="1272">
                  <c:v>0.0227668114053</c:v>
                </c:pt>
                <c:pt idx="1273">
                  <c:v>0.0226728581334</c:v>
                </c:pt>
                <c:pt idx="1274">
                  <c:v>0.0225783729775</c:v>
                </c:pt>
                <c:pt idx="1275">
                  <c:v>0.0224833867695</c:v>
                </c:pt>
                <c:pt idx="1276">
                  <c:v>0.0223879305222</c:v>
                </c:pt>
                <c:pt idx="1277">
                  <c:v>0.0222920353796</c:v>
                </c:pt>
                <c:pt idx="1278">
                  <c:v>0.0221957325693</c:v>
                </c:pt>
                <c:pt idx="1279">
                  <c:v>0.0220990533546</c:v>
                </c:pt>
                <c:pt idx="1280">
                  <c:v>0.0220020289871</c:v>
                </c:pt>
                <c:pt idx="1281">
                  <c:v>0.0219046906612</c:v>
                </c:pt>
                <c:pt idx="1282">
                  <c:v>0.0218070694688</c:v>
                </c:pt>
                <c:pt idx="1283">
                  <c:v>0.021709196355</c:v>
                </c:pt>
                <c:pt idx="1284">
                  <c:v>0.0216111020761</c:v>
                </c:pt>
                <c:pt idx="1285">
                  <c:v>0.0215128171576</c:v>
                </c:pt>
                <c:pt idx="1286">
                  <c:v>0.0214143718551</c:v>
                </c:pt>
                <c:pt idx="1287">
                  <c:v>0.0213157961154</c:v>
                </c:pt>
                <c:pt idx="1288">
                  <c:v>0.0212171195404</c:v>
                </c:pt>
                <c:pt idx="1289">
                  <c:v>0.0211183713521</c:v>
                </c:pt>
                <c:pt idx="1290">
                  <c:v>0.0210195803591</c:v>
                </c:pt>
                <c:pt idx="1291">
                  <c:v>0.0209207749261</c:v>
                </c:pt>
                <c:pt idx="1292">
                  <c:v>0.0208219829437</c:v>
                </c:pt>
                <c:pt idx="1293">
                  <c:v>0.0207232318014</c:v>
                </c:pt>
                <c:pt idx="1294">
                  <c:v>0.020624548362</c:v>
                </c:pt>
                <c:pt idx="1295">
                  <c:v>0.0205259589377</c:v>
                </c:pt>
                <c:pt idx="1296">
                  <c:v>0.0204274892686</c:v>
                </c:pt>
                <c:pt idx="1297">
                  <c:v>0.0203291645028</c:v>
                </c:pt>
                <c:pt idx="1298">
                  <c:v>0.0202310091788</c:v>
                </c:pt>
                <c:pt idx="1299">
                  <c:v>0.0201330472091</c:v>
                </c:pt>
                <c:pt idx="1300">
                  <c:v>0.0200353018666</c:v>
                </c:pt>
                <c:pt idx="1301">
                  <c:v>0.019937795772</c:v>
                </c:pt>
                <c:pt idx="1302">
                  <c:v>0.0198405508835</c:v>
                </c:pt>
                <c:pt idx="1303">
                  <c:v>0.0197435884884</c:v>
                </c:pt>
                <c:pt idx="1304">
                  <c:v>0.0196469291953</c:v>
                </c:pt>
                <c:pt idx="1305">
                  <c:v>0.0195505929298</c:v>
                </c:pt>
                <c:pt idx="1306">
                  <c:v>0.01945459893</c:v>
                </c:pt>
                <c:pt idx="1307">
                  <c:v>0.0193589657445</c:v>
                </c:pt>
                <c:pt idx="1308">
                  <c:v>0.019263711232</c:v>
                </c:pt>
                <c:pt idx="1309">
                  <c:v>0.0191688525612</c:v>
                </c:pt>
                <c:pt idx="1310">
                  <c:v>0.0190744062137</c:v>
                </c:pt>
                <c:pt idx="1311">
                  <c:v>0.0189803879865</c:v>
                </c:pt>
                <c:pt idx="1312">
                  <c:v>0.0188868129969</c:v>
                </c:pt>
                <c:pt idx="1313">
                  <c:v>0.0187936956877</c:v>
                </c:pt>
                <c:pt idx="1314">
                  <c:v>0.0187010498342</c:v>
                </c:pt>
                <c:pt idx="1315">
                  <c:v>0.0186088885514</c:v>
                </c:pt>
                <c:pt idx="1316">
                  <c:v>0.0185172243029</c:v>
                </c:pt>
                <c:pt idx="1317">
                  <c:v>0.0184260689097</c:v>
                </c:pt>
                <c:pt idx="1318">
                  <c:v>0.0183354335609</c:v>
                </c:pt>
                <c:pt idx="1319">
                  <c:v>0.0182453288239</c:v>
                </c:pt>
                <c:pt idx="1320">
                  <c:v>0.0181557646565</c:v>
                </c:pt>
                <c:pt idx="1321">
                  <c:v>0.0180667504182</c:v>
                </c:pt>
                <c:pt idx="1322">
                  <c:v>0.0179782948832</c:v>
                </c:pt>
                <c:pt idx="1323">
                  <c:v>0.0178904062531</c:v>
                </c:pt>
                <c:pt idx="1324">
                  <c:v>0.0178030921706</c:v>
                </c:pt>
                <c:pt idx="1325">
                  <c:v>0.0177163597327</c:v>
                </c:pt>
                <c:pt idx="1326">
                  <c:v>0.0176302155051</c:v>
                </c:pt>
                <c:pt idx="1327">
                  <c:v>0.0175446655362</c:v>
                </c:pt>
                <c:pt idx="1328">
                  <c:v>0.0174597153717</c:v>
                </c:pt>
                <c:pt idx="1329">
                  <c:v>0.0173753700687</c:v>
                </c:pt>
                <c:pt idx="1330">
                  <c:v>0.0172916342107</c:v>
                </c:pt>
                <c:pt idx="1331">
                  <c:v>0.0172085119225</c:v>
                </c:pt>
                <c:pt idx="1332">
                  <c:v>0.0171260068843</c:v>
                </c:pt>
                <c:pt idx="1333">
                  <c:v>0.0170441223467</c:v>
                </c:pt>
                <c:pt idx="1334">
                  <c:v>0.0169628611457</c:v>
                </c:pt>
                <c:pt idx="1335">
                  <c:v>0.0168822257166</c:v>
                </c:pt>
                <c:pt idx="1336">
                  <c:v>0.0168022181089</c:v>
                </c:pt>
                <c:pt idx="1337">
                  <c:v>0.0167228400004</c:v>
                </c:pt>
                <c:pt idx="1338">
                  <c:v>0.0166440927117</c:v>
                </c:pt>
                <c:pt idx="1339">
                  <c:v>0.0165659772197</c:v>
                </c:pt>
                <c:pt idx="1340">
                  <c:v>0.0164884941718</c:v>
                </c:pt>
                <c:pt idx="1341">
                  <c:v>0.0164116438992</c:v>
                </c:pt>
                <c:pt idx="1342">
                  <c:v>0.0163354264303</c:v>
                </c:pt>
                <c:pt idx="1343">
                  <c:v>0.016259841504</c:v>
                </c:pt>
                <c:pt idx="1344">
                  <c:v>0.0161848885821</c:v>
                </c:pt>
                <c:pt idx="1345">
                  <c:v>0.0161105668622</c:v>
                </c:pt>
                <c:pt idx="1346">
                  <c:v>0.0160368752899</c:v>
                </c:pt>
                <c:pt idx="1347">
                  <c:v>0.0159638125707</c:v>
                </c:pt>
                <c:pt idx="1348">
                  <c:v>0.0158913771817</c:v>
                </c:pt>
                <c:pt idx="1349">
                  <c:v>0.0158195673832</c:v>
                </c:pt>
                <c:pt idx="1350">
                  <c:v>0.0157483812294</c:v>
                </c:pt>
                <c:pt idx="1351">
                  <c:v>0.0156778165795</c:v>
                </c:pt>
                <c:pt idx="1352">
                  <c:v>0.0156078711081</c:v>
                </c:pt>
                <c:pt idx="1353">
                  <c:v>0.0155385423152</c:v>
                </c:pt>
                <c:pt idx="1354">
                  <c:v>0.0154698275364</c:v>
                </c:pt>
                <c:pt idx="1355">
                  <c:v>0.0154017239519</c:v>
                </c:pt>
                <c:pt idx="1356">
                  <c:v>0.0153342285964</c:v>
                </c:pt>
                <c:pt idx="1357">
                  <c:v>0.0152673383673</c:v>
                </c:pt>
                <c:pt idx="1358">
                  <c:v>0.015201050034</c:v>
                </c:pt>
                <c:pt idx="1359">
                  <c:v>0.0151353602457</c:v>
                </c:pt>
                <c:pt idx="1360">
                  <c:v>0.0150702655398</c:v>
                </c:pt>
                <c:pt idx="1361">
                  <c:v>0.0150057623493</c:v>
                </c:pt>
                <c:pt idx="1362">
                  <c:v>0.0149418470105</c:v>
                </c:pt>
                <c:pt idx="1363">
                  <c:v>0.0148785157702</c:v>
                </c:pt>
                <c:pt idx="1364">
                  <c:v>0.0148157647921</c:v>
                </c:pt>
                <c:pt idx="1365">
                  <c:v>0.0147535901641</c:v>
                </c:pt>
                <c:pt idx="1366">
                  <c:v>0.0146919879041</c:v>
                </c:pt>
                <c:pt idx="1367">
                  <c:v>0.0146309539664</c:v>
                </c:pt>
                <c:pt idx="1368">
                  <c:v>0.0145704842473</c:v>
                </c:pt>
                <c:pt idx="1369">
                  <c:v>0.0145105745908</c:v>
                </c:pt>
                <c:pt idx="1370">
                  <c:v>0.014451220794</c:v>
                </c:pt>
                <c:pt idx="1371">
                  <c:v>0.014392418612</c:v>
                </c:pt>
                <c:pt idx="1372">
                  <c:v>0.0143341637631</c:v>
                </c:pt>
                <c:pt idx="1373">
                  <c:v>0.0142764519329</c:v>
                </c:pt>
                <c:pt idx="1374">
                  <c:v>0.0142192787792</c:v>
                </c:pt>
                <c:pt idx="1375">
                  <c:v>0.0141626399363</c:v>
                </c:pt>
                <c:pt idx="1376">
                  <c:v>0.0141065310184</c:v>
                </c:pt>
                <c:pt idx="1377">
                  <c:v>0.0140509476242</c:v>
                </c:pt>
                <c:pt idx="1378">
                  <c:v>0.0139958853398</c:v>
                </c:pt>
                <c:pt idx="1379">
                  <c:v>0.0139413397426</c:v>
                </c:pt>
                <c:pt idx="1380">
                  <c:v>0.0138873064045</c:v>
                </c:pt>
                <c:pt idx="1381">
                  <c:v>0.0138337808949</c:v>
                </c:pt>
                <c:pt idx="1382">
                  <c:v>0.0137807587837</c:v>
                </c:pt>
                <c:pt idx="1383">
                  <c:v>0.0137282356438</c:v>
                </c:pt>
                <c:pt idx="1384">
                  <c:v>0.0136762070542</c:v>
                </c:pt>
                <c:pt idx="1385">
                  <c:v>0.013624668602</c:v>
                </c:pt>
                <c:pt idx="1386">
                  <c:v>0.0135736158851</c:v>
                </c:pt>
                <c:pt idx="1387">
                  <c:v>0.0135230445139</c:v>
                </c:pt>
                <c:pt idx="1388">
                  <c:v>0.0134729501139</c:v>
                </c:pt>
                <c:pt idx="1389">
                  <c:v>0.0134233283272</c:v>
                </c:pt>
                <c:pt idx="1390">
                  <c:v>0.0133741748145</c:v>
                </c:pt>
                <c:pt idx="1391">
                  <c:v>0.0133254852568</c:v>
                </c:pt>
                <c:pt idx="1392">
                  <c:v>0.0132772553569</c:v>
                </c:pt>
                <c:pt idx="1393">
                  <c:v>0.0132294808407</c:v>
                </c:pt>
                <c:pt idx="1394">
                  <c:v>0.013182157459</c:v>
                </c:pt>
                <c:pt idx="1395">
                  <c:v>0.0131352809883</c:v>
                </c:pt>
                <c:pt idx="1396">
                  <c:v>0.0130888472322</c:v>
                </c:pt>
                <c:pt idx="1397">
                  <c:v>0.0130428520226</c:v>
                </c:pt>
                <c:pt idx="1398">
                  <c:v>0.0129972912205</c:v>
                </c:pt>
                <c:pt idx="1399">
                  <c:v>0.0129521607167</c:v>
                </c:pt>
                <c:pt idx="1400">
                  <c:v>0.0129074564334</c:v>
                </c:pt>
                <c:pt idx="1401">
                  <c:v>0.0128631743242</c:v>
                </c:pt>
                <c:pt idx="1402">
                  <c:v>0.0128193103749</c:v>
                </c:pt>
                <c:pt idx="1403">
                  <c:v>0.0127758606048</c:v>
                </c:pt>
                <c:pt idx="1404">
                  <c:v>0.0127328210664</c:v>
                </c:pt>
                <c:pt idx="1405">
                  <c:v>0.0126901878465</c:v>
                </c:pt>
                <c:pt idx="1406">
                  <c:v>0.0126479570664</c:v>
                </c:pt>
                <c:pt idx="1407">
                  <c:v>0.0126061248823</c:v>
                </c:pt>
                <c:pt idx="1408">
                  <c:v>0.0125646874859</c:v>
                </c:pt>
                <c:pt idx="1409">
                  <c:v>0.0125236411044</c:v>
                </c:pt>
                <c:pt idx="1410">
                  <c:v>0.0124829820011</c:v>
                </c:pt>
                <c:pt idx="1411">
                  <c:v>0.0124427064752</c:v>
                </c:pt>
                <c:pt idx="1412">
                  <c:v>0.0124028108626</c:v>
                </c:pt>
                <c:pt idx="1413">
                  <c:v>0.0123632915352</c:v>
                </c:pt>
                <c:pt idx="1414">
                  <c:v>0.0123241449021</c:v>
                </c:pt>
                <c:pt idx="1415">
                  <c:v>0.0122853674087</c:v>
                </c:pt>
                <c:pt idx="1416">
                  <c:v>0.0122469555373</c:v>
                </c:pt>
                <c:pt idx="1417">
                  <c:v>0.0122089058072</c:v>
                </c:pt>
                <c:pt idx="1418">
                  <c:v>0.0121712147745</c:v>
                </c:pt>
                <c:pt idx="1419">
                  <c:v>0.0121338790321</c:v>
                </c:pt>
                <c:pt idx="1420">
                  <c:v>0.0120968952096</c:v>
                </c:pt>
                <c:pt idx="1421">
                  <c:v>0.0120602599738</c:v>
                </c:pt>
                <c:pt idx="1422">
                  <c:v>0.012023970028</c:v>
                </c:pt>
                <c:pt idx="1423">
                  <c:v>0.0119880221122</c:v>
                </c:pt>
                <c:pt idx="1424">
                  <c:v>0.011952413003</c:v>
                </c:pt>
                <c:pt idx="1425">
                  <c:v>0.0119171395138</c:v>
                </c:pt>
                <c:pt idx="1426">
                  <c:v>0.0118821984939</c:v>
                </c:pt>
                <c:pt idx="1427">
                  <c:v>0.0118475868295</c:v>
                </c:pt>
                <c:pt idx="1428">
                  <c:v>0.0118133014425</c:v>
                </c:pt>
                <c:pt idx="1429">
                  <c:v>0.0117793392914</c:v>
                </c:pt>
                <c:pt idx="1430">
                  <c:v>0.0117456973701</c:v>
                </c:pt>
                <c:pt idx="1431">
                  <c:v>0.0117123727087</c:v>
                </c:pt>
                <c:pt idx="1432">
                  <c:v>0.0116793623729</c:v>
                </c:pt>
                <c:pt idx="1433">
                  <c:v>0.011646663464</c:v>
                </c:pt>
                <c:pt idx="1434">
                  <c:v>0.0116142731185</c:v>
                </c:pt>
                <c:pt idx="1435">
                  <c:v>0.0115821885084</c:v>
                </c:pt>
                <c:pt idx="1436">
                  <c:v>0.0115504068407</c:v>
                </c:pt>
                <c:pt idx="1437">
                  <c:v>0.0115189253575</c:v>
                </c:pt>
                <c:pt idx="1438">
                  <c:v>0.0114877413355</c:v>
                </c:pt>
                <c:pt idx="1439">
                  <c:v>0.0114568520863</c:v>
                </c:pt>
                <c:pt idx="1440">
                  <c:v>0.0114262549559</c:v>
                </c:pt>
                <c:pt idx="1441">
                  <c:v>0.0113959473248</c:v>
                </c:pt>
                <c:pt idx="1442">
                  <c:v>0.0113659266074</c:v>
                </c:pt>
                <c:pt idx="1443">
                  <c:v>0.0113361902526</c:v>
                </c:pt>
                <c:pt idx="1444">
                  <c:v>0.011306735743</c:v>
                </c:pt>
                <c:pt idx="1445">
                  <c:v>0.0112775605949</c:v>
                </c:pt>
                <c:pt idx="1446">
                  <c:v>0.0112486623582</c:v>
                </c:pt>
                <c:pt idx="1447">
                  <c:v>0.0112200386163</c:v>
                </c:pt>
                <c:pt idx="1448">
                  <c:v>0.0111916869859</c:v>
                </c:pt>
                <c:pt idx="1449">
                  <c:v>0.0111636051166</c:v>
                </c:pt>
                <c:pt idx="1450">
                  <c:v>0.0111357906912</c:v>
                </c:pt>
                <c:pt idx="1451">
                  <c:v>0.0111082414248</c:v>
                </c:pt>
                <c:pt idx="1452">
                  <c:v>0.0110809550655</c:v>
                </c:pt>
                <c:pt idx="1453">
                  <c:v>0.0110539293934</c:v>
                </c:pt>
                <c:pt idx="1454">
                  <c:v>0.011027162221</c:v>
                </c:pt>
                <c:pt idx="1455">
                  <c:v>0.0110006513925</c:v>
                </c:pt>
                <c:pt idx="1456">
                  <c:v>0.010974394784</c:v>
                </c:pt>
                <c:pt idx="1457">
                  <c:v>0.0109483903031</c:v>
                </c:pt>
                <c:pt idx="1458">
                  <c:v>0.0109226358884</c:v>
                </c:pt>
                <c:pt idx="1459">
                  <c:v>0.0108971295098</c:v>
                </c:pt>
                <c:pt idx="1460">
                  <c:v>0.0108718691678</c:v>
                </c:pt>
                <c:pt idx="1461">
                  <c:v>0.0108468528934</c:v>
                </c:pt>
                <c:pt idx="1462">
                  <c:v>0.0108220787479</c:v>
                </c:pt>
                <c:pt idx="1463">
                  <c:v>0.0107975448223</c:v>
                </c:pt>
                <c:pt idx="1464">
                  <c:v>0.0107732492373</c:v>
                </c:pt>
                <c:pt idx="1465">
                  <c:v>0.0107491901429</c:v>
                </c:pt>
                <c:pt idx="1466">
                  <c:v>0.0107253657179</c:v>
                </c:pt>
                <c:pt idx="1467">
                  <c:v>0.0107017741697</c:v>
                </c:pt>
                <c:pt idx="1468">
                  <c:v>0.010678413734</c:v>
                </c:pt>
                <c:pt idx="1469">
                  <c:v>0.0106552826741</c:v>
                </c:pt>
                <c:pt idx="1470">
                  <c:v>0.0106323792808</c:v>
                </c:pt>
                <c:pt idx="1471">
                  <c:v>0.0106097018719</c:v>
                </c:pt>
                <c:pt idx="1472">
                  <c:v>0.0105872487916</c:v>
                </c:pt>
                <c:pt idx="1473">
                  <c:v>0.0105650184102</c:v>
                </c:pt>
                <c:pt idx="1474">
                  <c:v>0.0105430091236</c:v>
                </c:pt>
                <c:pt idx="1475">
                  <c:v>0.0105212193529</c:v>
                </c:pt>
                <c:pt idx="1476">
                  <c:v>0.0104996475435</c:v>
                </c:pt>
                <c:pt idx="1477">
                  <c:v>0.0104782921651</c:v>
                </c:pt>
                <c:pt idx="1478">
                  <c:v>0.0104571517105</c:v>
                </c:pt>
                <c:pt idx="1479">
                  <c:v>0.0104362246958</c:v>
                </c:pt>
                <c:pt idx="1480">
                  <c:v>0.0104155096592</c:v>
                </c:pt>
                <c:pt idx="1481">
                  <c:v>0.0103950051605</c:v>
                </c:pt>
                <c:pt idx="1482">
                  <c:v>0.0103747097808</c:v>
                </c:pt>
                <c:pt idx="1483">
                  <c:v>0.0103546221213</c:v>
                </c:pt>
                <c:pt idx="1484">
                  <c:v>0.0103347408031</c:v>
                </c:pt>
                <c:pt idx="1485">
                  <c:v>0.0103150644665</c:v>
                </c:pt>
                <c:pt idx="1486">
                  <c:v>0.0102955917698</c:v>
                </c:pt>
                <c:pt idx="1487">
                  <c:v>0.0102763213891</c:v>
                </c:pt>
                <c:pt idx="1488">
                  <c:v>0.0102572520174</c:v>
                </c:pt>
                <c:pt idx="1489">
                  <c:v>0.0102383823637</c:v>
                </c:pt>
                <c:pt idx="1490">
                  <c:v>0.0102197111524</c:v>
                </c:pt>
                <c:pt idx="1491">
                  <c:v>0.0102012371225</c:v>
                </c:pt>
                <c:pt idx="1492">
                  <c:v>0.0101829590266</c:v>
                </c:pt>
                <c:pt idx="1493">
                  <c:v>0.0101648756303</c:v>
                </c:pt>
                <c:pt idx="1494">
                  <c:v>0.0101469857114</c:v>
                </c:pt>
                <c:pt idx="1495">
                  <c:v>0.0101292880586</c:v>
                </c:pt>
                <c:pt idx="1496">
                  <c:v>0.0101117814714</c:v>
                </c:pt>
                <c:pt idx="1497">
                  <c:v>0.0100944647584</c:v>
                </c:pt>
                <c:pt idx="1498">
                  <c:v>0.0100773367371</c:v>
                </c:pt>
                <c:pt idx="1499">
                  <c:v>0.0100603962325</c:v>
                </c:pt>
                <c:pt idx="1500">
                  <c:v>0.0100436420766</c:v>
                </c:pt>
                <c:pt idx="1501">
                  <c:v>0.0100270731072</c:v>
                </c:pt>
                <c:pt idx="1502">
                  <c:v>0.010010688167</c:v>
                </c:pt>
                <c:pt idx="1503">
                  <c:v>0.00999448610311</c:v>
                </c:pt>
                <c:pt idx="1504">
                  <c:v>0.00997846576535</c:v>
                </c:pt>
                <c:pt idx="1505">
                  <c:v>0.00996262600599</c:v>
                </c:pt>
                <c:pt idx="1506">
                  <c:v>0.00994696567849</c:v>
                </c:pt>
                <c:pt idx="1507">
                  <c:v>0.00993148363668</c:v>
                </c:pt>
                <c:pt idx="1508">
                  <c:v>0.00991617873379</c:v>
                </c:pt>
                <c:pt idx="1509">
                  <c:v>0.00990104982153</c:v>
                </c:pt>
                <c:pt idx="1510">
                  <c:v>0.00988609574917</c:v>
                </c:pt>
                <c:pt idx="1511">
                  <c:v>0.00987131536261</c:v>
                </c:pt>
                <c:pt idx="1512">
                  <c:v>0.00985670750351</c:v>
                </c:pt>
                <c:pt idx="1513">
                  <c:v>0.00984227100835</c:v>
                </c:pt>
                <c:pt idx="1514">
                  <c:v>0.00982800470756</c:v>
                </c:pt>
                <c:pt idx="1515">
                  <c:v>0.00981390742467</c:v>
                </c:pt>
                <c:pt idx="1516">
                  <c:v>0.00979997797542</c:v>
                </c:pt>
                <c:pt idx="1517">
                  <c:v>0.00978621516696</c:v>
                </c:pt>
                <c:pt idx="1518">
                  <c:v>0.00977261779701</c:v>
                </c:pt>
                <c:pt idx="1519">
                  <c:v>0.00975918465307</c:v>
                </c:pt>
                <c:pt idx="1520">
                  <c:v>0.00974591451169</c:v>
                </c:pt>
                <c:pt idx="1521">
                  <c:v>0.00973280613768</c:v>
                </c:pt>
                <c:pt idx="1522">
                  <c:v>0.00971985828346</c:v>
                </c:pt>
                <c:pt idx="1523">
                  <c:v>0.00970706968833</c:v>
                </c:pt>
                <c:pt idx="1524">
                  <c:v>0.00969443907788</c:v>
                </c:pt>
                <c:pt idx="1525">
                  <c:v>0.00968196516336</c:v>
                </c:pt>
                <c:pt idx="1526">
                  <c:v>0.00966964664115</c:v>
                </c:pt>
                <c:pt idx="1527">
                  <c:v>0.00965748219223</c:v>
                </c:pt>
                <c:pt idx="1528">
                  <c:v>0.00964547048168</c:v>
                </c:pt>
                <c:pt idx="1529">
                  <c:v>0.00963361015832</c:v>
                </c:pt>
                <c:pt idx="1530">
                  <c:v>0.00962189985431</c:v>
                </c:pt>
                <c:pt idx="1531">
                  <c:v>0.00961033818483</c:v>
                </c:pt>
                <c:pt idx="1532">
                  <c:v>0.00959892374781</c:v>
                </c:pt>
                <c:pt idx="1533">
                  <c:v>0.00958765512376</c:v>
                </c:pt>
                <c:pt idx="1534">
                  <c:v>0.00957653087561</c:v>
                </c:pt>
                <c:pt idx="1535">
                  <c:v>0.00956554954863</c:v>
                </c:pt>
                <c:pt idx="1536">
                  <c:v>0.00955470967041</c:v>
                </c:pt>
                <c:pt idx="1537">
                  <c:v>0.00954400975091</c:v>
                </c:pt>
                <c:pt idx="1538">
                  <c:v>0.00953344828262</c:v>
                </c:pt>
                <c:pt idx="1539">
                  <c:v>0.00952302374068</c:v>
                </c:pt>
                <c:pt idx="1540">
                  <c:v>0.00951273458321</c:v>
                </c:pt>
                <c:pt idx="1541">
                  <c:v>0.0095025792516</c:v>
                </c:pt>
                <c:pt idx="1542">
                  <c:v>0.0094925561709</c:v>
                </c:pt>
                <c:pt idx="1543">
                  <c:v>0.00948266375037</c:v>
                </c:pt>
                <c:pt idx="1544">
                  <c:v>0.00947290038396</c:v>
                </c:pt>
                <c:pt idx="1545">
                  <c:v>0.00946326445098</c:v>
                </c:pt>
                <c:pt idx="1546">
                  <c:v>0.00945375431681</c:v>
                </c:pt>
                <c:pt idx="1547">
                  <c:v>0.00944436833364</c:v>
                </c:pt>
                <c:pt idx="1548">
                  <c:v>0.00943510484137</c:v>
                </c:pt>
                <c:pt idx="1549">
                  <c:v>0.00942596216849</c:v>
                </c:pt>
                <c:pt idx="1550">
                  <c:v>0.00941693863312</c:v>
                </c:pt>
                <c:pt idx="1551">
                  <c:v>0.00940803254406</c:v>
                </c:pt>
                <c:pt idx="1552">
                  <c:v>0.00939924220194</c:v>
                </c:pt>
                <c:pt idx="1553">
                  <c:v>0.00939056590041</c:v>
                </c:pt>
                <c:pt idx="1554">
                  <c:v>0.00938200192742</c:v>
                </c:pt>
                <c:pt idx="1555">
                  <c:v>0.00937354856656</c:v>
                </c:pt>
                <c:pt idx="1556">
                  <c:v>0.00936520409845</c:v>
                </c:pt>
                <c:pt idx="1557">
                  <c:v>0.00935696680218</c:v>
                </c:pt>
                <c:pt idx="1558">
                  <c:v>0.00934883495683</c:v>
                </c:pt>
                <c:pt idx="1559">
                  <c:v>0.00934080684301</c:v>
                </c:pt>
                <c:pt idx="1560">
                  <c:v>0.00933288074446</c:v>
                </c:pt>
                <c:pt idx="1561">
                  <c:v>0.00932505494971</c:v>
                </c:pt>
                <c:pt idx="1562">
                  <c:v>0.0093173277537</c:v>
                </c:pt>
                <c:pt idx="1563">
                  <c:v>0.00930969745955</c:v>
                </c:pt>
                <c:pt idx="1564">
                  <c:v>0.00930216238026</c:v>
                </c:pt>
                <c:pt idx="1565">
                  <c:v>0.00929472084045</c:v>
                </c:pt>
                <c:pt idx="1566">
                  <c:v>0.00928737117818</c:v>
                </c:pt>
                <c:pt idx="1567">
                  <c:v>0.00928011174668</c:v>
                </c:pt>
                <c:pt idx="1568">
                  <c:v>0.00927294091617</c:v>
                </c:pt>
                <c:pt idx="1569">
                  <c:v>0.00926585707563</c:v>
                </c:pt>
                <c:pt idx="1570">
                  <c:v>0.00925885863461</c:v>
                </c:pt>
                <c:pt idx="1571">
                  <c:v>0.00925194402494</c:v>
                </c:pt>
                <c:pt idx="1572">
                  <c:v>0.00924511170252</c:v>
                </c:pt>
                <c:pt idx="1573">
                  <c:v>0.00923836014907</c:v>
                </c:pt>
                <c:pt idx="1574">
                  <c:v>0.00923168787374</c:v>
                </c:pt>
                <c:pt idx="1575">
                  <c:v>0.00922509341485</c:v>
                </c:pt>
                <c:pt idx="1576">
                  <c:v>0.00921857534148</c:v>
                </c:pt>
                <c:pt idx="1577">
                  <c:v>0.00921213225501</c:v>
                </c:pt>
                <c:pt idx="1578">
                  <c:v>0.00920576279066</c:v>
                </c:pt>
                <c:pt idx="1579">
                  <c:v>0.00919946561896</c:v>
                </c:pt>
                <c:pt idx="1580">
                  <c:v>0.0091932394471</c:v>
                </c:pt>
                <c:pt idx="1581">
                  <c:v>0.00918708302028</c:v>
                </c:pt>
                <c:pt idx="1582">
                  <c:v>0.00918099512294</c:v>
                </c:pt>
                <c:pt idx="1583">
                  <c:v>0.00917497457992</c:v>
                </c:pt>
                <c:pt idx="1584">
                  <c:v>0.00916902025759</c:v>
                </c:pt>
                <c:pt idx="1585">
                  <c:v>0.00916313106477</c:v>
                </c:pt>
                <c:pt idx="1586">
                  <c:v>0.00915730595367</c:v>
                </c:pt>
                <c:pt idx="1587">
                  <c:v>0.00915154392073</c:v>
                </c:pt>
                <c:pt idx="1588">
                  <c:v>0.00914584400725</c:v>
                </c:pt>
                <c:pt idx="1589">
                  <c:v>0.00914020530006</c:v>
                </c:pt>
                <c:pt idx="1590">
                  <c:v>0.009134626932</c:v>
                </c:pt>
                <c:pt idx="1591">
                  <c:v>0.00912910808233</c:v>
                </c:pt>
                <c:pt idx="1592">
                  <c:v>0.009123647977</c:v>
                </c:pt>
                <c:pt idx="1593">
                  <c:v>0.00911824588883</c:v>
                </c:pt>
                <c:pt idx="1594">
                  <c:v>0.00911290113762</c:v>
                </c:pt>
                <c:pt idx="1595">
                  <c:v>0.00910761309008</c:v>
                </c:pt>
                <c:pt idx="1596">
                  <c:v>0.00910238115968</c:v>
                </c:pt>
                <c:pt idx="1597">
                  <c:v>0.00909720480643</c:v>
                </c:pt>
                <c:pt idx="1598">
                  <c:v>0.00909208353648</c:v>
                </c:pt>
                <c:pt idx="1599">
                  <c:v>0.00908701690169</c:v>
                </c:pt>
                <c:pt idx="1600">
                  <c:v>0.00908200449902</c:v>
                </c:pt>
                <c:pt idx="1601">
                  <c:v>0.00907704596987</c:v>
                </c:pt>
                <c:pt idx="1602">
                  <c:v>0.00907214099932</c:v>
                </c:pt>
                <c:pt idx="1603">
                  <c:v>0.00906728931523</c:v>
                </c:pt>
                <c:pt idx="1604">
                  <c:v>0.00906249068731</c:v>
                </c:pt>
                <c:pt idx="1605">
                  <c:v>0.00905774492602</c:v>
                </c:pt>
                <c:pt idx="1606">
                  <c:v>0.00905305188146</c:v>
                </c:pt>
                <c:pt idx="1607">
                  <c:v>0.00904841144214</c:v>
                </c:pt>
                <c:pt idx="1608">
                  <c:v>0.00904382353364</c:v>
                </c:pt>
                <c:pt idx="1609">
                  <c:v>0.0090392881173</c:v>
                </c:pt>
                <c:pt idx="1610">
                  <c:v>0.0090348051887</c:v>
                </c:pt>
                <c:pt idx="1611">
                  <c:v>0.00903037477618</c:v>
                </c:pt>
                <c:pt idx="1612">
                  <c:v>0.00902599693928</c:v>
                </c:pt>
                <c:pt idx="1613">
                  <c:v>0.00902167176709</c:v>
                </c:pt>
                <c:pt idx="1614">
                  <c:v>0.00901739937657</c:v>
                </c:pt>
                <c:pt idx="1615">
                  <c:v>0.00901317991082</c:v>
                </c:pt>
                <c:pt idx="1616">
                  <c:v>0.00900901353736</c:v>
                </c:pt>
                <c:pt idx="1617">
                  <c:v>0.00900490044627</c:v>
                </c:pt>
                <c:pt idx="1618">
                  <c:v>0.00900084084839</c:v>
                </c:pt>
                <c:pt idx="1619">
                  <c:v>0.00899683497347</c:v>
                </c:pt>
                <c:pt idx="1620">
                  <c:v>0.00899288306828</c:v>
                </c:pt>
                <c:pt idx="1621">
                  <c:v>0.00898898539471</c:v>
                </c:pt>
                <c:pt idx="1622">
                  <c:v>0.00898514222789</c:v>
                </c:pt>
                <c:pt idx="1623">
                  <c:v>0.00898135385426</c:v>
                </c:pt>
                <c:pt idx="1624">
                  <c:v>0.00897762056966</c:v>
                </c:pt>
                <c:pt idx="1625">
                  <c:v>0.00897394267743</c:v>
                </c:pt>
                <c:pt idx="1626">
                  <c:v>0.00897032048649</c:v>
                </c:pt>
                <c:pt idx="1627">
                  <c:v>0.00896675430942</c:v>
                </c:pt>
                <c:pt idx="1628">
                  <c:v>0.00896324446065</c:v>
                </c:pt>
                <c:pt idx="1629">
                  <c:v>0.00895979125451</c:v>
                </c:pt>
                <c:pt idx="1630">
                  <c:v>0.00895639500343</c:v>
                </c:pt>
                <c:pt idx="1631">
                  <c:v>0.0089530560161</c:v>
                </c:pt>
                <c:pt idx="1632">
                  <c:v>0.0089497745957</c:v>
                </c:pt>
                <c:pt idx="1633">
                  <c:v>0.0089465510381</c:v>
                </c:pt>
                <c:pt idx="1634">
                  <c:v>0.00894338563013</c:v>
                </c:pt>
                <c:pt idx="1635">
                  <c:v>0.00894027864792</c:v>
                </c:pt>
                <c:pt idx="1636">
                  <c:v>0.00893723035517</c:v>
                </c:pt>
                <c:pt idx="1637">
                  <c:v>0.0089342410016</c:v>
                </c:pt>
                <c:pt idx="1638">
                  <c:v>0.00893131082133</c:v>
                </c:pt>
                <c:pt idx="1639">
                  <c:v>0.00892844003134</c:v>
                </c:pt>
                <c:pt idx="1640">
                  <c:v>0.00892562883001</c:v>
                </c:pt>
                <c:pt idx="1641">
                  <c:v>0.00892287739568</c:v>
                </c:pt>
                <c:pt idx="1642">
                  <c:v>0.0089201858852</c:v>
                </c:pt>
                <c:pt idx="1643">
                  <c:v>0.0089175544327</c:v>
                </c:pt>
                <c:pt idx="1644">
                  <c:v>0.00891498314819</c:v>
                </c:pt>
                <c:pt idx="1645">
                  <c:v>0.00891247211643</c:v>
                </c:pt>
                <c:pt idx="1646">
                  <c:v>0.00891002139571</c:v>
                </c:pt>
                <c:pt idx="1647">
                  <c:v>0.00890763101672</c:v>
                </c:pt>
                <c:pt idx="1648">
                  <c:v>0.00890530098155</c:v>
                </c:pt>
                <c:pt idx="1649">
                  <c:v>0.00890303126268</c:v>
                </c:pt>
                <c:pt idx="1650">
                  <c:v>0.00890082180201</c:v>
                </c:pt>
                <c:pt idx="1651">
                  <c:v>0.00889867251008</c:v>
                </c:pt>
                <c:pt idx="1652">
                  <c:v>0.00889658326518</c:v>
                </c:pt>
                <c:pt idx="1653">
                  <c:v>0.00889455391269</c:v>
                </c:pt>
                <c:pt idx="1654">
                  <c:v>0.00889258426437</c:v>
                </c:pt>
                <c:pt idx="1655">
                  <c:v>0.00889067409779</c:v>
                </c:pt>
                <c:pt idx="1656">
                  <c:v>0.0088888231558</c:v>
                </c:pt>
                <c:pt idx="1657">
                  <c:v>0.00888703114606</c:v>
                </c:pt>
                <c:pt idx="1658">
                  <c:v>0.00888529774067</c:v>
                </c:pt>
                <c:pt idx="1659">
                  <c:v>0.00888362257586</c:v>
                </c:pt>
                <c:pt idx="1660">
                  <c:v>0.00888200525173</c:v>
                </c:pt>
                <c:pt idx="1661">
                  <c:v>0.00888044533211</c:v>
                </c:pt>
                <c:pt idx="1662">
                  <c:v>0.00887894234445</c:v>
                </c:pt>
                <c:pt idx="1663">
                  <c:v>0.00887749577982</c:v>
                </c:pt>
                <c:pt idx="1664">
                  <c:v>0.00887610509293</c:v>
                </c:pt>
                <c:pt idx="1665">
                  <c:v>0.00887476970233</c:v>
                </c:pt>
                <c:pt idx="1666">
                  <c:v>0.00887348899052</c:v>
                </c:pt>
                <c:pt idx="1667">
                  <c:v>0.00887226230432</c:v>
                </c:pt>
                <c:pt idx="1668">
                  <c:v>0.00887108895517</c:v>
                </c:pt>
                <c:pt idx="1669">
                  <c:v>0.00886996821957</c:v>
                </c:pt>
                <c:pt idx="1670">
                  <c:v>0.00886889933958</c:v>
                </c:pt>
                <c:pt idx="1671">
                  <c:v>0.00886788152341</c:v>
                </c:pt>
                <c:pt idx="1672">
                  <c:v>0.00886691394604</c:v>
                </c:pt>
                <c:pt idx="1673">
                  <c:v>0.00886599574992</c:v>
                </c:pt>
                <c:pt idx="1674">
                  <c:v>0.0088651260458</c:v>
                </c:pt>
                <c:pt idx="1675">
                  <c:v>0.00886430391354</c:v>
                </c:pt>
                <c:pt idx="1676">
                  <c:v>0.00886352840302</c:v>
                </c:pt>
                <c:pt idx="1677">
                  <c:v>0.00886279853515</c:v>
                </c:pt>
                <c:pt idx="1678">
                  <c:v>0.00886211330288</c:v>
                </c:pt>
                <c:pt idx="1679">
                  <c:v>0.00886147167231</c:v>
                </c:pt>
                <c:pt idx="1680">
                  <c:v>0.00886087258383</c:v>
                </c:pt>
                <c:pt idx="1681">
                  <c:v>0.00886031495336</c:v>
                </c:pt>
                <c:pt idx="1682">
                  <c:v>0.00885979767358</c:v>
                </c:pt>
                <c:pt idx="1683">
                  <c:v>0.00885931961526</c:v>
                </c:pt>
                <c:pt idx="1684">
                  <c:v>0.00885887962859</c:v>
                </c:pt>
                <c:pt idx="1685">
                  <c:v>0.00885847654462</c:v>
                </c:pt>
                <c:pt idx="1686">
                  <c:v>0.00885810917664</c:v>
                </c:pt>
                <c:pt idx="1687">
                  <c:v>0.00885777632171</c:v>
                </c:pt>
                <c:pt idx="1688">
                  <c:v>0.00885747676214</c:v>
                </c:pt>
                <c:pt idx="1689">
                  <c:v>0.00885720926702</c:v>
                </c:pt>
                <c:pt idx="1690">
                  <c:v>0.00885697259379</c:v>
                </c:pt>
                <c:pt idx="1691">
                  <c:v>0.00885676548983</c:v>
                </c:pt>
                <c:pt idx="1692">
                  <c:v>0.00885658669403</c:v>
                </c:pt>
                <c:pt idx="1693">
                  <c:v>0.00885643493845</c:v>
                </c:pt>
                <c:pt idx="1694">
                  <c:v>0.0088563089499</c:v>
                </c:pt>
                <c:pt idx="1695">
                  <c:v>0.00885620745161</c:v>
                </c:pt>
                <c:pt idx="1696">
                  <c:v>0.00885612916484</c:v>
                </c:pt>
                <c:pt idx="1697">
                  <c:v>0.0088560728105</c:v>
                </c:pt>
                <c:pt idx="1698">
                  <c:v>0.00885603711083</c:v>
                </c:pt>
                <c:pt idx="1699">
                  <c:v>0.00885602079095</c:v>
                </c:pt>
                <c:pt idx="1700">
                  <c:v>0.00885602258052</c:v>
                </c:pt>
                <c:pt idx="1701">
                  <c:v>0.0088560412153</c:v>
                </c:pt>
                <c:pt idx="1702">
                  <c:v>0.00885607543872</c:v>
                </c:pt>
                <c:pt idx="1703">
                  <c:v>0.00885612400345</c:v>
                </c:pt>
                <c:pt idx="1704">
                  <c:v>0.00885618567286</c:v>
                </c:pt>
                <c:pt idx="1705">
                  <c:v>0.00885625922256</c:v>
                </c:pt>
                <c:pt idx="1706">
                  <c:v>0.00885634344185</c:v>
                </c:pt>
                <c:pt idx="1707">
                  <c:v>0.00885643713507</c:v>
                </c:pt>
                <c:pt idx="1708">
                  <c:v>0.00885653912306</c:v>
                </c:pt>
                <c:pt idx="1709">
                  <c:v>0.00885664824442</c:v>
                </c:pt>
                <c:pt idx="1710">
                  <c:v>0.00885676335682</c:v>
                </c:pt>
                <c:pt idx="1711">
                  <c:v>0.00885688333825</c:v>
                </c:pt>
                <c:pt idx="1712">
                  <c:v>0.00885700708817</c:v>
                </c:pt>
                <c:pt idx="1713">
                  <c:v>0.00885713352864</c:v>
                </c:pt>
                <c:pt idx="1714">
                  <c:v>0.00885726160543</c:v>
                </c:pt>
                <c:pt idx="1715">
                  <c:v>0.00885739028898</c:v>
                </c:pt>
                <c:pt idx="1716">
                  <c:v>0.00885751857541</c:v>
                </c:pt>
                <c:pt idx="1717">
                  <c:v>0.00885764548738</c:v>
                </c:pt>
                <c:pt idx="1718">
                  <c:v>0.00885777007493</c:v>
                </c:pt>
                <c:pt idx="1719">
                  <c:v>0.00885789141623</c:v>
                </c:pt>
                <c:pt idx="1720">
                  <c:v>0.00885800861832</c:v>
                </c:pt>
                <c:pt idx="1721">
                  <c:v>0.00885812081776</c:v>
                </c:pt>
                <c:pt idx="1722">
                  <c:v>0.00885822718113</c:v>
                </c:pt>
                <c:pt idx="1723">
                  <c:v>0.00885832690563</c:v>
                </c:pt>
                <c:pt idx="1724">
                  <c:v>0.00885841921946</c:v>
                </c:pt>
                <c:pt idx="1725">
                  <c:v>0.00885850338226</c:v>
                </c:pt>
                <c:pt idx="1726">
                  <c:v>0.00885857868534</c:v>
                </c:pt>
                <c:pt idx="1727">
                  <c:v>0.00885864445204</c:v>
                </c:pt>
                <c:pt idx="1728">
                  <c:v>0.00885870003783</c:v>
                </c:pt>
                <c:pt idx="1729">
                  <c:v>0.00885874483048</c:v>
                </c:pt>
                <c:pt idx="1730">
                  <c:v>0.00885877825013</c:v>
                </c:pt>
                <c:pt idx="1731">
                  <c:v>0.00885879974926</c:v>
                </c:pt>
                <c:pt idx="1732">
                  <c:v>0.0088588088127</c:v>
                </c:pt>
                <c:pt idx="1733">
                  <c:v>0.00885880495747</c:v>
                </c:pt>
                <c:pt idx="1734">
                  <c:v>0.00885878773264</c:v>
                </c:pt>
                <c:pt idx="1735">
                  <c:v>0.00885875671913</c:v>
                </c:pt>
                <c:pt idx="1736">
                  <c:v>0.00885871152942</c:v>
                </c:pt>
                <c:pt idx="1737">
                  <c:v>0.00885865180727</c:v>
                </c:pt>
                <c:pt idx="1738">
                  <c:v>0.00885857722733</c:v>
                </c:pt>
                <c:pt idx="1739">
                  <c:v>0.00885848749475</c:v>
                </c:pt>
                <c:pt idx="1740">
                  <c:v>0.00885838234477</c:v>
                </c:pt>
                <c:pt idx="1741">
                  <c:v>0.00885826154216</c:v>
                </c:pt>
                <c:pt idx="1742">
                  <c:v>0.00885812488081</c:v>
                </c:pt>
                <c:pt idx="1743">
                  <c:v>0.00885797218306</c:v>
                </c:pt>
                <c:pt idx="1744">
                  <c:v>0.0088578032992</c:v>
                </c:pt>
                <c:pt idx="1745">
                  <c:v>0.00885761810682</c:v>
                </c:pt>
                <c:pt idx="1746">
                  <c:v>0.00885741651018</c:v>
                </c:pt>
                <c:pt idx="1747">
                  <c:v>0.00885719843953</c:v>
                </c:pt>
                <c:pt idx="1748">
                  <c:v>0.00885696385042</c:v>
                </c:pt>
                <c:pt idx="1749">
                  <c:v>0.00885671272301</c:v>
                </c:pt>
                <c:pt idx="1750">
                  <c:v>0.00885644506132</c:v>
                </c:pt>
                <c:pt idx="1751">
                  <c:v>0.00885616089251</c:v>
                </c:pt>
                <c:pt idx="1752">
                  <c:v>0.00885586026611</c:v>
                </c:pt>
                <c:pt idx="1753">
                  <c:v>0.00885554325324</c:v>
                </c:pt>
                <c:pt idx="1754">
                  <c:v>0.00885520994586</c:v>
                </c:pt>
                <c:pt idx="1755">
                  <c:v>0.00885486045596</c:v>
                </c:pt>
                <c:pt idx="1756">
                  <c:v>0.0088544949148</c:v>
                </c:pt>
                <c:pt idx="1757">
                  <c:v>0.00885411347208</c:v>
                </c:pt>
                <c:pt idx="1758">
                  <c:v>0.00885371629517</c:v>
                </c:pt>
                <c:pt idx="1759">
                  <c:v>0.00885330356831</c:v>
                </c:pt>
                <c:pt idx="1760">
                  <c:v>0.0088528754918</c:v>
                </c:pt>
                <c:pt idx="1761">
                  <c:v>0.00885243228124</c:v>
                </c:pt>
                <c:pt idx="1762">
                  <c:v>0.00885197416669</c:v>
                </c:pt>
                <c:pt idx="1763">
                  <c:v>0.00885150139195</c:v>
                </c:pt>
                <c:pt idx="1764">
                  <c:v>0.00885101421373</c:v>
                </c:pt>
                <c:pt idx="1765">
                  <c:v>0.0088505129009</c:v>
                </c:pt>
                <c:pt idx="1766">
                  <c:v>0.00884999773373</c:v>
                </c:pt>
                <c:pt idx="1767">
                  <c:v>0.00884946900314</c:v>
                </c:pt>
                <c:pt idx="1768">
                  <c:v>0.00884892700995</c:v>
                </c:pt>
                <c:pt idx="1769">
                  <c:v>0.00884837206416</c:v>
                </c:pt>
                <c:pt idx="1770">
                  <c:v>0.00884780448421</c:v>
                </c:pt>
                <c:pt idx="1771">
                  <c:v>0.00884722459631</c:v>
                </c:pt>
                <c:pt idx="1772">
                  <c:v>0.0088466327337</c:v>
                </c:pt>
                <c:pt idx="1773">
                  <c:v>0.008846029236</c:v>
                </c:pt>
                <c:pt idx="1774">
                  <c:v>0.00884541444853</c:v>
                </c:pt>
                <c:pt idx="1775">
                  <c:v>0.00884478872167</c:v>
                </c:pt>
                <c:pt idx="1776">
                  <c:v>0.00884415241017</c:v>
                </c:pt>
                <c:pt idx="1777">
                  <c:v>0.00884350587262</c:v>
                </c:pt>
                <c:pt idx="1778">
                  <c:v>0.00884284947074</c:v>
                </c:pt>
                <c:pt idx="1779">
                  <c:v>0.00884218356883</c:v>
                </c:pt>
                <c:pt idx="1780">
                  <c:v>0.0088415085332</c:v>
                </c:pt>
                <c:pt idx="1781">
                  <c:v>0.00884082473159</c:v>
                </c:pt>
                <c:pt idx="1782">
                  <c:v>0.00884013253258</c:v>
                </c:pt>
                <c:pt idx="1783">
                  <c:v>0.00883943230514</c:v>
                </c:pt>
                <c:pt idx="1784">
                  <c:v>0.00883872441801</c:v>
                </c:pt>
                <c:pt idx="1785">
                  <c:v>0.00883800923927</c:v>
                </c:pt>
                <c:pt idx="1786">
                  <c:v>0.0088372871358</c:v>
                </c:pt>
                <c:pt idx="1787">
                  <c:v>0.00883655847281</c:v>
                </c:pt>
                <c:pt idx="1788">
                  <c:v>0.00883582361339</c:v>
                </c:pt>
                <c:pt idx="1789">
                  <c:v>0.00883508291806</c:v>
                </c:pt>
                <c:pt idx="1790">
                  <c:v>0.00883433674431</c:v>
                </c:pt>
                <c:pt idx="1791">
                  <c:v>0.00883358544619</c:v>
                </c:pt>
                <c:pt idx="1792">
                  <c:v>0.0088328293739</c:v>
                </c:pt>
                <c:pt idx="1793">
                  <c:v>0.00883206887341</c:v>
                </c:pt>
                <c:pt idx="1794">
                  <c:v>0.00883130428603</c:v>
                </c:pt>
                <c:pt idx="1795">
                  <c:v>0.0088305359481</c:v>
                </c:pt>
                <c:pt idx="1796">
                  <c:v>0.00882976419057</c:v>
                </c:pt>
                <c:pt idx="1797">
                  <c:v>0.00882898933869</c:v>
                </c:pt>
                <c:pt idx="1798">
                  <c:v>0.00882821171169</c:v>
                </c:pt>
                <c:pt idx="1799">
                  <c:v>0.0088274316224</c:v>
                </c:pt>
                <c:pt idx="1800">
                  <c:v>0.008826649377</c:v>
                </c:pt>
                <c:pt idx="1801">
                  <c:v>0.00882586527467</c:v>
                </c:pt>
                <c:pt idx="1802">
                  <c:v>0.00882507960733</c:v>
                </c:pt>
                <c:pt idx="1803">
                  <c:v>0.00882429265936</c:v>
                </c:pt>
                <c:pt idx="1804">
                  <c:v>0.00882350470731</c:v>
                </c:pt>
                <c:pt idx="1805">
                  <c:v>0.00882271601966</c:v>
                </c:pt>
                <c:pt idx="1806">
                  <c:v>0.00882192685656</c:v>
                </c:pt>
                <c:pt idx="1807">
                  <c:v>0.00882113746959</c:v>
                </c:pt>
                <c:pt idx="1808">
                  <c:v>0.00882034810156</c:v>
                </c:pt>
                <c:pt idx="1809">
                  <c:v>0.00881955898623</c:v>
                </c:pt>
                <c:pt idx="1810">
                  <c:v>0.00881877034816</c:v>
                </c:pt>
                <c:pt idx="1811">
                  <c:v>0.00881798240247</c:v>
                </c:pt>
                <c:pt idx="1812">
                  <c:v>0.00881719535465</c:v>
                </c:pt>
                <c:pt idx="1813">
                  <c:v>0.00881640940039</c:v>
                </c:pt>
                <c:pt idx="1814">
                  <c:v>0.00881562472538</c:v>
                </c:pt>
                <c:pt idx="1815">
                  <c:v>0.00881484150516</c:v>
                </c:pt>
                <c:pt idx="1816">
                  <c:v>0.00881405990497</c:v>
                </c:pt>
                <c:pt idx="1817">
                  <c:v>0.00881328007955</c:v>
                </c:pt>
                <c:pt idx="1818">
                  <c:v>0.00881250217305</c:v>
                </c:pt>
                <c:pt idx="1819">
                  <c:v>0.00881172631884</c:v>
                </c:pt>
                <c:pt idx="1820">
                  <c:v>0.00881095263945</c:v>
                </c:pt>
                <c:pt idx="1821">
                  <c:v>0.00881018124636</c:v>
                </c:pt>
                <c:pt idx="1822">
                  <c:v>0.00880941223997</c:v>
                </c:pt>
                <c:pt idx="1823">
                  <c:v>0.00880864570944</c:v>
                </c:pt>
                <c:pt idx="1824">
                  <c:v>0.00880788173262</c:v>
                </c:pt>
                <c:pt idx="1825">
                  <c:v>0.00880712037595</c:v>
                </c:pt>
                <c:pt idx="1826">
                  <c:v>0.00880636169438</c:v>
                </c:pt>
                <c:pt idx="1827">
                  <c:v>0.00880560573128</c:v>
                </c:pt>
                <c:pt idx="1828">
                  <c:v>0.00880485251841</c:v>
                </c:pt>
                <c:pt idx="1829">
                  <c:v>0.00880410207582</c:v>
                </c:pt>
                <c:pt idx="1830">
                  <c:v>0.00880335441184</c:v>
                </c:pt>
                <c:pt idx="1831">
                  <c:v>0.00880260952301</c:v>
                </c:pt>
                <c:pt idx="1832">
                  <c:v>0.00880186739407</c:v>
                </c:pt>
                <c:pt idx="1833">
                  <c:v>0.0088011279979</c:v>
                </c:pt>
                <c:pt idx="1834">
                  <c:v>0.00880039129555</c:v>
                </c:pt>
                <c:pt idx="1835">
                  <c:v>0.00879965723622</c:v>
                </c:pt>
                <c:pt idx="1836">
                  <c:v>0.00879892575724</c:v>
                </c:pt>
                <c:pt idx="1837">
                  <c:v>0.00879819678411</c:v>
                </c:pt>
                <c:pt idx="1838">
                  <c:v>0.0087974702305</c:v>
                </c:pt>
                <c:pt idx="1839">
                  <c:v>0.00879674599831</c:v>
                </c:pt>
                <c:pt idx="1840">
                  <c:v>0.00879602397767</c:v>
                </c:pt>
                <c:pt idx="1841">
                  <c:v>0.00879530404705</c:v>
                </c:pt>
                <c:pt idx="1842">
                  <c:v>0.00879458607325</c:v>
                </c:pt>
                <c:pt idx="1843">
                  <c:v>0.00879386991153</c:v>
                </c:pt>
                <c:pt idx="1844">
                  <c:v>0.00879315540566</c:v>
                </c:pt>
                <c:pt idx="1845">
                  <c:v>0.00879244238803</c:v>
                </c:pt>
                <c:pt idx="1846">
                  <c:v>0.00879173067972</c:v>
                </c:pt>
                <c:pt idx="1847">
                  <c:v>0.00879102009065</c:v>
                </c:pt>
                <c:pt idx="1848">
                  <c:v>0.00879031041968</c:v>
                </c:pt>
                <c:pt idx="1849">
                  <c:v>0.00878960145472</c:v>
                </c:pt>
                <c:pt idx="1850">
                  <c:v>0.00878889297295</c:v>
                </c:pt>
                <c:pt idx="1851">
                  <c:v>0.00878818474086</c:v>
                </c:pt>
                <c:pt idx="1852">
                  <c:v>0.0087874765145</c:v>
                </c:pt>
                <c:pt idx="1853">
                  <c:v>0.00878676803961</c:v>
                </c:pt>
                <c:pt idx="1854">
                  <c:v>0.00878605905181</c:v>
                </c:pt>
                <c:pt idx="1855">
                  <c:v>0.0087853492768</c:v>
                </c:pt>
                <c:pt idx="1856">
                  <c:v>0.00878463843052</c:v>
                </c:pt>
                <c:pt idx="1857">
                  <c:v>0.00878392621938</c:v>
                </c:pt>
                <c:pt idx="1858">
                  <c:v>0.0087832123405</c:v>
                </c:pt>
                <c:pt idx="1859">
                  <c:v>0.00878249648186</c:v>
                </c:pt>
                <c:pt idx="1860">
                  <c:v>0.00878177832262</c:v>
                </c:pt>
                <c:pt idx="1861">
                  <c:v>0.00878105753326</c:v>
                </c:pt>
                <c:pt idx="1862">
                  <c:v>0.00878033377588</c:v>
                </c:pt>
                <c:pt idx="1863">
                  <c:v>0.00877960670444</c:v>
                </c:pt>
                <c:pt idx="1864">
                  <c:v>0.00877887596496</c:v>
                </c:pt>
                <c:pt idx="1865">
                  <c:v>0.00877814119585</c:v>
                </c:pt>
                <c:pt idx="1866">
                  <c:v>0.0087774020281</c:v>
                </c:pt>
                <c:pt idx="1867">
                  <c:v>0.00877665808558</c:v>
                </c:pt>
                <c:pt idx="1868">
                  <c:v>0.00877590898526</c:v>
                </c:pt>
                <c:pt idx="1869">
                  <c:v>0.00877515433753</c:v>
                </c:pt>
                <c:pt idx="1870">
                  <c:v>0.00877439374639</c:v>
                </c:pt>
                <c:pt idx="1871">
                  <c:v>0.00877362680976</c:v>
                </c:pt>
                <c:pt idx="1872">
                  <c:v>0.00877285311974</c:v>
                </c:pt>
                <c:pt idx="1873">
                  <c:v>0.00877207226283</c:v>
                </c:pt>
                <c:pt idx="1874">
                  <c:v>0.00877128382019</c:v>
                </c:pt>
                <c:pt idx="1875">
                  <c:v>0.00877048736793</c:v>
                </c:pt>
                <c:pt idx="1876">
                  <c:v>0.00876968247729</c:v>
                </c:pt>
                <c:pt idx="1877">
                  <c:v>0.00876886871493</c:v>
                </c:pt>
                <c:pt idx="1878">
                  <c:v>0.00876804564312</c:v>
                </c:pt>
                <c:pt idx="1879">
                  <c:v>0.00876721281999</c:v>
                </c:pt>
                <c:pt idx="1880">
                  <c:v>0.00876636979971</c:v>
                </c:pt>
                <c:pt idx="1881">
                  <c:v>0.00876551613272</c:v>
                </c:pt>
                <c:pt idx="1882">
                  <c:v>0.00876465136592</c:v>
                </c:pt>
                <c:pt idx="1883">
                  <c:v>0.00876377504283</c:v>
                </c:pt>
                <c:pt idx="1884">
                  <c:v>0.00876288670379</c:v>
                </c:pt>
                <c:pt idx="1885">
                  <c:v>0.00876198588607</c:v>
                </c:pt>
                <c:pt idx="1886">
                  <c:v>0.00876107212406</c:v>
                </c:pt>
                <c:pt idx="1887">
                  <c:v>0.00876014494939</c:v>
                </c:pt>
                <c:pt idx="1888">
                  <c:v>0.008759203891</c:v>
                </c:pt>
                <c:pt idx="1889">
                  <c:v>0.00875824847532</c:v>
                </c:pt>
                <c:pt idx="1890">
                  <c:v>0.00875727822628</c:v>
                </c:pt>
                <c:pt idx="1891">
                  <c:v>0.0087562926654</c:v>
                </c:pt>
                <c:pt idx="1892">
                  <c:v>0.00875529131189</c:v>
                </c:pt>
                <c:pt idx="1893">
                  <c:v>0.00875427368261</c:v>
                </c:pt>
                <c:pt idx="1894">
                  <c:v>0.00875323929216</c:v>
                </c:pt>
                <c:pt idx="1895">
                  <c:v>0.00875218765284</c:v>
                </c:pt>
                <c:pt idx="1896">
                  <c:v>0.00875111827467</c:v>
                </c:pt>
                <c:pt idx="1897">
                  <c:v>0.00875003066534</c:v>
                </c:pt>
                <c:pt idx="1898">
                  <c:v>0.00874892433018</c:v>
                </c:pt>
                <c:pt idx="1899">
                  <c:v>0.00874779877211</c:v>
                </c:pt>
                <c:pt idx="1900">
                  <c:v>0.00874665349153</c:v>
                </c:pt>
                <c:pt idx="1901">
                  <c:v>0.0087454879863</c:v>
                </c:pt>
                <c:pt idx="1902">
                  <c:v>0.00874430175156</c:v>
                </c:pt>
                <c:pt idx="1903">
                  <c:v>0.00874309427969</c:v>
                </c:pt>
                <c:pt idx="1904">
                  <c:v>0.0087418650601</c:v>
                </c:pt>
                <c:pt idx="1905">
                  <c:v>0.00874061357917</c:v>
                </c:pt>
                <c:pt idx="1906">
                  <c:v>0.00873933932003</c:v>
                </c:pt>
                <c:pt idx="1907">
                  <c:v>0.00873804176246</c:v>
                </c:pt>
                <c:pt idx="1908">
                  <c:v>0.00873672038263</c:v>
                </c:pt>
                <c:pt idx="1909">
                  <c:v>0.008735374653</c:v>
                </c:pt>
                <c:pt idx="1910">
                  <c:v>0.00873400404207</c:v>
                </c:pt>
                <c:pt idx="1911">
                  <c:v>0.00873260801421</c:v>
                </c:pt>
                <c:pt idx="1912">
                  <c:v>0.00873118602941</c:v>
                </c:pt>
                <c:pt idx="1913">
                  <c:v>0.00872973754312</c:v>
                </c:pt>
                <c:pt idx="1914">
                  <c:v>0.00872826200597</c:v>
                </c:pt>
                <c:pt idx="1915">
                  <c:v>0.00872675886358</c:v>
                </c:pt>
                <c:pt idx="1916">
                  <c:v>0.00872522755631</c:v>
                </c:pt>
                <c:pt idx="1917">
                  <c:v>0.00872366751904</c:v>
                </c:pt>
                <c:pt idx="1918">
                  <c:v>0.00872207818091</c:v>
                </c:pt>
                <c:pt idx="1919">
                  <c:v>0.00872045896508</c:v>
                </c:pt>
                <c:pt idx="1920">
                  <c:v>0.00871880928853</c:v>
                </c:pt>
                <c:pt idx="1921">
                  <c:v>0.00871712856177</c:v>
                </c:pt>
                <c:pt idx="1922">
                  <c:v>0.0087154161886</c:v>
                </c:pt>
                <c:pt idx="1923">
                  <c:v>0.00871367156592</c:v>
                </c:pt>
                <c:pt idx="1924">
                  <c:v>0.00871189408341</c:v>
                </c:pt>
                <c:pt idx="1925">
                  <c:v>0.00871008312338</c:v>
                </c:pt>
                <c:pt idx="1926">
                  <c:v>0.00870823806049</c:v>
                </c:pt>
                <c:pt idx="1927">
                  <c:v>0.00870635826149</c:v>
                </c:pt>
                <c:pt idx="1928">
                  <c:v>0.00870444308508</c:v>
                </c:pt>
                <c:pt idx="1929">
                  <c:v>0.0087024918816</c:v>
                </c:pt>
                <c:pt idx="1930">
                  <c:v>0.0087005039929</c:v>
                </c:pt>
                <c:pt idx="1931">
                  <c:v>0.00869847875206</c:v>
                </c:pt>
                <c:pt idx="1932">
                  <c:v>0.00869641548323</c:v>
                </c:pt>
                <c:pt idx="1933">
                  <c:v>0.00869431350145</c:v>
                </c:pt>
                <c:pt idx="1934">
                  <c:v>0.00869217211243</c:v>
                </c:pt>
                <c:pt idx="1935">
                  <c:v>0.00868999061241</c:v>
                </c:pt>
                <c:pt idx="1936">
                  <c:v>0.00868776828799</c:v>
                </c:pt>
                <c:pt idx="1937">
                  <c:v>0.00868550441598</c:v>
                </c:pt>
                <c:pt idx="1938">
                  <c:v>0.00868319826327</c:v>
                </c:pt>
                <c:pt idx="1939">
                  <c:v>0.00868084908669</c:v>
                </c:pt>
                <c:pt idx="1940">
                  <c:v>0.00867845613294</c:v>
                </c:pt>
                <c:pt idx="1941">
                  <c:v>0.00867601863846</c:v>
                </c:pt>
                <c:pt idx="1942">
                  <c:v>0.00867353582937</c:v>
                </c:pt>
                <c:pt idx="1943">
                  <c:v>0.00867100692145</c:v>
                </c:pt>
                <c:pt idx="1944">
                  <c:v>0.00866843112004</c:v>
                </c:pt>
                <c:pt idx="1945">
                  <c:v>0.00866580762006</c:v>
                </c:pt>
                <c:pt idx="1946">
                  <c:v>0.00866313560604</c:v>
                </c:pt>
                <c:pt idx="1947">
                  <c:v>0.0086604142521</c:v>
                </c:pt>
                <c:pt idx="1948">
                  <c:v>0.00865764272206</c:v>
                </c:pt>
                <c:pt idx="1949">
                  <c:v>0.00865482016949</c:v>
                </c:pt>
                <c:pt idx="1950">
                  <c:v>0.00865194573781</c:v>
                </c:pt>
                <c:pt idx="1951">
                  <c:v>0.00864901856048</c:v>
                </c:pt>
                <c:pt idx="1952">
                  <c:v>0.00864603776112</c:v>
                </c:pt>
                <c:pt idx="1953">
                  <c:v>0.00864300245373</c:v>
                </c:pt>
                <c:pt idx="1954">
                  <c:v>0.00863991174295</c:v>
                </c:pt>
                <c:pt idx="1955">
                  <c:v>0.0086367647243</c:v>
                </c:pt>
                <c:pt idx="1956">
                  <c:v>0.00863356048452</c:v>
                </c:pt>
                <c:pt idx="1957">
                  <c:v>0.00863029810189</c:v>
                </c:pt>
                <c:pt idx="1958">
                  <c:v>0.00862697664663</c:v>
                </c:pt>
                <c:pt idx="1959">
                  <c:v>0.00862359518135</c:v>
                </c:pt>
                <c:pt idx="1960">
                  <c:v>0.00862015276148</c:v>
                </c:pt>
                <c:pt idx="1961">
                  <c:v>0.00861664843581</c:v>
                </c:pt>
                <c:pt idx="1962">
                  <c:v>0.00861308124707</c:v>
                </c:pt>
                <c:pt idx="1963">
                  <c:v>0.00860945023248</c:v>
                </c:pt>
                <c:pt idx="1964">
                  <c:v>0.00860575442447</c:v>
                </c:pt>
                <c:pt idx="1965">
                  <c:v>0.00860199285131</c:v>
                </c:pt>
                <c:pt idx="1966">
                  <c:v>0.00859816453794</c:v>
                </c:pt>
                <c:pt idx="1967">
                  <c:v>0.00859426850669</c:v>
                </c:pt>
                <c:pt idx="1968">
                  <c:v>0.00859030377818</c:v>
                </c:pt>
                <c:pt idx="1969">
                  <c:v>0.00858626937221</c:v>
                </c:pt>
                <c:pt idx="1970">
                  <c:v>0.00858216430868</c:v>
                </c:pt>
                <c:pt idx="1971">
                  <c:v>0.00857798760865</c:v>
                </c:pt>
                <c:pt idx="1972">
                  <c:v>0.00857373829531</c:v>
                </c:pt>
                <c:pt idx="1973">
                  <c:v>0.00856941539518</c:v>
                </c:pt>
                <c:pt idx="1974">
                  <c:v>0.00856501793918</c:v>
                </c:pt>
                <c:pt idx="1975">
                  <c:v>0.00856054496386</c:v>
                </c:pt>
                <c:pt idx="1976">
                  <c:v>0.00855599551266</c:v>
                </c:pt>
                <c:pt idx="1977">
                  <c:v>0.00855136863722</c:v>
                </c:pt>
                <c:pt idx="1978">
                  <c:v>0.00854666339869</c:v>
                </c:pt>
                <c:pt idx="1979">
                  <c:v>0.00854187886914</c:v>
                </c:pt>
                <c:pt idx="1980">
                  <c:v>0.00853701413301</c:v>
                </c:pt>
                <c:pt idx="1981">
                  <c:v>0.00853206828857</c:v>
                </c:pt>
                <c:pt idx="1982">
                  <c:v>0.00852704044944</c:v>
                </c:pt>
                <c:pt idx="1983">
                  <c:v>0.00852192974615</c:v>
                </c:pt>
                <c:pt idx="1984">
                  <c:v>0.00851673532775</c:v>
                </c:pt>
                <c:pt idx="1985">
                  <c:v>0.00851145636338</c:v>
                </c:pt>
                <c:pt idx="1986">
                  <c:v>0.00850609204398</c:v>
                </c:pt>
                <c:pt idx="1987">
                  <c:v>0.00850064158396</c:v>
                </c:pt>
                <c:pt idx="1988">
                  <c:v>0.00849510422288</c:v>
                </c:pt>
                <c:pt idx="1989">
                  <c:v>0.00848947922718</c:v>
                </c:pt>
                <c:pt idx="1990">
                  <c:v>0.00848376589193</c:v>
                </c:pt>
                <c:pt idx="1991">
                  <c:v>0.00847796354257</c:v>
                </c:pt>
                <c:pt idx="1992">
                  <c:v>0.00847207153668</c:v>
                </c:pt>
                <c:pt idx="1993">
                  <c:v>0.00846608926569</c:v>
                </c:pt>
                <c:pt idx="1994">
                  <c:v>0.0084600161567</c:v>
                </c:pt>
                <c:pt idx="1995">
                  <c:v>0.00845385167418</c:v>
                </c:pt>
                <c:pt idx="1996">
                  <c:v>0.0084475953217</c:v>
                </c:pt>
                <c:pt idx="1997">
                  <c:v>0.00844124664366</c:v>
                </c:pt>
                <c:pt idx="1998">
                  <c:v>0.00843480522697</c:v>
                </c:pt>
                <c:pt idx="1999">
                  <c:v>0.00842827070271</c:v>
                </c:pt>
                <c:pt idx="2000">
                  <c:v>0.00842164274774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0.75"/>
          <c:min val="0"/>
        </c:scaling>
        <c:delete val="0"/>
        <c:axPos val="l"/>
        <c:majorGridlines>
          <c:spPr>
            <a:ln xmlns:a="http://schemas.openxmlformats.org/drawingml/2006/main" w="4763">
              <a:solidFill>
                <a:srgbClr val="EEEEEE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2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majorUnit val="1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38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U/t = 8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222222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scatterChart>
        <c:scatterStyle val="lineMarker"/>
        <c:varyColors val="0"/>
        <c:ser>
          <c:idx val="0"/>
          <c:order val="0"/>
          <c:tx>
            <c:v>charge</c:v>
          </c:tx>
          <c:spPr>
            <a:ln xmlns:a="http://schemas.openxmlformats.org/drawingml/2006/main" w="15240">
              <a:solidFill>
                <a:srgbClr val="C43C64"/>
              </a:solidFill>
              <a:prstDash val="solid"/>
            </a:ln>
          </c:spPr>
          <c:marker>
            <c:symbol val="none"/>
            <c:size val="5"/>
            <c:spPr>
              <a:solidFill xmlns:a="http://schemas.openxmlformats.org/drawingml/2006/main">
                <a:srgbClr val="C43C64"/>
              </a:solidFill>
            </c:spPr>
          </c:marker>
          <c:xVal>
            <c:numRef>
              <c:f>'Chart Data'!$A$2:$A$2002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Data'!$B$2:$B$2002</c:f>
              <c:numCache>
                <c:formatCode>0.0</c:formatCode>
                <c:ptCount val="2001"/>
                <c:pt idx="0">
                  <c:v>0.00272923500358</c:v>
                </c:pt>
                <c:pt idx="1">
                  <c:v>0.00273424179789</c:v>
                </c:pt>
                <c:pt idx="2">
                  <c:v>0.00273926443191</c:v>
                </c:pt>
                <c:pt idx="3">
                  <c:v>0.00274430298928</c:v>
                </c:pt>
                <c:pt idx="4">
                  <c:v>0.00274935755432</c:v>
                </c:pt>
                <c:pt idx="5">
                  <c:v>0.00275442821206</c:v>
                </c:pt>
                <c:pt idx="6">
                  <c:v>0.00275951504824</c:v>
                </c:pt>
                <c:pt idx="7">
                  <c:v>0.00276461814932</c:v>
                </c:pt>
                <c:pt idx="8">
                  <c:v>0.00276973760251</c:v>
                </c:pt>
                <c:pt idx="9">
                  <c:v>0.00277487349571</c:v>
                </c:pt>
                <c:pt idx="10">
                  <c:v>0.00278002591762</c:v>
                </c:pt>
                <c:pt idx="11">
                  <c:v>0.00278519495765</c:v>
                </c:pt>
                <c:pt idx="12">
                  <c:v>0.002790380706</c:v>
                </c:pt>
                <c:pt idx="13">
                  <c:v>0.00279558325363</c:v>
                </c:pt>
                <c:pt idx="14">
                  <c:v>0.00280080269229</c:v>
                </c:pt>
                <c:pt idx="15">
                  <c:v>0.0028060391145</c:v>
                </c:pt>
                <c:pt idx="16">
                  <c:v>0.00281129261362</c:v>
                </c:pt>
                <c:pt idx="17">
                  <c:v>0.00281656328378</c:v>
                </c:pt>
                <c:pt idx="18">
                  <c:v>0.00282185121995</c:v>
                </c:pt>
                <c:pt idx="19">
                  <c:v>0.00282715651793</c:v>
                </c:pt>
                <c:pt idx="20">
                  <c:v>0.00283247927433</c:v>
                </c:pt>
                <c:pt idx="21">
                  <c:v>0.00283781958665</c:v>
                </c:pt>
                <c:pt idx="22">
                  <c:v>0.00284317755322</c:v>
                </c:pt>
                <c:pt idx="23">
                  <c:v>0.00284855327326</c:v>
                </c:pt>
                <c:pt idx="24">
                  <c:v>0.00285394684685</c:v>
                </c:pt>
                <c:pt idx="25">
                  <c:v>0.00285935837497</c:v>
                </c:pt>
                <c:pt idx="26">
                  <c:v>0.00286478795951</c:v>
                </c:pt>
                <c:pt idx="27">
                  <c:v>0.00287023570326</c:v>
                </c:pt>
                <c:pt idx="28">
                  <c:v>0.00287570170993</c:v>
                </c:pt>
                <c:pt idx="29">
                  <c:v>0.00288118608418</c:v>
                </c:pt>
                <c:pt idx="30">
                  <c:v>0.00288668893161</c:v>
                </c:pt>
                <c:pt idx="31">
                  <c:v>0.00289221035877</c:v>
                </c:pt>
                <c:pt idx="32">
                  <c:v>0.0028977504732</c:v>
                </c:pt>
                <c:pt idx="33">
                  <c:v>0.00290330938339</c:v>
                </c:pt>
                <c:pt idx="34">
                  <c:v>0.00290888719884</c:v>
                </c:pt>
                <c:pt idx="35">
                  <c:v>0.00291448403008</c:v>
                </c:pt>
                <c:pt idx="36">
                  <c:v>0.00292009998862</c:v>
                </c:pt>
                <c:pt idx="37">
                  <c:v>0.00292573518702</c:v>
                </c:pt>
                <c:pt idx="38">
                  <c:v>0.00293138973889</c:v>
                </c:pt>
                <c:pt idx="39">
                  <c:v>0.00293706375887</c:v>
                </c:pt>
                <c:pt idx="40">
                  <c:v>0.00294275736271</c:v>
                </c:pt>
                <c:pt idx="41">
                  <c:v>0.00294847066721</c:v>
                </c:pt>
                <c:pt idx="42">
                  <c:v>0.00295420379029</c:v>
                </c:pt>
                <c:pt idx="43">
                  <c:v>0.00295995685097</c:v>
                </c:pt>
                <c:pt idx="44">
                  <c:v>0.0029657299694</c:v>
                </c:pt>
                <c:pt idx="45">
                  <c:v>0.00297152326686</c:v>
                </c:pt>
                <c:pt idx="46">
                  <c:v>0.00297733686581</c:v>
                </c:pt>
                <c:pt idx="47">
                  <c:v>0.00298317088984</c:v>
                </c:pt>
                <c:pt idx="48">
                  <c:v>0.00298902546375</c:v>
                </c:pt>
                <c:pt idx="49">
                  <c:v>0.00299490071354</c:v>
                </c:pt>
                <c:pt idx="50">
                  <c:v>0.00300079676642</c:v>
                </c:pt>
                <c:pt idx="51">
                  <c:v>0.00300671375083</c:v>
                </c:pt>
                <c:pt idx="52">
                  <c:v>0.00301265179644</c:v>
                </c:pt>
                <c:pt idx="53">
                  <c:v>0.00301861103421</c:v>
                </c:pt>
                <c:pt idx="54">
                  <c:v>0.00302459159635</c:v>
                </c:pt>
                <c:pt idx="55">
                  <c:v>0.0030305936164</c:v>
                </c:pt>
                <c:pt idx="56">
                  <c:v>0.00303661722917</c:v>
                </c:pt>
                <c:pt idx="57">
                  <c:v>0.00304266257082</c:v>
                </c:pt>
                <c:pt idx="58">
                  <c:v>0.00304872977887</c:v>
                </c:pt>
                <c:pt idx="59">
                  <c:v>0.00305481899217</c:v>
                </c:pt>
                <c:pt idx="60">
                  <c:v>0.00306093035097</c:v>
                </c:pt>
                <c:pt idx="61">
                  <c:v>0.00306706399693</c:v>
                </c:pt>
                <c:pt idx="62">
                  <c:v>0.00307322007311</c:v>
                </c:pt>
                <c:pt idx="63">
                  <c:v>0.003079398724</c:v>
                </c:pt>
                <c:pt idx="64">
                  <c:v>0.00308560009557</c:v>
                </c:pt>
                <c:pt idx="65">
                  <c:v>0.00309182433524</c:v>
                </c:pt>
                <c:pt idx="66">
                  <c:v>0.00309807159193</c:v>
                </c:pt>
                <c:pt idx="67">
                  <c:v>0.0031043420161</c:v>
                </c:pt>
                <c:pt idx="68">
                  <c:v>0.00311063575969</c:v>
                </c:pt>
                <c:pt idx="69">
                  <c:v>0.00311695297625</c:v>
                </c:pt>
                <c:pt idx="70">
                  <c:v>0.00312329382086</c:v>
                </c:pt>
                <c:pt idx="71">
                  <c:v>0.00312965845023</c:v>
                </c:pt>
                <c:pt idx="72">
                  <c:v>0.00313604702265</c:v>
                </c:pt>
                <c:pt idx="73">
                  <c:v>0.00314245969809</c:v>
                </c:pt>
                <c:pt idx="74">
                  <c:v>0.00314889663814</c:v>
                </c:pt>
                <c:pt idx="75">
                  <c:v>0.00315535800611</c:v>
                </c:pt>
                <c:pt idx="76">
                  <c:v>0.00316184396697</c:v>
                </c:pt>
                <c:pt idx="77">
                  <c:v>0.00316835468747</c:v>
                </c:pt>
                <c:pt idx="78">
                  <c:v>0.00317489033607</c:v>
                </c:pt>
                <c:pt idx="79">
                  <c:v>0.00318145108302</c:v>
                </c:pt>
                <c:pt idx="80">
                  <c:v>0.00318803710037</c:v>
                </c:pt>
                <c:pt idx="81">
                  <c:v>0.00319464856199</c:v>
                </c:pt>
                <c:pt idx="82">
                  <c:v>0.00320128564359</c:v>
                </c:pt>
                <c:pt idx="83">
                  <c:v>0.00320794852278</c:v>
                </c:pt>
                <c:pt idx="84">
                  <c:v>0.00321463737903</c:v>
                </c:pt>
                <c:pt idx="85">
                  <c:v>0.00322135239375</c:v>
                </c:pt>
                <c:pt idx="86">
                  <c:v>0.00322809375031</c:v>
                </c:pt>
                <c:pt idx="87">
                  <c:v>0.00323486163405</c:v>
                </c:pt>
                <c:pt idx="88">
                  <c:v>0.0032416562323</c:v>
                </c:pt>
                <c:pt idx="89">
                  <c:v>0.00324847773443</c:v>
                </c:pt>
                <c:pt idx="90">
                  <c:v>0.00325532633188</c:v>
                </c:pt>
                <c:pt idx="91">
                  <c:v>0.00326220221816</c:v>
                </c:pt>
                <c:pt idx="92">
                  <c:v>0.00326910558889</c:v>
                </c:pt>
                <c:pt idx="93">
                  <c:v>0.00327603664185</c:v>
                </c:pt>
                <c:pt idx="94">
                  <c:v>0.00328299557699</c:v>
                </c:pt>
                <c:pt idx="95">
                  <c:v>0.00328998259644</c:v>
                </c:pt>
                <c:pt idx="96">
                  <c:v>0.0032969979046</c:v>
                </c:pt>
                <c:pt idx="97">
                  <c:v>0.0033040417081</c:v>
                </c:pt>
                <c:pt idx="98">
                  <c:v>0.00331111421588</c:v>
                </c:pt>
                <c:pt idx="99">
                  <c:v>0.00331821563921</c:v>
                </c:pt>
                <c:pt idx="100">
                  <c:v>0.00332534619171</c:v>
                </c:pt>
                <c:pt idx="101">
                  <c:v>0.00333250608937</c:v>
                </c:pt>
                <c:pt idx="102">
                  <c:v>0.00333969555065</c:v>
                </c:pt>
                <c:pt idx="103">
                  <c:v>0.00334691479643</c:v>
                </c:pt>
                <c:pt idx="104">
                  <c:v>0.00335416405008</c:v>
                </c:pt>
                <c:pt idx="105">
                  <c:v>0.00336144353751</c:v>
                </c:pt>
                <c:pt idx="106">
                  <c:v>0.00336875348719</c:v>
                </c:pt>
                <c:pt idx="107">
                  <c:v>0.00337609413015</c:v>
                </c:pt>
                <c:pt idx="108">
                  <c:v>0.0033834657001</c:v>
                </c:pt>
                <c:pt idx="109">
                  <c:v>0.00339086843338</c:v>
                </c:pt>
                <c:pt idx="110">
                  <c:v>0.00339830256903</c:v>
                </c:pt>
                <c:pt idx="111">
                  <c:v>0.00340576834885</c:v>
                </c:pt>
                <c:pt idx="112">
                  <c:v>0.00341326601741</c:v>
                </c:pt>
                <c:pt idx="113">
                  <c:v>0.00342079582208</c:v>
                </c:pt>
                <c:pt idx="114">
                  <c:v>0.0034283580131</c:v>
                </c:pt>
                <c:pt idx="115">
                  <c:v>0.00343595284359</c:v>
                </c:pt>
                <c:pt idx="116">
                  <c:v>0.00344358056962</c:v>
                </c:pt>
                <c:pt idx="117">
                  <c:v>0.0034512414502</c:v>
                </c:pt>
                <c:pt idx="118">
                  <c:v>0.00345893574738</c:v>
                </c:pt>
                <c:pt idx="119">
                  <c:v>0.00346666372625</c:v>
                </c:pt>
                <c:pt idx="120">
                  <c:v>0.003474425655</c:v>
                </c:pt>
                <c:pt idx="121">
                  <c:v>0.00348222180495</c:v>
                </c:pt>
                <c:pt idx="122">
                  <c:v>0.00349005245061</c:v>
                </c:pt>
                <c:pt idx="123">
                  <c:v>0.0034979178697</c:v>
                </c:pt>
                <c:pt idx="124">
                  <c:v>0.0035058183432</c:v>
                </c:pt>
                <c:pt idx="125">
                  <c:v>0.00351375415543</c:v>
                </c:pt>
                <c:pt idx="126">
                  <c:v>0.00352172559403</c:v>
                </c:pt>
                <c:pt idx="127">
                  <c:v>0.00352973295006</c:v>
                </c:pt>
                <c:pt idx="128">
                  <c:v>0.00353777651801</c:v>
                </c:pt>
                <c:pt idx="129">
                  <c:v>0.00354585659588</c:v>
                </c:pt>
                <c:pt idx="130">
                  <c:v>0.00355397348518</c:v>
                </c:pt>
                <c:pt idx="131">
                  <c:v>0.00356212749104</c:v>
                </c:pt>
                <c:pt idx="132">
                  <c:v>0.00357031892218</c:v>
                </c:pt>
                <c:pt idx="133">
                  <c:v>0.00357854809103</c:v>
                </c:pt>
                <c:pt idx="134">
                  <c:v>0.00358681531373</c:v>
                </c:pt>
                <c:pt idx="135">
                  <c:v>0.00359512091022</c:v>
                </c:pt>
                <c:pt idx="136">
                  <c:v>0.00360346520425</c:v>
                </c:pt>
                <c:pt idx="137">
                  <c:v>0.00361184852343</c:v>
                </c:pt>
                <c:pt idx="138">
                  <c:v>0.00362027119933</c:v>
                </c:pt>
                <c:pt idx="139">
                  <c:v>0.00362873356747</c:v>
                </c:pt>
                <c:pt idx="140">
                  <c:v>0.00363723596741</c:v>
                </c:pt>
                <c:pt idx="141">
                  <c:v>0.00364577874278</c:v>
                </c:pt>
                <c:pt idx="142">
                  <c:v>0.00365436224135</c:v>
                </c:pt>
                <c:pt idx="143">
                  <c:v>0.00366298681507</c:v>
                </c:pt>
                <c:pt idx="144">
                  <c:v>0.00367165282013</c:v>
                </c:pt>
                <c:pt idx="145">
                  <c:v>0.00368036061698</c:v>
                </c:pt>
                <c:pt idx="146">
                  <c:v>0.00368911057046</c:v>
                </c:pt>
                <c:pt idx="147">
                  <c:v>0.00369790304976</c:v>
                </c:pt>
                <c:pt idx="148">
                  <c:v>0.00370673842854</c:v>
                </c:pt>
                <c:pt idx="149">
                  <c:v>0.00371561708496</c:v>
                </c:pt>
                <c:pt idx="150">
                  <c:v>0.00372453940172</c:v>
                </c:pt>
                <c:pt idx="151">
                  <c:v>0.00373350576616</c:v>
                </c:pt>
                <c:pt idx="152">
                  <c:v>0.00374251657025</c:v>
                </c:pt>
                <c:pt idx="153">
                  <c:v>0.00375157221071</c:v>
                </c:pt>
                <c:pt idx="154">
                  <c:v>0.00376067308902</c:v>
                </c:pt>
                <c:pt idx="155">
                  <c:v>0.00376981961148</c:v>
                </c:pt>
                <c:pt idx="156">
                  <c:v>0.00377901218928</c:v>
                </c:pt>
                <c:pt idx="157">
                  <c:v>0.00378825123856</c:v>
                </c:pt>
                <c:pt idx="158">
                  <c:v>0.00379753718042</c:v>
                </c:pt>
                <c:pt idx="159">
                  <c:v>0.00380687044105</c:v>
                </c:pt>
                <c:pt idx="160">
                  <c:v>0.0038162514517</c:v>
                </c:pt>
                <c:pt idx="161">
                  <c:v>0.00382568064879</c:v>
                </c:pt>
                <c:pt idx="162">
                  <c:v>0.00383515847396</c:v>
                </c:pt>
                <c:pt idx="163">
                  <c:v>0.00384468537409</c:v>
                </c:pt>
                <c:pt idx="164">
                  <c:v>0.0038542618014</c:v>
                </c:pt>
                <c:pt idx="165">
                  <c:v>0.00386388821344</c:v>
                </c:pt>
                <c:pt idx="166">
                  <c:v>0.00387356507322</c:v>
                </c:pt>
                <c:pt idx="167">
                  <c:v>0.00388329284918</c:v>
                </c:pt>
                <c:pt idx="168">
                  <c:v>0.00389307201531</c:v>
                </c:pt>
                <c:pt idx="169">
                  <c:v>0.00390290305117</c:v>
                </c:pt>
                <c:pt idx="170">
                  <c:v>0.00391278644191</c:v>
                </c:pt>
                <c:pt idx="171">
                  <c:v>0.00392272267837</c:v>
                </c:pt>
                <c:pt idx="172">
                  <c:v>0.00393271225711</c:v>
                </c:pt>
                <c:pt idx="173">
                  <c:v>0.00394275568044</c:v>
                </c:pt>
                <c:pt idx="174">
                  <c:v>0.00395285345645</c:v>
                </c:pt>
                <c:pt idx="175">
                  <c:v>0.00396300609913</c:v>
                </c:pt>
                <c:pt idx="176">
                  <c:v>0.0039732141283</c:v>
                </c:pt>
                <c:pt idx="177">
                  <c:v>0.00398347806976</c:v>
                </c:pt>
                <c:pt idx="178">
                  <c:v>0.00399379845525</c:v>
                </c:pt>
                <c:pt idx="179">
                  <c:v>0.00400417582251</c:v>
                </c:pt>
                <c:pt idx="180">
                  <c:v>0.00401461071533</c:v>
                </c:pt>
                <c:pt idx="181">
                  <c:v>0.00402510368356</c:v>
                </c:pt>
                <c:pt idx="182">
                  <c:v>0.00403565528316</c:v>
                </c:pt>
                <c:pt idx="183">
                  <c:v>0.0040462660762</c:v>
                </c:pt>
                <c:pt idx="184">
                  <c:v>0.00405693663093</c:v>
                </c:pt>
                <c:pt idx="185">
                  <c:v>0.00406766752175</c:v>
                </c:pt>
                <c:pt idx="186">
                  <c:v>0.00407845932925</c:v>
                </c:pt>
                <c:pt idx="187">
                  <c:v>0.00408931264024</c:v>
                </c:pt>
                <c:pt idx="188">
                  <c:v>0.00410022804775</c:v>
                </c:pt>
                <c:pt idx="189">
                  <c:v>0.00411120615103</c:v>
                </c:pt>
                <c:pt idx="190">
                  <c:v>0.00412224755558</c:v>
                </c:pt>
                <c:pt idx="191">
                  <c:v>0.0041333528731</c:v>
                </c:pt>
                <c:pt idx="192">
                  <c:v>0.00414452272156</c:v>
                </c:pt>
                <c:pt idx="193">
                  <c:v>0.00415575772513</c:v>
                </c:pt>
                <c:pt idx="194">
                  <c:v>0.00416705851418</c:v>
                </c:pt>
                <c:pt idx="195">
                  <c:v>0.0041784257253</c:v>
                </c:pt>
                <c:pt idx="196">
                  <c:v>0.00418986000122</c:v>
                </c:pt>
                <c:pt idx="197">
                  <c:v>0.00420136199081</c:v>
                </c:pt>
                <c:pt idx="198">
                  <c:v>0.00421293234906</c:v>
                </c:pt>
                <c:pt idx="199">
                  <c:v>0.00422457173701</c:v>
                </c:pt>
                <c:pt idx="200">
                  <c:v>0.00423628082169</c:v>
                </c:pt>
                <c:pt idx="201">
                  <c:v>0.00424806027613</c:v>
                </c:pt>
                <c:pt idx="202">
                  <c:v>0.00425991077921</c:v>
                </c:pt>
                <c:pt idx="203">
                  <c:v>0.00427183301566</c:v>
                </c:pt>
                <c:pt idx="204">
                  <c:v>0.00428382767595</c:v>
                </c:pt>
                <c:pt idx="205">
                  <c:v>0.0042958954562</c:v>
                </c:pt>
                <c:pt idx="206">
                  <c:v>0.0043080370581</c:v>
                </c:pt>
                <c:pt idx="207">
                  <c:v>0.00432025318879</c:v>
                </c:pt>
                <c:pt idx="208">
                  <c:v>0.00433254456074</c:v>
                </c:pt>
                <c:pt idx="209">
                  <c:v>0.00434491189166</c:v>
                </c:pt>
                <c:pt idx="210">
                  <c:v>0.00435735590433</c:v>
                </c:pt>
                <c:pt idx="211">
                  <c:v>0.00436987732645</c:v>
                </c:pt>
                <c:pt idx="212">
                  <c:v>0.0043824768905</c:v>
                </c:pt>
                <c:pt idx="213">
                  <c:v>0.00439515533356</c:v>
                </c:pt>
                <c:pt idx="214">
                  <c:v>0.00440791339715</c:v>
                </c:pt>
                <c:pt idx="215">
                  <c:v>0.00442075182697</c:v>
                </c:pt>
                <c:pt idx="216">
                  <c:v>0.00443367137277</c:v>
                </c:pt>
                <c:pt idx="217">
                  <c:v>0.00444667278804</c:v>
                </c:pt>
                <c:pt idx="218">
                  <c:v>0.00445975682987</c:v>
                </c:pt>
                <c:pt idx="219">
                  <c:v>0.00447292425859</c:v>
                </c:pt>
                <c:pt idx="220">
                  <c:v>0.00448617583756</c:v>
                </c:pt>
                <c:pt idx="221">
                  <c:v>0.00449951233289</c:v>
                </c:pt>
                <c:pt idx="222">
                  <c:v>0.00451293451308</c:v>
                </c:pt>
                <c:pt idx="223">
                  <c:v>0.00452644314874</c:v>
                </c:pt>
                <c:pt idx="224">
                  <c:v>0.00454003901224</c:v>
                </c:pt>
                <c:pt idx="225">
                  <c:v>0.00455372287732</c:v>
                </c:pt>
                <c:pt idx="226">
                  <c:v>0.00456749551877</c:v>
                </c:pt>
                <c:pt idx="227">
                  <c:v>0.00458135771194</c:v>
                </c:pt>
                <c:pt idx="228">
                  <c:v>0.00459531023239</c:v>
                </c:pt>
                <c:pt idx="229">
                  <c:v>0.0046093538554</c:v>
                </c:pt>
                <c:pt idx="230">
                  <c:v>0.00462348935554</c:v>
                </c:pt>
                <c:pt idx="231">
                  <c:v>0.00463771750613</c:v>
                </c:pt>
                <c:pt idx="232">
                  <c:v>0.00465203907874</c:v>
                </c:pt>
                <c:pt idx="233">
                  <c:v>0.00466645484269</c:v>
                </c:pt>
                <c:pt idx="234">
                  <c:v>0.0046809655644</c:v>
                </c:pt>
                <c:pt idx="235">
                  <c:v>0.00469557200688</c:v>
                </c:pt>
                <c:pt idx="236">
                  <c:v>0.00471027492907</c:v>
                </c:pt>
                <c:pt idx="237">
                  <c:v>0.00472507508517</c:v>
                </c:pt>
                <c:pt idx="238">
                  <c:v>0.00473997322402</c:v>
                </c:pt>
                <c:pt idx="239">
                  <c:v>0.00475497008835</c:v>
                </c:pt>
                <c:pt idx="240">
                  <c:v>0.00477006641406</c:v>
                </c:pt>
                <c:pt idx="241">
                  <c:v>0.00478526292945</c:v>
                </c:pt>
                <c:pt idx="242">
                  <c:v>0.00480056035446</c:v>
                </c:pt>
                <c:pt idx="243">
                  <c:v>0.00481595939978</c:v>
                </c:pt>
                <c:pt idx="244">
                  <c:v>0.00483146076607</c:v>
                </c:pt>
                <c:pt idx="245">
                  <c:v>0.00484706514301</c:v>
                </c:pt>
                <c:pt idx="246">
                  <c:v>0.00486277320839</c:v>
                </c:pt>
                <c:pt idx="247">
                  <c:v>0.0048785856272</c:v>
                </c:pt>
                <c:pt idx="248">
                  <c:v>0.00489450305058</c:v>
                </c:pt>
                <c:pt idx="249">
                  <c:v>0.00491052611487</c:v>
                </c:pt>
                <c:pt idx="250">
                  <c:v>0.00492665544049</c:v>
                </c:pt>
                <c:pt idx="251">
                  <c:v>0.00494289163091</c:v>
                </c:pt>
                <c:pt idx="252">
                  <c:v>0.0049592352715</c:v>
                </c:pt>
                <c:pt idx="253">
                  <c:v>0.00497568692839</c:v>
                </c:pt>
                <c:pt idx="254">
                  <c:v>0.00499224714729</c:v>
                </c:pt>
                <c:pt idx="255">
                  <c:v>0.00500891645228</c:v>
                </c:pt>
                <c:pt idx="256">
                  <c:v>0.00502569534453</c:v>
                </c:pt>
                <c:pt idx="257">
                  <c:v>0.00504258430108</c:v>
                </c:pt>
                <c:pt idx="258">
                  <c:v>0.00505958377347</c:v>
                </c:pt>
                <c:pt idx="259">
                  <c:v>0.00507669418644</c:v>
                </c:pt>
                <c:pt idx="260">
                  <c:v>0.00509391593657</c:v>
                </c:pt>
                <c:pt idx="261">
                  <c:v>0.00511124939083</c:v>
                </c:pt>
                <c:pt idx="262">
                  <c:v>0.00512869488522</c:v>
                </c:pt>
                <c:pt idx="263">
                  <c:v>0.00514625272332</c:v>
                </c:pt>
                <c:pt idx="264">
                  <c:v>0.00516392317476</c:v>
                </c:pt>
                <c:pt idx="265">
                  <c:v>0.00518170647381</c:v>
                </c:pt>
                <c:pt idx="266">
                  <c:v>0.00519960281782</c:v>
                </c:pt>
                <c:pt idx="267">
                  <c:v>0.0052176123657</c:v>
                </c:pt>
                <c:pt idx="268">
                  <c:v>0.0052357352364</c:v>
                </c:pt>
                <c:pt idx="269">
                  <c:v>0.00525397150733</c:v>
                </c:pt>
                <c:pt idx="270">
                  <c:v>0.0052723212128</c:v>
                </c:pt>
                <c:pt idx="271">
                  <c:v>0.00529078434248</c:v>
                </c:pt>
                <c:pt idx="272">
                  <c:v>0.00530936083978</c:v>
                </c:pt>
                <c:pt idx="273">
                  <c:v>0.00532805060031</c:v>
                </c:pt>
                <c:pt idx="274">
                  <c:v>0.0053468534703</c:v>
                </c:pt>
                <c:pt idx="275">
                  <c:v>0.00536576924503</c:v>
                </c:pt>
                <c:pt idx="276">
                  <c:v>0.00538479766729</c:v>
                </c:pt>
                <c:pt idx="277">
                  <c:v>0.00540393842584</c:v>
                </c:pt>
                <c:pt idx="278">
                  <c:v>0.00542319115386</c:v>
                </c:pt>
                <c:pt idx="279">
                  <c:v>0.00544255542753</c:v>
                </c:pt>
                <c:pt idx="280">
                  <c:v>0.00546203076449</c:v>
                </c:pt>
                <c:pt idx="281">
                  <c:v>0.00548161662245</c:v>
                </c:pt>
                <c:pt idx="282">
                  <c:v>0.00550131239782</c:v>
                </c:pt>
                <c:pt idx="283">
                  <c:v>0.0055211174243</c:v>
                </c:pt>
                <c:pt idx="284">
                  <c:v>0.00554103097165</c:v>
                </c:pt>
                <c:pt idx="285">
                  <c:v>0.0055610522444</c:v>
                </c:pt>
                <c:pt idx="286">
                  <c:v>0.0055811803807</c:v>
                </c:pt>
                <c:pt idx="287">
                  <c:v>0.00560141445119</c:v>
                </c:pt>
                <c:pt idx="288">
                  <c:v>0.00562175345797</c:v>
                </c:pt>
                <c:pt idx="289">
                  <c:v>0.00564219633362</c:v>
                </c:pt>
                <c:pt idx="290">
                  <c:v>0.00566274194034</c:v>
                </c:pt>
                <c:pt idx="291">
                  <c:v>0.00568338906916</c:v>
                </c:pt>
                <c:pt idx="292">
                  <c:v>0.00570413643919</c:v>
                </c:pt>
                <c:pt idx="293">
                  <c:v>0.00572498269713</c:v>
                </c:pt>
                <c:pt idx="294">
                  <c:v>0.00574592641666</c:v>
                </c:pt>
                <c:pt idx="295">
                  <c:v>0.00576696609817</c:v>
                </c:pt>
                <c:pt idx="296">
                  <c:v>0.00578810016843</c:v>
                </c:pt>
                <c:pt idx="297">
                  <c:v>0.00580932698048</c:v>
                </c:pt>
                <c:pt idx="298">
                  <c:v>0.00583064481359</c:v>
                </c:pt>
                <c:pt idx="299">
                  <c:v>0.00585205187345</c:v>
                </c:pt>
                <c:pt idx="300">
                  <c:v>0.00587354629232</c:v>
                </c:pt>
                <c:pt idx="301">
                  <c:v>0.00589512612951</c:v>
                </c:pt>
                <c:pt idx="302">
                  <c:v>0.00591678937186</c:v>
                </c:pt>
                <c:pt idx="303">
                  <c:v>0.00593853393446</c:v>
                </c:pt>
                <c:pt idx="304">
                  <c:v>0.00596035766144</c:v>
                </c:pt>
                <c:pt idx="305">
                  <c:v>0.00598225832696</c:v>
                </c:pt>
                <c:pt idx="306">
                  <c:v>0.00600423363634</c:v>
                </c:pt>
                <c:pt idx="307">
                  <c:v>0.00602628122735</c:v>
                </c:pt>
                <c:pt idx="308">
                  <c:v>0.00604839867159</c:v>
                </c:pt>
                <c:pt idx="309">
                  <c:v>0.00607058347614</c:v>
                </c:pt>
                <c:pt idx="310">
                  <c:v>0.00609283308525</c:v>
                </c:pt>
                <c:pt idx="311">
                  <c:v>0.00611514488222</c:v>
                </c:pt>
                <c:pt idx="312">
                  <c:v>0.00613751619145</c:v>
                </c:pt>
                <c:pt idx="313">
                  <c:v>0.0061599442806</c:v>
                </c:pt>
                <c:pt idx="314">
                  <c:v>0.0061824263629</c:v>
                </c:pt>
                <c:pt idx="315">
                  <c:v>0.00620495959963</c:v>
                </c:pt>
                <c:pt idx="316">
                  <c:v>0.00622754110264</c:v>
                </c:pt>
                <c:pt idx="317">
                  <c:v>0.00625016793714</c:v>
                </c:pt>
                <c:pt idx="318">
                  <c:v>0.00627283712445</c:v>
                </c:pt>
                <c:pt idx="319">
                  <c:v>0.00629554564501</c:v>
                </c:pt>
                <c:pt idx="320">
                  <c:v>0.00631829044139</c:v>
                </c:pt>
                <c:pt idx="321">
                  <c:v>0.00634106842144</c:v>
                </c:pt>
                <c:pt idx="322">
                  <c:v>0.00636387646158</c:v>
                </c:pt>
                <c:pt idx="323">
                  <c:v>0.00638671141003</c:v>
                </c:pt>
                <c:pt idx="324">
                  <c:v>0.00640957009029</c:v>
                </c:pt>
                <c:pt idx="325">
                  <c:v>0.00643244930457</c:v>
                </c:pt>
                <c:pt idx="326">
                  <c:v>0.00645534583728</c:v>
                </c:pt>
                <c:pt idx="327">
                  <c:v>0.00647825645862</c:v>
                </c:pt>
                <c:pt idx="328">
                  <c:v>0.00650117792814</c:v>
                </c:pt>
                <c:pt idx="329">
                  <c:v>0.00652410699837</c:v>
                </c:pt>
                <c:pt idx="330">
                  <c:v>0.00654704041843</c:v>
                </c:pt>
                <c:pt idx="331">
                  <c:v>0.00656997493766</c:v>
                </c:pt>
                <c:pt idx="332">
                  <c:v>0.00659290730924</c:v>
                </c:pt>
                <c:pt idx="333">
                  <c:v>0.00661583429376</c:v>
                </c:pt>
                <c:pt idx="334">
                  <c:v>0.0066387526628</c:v>
                </c:pt>
                <c:pt idx="335">
                  <c:v>0.00666165920244</c:v>
                </c:pt>
                <c:pt idx="336">
                  <c:v>0.00668455071676</c:v>
                </c:pt>
                <c:pt idx="337">
                  <c:v>0.00670742403118</c:v>
                </c:pt>
                <c:pt idx="338">
                  <c:v>0.00673027599585</c:v>
                </c:pt>
                <c:pt idx="339">
                  <c:v>0.00675310348891</c:v>
                </c:pt>
                <c:pt idx="340">
                  <c:v>0.0067759034196</c:v>
                </c:pt>
                <c:pt idx="341">
                  <c:v>0.00679867273138</c:v>
                </c:pt>
                <c:pt idx="342">
                  <c:v>0.00682140840487</c:v>
                </c:pt>
                <c:pt idx="343">
                  <c:v>0.0068441074607</c:v>
                </c:pt>
                <c:pt idx="344">
                  <c:v>0.00686676696224</c:v>
                </c:pt>
                <c:pt idx="345">
                  <c:v>0.00688938401821</c:v>
                </c:pt>
                <c:pt idx="346">
                  <c:v>0.00691195578513</c:v>
                </c:pt>
                <c:pt idx="347">
                  <c:v>0.0069344794697</c:v>
                </c:pt>
                <c:pt idx="348">
                  <c:v>0.00695695233096</c:v>
                </c:pt>
                <c:pt idx="349">
                  <c:v>0.00697937168235</c:v>
                </c:pt>
                <c:pt idx="350">
                  <c:v>0.00700173489364</c:v>
                </c:pt>
                <c:pt idx="351">
                  <c:v>0.00702403939266</c:v>
                </c:pt>
                <c:pt idx="352">
                  <c:v>0.0070462826669</c:v>
                </c:pt>
                <c:pt idx="353">
                  <c:v>0.00706846226502</c:v>
                </c:pt>
                <c:pt idx="354">
                  <c:v>0.0070905757981</c:v>
                </c:pt>
                <c:pt idx="355">
                  <c:v>0.00711262094081</c:v>
                </c:pt>
                <c:pt idx="356">
                  <c:v>0.00713459543242</c:v>
                </c:pt>
                <c:pt idx="357">
                  <c:v>0.00715649707766</c:v>
                </c:pt>
                <c:pt idx="358">
                  <c:v>0.0071783237474</c:v>
                </c:pt>
                <c:pt idx="359">
                  <c:v>0.00720007337925</c:v>
                </c:pt>
                <c:pt idx="360">
                  <c:v>0.00722174397793</c:v>
                </c:pt>
                <c:pt idx="361">
                  <c:v>0.00724333361561</c:v>
                </c:pt>
                <c:pt idx="362">
                  <c:v>0.007264840432</c:v>
                </c:pt>
                <c:pt idx="363">
                  <c:v>0.00728626263442</c:v>
                </c:pt>
                <c:pt idx="364">
                  <c:v>0.00730759849764</c:v>
                </c:pt>
                <c:pt idx="365">
                  <c:v>0.00732884636369</c:v>
                </c:pt>
                <c:pt idx="366">
                  <c:v>0.00735000464149</c:v>
                </c:pt>
                <c:pt idx="367">
                  <c:v>0.00737107180641</c:v>
                </c:pt>
                <c:pt idx="368">
                  <c:v>0.00739204639967</c:v>
                </c:pt>
                <c:pt idx="369">
                  <c:v>0.00741292702772</c:v>
                </c:pt>
                <c:pt idx="370">
                  <c:v>0.00743371236147</c:v>
                </c:pt>
                <c:pt idx="371">
                  <c:v>0.00745440113542</c:v>
                </c:pt>
                <c:pt idx="372">
                  <c:v>0.00747499214675</c:v>
                </c:pt>
                <c:pt idx="373">
                  <c:v>0.00749548425433</c:v>
                </c:pt>
                <c:pt idx="374">
                  <c:v>0.00751587637762</c:v>
                </c:pt>
                <c:pt idx="375">
                  <c:v>0.00753616749554</c:v>
                </c:pt>
                <c:pt idx="376">
                  <c:v>0.00755635664527</c:v>
                </c:pt>
                <c:pt idx="377">
                  <c:v>0.007576442921</c:v>
                </c:pt>
                <c:pt idx="378">
                  <c:v>0.00759642547264</c:v>
                </c:pt>
                <c:pt idx="379">
                  <c:v>0.00761630350446</c:v>
                </c:pt>
                <c:pt idx="380">
                  <c:v>0.00763607627372</c:v>
                </c:pt>
                <c:pt idx="381">
                  <c:v>0.0076557430893</c:v>
                </c:pt>
                <c:pt idx="382">
                  <c:v>0.00767530331022</c:v>
                </c:pt>
                <c:pt idx="383">
                  <c:v>0.00769475634419</c:v>
                </c:pt>
                <c:pt idx="384">
                  <c:v>0.00771410164618</c:v>
                </c:pt>
                <c:pt idx="385">
                  <c:v>0.00773333871693</c:v>
                </c:pt>
                <c:pt idx="386">
                  <c:v>0.00775246710143</c:v>
                </c:pt>
                <c:pt idx="387">
                  <c:v>0.00777148638749</c:v>
                </c:pt>
                <c:pt idx="388">
                  <c:v>0.00779039620421</c:v>
                </c:pt>
                <c:pt idx="389">
                  <c:v>0.00780919622054</c:v>
                </c:pt>
                <c:pt idx="390">
                  <c:v>0.00782788614378</c:v>
                </c:pt>
                <c:pt idx="391">
                  <c:v>0.00784646571816</c:v>
                </c:pt>
                <c:pt idx="392">
                  <c:v>0.00786493472339</c:v>
                </c:pt>
                <c:pt idx="393">
                  <c:v>0.00788329297322</c:v>
                </c:pt>
                <c:pt idx="394">
                  <c:v>0.00790154031411</c:v>
                </c:pt>
                <c:pt idx="395">
                  <c:v>0.0079196766238</c:v>
                </c:pt>
                <c:pt idx="396">
                  <c:v>0.00793770181003</c:v>
                </c:pt>
                <c:pt idx="397">
                  <c:v>0.00795561580917</c:v>
                </c:pt>
                <c:pt idx="398">
                  <c:v>0.00797341858502</c:v>
                </c:pt>
                <c:pt idx="399">
                  <c:v>0.00799111012752</c:v>
                </c:pt>
                <c:pt idx="400">
                  <c:v>0.00800869045159</c:v>
                </c:pt>
                <c:pt idx="401">
                  <c:v>0.00802615959595</c:v>
                </c:pt>
                <c:pt idx="402">
                  <c:v>0.00804351762201</c:v>
                </c:pt>
                <c:pt idx="403">
                  <c:v>0.00806076461278</c:v>
                </c:pt>
                <c:pt idx="404">
                  <c:v>0.00807790067189</c:v>
                </c:pt>
                <c:pt idx="405">
                  <c:v>0.00809492592253</c:v>
                </c:pt>
                <c:pt idx="406">
                  <c:v>0.00811184050659</c:v>
                </c:pt>
                <c:pt idx="407">
                  <c:v>0.00812864458373</c:v>
                </c:pt>
                <c:pt idx="408">
                  <c:v>0.00814533833053</c:v>
                </c:pt>
                <c:pt idx="409">
                  <c:v>0.00816192193974</c:v>
                </c:pt>
                <c:pt idx="410">
                  <c:v>0.0081783956195</c:v>
                </c:pt>
                <c:pt idx="411">
                  <c:v>0.00819475959267</c:v>
                </c:pt>
                <c:pt idx="412">
                  <c:v>0.00821101409621</c:v>
                </c:pt>
                <c:pt idx="413">
                  <c:v>0.00822715938054</c:v>
                </c:pt>
                <c:pt idx="414">
                  <c:v>0.00824319570908</c:v>
                </c:pt>
                <c:pt idx="415">
                  <c:v>0.00825912335771</c:v>
                </c:pt>
                <c:pt idx="416">
                  <c:v>0.00827494261441</c:v>
                </c:pt>
                <c:pt idx="417">
                  <c:v>0.00829065377881</c:v>
                </c:pt>
                <c:pt idx="418">
                  <c:v>0.00830625716194</c:v>
                </c:pt>
                <c:pt idx="419">
                  <c:v>0.00832175308594</c:v>
                </c:pt>
                <c:pt idx="420">
                  <c:v>0.00833714188386</c:v>
                </c:pt>
                <c:pt idx="421">
                  <c:v>0.00835242389949</c:v>
                </c:pt>
                <c:pt idx="422">
                  <c:v>0.00836759948731</c:v>
                </c:pt>
                <c:pt idx="423">
                  <c:v>0.00838266901238</c:v>
                </c:pt>
                <c:pt idx="424">
                  <c:v>0.0083976328504</c:v>
                </c:pt>
                <c:pt idx="425">
                  <c:v>0.00841249138776</c:v>
                </c:pt>
                <c:pt idx="426">
                  <c:v>0.00842724502168</c:v>
                </c:pt>
                <c:pt idx="427">
                  <c:v>0.00844189416036</c:v>
                </c:pt>
                <c:pt idx="428">
                  <c:v>0.0084564392232</c:v>
                </c:pt>
                <c:pt idx="429">
                  <c:v>0.00847088064115</c:v>
                </c:pt>
                <c:pt idx="430">
                  <c:v>0.00848521885696</c:v>
                </c:pt>
                <c:pt idx="431">
                  <c:v>0.00849945432564</c:v>
                </c:pt>
                <c:pt idx="432">
                  <c:v>0.00851358751489</c:v>
                </c:pt>
                <c:pt idx="433">
                  <c:v>0.00852761890556</c:v>
                </c:pt>
                <c:pt idx="434">
                  <c:v>0.00854154899225</c:v>
                </c:pt>
                <c:pt idx="435">
                  <c:v>0.00855537828389</c:v>
                </c:pt>
                <c:pt idx="436">
                  <c:v>0.0085691073044</c:v>
                </c:pt>
                <c:pt idx="437">
                  <c:v>0.00858273659337</c:v>
                </c:pt>
                <c:pt idx="438">
                  <c:v>0.00859626670685</c:v>
                </c:pt>
                <c:pt idx="439">
                  <c:v>0.00860969821814</c:v>
                </c:pt>
                <c:pt idx="440">
                  <c:v>0.00862303171862</c:v>
                </c:pt>
                <c:pt idx="441">
                  <c:v>0.00863626781868</c:v>
                </c:pt>
                <c:pt idx="442">
                  <c:v>0.00864940714863</c:v>
                </c:pt>
                <c:pt idx="443">
                  <c:v>0.00866245035974</c:v>
                </c:pt>
                <c:pt idx="444">
                  <c:v>0.00867539812522</c:v>
                </c:pt>
                <c:pt idx="445">
                  <c:v>0.0086882511413</c:v>
                </c:pt>
                <c:pt idx="446">
                  <c:v>0.00870101012839</c:v>
                </c:pt>
                <c:pt idx="447">
                  <c:v>0.00871367583219</c:v>
                </c:pt>
                <c:pt idx="448">
                  <c:v>0.00872624902489</c:v>
                </c:pt>
                <c:pt idx="449">
                  <c:v>0.00873873050641</c:v>
                </c:pt>
                <c:pt idx="450">
                  <c:v>0.00875112110564</c:v>
                </c:pt>
                <c:pt idx="451">
                  <c:v>0.00876342168175</c:v>
                </c:pt>
                <c:pt idx="452">
                  <c:v>0.00877563312549</c:v>
                </c:pt>
                <c:pt idx="453">
                  <c:v>0.00878775636053</c:v>
                </c:pt>
                <c:pt idx="454">
                  <c:v>0.00879979234486</c:v>
                </c:pt>
                <c:pt idx="455">
                  <c:v>0.00881174207214</c:v>
                </c:pt>
                <c:pt idx="456">
                  <c:v>0.00882360657311</c:v>
                </c:pt>
                <c:pt idx="457">
                  <c:v>0.00883538691704</c:v>
                </c:pt>
                <c:pt idx="458">
                  <c:v>0.0088470842131</c:v>
                </c:pt>
                <c:pt idx="459">
                  <c:v>0.00885869961184</c:v>
                </c:pt>
                <c:pt idx="460">
                  <c:v>0.0088702343066</c:v>
                </c:pt>
                <c:pt idx="461">
                  <c:v>0.00888168953497</c:v>
                </c:pt>
                <c:pt idx="462">
                  <c:v>0.00889306658018</c:v>
                </c:pt>
                <c:pt idx="463">
                  <c:v>0.00890436677255</c:v>
                </c:pt>
                <c:pt idx="464">
                  <c:v>0.0089155914909</c:v>
                </c:pt>
                <c:pt idx="465">
                  <c:v>0.00892674216389</c:v>
                </c:pt>
                <c:pt idx="466">
                  <c:v>0.00893782027141</c:v>
                </c:pt>
                <c:pt idx="467">
                  <c:v>0.00894882734592</c:v>
                </c:pt>
                <c:pt idx="468">
                  <c:v>0.00895976497373</c:v>
                </c:pt>
                <c:pt idx="469">
                  <c:v>0.00897063479624</c:v>
                </c:pt>
                <c:pt idx="470">
                  <c:v>0.00898143851116</c:v>
                </c:pt>
                <c:pt idx="471">
                  <c:v>0.0089921778737</c:v>
                </c:pt>
                <c:pt idx="472">
                  <c:v>0.0090028546976</c:v>
                </c:pt>
                <c:pt idx="473">
                  <c:v>0.00901347085625</c:v>
                </c:pt>
                <c:pt idx="474">
                  <c:v>0.00902402828358</c:v>
                </c:pt>
                <c:pt idx="475">
                  <c:v>0.00903452897502</c:v>
                </c:pt>
                <c:pt idx="476">
                  <c:v>0.00904497498828</c:v>
                </c:pt>
                <c:pt idx="477">
                  <c:v>0.00905536844407</c:v>
                </c:pt>
                <c:pt idx="478">
                  <c:v>0.00906571152678</c:v>
                </c:pt>
                <c:pt idx="479">
                  <c:v>0.00907600648497</c:v>
                </c:pt>
                <c:pt idx="480">
                  <c:v>0.00908625563186</c:v>
                </c:pt>
                <c:pt idx="481">
                  <c:v>0.00909646134561</c:v>
                </c:pt>
                <c:pt idx="482">
                  <c:v>0.00910662606957</c:v>
                </c:pt>
                <c:pt idx="483">
                  <c:v>0.00911675231237</c:v>
                </c:pt>
                <c:pt idx="484">
                  <c:v>0.00912684264789</c:v>
                </c:pt>
                <c:pt idx="485">
                  <c:v>0.00913689971512</c:v>
                </c:pt>
                <c:pt idx="486">
                  <c:v>0.00914692621788</c:v>
                </c:pt>
                <c:pt idx="487">
                  <c:v>0.0091569249244</c:v>
                </c:pt>
                <c:pt idx="488">
                  <c:v>0.00916689866676</c:v>
                </c:pt>
                <c:pt idx="489">
                  <c:v>0.00917685034021</c:v>
                </c:pt>
                <c:pt idx="490">
                  <c:v>0.00918678290234</c:v>
                </c:pt>
                <c:pt idx="491">
                  <c:v>0.00919669937208</c:v>
                </c:pt>
                <c:pt idx="492">
                  <c:v>0.00920660282857</c:v>
                </c:pt>
                <c:pt idx="493">
                  <c:v>0.00921649640992</c:v>
                </c:pt>
                <c:pt idx="494">
                  <c:v>0.00922638331175</c:v>
                </c:pt>
                <c:pt idx="495">
                  <c:v>0.00923626678566</c:v>
                </c:pt>
                <c:pt idx="496">
                  <c:v>0.0092461501375</c:v>
                </c:pt>
                <c:pt idx="497">
                  <c:v>0.00925603672549</c:v>
                </c:pt>
                <c:pt idx="498">
                  <c:v>0.00926592995828</c:v>
                </c:pt>
                <c:pt idx="499">
                  <c:v>0.00927583329277</c:v>
                </c:pt>
                <c:pt idx="500">
                  <c:v>0.00928575023184</c:v>
                </c:pt>
                <c:pt idx="501">
                  <c:v>0.00929568432199</c:v>
                </c:pt>
                <c:pt idx="502">
                  <c:v>0.00930563915076</c:v>
                </c:pt>
                <c:pt idx="503">
                  <c:v>0.00931561834411</c:v>
                </c:pt>
                <c:pt idx="504">
                  <c:v>0.00932562556368</c:v>
                </c:pt>
                <c:pt idx="505">
                  <c:v>0.00933566450387</c:v>
                </c:pt>
                <c:pt idx="506">
                  <c:v>0.00934573888891</c:v>
                </c:pt>
                <c:pt idx="507">
                  <c:v>0.00935585246981</c:v>
                </c:pt>
                <c:pt idx="508">
                  <c:v>0.00936600902115</c:v>
                </c:pt>
                <c:pt idx="509">
                  <c:v>0.00937621233795</c:v>
                </c:pt>
                <c:pt idx="510">
                  <c:v>0.00938646623231</c:v>
                </c:pt>
                <c:pt idx="511">
                  <c:v>0.00939677453009</c:v>
                </c:pt>
                <c:pt idx="512">
                  <c:v>0.00940714106756</c:v>
                </c:pt>
                <c:pt idx="513">
                  <c:v>0.00941756968789</c:v>
                </c:pt>
                <c:pt idx="514">
                  <c:v>0.00942806423778</c:v>
                </c:pt>
                <c:pt idx="515">
                  <c:v>0.00943862856396</c:v>
                </c:pt>
                <c:pt idx="516">
                  <c:v>0.0094492665097</c:v>
                </c:pt>
                <c:pt idx="517">
                  <c:v>0.00945998191135</c:v>
                </c:pt>
                <c:pt idx="518">
                  <c:v>0.00947077859493</c:v>
                </c:pt>
                <c:pt idx="519">
                  <c:v>0.00948166037263</c:v>
                </c:pt>
                <c:pt idx="520">
                  <c:v>0.0094926310395</c:v>
                </c:pt>
                <c:pt idx="521">
                  <c:v>0.00950369437006</c:v>
                </c:pt>
                <c:pt idx="522">
                  <c:v>0.00951485411501</c:v>
                </c:pt>
                <c:pt idx="523">
                  <c:v>0.00952611399808</c:v>
                </c:pt>
                <c:pt idx="524">
                  <c:v>0.00953747771279</c:v>
                </c:pt>
                <c:pt idx="525">
                  <c:v>0.00954894891951</c:v>
                </c:pt>
                <c:pt idx="526">
                  <c:v>0.00956053124238</c:v>
                </c:pt>
                <c:pt idx="527">
                  <c:v>0.00957222826655</c:v>
                </c:pt>
                <c:pt idx="528">
                  <c:v>0.00958404353539</c:v>
                </c:pt>
                <c:pt idx="529">
                  <c:v>0.00959598054782</c:v>
                </c:pt>
                <c:pt idx="530">
                  <c:v>0.00960804275587</c:v>
                </c:pt>
                <c:pt idx="531">
                  <c:v>0.00962023356224</c:v>
                </c:pt>
                <c:pt idx="532">
                  <c:v>0.00963255631808</c:v>
                </c:pt>
                <c:pt idx="533">
                  <c:v>0.00964501432083</c:v>
                </c:pt>
                <c:pt idx="534">
                  <c:v>0.00965761081232</c:v>
                </c:pt>
                <c:pt idx="535">
                  <c:v>0.00967034897688</c:v>
                </c:pt>
                <c:pt idx="536">
                  <c:v>0.00968323193968</c:v>
                </c:pt>
                <c:pt idx="537">
                  <c:v>0.0096962627652</c:v>
                </c:pt>
                <c:pt idx="538">
                  <c:v>0.00970944445582</c:v>
                </c:pt>
                <c:pt idx="539">
                  <c:v>0.00972277995064</c:v>
                </c:pt>
                <c:pt idx="540">
                  <c:v>0.00973627212434</c:v>
                </c:pt>
                <c:pt idx="541">
                  <c:v>0.00974992378628</c:v>
                </c:pt>
                <c:pt idx="542">
                  <c:v>0.00976373767971</c:v>
                </c:pt>
                <c:pt idx="543">
                  <c:v>0.00977771648109</c:v>
                </c:pt>
                <c:pt idx="544">
                  <c:v>0.00979186279968</c:v>
                </c:pt>
                <c:pt idx="545">
                  <c:v>0.0098061791771</c:v>
                </c:pt>
                <c:pt idx="546">
                  <c:v>0.00982066808716</c:v>
                </c:pt>
                <c:pt idx="547">
                  <c:v>0.00983533193578</c:v>
                </c:pt>
                <c:pt idx="548">
                  <c:v>0.00985017306102</c:v>
                </c:pt>
                <c:pt idx="549">
                  <c:v>0.00986519373328</c:v>
                </c:pt>
                <c:pt idx="550">
                  <c:v>0.00988039615558</c:v>
                </c:pt>
                <c:pt idx="551">
                  <c:v>0.00989578246398</c:v>
                </c:pt>
                <c:pt idx="552">
                  <c:v>0.00991135472812</c:v>
                </c:pt>
                <c:pt idx="553">
                  <c:v>0.00992711495183</c:v>
                </c:pt>
                <c:pt idx="554">
                  <c:v>0.0099430650739</c:v>
                </c:pt>
                <c:pt idx="555">
                  <c:v>0.00995920696887</c:v>
                </c:pt>
                <c:pt idx="556">
                  <c:v>0.00997554244799</c:v>
                </c:pt>
                <c:pt idx="557">
                  <c:v>0.00999207326019</c:v>
                </c:pt>
                <c:pt idx="558">
                  <c:v>0.0100088010932</c:v>
                </c:pt>
                <c:pt idx="559">
                  <c:v>0.0100257275746</c:v>
                </c:pt>
                <c:pt idx="560">
                  <c:v>0.0100428542733</c:v>
                </c:pt>
                <c:pt idx="561">
                  <c:v>0.0100601827004</c:v>
                </c:pt>
                <c:pt idx="562">
                  <c:v>0.010077714311</c:v>
                </c:pt>
                <c:pt idx="563">
                  <c:v>0.0100954505053</c:v>
                </c:pt>
                <c:pt idx="564">
                  <c:v>0.01011339263</c:v>
                </c:pt>
                <c:pt idx="565">
                  <c:v>0.01013154198</c:v>
                </c:pt>
                <c:pt idx="566">
                  <c:v>0.0101498997997</c:v>
                </c:pt>
                <c:pt idx="567">
                  <c:v>0.0101684672846</c:v>
                </c:pt>
                <c:pt idx="568">
                  <c:v>0.010187245583</c:v>
                </c:pt>
                <c:pt idx="569">
                  <c:v>0.0102062357972</c:v>
                </c:pt>
                <c:pt idx="570">
                  <c:v>0.0102254389856</c:v>
                </c:pt>
                <c:pt idx="571">
                  <c:v>0.0102448561638</c:v>
                </c:pt>
                <c:pt idx="572">
                  <c:v>0.0102644883068</c:v>
                </c:pt>
                <c:pt idx="573">
                  <c:v>0.01028433635</c:v>
                </c:pt>
                <c:pt idx="574">
                  <c:v>0.0103044011912</c:v>
                </c:pt>
                <c:pt idx="575">
                  <c:v>0.010324683692</c:v>
                </c:pt>
                <c:pt idx="576">
                  <c:v>0.0103451846798</c:v>
                </c:pt>
                <c:pt idx="577">
                  <c:v>0.0103659049489</c:v>
                </c:pt>
                <c:pt idx="578">
                  <c:v>0.0103868452622</c:v>
                </c:pt>
                <c:pt idx="579">
                  <c:v>0.0104080063531</c:v>
                </c:pt>
                <c:pt idx="580">
                  <c:v>0.0104293889268</c:v>
                </c:pt>
                <c:pt idx="581">
                  <c:v>0.0104509936616</c:v>
                </c:pt>
                <c:pt idx="582">
                  <c:v>0.0104728212111</c:v>
                </c:pt>
                <c:pt idx="583">
                  <c:v>0.0104948722049</c:v>
                </c:pt>
                <c:pt idx="584">
                  <c:v>0.0105171472506</c:v>
                </c:pt>
                <c:pt idx="585">
                  <c:v>0.010539646935</c:v>
                </c:pt>
                <c:pt idx="586">
                  <c:v>0.0105623718257</c:v>
                </c:pt>
                <c:pt idx="587">
                  <c:v>0.0105853224721</c:v>
                </c:pt>
                <c:pt idx="588">
                  <c:v>0.0106084994073</c:v>
                </c:pt>
                <c:pt idx="589">
                  <c:v>0.0106319031491</c:v>
                </c:pt>
                <c:pt idx="590">
                  <c:v>0.0106555342012</c:v>
                </c:pt>
                <c:pt idx="591">
                  <c:v>0.0106793930546</c:v>
                </c:pt>
                <c:pt idx="592">
                  <c:v>0.0107034801891</c:v>
                </c:pt>
                <c:pt idx="593">
                  <c:v>0.010727796074</c:v>
                </c:pt>
                <c:pt idx="594">
                  <c:v>0.0107523411695</c:v>
                </c:pt>
                <c:pt idx="595">
                  <c:v>0.010777115928</c:v>
                </c:pt>
                <c:pt idx="596">
                  <c:v>0.010802120795</c:v>
                </c:pt>
                <c:pt idx="597">
                  <c:v>0.0108273562101</c:v>
                </c:pt>
                <c:pt idx="598">
                  <c:v>0.0108528226082</c:v>
                </c:pt>
                <c:pt idx="599">
                  <c:v>0.0108785204207</c:v>
                </c:pt>
                <c:pt idx="600">
                  <c:v>0.010904450076</c:v>
                </c:pt>
                <c:pt idx="601">
                  <c:v>0.0109306120007</c:v>
                </c:pt>
                <c:pt idx="602">
                  <c:v>0.0109570066207</c:v>
                </c:pt>
                <c:pt idx="603">
                  <c:v>0.0109836343618</c:v>
                </c:pt>
                <c:pt idx="604">
                  <c:v>0.0110104956507</c:v>
                </c:pt>
                <c:pt idx="605">
                  <c:v>0.0110375909157</c:v>
                </c:pt>
                <c:pt idx="606">
                  <c:v>0.0110649205876</c:v>
                </c:pt>
                <c:pt idx="607">
                  <c:v>0.0110924851007</c:v>
                </c:pt>
                <c:pt idx="608">
                  <c:v>0.011120284893</c:v>
                </c:pt>
                <c:pt idx="609">
                  <c:v>0.0111483204074</c:v>
                </c:pt>
                <c:pt idx="610">
                  <c:v>0.0111765920922</c:v>
                </c:pt>
                <c:pt idx="611">
                  <c:v>0.0112051004018</c:v>
                </c:pt>
                <c:pt idx="612">
                  <c:v>0.0112338457974</c:v>
                </c:pt>
                <c:pt idx="613">
                  <c:v>0.0112628287474</c:v>
                </c:pt>
                <c:pt idx="614">
                  <c:v>0.0112920497284</c:v>
                </c:pt>
                <c:pt idx="615">
                  <c:v>0.0113215092253</c:v>
                </c:pt>
                <c:pt idx="616">
                  <c:v>0.0113512077322</c:v>
                </c:pt>
                <c:pt idx="617">
                  <c:v>0.0113811457528</c:v>
                </c:pt>
                <c:pt idx="618">
                  <c:v>0.011411323801</c:v>
                </c:pt>
                <c:pt idx="619">
                  <c:v>0.0114417424013</c:v>
                </c:pt>
                <c:pt idx="620">
                  <c:v>0.0114724020893</c:v>
                </c:pt>
                <c:pt idx="621">
                  <c:v>0.0115033034121</c:v>
                </c:pt>
                <c:pt idx="622">
                  <c:v>0.0115344469289</c:v>
                </c:pt>
                <c:pt idx="623">
                  <c:v>0.0115658332113</c:v>
                </c:pt>
                <c:pt idx="624">
                  <c:v>0.0115974628438</c:v>
                </c:pt>
                <c:pt idx="625">
                  <c:v>0.0116293364241</c:v>
                </c:pt>
                <c:pt idx="626">
                  <c:v>0.0116614545635</c:v>
                </c:pt>
                <c:pt idx="627">
                  <c:v>0.0116938178871</c:v>
                </c:pt>
                <c:pt idx="628">
                  <c:v>0.0117264270348</c:v>
                </c:pt>
                <c:pt idx="629">
                  <c:v>0.0117592826606</c:v>
                </c:pt>
                <c:pt idx="630">
                  <c:v>0.011792385434</c:v>
                </c:pt>
                <c:pt idx="631">
                  <c:v>0.0118257360394</c:v>
                </c:pt>
                <c:pt idx="632">
                  <c:v>0.0118593351772</c:v>
                </c:pt>
                <c:pt idx="633">
                  <c:v>0.0118931835633</c:v>
                </c:pt>
                <c:pt idx="634">
                  <c:v>0.0119272819302</c:v>
                </c:pt>
                <c:pt idx="635">
                  <c:v>0.0119616310266</c:v>
                </c:pt>
                <c:pt idx="636">
                  <c:v>0.011996231618</c:v>
                </c:pt>
                <c:pt idx="637">
                  <c:v>0.012031084487</c:v>
                </c:pt>
                <c:pt idx="638">
                  <c:v>0.0120661904333</c:v>
                </c:pt>
                <c:pt idx="639">
                  <c:v>0.0121015502741</c:v>
                </c:pt>
                <c:pt idx="640">
                  <c:v>0.0121371648446</c:v>
                </c:pt>
                <c:pt idx="641">
                  <c:v>0.0121730349975</c:v>
                </c:pt>
                <c:pt idx="642">
                  <c:v>0.0122091616041</c:v>
                </c:pt>
                <c:pt idx="643">
                  <c:v>0.0122455455538</c:v>
                </c:pt>
                <c:pt idx="644">
                  <c:v>0.0122821877549</c:v>
                </c:pt>
                <c:pt idx="645">
                  <c:v>0.0123190891341</c:v>
                </c:pt>
                <c:pt idx="646">
                  <c:v>0.0123562506376</c:v>
                </c:pt>
                <c:pt idx="647">
                  <c:v>0.0123936732304</c:v>
                </c:pt>
                <c:pt idx="648">
                  <c:v>0.0124313578973</c:v>
                </c:pt>
                <c:pt idx="649">
                  <c:v>0.0124693056425</c:v>
                </c:pt>
                <c:pt idx="650">
                  <c:v>0.0125075174898</c:v>
                </c:pt>
                <c:pt idx="651">
                  <c:v>0.0125459944835</c:v>
                </c:pt>
                <c:pt idx="652">
                  <c:v>0.0125847376876</c:v>
                </c:pt>
                <c:pt idx="653">
                  <c:v>0.0126237481866</c:v>
                </c:pt>
                <c:pt idx="654">
                  <c:v>0.0126630270855</c:v>
                </c:pt>
                <c:pt idx="655">
                  <c:v>0.0127025755101</c:v>
                </c:pt>
                <c:pt idx="656">
                  <c:v>0.012742394607</c:v>
                </c:pt>
                <c:pt idx="657">
                  <c:v>0.0127824855438</c:v>
                </c:pt>
                <c:pt idx="658">
                  <c:v>0.0128228495094</c:v>
                </c:pt>
                <c:pt idx="659">
                  <c:v>0.0128634877139</c:v>
                </c:pt>
                <c:pt idx="660">
                  <c:v>0.0129044013891</c:v>
                </c:pt>
                <c:pt idx="661">
                  <c:v>0.0129455917886</c:v>
                </c:pt>
                <c:pt idx="662">
                  <c:v>0.0129870601877</c:v>
                </c:pt>
                <c:pt idx="663">
                  <c:v>0.0130288078837</c:v>
                </c:pt>
                <c:pt idx="664">
                  <c:v>0.0130708361964</c:v>
                </c:pt>
                <c:pt idx="665">
                  <c:v>0.0131131464677</c:v>
                </c:pt>
                <c:pt idx="666">
                  <c:v>0.013155740062</c:v>
                </c:pt>
                <c:pt idx="667">
                  <c:v>0.0131986183667</c:v>
                </c:pt>
                <c:pt idx="668">
                  <c:v>0.0132417827918</c:v>
                </c:pt>
                <c:pt idx="669">
                  <c:v>0.0132852347704</c:v>
                </c:pt>
                <c:pt idx="670">
                  <c:v>0.0133289757587</c:v>
                </c:pt>
                <c:pt idx="671">
                  <c:v>0.0133730072364</c:v>
                </c:pt>
                <c:pt idx="672">
                  <c:v>0.0134173307065</c:v>
                </c:pt>
                <c:pt idx="673">
                  <c:v>0.0134619476959</c:v>
                </c:pt>
                <c:pt idx="674">
                  <c:v>0.013506859755</c:v>
                </c:pt>
                <c:pt idx="675">
                  <c:v>0.0135520684586</c:v>
                </c:pt>
                <c:pt idx="676">
                  <c:v>0.0135975754052</c:v>
                </c:pt>
                <c:pt idx="677">
                  <c:v>0.0136433822179</c:v>
                </c:pt>
                <c:pt idx="678">
                  <c:v>0.0136894905442</c:v>
                </c:pt>
                <c:pt idx="679">
                  <c:v>0.0137359020561</c:v>
                </c:pt>
                <c:pt idx="680">
                  <c:v>0.0137826184505</c:v>
                </c:pt>
                <c:pt idx="681">
                  <c:v>0.0138296414492</c:v>
                </c:pt>
                <c:pt idx="682">
                  <c:v>0.0138769727991</c:v>
                </c:pt>
                <c:pt idx="683">
                  <c:v>0.0139246142723</c:v>
                </c:pt>
                <c:pt idx="684">
                  <c:v>0.0139725676664</c:v>
                </c:pt>
                <c:pt idx="685">
                  <c:v>0.0140208348046</c:v>
                </c:pt>
                <c:pt idx="686">
                  <c:v>0.0140694175357</c:v>
                </c:pt>
                <c:pt idx="687">
                  <c:v>0.0141183177344</c:v>
                </c:pt>
                <c:pt idx="688">
                  <c:v>0.0141675373015</c:v>
                </c:pt>
                <c:pt idx="689">
                  <c:v>0.0142170781641</c:v>
                </c:pt>
                <c:pt idx="690">
                  <c:v>0.0142669422755</c:v>
                </c:pt>
                <c:pt idx="691">
                  <c:v>0.0143171316155</c:v>
                </c:pt>
                <c:pt idx="692">
                  <c:v>0.0143676481908</c:v>
                </c:pt>
                <c:pt idx="693">
                  <c:v>0.0144184940347</c:v>
                </c:pt>
                <c:pt idx="694">
                  <c:v>0.0144696712077</c:v>
                </c:pt>
                <c:pt idx="695">
                  <c:v>0.0145211817972</c:v>
                </c:pt>
                <c:pt idx="696">
                  <c:v>0.0145730279182</c:v>
                </c:pt>
                <c:pt idx="697">
                  <c:v>0.014625211713</c:v>
                </c:pt>
                <c:pt idx="698">
                  <c:v>0.0146777353515</c:v>
                </c:pt>
                <c:pt idx="699">
                  <c:v>0.0147306010315</c:v>
                </c:pt>
                <c:pt idx="700">
                  <c:v>0.0147838109787</c:v>
                </c:pt>
                <c:pt idx="701">
                  <c:v>0.0148373674471</c:v>
                </c:pt>
                <c:pt idx="702">
                  <c:v>0.0148912727186</c:v>
                </c:pt>
                <c:pt idx="703">
                  <c:v>0.014945529104</c:v>
                </c:pt>
                <c:pt idx="704">
                  <c:v>0.0150001389424</c:v>
                </c:pt>
                <c:pt idx="705">
                  <c:v>0.0150551046018</c:v>
                </c:pt>
                <c:pt idx="706">
                  <c:v>0.0151104284791</c:v>
                </c:pt>
                <c:pt idx="707">
                  <c:v>0.0151661130005</c:v>
                </c:pt>
                <c:pt idx="708">
                  <c:v>0.0152221606213</c:v>
                </c:pt>
                <c:pt idx="709">
                  <c:v>0.0152785738264</c:v>
                </c:pt>
                <c:pt idx="710">
                  <c:v>0.0153353551303</c:v>
                </c:pt>
                <c:pt idx="711">
                  <c:v>0.0153925070775</c:v>
                </c:pt>
                <c:pt idx="712">
                  <c:v>0.0154500322424</c:v>
                </c:pt>
                <c:pt idx="713">
                  <c:v>0.0155079332296</c:v>
                </c:pt>
                <c:pt idx="714">
                  <c:v>0.0155662126742</c:v>
                </c:pt>
                <c:pt idx="715">
                  <c:v>0.015624873242</c:v>
                </c:pt>
                <c:pt idx="716">
                  <c:v>0.0156839176295</c:v>
                </c:pt>
                <c:pt idx="717">
                  <c:v>0.0157433485642</c:v>
                </c:pt>
                <c:pt idx="718">
                  <c:v>0.0158031688052</c:v>
                </c:pt>
                <c:pt idx="719">
                  <c:v>0.0158633811425</c:v>
                </c:pt>
                <c:pt idx="720">
                  <c:v>0.0159239883983</c:v>
                </c:pt>
                <c:pt idx="721">
                  <c:v>0.0159849934265</c:v>
                </c:pt>
                <c:pt idx="722">
                  <c:v>0.0160463991132</c:v>
                </c:pt>
                <c:pt idx="723">
                  <c:v>0.0161082083768</c:v>
                </c:pt>
                <c:pt idx="724">
                  <c:v>0.0161704241687</c:v>
                </c:pt>
                <c:pt idx="725">
                  <c:v>0.0162330494728</c:v>
                </c:pt>
                <c:pt idx="726">
                  <c:v>0.0162960873063</c:v>
                </c:pt>
                <c:pt idx="727">
                  <c:v>0.0163595407201</c:v>
                </c:pt>
                <c:pt idx="728">
                  <c:v>0.0164234127986</c:v>
                </c:pt>
                <c:pt idx="729">
                  <c:v>0.0164877066601</c:v>
                </c:pt>
                <c:pt idx="730">
                  <c:v>0.0165524254574</c:v>
                </c:pt>
                <c:pt idx="731">
                  <c:v>0.016617572378</c:v>
                </c:pt>
                <c:pt idx="732">
                  <c:v>0.0166831506441</c:v>
                </c:pt>
                <c:pt idx="733">
                  <c:v>0.0167491635132</c:v>
                </c:pt>
                <c:pt idx="734">
                  <c:v>0.0168156142784</c:v>
                </c:pt>
                <c:pt idx="735">
                  <c:v>0.0168825062688</c:v>
                </c:pt>
                <c:pt idx="736">
                  <c:v>0.0169498428496</c:v>
                </c:pt>
                <c:pt idx="737">
                  <c:v>0.0170176274226</c:v>
                </c:pt>
                <c:pt idx="738">
                  <c:v>0.0170858634268</c:v>
                </c:pt>
                <c:pt idx="739">
                  <c:v>0.0171545543382</c:v>
                </c:pt>
                <c:pt idx="740">
                  <c:v>0.0172237036709</c:v>
                </c:pt>
                <c:pt idx="741">
                  <c:v>0.0172933149768</c:v>
                </c:pt>
                <c:pt idx="742">
                  <c:v>0.0173633918465</c:v>
                </c:pt>
                <c:pt idx="743">
                  <c:v>0.0174339379096</c:v>
                </c:pt>
                <c:pt idx="744">
                  <c:v>0.0175049568347</c:v>
                </c:pt>
                <c:pt idx="745">
                  <c:v>0.0175764523307</c:v>
                </c:pt>
                <c:pt idx="746">
                  <c:v>0.0176484281463</c:v>
                </c:pt>
                <c:pt idx="747">
                  <c:v>0.0177208880711</c:v>
                </c:pt>
                <c:pt idx="748">
                  <c:v>0.0177938359358</c:v>
                </c:pt>
                <c:pt idx="749">
                  <c:v>0.0178672756126</c:v>
                </c:pt>
                <c:pt idx="750">
                  <c:v>0.0179412110159</c:v>
                </c:pt>
                <c:pt idx="751">
                  <c:v>0.0180156461026</c:v>
                </c:pt>
                <c:pt idx="752">
                  <c:v>0.0180905848728</c:v>
                </c:pt>
                <c:pt idx="753">
                  <c:v>0.01816603137</c:v>
                </c:pt>
                <c:pt idx="754">
                  <c:v>0.018241989682</c:v>
                </c:pt>
                <c:pt idx="755">
                  <c:v>0.0183184639411</c:v>
                </c:pt>
                <c:pt idx="756">
                  <c:v>0.0183954583248</c:v>
                </c:pt>
                <c:pt idx="757">
                  <c:v>0.0184729770562</c:v>
                </c:pt>
                <c:pt idx="758">
                  <c:v>0.0185510244049</c:v>
                </c:pt>
                <c:pt idx="759">
                  <c:v>0.0186296046872</c:v>
                </c:pt>
                <c:pt idx="760">
                  <c:v>0.0187087222668</c:v>
                </c:pt>
                <c:pt idx="761">
                  <c:v>0.0187883815556</c:v>
                </c:pt>
                <c:pt idx="762">
                  <c:v>0.0188685870138</c:v>
                </c:pt>
                <c:pt idx="763">
                  <c:v>0.018949343151</c:v>
                </c:pt>
                <c:pt idx="764">
                  <c:v>0.0190306545266</c:v>
                </c:pt>
                <c:pt idx="765">
                  <c:v>0.0191125257504</c:v>
                </c:pt>
                <c:pt idx="766">
                  <c:v>0.0191949614835</c:v>
                </c:pt>
                <c:pt idx="767">
                  <c:v>0.0192779664385</c:v>
                </c:pt>
                <c:pt idx="768">
                  <c:v>0.0193615453805</c:v>
                </c:pt>
                <c:pt idx="769">
                  <c:v>0.0194457031275</c:v>
                </c:pt>
                <c:pt idx="770">
                  <c:v>0.0195304445515</c:v>
                </c:pt>
                <c:pt idx="771">
                  <c:v>0.0196157745789</c:v>
                </c:pt>
                <c:pt idx="772">
                  <c:v>0.019701698191</c:v>
                </c:pt>
                <c:pt idx="773">
                  <c:v>0.0197882204251</c:v>
                </c:pt>
                <c:pt idx="774">
                  <c:v>0.019875346375</c:v>
                </c:pt>
                <c:pt idx="775">
                  <c:v>0.0199630811918</c:v>
                </c:pt>
                <c:pt idx="776">
                  <c:v>0.0200514300847</c:v>
                </c:pt>
                <c:pt idx="777">
                  <c:v>0.0201403983215</c:v>
                </c:pt>
                <c:pt idx="778">
                  <c:v>0.0202299912297</c:v>
                </c:pt>
                <c:pt idx="779">
                  <c:v>0.020320214197</c:v>
                </c:pt>
                <c:pt idx="780">
                  <c:v>0.0204110726723</c:v>
                </c:pt>
                <c:pt idx="781">
                  <c:v>0.0205025721661</c:v>
                </c:pt>
                <c:pt idx="782">
                  <c:v>0.020594718252</c:v>
                </c:pt>
                <c:pt idx="783">
                  <c:v>0.0206875165668</c:v>
                </c:pt>
                <c:pt idx="784">
                  <c:v>0.0207809728118</c:v>
                </c:pt>
                <c:pt idx="785">
                  <c:v>0.0208750927533</c:v>
                </c:pt>
                <c:pt idx="786">
                  <c:v>0.0209698822238</c:v>
                </c:pt>
                <c:pt idx="787">
                  <c:v>0.0210653471227</c:v>
                </c:pt>
                <c:pt idx="788">
                  <c:v>0.0211614934169</c:v>
                </c:pt>
                <c:pt idx="789">
                  <c:v>0.0212583271423</c:v>
                </c:pt>
                <c:pt idx="790">
                  <c:v>0.0213558544042</c:v>
                </c:pt>
                <c:pt idx="791">
                  <c:v>0.0214540813784</c:v>
                </c:pt>
                <c:pt idx="792">
                  <c:v>0.0215530143121</c:v>
                </c:pt>
                <c:pt idx="793">
                  <c:v>0.0216526595248</c:v>
                </c:pt>
                <c:pt idx="794">
                  <c:v>0.0217530234093</c:v>
                </c:pt>
                <c:pt idx="795">
                  <c:v>0.0218541124329</c:v>
                </c:pt>
                <c:pt idx="796">
                  <c:v>0.0219559331377</c:v>
                </c:pt>
                <c:pt idx="797">
                  <c:v>0.0220584921425</c:v>
                </c:pt>
                <c:pt idx="798">
                  <c:v>0.022161796143</c:v>
                </c:pt>
                <c:pt idx="799">
                  <c:v>0.0222658519135</c:v>
                </c:pt>
                <c:pt idx="800">
                  <c:v>0.0223706663074</c:v>
                </c:pt>
                <c:pt idx="801">
                  <c:v>0.0224762462586</c:v>
                </c:pt>
                <c:pt idx="802">
                  <c:v>0.0225825987822</c:v>
                </c:pt>
                <c:pt idx="803">
                  <c:v>0.0226897309762</c:v>
                </c:pt>
                <c:pt idx="804">
                  <c:v>0.0227976500221</c:v>
                </c:pt>
                <c:pt idx="805">
                  <c:v>0.0229063631859</c:v>
                </c:pt>
                <c:pt idx="806">
                  <c:v>0.0230158778199</c:v>
                </c:pt>
                <c:pt idx="807">
                  <c:v>0.0231262013631</c:v>
                </c:pt>
                <c:pt idx="808">
                  <c:v>0.0232373413429</c:v>
                </c:pt>
                <c:pt idx="809">
                  <c:v>0.023349305376</c:v>
                </c:pt>
                <c:pt idx="810">
                  <c:v>0.0234621011698</c:v>
                </c:pt>
                <c:pt idx="811">
                  <c:v>0.0235757365233</c:v>
                </c:pt>
                <c:pt idx="812">
                  <c:v>0.0236902193288</c:v>
                </c:pt>
                <c:pt idx="813">
                  <c:v>0.0238055575728</c:v>
                </c:pt>
                <c:pt idx="814">
                  <c:v>0.0239217593372</c:v>
                </c:pt>
                <c:pt idx="815">
                  <c:v>0.0240388328012</c:v>
                </c:pt>
                <c:pt idx="816">
                  <c:v>0.0241567862417</c:v>
                </c:pt>
                <c:pt idx="817">
                  <c:v>0.0242756280356</c:v>
                </c:pt>
                <c:pt idx="818">
                  <c:v>0.0243953666603</c:v>
                </c:pt>
                <c:pt idx="819">
                  <c:v>0.0245160106955</c:v>
                </c:pt>
                <c:pt idx="820">
                  <c:v>0.0246375688249</c:v>
                </c:pt>
                <c:pt idx="821">
                  <c:v>0.0247600498368</c:v>
                </c:pt>
                <c:pt idx="822">
                  <c:v>0.0248834626262</c:v>
                </c:pt>
                <c:pt idx="823">
                  <c:v>0.0250078161962</c:v>
                </c:pt>
                <c:pt idx="824">
                  <c:v>0.0251331196591</c:v>
                </c:pt>
                <c:pt idx="825">
                  <c:v>0.0252593822381</c:v>
                </c:pt>
                <c:pt idx="826">
                  <c:v>0.0253866132692</c:v>
                </c:pt>
                <c:pt idx="827">
                  <c:v>0.025514822202</c:v>
                </c:pt>
                <c:pt idx="828">
                  <c:v>0.0256440186021</c:v>
                </c:pt>
                <c:pt idx="829">
                  <c:v>0.0257742121519</c:v>
                </c:pt>
                <c:pt idx="830">
                  <c:v>0.0259054126527</c:v>
                </c:pt>
                <c:pt idx="831">
                  <c:v>0.0260376300265</c:v>
                </c:pt>
                <c:pt idx="832">
                  <c:v>0.0261708743171</c:v>
                </c:pt>
                <c:pt idx="833">
                  <c:v>0.0263051556923</c:v>
                </c:pt>
                <c:pt idx="834">
                  <c:v>0.0264404844453</c:v>
                </c:pt>
                <c:pt idx="835">
                  <c:v>0.0265768709967</c:v>
                </c:pt>
                <c:pt idx="836">
                  <c:v>0.0267143258961</c:v>
                </c:pt>
                <c:pt idx="837">
                  <c:v>0.0268528598239</c:v>
                </c:pt>
                <c:pt idx="838">
                  <c:v>0.0269924835932</c:v>
                </c:pt>
                <c:pt idx="839">
                  <c:v>0.0271332081518</c:v>
                </c:pt>
                <c:pt idx="840">
                  <c:v>0.0272750445837</c:v>
                </c:pt>
                <c:pt idx="841">
                  <c:v>0.0274180041114</c:v>
                </c:pt>
                <c:pt idx="842">
                  <c:v>0.0275620980977</c:v>
                </c:pt>
                <c:pt idx="843">
                  <c:v>0.0277073380474</c:v>
                </c:pt>
                <c:pt idx="844">
                  <c:v>0.0278537356099</c:v>
                </c:pt>
                <c:pt idx="845">
                  <c:v>0.0280013025807</c:v>
                </c:pt>
                <c:pt idx="846">
                  <c:v>0.0281500509037</c:v>
                </c:pt>
                <c:pt idx="847">
                  <c:v>0.0282999926732</c:v>
                </c:pt>
                <c:pt idx="848">
                  <c:v>0.0284511401363</c:v>
                </c:pt>
                <c:pt idx="849">
                  <c:v>0.0286035056946</c:v>
                </c:pt>
                <c:pt idx="850">
                  <c:v>0.0287571019067</c:v>
                </c:pt>
                <c:pt idx="851">
                  <c:v>0.0289119414905</c:v>
                </c:pt>
                <c:pt idx="852">
                  <c:v>0.0290680373252</c:v>
                </c:pt>
                <c:pt idx="853">
                  <c:v>0.0292254024538</c:v>
                </c:pt>
                <c:pt idx="854">
                  <c:v>0.0293840500853</c:v>
                </c:pt>
                <c:pt idx="855">
                  <c:v>0.0295439935971</c:v>
                </c:pt>
                <c:pt idx="856">
                  <c:v>0.0297052465376</c:v>
                </c:pt>
                <c:pt idx="857">
                  <c:v>0.0298678226283</c:v>
                </c:pt>
                <c:pt idx="858">
                  <c:v>0.0300317357666</c:v>
                </c:pt>
                <c:pt idx="859">
                  <c:v>0.0301970000279</c:v>
                </c:pt>
                <c:pt idx="860">
                  <c:v>0.0303636296688</c:v>
                </c:pt>
                <c:pt idx="861">
                  <c:v>0.0305316391289</c:v>
                </c:pt>
                <c:pt idx="862">
                  <c:v>0.0307010430342</c:v>
                </c:pt>
                <c:pt idx="863">
                  <c:v>0.0308718561991</c:v>
                </c:pt>
                <c:pt idx="864">
                  <c:v>0.0310440936296</c:v>
                </c:pt>
                <c:pt idx="865">
                  <c:v>0.0312177705259</c:v>
                </c:pt>
                <c:pt idx="866">
                  <c:v>0.0313929022849</c:v>
                </c:pt>
                <c:pt idx="867">
                  <c:v>0.0315695045037</c:v>
                </c:pt>
                <c:pt idx="868">
                  <c:v>0.0317475929817</c:v>
                </c:pt>
                <c:pt idx="869">
                  <c:v>0.0319271837241</c:v>
                </c:pt>
                <c:pt idx="870">
                  <c:v>0.0321082929445</c:v>
                </c:pt>
                <c:pt idx="871">
                  <c:v>0.0322909370683</c:v>
                </c:pt>
                <c:pt idx="872">
                  <c:v>0.0324751327352</c:v>
                </c:pt>
                <c:pt idx="873">
                  <c:v>0.0326608968029</c:v>
                </c:pt>
                <c:pt idx="874">
                  <c:v>0.0328482463498</c:v>
                </c:pt>
                <c:pt idx="875">
                  <c:v>0.0330371986783</c:v>
                </c:pt>
                <c:pt idx="876">
                  <c:v>0.0332277713182</c:v>
                </c:pt>
                <c:pt idx="877">
                  <c:v>0.0334199820297</c:v>
                </c:pt>
                <c:pt idx="878">
                  <c:v>0.0336138488071</c:v>
                </c:pt>
                <c:pt idx="879">
                  <c:v>0.0338093898817</c:v>
                </c:pt>
                <c:pt idx="880">
                  <c:v>0.0340066237258</c:v>
                </c:pt>
                <c:pt idx="881">
                  <c:v>0.0342055690556</c:v>
                </c:pt>
                <c:pt idx="882">
                  <c:v>0.0344062448352</c:v>
                </c:pt>
                <c:pt idx="883">
                  <c:v>0.0346086702797</c:v>
                </c:pt>
                <c:pt idx="884">
                  <c:v>0.0348128648595</c:v>
                </c:pt>
                <c:pt idx="885">
                  <c:v>0.0350188483031</c:v>
                </c:pt>
                <c:pt idx="886">
                  <c:v>0.0352266406018</c:v>
                </c:pt>
                <c:pt idx="887">
                  <c:v>0.0354362620126</c:v>
                </c:pt>
                <c:pt idx="888">
                  <c:v>0.0356477330627</c:v>
                </c:pt>
                <c:pt idx="889">
                  <c:v>0.0358610745528</c:v>
                </c:pt>
                <c:pt idx="890">
                  <c:v>0.0360763075617</c:v>
                </c:pt>
                <c:pt idx="891">
                  <c:v>0.0362934534498</c:v>
                </c:pt>
                <c:pt idx="892">
                  <c:v>0.0365125338632</c:v>
                </c:pt>
                <c:pt idx="893">
                  <c:v>0.0367335707381</c:v>
                </c:pt>
                <c:pt idx="894">
                  <c:v>0.0369565863047</c:v>
                </c:pt>
                <c:pt idx="895">
                  <c:v>0.0371816030914</c:v>
                </c:pt>
                <c:pt idx="896">
                  <c:v>0.0374086439291</c:v>
                </c:pt>
                <c:pt idx="897">
                  <c:v>0.0376377319559</c:v>
                </c:pt>
                <c:pt idx="898">
                  <c:v>0.0378688906207</c:v>
                </c:pt>
                <c:pt idx="899">
                  <c:v>0.0381021436885</c:v>
                </c:pt>
                <c:pt idx="900">
                  <c:v>0.0383375152443</c:v>
                </c:pt>
                <c:pt idx="901">
                  <c:v>0.0385750296978</c:v>
                </c:pt>
                <c:pt idx="902">
                  <c:v>0.0388147117881</c:v>
                </c:pt>
                <c:pt idx="903">
                  <c:v>0.0390565865884</c:v>
                </c:pt>
                <c:pt idx="904">
                  <c:v>0.0393006795105</c:v>
                </c:pt>
                <c:pt idx="905">
                  <c:v>0.0395470163097</c:v>
                </c:pt>
                <c:pt idx="906">
                  <c:v>0.0397956230898</c:v>
                </c:pt>
                <c:pt idx="907">
                  <c:v>0.0400465263077</c:v>
                </c:pt>
                <c:pt idx="908">
                  <c:v>0.0402997527786</c:v>
                </c:pt>
                <c:pt idx="909">
                  <c:v>0.0405553296807</c:v>
                </c:pt>
                <c:pt idx="910">
                  <c:v>0.0408132845605</c:v>
                </c:pt>
                <c:pt idx="911">
                  <c:v>0.041073645338</c:v>
                </c:pt>
                <c:pt idx="912">
                  <c:v>0.0413364403116</c:v>
                </c:pt>
                <c:pt idx="913">
                  <c:v>0.0416016981634</c:v>
                </c:pt>
                <c:pt idx="914">
                  <c:v>0.0418694479646</c:v>
                </c:pt>
                <c:pt idx="915">
                  <c:v>0.0421397191807</c:v>
                </c:pt>
                <c:pt idx="916">
                  <c:v>0.0424125416771</c:v>
                </c:pt>
                <c:pt idx="917">
                  <c:v>0.0426879457241</c:v>
                </c:pt>
                <c:pt idx="918">
                  <c:v>0.0429659620028</c:v>
                </c:pt>
                <c:pt idx="919">
                  <c:v>0.0432466216105</c:v>
                </c:pt>
                <c:pt idx="920">
                  <c:v>0.0435299560661</c:v>
                </c:pt>
                <c:pt idx="921">
                  <c:v>0.0438159973162</c:v>
                </c:pt>
                <c:pt idx="922">
                  <c:v>0.0441047777401</c:v>
                </c:pt>
                <c:pt idx="923">
                  <c:v>0.0443963301562</c:v>
                </c:pt>
                <c:pt idx="924">
                  <c:v>0.0446906878273</c:v>
                </c:pt>
                <c:pt idx="925">
                  <c:v>0.0449878844664</c:v>
                </c:pt>
                <c:pt idx="926">
                  <c:v>0.0452879542431</c:v>
                </c:pt>
                <c:pt idx="927">
                  <c:v>0.0455909317886</c:v>
                </c:pt>
                <c:pt idx="928">
                  <c:v>0.0458968522025</c:v>
                </c:pt>
                <c:pt idx="929">
                  <c:v>0.046205751058</c:v>
                </c:pt>
                <c:pt idx="930">
                  <c:v>0.0465176644083</c:v>
                </c:pt>
                <c:pt idx="931">
                  <c:v>0.0468326287927</c:v>
                </c:pt>
                <c:pt idx="932">
                  <c:v>0.0471506812421</c:v>
                </c:pt>
                <c:pt idx="933">
                  <c:v>0.0474718592856</c:v>
                </c:pt>
                <c:pt idx="934">
                  <c:v>0.0477962009564</c:v>
                </c:pt>
                <c:pt idx="935">
                  <c:v>0.0481237447976</c:v>
                </c:pt>
                <c:pt idx="936">
                  <c:v>0.0484545298686</c:v>
                </c:pt>
                <c:pt idx="937">
                  <c:v>0.0487885957513</c:v>
                </c:pt>
                <c:pt idx="938">
                  <c:v>0.0491259825556</c:v>
                </c:pt>
                <c:pt idx="939">
                  <c:v>0.0494667309263</c:v>
                </c:pt>
                <c:pt idx="940">
                  <c:v>0.0498108820486</c:v>
                </c:pt>
                <c:pt idx="941">
                  <c:v>0.0501584776544</c:v>
                </c:pt>
                <c:pt idx="942">
                  <c:v>0.0505095600283</c:v>
                </c:pt>
                <c:pt idx="943">
                  <c:v>0.0508641720137</c:v>
                </c:pt>
                <c:pt idx="944">
                  <c:v>0.0512223570187</c:v>
                </c:pt>
                <c:pt idx="945">
                  <c:v>0.0515841590222</c:v>
                </c:pt>
                <c:pt idx="946">
                  <c:v>0.0519496225797</c:v>
                </c:pt>
                <c:pt idx="947">
                  <c:v>0.0523187928293</c:v>
                </c:pt>
                <c:pt idx="948">
                  <c:v>0.0526917154974</c:v>
                </c:pt>
                <c:pt idx="949">
                  <c:v>0.0530684369046</c:v>
                </c:pt>
                <c:pt idx="950">
                  <c:v>0.0534490039712</c:v>
                </c:pt>
                <c:pt idx="951">
                  <c:v>0.0538334642229</c:v>
                </c:pt>
                <c:pt idx="952">
                  <c:v>0.0542218657963</c:v>
                </c:pt>
                <c:pt idx="953">
                  <c:v>0.0546142574444</c:v>
                </c:pt>
                <c:pt idx="954">
                  <c:v>0.0550106885416</c:v>
                </c:pt>
                <c:pt idx="955">
                  <c:v>0.0554112090894</c:v>
                </c:pt>
                <c:pt idx="956">
                  <c:v>0.0558158697208</c:v>
                </c:pt>
                <c:pt idx="957">
                  <c:v>0.0562247217058</c:v>
                </c:pt>
                <c:pt idx="958">
                  <c:v>0.0566378169555</c:v>
                </c:pt>
                <c:pt idx="959">
                  <c:v>0.0570552080273</c:v>
                </c:pt>
                <c:pt idx="960">
                  <c:v>0.057476948129</c:v>
                </c:pt>
                <c:pt idx="961">
                  <c:v>0.057903091123</c:v>
                </c:pt>
                <c:pt idx="962">
                  <c:v>0.0583336915301</c:v>
                </c:pt>
                <c:pt idx="963">
                  <c:v>0.0587688045337</c:v>
                </c:pt>
                <c:pt idx="964">
                  <c:v>0.0592084859828</c:v>
                </c:pt>
                <c:pt idx="965">
                  <c:v>0.0596527923957</c:v>
                </c:pt>
                <c:pt idx="966">
                  <c:v>0.0601017809626</c:v>
                </c:pt>
                <c:pt idx="967">
                  <c:v>0.0605555095485</c:v>
                </c:pt>
                <c:pt idx="968">
                  <c:v>0.0610140366955</c:v>
                </c:pt>
                <c:pt idx="969">
                  <c:v>0.0614774216249</c:v>
                </c:pt>
                <c:pt idx="970">
                  <c:v>0.0619457242385</c:v>
                </c:pt>
                <c:pt idx="971">
                  <c:v>0.0624190051206</c:v>
                </c:pt>
                <c:pt idx="972">
                  <c:v>0.062897325538</c:v>
                </c:pt>
                <c:pt idx="973">
                  <c:v>0.0633807474414</c:v>
                </c:pt>
                <c:pt idx="974">
                  <c:v>0.0638693334646</c:v>
                </c:pt>
                <c:pt idx="975">
                  <c:v>0.0643631469246</c:v>
                </c:pt>
                <c:pt idx="976">
                  <c:v>0.0648622518204</c:v>
                </c:pt>
                <c:pt idx="977">
                  <c:v>0.0653667128318</c:v>
                </c:pt>
                <c:pt idx="978">
                  <c:v>0.0658765953168</c:v>
                </c:pt>
                <c:pt idx="979">
                  <c:v>0.0663919653097</c:v>
                </c:pt>
                <c:pt idx="980">
                  <c:v>0.0669128895175</c:v>
                </c:pt>
                <c:pt idx="981">
                  <c:v>0.0674394353161</c:v>
                </c:pt>
                <c:pt idx="982">
                  <c:v>0.0679716707457</c:v>
                </c:pt>
                <c:pt idx="983">
                  <c:v>0.0685096645057</c:v>
                </c:pt>
                <c:pt idx="984">
                  <c:v>0.0690534859488</c:v>
                </c:pt>
                <c:pt idx="985">
                  <c:v>0.069603205074</c:v>
                </c:pt>
                <c:pt idx="986">
                  <c:v>0.0701588925191</c:v>
                </c:pt>
                <c:pt idx="987">
                  <c:v>0.0707206195525</c:v>
                </c:pt>
                <c:pt idx="988">
                  <c:v>0.0712884580637</c:v>
                </c:pt>
                <c:pt idx="989">
                  <c:v>0.0718624805533</c:v>
                </c:pt>
                <c:pt idx="990">
                  <c:v>0.0724427601213</c:v>
                </c:pt>
                <c:pt idx="991">
                  <c:v>0.0730293704557</c:v>
                </c:pt>
                <c:pt idx="992">
                  <c:v>0.0736223858186</c:v>
                </c:pt>
                <c:pt idx="993">
                  <c:v>0.074221881032</c:v>
                </c:pt>
                <c:pt idx="994">
                  <c:v>0.0748279314628</c:v>
                </c:pt>
                <c:pt idx="995">
                  <c:v>0.0754406130056</c:v>
                </c:pt>
                <c:pt idx="996">
                  <c:v>0.076060002065</c:v>
                </c:pt>
                <c:pt idx="997">
                  <c:v>0.0766861755365</c:v>
                </c:pt>
                <c:pt idx="998">
                  <c:v>0.0773192107863</c:v>
                </c:pt>
                <c:pt idx="999">
                  <c:v>0.0779591856291</c:v>
                </c:pt>
                <c:pt idx="1000">
                  <c:v>0.0786061783049</c:v>
                </c:pt>
                <c:pt idx="1001">
                  <c:v>0.0792602674545</c:v>
                </c:pt>
                <c:pt idx="1002">
                  <c:v>0.0799215320935</c:v>
                </c:pt>
                <c:pt idx="1003">
                  <c:v>0.080590051584</c:v>
                </c:pt>
                <c:pt idx="1004">
                  <c:v>0.0812659056056</c:v>
                </c:pt>
                <c:pt idx="1005">
                  <c:v>0.0819491741242</c:v>
                </c:pt>
                <c:pt idx="1006">
                  <c:v>0.0826399373597</c:v>
                </c:pt>
                <c:pt idx="1007">
                  <c:v>0.0833382757508</c:v>
                </c:pt>
                <c:pt idx="1008">
                  <c:v>0.0840442699195</c:v>
                </c:pt>
                <c:pt idx="1009">
                  <c:v>0.0847580006322</c:v>
                </c:pt>
                <c:pt idx="1010">
                  <c:v>0.0854795487604</c:v>
                </c:pt>
                <c:pt idx="1011">
                  <c:v>0.0862089952381</c:v>
                </c:pt>
                <c:pt idx="1012">
                  <c:v>0.0869464210183</c:v>
                </c:pt>
                <c:pt idx="1013">
                  <c:v>0.0876919070266</c:v>
                </c:pt>
                <c:pt idx="1014">
                  <c:v>0.0884455341135</c:v>
                </c:pt>
                <c:pt idx="1015">
                  <c:v>0.0892073830037</c:v>
                </c:pt>
                <c:pt idx="1016">
                  <c:v>0.0899775342445</c:v>
                </c:pt>
                <c:pt idx="1017">
                  <c:v>0.0907560681504</c:v>
                </c:pt>
                <c:pt idx="1018">
                  <c:v>0.0915430647469</c:v>
                </c:pt>
                <c:pt idx="1019">
                  <c:v>0.0923386037112</c:v>
                </c:pt>
                <c:pt idx="1020">
                  <c:v>0.0931427643109</c:v>
                </c:pt>
                <c:pt idx="1021">
                  <c:v>0.0939556253405</c:v>
                </c:pt>
                <c:pt idx="1022">
                  <c:v>0.0947772650553</c:v>
                </c:pt>
                <c:pt idx="1023">
                  <c:v>0.0956077611031</c:v>
                </c:pt>
                <c:pt idx="1024">
                  <c:v>0.0964471904535</c:v>
                </c:pt>
                <c:pt idx="1025">
                  <c:v>0.0972956293249</c:v>
                </c:pt>
                <c:pt idx="1026">
                  <c:v>0.0981531531089</c:v>
                </c:pt>
                <c:pt idx="1027">
                  <c:v>0.0990198362928</c:v>
                </c:pt>
                <c:pt idx="1028">
                  <c:v>0.0998957523792</c:v>
                </c:pt>
                <c:pt idx="1029">
                  <c:v>0.100780973803</c:v>
                </c:pt>
                <c:pt idx="1030">
                  <c:v>0.101675571849</c:v>
                </c:pt>
                <c:pt idx="1031">
                  <c:v>0.10257961656</c:v>
                </c:pt>
                <c:pt idx="1032">
                  <c:v>0.103493176652</c:v>
                </c:pt>
                <c:pt idx="1033">
                  <c:v>0.104416319421</c:v>
                </c:pt>
                <c:pt idx="1034">
                  <c:v>0.105349110648</c:v>
                </c:pt>
                <c:pt idx="1035">
                  <c:v>0.106291614504</c:v>
                </c:pt>
                <c:pt idx="1036">
                  <c:v>0.107243893454</c:v>
                </c:pt>
                <c:pt idx="1037">
                  <c:v>0.108206008151</c:v>
                </c:pt>
                <c:pt idx="1038">
                  <c:v>0.109178017343</c:v>
                </c:pt>
                <c:pt idx="1039">
                  <c:v>0.110159977761</c:v>
                </c:pt>
                <c:pt idx="1040">
                  <c:v>0.111151944019</c:v>
                </c:pt>
                <c:pt idx="1041">
                  <c:v>0.112153968503</c:v>
                </c:pt>
                <c:pt idx="1042">
                  <c:v>0.113166101266</c:v>
                </c:pt>
                <c:pt idx="1043">
                  <c:v>0.114188389918</c:v>
                </c:pt>
                <c:pt idx="1044">
                  <c:v>0.115220879511</c:v>
                </c:pt>
                <c:pt idx="1045">
                  <c:v>0.116263612431</c:v>
                </c:pt>
                <c:pt idx="1046">
                  <c:v>0.117316628285</c:v>
                </c:pt>
                <c:pt idx="1047">
                  <c:v>0.118379963784</c:v>
                </c:pt>
                <c:pt idx="1048">
                  <c:v>0.119453652629</c:v>
                </c:pt>
                <c:pt idx="1049">
                  <c:v>0.120537725402</c:v>
                </c:pt>
                <c:pt idx="1050">
                  <c:v>0.121632209444</c:v>
                </c:pt>
                <c:pt idx="1051">
                  <c:v>0.122737128742</c:v>
                </c:pt>
                <c:pt idx="1052">
                  <c:v>0.123852503818</c:v>
                </c:pt>
                <c:pt idx="1053">
                  <c:v>0.12497835161</c:v>
                </c:pt>
                <c:pt idx="1054">
                  <c:v>0.126114685359</c:v>
                </c:pt>
                <c:pt idx="1055">
                  <c:v>0.127261514499</c:v>
                </c:pt>
                <c:pt idx="1056">
                  <c:v>0.128418844543</c:v>
                </c:pt>
                <c:pt idx="1057">
                  <c:v>0.129586676974</c:v>
                </c:pt>
                <c:pt idx="1058">
                  <c:v>0.130765009132</c:v>
                </c:pt>
                <c:pt idx="1059">
                  <c:v>0.131953834112</c:v>
                </c:pt>
                <c:pt idx="1060">
                  <c:v>0.133153140658</c:v>
                </c:pt>
                <c:pt idx="1061">
                  <c:v>0.134362913057</c:v>
                </c:pt>
                <c:pt idx="1062">
                  <c:v>0.13558313104</c:v>
                </c:pt>
                <c:pt idx="1063">
                  <c:v>0.136813769686</c:v>
                </c:pt>
                <c:pt idx="1064">
                  <c:v>0.138054799328</c:v>
                </c:pt>
                <c:pt idx="1065">
                  <c:v>0.139306185457</c:v>
                </c:pt>
                <c:pt idx="1066">
                  <c:v>0.140567888639</c:v>
                </c:pt>
                <c:pt idx="1067">
                  <c:v>0.141839864426</c:v>
                </c:pt>
                <c:pt idx="1068">
                  <c:v>0.14312206328</c:v>
                </c:pt>
                <c:pt idx="1069">
                  <c:v>0.144414430493</c:v>
                </c:pt>
                <c:pt idx="1070">
                  <c:v>0.145716906117</c:v>
                </c:pt>
                <c:pt idx="1071">
                  <c:v>0.147029424894</c:v>
                </c:pt>
                <c:pt idx="1072">
                  <c:v>0.148351916195</c:v>
                </c:pt>
                <c:pt idx="1073">
                  <c:v>0.14968430396</c:v>
                </c:pt>
                <c:pt idx="1074">
                  <c:v>0.151026506643</c:v>
                </c:pt>
                <c:pt idx="1075">
                  <c:v>0.152378437166</c:v>
                </c:pt>
                <c:pt idx="1076">
                  <c:v>0.153740002876</c:v>
                </c:pt>
                <c:pt idx="1077">
                  <c:v>0.155111105501</c:v>
                </c:pt>
                <c:pt idx="1078">
                  <c:v>0.156491641124</c:v>
                </c:pt>
                <c:pt idx="1079">
                  <c:v>0.157881500152</c:v>
                </c:pt>
                <c:pt idx="1080">
                  <c:v>0.159280567291</c:v>
                </c:pt>
                <c:pt idx="1081">
                  <c:v>0.160688721534</c:v>
                </c:pt>
                <c:pt idx="1082">
                  <c:v>0.162105836149</c:v>
                </c:pt>
                <c:pt idx="1083">
                  <c:v>0.163531778667</c:v>
                </c:pt>
                <c:pt idx="1084">
                  <c:v>0.16496641089</c:v>
                </c:pt>
                <c:pt idx="1085">
                  <c:v>0.166409588889</c:v>
                </c:pt>
                <c:pt idx="1086">
                  <c:v>0.167861163018</c:v>
                </c:pt>
                <c:pt idx="1087">
                  <c:v>0.169320977927</c:v>
                </c:pt>
                <c:pt idx="1088">
                  <c:v>0.170788872585</c:v>
                </c:pt>
                <c:pt idx="1089">
                  <c:v>0.172264680303</c:v>
                </c:pt>
                <c:pt idx="1090">
                  <c:v>0.173748228765</c:v>
                </c:pt>
                <c:pt idx="1091">
                  <c:v>0.175239340068</c:v>
                </c:pt>
                <c:pt idx="1092">
                  <c:v>0.176737830754</c:v>
                </c:pt>
                <c:pt idx="1093">
                  <c:v>0.178243511862</c:v>
                </c:pt>
                <c:pt idx="1094">
                  <c:v>0.179756188975</c:v>
                </c:pt>
                <c:pt idx="1095">
                  <c:v>0.181275662271</c:v>
                </c:pt>
                <c:pt idx="1096">
                  <c:v>0.182801726583</c:v>
                </c:pt>
                <c:pt idx="1097">
                  <c:v>0.184334171462</c:v>
                </c:pt>
                <c:pt idx="1098">
                  <c:v>0.185872781238</c:v>
                </c:pt>
                <c:pt idx="1099">
                  <c:v>0.187417335094</c:v>
                </c:pt>
                <c:pt idx="1100">
                  <c:v>0.188967607133</c:v>
                </c:pt>
                <c:pt idx="1101">
                  <c:v>0.190523366459</c:v>
                </c:pt>
                <c:pt idx="1102">
                  <c:v>0.192084377252</c:v>
                </c:pt>
                <c:pt idx="1103">
                  <c:v>0.19365039885</c:v>
                </c:pt>
                <c:pt idx="1104">
                  <c:v>0.195221185833</c:v>
                </c:pt>
                <c:pt idx="1105">
                  <c:v>0.196796488113</c:v>
                </c:pt>
                <c:pt idx="1106">
                  <c:v>0.198376051019</c:v>
                </c:pt>
                <c:pt idx="1107">
                  <c:v>0.199959615388</c:v>
                </c:pt>
                <c:pt idx="1108">
                  <c:v>0.201546917661</c:v>
                </c:pt>
                <c:pt idx="1109">
                  <c:v>0.203137689978</c:v>
                </c:pt>
                <c:pt idx="1110">
                  <c:v>0.20473166027</c:v>
                </c:pt>
                <c:pt idx="1111">
                  <c:v>0.206328552362</c:v>
                </c:pt>
                <c:pt idx="1112">
                  <c:v>0.207928086072</c:v>
                </c:pt>
                <c:pt idx="1113">
                  <c:v>0.209529977305</c:v>
                </c:pt>
                <c:pt idx="1114">
                  <c:v>0.211133938162</c:v>
                </c:pt>
                <c:pt idx="1115">
                  <c:v>0.212739677039</c:v>
                </c:pt>
                <c:pt idx="1116">
                  <c:v>0.214346898727</c:v>
                </c:pt>
                <c:pt idx="1117">
                  <c:v>0.215955304521</c:v>
                </c:pt>
                <c:pt idx="1118">
                  <c:v>0.217564592316</c:v>
                </c:pt>
                <c:pt idx="1119">
                  <c:v>0.219174456714</c:v>
                </c:pt>
                <c:pt idx="1120">
                  <c:v>0.22078458913</c:v>
                </c:pt>
                <c:pt idx="1121">
                  <c:v>0.222394677887</c:v>
                </c:pt>
                <c:pt idx="1122">
                  <c:v>0.224004408327</c:v>
                </c:pt>
                <c:pt idx="1123">
                  <c:v>0.225613462905</c:v>
                </c:pt>
                <c:pt idx="1124">
                  <c:v>0.227221521294</c:v>
                </c:pt>
                <c:pt idx="1125">
                  <c:v>0.228828260484</c:v>
                </c:pt>
                <c:pt idx="1126">
                  <c:v>0.230433354881</c:v>
                </c:pt>
                <c:pt idx="1127">
                  <c:v>0.232036476398</c:v>
                </c:pt>
                <c:pt idx="1128">
                  <c:v>0.23363729456</c:v>
                </c:pt>
                <c:pt idx="1129">
                  <c:v>0.235235476588</c:v>
                </c:pt>
                <c:pt idx="1130">
                  <c:v>0.236830687495</c:v>
                </c:pt>
                <c:pt idx="1131">
                  <c:v>0.238422590173</c:v>
                </c:pt>
                <c:pt idx="1132">
                  <c:v>0.240010845481</c:v>
                </c:pt>
                <c:pt idx="1133">
                  <c:v>0.241595112324</c:v>
                </c:pt>
                <c:pt idx="1134">
                  <c:v>0.243175047739</c:v>
                </c:pt>
                <c:pt idx="1135">
                  <c:v>0.24475030697</c:v>
                </c:pt>
                <c:pt idx="1136">
                  <c:v>0.246320543539</c:v>
                </c:pt>
                <c:pt idx="1137">
                  <c:v>0.247885409321</c:v>
                </c:pt>
                <c:pt idx="1138">
                  <c:v>0.24944455461</c:v>
                </c:pt>
                <c:pt idx="1139">
                  <c:v>0.250997628177</c:v>
                </c:pt>
                <c:pt idx="1140">
                  <c:v>0.252544277336</c:v>
                </c:pt>
                <c:pt idx="1141">
                  <c:v>0.254084147993</c:v>
                </c:pt>
                <c:pt idx="1142">
                  <c:v>0.255616884701</c:v>
                </c:pt>
                <c:pt idx="1143">
                  <c:v>0.257142130702</c:v>
                </c:pt>
                <c:pt idx="1144">
                  <c:v>0.258659527969</c:v>
                </c:pt>
                <c:pt idx="1145">
                  <c:v>0.260168717248</c:v>
                </c:pt>
                <c:pt idx="1146">
                  <c:v>0.261669338083</c:v>
                </c:pt>
                <c:pt idx="1147">
                  <c:v>0.263161028849</c:v>
                </c:pt>
                <c:pt idx="1148">
                  <c:v>0.264643426776</c:v>
                </c:pt>
                <c:pt idx="1149">
                  <c:v>0.266116167963</c:v>
                </c:pt>
                <c:pt idx="1150">
                  <c:v>0.267578887398</c:v>
                </c:pt>
                <c:pt idx="1151">
                  <c:v>0.269031218965</c:v>
                </c:pt>
                <c:pt idx="1152">
                  <c:v>0.27047279545</c:v>
                </c:pt>
                <c:pt idx="1153">
                  <c:v>0.271903248546</c:v>
                </c:pt>
                <c:pt idx="1154">
                  <c:v>0.273322208845</c:v>
                </c:pt>
                <c:pt idx="1155">
                  <c:v>0.274729305841</c:v>
                </c:pt>
                <c:pt idx="1156">
                  <c:v>0.276124167915</c:v>
                </c:pt>
                <c:pt idx="1157">
                  <c:v>0.277506422326</c:v>
                </c:pt>
                <c:pt idx="1158">
                  <c:v>0.278875695195</c:v>
                </c:pt>
                <c:pt idx="1159">
                  <c:v>0.28023161149</c:v>
                </c:pt>
                <c:pt idx="1160">
                  <c:v>0.28157379501</c:v>
                </c:pt>
                <c:pt idx="1161">
                  <c:v>0.28290186836</c:v>
                </c:pt>
                <c:pt idx="1162">
                  <c:v>0.284215452933</c:v>
                </c:pt>
                <c:pt idx="1163">
                  <c:v>0.28551416889</c:v>
                </c:pt>
                <c:pt idx="1164">
                  <c:v>0.286797635136</c:v>
                </c:pt>
                <c:pt idx="1165">
                  <c:v>0.288065469303</c:v>
                </c:pt>
                <c:pt idx="1166">
                  <c:v>0.289317287728</c:v>
                </c:pt>
                <c:pt idx="1167">
                  <c:v>0.290552705439</c:v>
                </c:pt>
                <c:pt idx="1168">
                  <c:v>0.291771336135</c:v>
                </c:pt>
                <c:pt idx="1169">
                  <c:v>0.29297279218</c:v>
                </c:pt>
                <c:pt idx="1170">
                  <c:v>0.294156684591</c:v>
                </c:pt>
                <c:pt idx="1171">
                  <c:v>0.29532262304</c:v>
                </c:pt>
                <c:pt idx="1172">
                  <c:v>0.29647021585</c:v>
                </c:pt>
                <c:pt idx="1173">
                  <c:v>0.297599070006</c:v>
                </c:pt>
                <c:pt idx="1174">
                  <c:v>0.298708791173</c:v>
                </c:pt>
                <c:pt idx="1175">
                  <c:v>0.299798983713</c:v>
                </c:pt>
                <c:pt idx="1176">
                  <c:v>0.300869250719</c:v>
                </c:pt>
                <c:pt idx="1177">
                  <c:v>0.301919194055</c:v>
                </c:pt>
                <c:pt idx="1178">
                  <c:v>0.302948414406</c:v>
                </c:pt>
                <c:pt idx="1179">
                  <c:v>0.303956511336</c:v>
                </c:pt>
                <c:pt idx="1180">
                  <c:v>0.304943083362</c:v>
                </c:pt>
                <c:pt idx="1181">
                  <c:v>0.305907728038</c:v>
                </c:pt>
                <c:pt idx="1182">
                  <c:v>0.306850042052</c:v>
                </c:pt>
                <c:pt idx="1183">
                  <c:v>0.307769621336</c:v>
                </c:pt>
                <c:pt idx="1184">
                  <c:v>0.308666061191</c:v>
                </c:pt>
                <c:pt idx="1185">
                  <c:v>0.309538956429</c:v>
                </c:pt>
                <c:pt idx="1186">
                  <c:v>0.310387901527</c:v>
                </c:pt>
                <c:pt idx="1187">
                  <c:v>0.311212490801</c:v>
                </c:pt>
                <c:pt idx="1188">
                  <c:v>0.312012318596</c:v>
                </c:pt>
                <c:pt idx="1189">
                  <c:v>0.312786979494</c:v>
                </c:pt>
                <c:pt idx="1190">
                  <c:v>0.313536068537</c:v>
                </c:pt>
                <c:pt idx="1191">
                  <c:v>0.314259181476</c:v>
                </c:pt>
                <c:pt idx="1192">
                  <c:v>0.314955915034</c:v>
                </c:pt>
                <c:pt idx="1193">
                  <c:v>0.315625867189</c:v>
                </c:pt>
                <c:pt idx="1194">
                  <c:v>0.316268637476</c:v>
                </c:pt>
                <c:pt idx="1195">
                  <c:v>0.31688382732</c:v>
                </c:pt>
                <c:pt idx="1196">
                  <c:v>0.317471040372</c:v>
                </c:pt>
                <c:pt idx="1197">
                  <c:v>0.318029882881</c:v>
                </c:pt>
                <c:pt idx="1198">
                  <c:v>0.318559964081</c:v>
                </c:pt>
                <c:pt idx="1199">
                  <c:v>0.3190608966</c:v>
                </c:pt>
                <c:pt idx="1200">
                  <c:v>0.319532296889</c:v>
                </c:pt>
                <c:pt idx="1201">
                  <c:v>0.319973785675</c:v>
                </c:pt>
                <c:pt idx="1202">
                  <c:v>0.320384988432</c:v>
                </c:pt>
                <c:pt idx="1203">
                  <c:v>0.320765535871</c:v>
                </c:pt>
                <c:pt idx="1204">
                  <c:v>0.32111506446</c:v>
                </c:pt>
                <c:pt idx="1205">
                  <c:v>0.321433216951</c:v>
                </c:pt>
                <c:pt idx="1206">
                  <c:v>0.321719642931</c:v>
                </c:pt>
                <c:pt idx="1207">
                  <c:v>0.321973999398</c:v>
                </c:pt>
                <c:pt idx="1208">
                  <c:v>0.322195951344</c:v>
                </c:pt>
                <c:pt idx="1209">
                  <c:v>0.322385172362</c:v>
                </c:pt>
                <c:pt idx="1210">
                  <c:v>0.322541345264</c:v>
                </c:pt>
                <c:pt idx="1211">
                  <c:v>0.322664162721</c:v>
                </c:pt>
                <c:pt idx="1212">
                  <c:v>0.322753327906</c:v>
                </c:pt>
                <c:pt idx="1213">
                  <c:v>0.322808555158</c:v>
                </c:pt>
                <c:pt idx="1214">
                  <c:v>0.322829570649</c:v>
                </c:pt>
                <c:pt idx="1215">
                  <c:v>0.32281611307</c:v>
                </c:pt>
                <c:pt idx="1216">
                  <c:v>0.32276793431</c:v>
                </c:pt>
                <c:pt idx="1217">
                  <c:v>0.322684800154</c:v>
                </c:pt>
                <c:pt idx="1218">
                  <c:v>0.322566490974</c:v>
                </c:pt>
                <c:pt idx="1219">
                  <c:v>0.322412802427</c:v>
                </c:pt>
                <c:pt idx="1220">
                  <c:v>0.322223546153</c:v>
                </c:pt>
                <c:pt idx="1221">
                  <c:v>0.321998550462</c:v>
                </c:pt>
                <c:pt idx="1222">
                  <c:v>0.321737661023</c:v>
                </c:pt>
                <c:pt idx="1223">
                  <c:v>0.321440741543</c:v>
                </c:pt>
                <c:pt idx="1224">
                  <c:v>0.321107674434</c:v>
                </c:pt>
                <c:pt idx="1225">
                  <c:v>0.320738361467</c:v>
                </c:pt>
                <c:pt idx="1226">
                  <c:v>0.320332724411</c:v>
                </c:pt>
                <c:pt idx="1227">
                  <c:v>0.319890705653</c:v>
                </c:pt>
                <c:pt idx="1228">
                  <c:v>0.319412268798</c:v>
                </c:pt>
                <c:pt idx="1229">
                  <c:v>0.31889739924</c:v>
                </c:pt>
                <c:pt idx="1230">
                  <c:v>0.318346104715</c:v>
                </c:pt>
                <c:pt idx="1231">
                  <c:v>0.317758415813</c:v>
                </c:pt>
                <c:pt idx="1232">
                  <c:v>0.317134386472</c:v>
                </c:pt>
                <c:pt idx="1233">
                  <c:v>0.316474094419</c:v>
                </c:pt>
                <c:pt idx="1234">
                  <c:v>0.315777641594</c:v>
                </c:pt>
                <c:pt idx="1235">
                  <c:v>0.315045154513</c:v>
                </c:pt>
                <c:pt idx="1236">
                  <c:v>0.314276784605</c:v>
                </c:pt>
                <c:pt idx="1237">
                  <c:v>0.313472708497</c:v>
                </c:pt>
                <c:pt idx="1238">
                  <c:v>0.312633128249</c:v>
                </c:pt>
                <c:pt idx="1239">
                  <c:v>0.311758271545</c:v>
                </c:pt>
                <c:pt idx="1240">
                  <c:v>0.31084839183</c:v>
                </c:pt>
                <c:pt idx="1241">
                  <c:v>0.309903768395</c:v>
                </c:pt>
                <c:pt idx="1242">
                  <c:v>0.308924706405</c:v>
                </c:pt>
                <c:pt idx="1243">
                  <c:v>0.307911536875</c:v>
                </c:pt>
                <c:pt idx="1244">
                  <c:v>0.306864616585</c:v>
                </c:pt>
                <c:pt idx="1245">
                  <c:v>0.305784327939</c:v>
                </c:pt>
                <c:pt idx="1246">
                  <c:v>0.304671078764</c:v>
                </c:pt>
                <c:pt idx="1247">
                  <c:v>0.303525302051</c:v>
                </c:pt>
                <c:pt idx="1248">
                  <c:v>0.302347455634</c:v>
                </c:pt>
                <c:pt idx="1249">
                  <c:v>0.301138021814</c:v>
                </c:pt>
                <c:pt idx="1250">
                  <c:v>0.29989750692</c:v>
                </c:pt>
                <c:pt idx="1251">
                  <c:v>0.298626440811</c:v>
                </c:pt>
                <c:pt idx="1252">
                  <c:v>0.297325376326</c:v>
                </c:pt>
                <c:pt idx="1253">
                  <c:v>0.29599488867</c:v>
                </c:pt>
                <c:pt idx="1254">
                  <c:v>0.294635574752</c:v>
                </c:pt>
                <c:pt idx="1255">
                  <c:v>0.293248052465</c:v>
                </c:pt>
                <c:pt idx="1256">
                  <c:v>0.291832959917</c:v>
                </c:pt>
                <c:pt idx="1257">
                  <c:v>0.290390954611</c:v>
                </c:pt>
                <c:pt idx="1258">
                  <c:v>0.28892271258</c:v>
                </c:pt>
                <c:pt idx="1259">
                  <c:v>0.287428927479</c:v>
                </c:pt>
                <c:pt idx="1260">
                  <c:v>0.28591030963</c:v>
                </c:pt>
                <c:pt idx="1261">
                  <c:v>0.284367585037</c:v>
                </c:pt>
                <c:pt idx="1262">
                  <c:v>0.282801494361</c:v>
                </c:pt>
                <c:pt idx="1263">
                  <c:v>0.281212791863</c:v>
                </c:pt>
                <c:pt idx="1264">
                  <c:v>0.279602244322</c:v>
                </c:pt>
                <c:pt idx="1265">
                  <c:v>0.277970629926</c:v>
                </c:pt>
                <c:pt idx="1266">
                  <c:v>0.276318737146</c:v>
                </c:pt>
                <c:pt idx="1267">
                  <c:v>0.274647363586</c:v>
                </c:pt>
                <c:pt idx="1268">
                  <c:v>0.27295731483</c:v>
                </c:pt>
                <c:pt idx="1269">
                  <c:v>0.27124940327</c:v>
                </c:pt>
                <c:pt idx="1270">
                  <c:v>0.269524446936</c:v>
                </c:pt>
                <c:pt idx="1271">
                  <c:v>0.267783268321</c:v>
                </c:pt>
                <c:pt idx="1272">
                  <c:v>0.266026693211</c:v>
                </c:pt>
                <c:pt idx="1273">
                  <c:v>0.264255549517</c:v>
                </c:pt>
                <c:pt idx="1274">
                  <c:v>0.262470666121</c:v>
                </c:pt>
                <c:pt idx="1275">
                  <c:v>0.260672871732</c:v>
                </c:pt>
                <c:pt idx="1276">
                  <c:v>0.258862993766</c:v>
                </c:pt>
                <c:pt idx="1277">
                  <c:v>0.257041857236</c:v>
                </c:pt>
                <c:pt idx="1278">
                  <c:v>0.25521028367</c:v>
                </c:pt>
                <c:pt idx="1279">
                  <c:v>0.253369090059</c:v>
                </c:pt>
                <c:pt idx="1280">
                  <c:v>0.251519087832</c:v>
                </c:pt>
                <c:pt idx="1281">
                  <c:v>0.249661081854</c:v>
                </c:pt>
                <c:pt idx="1282">
                  <c:v>0.247795869475</c:v>
                </c:pt>
                <c:pt idx="1283">
                  <c:v>0.245924239599</c:v>
                </c:pt>
                <c:pt idx="1284">
                  <c:v>0.244046971802</c:v>
                </c:pt>
                <c:pt idx="1285">
                  <c:v>0.242164835486</c:v>
                </c:pt>
                <c:pt idx="1286">
                  <c:v>0.240278589073</c:v>
                </c:pt>
                <c:pt idx="1287">
                  <c:v>0.238388979245</c:v>
                </c:pt>
                <c:pt idx="1288">
                  <c:v>0.236496740228</c:v>
                </c:pt>
                <c:pt idx="1289">
                  <c:v>0.234602593118</c:v>
                </c:pt>
                <c:pt idx="1290">
                  <c:v>0.232707245255</c:v>
                </c:pt>
                <c:pt idx="1291">
                  <c:v>0.230811389642</c:v>
                </c:pt>
                <c:pt idx="1292">
                  <c:v>0.228915704408</c:v>
                </c:pt>
                <c:pt idx="1293">
                  <c:v>0.227020852324</c:v>
                </c:pt>
                <c:pt idx="1294">
                  <c:v>0.225127480356</c:v>
                </c:pt>
                <c:pt idx="1295">
                  <c:v>0.223236219272</c:v>
                </c:pt>
                <c:pt idx="1296">
                  <c:v>0.221347683287</c:v>
                </c:pt>
                <c:pt idx="1297">
                  <c:v>0.219462469759</c:v>
                </c:pt>
                <c:pt idx="1298">
                  <c:v>0.21758115892</c:v>
                </c:pt>
                <c:pt idx="1299">
                  <c:v>0.215704313665</c:v>
                </c:pt>
                <c:pt idx="1300">
                  <c:v>0.213832479364</c:v>
                </c:pt>
                <c:pt idx="1301">
                  <c:v>0.211966183727</c:v>
                </c:pt>
                <c:pt idx="1302">
                  <c:v>0.210105936706</c:v>
                </c:pt>
                <c:pt idx="1303">
                  <c:v>0.208252230433</c:v>
                </c:pt>
                <c:pt idx="1304">
                  <c:v>0.206405539194</c:v>
                </c:pt>
                <c:pt idx="1305">
                  <c:v>0.204566319438</c:v>
                </c:pt>
                <c:pt idx="1306">
                  <c:v>0.202735009824</c:v>
                </c:pt>
                <c:pt idx="1307">
                  <c:v>0.200912031291</c:v>
                </c:pt>
                <c:pt idx="1308">
                  <c:v>0.199097787168</c:v>
                </c:pt>
                <c:pt idx="1309">
                  <c:v>0.197292663301</c:v>
                </c:pt>
                <c:pt idx="1310">
                  <c:v>0.195497028218</c:v>
                </c:pt>
                <c:pt idx="1311">
                  <c:v>0.193711233311</c:v>
                </c:pt>
                <c:pt idx="1312">
                  <c:v>0.191935613046</c:v>
                </c:pt>
                <c:pt idx="1313">
                  <c:v>0.190170485189</c:v>
                </c:pt>
                <c:pt idx="1314">
                  <c:v>0.188416151057</c:v>
                </c:pt>
                <c:pt idx="1315">
                  <c:v>0.186672895789</c:v>
                </c:pt>
                <c:pt idx="1316">
                  <c:v>0.184940988624</c:v>
                </c:pt>
                <c:pt idx="1317">
                  <c:v>0.183220683205</c:v>
                </c:pt>
                <c:pt idx="1318">
                  <c:v>0.181512217889</c:v>
                </c:pt>
                <c:pt idx="1319">
                  <c:v>0.179815816075</c:v>
                </c:pt>
                <c:pt idx="1320">
                  <c:v>0.178131686536</c:v>
                </c:pt>
                <c:pt idx="1321">
                  <c:v>0.176460023765</c:v>
                </c:pt>
                <c:pt idx="1322">
                  <c:v>0.174801008328</c:v>
                </c:pt>
                <c:pt idx="1323">
                  <c:v>0.173154807224</c:v>
                </c:pt>
                <c:pt idx="1324">
                  <c:v>0.171521574248</c:v>
                </c:pt>
                <c:pt idx="1325">
                  <c:v>0.16990145036</c:v>
                </c:pt>
                <c:pt idx="1326">
                  <c:v>0.168294564058</c:v>
                </c:pt>
                <c:pt idx="1327">
                  <c:v>0.166701031749</c:v>
                </c:pt>
                <c:pt idx="1328">
                  <c:v>0.165120958129</c:v>
                </c:pt>
                <c:pt idx="1329">
                  <c:v>0.163554436554</c:v>
                </c:pt>
                <c:pt idx="1330">
                  <c:v>0.162001549419</c:v>
                </c:pt>
                <c:pt idx="1331">
                  <c:v>0.160462368524</c:v>
                </c:pt>
                <c:pt idx="1332">
                  <c:v>0.158936955454</c:v>
                </c:pt>
                <c:pt idx="1333">
                  <c:v>0.157425361941</c:v>
                </c:pt>
                <c:pt idx="1334">
                  <c:v>0.155927630228</c:v>
                </c:pt>
                <c:pt idx="1335">
                  <c:v>0.154443793434</c:v>
                </c:pt>
                <c:pt idx="1336">
                  <c:v>0.152973875906</c:v>
                </c:pt>
                <c:pt idx="1337">
                  <c:v>0.151517893571</c:v>
                </c:pt>
                <c:pt idx="1338">
                  <c:v>0.150075854281</c:v>
                </c:pt>
                <c:pt idx="1339">
                  <c:v>0.148647758151</c:v>
                </c:pt>
                <c:pt idx="1340">
                  <c:v>0.147233597892</c:v>
                </c:pt>
                <c:pt idx="1341">
                  <c:v>0.14583335914</c:v>
                </c:pt>
                <c:pt idx="1342">
                  <c:v>0.144447020769</c:v>
                </c:pt>
                <c:pt idx="1343">
                  <c:v>0.14307455521</c:v>
                </c:pt>
                <c:pt idx="1344">
                  <c:v>0.141715928752</c:v>
                </c:pt>
                <c:pt idx="1345">
                  <c:v>0.140371101838</c:v>
                </c:pt>
                <c:pt idx="1346">
                  <c:v>0.13904002936</c:v>
                </c:pt>
                <c:pt idx="1347">
                  <c:v>0.137722660935</c:v>
                </c:pt>
                <c:pt idx="1348">
                  <c:v>0.136418941184</c:v>
                </c:pt>
                <c:pt idx="1349">
                  <c:v>0.135128809996</c:v>
                </c:pt>
                <c:pt idx="1350">
                  <c:v>0.133852202787</c:v>
                </c:pt>
                <c:pt idx="1351">
                  <c:v>0.132589050751</c:v>
                </c:pt>
                <c:pt idx="1352">
                  <c:v>0.131339281105</c:v>
                </c:pt>
                <c:pt idx="1353">
                  <c:v>0.13010281732</c:v>
                </c:pt>
                <c:pt idx="1354">
                  <c:v>0.128879579351</c:v>
                </c:pt>
                <c:pt idx="1355">
                  <c:v>0.127669483859</c:v>
                </c:pt>
                <c:pt idx="1356">
                  <c:v>0.12647244442</c:v>
                </c:pt>
                <c:pt idx="1357">
                  <c:v>0.125288371728</c:v>
                </c:pt>
                <c:pt idx="1358">
                  <c:v>0.1241171738</c:v>
                </c:pt>
                <c:pt idx="1359">
                  <c:v>0.122958756157</c:v>
                </c:pt>
                <c:pt idx="1360">
                  <c:v>0.121813022013</c:v>
                </c:pt>
                <c:pt idx="1361">
                  <c:v>0.12067987245</c:v>
                </c:pt>
                <c:pt idx="1362">
                  <c:v>0.119559206586</c:v>
                </c:pt>
                <c:pt idx="1363">
                  <c:v>0.118450921737</c:v>
                </c:pt>
                <c:pt idx="1364">
                  <c:v>0.117354913573</c:v>
                </c:pt>
                <c:pt idx="1365">
                  <c:v>0.116271076271</c:v>
                </c:pt>
                <c:pt idx="1366">
                  <c:v>0.115199302653</c:v>
                </c:pt>
                <c:pt idx="1367">
                  <c:v>0.114139484325</c:v>
                </c:pt>
                <c:pt idx="1368">
                  <c:v>0.113091511809</c:v>
                </c:pt>
                <c:pt idx="1369">
                  <c:v>0.112055274667</c:v>
                </c:pt>
                <c:pt idx="1370">
                  <c:v>0.111030661623</c:v>
                </c:pt>
                <c:pt idx="1371">
                  <c:v>0.110017560673</c:v>
                </c:pt>
                <c:pt idx="1372">
                  <c:v>0.1090158592</c:v>
                </c:pt>
                <c:pt idx="1373">
                  <c:v>0.108025444071</c:v>
                </c:pt>
                <c:pt idx="1374">
                  <c:v>0.10704620174</c:v>
                </c:pt>
                <c:pt idx="1375">
                  <c:v>0.106078018344</c:v>
                </c:pt>
                <c:pt idx="1376">
                  <c:v>0.105120779786</c:v>
                </c:pt>
                <c:pt idx="1377">
                  <c:v>0.104174371827</c:v>
                </c:pt>
                <c:pt idx="1378">
                  <c:v>0.10323868016</c:v>
                </c:pt>
                <c:pt idx="1379">
                  <c:v>0.102313590492</c:v>
                </c:pt>
                <c:pt idx="1380">
                  <c:v>0.101398988613</c:v>
                </c:pt>
                <c:pt idx="1381">
                  <c:v>0.100494760467</c:v>
                </c:pt>
                <c:pt idx="1382">
                  <c:v>0.099600792213</c:v>
                </c:pt>
                <c:pt idx="1383">
                  <c:v>0.09871697029</c:v>
                </c:pt>
                <c:pt idx="1384">
                  <c:v>0.0978431814724</c:v>
                </c:pt>
                <c:pt idx="1385">
                  <c:v>0.0969793129254</c:v>
                </c:pt>
                <c:pt idx="1386">
                  <c:v>0.0961252522555</c:v>
                </c:pt>
                <c:pt idx="1387">
                  <c:v>0.0952808875589</c:v>
                </c:pt>
                <c:pt idx="1388">
                  <c:v>0.0944461074665</c:v>
                </c:pt>
                <c:pt idx="1389">
                  <c:v>0.0936208011863</c:v>
                </c:pt>
                <c:pt idx="1390">
                  <c:v>0.0928048585427</c:v>
                </c:pt>
                <c:pt idx="1391">
                  <c:v>0.0919981700137</c:v>
                </c:pt>
                <c:pt idx="1392">
                  <c:v>0.0912006267655</c:v>
                </c:pt>
                <c:pt idx="1393">
                  <c:v>0.0904121206843</c:v>
                </c:pt>
                <c:pt idx="1394">
                  <c:v>0.0896325444062</c:v>
                </c:pt>
                <c:pt idx="1395">
                  <c:v>0.088861791345</c:v>
                </c:pt>
                <c:pt idx="1396">
                  <c:v>0.0880997557177</c:v>
                </c:pt>
                <c:pt idx="1397">
                  <c:v>0.0873463325681</c:v>
                </c:pt>
                <c:pt idx="1398">
                  <c:v>0.0866014177882</c:v>
                </c:pt>
                <c:pt idx="1399">
                  <c:v>0.0858649081387</c:v>
                </c:pt>
                <c:pt idx="1400">
                  <c:v>0.0851367012665</c:v>
                </c:pt>
                <c:pt idx="1401">
                  <c:v>0.0844166957215</c:v>
                </c:pt>
                <c:pt idx="1402">
                  <c:v>0.0837047909718</c:v>
                </c:pt>
                <c:pt idx="1403">
                  <c:v>0.0830008874165</c:v>
                </c:pt>
                <c:pt idx="1404">
                  <c:v>0.0823048863986</c:v>
                </c:pt>
                <c:pt idx="1405">
                  <c:v>0.0816166902148</c:v>
                </c:pt>
                <c:pt idx="1406">
                  <c:v>0.0809362021256</c:v>
                </c:pt>
                <c:pt idx="1407">
                  <c:v>0.0802633263633</c:v>
                </c:pt>
                <c:pt idx="1408">
                  <c:v>0.0795979681388</c:v>
                </c:pt>
                <c:pt idx="1409">
                  <c:v>0.0789400336479</c:v>
                </c:pt>
                <c:pt idx="1410">
                  <c:v>0.0782894300762</c:v>
                </c:pt>
                <c:pt idx="1411">
                  <c:v>0.0776460656027</c:v>
                </c:pt>
                <c:pt idx="1412">
                  <c:v>0.0770098494031</c:v>
                </c:pt>
                <c:pt idx="1413">
                  <c:v>0.0763806916521</c:v>
                </c:pt>
                <c:pt idx="1414">
                  <c:v>0.0757585035244</c:v>
                </c:pt>
                <c:pt idx="1415">
                  <c:v>0.0751431971951</c:v>
                </c:pt>
                <c:pt idx="1416">
                  <c:v>0.0745346858401</c:v>
                </c:pt>
                <c:pt idx="1417">
                  <c:v>0.0739328836345</c:v>
                </c:pt>
                <c:pt idx="1418">
                  <c:v>0.0733377057515</c:v>
                </c:pt>
                <c:pt idx="1419">
                  <c:v>0.0727490683601</c:v>
                </c:pt>
                <c:pt idx="1420">
                  <c:v>0.0721668886222</c:v>
                </c:pt>
                <c:pt idx="1421">
                  <c:v>0.0715910846897</c:v>
                </c:pt>
                <c:pt idx="1422">
                  <c:v>0.0710215757</c:v>
                </c:pt>
                <c:pt idx="1423">
                  <c:v>0.0704582817725</c:v>
                </c:pt>
                <c:pt idx="1424">
                  <c:v>0.0699011240034</c:v>
                </c:pt>
                <c:pt idx="1425">
                  <c:v>0.0693500244606</c:v>
                </c:pt>
                <c:pt idx="1426">
                  <c:v>0.0688049061782</c:v>
                </c:pt>
                <c:pt idx="1427">
                  <c:v>0.0682656931507</c:v>
                </c:pt>
                <c:pt idx="1428">
                  <c:v>0.0677323103267</c:v>
                </c:pt>
                <c:pt idx="1429">
                  <c:v>0.0672046836023</c:v>
                </c:pt>
                <c:pt idx="1430">
                  <c:v>0.0666827398143</c:v>
                </c:pt>
                <c:pt idx="1431">
                  <c:v>0.0661664067332</c:v>
                </c:pt>
                <c:pt idx="1432">
                  <c:v>0.0656556130556</c:v>
                </c:pt>
                <c:pt idx="1433">
                  <c:v>0.065150288397</c:v>
                </c:pt>
                <c:pt idx="1434">
                  <c:v>0.0646503632836</c:v>
                </c:pt>
                <c:pt idx="1435">
                  <c:v>0.0641557691448</c:v>
                </c:pt>
                <c:pt idx="1436">
                  <c:v>0.0636664383044</c:v>
                </c:pt>
                <c:pt idx="1437">
                  <c:v>0.0631823039732</c:v>
                </c:pt>
                <c:pt idx="1438">
                  <c:v>0.0627033002397</c:v>
                </c:pt>
                <c:pt idx="1439">
                  <c:v>0.0622293620621</c:v>
                </c:pt>
                <c:pt idx="1440">
                  <c:v>0.0617604252593</c:v>
                </c:pt>
                <c:pt idx="1441">
                  <c:v>0.0612964265023</c:v>
                </c:pt>
                <c:pt idx="1442">
                  <c:v>0.0608373033054</c:v>
                </c:pt>
                <c:pt idx="1443">
                  <c:v>0.0603829940171</c:v>
                </c:pt>
                <c:pt idx="1444">
                  <c:v>0.0599334378112</c:v>
                </c:pt>
                <c:pt idx="1445">
                  <c:v>0.0594885746777</c:v>
                </c:pt>
                <c:pt idx="1446">
                  <c:v>0.0590483454138</c:v>
                </c:pt>
                <c:pt idx="1447">
                  <c:v>0.0586126916145</c:v>
                </c:pt>
                <c:pt idx="1448">
                  <c:v>0.0581815556639</c:v>
                </c:pt>
                <c:pt idx="1449">
                  <c:v>0.0577548807256</c:v>
                </c:pt>
                <c:pt idx="1450">
                  <c:v>0.057332610734</c:v>
                </c:pt>
                <c:pt idx="1451">
                  <c:v>0.0569146903845</c:v>
                </c:pt>
                <c:pt idx="1452">
                  <c:v>0.0565010651249</c:v>
                </c:pt>
                <c:pt idx="1453">
                  <c:v>0.0560916811458</c:v>
                </c:pt>
                <c:pt idx="1454">
                  <c:v>0.055686485372</c:v>
                </c:pt>
                <c:pt idx="1455">
                  <c:v>0.0552854254526</c:v>
                </c:pt>
                <c:pt idx="1456">
                  <c:v>0.0548884497527</c:v>
                </c:pt>
                <c:pt idx="1457">
                  <c:v>0.054495507344</c:v>
                </c:pt>
                <c:pt idx="1458">
                  <c:v>0.0541065479956</c:v>
                </c:pt>
                <c:pt idx="1459">
                  <c:v>0.0537215221654</c:v>
                </c:pt>
                <c:pt idx="1460">
                  <c:v>0.053340380991</c:v>
                </c:pt>
                <c:pt idx="1461">
                  <c:v>0.0529630762807</c:v>
                </c:pt>
                <c:pt idx="1462">
                  <c:v>0.052589560505</c:v>
                </c:pt>
                <c:pt idx="1463">
                  <c:v>0.0522197867875</c:v>
                </c:pt>
                <c:pt idx="1464">
                  <c:v>0.0518537088966</c:v>
                </c:pt>
                <c:pt idx="1465">
                  <c:v>0.0514912812364</c:v>
                </c:pt>
                <c:pt idx="1466">
                  <c:v>0.0511324588387</c:v>
                </c:pt>
                <c:pt idx="1467">
                  <c:v>0.0507771973538</c:v>
                </c:pt>
                <c:pt idx="1468">
                  <c:v>0.0504254530428</c:v>
                </c:pt>
                <c:pt idx="1469">
                  <c:v>0.0500771827687</c:v>
                </c:pt>
                <c:pt idx="1470">
                  <c:v>0.0497323439887</c:v>
                </c:pt>
                <c:pt idx="1471">
                  <c:v>0.0493908947453</c:v>
                </c:pt>
                <c:pt idx="1472">
                  <c:v>0.0490527936588</c:v>
                </c:pt>
                <c:pt idx="1473">
                  <c:v>0.0487179999188</c:v>
                </c:pt>
                <c:pt idx="1474">
                  <c:v>0.0483864732768</c:v>
                </c:pt>
                <c:pt idx="1475">
                  <c:v>0.0480581740377</c:v>
                </c:pt>
                <c:pt idx="1476">
                  <c:v>0.0477330630524</c:v>
                </c:pt>
                <c:pt idx="1477">
                  <c:v>0.0474111017102</c:v>
                </c:pt>
                <c:pt idx="1478">
                  <c:v>0.0470922519308</c:v>
                </c:pt>
                <c:pt idx="1479">
                  <c:v>0.0467764761571</c:v>
                </c:pt>
                <c:pt idx="1480">
                  <c:v>0.0464637373476</c:v>
                </c:pt>
                <c:pt idx="1481">
                  <c:v>0.0461539989692</c:v>
                </c:pt>
                <c:pt idx="1482">
                  <c:v>0.0458472249896</c:v>
                </c:pt>
                <c:pt idx="1483">
                  <c:v>0.0455433798706</c:v>
                </c:pt>
                <c:pt idx="1484">
                  <c:v>0.0452424285606</c:v>
                </c:pt>
                <c:pt idx="1485">
                  <c:v>0.044944336488</c:v>
                </c:pt>
                <c:pt idx="1486">
                  <c:v>0.0446490695536</c:v>
                </c:pt>
                <c:pt idx="1487">
                  <c:v>0.0443565941248</c:v>
                </c:pt>
                <c:pt idx="1488">
                  <c:v>0.0440668770279</c:v>
                </c:pt>
                <c:pt idx="1489">
                  <c:v>0.0437798855419</c:v>
                </c:pt>
                <c:pt idx="1490">
                  <c:v>0.0434955873921</c:v>
                </c:pt>
                <c:pt idx="1491">
                  <c:v>0.0432139507432</c:v>
                </c:pt>
                <c:pt idx="1492">
                  <c:v>0.0429349441932</c:v>
                </c:pt>
                <c:pt idx="1493">
                  <c:v>0.0426585367671</c:v>
                </c:pt>
                <c:pt idx="1494">
                  <c:v>0.0423846979107</c:v>
                </c:pt>
                <c:pt idx="1495">
                  <c:v>0.0421133974841</c:v>
                </c:pt>
                <c:pt idx="1496">
                  <c:v>0.0418446057563</c:v>
                </c:pt>
                <c:pt idx="1497">
                  <c:v>0.0415782933987</c:v>
                </c:pt>
                <c:pt idx="1498">
                  <c:v>0.0413144314797</c:v>
                </c:pt>
                <c:pt idx="1499">
                  <c:v>0.0410529914583</c:v>
                </c:pt>
                <c:pt idx="1500">
                  <c:v>0.0407939451791</c:v>
                </c:pt>
                <c:pt idx="1501">
                  <c:v>0.0405372648661</c:v>
                </c:pt>
                <c:pt idx="1502">
                  <c:v>0.0402829231175</c:v>
                </c:pt>
                <c:pt idx="1503">
                  <c:v>0.0400308929003</c:v>
                </c:pt>
                <c:pt idx="1504">
                  <c:v>0.0397811475444</c:v>
                </c:pt>
                <c:pt idx="1505">
                  <c:v>0.039533660738</c:v>
                </c:pt>
                <c:pt idx="1506">
                  <c:v>0.0392884065219</c:v>
                </c:pt>
                <c:pt idx="1507">
                  <c:v>0.0390453592846</c:v>
                </c:pt>
                <c:pt idx="1508">
                  <c:v>0.0388044937571</c:v>
                </c:pt>
                <c:pt idx="1509">
                  <c:v>0.0385657850079</c:v>
                </c:pt>
                <c:pt idx="1510">
                  <c:v>0.0383292084383</c:v>
                </c:pt>
                <c:pt idx="1511">
                  <c:v>0.0380947397772</c:v>
                </c:pt>
                <c:pt idx="1512">
                  <c:v>0.0378623550768</c:v>
                </c:pt>
                <c:pt idx="1513">
                  <c:v>0.0376320307074</c:v>
                </c:pt>
                <c:pt idx="1514">
                  <c:v>0.0374037433531</c:v>
                </c:pt>
                <c:pt idx="1515">
                  <c:v>0.0371774700074</c:v>
                </c:pt>
                <c:pt idx="1516">
                  <c:v>0.0369531879681</c:v>
                </c:pt>
                <c:pt idx="1517">
                  <c:v>0.0367308748336</c:v>
                </c:pt>
                <c:pt idx="1518">
                  <c:v>0.036510508498</c:v>
                </c:pt>
                <c:pt idx="1519">
                  <c:v>0.0362920671473</c:v>
                </c:pt>
                <c:pt idx="1520">
                  <c:v>0.0360755292547</c:v>
                </c:pt>
                <c:pt idx="1521">
                  <c:v>0.0358608735768</c:v>
                </c:pt>
                <c:pt idx="1522">
                  <c:v>0.0356480791494</c:v>
                </c:pt>
                <c:pt idx="1523">
                  <c:v>0.0354371252834</c:v>
                </c:pt>
                <c:pt idx="1524">
                  <c:v>0.0352279915611</c:v>
                </c:pt>
                <c:pt idx="1525">
                  <c:v>0.0350206578318</c:v>
                </c:pt>
                <c:pt idx="1526">
                  <c:v>0.0348151042085</c:v>
                </c:pt>
                <c:pt idx="1527">
                  <c:v>0.0346113110639</c:v>
                </c:pt>
                <c:pt idx="1528">
                  <c:v>0.0344092590264</c:v>
                </c:pt>
                <c:pt idx="1529">
                  <c:v>0.0342089289769</c:v>
                </c:pt>
                <c:pt idx="1530">
                  <c:v>0.034010302045</c:v>
                </c:pt>
                <c:pt idx="1531">
                  <c:v>0.0338133596053</c:v>
                </c:pt>
                <c:pt idx="1532">
                  <c:v>0.033618083274</c:v>
                </c:pt>
                <c:pt idx="1533">
                  <c:v>0.0334244549054</c:v>
                </c:pt>
                <c:pt idx="1534">
                  <c:v>0.0332324565887</c:v>
                </c:pt>
                <c:pt idx="1535">
                  <c:v>0.0330420706444</c:v>
                </c:pt>
                <c:pt idx="1536">
                  <c:v>0.0328532796212</c:v>
                </c:pt>
                <c:pt idx="1537">
                  <c:v>0.0326660662924</c:v>
                </c:pt>
                <c:pt idx="1538">
                  <c:v>0.0324804136532</c:v>
                </c:pt>
                <c:pt idx="1539">
                  <c:v>0.0322963049173</c:v>
                </c:pt>
                <c:pt idx="1540">
                  <c:v>0.0321137235136</c:v>
                </c:pt>
                <c:pt idx="1541">
                  <c:v>0.0319326530834</c:v>
                </c:pt>
                <c:pt idx="1542">
                  <c:v>0.0317530774773</c:v>
                </c:pt>
                <c:pt idx="1543">
                  <c:v>0.0315749807524</c:v>
                </c:pt>
                <c:pt idx="1544">
                  <c:v>0.031398347169</c:v>
                </c:pt>
                <c:pt idx="1545">
                  <c:v>0.031223161188</c:v>
                </c:pt>
                <c:pt idx="1546">
                  <c:v>0.031049407468</c:v>
                </c:pt>
                <c:pt idx="1547">
                  <c:v>0.0308770708626</c:v>
                </c:pt>
                <c:pt idx="1548">
                  <c:v>0.0307061364174</c:v>
                </c:pt>
                <c:pt idx="1549">
                  <c:v>0.0305365893673</c:v>
                </c:pt>
                <c:pt idx="1550">
                  <c:v>0.0303684151341</c:v>
                </c:pt>
                <c:pt idx="1551">
                  <c:v>0.0302015993239</c:v>
                </c:pt>
                <c:pt idx="1552">
                  <c:v>0.0300361277237</c:v>
                </c:pt>
                <c:pt idx="1553">
                  <c:v>0.0298719863001</c:v>
                </c:pt>
                <c:pt idx="1554">
                  <c:v>0.0297091611957</c:v>
                </c:pt>
                <c:pt idx="1555">
                  <c:v>0.0295476387271</c:v>
                </c:pt>
                <c:pt idx="1556">
                  <c:v>0.0293874053823</c:v>
                </c:pt>
                <c:pt idx="1557">
                  <c:v>0.0292284478186</c:v>
                </c:pt>
                <c:pt idx="1558">
                  <c:v>0.0290707528598</c:v>
                </c:pt>
                <c:pt idx="1559">
                  <c:v>0.0289143074938</c:v>
                </c:pt>
                <c:pt idx="1560">
                  <c:v>0.028759098871</c:v>
                </c:pt>
                <c:pt idx="1561">
                  <c:v>0.0286051143011</c:v>
                </c:pt>
                <c:pt idx="1562">
                  <c:v>0.0284523412514</c:v>
                </c:pt>
                <c:pt idx="1563">
                  <c:v>0.0283007673446</c:v>
                </c:pt>
                <c:pt idx="1564">
                  <c:v>0.0281503803564</c:v>
                </c:pt>
                <c:pt idx="1565">
                  <c:v>0.0280011682133</c:v>
                </c:pt>
                <c:pt idx="1566">
                  <c:v>0.0278531189909</c:v>
                </c:pt>
                <c:pt idx="1567">
                  <c:v>0.0277062209113</c:v>
                </c:pt>
                <c:pt idx="1568">
                  <c:v>0.0275604623413</c:v>
                </c:pt>
                <c:pt idx="1569">
                  <c:v>0.0274158317904</c:v>
                </c:pt>
                <c:pt idx="1570">
                  <c:v>0.0272723179088</c:v>
                </c:pt>
                <c:pt idx="1571">
                  <c:v>0.0271299094853</c:v>
                </c:pt>
                <c:pt idx="1572">
                  <c:v>0.0269885954455</c:v>
                </c:pt>
                <c:pt idx="1573">
                  <c:v>0.0268483648497</c:v>
                </c:pt>
                <c:pt idx="1574">
                  <c:v>0.0267092068913</c:v>
                </c:pt>
                <c:pt idx="1575">
                  <c:v>0.0265711108948</c:v>
                </c:pt>
                <c:pt idx="1576">
                  <c:v>0.0264340663138</c:v>
                </c:pt>
                <c:pt idx="1577">
                  <c:v>0.0262980627296</c:v>
                </c:pt>
                <c:pt idx="1578">
                  <c:v>0.026163089849</c:v>
                </c:pt>
                <c:pt idx="1579">
                  <c:v>0.0260291375028</c:v>
                </c:pt>
                <c:pt idx="1580">
                  <c:v>0.025896195644</c:v>
                </c:pt>
                <c:pt idx="1581">
                  <c:v>0.0257642543463</c:v>
                </c:pt>
                <c:pt idx="1582">
                  <c:v>0.0256333038021</c:v>
                </c:pt>
                <c:pt idx="1583">
                  <c:v>0.025503334321</c:v>
                </c:pt>
                <c:pt idx="1584">
                  <c:v>0.0253743363282</c:v>
                </c:pt>
                <c:pt idx="1585">
                  <c:v>0.025246300363</c:v>
                </c:pt>
                <c:pt idx="1586">
                  <c:v>0.025119217077</c:v>
                </c:pt>
                <c:pt idx="1587">
                  <c:v>0.0249930772328</c:v>
                </c:pt>
                <c:pt idx="1588">
                  <c:v>0.0248678717022</c:v>
                </c:pt>
                <c:pt idx="1589">
                  <c:v>0.024743591465</c:v>
                </c:pt>
                <c:pt idx="1590">
                  <c:v>0.0246202276072</c:v>
                </c:pt>
                <c:pt idx="1591">
                  <c:v>0.0244977713198</c:v>
                </c:pt>
                <c:pt idx="1592">
                  <c:v>0.0243762138973</c:v>
                </c:pt>
                <c:pt idx="1593">
                  <c:v>0.0242555467362</c:v>
                </c:pt>
                <c:pt idx="1594">
                  <c:v>0.0241357613336</c:v>
                </c:pt>
                <c:pt idx="1595">
                  <c:v>0.024016849286</c:v>
                </c:pt>
                <c:pt idx="1596">
                  <c:v>0.0238988022877</c:v>
                </c:pt>
                <c:pt idx="1597">
                  <c:v>0.0237816121299</c:v>
                </c:pt>
                <c:pt idx="1598">
                  <c:v>0.0236652706988</c:v>
                </c:pt>
                <c:pt idx="1599">
                  <c:v>0.0235497699746</c:v>
                </c:pt>
                <c:pt idx="1600">
                  <c:v>0.0234351020304</c:v>
                </c:pt>
                <c:pt idx="1601">
                  <c:v>0.0233212590306</c:v>
                </c:pt>
                <c:pt idx="1602">
                  <c:v>0.0232082332302</c:v>
                </c:pt>
                <c:pt idx="1603">
                  <c:v>0.0230960169727</c:v>
                </c:pt>
                <c:pt idx="1604">
                  <c:v>0.0229846026898</c:v>
                </c:pt>
                <c:pt idx="1605">
                  <c:v>0.0228739828998</c:v>
                </c:pt>
                <c:pt idx="1606">
                  <c:v>0.0227641502064</c:v>
                </c:pt>
                <c:pt idx="1607">
                  <c:v>0.0226550972977</c:v>
                </c:pt>
                <c:pt idx="1608">
                  <c:v>0.0225468169451</c:v>
                </c:pt>
                <c:pt idx="1609">
                  <c:v>0.0224393020019</c:v>
                </c:pt>
                <c:pt idx="1610">
                  <c:v>0.0223325454027</c:v>
                </c:pt>
                <c:pt idx="1611">
                  <c:v>0.0222265401618</c:v>
                </c:pt>
                <c:pt idx="1612">
                  <c:v>0.0221212793725</c:v>
                </c:pt>
                <c:pt idx="1613">
                  <c:v>0.022016756206</c:v>
                </c:pt>
                <c:pt idx="1614">
                  <c:v>0.0219129639102</c:v>
                </c:pt>
                <c:pt idx="1615">
                  <c:v>0.0218098958089</c:v>
                </c:pt>
                <c:pt idx="1616">
                  <c:v>0.0217075453006</c:v>
                </c:pt>
                <c:pt idx="1617">
                  <c:v>0.0216059058576</c:v>
                </c:pt>
                <c:pt idx="1618">
                  <c:v>0.0215049710252</c:v>
                </c:pt>
                <c:pt idx="1619">
                  <c:v>0.0214047344206</c:v>
                </c:pt>
                <c:pt idx="1620">
                  <c:v>0.0213051897318</c:v>
                </c:pt>
                <c:pt idx="1621">
                  <c:v>0.0212063307169</c:v>
                </c:pt>
                <c:pt idx="1622">
                  <c:v>0.0211081512031</c:v>
                </c:pt>
                <c:pt idx="1623">
                  <c:v>0.021010645086</c:v>
                </c:pt>
                <c:pt idx="1624">
                  <c:v>0.0209138063283</c:v>
                </c:pt>
                <c:pt idx="1625">
                  <c:v>0.0208176289594</c:v>
                </c:pt>
                <c:pt idx="1626">
                  <c:v>0.020722107074</c:v>
                </c:pt>
                <c:pt idx="1627">
                  <c:v>0.0206272348319</c:v>
                </c:pt>
                <c:pt idx="1628">
                  <c:v>0.0205330064566</c:v>
                </c:pt>
                <c:pt idx="1629">
                  <c:v>0.0204394162348</c:v>
                </c:pt>
                <c:pt idx="1630">
                  <c:v>0.0203464585156</c:v>
                </c:pt>
                <c:pt idx="1631">
                  <c:v>0.0202541277094</c:v>
                </c:pt>
                <c:pt idx="1632">
                  <c:v>0.0201624182874</c:v>
                </c:pt>
                <c:pt idx="1633">
                  <c:v>0.0200713247808</c:v>
                </c:pt>
                <c:pt idx="1634">
                  <c:v>0.01998084178</c:v>
                </c:pt>
                <c:pt idx="1635">
                  <c:v>0.0198909639337</c:v>
                </c:pt>
                <c:pt idx="1636">
                  <c:v>0.0198016859483</c:v>
                </c:pt>
                <c:pt idx="1637">
                  <c:v>0.0197130025873</c:v>
                </c:pt>
                <c:pt idx="1638">
                  <c:v>0.0196249086704</c:v>
                </c:pt>
                <c:pt idx="1639">
                  <c:v>0.0195373990727</c:v>
                </c:pt>
                <c:pt idx="1640">
                  <c:v>0.0194504687242</c:v>
                </c:pt>
                <c:pt idx="1641">
                  <c:v>0.0193641126092</c:v>
                </c:pt>
                <c:pt idx="1642">
                  <c:v>0.0192783257652</c:v>
                </c:pt>
                <c:pt idx="1643">
                  <c:v>0.0191931032828</c:v>
                </c:pt>
                <c:pt idx="1644">
                  <c:v>0.0191084403043</c:v>
                </c:pt>
                <c:pt idx="1645">
                  <c:v>0.019024332024</c:v>
                </c:pt>
                <c:pt idx="1646">
                  <c:v>0.0189407736867</c:v>
                </c:pt>
                <c:pt idx="1647">
                  <c:v>0.0188577605874</c:v>
                </c:pt>
                <c:pt idx="1648">
                  <c:v>0.018775288071</c:v>
                </c:pt>
                <c:pt idx="1649">
                  <c:v>0.0186933515311</c:v>
                </c:pt>
                <c:pt idx="1650">
                  <c:v>0.0186119464097</c:v>
                </c:pt>
                <c:pt idx="1651">
                  <c:v>0.0185310681967</c:v>
                </c:pt>
                <c:pt idx="1652">
                  <c:v>0.0184507124291</c:v>
                </c:pt>
                <c:pt idx="1653">
                  <c:v>0.0183708746905</c:v>
                </c:pt>
                <c:pt idx="1654">
                  <c:v>0.0182915506106</c:v>
                </c:pt>
                <c:pt idx="1655">
                  <c:v>0.0182127358645</c:v>
                </c:pt>
                <c:pt idx="1656">
                  <c:v>0.0181344261723</c:v>
                </c:pt>
                <c:pt idx="1657">
                  <c:v>0.0180566172984</c:v>
                </c:pt>
                <c:pt idx="1658">
                  <c:v>0.017979305051</c:v>
                </c:pt>
                <c:pt idx="1659">
                  <c:v>0.0179024852818</c:v>
                </c:pt>
                <c:pt idx="1660">
                  <c:v>0.017826153885</c:v>
                </c:pt>
                <c:pt idx="1661">
                  <c:v>0.0177503067971</c:v>
                </c:pt>
                <c:pt idx="1662">
                  <c:v>0.0176749399966</c:v>
                </c:pt>
                <c:pt idx="1663">
                  <c:v>0.0176000495029</c:v>
                </c:pt>
                <c:pt idx="1664">
                  <c:v>0.0175256313763</c:v>
                </c:pt>
                <c:pt idx="1665">
                  <c:v>0.0174516817174</c:v>
                </c:pt>
                <c:pt idx="1666">
                  <c:v>0.0173781966665</c:v>
                </c:pt>
                <c:pt idx="1667">
                  <c:v>0.0173051724031</c:v>
                </c:pt>
                <c:pt idx="1668">
                  <c:v>0.0172326051456</c:v>
                </c:pt>
                <c:pt idx="1669">
                  <c:v>0.0171604911509</c:v>
                </c:pt>
                <c:pt idx="1670">
                  <c:v>0.0170888267134</c:v>
                </c:pt>
                <c:pt idx="1671">
                  <c:v>0.0170176081654</c:v>
                </c:pt>
                <c:pt idx="1672">
                  <c:v>0.0169468318759</c:v>
                </c:pt>
                <c:pt idx="1673">
                  <c:v>0.0168764942504</c:v>
                </c:pt>
                <c:pt idx="1674">
                  <c:v>0.0168065917309</c:v>
                </c:pt>
                <c:pt idx="1675">
                  <c:v>0.0167371207947</c:v>
                </c:pt>
                <c:pt idx="1676">
                  <c:v>0.0166680779545</c:v>
                </c:pt>
                <c:pt idx="1677">
                  <c:v>0.0165994597579</c:v>
                </c:pt>
                <c:pt idx="1678">
                  <c:v>0.0165312627869</c:v>
                </c:pt>
                <c:pt idx="1679">
                  <c:v>0.0164634836576</c:v>
                </c:pt>
                <c:pt idx="1680">
                  <c:v>0.0163961190195</c:v>
                </c:pt>
                <c:pt idx="1681">
                  <c:v>0.0163291655557</c:v>
                </c:pt>
                <c:pt idx="1682">
                  <c:v>0.0162626199818</c:v>
                </c:pt>
                <c:pt idx="1683">
                  <c:v>0.0161964790461</c:v>
                </c:pt>
                <c:pt idx="1684">
                  <c:v>0.0161307395288</c:v>
                </c:pt>
                <c:pt idx="1685">
                  <c:v>0.0160653982419</c:v>
                </c:pt>
                <c:pt idx="1686">
                  <c:v>0.0160004520288</c:v>
                </c:pt>
                <c:pt idx="1687">
                  <c:v>0.0159358977637</c:v>
                </c:pt>
                <c:pt idx="1688">
                  <c:v>0.0158717323515</c:v>
                </c:pt>
                <c:pt idx="1689">
                  <c:v>0.0158079527274</c:v>
                </c:pt>
                <c:pt idx="1690">
                  <c:v>0.0157445558563</c:v>
                </c:pt>
                <c:pt idx="1691">
                  <c:v>0.0156815387328</c:v>
                </c:pt>
                <c:pt idx="1692">
                  <c:v>0.0156188983807</c:v>
                </c:pt>
                <c:pt idx="1693">
                  <c:v>0.0155566318526</c:v>
                </c:pt>
                <c:pt idx="1694">
                  <c:v>0.0154947362296</c:v>
                </c:pt>
                <c:pt idx="1695">
                  <c:v>0.0154332086212</c:v>
                </c:pt>
                <c:pt idx="1696">
                  <c:v>0.0153720461644</c:v>
                </c:pt>
                <c:pt idx="1697">
                  <c:v>0.015311246024</c:v>
                </c:pt>
                <c:pt idx="1698">
                  <c:v>0.015250805392</c:v>
                </c:pt>
                <c:pt idx="1699">
                  <c:v>0.0151907214873</c:v>
                </c:pt>
                <c:pt idx="1700">
                  <c:v>0.0151309915553</c:v>
                </c:pt>
                <c:pt idx="1701">
                  <c:v>0.0150716128678</c:v>
                </c:pt>
                <c:pt idx="1702">
                  <c:v>0.0150125827224</c:v>
                </c:pt>
                <c:pt idx="1703">
                  <c:v>0.0149538984427</c:v>
                </c:pt>
                <c:pt idx="1704">
                  <c:v>0.0148955573774</c:v>
                </c:pt>
                <c:pt idx="1705">
                  <c:v>0.0148375569004</c:v>
                </c:pt>
                <c:pt idx="1706">
                  <c:v>0.0147798944103</c:v>
                </c:pt>
                <c:pt idx="1707">
                  <c:v>0.0147225673304</c:v>
                </c:pt>
                <c:pt idx="1708">
                  <c:v>0.0146655731081</c:v>
                </c:pt>
                <c:pt idx="1709">
                  <c:v>0.0146089092147</c:v>
                </c:pt>
                <c:pt idx="1710">
                  <c:v>0.0145525731453</c:v>
                </c:pt>
                <c:pt idx="1711">
                  <c:v>0.0144965624184</c:v>
                </c:pt>
                <c:pt idx="1712">
                  <c:v>0.0144408745754</c:v>
                </c:pt>
                <c:pt idx="1713">
                  <c:v>0.0143855071808</c:v>
                </c:pt>
                <c:pt idx="1714">
                  <c:v>0.0143304578217</c:v>
                </c:pt>
                <c:pt idx="1715">
                  <c:v>0.0142757241073</c:v>
                </c:pt>
                <c:pt idx="1716">
                  <c:v>0.0142213036692</c:v>
                </c:pt>
                <c:pt idx="1717">
                  <c:v>0.0141671941604</c:v>
                </c:pt>
                <c:pt idx="1718">
                  <c:v>0.014113393256</c:v>
                </c:pt>
                <c:pt idx="1719">
                  <c:v>0.0140598986519</c:v>
                </c:pt>
                <c:pt idx="1720">
                  <c:v>0.0140067080654</c:v>
                </c:pt>
                <c:pt idx="1721">
                  <c:v>0.0139538192345</c:v>
                </c:pt>
                <c:pt idx="1722">
                  <c:v>0.0139012299179</c:v>
                </c:pt>
                <c:pt idx="1723">
                  <c:v>0.0138489378945</c:v>
                </c:pt>
                <c:pt idx="1724">
                  <c:v>0.0137969409633</c:v>
                </c:pt>
                <c:pt idx="1725">
                  <c:v>0.0137452369434</c:v>
                </c:pt>
                <c:pt idx="1726">
                  <c:v>0.0136938236733</c:v>
                </c:pt>
                <c:pt idx="1727">
                  <c:v>0.0136426990111</c:v>
                </c:pt>
                <c:pt idx="1728">
                  <c:v>0.013591860834</c:v>
                </c:pt>
                <c:pt idx="1729">
                  <c:v>0.0135413070382</c:v>
                </c:pt>
                <c:pt idx="1730">
                  <c:v>0.0134910355388</c:v>
                </c:pt>
                <c:pt idx="1731">
                  <c:v>0.0134410442692</c:v>
                </c:pt>
                <c:pt idx="1732">
                  <c:v>0.0133913311813</c:v>
                </c:pt>
                <c:pt idx="1733">
                  <c:v>0.013341894245</c:v>
                </c:pt>
                <c:pt idx="1734">
                  <c:v>0.0132927314483</c:v>
                </c:pt>
                <c:pt idx="1735">
                  <c:v>0.0132438407968</c:v>
                </c:pt>
                <c:pt idx="1736">
                  <c:v>0.0131952203134</c:v>
                </c:pt>
                <c:pt idx="1737">
                  <c:v>0.0131468680388</c:v>
                </c:pt>
                <c:pt idx="1738">
                  <c:v>0.0130987820302</c:v>
                </c:pt>
                <c:pt idx="1739">
                  <c:v>0.0130509603623</c:v>
                </c:pt>
                <c:pt idx="1740">
                  <c:v>0.0130034011261</c:v>
                </c:pt>
                <c:pt idx="1741">
                  <c:v>0.0129561024293</c:v>
                </c:pt>
                <c:pt idx="1742">
                  <c:v>0.012909062396</c:v>
                </c:pt>
                <c:pt idx="1743">
                  <c:v>0.0128622791662</c:v>
                </c:pt>
                <c:pt idx="1744">
                  <c:v>0.0128157508963</c:v>
                </c:pt>
                <c:pt idx="1745">
                  <c:v>0.0127694757582</c:v>
                </c:pt>
                <c:pt idx="1746">
                  <c:v>0.0127234519395</c:v>
                </c:pt>
                <c:pt idx="1747">
                  <c:v>0.0126776776432</c:v>
                </c:pt>
                <c:pt idx="1748">
                  <c:v>0.0126321510877</c:v>
                </c:pt>
                <c:pt idx="1749">
                  <c:v>0.0125868705065</c:v>
                </c:pt>
                <c:pt idx="1750">
                  <c:v>0.0125418341479</c:v>
                </c:pt>
                <c:pt idx="1751">
                  <c:v>0.0124970402753</c:v>
                </c:pt>
                <c:pt idx="1752">
                  <c:v>0.0124524871663</c:v>
                </c:pt>
                <c:pt idx="1753">
                  <c:v>0.0124081731135</c:v>
                </c:pt>
                <c:pt idx="1754">
                  <c:v>0.0123640964233</c:v>
                </c:pt>
                <c:pt idx="1755">
                  <c:v>0.0123202554167</c:v>
                </c:pt>
                <c:pt idx="1756">
                  <c:v>0.0122766484284</c:v>
                </c:pt>
                <c:pt idx="1757">
                  <c:v>0.0122332738071</c:v>
                </c:pt>
                <c:pt idx="1758">
                  <c:v>0.0121901299154</c:v>
                </c:pt>
                <c:pt idx="1759">
                  <c:v>0.0121472151292</c:v>
                </c:pt>
                <c:pt idx="1760">
                  <c:v>0.0121045278381</c:v>
                </c:pt>
                <c:pt idx="1761">
                  <c:v>0.0120620664449</c:v>
                </c:pt>
                <c:pt idx="1762">
                  <c:v>0.0120198293656</c:v>
                </c:pt>
                <c:pt idx="1763">
                  <c:v>0.0119778150293</c:v>
                </c:pt>
                <c:pt idx="1764">
                  <c:v>0.0119360218779</c:v>
                </c:pt>
                <c:pt idx="1765">
                  <c:v>0.0118944483664</c:v>
                </c:pt>
                <c:pt idx="1766">
                  <c:v>0.0118530929621</c:v>
                </c:pt>
                <c:pt idx="1767">
                  <c:v>0.0118119541452</c:v>
                </c:pt>
                <c:pt idx="1768">
                  <c:v>0.0117710304082</c:v>
                </c:pt>
                <c:pt idx="1769">
                  <c:v>0.0117303202558</c:v>
                </c:pt>
                <c:pt idx="1770">
                  <c:v>0.0116898222053</c:v>
                </c:pt>
                <c:pt idx="1771">
                  <c:v>0.0116495347856</c:v>
                </c:pt>
                <c:pt idx="1772">
                  <c:v>0.0116094565381</c:v>
                </c:pt>
                <c:pt idx="1773">
                  <c:v>0.0115695860158</c:v>
                </c:pt>
                <c:pt idx="1774">
                  <c:v>0.0115299217835</c:v>
                </c:pt>
                <c:pt idx="1775">
                  <c:v>0.0114904624179</c:v>
                </c:pt>
                <c:pt idx="1776">
                  <c:v>0.0114512065069</c:v>
                </c:pt>
                <c:pt idx="1777">
                  <c:v>0.0114121526503</c:v>
                </c:pt>
                <c:pt idx="1778">
                  <c:v>0.011373299459</c:v>
                </c:pt>
                <c:pt idx="1779">
                  <c:v>0.0113346455554</c:v>
                </c:pt>
                <c:pt idx="1780">
                  <c:v>0.011296189573</c:v>
                </c:pt>
                <c:pt idx="1781">
                  <c:v>0.0112579301564</c:v>
                </c:pt>
                <c:pt idx="1782">
                  <c:v>0.0112198659613</c:v>
                </c:pt>
                <c:pt idx="1783">
                  <c:v>0.0111819956543</c:v>
                </c:pt>
                <c:pt idx="1784">
                  <c:v>0.0111443179128</c:v>
                </c:pt>
                <c:pt idx="1785">
                  <c:v>0.011106831425</c:v>
                </c:pt>
                <c:pt idx="1786">
                  <c:v>0.0110695348899</c:v>
                </c:pt>
                <c:pt idx="1787">
                  <c:v>0.0110324270169</c:v>
                </c:pt>
                <c:pt idx="1788">
                  <c:v>0.010995506526</c:v>
                </c:pt>
                <c:pt idx="1789">
                  <c:v>0.0109587721476</c:v>
                </c:pt>
                <c:pt idx="1790">
                  <c:v>0.0109222226226</c:v>
                </c:pt>
                <c:pt idx="1791">
                  <c:v>0.0108858567021</c:v>
                </c:pt>
                <c:pt idx="1792">
                  <c:v>0.0108496731473</c:v>
                </c:pt>
                <c:pt idx="1793">
                  <c:v>0.0108136707296</c:v>
                </c:pt>
                <c:pt idx="1794">
                  <c:v>0.0107778482305</c:v>
                </c:pt>
                <c:pt idx="1795">
                  <c:v>0.0107422044415</c:v>
                </c:pt>
                <c:pt idx="1796">
                  <c:v>0.0107067381637</c:v>
                </c:pt>
                <c:pt idx="1797">
                  <c:v>0.0106714482086</c:v>
                </c:pt>
                <c:pt idx="1798">
                  <c:v>0.0106363333968</c:v>
                </c:pt>
                <c:pt idx="1799">
                  <c:v>0.0106013925591</c:v>
                </c:pt>
                <c:pt idx="1800">
                  <c:v>0.0105666245356</c:v>
                </c:pt>
                <c:pt idx="1801">
                  <c:v>0.0105320281761</c:v>
                </c:pt>
                <c:pt idx="1802">
                  <c:v>0.0104976023399</c:v>
                </c:pt>
                <c:pt idx="1803">
                  <c:v>0.0104633458954</c:v>
                </c:pt>
                <c:pt idx="1804">
                  <c:v>0.0104292577208</c:v>
                </c:pt>
                <c:pt idx="1805">
                  <c:v>0.0103953367031</c:v>
                </c:pt>
                <c:pt idx="1806">
                  <c:v>0.0103615817388</c:v>
                </c:pt>
                <c:pt idx="1807">
                  <c:v>0.0103279917334</c:v>
                </c:pt>
                <c:pt idx="1808">
                  <c:v>0.0102945656014</c:v>
                </c:pt>
                <c:pt idx="1809">
                  <c:v>0.0102613022663</c:v>
                </c:pt>
                <c:pt idx="1810">
                  <c:v>0.0102282006607</c:v>
                </c:pt>
                <c:pt idx="1811">
                  <c:v>0.0101952597258</c:v>
                </c:pt>
                <c:pt idx="1812">
                  <c:v>0.0101624784116</c:v>
                </c:pt>
                <c:pt idx="1813">
                  <c:v>0.010129855677</c:v>
                </c:pt>
                <c:pt idx="1814">
                  <c:v>0.0100973904893</c:v>
                </c:pt>
                <c:pt idx="1815">
                  <c:v>0.0100650818245</c:v>
                </c:pt>
                <c:pt idx="1816">
                  <c:v>0.0100329286669</c:v>
                </c:pt>
                <c:pt idx="1817">
                  <c:v>0.0100009300096</c:v>
                </c:pt>
                <c:pt idx="1818">
                  <c:v>0.00996908485378</c:v>
                </c:pt>
                <c:pt idx="1819">
                  <c:v>0.00993739220889</c:v>
                </c:pt>
                <c:pt idx="1820">
                  <c:v>0.0099058510927</c:v>
                </c:pt>
                <c:pt idx="1821">
                  <c:v>0.00987446053111</c:v>
                </c:pt>
                <c:pt idx="1822">
                  <c:v>0.00984321955807</c:v>
                </c:pt>
                <c:pt idx="1823">
                  <c:v>0.00981212721556</c:v>
                </c:pt>
                <c:pt idx="1824">
                  <c:v>0.00978118255349</c:v>
                </c:pt>
                <c:pt idx="1825">
                  <c:v>0.00975038462964</c:v>
                </c:pt>
                <c:pt idx="1826">
                  <c:v>0.00971973250958</c:v>
                </c:pt>
                <c:pt idx="1827">
                  <c:v>0.00968922526661</c:v>
                </c:pt>
                <c:pt idx="1828">
                  <c:v>0.00965886198169</c:v>
                </c:pt>
                <c:pt idx="1829">
                  <c:v>0.00962864174335</c:v>
                </c:pt>
                <c:pt idx="1830">
                  <c:v>0.00959856364766</c:v>
                </c:pt>
                <c:pt idx="1831">
                  <c:v>0.00956862679811</c:v>
                </c:pt>
                <c:pt idx="1832">
                  <c:v>0.00953883030557</c:v>
                </c:pt>
                <c:pt idx="1833">
                  <c:v>0.0095091732882</c:v>
                </c:pt>
                <c:pt idx="1834">
                  <c:v>0.00947965487142</c:v>
                </c:pt>
                <c:pt idx="1835">
                  <c:v>0.00945027418777</c:v>
                </c:pt>
                <c:pt idx="1836">
                  <c:v>0.00942103037689</c:v>
                </c:pt>
                <c:pt idx="1837">
                  <c:v>0.00939192258544</c:v>
                </c:pt>
                <c:pt idx="1838">
                  <c:v>0.00936294996702</c:v>
                </c:pt>
                <c:pt idx="1839">
                  <c:v>0.00933411168208</c:v>
                </c:pt>
                <c:pt idx="1840">
                  <c:v>0.00930540689791</c:v>
                </c:pt>
                <c:pt idx="1841">
                  <c:v>0.00927683478849</c:v>
                </c:pt>
                <c:pt idx="1842">
                  <c:v>0.00924839453446</c:v>
                </c:pt>
                <c:pt idx="1843">
                  <c:v>0.00922008532306</c:v>
                </c:pt>
                <c:pt idx="1844">
                  <c:v>0.00919190634803</c:v>
                </c:pt>
                <c:pt idx="1845">
                  <c:v>0.00916385680955</c:v>
                </c:pt>
                <c:pt idx="1846">
                  <c:v>0.00913593591417</c:v>
                </c:pt>
                <c:pt idx="1847">
                  <c:v>0.00910814287474</c:v>
                </c:pt>
                <c:pt idx="1848">
                  <c:v>0.00908047691033</c:v>
                </c:pt>
                <c:pt idx="1849">
                  <c:v>0.00905293724617</c:v>
                </c:pt>
                <c:pt idx="1850">
                  <c:v>0.00902552311358</c:v>
                </c:pt>
                <c:pt idx="1851">
                  <c:v>0.00899823374988</c:v>
                </c:pt>
                <c:pt idx="1852">
                  <c:v>0.00897106839835</c:v>
                </c:pt>
                <c:pt idx="1853">
                  <c:v>0.00894402630814</c:v>
                </c:pt>
                <c:pt idx="1854">
                  <c:v>0.00891710673421</c:v>
                </c:pt>
                <c:pt idx="1855">
                  <c:v>0.00889030893724</c:v>
                </c:pt>
                <c:pt idx="1856">
                  <c:v>0.00886363218361</c:v>
                </c:pt>
                <c:pt idx="1857">
                  <c:v>0.00883707574527</c:v>
                </c:pt>
                <c:pt idx="1858">
                  <c:v>0.00881063889974</c:v>
                </c:pt>
                <c:pt idx="1859">
                  <c:v>0.00878432092999</c:v>
                </c:pt>
                <c:pt idx="1860">
                  <c:v>0.00875812112439</c:v>
                </c:pt>
                <c:pt idx="1861">
                  <c:v>0.00873203877666</c:v>
                </c:pt>
                <c:pt idx="1862">
                  <c:v>0.00870607318579</c:v>
                </c:pt>
                <c:pt idx="1863">
                  <c:v>0.00868022365598</c:v>
                </c:pt>
                <c:pt idx="1864">
                  <c:v>0.00865448949658</c:v>
                </c:pt>
                <c:pt idx="1865">
                  <c:v>0.00862887002203</c:v>
                </c:pt>
                <c:pt idx="1866">
                  <c:v>0.0086033645518</c:v>
                </c:pt>
                <c:pt idx="1867">
                  <c:v>0.00857797241033</c:v>
                </c:pt>
                <c:pt idx="1868">
                  <c:v>0.00855269292694</c:v>
                </c:pt>
                <c:pt idx="1869">
                  <c:v>0.00852752543584</c:v>
                </c:pt>
                <c:pt idx="1870">
                  <c:v>0.00850246927601</c:v>
                </c:pt>
                <c:pt idx="1871">
                  <c:v>0.00847752379117</c:v>
                </c:pt>
                <c:pt idx="1872">
                  <c:v>0.00845268832973</c:v>
                </c:pt>
                <c:pt idx="1873">
                  <c:v>0.00842796224471</c:v>
                </c:pt>
                <c:pt idx="1874">
                  <c:v>0.00840334489373</c:v>
                </c:pt>
                <c:pt idx="1875">
                  <c:v>0.00837883563892</c:v>
                </c:pt>
                <c:pt idx="1876">
                  <c:v>0.00835443384688</c:v>
                </c:pt>
                <c:pt idx="1877">
                  <c:v>0.00833013888863</c:v>
                </c:pt>
                <c:pt idx="1878">
                  <c:v>0.00830595013959</c:v>
                </c:pt>
                <c:pt idx="1879">
                  <c:v>0.00828186697947</c:v>
                </c:pt>
                <c:pt idx="1880">
                  <c:v>0.00825788879228</c:v>
                </c:pt>
                <c:pt idx="1881">
                  <c:v>0.00823401496627</c:v>
                </c:pt>
                <c:pt idx="1882">
                  <c:v>0.00821024489385</c:v>
                </c:pt>
                <c:pt idx="1883">
                  <c:v>0.00818657797161</c:v>
                </c:pt>
                <c:pt idx="1884">
                  <c:v>0.00816301360021</c:v>
                </c:pt>
                <c:pt idx="1885">
                  <c:v>0.00813955118439</c:v>
                </c:pt>
                <c:pt idx="1886">
                  <c:v>0.0081161901329</c:v>
                </c:pt>
                <c:pt idx="1887">
                  <c:v>0.00809292985847</c:v>
                </c:pt>
                <c:pt idx="1888">
                  <c:v>0.00806976977776</c:v>
                </c:pt>
                <c:pt idx="1889">
                  <c:v>0.00804670931134</c:v>
                </c:pt>
                <c:pt idx="1890">
                  <c:v>0.00802374788364</c:v>
                </c:pt>
                <c:pt idx="1891">
                  <c:v>0.0080008849229</c:v>
                </c:pt>
                <c:pt idx="1892">
                  <c:v>0.00797811986117</c:v>
                </c:pt>
                <c:pt idx="1893">
                  <c:v>0.00795545213421</c:v>
                </c:pt>
                <c:pt idx="1894">
                  <c:v>0.00793288118154</c:v>
                </c:pt>
                <c:pt idx="1895">
                  <c:v>0.00791040644634</c:v>
                </c:pt>
                <c:pt idx="1896">
                  <c:v>0.00788802737542</c:v>
                </c:pt>
                <c:pt idx="1897">
                  <c:v>0.00786574341923</c:v>
                </c:pt>
                <c:pt idx="1898">
                  <c:v>0.00784355403177</c:v>
                </c:pt>
                <c:pt idx="1899">
                  <c:v>0.00782145867062</c:v>
                </c:pt>
                <c:pt idx="1900">
                  <c:v>0.00779945679683</c:v>
                </c:pt>
                <c:pt idx="1901">
                  <c:v>0.00777754787497</c:v>
                </c:pt>
                <c:pt idx="1902">
                  <c:v>0.00775573137304</c:v>
                </c:pt>
                <c:pt idx="1903">
                  <c:v>0.00773400676245</c:v>
                </c:pt>
                <c:pt idx="1904">
                  <c:v>0.00771237351804</c:v>
                </c:pt>
                <c:pt idx="1905">
                  <c:v>0.00769083111795</c:v>
                </c:pt>
                <c:pt idx="1906">
                  <c:v>0.0076693790437</c:v>
                </c:pt>
                <c:pt idx="1907">
                  <c:v>0.00764801678009</c:v>
                </c:pt>
                <c:pt idx="1908">
                  <c:v>0.0076267438152</c:v>
                </c:pt>
                <c:pt idx="1909">
                  <c:v>0.00760555964035</c:v>
                </c:pt>
                <c:pt idx="1910">
                  <c:v>0.00758446375008</c:v>
                </c:pt>
                <c:pt idx="1911">
                  <c:v>0.00756345564214</c:v>
                </c:pt>
                <c:pt idx="1912">
                  <c:v>0.00754253481741</c:v>
                </c:pt>
                <c:pt idx="1913">
                  <c:v>0.00752170077996</c:v>
                </c:pt>
                <c:pt idx="1914">
                  <c:v>0.00750095303695</c:v>
                </c:pt>
                <c:pt idx="1915">
                  <c:v>0.00748029109865</c:v>
                </c:pt>
                <c:pt idx="1916">
                  <c:v>0.0074597144784</c:v>
                </c:pt>
                <c:pt idx="1917">
                  <c:v>0.0074392226926</c:v>
                </c:pt>
                <c:pt idx="1918">
                  <c:v>0.00741881526068</c:v>
                </c:pt>
                <c:pt idx="1919">
                  <c:v>0.00739849170509</c:v>
                </c:pt>
                <c:pt idx="1920">
                  <c:v>0.00737825155128</c:v>
                </c:pt>
                <c:pt idx="1921">
                  <c:v>0.00735809432767</c:v>
                </c:pt>
                <c:pt idx="1922">
                  <c:v>0.00733801956568</c:v>
                </c:pt>
                <c:pt idx="1923">
                  <c:v>0.00731802679964</c:v>
                </c:pt>
                <c:pt idx="1924">
                  <c:v>0.00729811556687</c:v>
                </c:pt>
                <c:pt idx="1925">
                  <c:v>0.00727828540757</c:v>
                </c:pt>
                <c:pt idx="1926">
                  <c:v>0.00725853586489</c:v>
                </c:pt>
                <c:pt idx="1927">
                  <c:v>0.0072388664849</c:v>
                </c:pt>
                <c:pt idx="1928">
                  <c:v>0.00721927681656</c:v>
                </c:pt>
                <c:pt idx="1929">
                  <c:v>0.00719976641172</c:v>
                </c:pt>
                <c:pt idx="1930">
                  <c:v>0.00718033482516</c:v>
                </c:pt>
                <c:pt idx="1931">
                  <c:v>0.00716098161453</c:v>
                </c:pt>
                <c:pt idx="1932">
                  <c:v>0.00714170634037</c:v>
                </c:pt>
                <c:pt idx="1933">
                  <c:v>0.00712250856613</c:v>
                </c:pt>
                <c:pt idx="1934">
                  <c:v>0.00710338785814</c:v>
                </c:pt>
                <c:pt idx="1935">
                  <c:v>0.00708434378563</c:v>
                </c:pt>
                <c:pt idx="1936">
                  <c:v>0.00706537592074</c:v>
                </c:pt>
                <c:pt idx="1937">
                  <c:v>0.00704648383851</c:v>
                </c:pt>
                <c:pt idx="1938">
                  <c:v>0.0070276671169</c:v>
                </c:pt>
                <c:pt idx="1939">
                  <c:v>0.0070089253368</c:v>
                </c:pt>
                <c:pt idx="1940">
                  <c:v>0.006990258082</c:v>
                </c:pt>
                <c:pt idx="1941">
                  <c:v>0.00697166493925</c:v>
                </c:pt>
                <c:pt idx="1942">
                  <c:v>0.00695314549827</c:v>
                </c:pt>
                <c:pt idx="1943">
                  <c:v>0.00693469935171</c:v>
                </c:pt>
                <c:pt idx="1944">
                  <c:v>0.00691632609519</c:v>
                </c:pt>
                <c:pt idx="1945">
                  <c:v>0.00689802532736</c:v>
                </c:pt>
                <c:pt idx="1946">
                  <c:v>0.0068797966498</c:v>
                </c:pt>
                <c:pt idx="1947">
                  <c:v>0.00686163966717</c:v>
                </c:pt>
                <c:pt idx="1948">
                  <c:v>0.00684355398709</c:v>
                </c:pt>
                <c:pt idx="1949">
                  <c:v>0.00682553922026</c:v>
                </c:pt>
                <c:pt idx="1950">
                  <c:v>0.0068075949804</c:v>
                </c:pt>
                <c:pt idx="1951">
                  <c:v>0.00678972088429</c:v>
                </c:pt>
                <c:pt idx="1952">
                  <c:v>0.00677191655181</c:v>
                </c:pt>
                <c:pt idx="1953">
                  <c:v>0.00675418160587</c:v>
                </c:pt>
                <c:pt idx="1954">
                  <c:v>0.00673651567252</c:v>
                </c:pt>
                <c:pt idx="1955">
                  <c:v>0.00671891838088</c:v>
                </c:pt>
                <c:pt idx="1956">
                  <c:v>0.00670138936319</c:v>
                </c:pt>
                <c:pt idx="1957">
                  <c:v>0.00668392825479</c:v>
                </c:pt>
                <c:pt idx="1958">
                  <c:v>0.00666653469417</c:v>
                </c:pt>
                <c:pt idx="1959">
                  <c:v>0.00664920832291</c:v>
                </c:pt>
                <c:pt idx="1960">
                  <c:v>0.00663194878574</c:v>
                </c:pt>
                <c:pt idx="1961">
                  <c:v>0.00661475573051</c:v>
                </c:pt>
                <c:pt idx="1962">
                  <c:v>0.00659762880822</c:v>
                </c:pt>
                <c:pt idx="1963">
                  <c:v>0.00658056767296</c:v>
                </c:pt>
                <c:pt idx="1964">
                  <c:v>0.00656357198197</c:v>
                </c:pt>
                <c:pt idx="1965">
                  <c:v>0.0065466413956</c:v>
                </c:pt>
                <c:pt idx="1966">
                  <c:v>0.00652977557732</c:v>
                </c:pt>
                <c:pt idx="1967">
                  <c:v>0.00651297419369</c:v>
                </c:pt>
                <c:pt idx="1968">
                  <c:v>0.00649623691435</c:v>
                </c:pt>
                <c:pt idx="1969">
                  <c:v>0.00647956341204</c:v>
                </c:pt>
                <c:pt idx="1970">
                  <c:v>0.00646295336254</c:v>
                </c:pt>
                <c:pt idx="1971">
                  <c:v>0.00644640644467</c:v>
                </c:pt>
                <c:pt idx="1972">
                  <c:v>0.0064299223403</c:v>
                </c:pt>
                <c:pt idx="1973">
                  <c:v>0.00641350073427</c:v>
                </c:pt>
                <c:pt idx="1974">
                  <c:v>0.00639714131441</c:v>
                </c:pt>
                <c:pt idx="1975">
                  <c:v>0.00638084377149</c:v>
                </c:pt>
                <c:pt idx="1976">
                  <c:v>0.00636460779922</c:v>
                </c:pt>
                <c:pt idx="1977">
                  <c:v>0.00634843309417</c:v>
                </c:pt>
                <c:pt idx="1978">
                  <c:v>0.00633231935581</c:v>
                </c:pt>
                <c:pt idx="1979">
                  <c:v>0.0063162662864</c:v>
                </c:pt>
                <c:pt idx="1980">
                  <c:v>0.006300273591</c:v>
                </c:pt>
                <c:pt idx="1981">
                  <c:v>0.00628434097743</c:v>
                </c:pt>
                <c:pt idx="1982">
                  <c:v>0.00626846815621</c:v>
                </c:pt>
                <c:pt idx="1983">
                  <c:v>0.00625265484053</c:v>
                </c:pt>
                <c:pt idx="1984">
                  <c:v>0.0062369007462</c:v>
                </c:pt>
                <c:pt idx="1985">
                  <c:v>0.00622120559163</c:v>
                </c:pt>
                <c:pt idx="1986">
                  <c:v>0.00620556909776</c:v>
                </c:pt>
                <c:pt idx="1987">
                  <c:v>0.00618999098799</c:v>
                </c:pt>
                <c:pt idx="1988">
                  <c:v>0.0061744709882</c:v>
                </c:pt>
                <c:pt idx="1989">
                  <c:v>0.00615900882663</c:v>
                </c:pt>
                <c:pt idx="1990">
                  <c:v>0.00614360423387</c:v>
                </c:pt>
                <c:pt idx="1991">
                  <c:v>0.0061282569428</c:v>
                </c:pt>
                <c:pt idx="1992">
                  <c:v>0.00611296668853</c:v>
                </c:pt>
                <c:pt idx="1993">
                  <c:v>0.00609773320835</c:v>
                </c:pt>
                <c:pt idx="1994">
                  <c:v>0.00608255624168</c:v>
                </c:pt>
                <c:pt idx="1995">
                  <c:v>0.00606743553001</c:v>
                </c:pt>
                <c:pt idx="1996">
                  <c:v>0.00605237081687</c:v>
                </c:pt>
                <c:pt idx="1997">
                  <c:v>0.00603736184773</c:v>
                </c:pt>
                <c:pt idx="1998">
                  <c:v>0.00602240836999</c:v>
                </c:pt>
                <c:pt idx="1999">
                  <c:v>0.0060075101329</c:v>
                </c:pt>
                <c:pt idx="2000">
                  <c:v>0.00599266688753</c:v>
                </c:pt>
              </c:numCache>
            </c:numRef>
          </c:yVal>
        </c:ser>
        <c:ser>
          <c:idx val="1"/>
          <c:order val="1"/>
          <c:tx>
            <c:v>spin</c:v>
          </c:tx>
          <c:spPr>
            <a:ln xmlns:a="http://schemas.openxmlformats.org/drawingml/2006/main" w="15240">
              <a:solidFill>
                <a:srgbClr val="234F91"/>
              </a:solidFill>
              <a:prstDash val="dash"/>
            </a:ln>
          </c:spPr>
          <c:marker>
            <c:symbol val="none"/>
            <c:size val="5"/>
            <c:spPr>
              <a:solidFill xmlns:a="http://schemas.openxmlformats.org/drawingml/2006/main">
                <a:srgbClr val="234F91"/>
              </a:solidFill>
            </c:spPr>
          </c:marker>
          <c:xVal>
            <c:numRef>
              <c:f>'Chart Data'!$C$2:$C$2002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Data'!$D$2:$D$2002</c:f>
              <c:numCache>
                <c:formatCode>0.0</c:formatCode>
                <c:ptCount val="2001"/>
                <c:pt idx="0">
                  <c:v>0.0405476493082</c:v>
                </c:pt>
                <c:pt idx="1">
                  <c:v>0.0407396493153</c:v>
                </c:pt>
                <c:pt idx="2">
                  <c:v>0.0409330144012</c:v>
                </c:pt>
                <c:pt idx="3">
                  <c:v>0.0411277574073</c:v>
                </c:pt>
                <c:pt idx="4">
                  <c:v>0.0413238913235</c:v>
                </c:pt>
                <c:pt idx="5">
                  <c:v>0.0415214292903</c:v>
                </c:pt>
                <c:pt idx="6">
                  <c:v>0.0417203846008</c:v>
                </c:pt>
                <c:pt idx="7">
                  <c:v>0.0419207707028</c:v>
                </c:pt>
                <c:pt idx="8">
                  <c:v>0.0421226012008</c:v>
                </c:pt>
                <c:pt idx="9">
                  <c:v>0.0423258898582</c:v>
                </c:pt>
                <c:pt idx="10">
                  <c:v>0.0425306505995</c:v>
                </c:pt>
                <c:pt idx="11">
                  <c:v>0.0427368975125</c:v>
                </c:pt>
                <c:pt idx="12">
                  <c:v>0.0429446448503</c:v>
                </c:pt>
                <c:pt idx="13">
                  <c:v>0.0431539070339</c:v>
                </c:pt>
                <c:pt idx="14">
                  <c:v>0.0433646986543</c:v>
                </c:pt>
                <c:pt idx="15">
                  <c:v>0.0435770344748</c:v>
                </c:pt>
                <c:pt idx="16">
                  <c:v>0.0437909294336</c:v>
                </c:pt>
                <c:pt idx="17">
                  <c:v>0.0440063986458</c:v>
                </c:pt>
                <c:pt idx="18">
                  <c:v>0.0442234574064</c:v>
                </c:pt>
                <c:pt idx="19">
                  <c:v>0.0444421211921</c:v>
                </c:pt>
                <c:pt idx="20">
                  <c:v>0.0446624056645</c:v>
                </c:pt>
                <c:pt idx="21">
                  <c:v>0.0448843266721</c:v>
                </c:pt>
                <c:pt idx="22">
                  <c:v>0.0451079002532</c:v>
                </c:pt>
                <c:pt idx="23">
                  <c:v>0.0453331426385</c:v>
                </c:pt>
                <c:pt idx="24">
                  <c:v>0.0455600702536</c:v>
                </c:pt>
                <c:pt idx="25">
                  <c:v>0.045788699722</c:v>
                </c:pt>
                <c:pt idx="26">
                  <c:v>0.0460190478675</c:v>
                </c:pt>
                <c:pt idx="27">
                  <c:v>0.0462511317174</c:v>
                </c:pt>
                <c:pt idx="28">
                  <c:v>0.0464849685049</c:v>
                </c:pt>
                <c:pt idx="29">
                  <c:v>0.0467205756723</c:v>
                </c:pt>
                <c:pt idx="30">
                  <c:v>0.046957970874</c:v>
                </c:pt>
                <c:pt idx="31">
                  <c:v>0.047197171979</c:v>
                </c:pt>
                <c:pt idx="32">
                  <c:v>0.0474381970745</c:v>
                </c:pt>
                <c:pt idx="33">
                  <c:v>0.0476810644686</c:v>
                </c:pt>
                <c:pt idx="34">
                  <c:v>0.0479257926933</c:v>
                </c:pt>
                <c:pt idx="35">
                  <c:v>0.0481724005081</c:v>
                </c:pt>
                <c:pt idx="36">
                  <c:v>0.048420906903</c:v>
                </c:pt>
                <c:pt idx="37">
                  <c:v>0.0486713311015</c:v>
                </c:pt>
                <c:pt idx="38">
                  <c:v>0.0489236925643</c:v>
                </c:pt>
                <c:pt idx="39">
                  <c:v>0.0491780109924</c:v>
                </c:pt>
                <c:pt idx="40">
                  <c:v>0.0494343063305</c:v>
                </c:pt>
                <c:pt idx="41">
                  <c:v>0.0496925987709</c:v>
                </c:pt>
                <c:pt idx="42">
                  <c:v>0.0499529087562</c:v>
                </c:pt>
                <c:pt idx="43">
                  <c:v>0.0502152569836</c:v>
                </c:pt>
                <c:pt idx="44">
                  <c:v>0.0504796644083</c:v>
                </c:pt>
                <c:pt idx="45">
                  <c:v>0.050746152247</c:v>
                </c:pt>
                <c:pt idx="46">
                  <c:v>0.0510147419817</c:v>
                </c:pt>
                <c:pt idx="47">
                  <c:v>0.0512854553638</c:v>
                </c:pt>
                <c:pt idx="48">
                  <c:v>0.0515583144175</c:v>
                </c:pt>
                <c:pt idx="49">
                  <c:v>0.0518333414439</c:v>
                </c:pt>
                <c:pt idx="50">
                  <c:v>0.0521105590252</c:v>
                </c:pt>
                <c:pt idx="51">
                  <c:v>0.0523899900282</c:v>
                </c:pt>
                <c:pt idx="52">
                  <c:v>0.052671657609</c:v>
                </c:pt>
                <c:pt idx="53">
                  <c:v>0.0529555852166</c:v>
                </c:pt>
                <c:pt idx="54">
                  <c:v>0.0532417965975</c:v>
                </c:pt>
                <c:pt idx="55">
                  <c:v>0.0535303157998</c:v>
                </c:pt>
                <c:pt idx="56">
                  <c:v>0.0538211671777</c:v>
                </c:pt>
                <c:pt idx="57">
                  <c:v>0.0541143753955</c:v>
                </c:pt>
                <c:pt idx="58">
                  <c:v>0.0544099654327</c:v>
                </c:pt>
                <c:pt idx="59">
                  <c:v>0.0547079625881</c:v>
                </c:pt>
                <c:pt idx="60">
                  <c:v>0.0550083924845</c:v>
                </c:pt>
                <c:pt idx="61">
                  <c:v>0.0553112810734</c:v>
                </c:pt>
                <c:pt idx="62">
                  <c:v>0.0556166546399</c:v>
                </c:pt>
                <c:pt idx="63">
                  <c:v>0.0559245398072</c:v>
                </c:pt>
                <c:pt idx="64">
                  <c:v>0.0562349635419</c:v>
                </c:pt>
                <c:pt idx="65">
                  <c:v>0.0565479531587</c:v>
                </c:pt>
                <c:pt idx="66">
                  <c:v>0.0568635363254</c:v>
                </c:pt>
                <c:pt idx="67">
                  <c:v>0.0571817410683</c:v>
                </c:pt>
                <c:pt idx="68">
                  <c:v>0.0575025957771</c:v>
                </c:pt>
                <c:pt idx="69">
                  <c:v>0.0578261292104</c:v>
                </c:pt>
                <c:pt idx="70">
                  <c:v>0.058152370501</c:v>
                </c:pt>
                <c:pt idx="71">
                  <c:v>0.0584813491612</c:v>
                </c:pt>
                <c:pt idx="72">
                  <c:v>0.0588130950884</c:v>
                </c:pt>
                <c:pt idx="73">
                  <c:v>0.0591476385708</c:v>
                </c:pt>
                <c:pt idx="74">
                  <c:v>0.059485010293</c:v>
                </c:pt>
                <c:pt idx="75">
                  <c:v>0.0598252413415</c:v>
                </c:pt>
                <c:pt idx="76">
                  <c:v>0.0601683632111</c:v>
                </c:pt>
                <c:pt idx="77">
                  <c:v>0.0605144078104</c:v>
                </c:pt>
                <c:pt idx="78">
                  <c:v>0.0608634074678</c:v>
                </c:pt>
                <c:pt idx="79">
                  <c:v>0.0612153949379</c:v>
                </c:pt>
                <c:pt idx="80">
                  <c:v>0.0615704034074</c:v>
                </c:pt>
                <c:pt idx="81">
                  <c:v>0.0619284665017</c:v>
                </c:pt>
                <c:pt idx="82">
                  <c:v>0.0622896182908</c:v>
                </c:pt>
                <c:pt idx="83">
                  <c:v>0.0626538932962</c:v>
                </c:pt>
                <c:pt idx="84">
                  <c:v>0.0630213264972</c:v>
                </c:pt>
                <c:pt idx="85">
                  <c:v>0.0633919533376</c:v>
                </c:pt>
                <c:pt idx="86">
                  <c:v>0.0637658097325</c:v>
                </c:pt>
                <c:pt idx="87">
                  <c:v>0.0641429320751</c:v>
                </c:pt>
                <c:pt idx="88">
                  <c:v>0.0645233572434</c:v>
                </c:pt>
                <c:pt idx="89">
                  <c:v>0.0649071226077</c:v>
                </c:pt>
                <c:pt idx="90">
                  <c:v>0.0652942660373</c:v>
                </c:pt>
                <c:pt idx="91">
                  <c:v>0.0656848259076</c:v>
                </c:pt>
                <c:pt idx="92">
                  <c:v>0.0660788411081</c:v>
                </c:pt>
                <c:pt idx="93">
                  <c:v>0.0664763510489</c:v>
                </c:pt>
                <c:pt idx="94">
                  <c:v>0.0668773956689</c:v>
                </c:pt>
                <c:pt idx="95">
                  <c:v>0.067282015443</c:v>
                </c:pt>
                <c:pt idx="96">
                  <c:v>0.0676902513902</c:v>
                </c:pt>
                <c:pt idx="97">
                  <c:v>0.0681021450807</c:v>
                </c:pt>
                <c:pt idx="98">
                  <c:v>0.0685177386447</c:v>
                </c:pt>
                <c:pt idx="99">
                  <c:v>0.0689370747796</c:v>
                </c:pt>
                <c:pt idx="100">
                  <c:v>0.0693601967586</c:v>
                </c:pt>
                <c:pt idx="101">
                  <c:v>0.0697871484387</c:v>
                </c:pt>
                <c:pt idx="102">
                  <c:v>0.070217974269</c:v>
                </c:pt>
                <c:pt idx="103">
                  <c:v>0.0706527192992</c:v>
                </c:pt>
                <c:pt idx="104">
                  <c:v>0.071091429188</c:v>
                </c:pt>
                <c:pt idx="105">
                  <c:v>0.0715341502116</c:v>
                </c:pt>
                <c:pt idx="106">
                  <c:v>0.0719809292729</c:v>
                </c:pt>
                <c:pt idx="107">
                  <c:v>0.0724318139094</c:v>
                </c:pt>
                <c:pt idx="108">
                  <c:v>0.0728868523032</c:v>
                </c:pt>
                <c:pt idx="109">
                  <c:v>0.073346093289</c:v>
                </c:pt>
                <c:pt idx="110">
                  <c:v>0.0738095863639</c:v>
                </c:pt>
                <c:pt idx="111">
                  <c:v>0.0742773816962</c:v>
                </c:pt>
                <c:pt idx="112">
                  <c:v>0.0747495301348</c:v>
                </c:pt>
                <c:pt idx="113">
                  <c:v>0.0752260832187</c:v>
                </c:pt>
                <c:pt idx="114">
                  <c:v>0.0757070931862</c:v>
                </c:pt>
                <c:pt idx="115">
                  <c:v>0.0761926129848</c:v>
                </c:pt>
                <c:pt idx="116">
                  <c:v>0.0766826962807</c:v>
                </c:pt>
                <c:pt idx="117">
                  <c:v>0.0771773974684</c:v>
                </c:pt>
                <c:pt idx="118">
                  <c:v>0.0776767716809</c:v>
                </c:pt>
                <c:pt idx="119">
                  <c:v>0.0781808747993</c:v>
                </c:pt>
                <c:pt idx="120">
                  <c:v>0.0786897634629</c:v>
                </c:pt>
                <c:pt idx="121">
                  <c:v>0.0792034950793</c:v>
                </c:pt>
                <c:pt idx="122">
                  <c:v>0.0797221278348</c:v>
                </c:pt>
                <c:pt idx="123">
                  <c:v>0.080245720704</c:v>
                </c:pt>
                <c:pt idx="124">
                  <c:v>0.0807743334608</c:v>
                </c:pt>
                <c:pt idx="125">
                  <c:v>0.0813080266884</c:v>
                </c:pt>
                <c:pt idx="126">
                  <c:v>0.0818468617899</c:v>
                </c:pt>
                <c:pt idx="127">
                  <c:v>0.0823909009986</c:v>
                </c:pt>
                <c:pt idx="128">
                  <c:v>0.0829402073888</c:v>
                </c:pt>
                <c:pt idx="129">
                  <c:v>0.0834948448861</c:v>
                </c:pt>
                <c:pt idx="130">
                  <c:v>0.0840548782786</c:v>
                </c:pt>
                <c:pt idx="131">
                  <c:v>0.0846203732268</c:v>
                </c:pt>
                <c:pt idx="132">
                  <c:v>0.0851913962751</c:v>
                </c:pt>
                <c:pt idx="133">
                  <c:v>0.085768014862</c:v>
                </c:pt>
                <c:pt idx="134">
                  <c:v>0.0863502973312</c:v>
                </c:pt>
                <c:pt idx="135">
                  <c:v>0.0869383129422</c:v>
                </c:pt>
                <c:pt idx="136">
                  <c:v>0.0875321318813</c:v>
                </c:pt>
                <c:pt idx="137">
                  <c:v>0.0881318252721</c:v>
                </c:pt>
                <c:pt idx="138">
                  <c:v>0.0887374651867</c:v>
                </c:pt>
                <c:pt idx="139">
                  <c:v>0.0893491246561</c:v>
                </c:pt>
                <c:pt idx="140">
                  <c:v>0.0899668776809</c:v>
                </c:pt>
                <c:pt idx="141">
                  <c:v>0.0905907992426</c:v>
                </c:pt>
                <c:pt idx="142">
                  <c:v>0.0912209653136</c:v>
                </c:pt>
                <c:pt idx="143">
                  <c:v>0.0918574528681</c:v>
                </c:pt>
                <c:pt idx="144">
                  <c:v>0.0925003398925</c:v>
                </c:pt>
                <c:pt idx="145">
                  <c:v>0.0931497053962</c:v>
                </c:pt>
                <c:pt idx="146">
                  <c:v>0.0938056294213</c:v>
                </c:pt>
                <c:pt idx="147">
                  <c:v>0.0944681930537</c:v>
                </c:pt>
                <c:pt idx="148">
                  <c:v>0.0951374784323</c:v>
                </c:pt>
                <c:pt idx="149">
                  <c:v>0.0958135687597</c:v>
                </c:pt>
                <c:pt idx="150">
                  <c:v>0.0964965483116</c:v>
                </c:pt>
                <c:pt idx="151">
                  <c:v>0.0971865024468</c:v>
                </c:pt>
                <c:pt idx="152">
                  <c:v>0.0978835176162</c:v>
                </c:pt>
                <c:pt idx="153">
                  <c:v>0.0985876813724</c:v>
                </c:pt>
                <c:pt idx="154">
                  <c:v>0.0992990823787</c:v>
                </c:pt>
                <c:pt idx="155">
                  <c:v>0.100017810418</c:v>
                </c:pt>
                <c:pt idx="156">
                  <c:v>0.1007439564</c:v>
                </c:pt>
                <c:pt idx="157">
                  <c:v>0.101477612372</c:v>
                </c:pt>
                <c:pt idx="158">
                  <c:v>0.102218871524</c:v>
                </c:pt>
                <c:pt idx="159">
                  <c:v>0.102967828198</c:v>
                </c:pt>
                <c:pt idx="160">
                  <c:v>0.103724577894</c:v>
                </c:pt>
                <c:pt idx="161">
                  <c:v>0.10448921728</c:v>
                </c:pt>
                <c:pt idx="162">
                  <c:v>0.105261844191</c:v>
                </c:pt>
                <c:pt idx="163">
                  <c:v>0.106042557645</c:v>
                </c:pt>
                <c:pt idx="164">
                  <c:v>0.106831457838</c:v>
                </c:pt>
                <c:pt idx="165">
                  <c:v>0.107628646157</c:v>
                </c:pt>
                <c:pt idx="166">
                  <c:v>0.10843422518</c:v>
                </c:pt>
                <c:pt idx="167">
                  <c:v>0.109248298681</c:v>
                </c:pt>
                <c:pt idx="168">
                  <c:v>0.110070971634</c:v>
                </c:pt>
                <c:pt idx="169">
                  <c:v>0.110902350212</c:v>
                </c:pt>
                <c:pt idx="170">
                  <c:v>0.111742541793</c:v>
                </c:pt>
                <c:pt idx="171">
                  <c:v>0.112591654959</c:v>
                </c:pt>
                <c:pt idx="172">
                  <c:v>0.113449799494</c:v>
                </c:pt>
                <c:pt idx="173">
                  <c:v>0.114317086387</c:v>
                </c:pt>
                <c:pt idx="174">
                  <c:v>0.115193627829</c:v>
                </c:pt>
                <c:pt idx="175">
                  <c:v>0.116079537211</c:v>
                </c:pt>
                <c:pt idx="176">
                  <c:v>0.116974929116</c:v>
                </c:pt>
                <c:pt idx="177">
                  <c:v>0.117879919323</c:v>
                </c:pt>
                <c:pt idx="178">
                  <c:v>0.118794624792</c:v>
                </c:pt>
                <c:pt idx="179">
                  <c:v>0.119719163666</c:v>
                </c:pt>
                <c:pt idx="180">
                  <c:v>0.120653655254</c:v>
                </c:pt>
                <c:pt idx="181">
                  <c:v>0.12159822003</c:v>
                </c:pt>
                <c:pt idx="182">
                  <c:v>0.122552979617</c:v>
                </c:pt>
                <c:pt idx="183">
                  <c:v>0.123518056774</c:v>
                </c:pt>
                <c:pt idx="184">
                  <c:v>0.124493575389</c:v>
                </c:pt>
                <c:pt idx="185">
                  <c:v>0.125479660456</c:v>
                </c:pt>
                <c:pt idx="186">
                  <c:v>0.126476438065</c:v>
                </c:pt>
                <c:pt idx="187">
                  <c:v>0.127484035376</c:v>
                </c:pt>
                <c:pt idx="188">
                  <c:v>0.128502580606</c:v>
                </c:pt>
                <c:pt idx="189">
                  <c:v>0.129532203004</c:v>
                </c:pt>
                <c:pt idx="190">
                  <c:v>0.130573032826</c:v>
                </c:pt>
                <c:pt idx="191">
                  <c:v>0.131625201308</c:v>
                </c:pt>
                <c:pt idx="192">
                  <c:v>0.132688840642</c:v>
                </c:pt>
                <c:pt idx="193">
                  <c:v>0.133764083942</c:v>
                </c:pt>
                <c:pt idx="194">
                  <c:v>0.134851065211</c:v>
                </c:pt>
                <c:pt idx="195">
                  <c:v>0.135949919308</c:v>
                </c:pt>
                <c:pt idx="196">
                  <c:v>0.13706078191</c:v>
                </c:pt>
                <c:pt idx="197">
                  <c:v>0.13818378947</c:v>
                </c:pt>
                <c:pt idx="198">
                  <c:v>0.139319079177</c:v>
                </c:pt>
                <c:pt idx="199">
                  <c:v>0.140466788906</c:v>
                </c:pt>
                <c:pt idx="200">
                  <c:v>0.141627057174</c:v>
                </c:pt>
                <c:pt idx="201">
                  <c:v>0.142800023087</c:v>
                </c:pt>
                <c:pt idx="202">
                  <c:v>0.143985826284</c:v>
                </c:pt>
                <c:pt idx="203">
                  <c:v>0.145184606879</c:v>
                </c:pt>
                <c:pt idx="204">
                  <c:v>0.146396505402</c:v>
                </c:pt>
                <c:pt idx="205">
                  <c:v>0.147621662733</c:v>
                </c:pt>
                <c:pt idx="206">
                  <c:v>0.148860220034</c:v>
                </c:pt>
                <c:pt idx="207">
                  <c:v>0.150112318677</c:v>
                </c:pt>
                <c:pt idx="208">
                  <c:v>0.151378100169</c:v>
                </c:pt>
                <c:pt idx="209">
                  <c:v>0.152657706072</c:v>
                </c:pt>
                <c:pt idx="210">
                  <c:v>0.153951277921</c:v>
                </c:pt>
                <c:pt idx="211">
                  <c:v>0.155258957133</c:v>
                </c:pt>
                <c:pt idx="212">
                  <c:v>0.15658088492</c:v>
                </c:pt>
                <c:pt idx="213">
                  <c:v>0.15791720219</c:v>
                </c:pt>
                <c:pt idx="214">
                  <c:v>0.159268049447</c:v>
                </c:pt>
                <c:pt idx="215">
                  <c:v>0.160633566688</c:v>
                </c:pt>
                <c:pt idx="216">
                  <c:v>0.162013893289</c:v>
                </c:pt>
                <c:pt idx="217">
                  <c:v>0.163409167898</c:v>
                </c:pt>
                <c:pt idx="218">
                  <c:v>0.164819528309</c:v>
                </c:pt>
                <c:pt idx="219">
                  <c:v>0.166245111342</c:v>
                </c:pt>
                <c:pt idx="220">
                  <c:v>0.167686052712</c:v>
                </c:pt>
                <c:pt idx="221">
                  <c:v>0.169142486899</c:v>
                </c:pt>
                <c:pt idx="222">
                  <c:v>0.170614547003</c:v>
                </c:pt>
                <c:pt idx="223">
                  <c:v>0.172102364607</c:v>
                </c:pt>
                <c:pt idx="224">
                  <c:v>0.173606069621</c:v>
                </c:pt>
                <c:pt idx="225">
                  <c:v>0.175125790132</c:v>
                </c:pt>
                <c:pt idx="226">
                  <c:v>0.176661652242</c:v>
                </c:pt>
                <c:pt idx="227">
                  <c:v>0.178213779902</c:v>
                </c:pt>
                <c:pt idx="228">
                  <c:v>0.179782294746</c:v>
                </c:pt>
                <c:pt idx="229">
                  <c:v>0.181367315908</c:v>
                </c:pt>
                <c:pt idx="230">
                  <c:v>0.182968959846</c:v>
                </c:pt>
                <c:pt idx="231">
                  <c:v>0.184587340154</c:v>
                </c:pt>
                <c:pt idx="232">
                  <c:v>0.18622256737</c:v>
                </c:pt>
                <c:pt idx="233">
                  <c:v>0.187874748779</c:v>
                </c:pt>
                <c:pt idx="234">
                  <c:v>0.18954398821</c:v>
                </c:pt>
                <c:pt idx="235">
                  <c:v>0.191230385831</c:v>
                </c:pt>
                <c:pt idx="236">
                  <c:v>0.192934037932</c:v>
                </c:pt>
                <c:pt idx="237">
                  <c:v>0.194655036715</c:v>
                </c:pt>
                <c:pt idx="238">
                  <c:v>0.196393470065</c:v>
                </c:pt>
                <c:pt idx="239">
                  <c:v>0.19814942133</c:v>
                </c:pt>
                <c:pt idx="240">
                  <c:v>0.199922969085</c:v>
                </c:pt>
                <c:pt idx="241">
                  <c:v>0.201714186899</c:v>
                </c:pt>
                <c:pt idx="242">
                  <c:v>0.2035231431</c:v>
                </c:pt>
                <c:pt idx="243">
                  <c:v>0.205349900527</c:v>
                </c:pt>
                <c:pt idx="244">
                  <c:v>0.207194516287</c:v>
                </c:pt>
                <c:pt idx="245">
                  <c:v>0.209057041506</c:v>
                </c:pt>
                <c:pt idx="246">
                  <c:v>0.210937521078</c:v>
                </c:pt>
                <c:pt idx="247">
                  <c:v>0.212835993411</c:v>
                </c:pt>
                <c:pt idx="248">
                  <c:v>0.214752490169</c:v>
                </c:pt>
                <c:pt idx="249">
                  <c:v>0.216687036016</c:v>
                </c:pt>
                <c:pt idx="250">
                  <c:v>0.218639648357</c:v>
                </c:pt>
                <c:pt idx="251">
                  <c:v>0.220610337081</c:v>
                </c:pt>
                <c:pt idx="252">
                  <c:v>0.222599104295</c:v>
                </c:pt>
                <c:pt idx="253">
                  <c:v>0.22460594407</c:v>
                </c:pt>
                <c:pt idx="254">
                  <c:v>0.226630842181</c:v>
                </c:pt>
                <c:pt idx="255">
                  <c:v>0.228673775848</c:v>
                </c:pt>
                <c:pt idx="256">
                  <c:v>0.23073471348</c:v>
                </c:pt>
                <c:pt idx="257">
                  <c:v>0.232813614425</c:v>
                </c:pt>
                <c:pt idx="258">
                  <c:v>0.234910428716</c:v>
                </c:pt>
                <c:pt idx="259">
                  <c:v>0.237025096827</c:v>
                </c:pt>
                <c:pt idx="260">
                  <c:v>0.239157549431</c:v>
                </c:pt>
                <c:pt idx="261">
                  <c:v>0.24130770716</c:v>
                </c:pt>
                <c:pt idx="262">
                  <c:v>0.243475480378</c:v>
                </c:pt>
                <c:pt idx="263">
                  <c:v>0.24566076895</c:v>
                </c:pt>
                <c:pt idx="264">
                  <c:v>0.247863462031</c:v>
                </c:pt>
                <c:pt idx="265">
                  <c:v>0.250083437848</c:v>
                </c:pt>
                <c:pt idx="266">
                  <c:v>0.252320563505</c:v>
                </c:pt>
                <c:pt idx="267">
                  <c:v>0.254574694785</c:v>
                </c:pt>
                <c:pt idx="268">
                  <c:v>0.256845675969</c:v>
                </c:pt>
                <c:pt idx="269">
                  <c:v>0.259133339663</c:v>
                </c:pt>
                <c:pt idx="270">
                  <c:v>0.261437506638</c:v>
                </c:pt>
                <c:pt idx="271">
                  <c:v>0.263757985676</c:v>
                </c:pt>
                <c:pt idx="272">
                  <c:v>0.266094573438</c:v>
                </c:pt>
                <c:pt idx="273">
                  <c:v>0.268447054339</c:v>
                </c:pt>
                <c:pt idx="274">
                  <c:v>0.270815200433</c:v>
                </c:pt>
                <c:pt idx="275">
                  <c:v>0.273198771326</c:v>
                </c:pt>
                <c:pt idx="276">
                  <c:v>0.275597514084</c:v>
                </c:pt>
                <c:pt idx="277">
                  <c:v>0.278011163179</c:v>
                </c:pt>
                <c:pt idx="278">
                  <c:v>0.28043944043</c:v>
                </c:pt>
                <c:pt idx="279">
                  <c:v>0.282882054975</c:v>
                </c:pt>
                <c:pt idx="280">
                  <c:v>0.285338703256</c:v>
                </c:pt>
                <c:pt idx="281">
                  <c:v>0.287809069014</c:v>
                </c:pt>
                <c:pt idx="282">
                  <c:v>0.290292823314</c:v>
                </c:pt>
                <c:pt idx="283">
                  <c:v>0.29278962458</c:v>
                </c:pt>
                <c:pt idx="284">
                  <c:v>0.295299118646</c:v>
                </c:pt>
                <c:pt idx="285">
                  <c:v>0.297820938836</c:v>
                </c:pt>
                <c:pt idx="286">
                  <c:v>0.300354706051</c:v>
                </c:pt>
                <c:pt idx="287">
                  <c:v>0.302900028882</c:v>
                </c:pt>
                <c:pt idx="288">
                  <c:v>0.305456503736</c:v>
                </c:pt>
                <c:pt idx="289">
                  <c:v>0.308023714989</c:v>
                </c:pt>
                <c:pt idx="290">
                  <c:v>0.310601235151</c:v>
                </c:pt>
                <c:pt idx="291">
                  <c:v>0.31318862505</c:v>
                </c:pt>
                <c:pt idx="292">
                  <c:v>0.315785434038</c:v>
                </c:pt>
                <c:pt idx="293">
                  <c:v>0.318391200213</c:v>
                </c:pt>
                <c:pt idx="294">
                  <c:v>0.32100545066</c:v>
                </c:pt>
                <c:pt idx="295">
                  <c:v>0.323627701707</c:v>
                </c:pt>
                <c:pt idx="296">
                  <c:v>0.326257459204</c:v>
                </c:pt>
                <c:pt idx="297">
                  <c:v>0.328894218812</c:v>
                </c:pt>
                <c:pt idx="298">
                  <c:v>0.331537466318</c:v>
                </c:pt>
                <c:pt idx="299">
                  <c:v>0.334186677954</c:v>
                </c:pt>
                <c:pt idx="300">
                  <c:v>0.336841320739</c:v>
                </c:pt>
                <c:pt idx="301">
                  <c:v>0.33950085284</c:v>
                </c:pt>
                <c:pt idx="302">
                  <c:v>0.342164723935</c:v>
                </c:pt>
                <c:pt idx="303">
                  <c:v>0.344832375602</c:v>
                </c:pt>
                <c:pt idx="304">
                  <c:v>0.347503241714</c:v>
                </c:pt>
                <c:pt idx="305">
                  <c:v>0.350176748844</c:v>
                </c:pt>
                <c:pt idx="306">
                  <c:v>0.352852316693</c:v>
                </c:pt>
                <c:pt idx="307">
                  <c:v>0.355529358514</c:v>
                </c:pt>
                <c:pt idx="308">
                  <c:v>0.358207281554</c:v>
                </c:pt>
                <c:pt idx="309">
                  <c:v>0.360885487508</c:v>
                </c:pt>
                <c:pt idx="310">
                  <c:v>0.363563372968</c:v>
                </c:pt>
                <c:pt idx="311">
                  <c:v>0.366240329897</c:v>
                </c:pt>
                <c:pt idx="312">
                  <c:v>0.368915746091</c:v>
                </c:pt>
                <c:pt idx="313">
                  <c:v>0.371589005661</c:v>
                </c:pt>
                <c:pt idx="314">
                  <c:v>0.37425948951</c:v>
                </c:pt>
                <c:pt idx="315">
                  <c:v>0.376926575817</c:v>
                </c:pt>
                <c:pt idx="316">
                  <c:v>0.379589640523</c:v>
                </c:pt>
                <c:pt idx="317">
                  <c:v>0.382248057816</c:v>
                </c:pt>
                <c:pt idx="318">
                  <c:v>0.384901200619</c:v>
                </c:pt>
                <c:pt idx="319">
                  <c:v>0.387548441077</c:v>
                </c:pt>
                <c:pt idx="320">
                  <c:v>0.39018915104</c:v>
                </c:pt>
                <c:pt idx="321">
                  <c:v>0.392822702544</c:v>
                </c:pt>
                <c:pt idx="322">
                  <c:v>0.39544846829</c:v>
                </c:pt>
                <c:pt idx="323">
                  <c:v>0.398065822117</c:v>
                </c:pt>
                <c:pt idx="324">
                  <c:v>0.400674139466</c:v>
                </c:pt>
                <c:pt idx="325">
                  <c:v>0.403272797844</c:v>
                </c:pt>
                <c:pt idx="326">
                  <c:v>0.405861177274</c:v>
                </c:pt>
                <c:pt idx="327">
                  <c:v>0.40843866074</c:v>
                </c:pt>
                <c:pt idx="328">
                  <c:v>0.41100463462</c:v>
                </c:pt>
                <c:pt idx="329">
                  <c:v>0.413558489111</c:v>
                </c:pt>
                <c:pt idx="330">
                  <c:v>0.416099618641</c:v>
                </c:pt>
                <c:pt idx="331">
                  <c:v>0.418627422269</c:v>
                </c:pt>
                <c:pt idx="332">
                  <c:v>0.421141304071</c:v>
                </c:pt>
                <c:pt idx="333">
                  <c:v>0.423640673518</c:v>
                </c:pt>
                <c:pt idx="334">
                  <c:v>0.42612494583</c:v>
                </c:pt>
                <c:pt idx="335">
                  <c:v>0.428593542325</c:v>
                </c:pt>
                <c:pt idx="336">
                  <c:v>0.431045890744</c:v>
                </c:pt>
                <c:pt idx="337">
                  <c:v>0.433481425568</c:v>
                </c:pt>
                <c:pt idx="338">
                  <c:v>0.435899588309</c:v>
                </c:pt>
                <c:pt idx="339">
                  <c:v>0.438299827792</c:v>
                </c:pt>
                <c:pt idx="340">
                  <c:v>0.440681600417</c:v>
                </c:pt>
                <c:pt idx="341">
                  <c:v>0.4430443704</c:v>
                </c:pt>
                <c:pt idx="342">
                  <c:v>0.44538761</c:v>
                </c:pt>
                <c:pt idx="343">
                  <c:v>0.447710799728</c:v>
                </c:pt>
                <c:pt idx="344">
                  <c:v>0.45001342853</c:v>
                </c:pt>
                <c:pt idx="345">
                  <c:v>0.452294993965</c:v>
                </c:pt>
                <c:pt idx="346">
                  <c:v>0.454555002352</c:v>
                </c:pt>
                <c:pt idx="347">
                  <c:v>0.456792968903</c:v>
                </c:pt>
                <c:pt idx="348">
                  <c:v>0.459008417839</c:v>
                </c:pt>
                <c:pt idx="349">
                  <c:v>0.461200882488</c:v>
                </c:pt>
                <c:pt idx="350">
                  <c:v>0.46336990536</c:v>
                </c:pt>
                <c:pt idx="351">
                  <c:v>0.465515038212</c:v>
                </c:pt>
                <c:pt idx="352">
                  <c:v>0.467635842088</c:v>
                </c:pt>
                <c:pt idx="353">
                  <c:v>0.469731887347</c:v>
                </c:pt>
                <c:pt idx="354">
                  <c:v>0.471802753671</c:v>
                </c:pt>
                <c:pt idx="355">
                  <c:v>0.473848030062</c:v>
                </c:pt>
                <c:pt idx="356">
                  <c:v>0.475867314815</c:v>
                </c:pt>
                <c:pt idx="357">
                  <c:v>0.477860215489</c:v>
                </c:pt>
                <c:pt idx="358">
                  <c:v>0.479826348846</c:v>
                </c:pt>
                <c:pt idx="359">
                  <c:v>0.481765340792</c:v>
                </c:pt>
                <c:pt idx="360">
                  <c:v>0.4836768263</c:v>
                </c:pt>
                <c:pt idx="361">
                  <c:v>0.485560449313</c:v>
                </c:pt>
                <c:pt idx="362">
                  <c:v>0.48741586265</c:v>
                </c:pt>
                <c:pt idx="363">
                  <c:v>0.489242727888</c:v>
                </c:pt>
                <c:pt idx="364">
                  <c:v>0.491040715239</c:v>
                </c:pt>
                <c:pt idx="365">
                  <c:v>0.492809503423</c:v>
                </c:pt>
                <c:pt idx="366">
                  <c:v>0.494548779519</c:v>
                </c:pt>
                <c:pt idx="367">
                  <c:v>0.496258238827</c:v>
                </c:pt>
                <c:pt idx="368">
                  <c:v>0.497937584704</c:v>
                </c:pt>
                <c:pt idx="369">
                  <c:v>0.49958652841</c:v>
                </c:pt>
                <c:pt idx="370">
                  <c:v>0.501204788937</c:v>
                </c:pt>
                <c:pt idx="371">
                  <c:v>0.502792092845</c:v>
                </c:pt>
                <c:pt idx="372">
                  <c:v>0.504348174081</c:v>
                </c:pt>
                <c:pt idx="373">
                  <c:v>0.50587277381</c:v>
                </c:pt>
                <c:pt idx="374">
                  <c:v>0.507365640231</c:v>
                </c:pt>
                <c:pt idx="375">
                  <c:v>0.508826528405</c:v>
                </c:pt>
                <c:pt idx="376">
                  <c:v>0.510255200068</c:v>
                </c:pt>
                <c:pt idx="377">
                  <c:v>0.51165142346</c:v>
                </c:pt>
                <c:pt idx="378">
                  <c:v>0.513014973144</c:v>
                </c:pt>
                <c:pt idx="379">
                  <c:v>0.514345629829</c:v>
                </c:pt>
                <c:pt idx="380">
                  <c:v>0.515643180203</c:v>
                </c:pt>
                <c:pt idx="381">
                  <c:v>0.516907416762</c:v>
                </c:pt>
                <c:pt idx="382">
                  <c:v>0.518138137641</c:v>
                </c:pt>
                <c:pt idx="383">
                  <c:v>0.51933514646</c:v>
                </c:pt>
                <c:pt idx="384">
                  <c:v>0.520498252168</c:v>
                </c:pt>
                <c:pt idx="385">
                  <c:v>0.521627268892</c:v>
                </c:pt>
                <c:pt idx="386">
                  <c:v>0.522722015796</c:v>
                </c:pt>
                <c:pt idx="387">
                  <c:v>0.523782316946</c:v>
                </c:pt>
                <c:pt idx="388">
                  <c:v>0.524808001185</c:v>
                </c:pt>
                <c:pt idx="389">
                  <c:v>0.525798902008</c:v>
                </c:pt>
                <c:pt idx="390">
                  <c:v>0.526754857457</c:v>
                </c:pt>
                <c:pt idx="391">
                  <c:v>0.527675710013</c:v>
                </c:pt>
                <c:pt idx="392">
                  <c:v>0.528561306509</c:v>
                </c:pt>
                <c:pt idx="393">
                  <c:v>0.529411498043</c:v>
                </c:pt>
                <c:pt idx="394">
                  <c:v>0.530226139906</c:v>
                </c:pt>
                <c:pt idx="395">
                  <c:v>0.531005091519</c:v>
                </c:pt>
                <c:pt idx="396">
                  <c:v>0.531748216382</c:v>
                </c:pt>
                <c:pt idx="397">
                  <c:v>0.532455382031</c:v>
                </c:pt>
                <c:pt idx="398">
                  <c:v>0.533126460006</c:v>
                </c:pt>
                <c:pt idx="399">
                  <c:v>0.533761325838</c:v>
                </c:pt>
                <c:pt idx="400">
                  <c:v>0.534359859033</c:v>
                </c:pt>
                <c:pt idx="401">
                  <c:v>0.534921943084</c:v>
                </c:pt>
                <c:pt idx="402">
                  <c:v>0.535447465479</c:v>
                </c:pt>
                <c:pt idx="403">
                  <c:v>0.535936317733</c:v>
                </c:pt>
                <c:pt idx="404">
                  <c:v>0.536388395426</c:v>
                </c:pt>
                <c:pt idx="405">
                  <c:v>0.53680359825</c:v>
                </c:pt>
                <c:pt idx="406">
                  <c:v>0.537181830076</c:v>
                </c:pt>
                <c:pt idx="407">
                  <c:v>0.537522999026</c:v>
                </c:pt>
                <c:pt idx="408">
                  <c:v>0.537827017557</c:v>
                </c:pt>
                <c:pt idx="409">
                  <c:v>0.538093802561</c:v>
                </c:pt>
                <c:pt idx="410">
                  <c:v>0.53832327547</c:v>
                </c:pt>
                <c:pt idx="411">
                  <c:v>0.538515362379</c:v>
                </c:pt>
                <c:pt idx="412">
                  <c:v>0.538669994173</c:v>
                </c:pt>
                <c:pt idx="413">
                  <c:v>0.538787106669</c:v>
                </c:pt>
                <c:pt idx="414">
                  <c:v>0.53886664077</c:v>
                </c:pt>
                <c:pt idx="415">
                  <c:v>0.538908542624</c:v>
                </c:pt>
                <c:pt idx="416">
                  <c:v>0.538912763796</c:v>
                </c:pt>
                <c:pt idx="417">
                  <c:v>0.538879261449</c:v>
                </c:pt>
                <c:pt idx="418">
                  <c:v>0.538807998536</c:v>
                </c:pt>
                <c:pt idx="419">
                  <c:v>0.538698943993</c:v>
                </c:pt>
                <c:pt idx="420">
                  <c:v>0.538552072952</c:v>
                </c:pt>
                <c:pt idx="421">
                  <c:v>0.538367366951</c:v>
                </c:pt>
                <c:pt idx="422">
                  <c:v>0.538144814159</c:v>
                </c:pt>
                <c:pt idx="423">
                  <c:v>0.537884409598</c:v>
                </c:pt>
                <c:pt idx="424">
                  <c:v>0.537586155384</c:v>
                </c:pt>
                <c:pt idx="425">
                  <c:v>0.537250060959</c:v>
                </c:pt>
                <c:pt idx="426">
                  <c:v>0.536876143341</c:v>
                </c:pt>
                <c:pt idx="427">
                  <c:v>0.536464427366</c:v>
                </c:pt>
                <c:pt idx="428">
                  <c:v>0.536014945944</c:v>
                </c:pt>
                <c:pt idx="429">
                  <c:v>0.535527740308</c:v>
                </c:pt>
                <c:pt idx="430">
                  <c:v>0.535002860275</c:v>
                </c:pt>
                <c:pt idx="431">
                  <c:v>0.534440364493</c:v>
                </c:pt>
                <c:pt idx="432">
                  <c:v>0.533840320706</c:v>
                </c:pt>
                <c:pt idx="433">
                  <c:v>0.533202806006</c:v>
                </c:pt>
                <c:pt idx="434">
                  <c:v>0.532527907086</c:v>
                </c:pt>
                <c:pt idx="435">
                  <c:v>0.531815720495</c:v>
                </c:pt>
                <c:pt idx="436">
                  <c:v>0.531066352882</c:v>
                </c:pt>
                <c:pt idx="437">
                  <c:v>0.530279921244</c:v>
                </c:pt>
                <c:pt idx="438">
                  <c:v>0.529456553166</c:v>
                </c:pt>
                <c:pt idx="439">
                  <c:v>0.52859638705</c:v>
                </c:pt>
                <c:pt idx="440">
                  <c:v>0.527699572345</c:v>
                </c:pt>
                <c:pt idx="441">
                  <c:v>0.526766269768</c:v>
                </c:pt>
                <c:pt idx="442">
                  <c:v>0.525796651511</c:v>
                </c:pt>
                <c:pt idx="443">
                  <c:v>0.524790901443</c:v>
                </c:pt>
                <c:pt idx="444">
                  <c:v>0.523749215303</c:v>
                </c:pt>
                <c:pt idx="445">
                  <c:v>0.522671800879</c:v>
                </c:pt>
                <c:pt idx="446">
                  <c:v>0.521558878178</c:v>
                </c:pt>
                <c:pt idx="447">
                  <c:v>0.520410679579</c:v>
                </c:pt>
                <c:pt idx="448">
                  <c:v>0.519227449977</c:v>
                </c:pt>
                <c:pt idx="449">
                  <c:v>0.518009446916</c:v>
                </c:pt>
                <c:pt idx="450">
                  <c:v>0.516756940694</c:v>
                </c:pt>
                <c:pt idx="451">
                  <c:v>0.515470214472</c:v>
                </c:pt>
                <c:pt idx="452">
                  <c:v>0.514149564348</c:v>
                </c:pt>
                <c:pt idx="453">
                  <c:v>0.512795299433</c:v>
                </c:pt>
                <c:pt idx="454">
                  <c:v>0.511407741891</c:v>
                </c:pt>
                <c:pt idx="455">
                  <c:v>0.509987226982</c:v>
                </c:pt>
                <c:pt idx="456">
                  <c:v>0.508534103068</c:v>
                </c:pt>
                <c:pt idx="457">
                  <c:v>0.507048731619</c:v>
                </c:pt>
                <c:pt idx="458">
                  <c:v>0.505531487183</c:v>
                </c:pt>
                <c:pt idx="459">
                  <c:v>0.503982757357</c:v>
                </c:pt>
                <c:pt idx="460">
                  <c:v>0.502402942721</c:v>
                </c:pt>
                <c:pt idx="461">
                  <c:v>0.500792456764</c:v>
                </c:pt>
                <c:pt idx="462">
                  <c:v>0.499151725794</c:v>
                </c:pt>
                <c:pt idx="463">
                  <c:v>0.497481188819</c:v>
                </c:pt>
                <c:pt idx="464">
                  <c:v>0.495781297416</c:v>
                </c:pt>
                <c:pt idx="465">
                  <c:v>0.494052515584</c:v>
                </c:pt>
                <c:pt idx="466">
                  <c:v>0.492295319572</c:v>
                </c:pt>
                <c:pt idx="467">
                  <c:v>0.490510197695</c:v>
                </c:pt>
                <c:pt idx="468">
                  <c:v>0.488697650129</c:v>
                </c:pt>
                <c:pt idx="469">
                  <c:v>0.486858188689</c:v>
                </c:pt>
                <c:pt idx="470">
                  <c:v>0.484992336591</c:v>
                </c:pt>
                <c:pt idx="471">
                  <c:v>0.483100628199</c:v>
                </c:pt>
                <c:pt idx="472">
                  <c:v>0.481183608749</c:v>
                </c:pt>
                <c:pt idx="473">
                  <c:v>0.479241834064</c:v>
                </c:pt>
                <c:pt idx="474">
                  <c:v>0.477275870252</c:v>
                </c:pt>
                <c:pt idx="475">
                  <c:v>0.47528629339</c:v>
                </c:pt>
                <c:pt idx="476">
                  <c:v>0.473273689185</c:v>
                </c:pt>
                <c:pt idx="477">
                  <c:v>0.471238652636</c:v>
                </c:pt>
                <c:pt idx="478">
                  <c:v>0.469181787669</c:v>
                </c:pt>
                <c:pt idx="479">
                  <c:v>0.467103706769</c:v>
                </c:pt>
                <c:pt idx="480">
                  <c:v>0.465005030589</c:v>
                </c:pt>
                <c:pt idx="481">
                  <c:v>0.462886387561</c:v>
                </c:pt>
                <c:pt idx="482">
                  <c:v>0.46074841348</c:v>
                </c:pt>
                <c:pt idx="483">
                  <c:v>0.45859175109</c:v>
                </c:pt>
                <c:pt idx="484">
                  <c:v>0.456417049654</c:v>
                </c:pt>
                <c:pt idx="485">
                  <c:v>0.454224964512</c:v>
                </c:pt>
                <c:pt idx="486">
                  <c:v>0.452016156632</c:v>
                </c:pt>
                <c:pt idx="487">
                  <c:v>0.449791292156</c:v>
                </c:pt>
                <c:pt idx="488">
                  <c:v>0.447551041929</c:v>
                </c:pt>
                <c:pt idx="489">
                  <c:v>0.445296081028</c:v>
                </c:pt>
                <c:pt idx="490">
                  <c:v>0.443027088278</c:v>
                </c:pt>
                <c:pt idx="491">
                  <c:v>0.440744745762</c:v>
                </c:pt>
                <c:pt idx="492">
                  <c:v>0.438449738329</c:v>
                </c:pt>
                <c:pt idx="493">
                  <c:v>0.43614275309</c:v>
                </c:pt>
                <c:pt idx="494">
                  <c:v>0.43382447891</c:v>
                </c:pt>
                <c:pt idx="495">
                  <c:v>0.431495605897</c:v>
                </c:pt>
                <c:pt idx="496">
                  <c:v>0.429156824886</c:v>
                </c:pt>
                <c:pt idx="497">
                  <c:v>0.426808826917</c:v>
                </c:pt>
                <c:pt idx="498">
                  <c:v>0.424452302708</c:v>
                </c:pt>
                <c:pt idx="499">
                  <c:v>0.422087942136</c:v>
                </c:pt>
                <c:pt idx="500">
                  <c:v>0.419716433699</c:v>
                </c:pt>
                <c:pt idx="501">
                  <c:v>0.41733846399</c:v>
                </c:pt>
                <c:pt idx="502">
                  <c:v>0.414954717163</c:v>
                </c:pt>
                <c:pt idx="503">
                  <c:v>0.412565874406</c:v>
                </c:pt>
                <c:pt idx="504">
                  <c:v>0.410172613403</c:v>
                </c:pt>
                <c:pt idx="505">
                  <c:v>0.40777560781</c:v>
                </c:pt>
                <c:pt idx="506">
                  <c:v>0.405375526723</c:v>
                </c:pt>
                <c:pt idx="507">
                  <c:v>0.402973034157</c:v>
                </c:pt>
                <c:pt idx="508">
                  <c:v>0.400568788526</c:v>
                </c:pt>
                <c:pt idx="509">
                  <c:v>0.398163442123</c:v>
                </c:pt>
                <c:pt idx="510">
                  <c:v>0.395757640613</c:v>
                </c:pt>
                <c:pt idx="511">
                  <c:v>0.393352022533</c:v>
                </c:pt>
                <c:pt idx="512">
                  <c:v>0.390947218789</c:v>
                </c:pt>
                <c:pt idx="513">
                  <c:v>0.388543852178</c:v>
                </c:pt>
                <c:pt idx="514">
                  <c:v>0.386142536906</c:v>
                </c:pt>
                <c:pt idx="515">
                  <c:v>0.383743878123</c:v>
                </c:pt>
                <c:pt idx="516">
                  <c:v>0.381348471471</c:v>
                </c:pt>
                <c:pt idx="517">
                  <c:v>0.37895690264</c:v>
                </c:pt>
                <c:pt idx="518">
                  <c:v>0.376569746945</c:v>
                </c:pt>
                <c:pt idx="519">
                  <c:v>0.374187568906</c:v>
                </c:pt>
                <c:pt idx="520">
                  <c:v>0.371810921862</c:v>
                </c:pt>
                <c:pt idx="521">
                  <c:v>0.369440347581</c:v>
                </c:pt>
                <c:pt idx="522">
                  <c:v>0.367076375905</c:v>
                </c:pt>
                <c:pt idx="523">
                  <c:v>0.364719524401</c:v>
                </c:pt>
                <c:pt idx="524">
                  <c:v>0.362370298043</c:v>
                </c:pt>
                <c:pt idx="525">
                  <c:v>0.3600291889</c:v>
                </c:pt>
                <c:pt idx="526">
                  <c:v>0.357696675859</c:v>
                </c:pt>
                <c:pt idx="527">
                  <c:v>0.355373224361</c:v>
                </c:pt>
                <c:pt idx="528">
                  <c:v>0.353059286158</c:v>
                </c:pt>
                <c:pt idx="529">
                  <c:v>0.350755299101</c:v>
                </c:pt>
                <c:pt idx="530">
                  <c:v>0.348461686938</c:v>
                </c:pt>
                <c:pt idx="531">
                  <c:v>0.346178859148</c:v>
                </c:pt>
                <c:pt idx="532">
                  <c:v>0.343907210789</c:v>
                </c:pt>
                <c:pt idx="533">
                  <c:v>0.341647122377</c:v>
                </c:pt>
                <c:pt idx="534">
                  <c:v>0.339398959779</c:v>
                </c:pt>
                <c:pt idx="535">
                  <c:v>0.33716307414</c:v>
                </c:pt>
                <c:pt idx="536">
                  <c:v>0.334939801826</c:v>
                </c:pt>
                <c:pt idx="537">
                  <c:v>0.332729464394</c:v>
                </c:pt>
                <c:pt idx="538">
                  <c:v>0.330532368584</c:v>
                </c:pt>
                <c:pt idx="539">
                  <c:v>0.32834880633</c:v>
                </c:pt>
                <c:pt idx="540">
                  <c:v>0.326179054804</c:v>
                </c:pt>
                <c:pt idx="541">
                  <c:v>0.324023376466</c:v>
                </c:pt>
                <c:pt idx="542">
                  <c:v>0.321882019149</c:v>
                </c:pt>
                <c:pt idx="543">
                  <c:v>0.319755216156</c:v>
                </c:pt>
                <c:pt idx="544">
                  <c:v>0.317643186382</c:v>
                </c:pt>
                <c:pt idx="545">
                  <c:v>0.315546134448</c:v>
                </c:pt>
                <c:pt idx="546">
                  <c:v>0.313464250863</c:v>
                </c:pt>
                <c:pt idx="547">
                  <c:v>0.311397712195</c:v>
                </c:pt>
                <c:pt idx="548">
                  <c:v>0.309346681261</c:v>
                </c:pt>
                <c:pt idx="549">
                  <c:v>0.307311307336</c:v>
                </c:pt>
                <c:pt idx="550">
                  <c:v>0.305291726368</c:v>
                </c:pt>
                <c:pt idx="551">
                  <c:v>0.303288061218</c:v>
                </c:pt>
                <c:pt idx="552">
                  <c:v>0.301300421902</c:v>
                </c:pt>
                <c:pt idx="553">
                  <c:v>0.29932890585</c:v>
                </c:pt>
                <c:pt idx="554">
                  <c:v>0.297373598177</c:v>
                </c:pt>
                <c:pt idx="555">
                  <c:v>0.295434571956</c:v>
                </c:pt>
                <c:pt idx="556">
                  <c:v>0.29351188851</c:v>
                </c:pt>
                <c:pt idx="557">
                  <c:v>0.291605597702</c:v>
                </c:pt>
                <c:pt idx="558">
                  <c:v>0.289715738237</c:v>
                </c:pt>
                <c:pt idx="559">
                  <c:v>0.287842337968</c:v>
                </c:pt>
                <c:pt idx="560">
                  <c:v>0.285985414204</c:v>
                </c:pt>
                <c:pt idx="561">
                  <c:v>0.284144974031</c:v>
                </c:pt>
                <c:pt idx="562">
                  <c:v>0.282321014619</c:v>
                </c:pt>
                <c:pt idx="563">
                  <c:v>0.280513523551</c:v>
                </c:pt>
                <c:pt idx="564">
                  <c:v>0.278722479136</c:v>
                </c:pt>
                <c:pt idx="565">
                  <c:v>0.276947850733</c:v>
                </c:pt>
                <c:pt idx="566">
                  <c:v>0.275189599068</c:v>
                </c:pt>
                <c:pt idx="567">
                  <c:v>0.273447676555</c:v>
                </c:pt>
                <c:pt idx="568">
                  <c:v>0.271722027614</c:v>
                </c:pt>
                <c:pt idx="569">
                  <c:v>0.27001258898</c:v>
                </c:pt>
                <c:pt idx="570">
                  <c:v>0.268319290022</c:v>
                </c:pt>
                <c:pt idx="571">
                  <c:v>0.266642053044</c:v>
                </c:pt>
                <c:pt idx="572">
                  <c:v>0.264980793593</c:v>
                </c:pt>
                <c:pt idx="573">
                  <c:v>0.263335420756</c:v>
                </c:pt>
                <c:pt idx="574">
                  <c:v>0.261705837456</c:v>
                </c:pt>
                <c:pt idx="575">
                  <c:v>0.260091940739</c:v>
                </c:pt>
                <c:pt idx="576">
                  <c:v>0.258493622059</c:v>
                </c:pt>
                <c:pt idx="577">
                  <c:v>0.256910767554</c:v>
                </c:pt>
                <c:pt idx="578">
                  <c:v>0.255343258317</c:v>
                </c:pt>
                <c:pt idx="579">
                  <c:v>0.253790970662</c:v>
                </c:pt>
                <c:pt idx="580">
                  <c:v>0.25225377638</c:v>
                </c:pt>
                <c:pt idx="581">
                  <c:v>0.25073154299</c:v>
                </c:pt>
                <c:pt idx="582">
                  <c:v>0.249224133987</c:v>
                </c:pt>
                <c:pt idx="583">
                  <c:v>0.247731409074</c:v>
                </c:pt>
                <c:pt idx="584">
                  <c:v>0.246253224394</c:v>
                </c:pt>
                <c:pt idx="585">
                  <c:v>0.244789432754</c:v>
                </c:pt>
                <c:pt idx="586">
                  <c:v>0.243339883841</c:v>
                </c:pt>
                <c:pt idx="587">
                  <c:v>0.241904424426</c:v>
                </c:pt>
                <c:pt idx="588">
                  <c:v>0.240482898574</c:v>
                </c:pt>
                <c:pt idx="589">
                  <c:v>0.23907514783</c:v>
                </c:pt>
                <c:pt idx="590">
                  <c:v>0.23768101141</c:v>
                </c:pt>
                <c:pt idx="591">
                  <c:v>0.236300326384</c:v>
                </c:pt>
                <c:pt idx="592">
                  <c:v>0.234932927846</c:v>
                </c:pt>
                <c:pt idx="593">
                  <c:v>0.233578649081</c:v>
                </c:pt>
                <c:pt idx="594">
                  <c:v>0.23223732173</c:v>
                </c:pt>
                <c:pt idx="595">
                  <c:v>0.230908775939</c:v>
                </c:pt>
                <c:pt idx="596">
                  <c:v>0.229592840512</c:v>
                </c:pt>
                <c:pt idx="597">
                  <c:v>0.228289343047</c:v>
                </c:pt>
                <c:pt idx="598">
                  <c:v>0.226998110077</c:v>
                </c:pt>
                <c:pt idx="599">
                  <c:v>0.225718967197</c:v>
                </c:pt>
                <c:pt idx="600">
                  <c:v>0.224451739191</c:v>
                </c:pt>
                <c:pt idx="601">
                  <c:v>0.22319625015</c:v>
                </c:pt>
                <c:pt idx="602">
                  <c:v>0.221952323586</c:v>
                </c:pt>
                <c:pt idx="603">
                  <c:v>0.22071978254</c:v>
                </c:pt>
                <c:pt idx="604">
                  <c:v>0.219498449689</c:v>
                </c:pt>
                <c:pt idx="605">
                  <c:v>0.218288147445</c:v>
                </c:pt>
                <c:pt idx="606">
                  <c:v>0.217088698047</c:v>
                </c:pt>
                <c:pt idx="607">
                  <c:v>0.215899923656</c:v>
                </c:pt>
                <c:pt idx="608">
                  <c:v>0.214721646441</c:v>
                </c:pt>
                <c:pt idx="609">
                  <c:v>0.21355368866</c:v>
                </c:pt>
                <c:pt idx="610">
                  <c:v>0.212395872743</c:v>
                </c:pt>
                <c:pt idx="611">
                  <c:v>0.211248021366</c:v>
                </c:pt>
                <c:pt idx="612">
                  <c:v>0.210109957525</c:v>
                </c:pt>
                <c:pt idx="613">
                  <c:v>0.208981504603</c:v>
                </c:pt>
                <c:pt idx="614">
                  <c:v>0.207862486444</c:v>
                </c:pt>
                <c:pt idx="615">
                  <c:v>0.206752727408</c:v>
                </c:pt>
                <c:pt idx="616">
                  <c:v>0.205652052441</c:v>
                </c:pt>
                <c:pt idx="617">
                  <c:v>0.204560287131</c:v>
                </c:pt>
                <c:pt idx="618">
                  <c:v>0.203477257763</c:v>
                </c:pt>
                <c:pt idx="619">
                  <c:v>0.202402791381</c:v>
                </c:pt>
                <c:pt idx="620">
                  <c:v>0.201336715836</c:v>
                </c:pt>
                <c:pt idx="621">
                  <c:v>0.200278859841</c:v>
                </c:pt>
                <c:pt idx="622">
                  <c:v>0.199229053018</c:v>
                </c:pt>
                <c:pt idx="623">
                  <c:v>0.198187125952</c:v>
                </c:pt>
                <c:pt idx="624">
                  <c:v>0.197152910238</c:v>
                </c:pt>
                <c:pt idx="625">
                  <c:v>0.196126238523</c:v>
                </c:pt>
                <c:pt idx="626">
                  <c:v>0.195106944561</c:v>
                </c:pt>
                <c:pt idx="627">
                  <c:v>0.19409486325</c:v>
                </c:pt>
                <c:pt idx="628">
                  <c:v>0.193089830682</c:v>
                </c:pt>
                <c:pt idx="629">
                  <c:v>0.192091684184</c:v>
                </c:pt>
                <c:pt idx="630">
                  <c:v>0.191100262365</c:v>
                </c:pt>
                <c:pt idx="631">
                  <c:v>0.190115405158</c:v>
                </c:pt>
                <c:pt idx="632">
                  <c:v>0.189136953865</c:v>
                </c:pt>
                <c:pt idx="633">
                  <c:v>0.188164751197</c:v>
                </c:pt>
                <c:pt idx="634">
                  <c:v>0.187198641322</c:v>
                </c:pt>
                <c:pt idx="635">
                  <c:v>0.186238469906</c:v>
                </c:pt>
                <c:pt idx="636">
                  <c:v>0.185284084158</c:v>
                </c:pt>
                <c:pt idx="637">
                  <c:v>0.184335332874</c:v>
                </c:pt>
                <c:pt idx="638">
                  <c:v>0.183392066482</c:v>
                </c:pt>
                <c:pt idx="639">
                  <c:v>0.182454137089</c:v>
                </c:pt>
                <c:pt idx="640">
                  <c:v>0.181521398522</c:v>
                </c:pt>
                <c:pt idx="641">
                  <c:v>0.180593706378</c:v>
                </c:pt>
                <c:pt idx="642">
                  <c:v>0.179670918073</c:v>
                </c:pt>
                <c:pt idx="643">
                  <c:v>0.178752892885</c:v>
                </c:pt>
                <c:pt idx="644">
                  <c:v>0.177839492004</c:v>
                </c:pt>
                <c:pt idx="645">
                  <c:v>0.176930578585</c:v>
                </c:pt>
                <c:pt idx="646">
                  <c:v>0.176026017792</c:v>
                </c:pt>
                <c:pt idx="647">
                  <c:v>0.175125676853</c:v>
                </c:pt>
                <c:pt idx="648">
                  <c:v>0.17422942511</c:v>
                </c:pt>
                <c:pt idx="649">
                  <c:v>0.173337134073</c:v>
                </c:pt>
                <c:pt idx="650">
                  <c:v>0.17244867747</c:v>
                </c:pt>
                <c:pt idx="651">
                  <c:v>0.171563931303</c:v>
                </c:pt>
                <c:pt idx="652">
                  <c:v>0.170682773905</c:v>
                </c:pt>
                <c:pt idx="653">
                  <c:v>0.169805085988</c:v>
                </c:pt>
                <c:pt idx="654">
                  <c:v>0.168930750708</c:v>
                </c:pt>
                <c:pt idx="655">
                  <c:v>0.168059653715</c:v>
                </c:pt>
                <c:pt idx="656">
                  <c:v>0.167191683212</c:v>
                </c:pt>
                <c:pt idx="657">
                  <c:v>0.166326730012</c:v>
                </c:pt>
                <c:pt idx="658">
                  <c:v>0.165464687597</c:v>
                </c:pt>
                <c:pt idx="659">
                  <c:v>0.164605452173</c:v>
                </c:pt>
                <c:pt idx="660">
                  <c:v>0.163748922731</c:v>
                </c:pt>
                <c:pt idx="661">
                  <c:v>0.162895001103</c:v>
                </c:pt>
                <c:pt idx="662">
                  <c:v>0.162043592021</c:v>
                </c:pt>
                <c:pt idx="663">
                  <c:v>0.161194603173</c:v>
                </c:pt>
                <c:pt idx="664">
                  <c:v>0.16034794526</c:v>
                </c:pt>
                <c:pt idx="665">
                  <c:v>0.159503532053</c:v>
                </c:pt>
                <c:pt idx="666">
                  <c:v>0.158661280451</c:v>
                </c:pt>
                <c:pt idx="667">
                  <c:v>0.157821110529</c:v>
                </c:pt>
                <c:pt idx="668">
                  <c:v>0.156982945597</c:v>
                </c:pt>
                <c:pt idx="669">
                  <c:v>0.156146712251</c:v>
                </c:pt>
                <c:pt idx="670">
                  <c:v>0.155312340422</c:v>
                </c:pt>
                <c:pt idx="671">
                  <c:v>0.154479763425</c:v>
                </c:pt>
                <c:pt idx="672">
                  <c:v>0.153648918004</c:v>
                </c:pt>
                <c:pt idx="673">
                  <c:v>0.152819744381</c:v>
                </c:pt>
                <c:pt idx="674">
                  <c:v>0.151992186293</c:v>
                </c:pt>
                <c:pt idx="675">
                  <c:v>0.151166191032</c:v>
                </c:pt>
                <c:pt idx="676">
                  <c:v>0.150341709485</c:v>
                </c:pt>
                <c:pt idx="677">
                  <c:v>0.14951869616</c:v>
                </c:pt>
                <c:pt idx="678">
                  <c:v>0.148697109224</c:v>
                </c:pt>
                <c:pt idx="679">
                  <c:v>0.14787691052</c:v>
                </c:pt>
                <c:pt idx="680">
                  <c:v>0.147058065598</c:v>
                </c:pt>
                <c:pt idx="681">
                  <c:v>0.146240543724</c:v>
                </c:pt>
                <c:pt idx="682">
                  <c:v>0.145424317901</c:v>
                </c:pt>
                <c:pt idx="683">
                  <c:v>0.144609364875</c:v>
                </c:pt>
                <c:pt idx="684">
                  <c:v>0.143795665137</c:v>
                </c:pt>
                <c:pt idx="685">
                  <c:v>0.142983202925</c:v>
                </c:pt>
                <c:pt idx="686">
                  <c:v>0.142171966221</c:v>
                </c:pt>
                <c:pt idx="687">
                  <c:v>0.141361946731</c:v>
                </c:pt>
                <c:pt idx="688">
                  <c:v>0.140553139877</c:v>
                </c:pt>
                <c:pt idx="689">
                  <c:v>0.13974554477</c:v>
                </c:pt>
                <c:pt idx="690">
                  <c:v>0.138939164184</c:v>
                </c:pt>
                <c:pt idx="691">
                  <c:v>0.13813400452</c:v>
                </c:pt>
                <c:pt idx="692">
                  <c:v>0.137330075767</c:v>
                </c:pt>
                <c:pt idx="693">
                  <c:v>0.136527391458</c:v>
                </c:pt>
                <c:pt idx="694">
                  <c:v>0.135725968613</c:v>
                </c:pt>
                <c:pt idx="695">
                  <c:v>0.134925827686</c:v>
                </c:pt>
                <c:pt idx="696">
                  <c:v>0.134126992498</c:v>
                </c:pt>
                <c:pt idx="697">
                  <c:v>0.133329490167</c:v>
                </c:pt>
                <c:pt idx="698">
                  <c:v>0.132533351031</c:v>
                </c:pt>
                <c:pt idx="699">
                  <c:v>0.131738608569</c:v>
                </c:pt>
                <c:pt idx="700">
                  <c:v>0.130945299307</c:v>
                </c:pt>
                <c:pt idx="701">
                  <c:v>0.13015346273</c:v>
                </c:pt>
                <c:pt idx="702">
                  <c:v>0.12936314118</c:v>
                </c:pt>
                <c:pt idx="703">
                  <c:v>0.128574379751</c:v>
                </c:pt>
                <c:pt idx="704">
                  <c:v>0.127787226179</c:v>
                </c:pt>
                <c:pt idx="705">
                  <c:v>0.127001730731</c:v>
                </c:pt>
                <c:pt idx="706">
                  <c:v>0.12621794608</c:v>
                </c:pt>
                <c:pt idx="707">
                  <c:v>0.125435927184</c:v>
                </c:pt>
                <c:pt idx="708">
                  <c:v>0.124655731161</c:v>
                </c:pt>
                <c:pt idx="709">
                  <c:v>0.123877417151</c:v>
                </c:pt>
                <c:pt idx="710">
                  <c:v>0.12310104619</c:v>
                </c:pt>
                <c:pt idx="711">
                  <c:v>0.122326681063</c:v>
                </c:pt>
                <c:pt idx="712">
                  <c:v>0.121554386171</c:v>
                </c:pt>
                <c:pt idx="713">
                  <c:v>0.120784227383</c:v>
                </c:pt>
                <c:pt idx="714">
                  <c:v>0.120016271896</c:v>
                </c:pt>
                <c:pt idx="715">
                  <c:v>0.119250588086</c:v>
                </c:pt>
                <c:pt idx="716">
                  <c:v>0.118487245362</c:v>
                </c:pt>
                <c:pt idx="717">
                  <c:v>0.117726314018</c:v>
                </c:pt>
                <c:pt idx="718">
                  <c:v>0.11696786509</c:v>
                </c:pt>
                <c:pt idx="719">
                  <c:v>0.116211970201</c:v>
                </c:pt>
                <c:pt idx="720">
                  <c:v>0.115458701419</c:v>
                </c:pt>
                <c:pt idx="721">
                  <c:v>0.114708131113</c:v>
                </c:pt>
                <c:pt idx="722">
                  <c:v>0.113960331806</c:v>
                </c:pt>
                <c:pt idx="723">
                  <c:v>0.113215376034</c:v>
                </c:pt>
                <c:pt idx="724">
                  <c:v>0.112473336208</c:v>
                </c:pt>
                <c:pt idx="725">
                  <c:v>0.111734284473</c:v>
                </c:pt>
                <c:pt idx="726">
                  <c:v>0.110998292579</c:v>
                </c:pt>
                <c:pt idx="727">
                  <c:v>0.110265431749</c:v>
                </c:pt>
                <c:pt idx="728">
                  <c:v>0.10953577255</c:v>
                </c:pt>
                <c:pt idx="729">
                  <c:v>0.108809384773</c:v>
                </c:pt>
                <c:pt idx="730">
                  <c:v>0.108086337315</c:v>
                </c:pt>
                <c:pt idx="731">
                  <c:v>0.10736669806</c:v>
                </c:pt>
                <c:pt idx="732">
                  <c:v>0.106650533779</c:v>
                </c:pt>
                <c:pt idx="733">
                  <c:v>0.105937910017</c:v>
                </c:pt>
                <c:pt idx="734">
                  <c:v>0.105228891</c:v>
                </c:pt>
                <c:pt idx="735">
                  <c:v>0.104523539541</c:v>
                </c:pt>
                <c:pt idx="736">
                  <c:v>0.103821916948</c:v>
                </c:pt>
                <c:pt idx="737">
                  <c:v>0.103124082947</c:v>
                </c:pt>
                <c:pt idx="738">
                  <c:v>0.102430095601</c:v>
                </c:pt>
                <c:pt idx="739">
                  <c:v>0.101740011242</c:v>
                </c:pt>
                <c:pt idx="740">
                  <c:v>0.101053884405</c:v>
                </c:pt>
                <c:pt idx="741">
                  <c:v>0.100371767768</c:v>
                </c:pt>
                <c:pt idx="742">
                  <c:v>0.0996937120982</c:v>
                </c:pt>
                <c:pt idx="743">
                  <c:v>0.0990197662066</c:v>
                </c:pt>
                <c:pt idx="744">
                  <c:v>0.0983499769022</c:v>
                </c:pt>
                <c:pt idx="745">
                  <c:v>0.0976843889579</c:v>
                </c:pt>
                <c:pt idx="746">
                  <c:v>0.0970230450786</c:v>
                </c:pt>
                <c:pt idx="747">
                  <c:v>0.0963659858755</c:v>
                </c:pt>
                <c:pt idx="748">
                  <c:v>0.0957132498458</c:v>
                </c:pt>
                <c:pt idx="749">
                  <c:v>0.0950648733574</c:v>
                </c:pt>
                <c:pt idx="750">
                  <c:v>0.0944208906382</c:v>
                </c:pt>
                <c:pt idx="751">
                  <c:v>0.0937813337712</c:v>
                </c:pt>
                <c:pt idx="752">
                  <c:v>0.0931462326929</c:v>
                </c:pt>
                <c:pt idx="753">
                  <c:v>0.0925156151971</c:v>
                </c:pt>
                <c:pt idx="754">
                  <c:v>0.0918895069428</c:v>
                </c:pt>
                <c:pt idx="755">
                  <c:v>0.0912679314654</c:v>
                </c:pt>
                <c:pt idx="756">
                  <c:v>0.090650910193</c:v>
                </c:pt>
                <c:pt idx="757">
                  <c:v>0.090038462465</c:v>
                </c:pt>
                <c:pt idx="758">
                  <c:v>0.0894306055551</c:v>
                </c:pt>
                <c:pt idx="759">
                  <c:v>0.0888273546969</c:v>
                </c:pt>
                <c:pt idx="760">
                  <c:v>0.0882287231125</c:v>
                </c:pt>
                <c:pt idx="761">
                  <c:v>0.0876347220444</c:v>
                </c:pt>
                <c:pt idx="762">
                  <c:v>0.0870453607892</c:v>
                </c:pt>
                <c:pt idx="763">
                  <c:v>0.0864606467342</c:v>
                </c:pt>
                <c:pt idx="764">
                  <c:v>0.0858805853959</c:v>
                </c:pt>
                <c:pt idx="765">
                  <c:v>0.0853051804602</c:v>
                </c:pt>
                <c:pt idx="766">
                  <c:v>0.0847344338247</c:v>
                </c:pt>
                <c:pt idx="767">
                  <c:v>0.0841683456427</c:v>
                </c:pt>
                <c:pt idx="768">
                  <c:v>0.0836069143673</c:v>
                </c:pt>
                <c:pt idx="769">
                  <c:v>0.0830501367988</c:v>
                </c:pt>
                <c:pt idx="770">
                  <c:v>0.0824980081309</c:v>
                </c:pt>
                <c:pt idx="771">
                  <c:v>0.0819505219989</c:v>
                </c:pt>
                <c:pt idx="772">
                  <c:v>0.0814076705287</c:v>
                </c:pt>
                <c:pt idx="773">
                  <c:v>0.0808694443855</c:v>
                </c:pt>
                <c:pt idx="774">
                  <c:v>0.0803358328234</c:v>
                </c:pt>
                <c:pt idx="775">
                  <c:v>0.0798068237353</c:v>
                </c:pt>
                <c:pt idx="776">
                  <c:v>0.0792824037023</c:v>
                </c:pt>
                <c:pt idx="777">
                  <c:v>0.078762558044</c:v>
                </c:pt>
                <c:pt idx="778">
                  <c:v>0.0782472708676</c:v>
                </c:pt>
                <c:pt idx="779">
                  <c:v>0.0777365251173</c:v>
                </c:pt>
                <c:pt idx="780">
                  <c:v>0.0772303026238</c:v>
                </c:pt>
                <c:pt idx="781">
                  <c:v>0.0767285841522</c:v>
                </c:pt>
                <c:pt idx="782">
                  <c:v>0.0762313494504</c:v>
                </c:pt>
                <c:pt idx="783">
                  <c:v>0.0757385772964</c:v>
                </c:pt>
                <c:pt idx="784">
                  <c:v>0.0752502455448</c:v>
                </c:pt>
                <c:pt idx="785">
                  <c:v>0.0747663311733</c:v>
                </c:pt>
                <c:pt idx="786">
                  <c:v>0.0742868103271</c:v>
                </c:pt>
                <c:pt idx="787">
                  <c:v>0.073811658364</c:v>
                </c:pt>
                <c:pt idx="788">
                  <c:v>0.0733408498972</c:v>
                </c:pt>
                <c:pt idx="789">
                  <c:v>0.0728743588378</c:v>
                </c:pt>
                <c:pt idx="790">
                  <c:v>0.0724121584367</c:v>
                </c:pt>
                <c:pt idx="791">
                  <c:v>0.0719542213246</c:v>
                </c:pt>
                <c:pt idx="792">
                  <c:v>0.0715005195514</c:v>
                </c:pt>
                <c:pt idx="793">
                  <c:v>0.0710510246251</c:v>
                </c:pt>
                <c:pt idx="794">
                  <c:v>0.0706057075483</c:v>
                </c:pt>
                <c:pt idx="795">
                  <c:v>0.0701645388549</c:v>
                </c:pt>
                <c:pt idx="796">
                  <c:v>0.0697274886451</c:v>
                </c:pt>
                <c:pt idx="797">
                  <c:v>0.0692945266193</c:v>
                </c:pt>
                <c:pt idx="798">
                  <c:v>0.068865622111</c:v>
                </c:pt>
                <c:pt idx="799">
                  <c:v>0.0684407441185</c:v>
                </c:pt>
                <c:pt idx="800">
                  <c:v>0.0680198613358</c:v>
                </c:pt>
                <c:pt idx="801">
                  <c:v>0.0676029421818</c:v>
                </c:pt>
                <c:pt idx="802">
                  <c:v>0.0671899548293</c:v>
                </c:pt>
                <c:pt idx="803">
                  <c:v>0.0667808672317</c:v>
                </c:pt>
                <c:pt idx="804">
                  <c:v>0.0663756471501</c:v>
                </c:pt>
                <c:pt idx="805">
                  <c:v>0.065974262178</c:v>
                </c:pt>
                <c:pt idx="806">
                  <c:v>0.0655766797658</c:v>
                </c:pt>
                <c:pt idx="807">
                  <c:v>0.0651828672439</c:v>
                </c:pt>
                <c:pt idx="808">
                  <c:v>0.0647927918453</c:v>
                </c:pt>
                <c:pt idx="809">
                  <c:v>0.0644064207262</c:v>
                </c:pt>
                <c:pt idx="810">
                  <c:v>0.0640237209869</c:v>
                </c:pt>
                <c:pt idx="811">
                  <c:v>0.0636446596908</c:v>
                </c:pt>
                <c:pt idx="812">
                  <c:v>0.063269203883</c:v>
                </c:pt>
                <c:pt idx="813">
                  <c:v>0.0628973206075</c:v>
                </c:pt>
                <c:pt idx="814">
                  <c:v>0.0625289769245</c:v>
                </c:pt>
                <c:pt idx="815">
                  <c:v>0.0621641399253</c:v>
                </c:pt>
                <c:pt idx="816">
                  <c:v>0.0618027767484</c:v>
                </c:pt>
                <c:pt idx="817">
                  <c:v>0.0614448545925</c:v>
                </c:pt>
                <c:pt idx="818">
                  <c:v>0.0610903407308</c:v>
                </c:pt>
                <c:pt idx="819">
                  <c:v>0.0607392025234</c:v>
                </c:pt>
                <c:pt idx="820">
                  <c:v>0.0603914074289</c:v>
                </c:pt>
                <c:pt idx="821">
                  <c:v>0.060046923016</c:v>
                </c:pt>
                <c:pt idx="822">
                  <c:v>0.0597057169739</c:v>
                </c:pt>
                <c:pt idx="823">
                  <c:v>0.0593677571224</c:v>
                </c:pt>
                <c:pt idx="824">
                  <c:v>0.0590330114206</c:v>
                </c:pt>
                <c:pt idx="825">
                  <c:v>0.058701447976</c:v>
                </c:pt>
                <c:pt idx="826">
                  <c:v>0.0583730350528</c:v>
                </c:pt>
                <c:pt idx="827">
                  <c:v>0.0580477410786</c:v>
                </c:pt>
                <c:pt idx="828">
                  <c:v>0.057725534652</c:v>
                </c:pt>
                <c:pt idx="829">
                  <c:v>0.057406384549</c:v>
                </c:pt>
                <c:pt idx="830">
                  <c:v>0.0570902597286</c:v>
                </c:pt>
                <c:pt idx="831">
                  <c:v>0.0567771293386</c:v>
                </c:pt>
                <c:pt idx="832">
                  <c:v>0.0564669627207</c:v>
                </c:pt>
                <c:pt idx="833">
                  <c:v>0.0561597294147</c:v>
                </c:pt>
                <c:pt idx="834">
                  <c:v>0.0558553991631</c:v>
                </c:pt>
                <c:pt idx="835">
                  <c:v>0.0555539419146</c:v>
                </c:pt>
                <c:pt idx="836">
                  <c:v>0.0552553278281</c:v>
                </c:pt>
                <c:pt idx="837">
                  <c:v>0.0549595272749</c:v>
                </c:pt>
                <c:pt idx="838">
                  <c:v>0.0546665108424</c:v>
                </c:pt>
                <c:pt idx="839">
                  <c:v>0.054376249336</c:v>
                </c:pt>
                <c:pt idx="840">
                  <c:v>0.0540887137816</c:v>
                </c:pt>
                <c:pt idx="841">
                  <c:v>0.053803875427</c:v>
                </c:pt>
                <c:pt idx="842">
                  <c:v>0.0535217057443</c:v>
                </c:pt>
                <c:pt idx="843">
                  <c:v>0.0532421764308</c:v>
                </c:pt>
                <c:pt idx="844">
                  <c:v>0.0529652594102</c:v>
                </c:pt>
                <c:pt idx="845">
                  <c:v>0.0526909268338</c:v>
                </c:pt>
                <c:pt idx="846">
                  <c:v>0.0524191510812</c:v>
                </c:pt>
                <c:pt idx="847">
                  <c:v>0.0521499047612</c:v>
                </c:pt>
                <c:pt idx="848">
                  <c:v>0.0518831607115</c:v>
                </c:pt>
                <c:pt idx="849">
                  <c:v>0.051618892</c:v>
                </c:pt>
                <c:pt idx="850">
                  <c:v>0.0513570719244</c:v>
                </c:pt>
                <c:pt idx="851">
                  <c:v>0.0510976740124</c:v>
                </c:pt>
                <c:pt idx="852">
                  <c:v>0.0508406720216</c:v>
                </c:pt>
                <c:pt idx="853">
                  <c:v>0.0505860399398</c:v>
                </c:pt>
                <c:pt idx="854">
                  <c:v>0.050333751984</c:v>
                </c:pt>
                <c:pt idx="855">
                  <c:v>0.050083782601</c:v>
                </c:pt>
                <c:pt idx="856">
                  <c:v>0.0498361064664</c:v>
                </c:pt>
                <c:pt idx="857">
                  <c:v>0.0495906984847</c:v>
                </c:pt>
                <c:pt idx="858">
                  <c:v>0.0493475337884</c:v>
                </c:pt>
                <c:pt idx="859">
                  <c:v>0.0491065877379</c:v>
                </c:pt>
                <c:pt idx="860">
                  <c:v>0.0488678359209</c:v>
                </c:pt>
                <c:pt idx="861">
                  <c:v>0.0486312541519</c:v>
                </c:pt>
                <c:pt idx="862">
                  <c:v>0.0483968184716</c:v>
                </c:pt>
                <c:pt idx="863">
                  <c:v>0.0481645051466</c:v>
                </c:pt>
                <c:pt idx="864">
                  <c:v>0.0479342906685</c:v>
                </c:pt>
                <c:pt idx="865">
                  <c:v>0.0477061517538</c:v>
                </c:pt>
                <c:pt idx="866">
                  <c:v>0.0474800653433</c:v>
                </c:pt>
                <c:pt idx="867">
                  <c:v>0.0472560086013</c:v>
                </c:pt>
                <c:pt idx="868">
                  <c:v>0.0470339589155</c:v>
                </c:pt>
                <c:pt idx="869">
                  <c:v>0.0468138938965</c:v>
                </c:pt>
                <c:pt idx="870">
                  <c:v>0.0465957913772</c:v>
                </c:pt>
                <c:pt idx="871">
                  <c:v>0.0463796294125</c:v>
                </c:pt>
                <c:pt idx="872">
                  <c:v>0.046165386279</c:v>
                </c:pt>
                <c:pt idx="873">
                  <c:v>0.0459530404746</c:v>
                </c:pt>
                <c:pt idx="874">
                  <c:v>0.0457425707181</c:v>
                </c:pt>
                <c:pt idx="875">
                  <c:v>0.0455339559493</c:v>
                </c:pt>
                <c:pt idx="876">
                  <c:v>0.045327175328</c:v>
                </c:pt>
                <c:pt idx="877">
                  <c:v>0.0451222082346</c:v>
                </c:pt>
                <c:pt idx="878">
                  <c:v>0.0449190342693</c:v>
                </c:pt>
                <c:pt idx="879">
                  <c:v>0.0447176332524</c:v>
                </c:pt>
                <c:pt idx="880">
                  <c:v>0.0445179852237</c:v>
                </c:pt>
                <c:pt idx="881">
                  <c:v>0.0443200704427</c:v>
                </c:pt>
                <c:pt idx="882">
                  <c:v>0.0441238693882</c:v>
                </c:pt>
                <c:pt idx="883">
                  <c:v>0.0439293627585</c:v>
                </c:pt>
                <c:pt idx="884">
                  <c:v>0.0437365314712</c:v>
                </c:pt>
                <c:pt idx="885">
                  <c:v>0.0435453566629</c:v>
                </c:pt>
                <c:pt idx="886">
                  <c:v>0.0433558196897</c:v>
                </c:pt>
                <c:pt idx="887">
                  <c:v>0.0431679021264</c:v>
                </c:pt>
                <c:pt idx="888">
                  <c:v>0.042981585767</c:v>
                </c:pt>
                <c:pt idx="889">
                  <c:v>0.0427968526246</c:v>
                </c:pt>
                <c:pt idx="890">
                  <c:v>0.0426136849308</c:v>
                </c:pt>
                <c:pt idx="891">
                  <c:v>0.0424320651364</c:v>
                </c:pt>
                <c:pt idx="892">
                  <c:v>0.0422519759107</c:v>
                </c:pt>
                <c:pt idx="893">
                  <c:v>0.0420734001417</c:v>
                </c:pt>
                <c:pt idx="894">
                  <c:v>0.0418963209357</c:v>
                </c:pt>
                <c:pt idx="895">
                  <c:v>0.0417207216176</c:v>
                </c:pt>
                <c:pt idx="896">
                  <c:v>0.0415465857304</c:v>
                </c:pt>
                <c:pt idx="897">
                  <c:v>0.0413738970349</c:v>
                </c:pt>
                <c:pt idx="898">
                  <c:v>0.0412026395099</c:v>
                </c:pt>
                <c:pt idx="899">
                  <c:v>0.0410327973514</c:v>
                </c:pt>
                <c:pt idx="900">
                  <c:v>0.0408643549729</c:v>
                </c:pt>
                <c:pt idx="901">
                  <c:v>0.0406972970045</c:v>
                </c:pt>
                <c:pt idx="902">
                  <c:v>0.040531608293</c:v>
                </c:pt>
                <c:pt idx="903">
                  <c:v>0.0403672739011</c:v>
                </c:pt>
                <c:pt idx="904">
                  <c:v>0.0402042791073</c:v>
                </c:pt>
                <c:pt idx="905">
                  <c:v>0.040042609405</c:v>
                </c:pt>
                <c:pt idx="906">
                  <c:v>0.0398822505025</c:v>
                </c:pt>
                <c:pt idx="907">
                  <c:v>0.0397231883219</c:v>
                </c:pt>
                <c:pt idx="908">
                  <c:v>0.0395654089988</c:v>
                </c:pt>
                <c:pt idx="909">
                  <c:v>0.0394088988814</c:v>
                </c:pt>
                <c:pt idx="910">
                  <c:v>0.0392536445298</c:v>
                </c:pt>
                <c:pt idx="911">
                  <c:v>0.0390996327156</c:v>
                </c:pt>
                <c:pt idx="912">
                  <c:v>0.0389468504205</c:v>
                </c:pt>
                <c:pt idx="913">
                  <c:v>0.0387952848358</c:v>
                </c:pt>
                <c:pt idx="914">
                  <c:v>0.0386449233613</c:v>
                </c:pt>
                <c:pt idx="915">
                  <c:v>0.0384957536045</c:v>
                </c:pt>
                <c:pt idx="916">
                  <c:v>0.0383477633793</c:v>
                </c:pt>
                <c:pt idx="917">
                  <c:v>0.0382009407054</c:v>
                </c:pt>
                <c:pt idx="918">
                  <c:v>0.0380552738064</c:v>
                </c:pt>
                <c:pt idx="919">
                  <c:v>0.0379107511096</c:v>
                </c:pt>
                <c:pt idx="920">
                  <c:v>0.0377673612439</c:v>
                </c:pt>
                <c:pt idx="921">
                  <c:v>0.0376250930389</c:v>
                </c:pt>
                <c:pt idx="922">
                  <c:v>0.0374839355237</c:v>
                </c:pt>
                <c:pt idx="923">
                  <c:v>0.0373438779253</c:v>
                </c:pt>
                <c:pt idx="924">
                  <c:v>0.0372049096672</c:v>
                </c:pt>
                <c:pt idx="925">
                  <c:v>0.0370670203681</c:v>
                </c:pt>
                <c:pt idx="926">
                  <c:v>0.0369301998399</c:v>
                </c:pt>
                <c:pt idx="927">
                  <c:v>0.0367944380868</c:v>
                </c:pt>
                <c:pt idx="928">
                  <c:v>0.036659725303</c:v>
                </c:pt>
                <c:pt idx="929">
                  <c:v>0.0365260518716</c:v>
                </c:pt>
                <c:pt idx="930">
                  <c:v>0.0363934083625</c:v>
                </c:pt>
                <c:pt idx="931">
                  <c:v>0.0362617855304</c:v>
                </c:pt>
                <c:pt idx="932">
                  <c:v>0.0361311743138</c:v>
                </c:pt>
                <c:pt idx="933">
                  <c:v>0.036001565832</c:v>
                </c:pt>
                <c:pt idx="934">
                  <c:v>0.0358729513841</c:v>
                </c:pt>
                <c:pt idx="935">
                  <c:v>0.0357453224465</c:v>
                </c:pt>
                <c:pt idx="936">
                  <c:v>0.0356186706709</c:v>
                </c:pt>
                <c:pt idx="937">
                  <c:v>0.0354929878826</c:v>
                </c:pt>
                <c:pt idx="938">
                  <c:v>0.0353682660776</c:v>
                </c:pt>
                <c:pt idx="939">
                  <c:v>0.0352444974211</c:v>
                </c:pt>
                <c:pt idx="940">
                  <c:v>0.0351216742451</c:v>
                </c:pt>
                <c:pt idx="941">
                  <c:v>0.0349997890457</c:v>
                </c:pt>
                <c:pt idx="942">
                  <c:v>0.0348788344812</c:v>
                </c:pt>
                <c:pt idx="943">
                  <c:v>0.0347588033696</c:v>
                </c:pt>
                <c:pt idx="944">
                  <c:v>0.0346396886861</c:v>
                </c:pt>
                <c:pt idx="945">
                  <c:v>0.0345214835603</c:v>
                </c:pt>
                <c:pt idx="946">
                  <c:v>0.0344041812745</c:v>
                </c:pt>
                <c:pt idx="947">
                  <c:v>0.0342877752601</c:v>
                </c:pt>
                <c:pt idx="948">
                  <c:v>0.0341722590957</c:v>
                </c:pt>
                <c:pt idx="949">
                  <c:v>0.0340576265043</c:v>
                </c:pt>
                <c:pt idx="950">
                  <c:v>0.0339438713503</c:v>
                </c:pt>
                <c:pt idx="951">
                  <c:v>0.0338309876369</c:v>
                </c:pt>
                <c:pt idx="952">
                  <c:v>0.0337189695037</c:v>
                </c:pt>
                <c:pt idx="953">
                  <c:v>0.0336078112233</c:v>
                </c:pt>
                <c:pt idx="954">
                  <c:v>0.0334975071988</c:v>
                </c:pt>
                <c:pt idx="955">
                  <c:v>0.033388051961</c:v>
                </c:pt>
                <c:pt idx="956">
                  <c:v>0.0332794401652</c:v>
                </c:pt>
                <c:pt idx="957">
                  <c:v>0.0331716665888</c:v>
                </c:pt>
                <c:pt idx="958">
                  <c:v>0.0330647261279</c:v>
                </c:pt>
                <c:pt idx="959">
                  <c:v>0.0329586137946</c:v>
                </c:pt>
                <c:pt idx="960">
                  <c:v>0.0328533247141</c:v>
                </c:pt>
                <c:pt idx="961">
                  <c:v>0.0327488541218</c:v>
                </c:pt>
                <c:pt idx="962">
                  <c:v>0.0326451973602</c:v>
                </c:pt>
                <c:pt idx="963">
                  <c:v>0.032542349876</c:v>
                </c:pt>
                <c:pt idx="964">
                  <c:v>0.0324403072175</c:v>
                </c:pt>
                <c:pt idx="965">
                  <c:v>0.0323390650313</c:v>
                </c:pt>
                <c:pt idx="966">
                  <c:v>0.0322386190596</c:v>
                </c:pt>
                <c:pt idx="967">
                  <c:v>0.0321389651376</c:v>
                </c:pt>
                <c:pt idx="968">
                  <c:v>0.0320400991901</c:v>
                </c:pt>
                <c:pt idx="969">
                  <c:v>0.0319420172293</c:v>
                </c:pt>
                <c:pt idx="970">
                  <c:v>0.0318447153518</c:v>
                </c:pt>
                <c:pt idx="971">
                  <c:v>0.0317481897359</c:v>
                </c:pt>
                <c:pt idx="972">
                  <c:v>0.0316524366389</c:v>
                </c:pt>
                <c:pt idx="973">
                  <c:v>0.0315574523947</c:v>
                </c:pt>
                <c:pt idx="974">
                  <c:v>0.031463233411</c:v>
                </c:pt>
                <c:pt idx="975">
                  <c:v>0.0313697761671</c:v>
                </c:pt>
                <c:pt idx="976">
                  <c:v>0.0312770772112</c:v>
                </c:pt>
                <c:pt idx="977">
                  <c:v>0.0311851331583</c:v>
                </c:pt>
                <c:pt idx="978">
                  <c:v>0.0310939406877</c:v>
                </c:pt>
                <c:pt idx="979">
                  <c:v>0.0310034965409</c:v>
                </c:pt>
                <c:pt idx="980">
                  <c:v>0.0309137975196</c:v>
                </c:pt>
                <c:pt idx="981">
                  <c:v>0.0308248404833</c:v>
                </c:pt>
                <c:pt idx="982">
                  <c:v>0.0307366223478</c:v>
                </c:pt>
                <c:pt idx="983">
                  <c:v>0.0306491400827</c:v>
                </c:pt>
                <c:pt idx="984">
                  <c:v>0.0305623907102</c:v>
                </c:pt>
                <c:pt idx="985">
                  <c:v>0.0304763713031</c:v>
                </c:pt>
                <c:pt idx="986">
                  <c:v>0.0303910789831</c:v>
                </c:pt>
                <c:pt idx="987">
                  <c:v>0.0303065109195</c:v>
                </c:pt>
                <c:pt idx="988">
                  <c:v>0.0302226643272</c:v>
                </c:pt>
                <c:pt idx="989">
                  <c:v>0.0301395364661</c:v>
                </c:pt>
                <c:pt idx="990">
                  <c:v>0.0300571246393</c:v>
                </c:pt>
                <c:pt idx="991">
                  <c:v>0.0299754261917</c:v>
                </c:pt>
                <c:pt idx="992">
                  <c:v>0.0298944385096</c:v>
                </c:pt>
                <c:pt idx="993">
                  <c:v>0.0298141590188</c:v>
                </c:pt>
                <c:pt idx="994">
                  <c:v>0.0297345851845</c:v>
                </c:pt>
                <c:pt idx="995">
                  <c:v>0.0296557145095</c:v>
                </c:pt>
                <c:pt idx="996">
                  <c:v>0.0295775445342</c:v>
                </c:pt>
                <c:pt idx="997">
                  <c:v>0.0295000728355</c:v>
                </c:pt>
                <c:pt idx="998">
                  <c:v>0.0294232970259</c:v>
                </c:pt>
                <c:pt idx="999">
                  <c:v>0.0293472147533</c:v>
                </c:pt>
                <c:pt idx="1000">
                  <c:v>0.0292718237003</c:v>
                </c:pt>
                <c:pt idx="1001">
                  <c:v>0.0291971215838</c:v>
                </c:pt>
                <c:pt idx="1002">
                  <c:v>0.0291231061543</c:v>
                </c:pt>
                <c:pt idx="1003">
                  <c:v>0.0290497751959</c:v>
                </c:pt>
                <c:pt idx="1004">
                  <c:v>0.0289771265255</c:v>
                </c:pt>
                <c:pt idx="1005">
                  <c:v>0.028905157993</c:v>
                </c:pt>
                <c:pt idx="1006">
                  <c:v>0.0288338674807</c:v>
                </c:pt>
                <c:pt idx="1007">
                  <c:v>0.0287632529033</c:v>
                </c:pt>
                <c:pt idx="1008">
                  <c:v>0.0286933122075</c:v>
                </c:pt>
                <c:pt idx="1009">
                  <c:v>0.0286240433718</c:v>
                </c:pt>
                <c:pt idx="1010">
                  <c:v>0.0285554444065</c:v>
                </c:pt>
                <c:pt idx="1011">
                  <c:v>0.0284875133535</c:v>
                </c:pt>
                <c:pt idx="1012">
                  <c:v>0.028420248286</c:v>
                </c:pt>
                <c:pt idx="1013">
                  <c:v>0.0283536473085</c:v>
                </c:pt>
                <c:pt idx="1014">
                  <c:v>0.0282877085565</c:v>
                </c:pt>
                <c:pt idx="1015">
                  <c:v>0.0282224301962</c:v>
                </c:pt>
                <c:pt idx="1016">
                  <c:v>0.0281578104247</c:v>
                </c:pt>
                <c:pt idx="1017">
                  <c:v>0.0280938474693</c:v>
                </c:pt>
                <c:pt idx="1018">
                  <c:v>0.0280305395874</c:v>
                </c:pt>
                <c:pt idx="1019">
                  <c:v>0.0279678850662</c:v>
                </c:pt>
                <c:pt idx="1020">
                  <c:v>0.0279058822221</c:v>
                </c:pt>
                <c:pt idx="1021">
                  <c:v>0.0278445294008</c:v>
                </c:pt>
                <c:pt idx="1022">
                  <c:v>0.027783824976</c:v>
                </c:pt>
                <c:pt idx="1023">
                  <c:v>0.0277237673495</c:v>
                </c:pt>
                <c:pt idx="1024">
                  <c:v>0.0276643549502</c:v>
                </c:pt>
                <c:pt idx="1025">
                  <c:v>0.0276055862337</c:v>
                </c:pt>
                <c:pt idx="1026">
                  <c:v>0.0275474596809</c:v>
                </c:pt>
                <c:pt idx="1027">
                  <c:v>0.0274899737978</c:v>
                </c:pt>
                <c:pt idx="1028">
                  <c:v>0.0274331271137</c:v>
                </c:pt>
                <c:pt idx="1029">
                  <c:v>0.0273769181807</c:v>
                </c:pt>
                <c:pt idx="1030">
                  <c:v>0.0273213455722</c:v>
                </c:pt>
                <c:pt idx="1031">
                  <c:v>0.0272664078817</c:v>
                </c:pt>
                <c:pt idx="1032">
                  <c:v>0.0272121037207</c:v>
                </c:pt>
                <c:pt idx="1033">
                  <c:v>0.027158431718</c:v>
                </c:pt>
                <c:pt idx="1034">
                  <c:v>0.0271053905173</c:v>
                </c:pt>
                <c:pt idx="1035">
                  <c:v>0.0270529787754</c:v>
                </c:pt>
                <c:pt idx="1036">
                  <c:v>0.0270011951602</c:v>
                </c:pt>
                <c:pt idx="1037">
                  <c:v>0.0269500383487</c:v>
                </c:pt>
                <c:pt idx="1038">
                  <c:v>0.0268995070243</c:v>
                </c:pt>
                <c:pt idx="1039">
                  <c:v>0.0268495998745</c:v>
                </c:pt>
                <c:pt idx="1040">
                  <c:v>0.0268003155883</c:v>
                </c:pt>
                <c:pt idx="1041">
                  <c:v>0.0267516528534</c:v>
                </c:pt>
                <c:pt idx="1042">
                  <c:v>0.026703610353</c:v>
                </c:pt>
                <c:pt idx="1043">
                  <c:v>0.0266561867628</c:v>
                </c:pt>
                <c:pt idx="1044">
                  <c:v>0.0266093807482</c:v>
                </c:pt>
                <c:pt idx="1045">
                  <c:v>0.0265631909598</c:v>
                </c:pt>
                <c:pt idx="1046">
                  <c:v>0.0265176160311</c:v>
                </c:pt>
                <c:pt idx="1047">
                  <c:v>0.0264726545737</c:v>
                </c:pt>
                <c:pt idx="1048">
                  <c:v>0.0264283051742</c:v>
                </c:pt>
                <c:pt idx="1049">
                  <c:v>0.0263845663898</c:v>
                </c:pt>
                <c:pt idx="1050">
                  <c:v>0.0263414367443</c:v>
                </c:pt>
                <c:pt idx="1051">
                  <c:v>0.0262989147238</c:v>
                </c:pt>
                <c:pt idx="1052">
                  <c:v>0.0262569987723</c:v>
                </c:pt>
                <c:pt idx="1053">
                  <c:v>0.0262156872875</c:v>
                </c:pt>
                <c:pt idx="1054">
                  <c:v>0.026174978616</c:v>
                </c:pt>
                <c:pt idx="1055">
                  <c:v>0.0261348710485</c:v>
                </c:pt>
                <c:pt idx="1056">
                  <c:v>0.0260953628157</c:v>
                </c:pt>
                <c:pt idx="1057">
                  <c:v>0.0260564520827</c:v>
                </c:pt>
                <c:pt idx="1058">
                  <c:v>0.0260181369448</c:v>
                </c:pt>
                <c:pt idx="1059">
                  <c:v>0.0259804154225</c:v>
                </c:pt>
                <c:pt idx="1060">
                  <c:v>0.0259432854565</c:v>
                </c:pt>
                <c:pt idx="1061">
                  <c:v>0.0259067449031</c:v>
                </c:pt>
                <c:pt idx="1062">
                  <c:v>0.0258707915289</c:v>
                </c:pt>
                <c:pt idx="1063">
                  <c:v>0.0258354230064</c:v>
                </c:pt>
                <c:pt idx="1064">
                  <c:v>0.0258006369093</c:v>
                </c:pt>
                <c:pt idx="1065">
                  <c:v>0.0257664307074</c:v>
                </c:pt>
                <c:pt idx="1066">
                  <c:v>0.0257328017622</c:v>
                </c:pt>
                <c:pt idx="1067">
                  <c:v>0.0256997473226</c:v>
                </c:pt>
                <c:pt idx="1068">
                  <c:v>0.0256672645202</c:v>
                </c:pt>
                <c:pt idx="1069">
                  <c:v>0.0256353503651</c:v>
                </c:pt>
                <c:pt idx="1070">
                  <c:v>0.0256040017421</c:v>
                </c:pt>
                <c:pt idx="1071">
                  <c:v>0.0255732154065</c:v>
                </c:pt>
                <c:pt idx="1072">
                  <c:v>0.0255429879803</c:v>
                </c:pt>
                <c:pt idx="1073">
                  <c:v>0.0255133159492</c:v>
                </c:pt>
                <c:pt idx="1074">
                  <c:v>0.0254841956587</c:v>
                </c:pt>
                <c:pt idx="1075">
                  <c:v>0.0254556233113</c:v>
                </c:pt>
                <c:pt idx="1076">
                  <c:v>0.0254275949638</c:v>
                </c:pt>
                <c:pt idx="1077">
                  <c:v>0.0254001065245</c:v>
                </c:pt>
                <c:pt idx="1078">
                  <c:v>0.0253731537513</c:v>
                </c:pt>
                <c:pt idx="1079">
                  <c:v>0.0253467322491</c:v>
                </c:pt>
                <c:pt idx="1080">
                  <c:v>0.0253208374687</c:v>
                </c:pt>
                <c:pt idx="1081">
                  <c:v>0.025295464705</c:v>
                </c:pt>
                <c:pt idx="1082">
                  <c:v>0.0252706090961</c:v>
                </c:pt>
                <c:pt idx="1083">
                  <c:v>0.0252462656225</c:v>
                </c:pt>
                <c:pt idx="1084">
                  <c:v>0.0252224291062</c:v>
                </c:pt>
                <c:pt idx="1085">
                  <c:v>0.0251990942112</c:v>
                </c:pt>
                <c:pt idx="1086">
                  <c:v>0.025176255443</c:v>
                </c:pt>
                <c:pt idx="1087">
                  <c:v>0.0251539071493</c:v>
                </c:pt>
                <c:pt idx="1088">
                  <c:v>0.0251320435207</c:v>
                </c:pt>
                <c:pt idx="1089">
                  <c:v>0.0251106585918</c:v>
                </c:pt>
                <c:pt idx="1090">
                  <c:v>0.0250897462421</c:v>
                </c:pt>
                <c:pt idx="1091">
                  <c:v>0.0250693001982</c:v>
                </c:pt>
                <c:pt idx="1092">
                  <c:v>0.025049314035</c:v>
                </c:pt>
                <c:pt idx="1093">
                  <c:v>0.0250297811783</c:v>
                </c:pt>
                <c:pt idx="1094">
                  <c:v>0.0250106949069</c:v>
                </c:pt>
                <c:pt idx="1095">
                  <c:v>0.024992048355</c:v>
                </c:pt>
                <c:pt idx="1096">
                  <c:v>0.0249738345155</c:v>
                </c:pt>
                <c:pt idx="1097">
                  <c:v>0.0249560462423</c:v>
                </c:pt>
                <c:pt idx="1098">
                  <c:v>0.0249386762538</c:v>
                </c:pt>
                <c:pt idx="1099">
                  <c:v>0.0249217171363</c:v>
                </c:pt>
                <c:pt idx="1100">
                  <c:v>0.0249051613471</c:v>
                </c:pt>
                <c:pt idx="1101">
                  <c:v>0.0248890012184</c:v>
                </c:pt>
                <c:pt idx="1102">
                  <c:v>0.0248732289605</c:v>
                </c:pt>
                <c:pt idx="1103">
                  <c:v>0.0248578366661</c:v>
                </c:pt>
                <c:pt idx="1104">
                  <c:v>0.0248428163135</c:v>
                </c:pt>
                <c:pt idx="1105">
                  <c:v>0.0248281597707</c:v>
                </c:pt>
                <c:pt idx="1106">
                  <c:v>0.0248138587995</c:v>
                </c:pt>
                <c:pt idx="1107">
                  <c:v>0.0247999050586</c:v>
                </c:pt>
                <c:pt idx="1108">
                  <c:v>0.0247862901082</c:v>
                </c:pt>
                <c:pt idx="1109">
                  <c:v>0.0247730054133</c:v>
                </c:pt>
                <c:pt idx="1110">
                  <c:v>0.0247600423473</c:v>
                </c:pt>
                <c:pt idx="1111">
                  <c:v>0.0247473921962</c:v>
                </c:pt>
                <c:pt idx="1112">
                  <c:v>0.0247350461614</c:v>
                </c:pt>
                <c:pt idx="1113">
                  <c:v>0.0247229953637</c:v>
                </c:pt>
                <c:pt idx="1114">
                  <c:v>0.0247112308462</c:v>
                </c:pt>
                <c:pt idx="1115">
                  <c:v>0.0246997435777</c:v>
                </c:pt>
                <c:pt idx="1116">
                  <c:v>0.0246885244556</c:v>
                </c:pt>
                <c:pt idx="1117">
                  <c:v>0.0246775643086</c:v>
                </c:pt>
                <c:pt idx="1118">
                  <c:v>0.0246668538996</c:v>
                </c:pt>
                <c:pt idx="1119">
                  <c:v>0.0246563839278</c:v>
                </c:pt>
                <c:pt idx="1120">
                  <c:v>0.0246461450314</c:v>
                </c:pt>
                <c:pt idx="1121">
                  <c:v>0.0246361277893</c:v>
                </c:pt>
                <c:pt idx="1122">
                  <c:v>0.0246263227232</c:v>
                </c:pt>
                <c:pt idx="1123">
                  <c:v>0.024616720299</c:v>
                </c:pt>
                <c:pt idx="1124">
                  <c:v>0.0246073109283</c:v>
                </c:pt>
                <c:pt idx="1125">
                  <c:v>0.0245980849698</c:v>
                </c:pt>
                <c:pt idx="1126">
                  <c:v>0.02458903273</c:v>
                </c:pt>
                <c:pt idx="1127">
                  <c:v>0.0245801444641</c:v>
                </c:pt>
                <c:pt idx="1128">
                  <c:v>0.0245714103764</c:v>
                </c:pt>
                <c:pt idx="1129">
                  <c:v>0.0245628206209</c:v>
                </c:pt>
                <c:pt idx="1130">
                  <c:v>0.024554365301</c:v>
                </c:pt>
                <c:pt idx="1131">
                  <c:v>0.0245460344695</c:v>
                </c:pt>
                <c:pt idx="1132">
                  <c:v>0.0245378181287</c:v>
                </c:pt>
                <c:pt idx="1133">
                  <c:v>0.0245297062293</c:v>
                </c:pt>
                <c:pt idx="1134">
                  <c:v>0.0245216886698</c:v>
                </c:pt>
                <c:pt idx="1135">
                  <c:v>0.0245137552959</c:v>
                </c:pt>
                <c:pt idx="1136">
                  <c:v>0.0245058958992</c:v>
                </c:pt>
                <c:pt idx="1137">
                  <c:v>0.0244981002156</c:v>
                </c:pt>
                <c:pt idx="1138">
                  <c:v>0.0244903579248</c:v>
                </c:pt>
                <c:pt idx="1139">
                  <c:v>0.0244826586476</c:v>
                </c:pt>
                <c:pt idx="1140">
                  <c:v>0.0244749919451</c:v>
                </c:pt>
                <c:pt idx="1141">
                  <c:v>0.0244673473163</c:v>
                </c:pt>
                <c:pt idx="1142">
                  <c:v>0.0244597141966</c:v>
                </c:pt>
                <c:pt idx="1143">
                  <c:v>0.0244520819551</c:v>
                </c:pt>
                <c:pt idx="1144">
                  <c:v>0.0244444398933</c:v>
                </c:pt>
                <c:pt idx="1145">
                  <c:v>0.0244367772421</c:v>
                </c:pt>
                <c:pt idx="1146">
                  <c:v>0.0244290831601</c:v>
                </c:pt>
                <c:pt idx="1147">
                  <c:v>0.0244213467307</c:v>
                </c:pt>
                <c:pt idx="1148">
                  <c:v>0.0244135569605</c:v>
                </c:pt>
                <c:pt idx="1149">
                  <c:v>0.0244057027761</c:v>
                </c:pt>
                <c:pt idx="1150">
                  <c:v>0.0243977730223</c:v>
                </c:pt>
                <c:pt idx="1151">
                  <c:v>0.0243897564594</c:v>
                </c:pt>
                <c:pt idx="1152">
                  <c:v>0.0243816417613</c:v>
                </c:pt>
                <c:pt idx="1153">
                  <c:v>0.0243734175126</c:v>
                </c:pt>
                <c:pt idx="1154">
                  <c:v>0.0243650722069</c:v>
                </c:pt>
                <c:pt idx="1155">
                  <c:v>0.0243565942443</c:v>
                </c:pt>
                <c:pt idx="1156">
                  <c:v>0.0243479719298</c:v>
                </c:pt>
                <c:pt idx="1157">
                  <c:v>0.024339193471</c:v>
                </c:pt>
                <c:pt idx="1158">
                  <c:v>0.0243302469762</c:v>
                </c:pt>
                <c:pt idx="1159">
                  <c:v>0.0243211204533</c:v>
                </c:pt>
                <c:pt idx="1160">
                  <c:v>0.024311801808</c:v>
                </c:pt>
                <c:pt idx="1161">
                  <c:v>0.0243022788425</c:v>
                </c:pt>
                <c:pt idx="1162">
                  <c:v>0.0242925392545</c:v>
                </c:pt>
                <c:pt idx="1163">
                  <c:v>0.0242825706366</c:v>
                </c:pt>
                <c:pt idx="1164">
                  <c:v>0.0242723604753</c:v>
                </c:pt>
                <c:pt idx="1165">
                  <c:v>0.0242618961512</c:v>
                </c:pt>
                <c:pt idx="1166">
                  <c:v>0.0242511649384</c:v>
                </c:pt>
                <c:pt idx="1167">
                  <c:v>0.0242401540053</c:v>
                </c:pt>
                <c:pt idx="1168">
                  <c:v>0.0242288504151</c:v>
                </c:pt>
                <c:pt idx="1169">
                  <c:v>0.0242172411266</c:v>
                </c:pt>
                <c:pt idx="1170">
                  <c:v>0.0242053129958</c:v>
                </c:pt>
                <c:pt idx="1171">
                  <c:v>0.0241930527771</c:v>
                </c:pt>
                <c:pt idx="1172">
                  <c:v>0.0241804471264</c:v>
                </c:pt>
                <c:pt idx="1173">
                  <c:v>0.0241674826025</c:v>
                </c:pt>
                <c:pt idx="1174">
                  <c:v>0.0241541456712</c:v>
                </c:pt>
                <c:pt idx="1175">
                  <c:v>0.0241404227079</c:v>
                </c:pt>
                <c:pt idx="1176">
                  <c:v>0.0241263000023</c:v>
                </c:pt>
                <c:pt idx="1177">
                  <c:v>0.0241117637623</c:v>
                </c:pt>
                <c:pt idx="1178">
                  <c:v>0.0240968001194</c:v>
                </c:pt>
                <c:pt idx="1179">
                  <c:v>0.0240813951338</c:v>
                </c:pt>
                <c:pt idx="1180">
                  <c:v>0.0240655348013</c:v>
                </c:pt>
                <c:pt idx="1181">
                  <c:v>0.0240492050589</c:v>
                </c:pt>
                <c:pt idx="1182">
                  <c:v>0.0240323917931</c:v>
                </c:pt>
                <c:pt idx="1183">
                  <c:v>0.0240150808469</c:v>
                </c:pt>
                <c:pt idx="1184">
                  <c:v>0.0239972580292</c:v>
                </c:pt>
                <c:pt idx="1185">
                  <c:v>0.0239789091229</c:v>
                </c:pt>
                <c:pt idx="1186">
                  <c:v>0.0239600198958</c:v>
                </c:pt>
                <c:pt idx="1187">
                  <c:v>0.0239405761099</c:v>
                </c:pt>
                <c:pt idx="1188">
                  <c:v>0.0239205635334</c:v>
                </c:pt>
                <c:pt idx="1189">
                  <c:v>0.0238999679522</c:v>
                </c:pt>
                <c:pt idx="1190">
                  <c:v>0.0238787751819</c:v>
                </c:pt>
                <c:pt idx="1191">
                  <c:v>0.0238569710816</c:v>
                </c:pt>
                <c:pt idx="1192">
                  <c:v>0.0238345415674</c:v>
                </c:pt>
                <c:pt idx="1193">
                  <c:v>0.0238114726267</c:v>
                </c:pt>
                <c:pt idx="1194">
                  <c:v>0.0237877503337</c:v>
                </c:pt>
                <c:pt idx="1195">
                  <c:v>0.0237633608652</c:v>
                </c:pt>
                <c:pt idx="1196">
                  <c:v>0.0237382905169</c:v>
                </c:pt>
                <c:pt idx="1197">
                  <c:v>0.0237125257208</c:v>
                </c:pt>
                <c:pt idx="1198">
                  <c:v>0.0236860530627</c:v>
                </c:pt>
                <c:pt idx="1199">
                  <c:v>0.0236588593011</c:v>
                </c:pt>
                <c:pt idx="1200">
                  <c:v>0.0236309313857</c:v>
                </c:pt>
                <c:pt idx="1201">
                  <c:v>0.0236022564774</c:v>
                </c:pt>
                <c:pt idx="1202">
                  <c:v>0.0235728219685</c:v>
                </c:pt>
                <c:pt idx="1203">
                  <c:v>0.0235426155031</c:v>
                </c:pt>
                <c:pt idx="1204">
                  <c:v>0.0235116249983</c:v>
                </c:pt>
                <c:pt idx="1205">
                  <c:v>0.0234798386662</c:v>
                </c:pt>
                <c:pt idx="1206">
                  <c:v>0.0234472450358</c:v>
                </c:pt>
                <c:pt idx="1207">
                  <c:v>0.0234138329751</c:v>
                </c:pt>
                <c:pt idx="1208">
                  <c:v>0.0233795917143</c:v>
                </c:pt>
                <c:pt idx="1209">
                  <c:v>0.0233445108686</c:v>
                </c:pt>
                <c:pt idx="1210">
                  <c:v>0.0233085804615</c:v>
                </c:pt>
                <c:pt idx="1211">
                  <c:v>0.0232717909481</c:v>
                </c:pt>
                <c:pt idx="1212">
                  <c:v>0.0232341332384</c:v>
                </c:pt>
                <c:pt idx="1213">
                  <c:v>0.0231955987213</c:v>
                </c:pt>
                <c:pt idx="1214">
                  <c:v>0.0231561792875</c:v>
                </c:pt>
                <c:pt idx="1215">
                  <c:v>0.0231158673531</c:v>
                </c:pt>
                <c:pt idx="1216">
                  <c:v>0.0230746558828</c:v>
                </c:pt>
                <c:pt idx="1217">
                  <c:v>0.0230325384123</c:v>
                </c:pt>
                <c:pt idx="1218">
                  <c:v>0.0229895090713</c:v>
                </c:pt>
                <c:pt idx="1219">
                  <c:v>0.0229455626052</c:v>
                </c:pt>
                <c:pt idx="1220">
                  <c:v>0.0229006943968</c:v>
                </c:pt>
                <c:pt idx="1221">
                  <c:v>0.022854900487</c:v>
                </c:pt>
                <c:pt idx="1222">
                  <c:v>0.0228081775951</c:v>
                </c:pt>
                <c:pt idx="1223">
                  <c:v>0.0227605231382</c:v>
                </c:pt>
                <c:pt idx="1224">
                  <c:v>0.0227119352497</c:v>
                </c:pt>
                <c:pt idx="1225">
                  <c:v>0.0226624127966</c:v>
                </c:pt>
                <c:pt idx="1226">
                  <c:v>0.0226119553963</c:v>
                </c:pt>
                <c:pt idx="1227">
                  <c:v>0.0225605634315</c:v>
                </c:pt>
                <c:pt idx="1228">
                  <c:v>0.0225082380649</c:v>
                </c:pt>
                <c:pt idx="1229">
                  <c:v>0.0224549812511</c:v>
                </c:pt>
                <c:pt idx="1230">
                  <c:v>0.0224007957487</c:v>
                </c:pt>
                <c:pt idx="1231">
                  <c:v>0.0223456851296</c:v>
                </c:pt>
                <c:pt idx="1232">
                  <c:v>0.0222896537877</c:v>
                </c:pt>
                <c:pt idx="1233">
                  <c:v>0.0222327069456</c:v>
                </c:pt>
                <c:pt idx="1234">
                  <c:v>0.022174850659</c:v>
                </c:pt>
                <c:pt idx="1235">
                  <c:v>0.0221160918208</c:v>
                </c:pt>
                <c:pt idx="1236">
                  <c:v>0.0220564381621</c:v>
                </c:pt>
                <c:pt idx="1237">
                  <c:v>0.0219958982517</c:v>
                </c:pt>
                <c:pt idx="1238">
                  <c:v>0.0219344814944</c:v>
                </c:pt>
                <c:pt idx="1239">
                  <c:v>0.0218721981261</c:v>
                </c:pt>
                <c:pt idx="1240">
                  <c:v>0.0218090592083</c:v>
                </c:pt>
                <c:pt idx="1241">
                  <c:v>0.02174507662</c:v>
                </c:pt>
                <c:pt idx="1242">
                  <c:v>0.0216802630475</c:v>
                </c:pt>
                <c:pt idx="1243">
                  <c:v>0.0216146319725</c:v>
                </c:pt>
                <c:pt idx="1244">
                  <c:v>0.0215481976584</c:v>
                </c:pt>
                <c:pt idx="1245">
                  <c:v>0.0214809751346</c:v>
                </c:pt>
                <c:pt idx="1246">
                  <c:v>0.0214129801785</c:v>
                </c:pt>
                <c:pt idx="1247">
                  <c:v>0.0213442292963</c:v>
                </c:pt>
                <c:pt idx="1248">
                  <c:v>0.0212747397016</c:v>
                </c:pt>
                <c:pt idx="1249">
                  <c:v>0.0212045292925</c:v>
                </c:pt>
                <c:pt idx="1250">
                  <c:v>0.0211336166268</c:v>
                </c:pt>
                <c:pt idx="1251">
                  <c:v>0.0210620208955</c:v>
                </c:pt>
                <c:pt idx="1252">
                  <c:v>0.0209897618955</c:v>
                </c:pt>
                <c:pt idx="1253">
                  <c:v>0.0209168599997</c:v>
                </c:pt>
                <c:pt idx="1254">
                  <c:v>0.0208433361271</c:v>
                </c:pt>
                <c:pt idx="1255">
                  <c:v>0.0207692117104</c:v>
                </c:pt>
                <c:pt idx="1256">
                  <c:v>0.0206945086634</c:v>
                </c:pt>
                <c:pt idx="1257">
                  <c:v>0.0206192493469</c:v>
                </c:pt>
                <c:pt idx="1258">
                  <c:v>0.0205434565338</c:v>
                </c:pt>
                <c:pt idx="1259">
                  <c:v>0.0204671533737</c:v>
                </c:pt>
                <c:pt idx="1260">
                  <c:v>0.0203903633564</c:v>
                </c:pt>
                <c:pt idx="1261">
                  <c:v>0.020313110275</c:v>
                </c:pt>
                <c:pt idx="1262">
                  <c:v>0.020235418189</c:v>
                </c:pt>
                <c:pt idx="1263">
                  <c:v>0.0201573113865</c:v>
                </c:pt>
                <c:pt idx="1264">
                  <c:v>0.0200788143468</c:v>
                </c:pt>
                <c:pt idx="1265">
                  <c:v>0.0199999517025</c:v>
                </c:pt>
                <c:pt idx="1266">
                  <c:v>0.019920748202</c:v>
                </c:pt>
                <c:pt idx="1267">
                  <c:v>0.0198412286723</c:v>
                </c:pt>
                <c:pt idx="1268">
                  <c:v>0.0197614179818</c:v>
                </c:pt>
                <c:pt idx="1269">
                  <c:v>0.019681341004</c:v>
                </c:pt>
                <c:pt idx="1270">
                  <c:v>0.0196010225813</c:v>
                </c:pt>
                <c:pt idx="1271">
                  <c:v>0.0195204874898</c:v>
                </c:pt>
                <c:pt idx="1272">
                  <c:v>0.0194397604049</c:v>
                </c:pt>
                <c:pt idx="1273">
                  <c:v>0.0193588658674</c:v>
                </c:pt>
                <c:pt idx="1274">
                  <c:v>0.0192778282512</c:v>
                </c:pt>
                <c:pt idx="1275">
                  <c:v>0.0191966717313</c:v>
                </c:pt>
                <c:pt idx="1276">
                  <c:v>0.0191154202536</c:v>
                </c:pt>
                <c:pt idx="1277">
                  <c:v>0.0190340975053</c:v>
                </c:pt>
                <c:pt idx="1278">
                  <c:v>0.0189527268871</c:v>
                </c:pt>
                <c:pt idx="1279">
                  <c:v>0.0188713314864</c:v>
                </c:pt>
                <c:pt idx="1280">
                  <c:v>0.0187899340517</c:v>
                </c:pt>
                <c:pt idx="1281">
                  <c:v>0.0187085569688</c:v>
                </c:pt>
                <c:pt idx="1282">
                  <c:v>0.0186272222382</c:v>
                </c:pt>
                <c:pt idx="1283">
                  <c:v>0.0185459514541</c:v>
                </c:pt>
                <c:pt idx="1284">
                  <c:v>0.0184647657842</c:v>
                </c:pt>
                <c:pt idx="1285">
                  <c:v>0.0183836859524</c:v>
                </c:pt>
                <c:pt idx="1286">
                  <c:v>0.0183027322213</c:v>
                </c:pt>
                <c:pt idx="1287">
                  <c:v>0.0182219243776</c:v>
                </c:pt>
                <c:pt idx="1288">
                  <c:v>0.0181412817179</c:v>
                </c:pt>
                <c:pt idx="1289">
                  <c:v>0.018060823037</c:v>
                </c:pt>
                <c:pt idx="1290">
                  <c:v>0.0179805666165</c:v>
                </c:pt>
                <c:pt idx="1291">
                  <c:v>0.0179005302159</c:v>
                </c:pt>
                <c:pt idx="1292">
                  <c:v>0.0178207310643</c:v>
                </c:pt>
                <c:pt idx="1293">
                  <c:v>0.0177411858539</c:v>
                </c:pt>
                <c:pt idx="1294">
                  <c:v>0.0176619107348</c:v>
                </c:pt>
                <c:pt idx="1295">
                  <c:v>0.0175829213107</c:v>
                </c:pt>
                <c:pt idx="1296">
                  <c:v>0.0175042326363</c:v>
                </c:pt>
                <c:pt idx="1297">
                  <c:v>0.0174258592158</c:v>
                </c:pt>
                <c:pt idx="1298">
                  <c:v>0.0173478150024</c:v>
                </c:pt>
                <c:pt idx="1299">
                  <c:v>0.0172701133987</c:v>
                </c:pt>
                <c:pt idx="1300">
                  <c:v>0.0171927672589</c:v>
                </c:pt>
                <c:pt idx="1301">
                  <c:v>0.017115788891</c:v>
                </c:pt>
                <c:pt idx="1302">
                  <c:v>0.0170391900608</c:v>
                </c:pt>
                <c:pt idx="1303">
                  <c:v>0.0169629819963</c:v>
                </c:pt>
                <c:pt idx="1304">
                  <c:v>0.0168871753928</c:v>
                </c:pt>
                <c:pt idx="1305">
                  <c:v>0.0168117804195</c:v>
                </c:pt>
                <c:pt idx="1306">
                  <c:v>0.0167368067259</c:v>
                </c:pt>
                <c:pt idx="1307">
                  <c:v>0.0166622634496</c:v>
                </c:pt>
                <c:pt idx="1308">
                  <c:v>0.016588159224</c:v>
                </c:pt>
                <c:pt idx="1309">
                  <c:v>0.0165145021876</c:v>
                </c:pt>
                <c:pt idx="1310">
                  <c:v>0.0164412999926</c:v>
                </c:pt>
                <c:pt idx="1311">
                  <c:v>0.0163685598147</c:v>
                </c:pt>
                <c:pt idx="1312">
                  <c:v>0.0162962883634</c:v>
                </c:pt>
                <c:pt idx="1313">
                  <c:v>0.0162244918918</c:v>
                </c:pt>
                <c:pt idx="1314">
                  <c:v>0.0161531762081</c:v>
                </c:pt>
                <c:pt idx="1315">
                  <c:v>0.0160823466858</c:v>
                </c:pt>
                <c:pt idx="1316">
                  <c:v>0.0160120082755</c:v>
                </c:pt>
                <c:pt idx="1317">
                  <c:v>0.0159421655159</c:v>
                </c:pt>
                <c:pt idx="1318">
                  <c:v>0.0158728225457</c:v>
                </c:pt>
                <c:pt idx="1319">
                  <c:v>0.0158039831148</c:v>
                </c:pt>
                <c:pt idx="1320">
                  <c:v>0.0157356505964</c:v>
                </c:pt>
                <c:pt idx="1321">
                  <c:v>0.0156678279988</c:v>
                </c:pt>
                <c:pt idx="1322">
                  <c:v>0.015600517977</c:v>
                </c:pt>
                <c:pt idx="1323">
                  <c:v>0.0155337228444</c:v>
                </c:pt>
                <c:pt idx="1324">
                  <c:v>0.015467444585</c:v>
                </c:pt>
                <c:pt idx="1325">
                  <c:v>0.0154016848645</c:v>
                </c:pt>
                <c:pt idx="1326">
                  <c:v>0.0153364450424</c:v>
                </c:pt>
                <c:pt idx="1327">
                  <c:v>0.0152717261831</c:v>
                </c:pt>
                <c:pt idx="1328">
                  <c:v>0.0152075290677</c:v>
                </c:pt>
                <c:pt idx="1329">
                  <c:v>0.0151438542045</c:v>
                </c:pt>
                <c:pt idx="1330">
                  <c:v>0.015080701841</c:v>
                </c:pt>
                <c:pt idx="1331">
                  <c:v>0.015018071974</c:v>
                </c:pt>
                <c:pt idx="1332">
                  <c:v>0.0149559643604</c:v>
                </c:pt>
                <c:pt idx="1333">
                  <c:v>0.0148943785283</c:v>
                </c:pt>
                <c:pt idx="1334">
                  <c:v>0.0148333137864</c:v>
                </c:pt>
                <c:pt idx="1335">
                  <c:v>0.0147727692348</c:v>
                </c:pt>
                <c:pt idx="1336">
                  <c:v>0.0147127437743</c:v>
                </c:pt>
                <c:pt idx="1337">
                  <c:v>0.0146532361164</c:v>
                </c:pt>
                <c:pt idx="1338">
                  <c:v>0.0145942447925</c:v>
                </c:pt>
                <c:pt idx="1339">
                  <c:v>0.0145357681627</c:v>
                </c:pt>
                <c:pt idx="1340">
                  <c:v>0.0144778044254</c:v>
                </c:pt>
                <c:pt idx="1341">
                  <c:v>0.0144203516253</c:v>
                </c:pt>
                <c:pt idx="1342">
                  <c:v>0.0143634076621</c:v>
                </c:pt>
                <c:pt idx="1343">
                  <c:v>0.0143069702984</c:v>
                </c:pt>
                <c:pt idx="1344">
                  <c:v>0.0142510371678</c:v>
                </c:pt>
                <c:pt idx="1345">
                  <c:v>0.0141956057825</c:v>
                </c:pt>
                <c:pt idx="1346">
                  <c:v>0.0141406735405</c:v>
                </c:pt>
                <c:pt idx="1347">
                  <c:v>0.014086237733</c:v>
                </c:pt>
                <c:pt idx="1348">
                  <c:v>0.0140322955509</c:v>
                </c:pt>
                <c:pt idx="1349">
                  <c:v>0.0139788440922</c:v>
                </c:pt>
                <c:pt idx="1350">
                  <c:v>0.0139258803675</c:v>
                </c:pt>
                <c:pt idx="1351">
                  <c:v>0.0138734013068</c:v>
                </c:pt>
                <c:pt idx="1352">
                  <c:v>0.0138214037654</c:v>
                </c:pt>
                <c:pt idx="1353">
                  <c:v>0.0137698845293</c:v>
                </c:pt>
                <c:pt idx="1354">
                  <c:v>0.013718840321</c:v>
                </c:pt>
                <c:pt idx="1355">
                  <c:v>0.0136682678049</c:v>
                </c:pt>
                <c:pt idx="1356">
                  <c:v>0.0136181635919</c:v>
                </c:pt>
                <c:pt idx="1357">
                  <c:v>0.013568524245</c:v>
                </c:pt>
                <c:pt idx="1358">
                  <c:v>0.0135193462832</c:v>
                </c:pt>
                <c:pt idx="1359">
                  <c:v>0.0134706261866</c:v>
                </c:pt>
                <c:pt idx="1360">
                  <c:v>0.0134223604004</c:v>
                </c:pt>
                <c:pt idx="1361">
                  <c:v>0.013374545339</c:v>
                </c:pt>
                <c:pt idx="1362">
                  <c:v>0.0133271773902</c:v>
                </c:pt>
                <c:pt idx="1363">
                  <c:v>0.0132802529187</c:v>
                </c:pt>
                <c:pt idx="1364">
                  <c:v>0.0132337682696</c:v>
                </c:pt>
                <c:pt idx="1365">
                  <c:v>0.0131877197723</c:v>
                </c:pt>
                <c:pt idx="1366">
                  <c:v>0.0131421037434</c:v>
                </c:pt>
                <c:pt idx="1367">
                  <c:v>0.0130969164899</c:v>
                </c:pt>
                <c:pt idx="1368">
                  <c:v>0.0130521543121</c:v>
                </c:pt>
                <c:pt idx="1369">
                  <c:v>0.0130078135069</c:v>
                </c:pt>
                <c:pt idx="1370">
                  <c:v>0.0129638903699</c:v>
                </c:pt>
                <c:pt idx="1371">
                  <c:v>0.0129203811984</c:v>
                </c:pt>
                <c:pt idx="1372">
                  <c:v>0.0128772822937</c:v>
                </c:pt>
                <c:pt idx="1373">
                  <c:v>0.0128345899634</c:v>
                </c:pt>
                <c:pt idx="1374">
                  <c:v>0.0127923005238</c:v>
                </c:pt>
                <c:pt idx="1375">
                  <c:v>0.0127504103021</c:v>
                </c:pt>
                <c:pt idx="1376">
                  <c:v>0.012708915638</c:v>
                </c:pt>
                <c:pt idx="1377">
                  <c:v>0.012667812886</c:v>
                </c:pt>
                <c:pt idx="1378">
                  <c:v>0.0126270984171</c:v>
                </c:pt>
                <c:pt idx="1379">
                  <c:v>0.0125867686206</c:v>
                </c:pt>
                <c:pt idx="1380">
                  <c:v>0.0125468199057</c:v>
                </c:pt>
                <c:pt idx="1381">
                  <c:v>0.012507248703</c:v>
                </c:pt>
                <c:pt idx="1382">
                  <c:v>0.0124680514663</c:v>
                </c:pt>
                <c:pt idx="1383">
                  <c:v>0.0124292246736</c:v>
                </c:pt>
                <c:pt idx="1384">
                  <c:v>0.0123907648288</c:v>
                </c:pt>
                <c:pt idx="1385">
                  <c:v>0.0123526684626</c:v>
                </c:pt>
                <c:pt idx="1386">
                  <c:v>0.0123149321345</c:v>
                </c:pt>
                <c:pt idx="1387">
                  <c:v>0.0122775524328</c:v>
                </c:pt>
                <c:pt idx="1388">
                  <c:v>0.0122405259769</c:v>
                </c:pt>
                <c:pt idx="1389">
                  <c:v>0.0122038494175</c:v>
                </c:pt>
                <c:pt idx="1390">
                  <c:v>0.0121675194381</c:v>
                </c:pt>
                <c:pt idx="1391">
                  <c:v>0.0121315327556</c:v>
                </c:pt>
                <c:pt idx="1392">
                  <c:v>0.0120958861217</c:v>
                </c:pt>
                <c:pt idx="1393">
                  <c:v>0.0120605763233</c:v>
                </c:pt>
                <c:pt idx="1394">
                  <c:v>0.0120256001834</c:v>
                </c:pt>
                <c:pt idx="1395">
                  <c:v>0.0119909545622</c:v>
                </c:pt>
                <c:pt idx="1396">
                  <c:v>0.0119566363576</c:v>
                </c:pt>
                <c:pt idx="1397">
                  <c:v>0.0119226425062</c:v>
                </c:pt>
                <c:pt idx="1398">
                  <c:v>0.0118889699834</c:v>
                </c:pt>
                <c:pt idx="1399">
                  <c:v>0.0118556158049</c:v>
                </c:pt>
                <c:pt idx="1400">
                  <c:v>0.0118225770266</c:v>
                </c:pt>
                <c:pt idx="1401">
                  <c:v>0.0117898507455</c:v>
                </c:pt>
                <c:pt idx="1402">
                  <c:v>0.0117574341005</c:v>
                </c:pt>
                <c:pt idx="1403">
                  <c:v>0.0117253242726</c:v>
                </c:pt>
                <c:pt idx="1404">
                  <c:v>0.0116935184854</c:v>
                </c:pt>
                <c:pt idx="1405">
                  <c:v>0.0116620140061</c:v>
                </c:pt>
                <c:pt idx="1406">
                  <c:v>0.0116308081454</c:v>
                </c:pt>
                <c:pt idx="1407">
                  <c:v>0.0115998982581</c:v>
                </c:pt>
                <c:pt idx="1408">
                  <c:v>0.0115692817437</c:v>
                </c:pt>
                <c:pt idx="1409">
                  <c:v>0.0115389560469</c:v>
                </c:pt>
                <c:pt idx="1410">
                  <c:v>0.0115089186573</c:v>
                </c:pt>
                <c:pt idx="1411">
                  <c:v>0.0114791671106</c:v>
                </c:pt>
                <c:pt idx="1412">
                  <c:v>0.0114496989883</c:v>
                </c:pt>
                <c:pt idx="1413">
                  <c:v>0.0114205119184</c:v>
                </c:pt>
                <c:pt idx="1414">
                  <c:v>0.0113916035754</c:v>
                </c:pt>
                <c:pt idx="1415">
                  <c:v>0.0113629716805</c:v>
                </c:pt>
                <c:pt idx="1416">
                  <c:v>0.011334614002</c:v>
                </c:pt>
                <c:pt idx="1417">
                  <c:v>0.0113065283555</c:v>
                </c:pt>
                <c:pt idx="1418">
                  <c:v>0.0112787126038</c:v>
                </c:pt>
                <c:pt idx="1419">
                  <c:v>0.011251164657</c:v>
                </c:pt>
                <c:pt idx="1420">
                  <c:v>0.0112238824731</c:v>
                </c:pt>
                <c:pt idx="1421">
                  <c:v>0.0111968640572</c:v>
                </c:pt>
                <c:pt idx="1422">
                  <c:v>0.011170107462</c:v>
                </c:pt>
                <c:pt idx="1423">
                  <c:v>0.011143610788</c:v>
                </c:pt>
                <c:pt idx="1424">
                  <c:v>0.0111173721826</c:v>
                </c:pt>
                <c:pt idx="1425">
                  <c:v>0.0110913898408</c:v>
                </c:pt>
                <c:pt idx="1426">
                  <c:v>0.0110656620045</c:v>
                </c:pt>
                <c:pt idx="1427">
                  <c:v>0.0110401869624</c:v>
                </c:pt>
                <c:pt idx="1428">
                  <c:v>0.01101496305</c:v>
                </c:pt>
                <c:pt idx="1429">
                  <c:v>0.0109899886487</c:v>
                </c:pt>
                <c:pt idx="1430">
                  <c:v>0.0109652621859</c:v>
                </c:pt>
                <c:pt idx="1431">
                  <c:v>0.0109407821345</c:v>
                </c:pt>
                <c:pt idx="1432">
                  <c:v>0.0109165470122</c:v>
                </c:pt>
                <c:pt idx="1433">
                  <c:v>0.0108925553812</c:v>
                </c:pt>
                <c:pt idx="1434">
                  <c:v>0.0108688058473</c:v>
                </c:pt>
                <c:pt idx="1435">
                  <c:v>0.0108452970597</c:v>
                </c:pt>
                <c:pt idx="1436">
                  <c:v>0.0108220277097</c:v>
                </c:pt>
                <c:pt idx="1437">
                  <c:v>0.0107989965304</c:v>
                </c:pt>
                <c:pt idx="1438">
                  <c:v>0.0107762022957</c:v>
                </c:pt>
                <c:pt idx="1439">
                  <c:v>0.0107536438194</c:v>
                </c:pt>
                <c:pt idx="1440">
                  <c:v>0.010731319954</c:v>
                </c:pt>
                <c:pt idx="1441">
                  <c:v>0.0107092295903</c:v>
                </c:pt>
                <c:pt idx="1442">
                  <c:v>0.0106873716556</c:v>
                </c:pt>
                <c:pt idx="1443">
                  <c:v>0.0106657451129</c:v>
                </c:pt>
                <c:pt idx="1444">
                  <c:v>0.0106443489599</c:v>
                </c:pt>
                <c:pt idx="1445">
                  <c:v>0.0106231822273</c:v>
                </c:pt>
                <c:pt idx="1446">
                  <c:v>0.0106022439778</c:v>
                </c:pt>
                <c:pt idx="1447">
                  <c:v>0.0105815333047</c:v>
                </c:pt>
                <c:pt idx="1448">
                  <c:v>0.0105610493302</c:v>
                </c:pt>
                <c:pt idx="1449">
                  <c:v>0.0105407912045</c:v>
                </c:pt>
                <c:pt idx="1450">
                  <c:v>0.0105207581035</c:v>
                </c:pt>
                <c:pt idx="1451">
                  <c:v>0.0105009492279</c:v>
                </c:pt>
                <c:pt idx="1452">
                  <c:v>0.0104813638013</c:v>
                </c:pt>
                <c:pt idx="1453">
                  <c:v>0.0104620010685</c:v>
                </c:pt>
                <c:pt idx="1454">
                  <c:v>0.010442860294</c:v>
                </c:pt>
                <c:pt idx="1455">
                  <c:v>0.01042394076</c:v>
                </c:pt>
                <c:pt idx="1456">
                  <c:v>0.010405241765</c:v>
                </c:pt>
                <c:pt idx="1457">
                  <c:v>0.0103867626216</c:v>
                </c:pt>
                <c:pt idx="1458">
                  <c:v>0.0103685026552</c:v>
                </c:pt>
                <c:pt idx="1459">
                  <c:v>0.0103504612015</c:v>
                </c:pt>
                <c:pt idx="1460">
                  <c:v>0.0103326376055</c:v>
                </c:pt>
                <c:pt idx="1461">
                  <c:v>0.0103150312189</c:v>
                </c:pt>
                <c:pt idx="1462">
                  <c:v>0.0102976413985</c:v>
                </c:pt>
                <c:pt idx="1463">
                  <c:v>0.0102804675048</c:v>
                </c:pt>
                <c:pt idx="1464">
                  <c:v>0.0102635088993</c:v>
                </c:pt>
                <c:pt idx="1465">
                  <c:v>0.0102467649434</c:v>
                </c:pt>
                <c:pt idx="1466">
                  <c:v>0.0102302349962</c:v>
                </c:pt>
                <c:pt idx="1467">
                  <c:v>0.0102139184127</c:v>
                </c:pt>
                <c:pt idx="1468">
                  <c:v>0.0101978145422</c:v>
                </c:pt>
                <c:pt idx="1469">
                  <c:v>0.0101819227263</c:v>
                </c:pt>
                <c:pt idx="1470">
                  <c:v>0.0101662422976</c:v>
                </c:pt>
                <c:pt idx="1471">
                  <c:v>0.0101507725774</c:v>
                </c:pt>
                <c:pt idx="1472">
                  <c:v>0.0101355128744</c:v>
                </c:pt>
                <c:pt idx="1473">
                  <c:v>0.0101204624833</c:v>
                </c:pt>
                <c:pt idx="1474">
                  <c:v>0.0101056206829</c:v>
                </c:pt>
                <c:pt idx="1475">
                  <c:v>0.0100909867345</c:v>
                </c:pt>
                <c:pt idx="1476">
                  <c:v>0.010076559881</c:v>
                </c:pt>
                <c:pt idx="1477">
                  <c:v>0.0100623393451</c:v>
                </c:pt>
                <c:pt idx="1478">
                  <c:v>0.010048324328</c:v>
                </c:pt>
                <c:pt idx="1479">
                  <c:v>0.0100345140083</c:v>
                </c:pt>
                <c:pt idx="1480">
                  <c:v>0.010020907541</c:v>
                </c:pt>
                <c:pt idx="1481">
                  <c:v>0.0100075040558</c:v>
                </c:pt>
                <c:pt idx="1482">
                  <c:v>0.00999430265673</c:v>
                </c:pt>
                <c:pt idx="1483">
                  <c:v>0.00998130242101</c:v>
                </c:pt>
                <c:pt idx="1484">
                  <c:v>0.00996850239805</c:v>
                </c:pt>
                <c:pt idx="1485">
                  <c:v>0.00995590160884</c:v>
                </c:pt>
                <c:pt idx="1486">
                  <c:v>0.00994349904525</c:v>
                </c:pt>
                <c:pt idx="1487">
                  <c:v>0.00993129366944</c:v>
                </c:pt>
                <c:pt idx="1488">
                  <c:v>0.00991928441336</c:v>
                </c:pt>
                <c:pt idx="1489">
                  <c:v>0.0099074701784</c:v>
                </c:pt>
                <c:pt idx="1490">
                  <c:v>0.00989584983501</c:v>
                </c:pt>
                <c:pt idx="1491">
                  <c:v>0.00988442222255</c:v>
                </c:pt>
                <c:pt idx="1492">
                  <c:v>0.00987318614916</c:v>
                </c:pt>
                <c:pt idx="1493">
                  <c:v>0.00986214039173</c:v>
                </c:pt>
                <c:pt idx="1494">
                  <c:v>0.00985128369599</c:v>
                </c:pt>
                <c:pt idx="1495">
                  <c:v>0.00984061477666</c:v>
                </c:pt>
                <c:pt idx="1496">
                  <c:v>0.00983013231772</c:v>
                </c:pt>
                <c:pt idx="1497">
                  <c:v>0.00981983497276</c:v>
                </c:pt>
                <c:pt idx="1498">
                  <c:v>0.00980972136542</c:v>
                </c:pt>
                <c:pt idx="1499">
                  <c:v>0.00979979008995</c:v>
                </c:pt>
                <c:pt idx="1500">
                  <c:v>0.00979003971178</c:v>
                </c:pt>
                <c:pt idx="1501">
                  <c:v>0.00978046876827</c:v>
                </c:pt>
                <c:pt idx="1502">
                  <c:v>0.00977107576946</c:v>
                </c:pt>
                <c:pt idx="1503">
                  <c:v>0.00976185919896</c:v>
                </c:pt>
                <c:pt idx="1504">
                  <c:v>0.00975281751488</c:v>
                </c:pt>
                <c:pt idx="1505">
                  <c:v>0.00974394915084</c:v>
                </c:pt>
                <c:pt idx="1506">
                  <c:v>0.00973525251708</c:v>
                </c:pt>
                <c:pt idx="1507">
                  <c:v>0.00972672600159</c:v>
                </c:pt>
                <c:pt idx="1508">
                  <c:v>0.00971836797132</c:v>
                </c:pt>
                <c:pt idx="1509">
                  <c:v>0.00971017677347</c:v>
                </c:pt>
                <c:pt idx="1510">
                  <c:v>0.00970215073679</c:v>
                </c:pt>
                <c:pt idx="1511">
                  <c:v>0.009694288173</c:v>
                </c:pt>
                <c:pt idx="1512">
                  <c:v>0.00968658737816</c:v>
                </c:pt>
                <c:pt idx="1513">
                  <c:v>0.00967904663415</c:v>
                </c:pt>
                <c:pt idx="1514">
                  <c:v>0.0096716642102</c:v>
                </c:pt>
                <c:pt idx="1515">
                  <c:v>0.00966443836437</c:v>
                </c:pt>
                <c:pt idx="1516">
                  <c:v>0.00965736734511</c:v>
                </c:pt>
                <c:pt idx="1517">
                  <c:v>0.00965044939288</c:v>
                </c:pt>
                <c:pt idx="1518">
                  <c:v>0.00964368274168</c:v>
                </c:pt>
                <c:pt idx="1519">
                  <c:v>0.00963706562068</c:v>
                </c:pt>
                <c:pt idx="1520">
                  <c:v>0.00963059625584</c:v>
                </c:pt>
                <c:pt idx="1521">
                  <c:v>0.00962427287147</c:v>
                </c:pt>
                <c:pt idx="1522">
                  <c:v>0.00961809369186</c:v>
                </c:pt>
                <c:pt idx="1523">
                  <c:v>0.00961205694289</c:v>
                </c:pt>
                <c:pt idx="1524">
                  <c:v>0.00960616085356</c:v>
                </c:pt>
                <c:pt idx="1525">
                  <c:v>0.00960040365757</c:v>
                </c:pt>
                <c:pt idx="1526">
                  <c:v>0.00959478359482</c:v>
                </c:pt>
                <c:pt idx="1527">
                  <c:v>0.00958929891297</c:v>
                </c:pt>
                <c:pt idx="1528">
                  <c:v>0.00958394786881</c:v>
                </c:pt>
                <c:pt idx="1529">
                  <c:v>0.00957872872977</c:v>
                </c:pt>
                <c:pt idx="1530">
                  <c:v>0.00957363977525</c:v>
                </c:pt>
                <c:pt idx="1531">
                  <c:v>0.00956867929795</c:v>
                </c:pt>
                <c:pt idx="1532">
                  <c:v>0.00956384560516</c:v>
                </c:pt>
                <c:pt idx="1533">
                  <c:v>0.00955913701996</c:v>
                </c:pt>
                <c:pt idx="1534">
                  <c:v>0.00955455188242</c:v>
                </c:pt>
                <c:pt idx="1535">
                  <c:v>0.00955008855064</c:v>
                </c:pt>
                <c:pt idx="1536">
                  <c:v>0.0095457454018</c:v>
                </c:pt>
                <c:pt idx="1537">
                  <c:v>0.00954152083313</c:v>
                </c:pt>
                <c:pt idx="1538">
                  <c:v>0.00953741326275</c:v>
                </c:pt>
                <c:pt idx="1539">
                  <c:v>0.00953342113052</c:v>
                </c:pt>
                <c:pt idx="1540">
                  <c:v>0.00952954289874</c:v>
                </c:pt>
                <c:pt idx="1541">
                  <c:v>0.00952577705278</c:v>
                </c:pt>
                <c:pt idx="1542">
                  <c:v>0.00952212210169</c:v>
                </c:pt>
                <c:pt idx="1543">
                  <c:v>0.00951857657862</c:v>
                </c:pt>
                <c:pt idx="1544">
                  <c:v>0.00951513904126</c:v>
                </c:pt>
                <c:pt idx="1545">
                  <c:v>0.00951180807209</c:v>
                </c:pt>
                <c:pt idx="1546">
                  <c:v>0.00950858227866</c:v>
                </c:pt>
                <c:pt idx="1547">
                  <c:v>0.0095054602937</c:v>
                </c:pt>
                <c:pt idx="1548">
                  <c:v>0.00950244077513</c:v>
                </c:pt>
                <c:pt idx="1549">
                  <c:v>0.00949952240605</c:v>
                </c:pt>
                <c:pt idx="1550">
                  <c:v>0.00949670389462</c:v>
                </c:pt>
                <c:pt idx="1551">
                  <c:v>0.00949398397381</c:v>
                </c:pt>
                <c:pt idx="1552">
                  <c:v>0.00949136140114</c:v>
                </c:pt>
                <c:pt idx="1553">
                  <c:v>0.00948883495826</c:v>
                </c:pt>
                <c:pt idx="1554">
                  <c:v>0.00948640345052</c:v>
                </c:pt>
                <c:pt idx="1555">
                  <c:v>0.00948406570641</c:v>
                </c:pt>
                <c:pt idx="1556">
                  <c:v>0.00948182057697</c:v>
                </c:pt>
                <c:pt idx="1557">
                  <c:v>0.00947966693505</c:v>
                </c:pt>
                <c:pt idx="1558">
                  <c:v>0.00947760367462</c:v>
                </c:pt>
                <c:pt idx="1559">
                  <c:v>0.00947562970987</c:v>
                </c:pt>
                <c:pt idx="1560">
                  <c:v>0.00947374397438</c:v>
                </c:pt>
                <c:pt idx="1561">
                  <c:v>0.00947194542012</c:v>
                </c:pt>
                <c:pt idx="1562">
                  <c:v>0.00947023301648</c:v>
                </c:pt>
                <c:pt idx="1563">
                  <c:v>0.00946860574918</c:v>
                </c:pt>
                <c:pt idx="1564">
                  <c:v>0.00946706261919</c:v>
                </c:pt>
                <c:pt idx="1565">
                  <c:v>0.00946560264155</c:v>
                </c:pt>
                <c:pt idx="1566">
                  <c:v>0.00946422484418</c:v>
                </c:pt>
                <c:pt idx="1567">
                  <c:v>0.0094629282667</c:v>
                </c:pt>
                <c:pt idx="1568">
                  <c:v>0.0094617119591</c:v>
                </c:pt>
                <c:pt idx="1569">
                  <c:v>0.00946057498052</c:v>
                </c:pt>
                <c:pt idx="1570">
                  <c:v>0.00945951639789</c:v>
                </c:pt>
                <c:pt idx="1571">
                  <c:v>0.0094585352847</c:v>
                </c:pt>
                <c:pt idx="1572">
                  <c:v>0.00945763071957</c:v>
                </c:pt>
                <c:pt idx="1573">
                  <c:v>0.009456801785</c:v>
                </c:pt>
                <c:pt idx="1574">
                  <c:v>0.009456047566</c:v>
                </c:pt>
                <c:pt idx="1575">
                  <c:v>0.00945536714875</c:v>
                </c:pt>
                <c:pt idx="1576">
                  <c:v>0.00945475961935</c:v>
                </c:pt>
                <c:pt idx="1577">
                  <c:v>0.00945422406243</c:v>
                </c:pt>
                <c:pt idx="1578">
                  <c:v>0.00945375955994</c:v>
                </c:pt>
                <c:pt idx="1579">
                  <c:v>0.00945336518988</c:v>
                </c:pt>
                <c:pt idx="1580">
                  <c:v>0.00945304002503</c:v>
                </c:pt>
                <c:pt idx="1581">
                  <c:v>0.00945278313183</c:v>
                </c:pt>
                <c:pt idx="1582">
                  <c:v>0.0094525935692</c:v>
                </c:pt>
                <c:pt idx="1583">
                  <c:v>0.00945247038742</c:v>
                </c:pt>
                <c:pt idx="1584">
                  <c:v>0.00945241262709</c:v>
                </c:pt>
                <c:pt idx="1585">
                  <c:v>0.00945241931812</c:v>
                </c:pt>
                <c:pt idx="1586">
                  <c:v>0.00945248947879</c:v>
                </c:pt>
                <c:pt idx="1587">
                  <c:v>0.00945262211487</c:v>
                </c:pt>
                <c:pt idx="1588">
                  <c:v>0.00945281621874</c:v>
                </c:pt>
                <c:pt idx="1589">
                  <c:v>0.00945307076873</c:v>
                </c:pt>
                <c:pt idx="1590">
                  <c:v>0.00945338472834</c:v>
                </c:pt>
                <c:pt idx="1591">
                  <c:v>0.00945375704567</c:v>
                </c:pt>
                <c:pt idx="1592">
                  <c:v>0.00945418665291</c:v>
                </c:pt>
                <c:pt idx="1593">
                  <c:v>0.0094546724658</c:v>
                </c:pt>
                <c:pt idx="1594">
                  <c:v>0.00945521338331</c:v>
                </c:pt>
                <c:pt idx="1595">
                  <c:v>0.00945580828733</c:v>
                </c:pt>
                <c:pt idx="1596">
                  <c:v>0.00945645604244</c:v>
                </c:pt>
                <c:pt idx="1597">
                  <c:v>0.00945715549576</c:v>
                </c:pt>
                <c:pt idx="1598">
                  <c:v>0.00945790547694</c:v>
                </c:pt>
                <c:pt idx="1599">
                  <c:v>0.00945870479815</c:v>
                </c:pt>
                <c:pt idx="1600">
                  <c:v>0.00945955225422</c:v>
                </c:pt>
                <c:pt idx="1601">
                  <c:v>0.00946044662284</c:v>
                </c:pt>
                <c:pt idx="1602">
                  <c:v>0.00946138666484</c:v>
                </c:pt>
                <c:pt idx="1603">
                  <c:v>0.00946237112456</c:v>
                </c:pt>
                <c:pt idx="1604">
                  <c:v>0.00946339873029</c:v>
                </c:pt>
                <c:pt idx="1605">
                  <c:v>0.0094644681948</c:v>
                </c:pt>
                <c:pt idx="1606">
                  <c:v>0.00946557821598</c:v>
                </c:pt>
                <c:pt idx="1607">
                  <c:v>0.00946672747746</c:v>
                </c:pt>
                <c:pt idx="1608">
                  <c:v>0.0094679146494</c:v>
                </c:pt>
                <c:pt idx="1609">
                  <c:v>0.00946913838934</c:v>
                </c:pt>
                <c:pt idx="1610">
                  <c:v>0.00947039734305</c:v>
                </c:pt>
                <c:pt idx="1611">
                  <c:v>0.0094716901455</c:v>
                </c:pt>
                <c:pt idx="1612">
                  <c:v>0.0094730154219</c:v>
                </c:pt>
                <c:pt idx="1613">
                  <c:v>0.00947437178876</c:v>
                </c:pt>
                <c:pt idx="1614">
                  <c:v>0.00947575785505</c:v>
                </c:pt>
                <c:pt idx="1615">
                  <c:v>0.00947717222333</c:v>
                </c:pt>
                <c:pt idx="1616">
                  <c:v>0.00947861349103</c:v>
                </c:pt>
                <c:pt idx="1617">
                  <c:v>0.00948008025171</c:v>
                </c:pt>
                <c:pt idx="1618">
                  <c:v>0.00948157109634</c:v>
                </c:pt>
                <c:pt idx="1619">
                  <c:v>0.00948308461467</c:v>
                </c:pt>
                <c:pt idx="1620">
                  <c:v>0.00948461939662</c:v>
                </c:pt>
                <c:pt idx="1621">
                  <c:v>0.00948617403362</c:v>
                </c:pt>
                <c:pt idx="1622">
                  <c:v>0.00948774712006</c:v>
                </c:pt>
                <c:pt idx="1623">
                  <c:v>0.00948933725474</c:v>
                </c:pt>
                <c:pt idx="1624">
                  <c:v>0.00949094304225</c:v>
                </c:pt>
                <c:pt idx="1625">
                  <c:v>0.00949256309449</c:v>
                </c:pt>
                <c:pt idx="1626">
                  <c:v>0.00949419603205</c:v>
                </c:pt>
                <c:pt idx="1627">
                  <c:v>0.00949584048569</c:v>
                </c:pt>
                <c:pt idx="1628">
                  <c:v>0.00949749509777</c:v>
                </c:pt>
                <c:pt idx="1629">
                  <c:v>0.00949915852369</c:v>
                </c:pt>
                <c:pt idx="1630">
                  <c:v>0.00950082943325</c:v>
                </c:pt>
                <c:pt idx="1631">
                  <c:v>0.00950250651207</c:v>
                </c:pt>
                <c:pt idx="1632">
                  <c:v>0.00950418846295</c:v>
                </c:pt>
                <c:pt idx="1633">
                  <c:v>0.00950587400719</c:v>
                </c:pt>
                <c:pt idx="1634">
                  <c:v>0.0095075618859</c:v>
                </c:pt>
                <c:pt idx="1635">
                  <c:v>0.00950925086123</c:v>
                </c:pt>
                <c:pt idx="1636">
                  <c:v>0.00951093971763</c:v>
                </c:pt>
                <c:pt idx="1637">
                  <c:v>0.009512627263</c:v>
                </c:pt>
                <c:pt idx="1638">
                  <c:v>0.00951431232984</c:v>
                </c:pt>
                <c:pt idx="1639">
                  <c:v>0.00951599377632</c:v>
                </c:pt>
                <c:pt idx="1640">
                  <c:v>0.0095176704873</c:v>
                </c:pt>
                <c:pt idx="1641">
                  <c:v>0.00951934137532</c:v>
                </c:pt>
                <c:pt idx="1642">
                  <c:v>0.0095210053815</c:v>
                </c:pt>
                <c:pt idx="1643">
                  <c:v>0.00952266147642</c:v>
                </c:pt>
                <c:pt idx="1644">
                  <c:v>0.00952430866092</c:v>
                </c:pt>
                <c:pt idx="1645">
                  <c:v>0.00952594596679</c:v>
                </c:pt>
                <c:pt idx="1646">
                  <c:v>0.00952757245749</c:v>
                </c:pt>
                <c:pt idx="1647">
                  <c:v>0.00952918722876</c:v>
                </c:pt>
                <c:pt idx="1648">
                  <c:v>0.00953078940913</c:v>
                </c:pt>
                <c:pt idx="1649">
                  <c:v>0.00953237816041</c:v>
                </c:pt>
                <c:pt idx="1650">
                  <c:v>0.00953395267814</c:v>
                </c:pt>
                <c:pt idx="1651">
                  <c:v>0.00953551219187</c:v>
                </c:pt>
                <c:pt idx="1652">
                  <c:v>0.0095370559655</c:v>
                </c:pt>
                <c:pt idx="1653">
                  <c:v>0.00953858329748</c:v>
                </c:pt>
                <c:pt idx="1654">
                  <c:v>0.00954009352095</c:v>
                </c:pt>
                <c:pt idx="1655">
                  <c:v>0.00954158600385</c:v>
                </c:pt>
                <c:pt idx="1656">
                  <c:v>0.00954306014893</c:v>
                </c:pt>
                <c:pt idx="1657">
                  <c:v>0.00954451539374</c:v>
                </c:pt>
                <c:pt idx="1658">
                  <c:v>0.00954595121053</c:v>
                </c:pt>
                <c:pt idx="1659">
                  <c:v>0.00954736710609</c:v>
                </c:pt>
                <c:pt idx="1660">
                  <c:v>0.00954876262156</c:v>
                </c:pt>
                <c:pt idx="1661">
                  <c:v>0.00955013733216</c:v>
                </c:pt>
                <c:pt idx="1662">
                  <c:v>0.0095514908469</c:v>
                </c:pt>
                <c:pt idx="1663">
                  <c:v>0.0095528228082</c:v>
                </c:pt>
                <c:pt idx="1664">
                  <c:v>0.00955413289149</c:v>
                </c:pt>
                <c:pt idx="1665">
                  <c:v>0.00955542080476</c:v>
                </c:pt>
                <c:pt idx="1666">
                  <c:v>0.00955668628807</c:v>
                </c:pt>
                <c:pt idx="1667">
                  <c:v>0.00955792911298</c:v>
                </c:pt>
                <c:pt idx="1668">
                  <c:v>0.00955914908205</c:v>
                </c:pt>
                <c:pt idx="1669">
                  <c:v>0.00956034602813</c:v>
                </c:pt>
                <c:pt idx="1670">
                  <c:v>0.00956151981383</c:v>
                </c:pt>
                <c:pt idx="1671">
                  <c:v>0.00956267033073</c:v>
                </c:pt>
                <c:pt idx="1672">
                  <c:v>0.0095637974988</c:v>
                </c:pt>
                <c:pt idx="1673">
                  <c:v>0.00956490126556</c:v>
                </c:pt>
                <c:pt idx="1674">
                  <c:v>0.00956598160542</c:v>
                </c:pt>
                <c:pt idx="1675">
                  <c:v>0.00956703851885</c:v>
                </c:pt>
                <c:pt idx="1676">
                  <c:v>0.00956807203162</c:v>
                </c:pt>
                <c:pt idx="1677">
                  <c:v>0.00956908219401</c:v>
                </c:pt>
                <c:pt idx="1678">
                  <c:v>0.00957006907992</c:v>
                </c:pt>
                <c:pt idx="1679">
                  <c:v>0.00957103278614</c:v>
                </c:pt>
                <c:pt idx="1680">
                  <c:v>0.00957197343143</c:v>
                </c:pt>
                <c:pt idx="1681">
                  <c:v>0.00957289115571</c:v>
                </c:pt>
                <c:pt idx="1682">
                  <c:v>0.00957378611919</c:v>
                </c:pt>
                <c:pt idx="1683">
                  <c:v>0.00957465850152</c:v>
                </c:pt>
                <c:pt idx="1684">
                  <c:v>0.00957550850091</c:v>
                </c:pt>
                <c:pt idx="1685">
                  <c:v>0.00957633633332</c:v>
                </c:pt>
                <c:pt idx="1686">
                  <c:v>0.00957714223154</c:v>
                </c:pt>
                <c:pt idx="1687">
                  <c:v>0.00957792644437</c:v>
                </c:pt>
                <c:pt idx="1688">
                  <c:v>0.00957868923576</c:v>
                </c:pt>
                <c:pt idx="1689">
                  <c:v>0.00957943088394</c:v>
                </c:pt>
                <c:pt idx="1690">
                  <c:v>0.00958015168061</c:v>
                </c:pt>
                <c:pt idx="1691">
                  <c:v>0.00958085193012</c:v>
                </c:pt>
                <c:pt idx="1692">
                  <c:v>0.00958153194857</c:v>
                </c:pt>
                <c:pt idx="1693">
                  <c:v>0.00958219206308</c:v>
                </c:pt>
                <c:pt idx="1694">
                  <c:v>0.00958283261095</c:v>
                </c:pt>
                <c:pt idx="1695">
                  <c:v>0.00958345393886</c:v>
                </c:pt>
                <c:pt idx="1696">
                  <c:v>0.0095840564021</c:v>
                </c:pt>
                <c:pt idx="1697">
                  <c:v>0.00958464036382</c:v>
                </c:pt>
                <c:pt idx="1698">
                  <c:v>0.00958520619424</c:v>
                </c:pt>
                <c:pt idx="1699">
                  <c:v>0.00958575426994</c:v>
                </c:pt>
                <c:pt idx="1700">
                  <c:v>0.00958628497312</c:v>
                </c:pt>
                <c:pt idx="1701">
                  <c:v>0.0095867986909</c:v>
                </c:pt>
                <c:pt idx="1702">
                  <c:v>0.00958729581463</c:v>
                </c:pt>
                <c:pt idx="1703">
                  <c:v>0.0095877767392</c:v>
                </c:pt>
                <c:pt idx="1704">
                  <c:v>0.00958824186236</c:v>
                </c:pt>
                <c:pt idx="1705">
                  <c:v>0.00958869158413</c:v>
                </c:pt>
                <c:pt idx="1706">
                  <c:v>0.00958912630611</c:v>
                </c:pt>
                <c:pt idx="1707">
                  <c:v>0.0095895464309</c:v>
                </c:pt>
                <c:pt idx="1708">
                  <c:v>0.00958995236148</c:v>
                </c:pt>
                <c:pt idx="1709">
                  <c:v>0.00959034450065</c:v>
                </c:pt>
                <c:pt idx="1710">
                  <c:v>0.00959072325046</c:v>
                </c:pt>
                <c:pt idx="1711">
                  <c:v>0.00959108901164</c:v>
                </c:pt>
                <c:pt idx="1712">
                  <c:v>0.00959144218311</c:v>
                </c:pt>
                <c:pt idx="1713">
                  <c:v>0.00959178316141</c:v>
                </c:pt>
                <c:pt idx="1714">
                  <c:v>0.00959211234024</c:v>
                </c:pt>
                <c:pt idx="1715">
                  <c:v>0.00959243010995</c:v>
                </c:pt>
                <c:pt idx="1716">
                  <c:v>0.0095927368571</c:v>
                </c:pt>
                <c:pt idx="1717">
                  <c:v>0.00959303296397</c:v>
                </c:pt>
                <c:pt idx="1718">
                  <c:v>0.00959331880815</c:v>
                </c:pt>
                <c:pt idx="1719">
                  <c:v>0.0095935947621</c:v>
                </c:pt>
                <c:pt idx="1720">
                  <c:v>0.00959386119274</c:v>
                </c:pt>
                <c:pt idx="1721">
                  <c:v>0.00959411846107</c:v>
                </c:pt>
                <c:pt idx="1722">
                  <c:v>0.00959436692178</c:v>
                </c:pt>
                <c:pt idx="1723">
                  <c:v>0.00959460692289</c:v>
                </c:pt>
                <c:pt idx="1724">
                  <c:v>0.00959483880538</c:v>
                </c:pt>
                <c:pt idx="1725">
                  <c:v>0.00959506290287</c:v>
                </c:pt>
                <c:pt idx="1726">
                  <c:v>0.00959527954129</c:v>
                </c:pt>
                <c:pt idx="1727">
                  <c:v>0.00959548903859</c:v>
                </c:pt>
                <c:pt idx="1728">
                  <c:v>0.00959569170439</c:v>
                </c:pt>
                <c:pt idx="1729">
                  <c:v>0.00959588783975</c:v>
                </c:pt>
                <c:pt idx="1730">
                  <c:v>0.00959607773686</c:v>
                </c:pt>
                <c:pt idx="1731">
                  <c:v>0.00959626167881</c:v>
                </c:pt>
                <c:pt idx="1732">
                  <c:v>0.00959643993931</c:v>
                </c:pt>
                <c:pt idx="1733">
                  <c:v>0.00959661278251</c:v>
                </c:pt>
                <c:pt idx="1734">
                  <c:v>0.00959678046271</c:v>
                </c:pt>
                <c:pt idx="1735">
                  <c:v>0.00959694322421</c:v>
                </c:pt>
                <c:pt idx="1736">
                  <c:v>0.00959710130109</c:v>
                </c:pt>
                <c:pt idx="1737">
                  <c:v>0.00959725491703</c:v>
                </c:pt>
                <c:pt idx="1738">
                  <c:v>0.00959740428513</c:v>
                </c:pt>
                <c:pt idx="1739">
                  <c:v>0.00959754960777</c:v>
                </c:pt>
                <c:pt idx="1740">
                  <c:v>0.00959769107645</c:v>
                </c:pt>
                <c:pt idx="1741">
                  <c:v>0.00959782887167</c:v>
                </c:pt>
                <c:pt idx="1742">
                  <c:v>0.0095979631628</c:v>
                </c:pt>
                <c:pt idx="1743">
                  <c:v>0.00959809410798</c:v>
                </c:pt>
                <c:pt idx="1744">
                  <c:v>0.00959822185402</c:v>
                </c:pt>
                <c:pt idx="1745">
                  <c:v>0.00959834653631</c:v>
                </c:pt>
                <c:pt idx="1746">
                  <c:v>0.00959846827878</c:v>
                </c:pt>
                <c:pt idx="1747">
                  <c:v>0.00959858719384</c:v>
                </c:pt>
                <c:pt idx="1748">
                  <c:v>0.00959870338228</c:v>
                </c:pt>
                <c:pt idx="1749">
                  <c:v>0.00959881693333</c:v>
                </c:pt>
                <c:pt idx="1750">
                  <c:v>0.00959892792459</c:v>
                </c:pt>
                <c:pt idx="1751">
                  <c:v>0.00959903642204</c:v>
                </c:pt>
                <c:pt idx="1752">
                  <c:v>0.00959914248003</c:v>
                </c:pt>
                <c:pt idx="1753">
                  <c:v>0.00959924614136</c:v>
                </c:pt>
                <c:pt idx="1754">
                  <c:v>0.00959934743727</c:v>
                </c:pt>
                <c:pt idx="1755">
                  <c:v>0.00959944638748</c:v>
                </c:pt>
                <c:pt idx="1756">
                  <c:v>0.00959954300032</c:v>
                </c:pt>
                <c:pt idx="1757">
                  <c:v>0.00959963727273</c:v>
                </c:pt>
                <c:pt idx="1758">
                  <c:v>0.0095997291904</c:v>
                </c:pt>
                <c:pt idx="1759">
                  <c:v>0.00959981872787</c:v>
                </c:pt>
                <c:pt idx="1760">
                  <c:v>0.00959990584861</c:v>
                </c:pt>
                <c:pt idx="1761">
                  <c:v>0.0095999905052</c:v>
                </c:pt>
                <c:pt idx="1762">
                  <c:v>0.00960007263942</c:v>
                </c:pt>
                <c:pt idx="1763">
                  <c:v>0.00960015218243</c:v>
                </c:pt>
                <c:pt idx="1764">
                  <c:v>0.00960022905494</c:v>
                </c:pt>
                <c:pt idx="1765">
                  <c:v>0.00960030316735</c:v>
                </c:pt>
                <c:pt idx="1766">
                  <c:v>0.00960037441997</c:v>
                </c:pt>
                <c:pt idx="1767">
                  <c:v>0.00960044270321</c:v>
                </c:pt>
                <c:pt idx="1768">
                  <c:v>0.00960050789775</c:v>
                </c:pt>
                <c:pt idx="1769">
                  <c:v>0.00960056987482</c:v>
                </c:pt>
                <c:pt idx="1770">
                  <c:v>0.00960062849635</c:v>
                </c:pt>
                <c:pt idx="1771">
                  <c:v>0.00960068361523</c:v>
                </c:pt>
                <c:pt idx="1772">
                  <c:v>0.00960073507558</c:v>
                </c:pt>
                <c:pt idx="1773">
                  <c:v>0.00960078271294</c:v>
                </c:pt>
                <c:pt idx="1774">
                  <c:v>0.00960082635455</c:v>
                </c:pt>
                <c:pt idx="1775">
                  <c:v>0.0096008658196</c:v>
                </c:pt>
                <c:pt idx="1776">
                  <c:v>0.00960090091949</c:v>
                </c:pt>
                <c:pt idx="1777">
                  <c:v>0.00960093145809</c:v>
                </c:pt>
                <c:pt idx="1778">
                  <c:v>0.00960095723199</c:v>
                </c:pt>
                <c:pt idx="1779">
                  <c:v>0.00960097803081</c:v>
                </c:pt>
                <c:pt idx="1780">
                  <c:v>0.00960099363741</c:v>
                </c:pt>
                <c:pt idx="1781">
                  <c:v>0.00960100382823</c:v>
                </c:pt>
                <c:pt idx="1782">
                  <c:v>0.00960100837347</c:v>
                </c:pt>
                <c:pt idx="1783">
                  <c:v>0.00960100703744</c:v>
                </c:pt>
                <c:pt idx="1784">
                  <c:v>0.00960099957875</c:v>
                </c:pt>
                <c:pt idx="1785">
                  <c:v>0.00960098575063</c:v>
                </c:pt>
                <c:pt idx="1786">
                  <c:v>0.00960096530114</c:v>
                </c:pt>
                <c:pt idx="1787">
                  <c:v>0.00960093797343</c:v>
                </c:pt>
                <c:pt idx="1788">
                  <c:v>0.00960090350601</c:v>
                </c:pt>
                <c:pt idx="1789">
                  <c:v>0.00960086163295</c:v>
                </c:pt>
                <c:pt idx="1790">
                  <c:v>0.0096008120841</c:v>
                </c:pt>
                <c:pt idx="1791">
                  <c:v>0.00960075458536</c:v>
                </c:pt>
                <c:pt idx="1792">
                  <c:v>0.00960068885882</c:v>
                </c:pt>
                <c:pt idx="1793">
                  <c:v>0.00960061462301</c:v>
                </c:pt>
                <c:pt idx="1794">
                  <c:v>0.00960053159306</c:v>
                </c:pt>
                <c:pt idx="1795">
                  <c:v>0.00960043948085</c:v>
                </c:pt>
                <c:pt idx="1796">
                  <c:v>0.00960033799524</c:v>
                </c:pt>
                <c:pt idx="1797">
                  <c:v>0.00960022684211</c:v>
                </c:pt>
                <c:pt idx="1798">
                  <c:v>0.0096001057246</c:v>
                </c:pt>
                <c:pt idx="1799">
                  <c:v>0.00959997434314</c:v>
                </c:pt>
                <c:pt idx="1800">
                  <c:v>0.00959983239558</c:v>
                </c:pt>
                <c:pt idx="1801">
                  <c:v>0.00959967957729</c:v>
                </c:pt>
                <c:pt idx="1802">
                  <c:v>0.00959951558119</c:v>
                </c:pt>
                <c:pt idx="1803">
                  <c:v>0.00959934009783</c:v>
                </c:pt>
                <c:pt idx="1804">
                  <c:v>0.00959915281539</c:v>
                </c:pt>
                <c:pt idx="1805">
                  <c:v>0.00959895341971</c:v>
                </c:pt>
                <c:pt idx="1806">
                  <c:v>0.0095987415943</c:v>
                </c:pt>
                <c:pt idx="1807">
                  <c:v>0.00959851702027</c:v>
                </c:pt>
                <c:pt idx="1808">
                  <c:v>0.00959827937634</c:v>
                </c:pt>
                <c:pt idx="1809">
                  <c:v>0.00959802833875</c:v>
                </c:pt>
                <c:pt idx="1810">
                  <c:v>0.00959776358118</c:v>
                </c:pt>
                <c:pt idx="1811">
                  <c:v>0.00959748477465</c:v>
                </c:pt>
                <c:pt idx="1812">
                  <c:v>0.00959719158744</c:v>
                </c:pt>
                <c:pt idx="1813">
                  <c:v>0.00959688368491</c:v>
                </c:pt>
                <c:pt idx="1814">
                  <c:v>0.00959656072938</c:v>
                </c:pt>
                <c:pt idx="1815">
                  <c:v>0.00959622237995</c:v>
                </c:pt>
                <c:pt idx="1816">
                  <c:v>0.00959586829233</c:v>
                </c:pt>
                <c:pt idx="1817">
                  <c:v>0.00959549811861</c:v>
                </c:pt>
                <c:pt idx="1818">
                  <c:v>0.00959511150709</c:v>
                </c:pt>
                <c:pt idx="1819">
                  <c:v>0.00959470810201</c:v>
                </c:pt>
                <c:pt idx="1820">
                  <c:v>0.00959428754333</c:v>
                </c:pt>
                <c:pt idx="1821">
                  <c:v>0.00959384946643</c:v>
                </c:pt>
                <c:pt idx="1822">
                  <c:v>0.00959339350192</c:v>
                </c:pt>
                <c:pt idx="1823">
                  <c:v>0.00959291927526</c:v>
                </c:pt>
                <c:pt idx="1824">
                  <c:v>0.00959242640655</c:v>
                </c:pt>
                <c:pt idx="1825">
                  <c:v>0.00959191451015</c:v>
                </c:pt>
                <c:pt idx="1826">
                  <c:v>0.00959138319443</c:v>
                </c:pt>
                <c:pt idx="1827">
                  <c:v>0.00959083206139</c:v>
                </c:pt>
                <c:pt idx="1828">
                  <c:v>0.00959026070636</c:v>
                </c:pt>
                <c:pt idx="1829">
                  <c:v>0.00958966871766</c:v>
                </c:pt>
                <c:pt idx="1830">
                  <c:v>0.00958905567624</c:v>
                </c:pt>
                <c:pt idx="1831">
                  <c:v>0.00958842115531</c:v>
                </c:pt>
                <c:pt idx="1832">
                  <c:v>0.00958776472003</c:v>
                </c:pt>
                <c:pt idx="1833">
                  <c:v>0.0095870859271</c:v>
                </c:pt>
                <c:pt idx="1834">
                  <c:v>0.00958638432441</c:v>
                </c:pt>
                <c:pt idx="1835">
                  <c:v>0.00958565945067</c:v>
                </c:pt>
                <c:pt idx="1836">
                  <c:v>0.00958491083505</c:v>
                </c:pt>
                <c:pt idx="1837">
                  <c:v>0.0095841379968</c:v>
                </c:pt>
                <c:pt idx="1838">
                  <c:v>0.00958334044485</c:v>
                </c:pt>
                <c:pt idx="1839">
                  <c:v>0.00958251767747</c:v>
                </c:pt>
                <c:pt idx="1840">
                  <c:v>0.00958166918188</c:v>
                </c:pt>
                <c:pt idx="1841">
                  <c:v>0.00958079443388</c:v>
                </c:pt>
                <c:pt idx="1842">
                  <c:v>0.00957989289747</c:v>
                </c:pt>
                <c:pt idx="1843">
                  <c:v>0.00957896402451</c:v>
                </c:pt>
                <c:pt idx="1844">
                  <c:v>0.00957800725431</c:v>
                </c:pt>
                <c:pt idx="1845">
                  <c:v>0.0095770220133</c:v>
                </c:pt>
                <c:pt idx="1846">
                  <c:v>0.00957600771465</c:v>
                </c:pt>
                <c:pt idx="1847">
                  <c:v>0.00957496375793</c:v>
                </c:pt>
                <c:pt idx="1848">
                  <c:v>0.00957388952876</c:v>
                </c:pt>
                <c:pt idx="1849">
                  <c:v>0.00957278439846</c:v>
                </c:pt>
                <c:pt idx="1850">
                  <c:v>0.00957164772371</c:v>
                </c:pt>
                <c:pt idx="1851">
                  <c:v>0.00957047884624</c:v>
                </c:pt>
                <c:pt idx="1852">
                  <c:v>0.00956927709247</c:v>
                </c:pt>
                <c:pt idx="1853">
                  <c:v>0.00956804177323</c:v>
                </c:pt>
                <c:pt idx="1854">
                  <c:v>0.00956677218346</c:v>
                </c:pt>
                <c:pt idx="1855">
                  <c:v>0.00956546760188</c:v>
                </c:pt>
                <c:pt idx="1856">
                  <c:v>0.00956412729075</c:v>
                </c:pt>
                <c:pt idx="1857">
                  <c:v>0.00956275049557</c:v>
                </c:pt>
                <c:pt idx="1858">
                  <c:v>0.00956133644484</c:v>
                </c:pt>
                <c:pt idx="1859">
                  <c:v>0.0095598843498</c:v>
                </c:pt>
                <c:pt idx="1860">
                  <c:v>0.00955839340423</c:v>
                </c:pt>
                <c:pt idx="1861">
                  <c:v>0.00955686278421</c:v>
                </c:pt>
                <c:pt idx="1862">
                  <c:v>0.00955529164794</c:v>
                </c:pt>
                <c:pt idx="1863">
                  <c:v>0.00955367913559</c:v>
                </c:pt>
                <c:pt idx="1864">
                  <c:v>0.00955202436909</c:v>
                </c:pt>
                <c:pt idx="1865">
                  <c:v>0.00955032645207</c:v>
                </c:pt>
                <c:pt idx="1866">
                  <c:v>0.0095485844697</c:v>
                </c:pt>
                <c:pt idx="1867">
                  <c:v>0.00954679748863</c:v>
                </c:pt>
                <c:pt idx="1868">
                  <c:v>0.00954496455691</c:v>
                </c:pt>
                <c:pt idx="1869">
                  <c:v>0.00954308470401</c:v>
                </c:pt>
                <c:pt idx="1870">
                  <c:v>0.00954115694077</c:v>
                </c:pt>
                <c:pt idx="1871">
                  <c:v>0.00953918025947</c:v>
                </c:pt>
                <c:pt idx="1872">
                  <c:v>0.00953715363386</c:v>
                </c:pt>
                <c:pt idx="1873">
                  <c:v>0.00953507601929</c:v>
                </c:pt>
                <c:pt idx="1874">
                  <c:v>0.00953294635282</c:v>
                </c:pt>
                <c:pt idx="1875">
                  <c:v>0.00953076355342</c:v>
                </c:pt>
                <c:pt idx="1876">
                  <c:v>0.00952852652214</c:v>
                </c:pt>
                <c:pt idx="1877">
                  <c:v>0.00952623414237</c:v>
                </c:pt>
                <c:pt idx="1878">
                  <c:v>0.00952388528016</c:v>
                </c:pt>
                <c:pt idx="1879">
                  <c:v>0.0095214787845</c:v>
                </c:pt>
                <c:pt idx="1880">
                  <c:v>0.00951901348773</c:v>
                </c:pt>
                <c:pt idx="1881">
                  <c:v>0.00951648820593</c:v>
                </c:pt>
                <c:pt idx="1882">
                  <c:v>0.00951390173939</c:v>
                </c:pt>
                <c:pt idx="1883">
                  <c:v>0.00951125287313</c:v>
                </c:pt>
                <c:pt idx="1884">
                  <c:v>0.00950854037742</c:v>
                </c:pt>
                <c:pt idx="1885">
                  <c:v>0.00950576300838</c:v>
                </c:pt>
                <c:pt idx="1886">
                  <c:v>0.00950291950867</c:v>
                </c:pt>
                <c:pt idx="1887">
                  <c:v>0.00950000860808</c:v>
                </c:pt>
                <c:pt idx="1888">
                  <c:v>0.00949702902439</c:v>
                </c:pt>
                <c:pt idx="1889">
                  <c:v>0.00949397946401</c:v>
                </c:pt>
                <c:pt idx="1890">
                  <c:v>0.00949085862294</c:v>
                </c:pt>
                <c:pt idx="1891">
                  <c:v>0.00948766518753</c:v>
                </c:pt>
                <c:pt idx="1892">
                  <c:v>0.00948439783547</c:v>
                </c:pt>
                <c:pt idx="1893">
                  <c:v>0.00948105523669</c:v>
                </c:pt>
                <c:pt idx="1894">
                  <c:v>0.00947763605444</c:v>
                </c:pt>
                <c:pt idx="1895">
                  <c:v>0.00947413894622</c:v>
                </c:pt>
                <c:pt idx="1896">
                  <c:v>0.00947056256499</c:v>
                </c:pt>
                <c:pt idx="1897">
                  <c:v>0.00946690556018</c:v>
                </c:pt>
                <c:pt idx="1898">
                  <c:v>0.00946316657895</c:v>
                </c:pt>
                <c:pt idx="1899">
                  <c:v>0.00945934426731</c:v>
                </c:pt>
                <c:pt idx="1900">
                  <c:v>0.0094554372714</c:v>
                </c:pt>
                <c:pt idx="1901">
                  <c:v>0.00945144423874</c:v>
                </c:pt>
                <c:pt idx="1902">
                  <c:v>0.00944736381954</c:v>
                </c:pt>
                <c:pt idx="1903">
                  <c:v>0.00944319466803</c:v>
                </c:pt>
                <c:pt idx="1904">
                  <c:v>0.00943893544379</c:v>
                </c:pt>
                <c:pt idx="1905">
                  <c:v>0.00943458481318</c:v>
                </c:pt>
                <c:pt idx="1906">
                  <c:v>0.0094301414507</c:v>
                </c:pt>
                <c:pt idx="1907">
                  <c:v>0.00942560404047</c:v>
                </c:pt>
                <c:pt idx="1908">
                  <c:v>0.00942097127763</c:v>
                </c:pt>
                <c:pt idx="1909">
                  <c:v>0.00941624186984</c:v>
                </c:pt>
                <c:pt idx="1910">
                  <c:v>0.00941141453874</c:v>
                </c:pt>
                <c:pt idx="1911">
                  <c:v>0.00940648802147</c:v>
                </c:pt>
                <c:pt idx="1912">
                  <c:v>0.00940146107216</c:v>
                </c:pt>
                <c:pt idx="1913">
                  <c:v>0.00939633246345</c:v>
                </c:pt>
                <c:pt idx="1914">
                  <c:v>0.009391100988</c:v>
                </c:pt>
                <c:pt idx="1915">
                  <c:v>0.00938576546003</c:v>
                </c:pt>
                <c:pt idx="1916">
                  <c:v>0.00938032471683</c:v>
                </c:pt>
                <c:pt idx="1917">
                  <c:v>0.00937477762029</c:v>
                </c:pt>
                <c:pt idx="1918">
                  <c:v>0.00936912305842</c:v>
                </c:pt>
                <c:pt idx="1919">
                  <c:v>0.00936335994685</c:v>
                </c:pt>
                <c:pt idx="1920">
                  <c:v>0.00935748723037</c:v>
                </c:pt>
                <c:pt idx="1921">
                  <c:v>0.00935150388436</c:v>
                </c:pt>
                <c:pt idx="1922">
                  <c:v>0.00934540891633</c:v>
                </c:pt>
                <c:pt idx="1923">
                  <c:v>0.00933920136733</c:v>
                </c:pt>
                <c:pt idx="1924">
                  <c:v>0.00933288031344</c:v>
                </c:pt>
                <c:pt idx="1925">
                  <c:v>0.00932644486714</c:v>
                </c:pt>
                <c:pt idx="1926">
                  <c:v>0.00931989417876</c:v>
                </c:pt>
                <c:pt idx="1927">
                  <c:v>0.0093132274378</c:v>
                </c:pt>
                <c:pt idx="1928">
                  <c:v>0.0093064438743</c:v>
                </c:pt>
                <c:pt idx="1929">
                  <c:v>0.00929954276013</c:v>
                </c:pt>
                <c:pt idx="1930">
                  <c:v>0.0092925234103</c:v>
                </c:pt>
                <c:pt idx="1931">
                  <c:v>0.00928538518415</c:v>
                </c:pt>
                <c:pt idx="1932">
                  <c:v>0.00927812748659</c:v>
                </c:pt>
                <c:pt idx="1933">
                  <c:v>0.00927074976924</c:v>
                </c:pt>
                <c:pt idx="1934">
                  <c:v>0.00926325153156</c:v>
                </c:pt>
                <c:pt idx="1935">
                  <c:v>0.0092556323219</c:v>
                </c:pt>
                <c:pt idx="1936">
                  <c:v>0.00924789173855</c:v>
                </c:pt>
                <c:pt idx="1937">
                  <c:v>0.00924002943069</c:v>
                </c:pt>
                <c:pt idx="1938">
                  <c:v>0.00923204509933</c:v>
                </c:pt>
                <c:pt idx="1939">
                  <c:v>0.00922393849816</c:v>
                </c:pt>
                <c:pt idx="1940">
                  <c:v>0.00921570943438</c:v>
                </c:pt>
                <c:pt idx="1941">
                  <c:v>0.00920735776945</c:v>
                </c:pt>
                <c:pt idx="1942">
                  <c:v>0.00919888341977</c:v>
                </c:pt>
                <c:pt idx="1943">
                  <c:v>0.00919028635733</c:v>
                </c:pt>
                <c:pt idx="1944">
                  <c:v>0.00918156661027</c:v>
                </c:pt>
                <c:pt idx="1945">
                  <c:v>0.00917272426338</c:v>
                </c:pt>
                <c:pt idx="1946">
                  <c:v>0.00916375945854</c:v>
                </c:pt>
                <c:pt idx="1947">
                  <c:v>0.00915467239508</c:v>
                </c:pt>
                <c:pt idx="1948">
                  <c:v>0.00914546333009</c:v>
                </c:pt>
                <c:pt idx="1949">
                  <c:v>0.00913613257862</c:v>
                </c:pt>
                <c:pt idx="1950">
                  <c:v>0.00912668051384</c:v>
                </c:pt>
                <c:pt idx="1951">
                  <c:v>0.00911710756712</c:v>
                </c:pt>
                <c:pt idx="1952">
                  <c:v>0.00910741422799</c:v>
                </c:pt>
                <c:pt idx="1953">
                  <c:v>0.00909760104411</c:v>
                </c:pt>
                <c:pt idx="1954">
                  <c:v>0.00908766862105</c:v>
                </c:pt>
                <c:pt idx="1955">
                  <c:v>0.00907761762208</c:v>
                </c:pt>
                <c:pt idx="1956">
                  <c:v>0.00906744876781</c:v>
                </c:pt>
                <c:pt idx="1957">
                  <c:v>0.00905716283581</c:v>
                </c:pt>
                <c:pt idx="1958">
                  <c:v>0.00904676066007</c:v>
                </c:pt>
                <c:pt idx="1959">
                  <c:v>0.00903624313047</c:v>
                </c:pt>
                <c:pt idx="1960">
                  <c:v>0.00902561119204</c:v>
                </c:pt>
                <c:pt idx="1961">
                  <c:v>0.00901486584423</c:v>
                </c:pt>
                <c:pt idx="1962">
                  <c:v>0.00900400814009</c:v>
                </c:pt>
                <c:pt idx="1963">
                  <c:v>0.00899303918529</c:v>
                </c:pt>
                <c:pt idx="1964">
                  <c:v>0.00898196013709</c:v>
                </c:pt>
                <c:pt idx="1965">
                  <c:v>0.00897077220327</c:v>
                </c:pt>
                <c:pt idx="1966">
                  <c:v>0.00895947664088</c:v>
                </c:pt>
                <c:pt idx="1967">
                  <c:v>0.00894807475497</c:v>
                </c:pt>
                <c:pt idx="1968">
                  <c:v>0.0089365678972</c:v>
                </c:pt>
                <c:pt idx="1969">
                  <c:v>0.0089249574644</c:v>
                </c:pt>
                <c:pt idx="1970">
                  <c:v>0.00891324489698</c:v>
                </c:pt>
                <c:pt idx="1971">
                  <c:v>0.00890143167732</c:v>
                </c:pt>
                <c:pt idx="1972">
                  <c:v>0.00888951932805</c:v>
                </c:pt>
                <c:pt idx="1973">
                  <c:v>0.00887750941026</c:v>
                </c:pt>
                <c:pt idx="1974">
                  <c:v>0.00886540352159</c:v>
                </c:pt>
                <c:pt idx="1975">
                  <c:v>0.00885320329437</c:v>
                </c:pt>
                <c:pt idx="1976">
                  <c:v>0.00884091039351</c:v>
                </c:pt>
                <c:pt idx="1977">
                  <c:v>0.00882852651445</c:v>
                </c:pt>
                <c:pt idx="1978">
                  <c:v>0.00881605338105</c:v>
                </c:pt>
                <c:pt idx="1979">
                  <c:v>0.00880349274332</c:v>
                </c:pt>
                <c:pt idx="1980">
                  <c:v>0.00879084637521</c:v>
                </c:pt>
                <c:pt idx="1981">
                  <c:v>0.00877811607225</c:v>
                </c:pt>
                <c:pt idx="1982">
                  <c:v>0.00876530364927</c:v>
                </c:pt>
                <c:pt idx="1983">
                  <c:v>0.00875241093791</c:v>
                </c:pt>
                <c:pt idx="1984">
                  <c:v>0.00873943978429</c:v>
                </c:pt>
                <c:pt idx="1985">
                  <c:v>0.00872639204647</c:v>
                </c:pt>
                <c:pt idx="1986">
                  <c:v>0.00871326959204</c:v>
                </c:pt>
                <c:pt idx="1987">
                  <c:v>0.00870007429559</c:v>
                </c:pt>
                <c:pt idx="1988">
                  <c:v>0.00868680803626</c:v>
                </c:pt>
                <c:pt idx="1989">
                  <c:v>0.00867347269519</c:v>
                </c:pt>
                <c:pt idx="1990">
                  <c:v>0.00866007015306</c:v>
                </c:pt>
                <c:pt idx="1991">
                  <c:v>0.00864660228763</c:v>
                </c:pt>
                <c:pt idx="1992">
                  <c:v>0.00863307097126</c:v>
                </c:pt>
                <c:pt idx="1993">
                  <c:v>0.00861947806849</c:v>
                </c:pt>
                <c:pt idx="1994">
                  <c:v>0.00860582543369</c:v>
                </c:pt>
                <c:pt idx="1995">
                  <c:v>0.00859211490865</c:v>
                </c:pt>
                <c:pt idx="1996">
                  <c:v>0.00857834832033</c:v>
                </c:pt>
                <c:pt idx="1997">
                  <c:v>0.00856452747863</c:v>
                </c:pt>
                <c:pt idx="1998">
                  <c:v>0.00855065417419</c:v>
                </c:pt>
                <c:pt idx="1999">
                  <c:v>0.00853673017633</c:v>
                </c:pt>
                <c:pt idx="2000">
                  <c:v>0.00852275723098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0.75"/>
          <c:min val="0"/>
        </c:scaling>
        <c:delete val="0"/>
        <c:axPos val="l"/>
        <c:majorGridlines>
          <c:spPr>
            <a:ln xmlns:a="http://schemas.openxmlformats.org/drawingml/2006/main" w="4763">
              <a:solidFill>
                <a:srgbClr val="EEEEEE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2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majorUnit val="1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39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U/t = 9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222222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scatterChart>
        <c:scatterStyle val="lineMarker"/>
        <c:varyColors val="0"/>
        <c:ser>
          <c:idx val="0"/>
          <c:order val="0"/>
          <c:tx>
            <c:v>charge</c:v>
          </c:tx>
          <c:spPr>
            <a:ln xmlns:a="http://schemas.openxmlformats.org/drawingml/2006/main" w="15240">
              <a:solidFill>
                <a:srgbClr val="C43C64"/>
              </a:solidFill>
              <a:prstDash val="solid"/>
            </a:ln>
          </c:spPr>
          <c:marker>
            <c:symbol val="none"/>
            <c:size val="5"/>
            <c:spPr>
              <a:solidFill xmlns:a="http://schemas.openxmlformats.org/drawingml/2006/main">
                <a:srgbClr val="C43C64"/>
              </a:solidFill>
            </c:spPr>
          </c:marker>
          <c:xVal>
            <c:numRef>
              <c:f>'Chart Data'!$A$2:$A$2002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Data'!$B$2:$B$2002</c:f>
              <c:numCache>
                <c:formatCode>0.0</c:formatCode>
                <c:ptCount val="2001"/>
                <c:pt idx="0">
                  <c:v>0.00273726505987</c:v>
                </c:pt>
                <c:pt idx="1">
                  <c:v>0.00274236150185</c:v>
                </c:pt>
                <c:pt idx="2">
                  <c:v>0.00274747453731</c:v>
                </c:pt>
                <c:pt idx="3">
                  <c:v>0.00275260425876</c:v>
                </c:pt>
                <c:pt idx="4">
                  <c:v>0.00275775075951</c:v>
                </c:pt>
                <c:pt idx="5">
                  <c:v>0.00276291413372</c:v>
                </c:pt>
                <c:pt idx="6">
                  <c:v>0.0027680944764</c:v>
                </c:pt>
                <c:pt idx="7">
                  <c:v>0.00277329188341</c:v>
                </c:pt>
                <c:pt idx="8">
                  <c:v>0.00277850645146</c:v>
                </c:pt>
                <c:pt idx="9">
                  <c:v>0.00278373827817</c:v>
                </c:pt>
                <c:pt idx="10">
                  <c:v>0.00278898746201</c:v>
                </c:pt>
                <c:pt idx="11">
                  <c:v>0.00279425410239</c:v>
                </c:pt>
                <c:pt idx="12">
                  <c:v>0.00279953829961</c:v>
                </c:pt>
                <c:pt idx="13">
                  <c:v>0.00280484015487</c:v>
                </c:pt>
                <c:pt idx="14">
                  <c:v>0.00281015977035</c:v>
                </c:pt>
                <c:pt idx="15">
                  <c:v>0.00281549724915</c:v>
                </c:pt>
                <c:pt idx="16">
                  <c:v>0.00282085269531</c:v>
                </c:pt>
                <c:pt idx="17">
                  <c:v>0.00282622621386</c:v>
                </c:pt>
                <c:pt idx="18">
                  <c:v>0.00283161791082</c:v>
                </c:pt>
                <c:pt idx="19">
                  <c:v>0.00283702789319</c:v>
                </c:pt>
                <c:pt idx="20">
                  <c:v>0.00284245626897</c:v>
                </c:pt>
                <c:pt idx="21">
                  <c:v>0.00284790314718</c:v>
                </c:pt>
                <c:pt idx="22">
                  <c:v>0.0028533686379</c:v>
                </c:pt>
                <c:pt idx="23">
                  <c:v>0.00285885285222</c:v>
                </c:pt>
                <c:pt idx="24">
                  <c:v>0.00286435590231</c:v>
                </c:pt>
                <c:pt idx="25">
                  <c:v>0.0028698779014</c:v>
                </c:pt>
                <c:pt idx="26">
                  <c:v>0.00287541896381</c:v>
                </c:pt>
                <c:pt idx="27">
                  <c:v>0.00288097920496</c:v>
                </c:pt>
                <c:pt idx="28">
                  <c:v>0.00288655874139</c:v>
                </c:pt>
                <c:pt idx="29">
                  <c:v>0.00289215769076</c:v>
                </c:pt>
                <c:pt idx="30">
                  <c:v>0.00289777617188</c:v>
                </c:pt>
                <c:pt idx="31">
                  <c:v>0.00290341430471</c:v>
                </c:pt>
                <c:pt idx="32">
                  <c:v>0.00290907221039</c:v>
                </c:pt>
                <c:pt idx="33">
                  <c:v>0.00291475001125</c:v>
                </c:pt>
                <c:pt idx="34">
                  <c:v>0.0029204478308</c:v>
                </c:pt>
                <c:pt idx="35">
                  <c:v>0.00292616579381</c:v>
                </c:pt>
                <c:pt idx="36">
                  <c:v>0.00293190402625</c:v>
                </c:pt>
                <c:pt idx="37">
                  <c:v>0.00293766265537</c:v>
                </c:pt>
                <c:pt idx="38">
                  <c:v>0.00294344180966</c:v>
                </c:pt>
                <c:pt idx="39">
                  <c:v>0.00294924161891</c:v>
                </c:pt>
                <c:pt idx="40">
                  <c:v>0.00295506221422</c:v>
                </c:pt>
                <c:pt idx="41">
                  <c:v>0.00296090372799</c:v>
                </c:pt>
                <c:pt idx="42">
                  <c:v>0.00296676629397</c:v>
                </c:pt>
                <c:pt idx="43">
                  <c:v>0.00297265004725</c:v>
                </c:pt>
                <c:pt idx="44">
                  <c:v>0.00297855512431</c:v>
                </c:pt>
                <c:pt idx="45">
                  <c:v>0.002984481663</c:v>
                </c:pt>
                <c:pt idx="46">
                  <c:v>0.0029904298026</c:v>
                </c:pt>
                <c:pt idx="47">
                  <c:v>0.00299639968381</c:v>
                </c:pt>
                <c:pt idx="48">
                  <c:v>0.00300239144876</c:v>
                </c:pt>
                <c:pt idx="49">
                  <c:v>0.00300840524107</c:v>
                </c:pt>
                <c:pt idx="50">
                  <c:v>0.00301444120582</c:v>
                </c:pt>
                <c:pt idx="51">
                  <c:v>0.00302049948963</c:v>
                </c:pt>
                <c:pt idx="52">
                  <c:v>0.00302658024061</c:v>
                </c:pt>
                <c:pt idx="53">
                  <c:v>0.00303268360843</c:v>
                </c:pt>
                <c:pt idx="54">
                  <c:v>0.00303880974433</c:v>
                </c:pt>
                <c:pt idx="55">
                  <c:v>0.00304495880114</c:v>
                </c:pt>
                <c:pt idx="56">
                  <c:v>0.00305113093329</c:v>
                </c:pt>
                <c:pt idx="57">
                  <c:v>0.00305732629685</c:v>
                </c:pt>
                <c:pt idx="58">
                  <c:v>0.00306354504952</c:v>
                </c:pt>
                <c:pt idx="59">
                  <c:v>0.00306978735071</c:v>
                </c:pt>
                <c:pt idx="60">
                  <c:v>0.00307605336151</c:v>
                </c:pt>
                <c:pt idx="61">
                  <c:v>0.00308234324472</c:v>
                </c:pt>
                <c:pt idx="62">
                  <c:v>0.00308865716491</c:v>
                </c:pt>
                <c:pt idx="63">
                  <c:v>0.00309499528839</c:v>
                </c:pt>
                <c:pt idx="64">
                  <c:v>0.00310135778327</c:v>
                </c:pt>
                <c:pt idx="65">
                  <c:v>0.0031077448195</c:v>
                </c:pt>
                <c:pt idx="66">
                  <c:v>0.00311415656884</c:v>
                </c:pt>
                <c:pt idx="67">
                  <c:v>0.00312059320493</c:v>
                </c:pt>
                <c:pt idx="68">
                  <c:v>0.00312705490329</c:v>
                </c:pt>
                <c:pt idx="69">
                  <c:v>0.00313354184138</c:v>
                </c:pt>
                <c:pt idx="70">
                  <c:v>0.00314005419857</c:v>
                </c:pt>
                <c:pt idx="71">
                  <c:v>0.00314659215622</c:v>
                </c:pt>
                <c:pt idx="72">
                  <c:v>0.0031531558977</c:v>
                </c:pt>
                <c:pt idx="73">
                  <c:v>0.00315974560837</c:v>
                </c:pt>
                <c:pt idx="74">
                  <c:v>0.00316636147566</c:v>
                </c:pt>
                <c:pt idx="75">
                  <c:v>0.00317300368908</c:v>
                </c:pt>
                <c:pt idx="76">
                  <c:v>0.00317967244024</c:v>
                </c:pt>
                <c:pt idx="77">
                  <c:v>0.00318636792288</c:v>
                </c:pt>
                <c:pt idx="78">
                  <c:v>0.00319309033293</c:v>
                </c:pt>
                <c:pt idx="79">
                  <c:v>0.00319983986849</c:v>
                </c:pt>
                <c:pt idx="80">
                  <c:v>0.00320661672988</c:v>
                </c:pt>
                <c:pt idx="81">
                  <c:v>0.0032134211197</c:v>
                </c:pt>
                <c:pt idx="82">
                  <c:v>0.00322025324282</c:v>
                </c:pt>
                <c:pt idx="83">
                  <c:v>0.00322711330642</c:v>
                </c:pt>
                <c:pt idx="84">
                  <c:v>0.00323400152004</c:v>
                </c:pt>
                <c:pt idx="85">
                  <c:v>0.00324091809559</c:v>
                </c:pt>
                <c:pt idx="86">
                  <c:v>0.00324786324739</c:v>
                </c:pt>
                <c:pt idx="87">
                  <c:v>0.00325483719221</c:v>
                </c:pt>
                <c:pt idx="88">
                  <c:v>0.00326184014931</c:v>
                </c:pt>
                <c:pt idx="89">
                  <c:v>0.00326887234042</c:v>
                </c:pt>
                <c:pt idx="90">
                  <c:v>0.00327593398986</c:v>
                </c:pt>
                <c:pt idx="91">
                  <c:v>0.00328302532449</c:v>
                </c:pt>
                <c:pt idx="92">
                  <c:v>0.00329014657382</c:v>
                </c:pt>
                <c:pt idx="93">
                  <c:v>0.00329729796998</c:v>
                </c:pt>
                <c:pt idx="94">
                  <c:v>0.00330447974779</c:v>
                </c:pt>
                <c:pt idx="95">
                  <c:v>0.00331169214479</c:v>
                </c:pt>
                <c:pt idx="96">
                  <c:v>0.00331893540129</c:v>
                </c:pt>
                <c:pt idx="97">
                  <c:v>0.00332620976036</c:v>
                </c:pt>
                <c:pt idx="98">
                  <c:v>0.00333351546794</c:v>
                </c:pt>
                <c:pt idx="99">
                  <c:v>0.00334085277279</c:v>
                </c:pt>
                <c:pt idx="100">
                  <c:v>0.00334822192662</c:v>
                </c:pt>
                <c:pt idx="101">
                  <c:v>0.00335562318405</c:v>
                </c:pt>
                <c:pt idx="102">
                  <c:v>0.00336305680269</c:v>
                </c:pt>
                <c:pt idx="103">
                  <c:v>0.00337052304318</c:v>
                </c:pt>
                <c:pt idx="104">
                  <c:v>0.00337802216919</c:v>
                </c:pt>
                <c:pt idx="105">
                  <c:v>0.00338555444753</c:v>
                </c:pt>
                <c:pt idx="106">
                  <c:v>0.00339312014812</c:v>
                </c:pt>
                <c:pt idx="107">
                  <c:v>0.00340071954406</c:v>
                </c:pt>
                <c:pt idx="108">
                  <c:v>0.00340835291167</c:v>
                </c:pt>
                <c:pt idx="109">
                  <c:v>0.00341602053055</c:v>
                </c:pt>
                <c:pt idx="110">
                  <c:v>0.00342372268357</c:v>
                </c:pt>
                <c:pt idx="111">
                  <c:v>0.00343145965696</c:v>
                </c:pt>
                <c:pt idx="112">
                  <c:v>0.00343923174034</c:v>
                </c:pt>
                <c:pt idx="113">
                  <c:v>0.00344703922675</c:v>
                </c:pt>
                <c:pt idx="114">
                  <c:v>0.00345488241269</c:v>
                </c:pt>
                <c:pt idx="115">
                  <c:v>0.00346276159817</c:v>
                </c:pt>
                <c:pt idx="116">
                  <c:v>0.00347067708679</c:v>
                </c:pt>
                <c:pt idx="117">
                  <c:v>0.00347862918569</c:v>
                </c:pt>
                <c:pt idx="118">
                  <c:v>0.0034866182057</c:v>
                </c:pt>
                <c:pt idx="119">
                  <c:v>0.00349464446131</c:v>
                </c:pt>
                <c:pt idx="120">
                  <c:v>0.00350270827073</c:v>
                </c:pt>
                <c:pt idx="121">
                  <c:v>0.00351080995596</c:v>
                </c:pt>
                <c:pt idx="122">
                  <c:v>0.00351894984279</c:v>
                </c:pt>
                <c:pt idx="123">
                  <c:v>0.0035271282609</c:v>
                </c:pt>
                <c:pt idx="124">
                  <c:v>0.00353534554383</c:v>
                </c:pt>
                <c:pt idx="125">
                  <c:v>0.0035436020291</c:v>
                </c:pt>
                <c:pt idx="126">
                  <c:v>0.0035518980582</c:v>
                </c:pt>
                <c:pt idx="127">
                  <c:v>0.00356023397664</c:v>
                </c:pt>
                <c:pt idx="128">
                  <c:v>0.00356861013404</c:v>
                </c:pt>
                <c:pt idx="129">
                  <c:v>0.00357702688411</c:v>
                </c:pt>
                <c:pt idx="130">
                  <c:v>0.00358548458471</c:v>
                </c:pt>
                <c:pt idx="131">
                  <c:v>0.00359398359794</c:v>
                </c:pt>
                <c:pt idx="132">
                  <c:v>0.00360252429012</c:v>
                </c:pt>
                <c:pt idx="133">
                  <c:v>0.00361110703186</c:v>
                </c:pt>
                <c:pt idx="134">
                  <c:v>0.00361973219811</c:v>
                </c:pt>
                <c:pt idx="135">
                  <c:v>0.00362840016816</c:v>
                </c:pt>
                <c:pt idx="136">
                  <c:v>0.00363711132576</c:v>
                </c:pt>
                <c:pt idx="137">
                  <c:v>0.00364586605907</c:v>
                </c:pt>
                <c:pt idx="138">
                  <c:v>0.00365466476075</c:v>
                </c:pt>
                <c:pt idx="139">
                  <c:v>0.00366350782799</c:v>
                </c:pt>
                <c:pt idx="140">
                  <c:v>0.00367239566256</c:v>
                </c:pt>
                <c:pt idx="141">
                  <c:v>0.00368132867081</c:v>
                </c:pt>
                <c:pt idx="142">
                  <c:v>0.00369030726374</c:v>
                </c:pt>
                <c:pt idx="143">
                  <c:v>0.00369933185702</c:v>
                </c:pt>
                <c:pt idx="144">
                  <c:v>0.00370840287104</c:v>
                </c:pt>
                <c:pt idx="145">
                  <c:v>0.00371752073091</c:v>
                </c:pt>
                <c:pt idx="146">
                  <c:v>0.00372668586653</c:v>
                </c:pt>
                <c:pt idx="147">
                  <c:v>0.00373589871257</c:v>
                </c:pt>
                <c:pt idx="148">
                  <c:v>0.00374515970856</c:v>
                </c:pt>
                <c:pt idx="149">
                  <c:v>0.00375446929888</c:v>
                </c:pt>
                <c:pt idx="150">
                  <c:v>0.00376382793277</c:v>
                </c:pt>
                <c:pt idx="151">
                  <c:v>0.00377323606438</c:v>
                </c:pt>
                <c:pt idx="152">
                  <c:v>0.00378269415279</c:v>
                </c:pt>
                <c:pt idx="153">
                  <c:v>0.00379220266201</c:v>
                </c:pt>
                <c:pt idx="154">
                  <c:v>0.00380176206102</c:v>
                </c:pt>
                <c:pt idx="155">
                  <c:v>0.00381137282375</c:v>
                </c:pt>
                <c:pt idx="156">
                  <c:v>0.00382103542913</c:v>
                </c:pt>
                <c:pt idx="157">
                  <c:v>0.00383075036105</c:v>
                </c:pt>
                <c:pt idx="158">
                  <c:v>0.00384051810843</c:v>
                </c:pt>
                <c:pt idx="159">
                  <c:v>0.00385033916516</c:v>
                </c:pt>
                <c:pt idx="160">
                  <c:v>0.00386021403012</c:v>
                </c:pt>
                <c:pt idx="161">
                  <c:v>0.00387014320719</c:v>
                </c:pt>
                <c:pt idx="162">
                  <c:v>0.00388012720523</c:v>
                </c:pt>
                <c:pt idx="163">
                  <c:v>0.00389016653806</c:v>
                </c:pt>
                <c:pt idx="164">
                  <c:v>0.00390026172444</c:v>
                </c:pt>
                <c:pt idx="165">
                  <c:v>0.00391041328808</c:v>
                </c:pt>
                <c:pt idx="166">
                  <c:v>0.00392062175755</c:v>
                </c:pt>
                <c:pt idx="167">
                  <c:v>0.00393088766634</c:v>
                </c:pt>
                <c:pt idx="168">
                  <c:v>0.00394121155272</c:v>
                </c:pt>
                <c:pt idx="169">
                  <c:v>0.0039515939598</c:v>
                </c:pt>
                <c:pt idx="170">
                  <c:v>0.00396203543539</c:v>
                </c:pt>
                <c:pt idx="171">
                  <c:v>0.003972536532</c:v>
                </c:pt>
                <c:pt idx="172">
                  <c:v>0.00398309780679</c:v>
                </c:pt>
                <c:pt idx="173">
                  <c:v>0.00399371982145</c:v>
                </c:pt>
                <c:pt idx="174">
                  <c:v>0.00400440314218</c:v>
                </c:pt>
                <c:pt idx="175">
                  <c:v>0.00401514833956</c:v>
                </c:pt>
                <c:pt idx="176">
                  <c:v>0.00402595598852</c:v>
                </c:pt>
                <c:pt idx="177">
                  <c:v>0.00403682666817</c:v>
                </c:pt>
                <c:pt idx="178">
                  <c:v>0.00404776096177</c:v>
                </c:pt>
                <c:pt idx="179">
                  <c:v>0.00405875945656</c:v>
                </c:pt>
                <c:pt idx="180">
                  <c:v>0.00406982274367</c:v>
                </c:pt>
                <c:pt idx="181">
                  <c:v>0.00408095141795</c:v>
                </c:pt>
                <c:pt idx="182">
                  <c:v>0.00409214607788</c:v>
                </c:pt>
                <c:pt idx="183">
                  <c:v>0.00410340732536</c:v>
                </c:pt>
                <c:pt idx="184">
                  <c:v>0.0041147357656</c:v>
                </c:pt>
                <c:pt idx="185">
                  <c:v>0.00412613200689</c:v>
                </c:pt>
                <c:pt idx="186">
                  <c:v>0.00413759666047</c:v>
                </c:pt>
                <c:pt idx="187">
                  <c:v>0.00414913034027</c:v>
                </c:pt>
                <c:pt idx="188">
                  <c:v>0.00416073366276</c:v>
                </c:pt>
                <c:pt idx="189">
                  <c:v>0.00417240724666</c:v>
                </c:pt>
                <c:pt idx="190">
                  <c:v>0.00418415171277</c:v>
                </c:pt>
                <c:pt idx="191">
                  <c:v>0.00419596768364</c:v>
                </c:pt>
                <c:pt idx="192">
                  <c:v>0.00420785578339</c:v>
                </c:pt>
                <c:pt idx="193">
                  <c:v>0.00421981663735</c:v>
                </c:pt>
                <c:pt idx="194">
                  <c:v>0.00423185087178</c:v>
                </c:pt>
                <c:pt idx="195">
                  <c:v>0.00424395911359</c:v>
                </c:pt>
                <c:pt idx="196">
                  <c:v>0.00425614198998</c:v>
                </c:pt>
                <c:pt idx="197">
                  <c:v>0.00426840012809</c:v>
                </c:pt>
                <c:pt idx="198">
                  <c:v>0.00428073415462</c:v>
                </c:pt>
                <c:pt idx="199">
                  <c:v>0.00429314469547</c:v>
                </c:pt>
                <c:pt idx="200">
                  <c:v>0.00430563237534</c:v>
                </c:pt>
                <c:pt idx="201">
                  <c:v>0.00431819781727</c:v>
                </c:pt>
                <c:pt idx="202">
                  <c:v>0.00433084164222</c:v>
                </c:pt>
                <c:pt idx="203">
                  <c:v>0.0043435644686</c:v>
                </c:pt>
                <c:pt idx="204">
                  <c:v>0.00435636691178</c:v>
                </c:pt>
                <c:pt idx="205">
                  <c:v>0.00436924958359</c:v>
                </c:pt>
                <c:pt idx="206">
                  <c:v>0.00438221309177</c:v>
                </c:pt>
                <c:pt idx="207">
                  <c:v>0.00439525803943</c:v>
                </c:pt>
                <c:pt idx="208">
                  <c:v>0.00440838502449</c:v>
                </c:pt>
                <c:pt idx="209">
                  <c:v>0.00442159463903</c:v>
                </c:pt>
                <c:pt idx="210">
                  <c:v>0.00443488746874</c:v>
                </c:pt>
                <c:pt idx="211">
                  <c:v>0.00444826409218</c:v>
                </c:pt>
                <c:pt idx="212">
                  <c:v>0.00446172508019</c:v>
                </c:pt>
                <c:pt idx="213">
                  <c:v>0.00447527099514</c:v>
                </c:pt>
                <c:pt idx="214">
                  <c:v>0.0044889023902</c:v>
                </c:pt>
                <c:pt idx="215">
                  <c:v>0.00450261980864</c:v>
                </c:pt>
                <c:pt idx="216">
                  <c:v>0.00451642378301</c:v>
                </c:pt>
                <c:pt idx="217">
                  <c:v>0.00453031483434</c:v>
                </c:pt>
                <c:pt idx="218">
                  <c:v>0.00454429347132</c:v>
                </c:pt>
                <c:pt idx="219">
                  <c:v>0.00455836018945</c:v>
                </c:pt>
                <c:pt idx="220">
                  <c:v>0.00457251547015</c:v>
                </c:pt>
                <c:pt idx="221">
                  <c:v>0.00458675977985</c:v>
                </c:pt>
                <c:pt idx="222">
                  <c:v>0.00460109356906</c:v>
                </c:pt>
                <c:pt idx="223">
                  <c:v>0.00461551727142</c:v>
                </c:pt>
                <c:pt idx="224">
                  <c:v>0.00463003130267</c:v>
                </c:pt>
                <c:pt idx="225">
                  <c:v>0.00464463605971</c:v>
                </c:pt>
                <c:pt idx="226">
                  <c:v>0.0046593319195</c:v>
                </c:pt>
                <c:pt idx="227">
                  <c:v>0.00467411923805</c:v>
                </c:pt>
                <c:pt idx="228">
                  <c:v>0.00468899834929</c:v>
                </c:pt>
                <c:pt idx="229">
                  <c:v>0.004703969564</c:v>
                </c:pt>
                <c:pt idx="230">
                  <c:v>0.00471903316868</c:v>
                </c:pt>
                <c:pt idx="231">
                  <c:v>0.0047341894244</c:v>
                </c:pt>
                <c:pt idx="232">
                  <c:v>0.00474943856563</c:v>
                </c:pt>
                <c:pt idx="233">
                  <c:v>0.00476478079903</c:v>
                </c:pt>
                <c:pt idx="234">
                  <c:v>0.00478021630233</c:v>
                </c:pt>
                <c:pt idx="235">
                  <c:v>0.00479574522303</c:v>
                </c:pt>
                <c:pt idx="236">
                  <c:v>0.00481136767722</c:v>
                </c:pt>
                <c:pt idx="237">
                  <c:v>0.00482708374834</c:v>
                </c:pt>
                <c:pt idx="238">
                  <c:v>0.00484289348592</c:v>
                </c:pt>
                <c:pt idx="239">
                  <c:v>0.00485879690434</c:v>
                </c:pt>
                <c:pt idx="240">
                  <c:v>0.00487479398157</c:v>
                </c:pt>
                <c:pt idx="241">
                  <c:v>0.00489088465791</c:v>
                </c:pt>
                <c:pt idx="242">
                  <c:v>0.00490706883474</c:v>
                </c:pt>
                <c:pt idx="243">
                  <c:v>0.00492334637328</c:v>
                </c:pt>
                <c:pt idx="244">
                  <c:v>0.00493971709331</c:v>
                </c:pt>
                <c:pt idx="245">
                  <c:v>0.004956180772</c:v>
                </c:pt>
                <c:pt idx="246">
                  <c:v>0.00497273714263</c:v>
                </c:pt>
                <c:pt idx="247">
                  <c:v>0.00498938589343</c:v>
                </c:pt>
                <c:pt idx="248">
                  <c:v>0.00500612666638</c:v>
                </c:pt>
                <c:pt idx="249">
                  <c:v>0.00502295905607</c:v>
                </c:pt>
                <c:pt idx="250">
                  <c:v>0.0050398826086</c:v>
                </c:pt>
                <c:pt idx="251">
                  <c:v>0.00505689682043</c:v>
                </c:pt>
                <c:pt idx="252">
                  <c:v>0.0050740011374</c:v>
                </c:pt>
                <c:pt idx="253">
                  <c:v>0.00509119495366</c:v>
                </c:pt>
                <c:pt idx="254">
                  <c:v>0.00510847761077</c:v>
                </c:pt>
                <c:pt idx="255">
                  <c:v>0.00512584839673</c:v>
                </c:pt>
                <c:pt idx="256">
                  <c:v>0.00514330654518</c:v>
                </c:pt>
                <c:pt idx="257">
                  <c:v>0.00516085123455</c:v>
                </c:pt>
                <c:pt idx="258">
                  <c:v>0.00517848158738</c:v>
                </c:pt>
                <c:pt idx="259">
                  <c:v>0.00519619666966</c:v>
                </c:pt>
                <c:pt idx="260">
                  <c:v>0.00521399549019</c:v>
                </c:pt>
                <c:pt idx="261">
                  <c:v>0.00523187700014</c:v>
                </c:pt>
                <c:pt idx="262">
                  <c:v>0.0052498400926</c:v>
                </c:pt>
                <c:pt idx="263">
                  <c:v>0.00526788360223</c:v>
                </c:pt>
                <c:pt idx="264">
                  <c:v>0.00528600630503</c:v>
                </c:pt>
                <c:pt idx="265">
                  <c:v>0.00530420691822</c:v>
                </c:pt>
                <c:pt idx="266">
                  <c:v>0.00532248410013</c:v>
                </c:pt>
                <c:pt idx="267">
                  <c:v>0.0053408364503</c:v>
                </c:pt>
                <c:pt idx="268">
                  <c:v>0.00535926250963</c:v>
                </c:pt>
                <c:pt idx="269">
                  <c:v>0.00537776076066</c:v>
                </c:pt>
                <c:pt idx="270">
                  <c:v>0.00539632962793</c:v>
                </c:pt>
                <c:pt idx="271">
                  <c:v>0.00541496747848</c:v>
                </c:pt>
                <c:pt idx="272">
                  <c:v>0.00543367262251</c:v>
                </c:pt>
                <c:pt idx="273">
                  <c:v>0.00545244331403</c:v>
                </c:pt>
                <c:pt idx="274">
                  <c:v>0.0054712777518</c:v>
                </c:pt>
                <c:pt idx="275">
                  <c:v>0.00549017408025</c:v>
                </c:pt>
                <c:pt idx="276">
                  <c:v>0.00550913039058</c:v>
                </c:pt>
                <c:pt idx="277">
                  <c:v>0.005528144722</c:v>
                </c:pt>
                <c:pt idx="278">
                  <c:v>0.00554721506305</c:v>
                </c:pt>
                <c:pt idx="279">
                  <c:v>0.00556633935304</c:v>
                </c:pt>
                <c:pt idx="280">
                  <c:v>0.00558551548367</c:v>
                </c:pt>
                <c:pt idx="281">
                  <c:v>0.00560474130069</c:v>
                </c:pt>
                <c:pt idx="282">
                  <c:v>0.00562401460568</c:v>
                </c:pt>
                <c:pt idx="283">
                  <c:v>0.00564333315802</c:v>
                </c:pt>
                <c:pt idx="284">
                  <c:v>0.00566269467687</c:v>
                </c:pt>
                <c:pt idx="285">
                  <c:v>0.00568209684332</c:v>
                </c:pt>
                <c:pt idx="286">
                  <c:v>0.00570153730257</c:v>
                </c:pt>
                <c:pt idx="287">
                  <c:v>0.00572101366631</c:v>
                </c:pt>
                <c:pt idx="288">
                  <c:v>0.00574052351505</c:v>
                </c:pt>
                <c:pt idx="289">
                  <c:v>0.00576006440066</c:v>
                </c:pt>
                <c:pt idx="290">
                  <c:v>0.00577963384889</c:v>
                </c:pt>
                <c:pt idx="291">
                  <c:v>0.00579922936201</c:v>
                </c:pt>
                <c:pt idx="292">
                  <c:v>0.00581884842152</c:v>
                </c:pt>
                <c:pt idx="293">
                  <c:v>0.00583848849083</c:v>
                </c:pt>
                <c:pt idx="294">
                  <c:v>0.00585814701813</c:v>
                </c:pt>
                <c:pt idx="295">
                  <c:v>0.00587782143912</c:v>
                </c:pt>
                <c:pt idx="296">
                  <c:v>0.00589750917994</c:v>
                </c:pt>
                <c:pt idx="297">
                  <c:v>0.00591720766</c:v>
                </c:pt>
                <c:pt idx="298">
                  <c:v>0.00593691429488</c:v>
                </c:pt>
                <c:pt idx="299">
                  <c:v>0.00595662649922</c:v>
                </c:pt>
                <c:pt idx="300">
                  <c:v>0.00597634168961</c:v>
                </c:pt>
                <c:pt idx="301">
                  <c:v>0.00599605728744</c:v>
                </c:pt>
                <c:pt idx="302">
                  <c:v>0.00601577072176</c:v>
                </c:pt>
                <c:pt idx="303">
                  <c:v>0.00603547943212</c:v>
                </c:pt>
                <c:pt idx="304">
                  <c:v>0.00605518087133</c:v>
                </c:pt>
                <c:pt idx="305">
                  <c:v>0.00607487250818</c:v>
                </c:pt>
                <c:pt idx="306">
                  <c:v>0.00609455183016</c:v>
                </c:pt>
                <c:pt idx="307">
                  <c:v>0.00611421634606</c:v>
                </c:pt>
                <c:pt idx="308">
                  <c:v>0.00613386358848</c:v>
                </c:pt>
                <c:pt idx="309">
                  <c:v>0.00615349111639</c:v>
                </c:pt>
                <c:pt idx="310">
                  <c:v>0.00617309651743</c:v>
                </c:pt>
                <c:pt idx="311">
                  <c:v>0.00619267741028</c:v>
                </c:pt>
                <c:pt idx="312">
                  <c:v>0.00621223144686</c:v>
                </c:pt>
                <c:pt idx="313">
                  <c:v>0.0062317563144</c:v>
                </c:pt>
                <c:pt idx="314">
                  <c:v>0.00625124973749</c:v>
                </c:pt>
                <c:pt idx="315">
                  <c:v>0.00627070948</c:v>
                </c:pt>
                <c:pt idx="316">
                  <c:v>0.00629013334682</c:v>
                </c:pt>
                <c:pt idx="317">
                  <c:v>0.00630951918556</c:v>
                </c:pt>
                <c:pt idx="318">
                  <c:v>0.00632886488813</c:v>
                </c:pt>
                <c:pt idx="319">
                  <c:v>0.00634816839218</c:v>
                </c:pt>
                <c:pt idx="320">
                  <c:v>0.0063674276824</c:v>
                </c:pt>
                <c:pt idx="321">
                  <c:v>0.00638664079175</c:v>
                </c:pt>
                <c:pt idx="322">
                  <c:v>0.00640580580254</c:v>
                </c:pt>
                <c:pt idx="323">
                  <c:v>0.0064249208474</c:v>
                </c:pt>
                <c:pt idx="324">
                  <c:v>0.0064439841101</c:v>
                </c:pt>
                <c:pt idx="325">
                  <c:v>0.0064629938263</c:v>
                </c:pt>
                <c:pt idx="326">
                  <c:v>0.00648194828415</c:v>
                </c:pt>
                <c:pt idx="327">
                  <c:v>0.00650084582477</c:v>
                </c:pt>
                <c:pt idx="328">
                  <c:v>0.00651968484265</c:v>
                </c:pt>
                <c:pt idx="329">
                  <c:v>0.00653846378589</c:v>
                </c:pt>
                <c:pt idx="330">
                  <c:v>0.00655718115638</c:v>
                </c:pt>
                <c:pt idx="331">
                  <c:v>0.00657583550985</c:v>
                </c:pt>
                <c:pt idx="332">
                  <c:v>0.00659442545582</c:v>
                </c:pt>
                <c:pt idx="333">
                  <c:v>0.00661294965744</c:v>
                </c:pt>
                <c:pt idx="334">
                  <c:v>0.00663140683128</c:v>
                </c:pt>
                <c:pt idx="335">
                  <c:v>0.00664979574698</c:v>
                </c:pt>
                <c:pt idx="336">
                  <c:v>0.00666811522684</c:v>
                </c:pt>
                <c:pt idx="337">
                  <c:v>0.00668636414533</c:v>
                </c:pt>
                <c:pt idx="338">
                  <c:v>0.00670454142852</c:v>
                </c:pt>
                <c:pt idx="339">
                  <c:v>0.00672264605344</c:v>
                </c:pt>
                <c:pt idx="340">
                  <c:v>0.00674067704735</c:v>
                </c:pt>
                <c:pt idx="341">
                  <c:v>0.00675863348701</c:v>
                </c:pt>
                <c:pt idx="342">
                  <c:v>0.00677651449782</c:v>
                </c:pt>
                <c:pt idx="343">
                  <c:v>0.00679431925294</c:v>
                </c:pt>
                <c:pt idx="344">
                  <c:v>0.00681204697239</c:v>
                </c:pt>
                <c:pt idx="345">
                  <c:v>0.00682969692203</c:v>
                </c:pt>
                <c:pt idx="346">
                  <c:v>0.00684726841262</c:v>
                </c:pt>
                <c:pt idx="347">
                  <c:v>0.00686476079871</c:v>
                </c:pt>
                <c:pt idx="348">
                  <c:v>0.00688217347759</c:v>
                </c:pt>
                <c:pt idx="349">
                  <c:v>0.00689950588823</c:v>
                </c:pt>
                <c:pt idx="350">
                  <c:v>0.00691675751009</c:v>
                </c:pt>
                <c:pt idx="351">
                  <c:v>0.00693392786206</c:v>
                </c:pt>
                <c:pt idx="352">
                  <c:v>0.00695101650125</c:v>
                </c:pt>
                <c:pt idx="353">
                  <c:v>0.00696802302188</c:v>
                </c:pt>
                <c:pt idx="354">
                  <c:v>0.00698494705409</c:v>
                </c:pt>
                <c:pt idx="355">
                  <c:v>0.00700178826278</c:v>
                </c:pt>
                <c:pt idx="356">
                  <c:v>0.00701854634647</c:v>
                </c:pt>
                <c:pt idx="357">
                  <c:v>0.00703522103612</c:v>
                </c:pt>
                <c:pt idx="358">
                  <c:v>0.007051812094</c:v>
                </c:pt>
                <c:pt idx="359">
                  <c:v>0.00706831931252</c:v>
                </c:pt>
                <c:pt idx="360">
                  <c:v>0.00708474251316</c:v>
                </c:pt>
                <c:pt idx="361">
                  <c:v>0.00710108154533</c:v>
                </c:pt>
                <c:pt idx="362">
                  <c:v>0.00711733628529</c:v>
                </c:pt>
                <c:pt idx="363">
                  <c:v>0.00713350663506</c:v>
                </c:pt>
                <c:pt idx="364">
                  <c:v>0.00714959252145</c:v>
                </c:pt>
                <c:pt idx="365">
                  <c:v>0.00716559389494</c:v>
                </c:pt>
                <c:pt idx="366">
                  <c:v>0.00718151072878</c:v>
                </c:pt>
                <c:pt idx="367">
                  <c:v>0.00719734301801</c:v>
                </c:pt>
                <c:pt idx="368">
                  <c:v>0.00721309077847</c:v>
                </c:pt>
                <c:pt idx="369">
                  <c:v>0.007228754046</c:v>
                </c:pt>
                <c:pt idx="370">
                  <c:v>0.00724433287552</c:v>
                </c:pt>
                <c:pt idx="371">
                  <c:v>0.00725982734019</c:v>
                </c:pt>
                <c:pt idx="372">
                  <c:v>0.00727523753067</c:v>
                </c:pt>
                <c:pt idx="373">
                  <c:v>0.00729056355434</c:v>
                </c:pt>
                <c:pt idx="374">
                  <c:v>0.00730580553459</c:v>
                </c:pt>
                <c:pt idx="375">
                  <c:v>0.00732096361012</c:v>
                </c:pt>
                <c:pt idx="376">
                  <c:v>0.00733603793436</c:v>
                </c:pt>
                <c:pt idx="377">
                  <c:v>0.00735102867483</c:v>
                </c:pt>
                <c:pt idx="378">
                  <c:v>0.00736593601261</c:v>
                </c:pt>
                <c:pt idx="379">
                  <c:v>0.00738076014183</c:v>
                </c:pt>
                <c:pt idx="380">
                  <c:v>0.00739550126919</c:v>
                </c:pt>
                <c:pt idx="381">
                  <c:v>0.00741015961357</c:v>
                </c:pt>
                <c:pt idx="382">
                  <c:v>0.00742473540561</c:v>
                </c:pt>
                <c:pt idx="383">
                  <c:v>0.0074392288874</c:v>
                </c:pt>
                <c:pt idx="384">
                  <c:v>0.00745364031218</c:v>
                </c:pt>
                <c:pt idx="385">
                  <c:v>0.00746796994411</c:v>
                </c:pt>
                <c:pt idx="386">
                  <c:v>0.00748221805805</c:v>
                </c:pt>
                <c:pt idx="387">
                  <c:v>0.00749638493941</c:v>
                </c:pt>
                <c:pt idx="388">
                  <c:v>0.00751047088406</c:v>
                </c:pt>
                <c:pt idx="389">
                  <c:v>0.00752447619822</c:v>
                </c:pt>
                <c:pt idx="390">
                  <c:v>0.00753840119849</c:v>
                </c:pt>
                <c:pt idx="391">
                  <c:v>0.00755224621182</c:v>
                </c:pt>
                <c:pt idx="392">
                  <c:v>0.00756601157565</c:v>
                </c:pt>
                <c:pt idx="393">
                  <c:v>0.00757969763796</c:v>
                </c:pt>
                <c:pt idx="394">
                  <c:v>0.00759330475746</c:v>
                </c:pt>
                <c:pt idx="395">
                  <c:v>0.0076068333038</c:v>
                </c:pt>
                <c:pt idx="396">
                  <c:v>0.0076202836578</c:v>
                </c:pt>
                <c:pt idx="397">
                  <c:v>0.00763365621177</c:v>
                </c:pt>
                <c:pt idx="398">
                  <c:v>0.00764695136981</c:v>
                </c:pt>
                <c:pt idx="399">
                  <c:v>0.00766016954823</c:v>
                </c:pt>
                <c:pt idx="400">
                  <c:v>0.00767331117594</c:v>
                </c:pt>
                <c:pt idx="401">
                  <c:v>0.00768637669495</c:v>
                </c:pt>
                <c:pt idx="402">
                  <c:v>0.00769936656085</c:v>
                </c:pt>
                <c:pt idx="403">
                  <c:v>0.00771228124336</c:v>
                </c:pt>
                <c:pt idx="404">
                  <c:v>0.00772512122695</c:v>
                </c:pt>
                <c:pt idx="405">
                  <c:v>0.00773788701145</c:v>
                </c:pt>
                <c:pt idx="406">
                  <c:v>0.00775057911271</c:v>
                </c:pt>
                <c:pt idx="407">
                  <c:v>0.00776319806332</c:v>
                </c:pt>
                <c:pt idx="408">
                  <c:v>0.00777574441337</c:v>
                </c:pt>
                <c:pt idx="409">
                  <c:v>0.0077882187312</c:v>
                </c:pt>
                <c:pt idx="410">
                  <c:v>0.00780062160424</c:v>
                </c:pt>
                <c:pt idx="411">
                  <c:v>0.00781295363985</c:v>
                </c:pt>
                <c:pt idx="412">
                  <c:v>0.0078252154662</c:v>
                </c:pt>
                <c:pt idx="413">
                  <c:v>0.0078374077332</c:v>
                </c:pt>
                <c:pt idx="414">
                  <c:v>0.00784953111343</c:v>
                </c:pt>
                <c:pt idx="415">
                  <c:v>0.00786158630309</c:v>
                </c:pt>
                <c:pt idx="416">
                  <c:v>0.00787357402306</c:v>
                </c:pt>
                <c:pt idx="417">
                  <c:v>0.00788549501983</c:v>
                </c:pt>
                <c:pt idx="418">
                  <c:v>0.00789735006662</c:v>
                </c:pt>
                <c:pt idx="419">
                  <c:v>0.00790913996439</c:v>
                </c:pt>
                <c:pt idx="420">
                  <c:v>0.00792086554297</c:v>
                </c:pt>
                <c:pt idx="421">
                  <c:v>0.00793252766207</c:v>
                </c:pt>
                <c:pt idx="422">
                  <c:v>0.00794412721248</c:v>
                </c:pt>
                <c:pt idx="423">
                  <c:v>0.00795566511709</c:v>
                </c:pt>
                <c:pt idx="424">
                  <c:v>0.00796714233211</c:v>
                </c:pt>
                <c:pt idx="425">
                  <c:v>0.00797855984808</c:v>
                </c:pt>
                <c:pt idx="426">
                  <c:v>0.00798991869109</c:v>
                </c:pt>
                <c:pt idx="427">
                  <c:v>0.00800121992383</c:v>
                </c:pt>
                <c:pt idx="428">
                  <c:v>0.00801246464675</c:v>
                </c:pt>
                <c:pt idx="429">
                  <c:v>0.00802365399912</c:v>
                </c:pt>
                <c:pt idx="430">
                  <c:v>0.00803478916012</c:v>
                </c:pt>
                <c:pt idx="431">
                  <c:v>0.00804587134994</c:v>
                </c:pt>
                <c:pt idx="432">
                  <c:v>0.00805690183079</c:v>
                </c:pt>
                <c:pt idx="433">
                  <c:v>0.00806788190791</c:v>
                </c:pt>
                <c:pt idx="434">
                  <c:v>0.00807881293059</c:v>
                </c:pt>
                <c:pt idx="435">
                  <c:v>0.00808969629308</c:v>
                </c:pt>
                <c:pt idx="436">
                  <c:v>0.00810053343553</c:v>
                </c:pt>
                <c:pt idx="437">
                  <c:v>0.00811132584483</c:v>
                </c:pt>
                <c:pt idx="438">
                  <c:v>0.00812207505543</c:v>
                </c:pt>
                <c:pt idx="439">
                  <c:v>0.00813278265013</c:v>
                </c:pt>
                <c:pt idx="440">
                  <c:v>0.00814345026071</c:v>
                </c:pt>
                <c:pt idx="441">
                  <c:v>0.00815407956867</c:v>
                </c:pt>
                <c:pt idx="442">
                  <c:v>0.00816467230571</c:v>
                </c:pt>
                <c:pt idx="443">
                  <c:v>0.00817523025427</c:v>
                </c:pt>
                <c:pt idx="444">
                  <c:v>0.00818575524796</c:v>
                </c:pt>
                <c:pt idx="445">
                  <c:v>0.0081962491719</c:v>
                </c:pt>
                <c:pt idx="446">
                  <c:v>0.00820671396293</c:v>
                </c:pt>
                <c:pt idx="447">
                  <c:v>0.00821715160984</c:v>
                </c:pt>
                <c:pt idx="448">
                  <c:v>0.00822756415343</c:v>
                </c:pt>
                <c:pt idx="449">
                  <c:v>0.00823795368645</c:v>
                </c:pt>
                <c:pt idx="450">
                  <c:v>0.00824832235351</c:v>
                </c:pt>
                <c:pt idx="451">
                  <c:v>0.00825867235085</c:v>
                </c:pt>
                <c:pt idx="452">
                  <c:v>0.00826900592602</c:v>
                </c:pt>
                <c:pt idx="453">
                  <c:v>0.00827932537739</c:v>
                </c:pt>
                <c:pt idx="454">
                  <c:v>0.00828963305366</c:v>
                </c:pt>
                <c:pt idx="455">
                  <c:v>0.00829993135315</c:v>
                </c:pt>
                <c:pt idx="456">
                  <c:v>0.00831022272305</c:v>
                </c:pt>
                <c:pt idx="457">
                  <c:v>0.00832050965851</c:v>
                </c:pt>
                <c:pt idx="458">
                  <c:v>0.00833079470163</c:v>
                </c:pt>
                <c:pt idx="459">
                  <c:v>0.00834108044035</c:v>
                </c:pt>
                <c:pt idx="460">
                  <c:v>0.00835136950719</c:v>
                </c:pt>
                <c:pt idx="461">
                  <c:v>0.0083616645779</c:v>
                </c:pt>
                <c:pt idx="462">
                  <c:v>0.00837196836998</c:v>
                </c:pt>
                <c:pt idx="463">
                  <c:v>0.00838228364114</c:v>
                </c:pt>
                <c:pt idx="464">
                  <c:v>0.00839261318757</c:v>
                </c:pt>
                <c:pt idx="465">
                  <c:v>0.00840295984214</c:v>
                </c:pt>
                <c:pt idx="466">
                  <c:v>0.00841332647252</c:v>
                </c:pt>
                <c:pt idx="467">
                  <c:v>0.0084237159792</c:v>
                </c:pt>
                <c:pt idx="468">
                  <c:v>0.00843413129335</c:v>
                </c:pt>
                <c:pt idx="469">
                  <c:v>0.00844457537466</c:v>
                </c:pt>
                <c:pt idx="470">
                  <c:v>0.0084550512091</c:v>
                </c:pt>
                <c:pt idx="471">
                  <c:v>0.00846556180651</c:v>
                </c:pt>
                <c:pt idx="472">
                  <c:v>0.00847611019825</c:v>
                </c:pt>
                <c:pt idx="473">
                  <c:v>0.00848669943467</c:v>
                </c:pt>
                <c:pt idx="474">
                  <c:v>0.00849733258257</c:v>
                </c:pt>
                <c:pt idx="475">
                  <c:v>0.00850801272264</c:v>
                </c:pt>
                <c:pt idx="476">
                  <c:v>0.00851874294677</c:v>
                </c:pt>
                <c:pt idx="477">
                  <c:v>0.00852952635539</c:v>
                </c:pt>
                <c:pt idx="478">
                  <c:v>0.0085403660548</c:v>
                </c:pt>
                <c:pt idx="479">
                  <c:v>0.00855126515439</c:v>
                </c:pt>
                <c:pt idx="480">
                  <c:v>0.00856222676392</c:v>
                </c:pt>
                <c:pt idx="481">
                  <c:v>0.00857325399079</c:v>
                </c:pt>
                <c:pt idx="482">
                  <c:v>0.0085843499373</c:v>
                </c:pt>
                <c:pt idx="483">
                  <c:v>0.00859551769791</c:v>
                </c:pt>
                <c:pt idx="484">
                  <c:v>0.00860676035654</c:v>
                </c:pt>
                <c:pt idx="485">
                  <c:v>0.00861808098391</c:v>
                </c:pt>
                <c:pt idx="486">
                  <c:v>0.00862948263487</c:v>
                </c:pt>
                <c:pt idx="487">
                  <c:v>0.00864096834584</c:v>
                </c:pt>
                <c:pt idx="488">
                  <c:v>0.00865254113225</c:v>
                </c:pt>
                <c:pt idx="489">
                  <c:v>0.00866420398608</c:v>
                </c:pt>
                <c:pt idx="490">
                  <c:v>0.0086759598734</c:v>
                </c:pt>
                <c:pt idx="491">
                  <c:v>0.00868781173209</c:v>
                </c:pt>
                <c:pt idx="492">
                  <c:v>0.00869976246952</c:v>
                </c:pt>
                <c:pt idx="493">
                  <c:v>0.00871181496043</c:v>
                </c:pt>
                <c:pt idx="494">
                  <c:v>0.00872397204479</c:v>
                </c:pt>
                <c:pt idx="495">
                  <c:v>0.00873623652587</c:v>
                </c:pt>
                <c:pt idx="496">
                  <c:v>0.00874861116829</c:v>
                </c:pt>
                <c:pt idx="497">
                  <c:v>0.00876109869627</c:v>
                </c:pt>
                <c:pt idx="498">
                  <c:v>0.00877370179198</c:v>
                </c:pt>
                <c:pt idx="499">
                  <c:v>0.00878642309389</c:v>
                </c:pt>
                <c:pt idx="500">
                  <c:v>0.0087992651954</c:v>
                </c:pt>
                <c:pt idx="501">
                  <c:v>0.00881223064346</c:v>
                </c:pt>
                <c:pt idx="502">
                  <c:v>0.00882532193735</c:v>
                </c:pt>
                <c:pt idx="503">
                  <c:v>0.00883854152759</c:v>
                </c:pt>
                <c:pt idx="504">
                  <c:v>0.00885189181494</c:v>
                </c:pt>
                <c:pt idx="505">
                  <c:v>0.00886537514953</c:v>
                </c:pt>
                <c:pt idx="506">
                  <c:v>0.00887899383011</c:v>
                </c:pt>
                <c:pt idx="507">
                  <c:v>0.00889275010341</c:v>
                </c:pt>
                <c:pt idx="508">
                  <c:v>0.00890664616364</c:v>
                </c:pt>
                <c:pt idx="509">
                  <c:v>0.00892068415204</c:v>
                </c:pt>
                <c:pt idx="510">
                  <c:v>0.00893486615662</c:v>
                </c:pt>
                <c:pt idx="511">
                  <c:v>0.00894919421197</c:v>
                </c:pt>
                <c:pt idx="512">
                  <c:v>0.00896367029915</c:v>
                </c:pt>
                <c:pt idx="513">
                  <c:v>0.00897829634573</c:v>
                </c:pt>
                <c:pt idx="514">
                  <c:v>0.00899307422591</c:v>
                </c:pt>
                <c:pt idx="515">
                  <c:v>0.00900800576072</c:v>
                </c:pt>
                <c:pt idx="516">
                  <c:v>0.00902309271836</c:v>
                </c:pt>
                <c:pt idx="517">
                  <c:v>0.00903833681455</c:v>
                </c:pt>
                <c:pt idx="518">
                  <c:v>0.00905373971305</c:v>
                </c:pt>
                <c:pt idx="519">
                  <c:v>0.00906930302621</c:v>
                </c:pt>
                <c:pt idx="520">
                  <c:v>0.00908502831558</c:v>
                </c:pt>
                <c:pt idx="521">
                  <c:v>0.00910091709266</c:v>
                </c:pt>
                <c:pt idx="522">
                  <c:v>0.00911697081963</c:v>
                </c:pt>
                <c:pt idx="523">
                  <c:v>0.00913319091022</c:v>
                </c:pt>
                <c:pt idx="524">
                  <c:v>0.00914957873056</c:v>
                </c:pt>
                <c:pt idx="525">
                  <c:v>0.0091661356002</c:v>
                </c:pt>
                <c:pt idx="526">
                  <c:v>0.00918286279301</c:v>
                </c:pt>
                <c:pt idx="527">
                  <c:v>0.00919976153829</c:v>
                </c:pt>
                <c:pt idx="528">
                  <c:v>0.00921683302185</c:v>
                </c:pt>
                <c:pt idx="529">
                  <c:v>0.00923407838708</c:v>
                </c:pt>
                <c:pt idx="530">
                  <c:v>0.00925149873611</c:v>
                </c:pt>
                <c:pt idx="531">
                  <c:v>0.00926909513104</c:v>
                </c:pt>
                <c:pt idx="532">
                  <c:v>0.00928686859506</c:v>
                </c:pt>
                <c:pt idx="533">
                  <c:v>0.00930482011374</c:v>
                </c:pt>
                <c:pt idx="534">
                  <c:v>0.00932295063622</c:v>
                </c:pt>
                <c:pt idx="535">
                  <c:v>0.00934126107647</c:v>
                </c:pt>
                <c:pt idx="536">
                  <c:v>0.00935975231458</c:v>
                </c:pt>
                <c:pt idx="537">
                  <c:v>0.00937842519799</c:v>
                </c:pt>
                <c:pt idx="538">
                  <c:v>0.0093972805428</c:v>
                </c:pt>
                <c:pt idx="539">
                  <c:v>0.00941631913498</c:v>
                </c:pt>
                <c:pt idx="540">
                  <c:v>0.00943554173173</c:v>
                </c:pt>
                <c:pt idx="541">
                  <c:v>0.00945494906266</c:v>
                </c:pt>
                <c:pt idx="542">
                  <c:v>0.00947454183111</c:v>
                </c:pt>
                <c:pt idx="543">
                  <c:v>0.00949432071539</c:v>
                </c:pt>
                <c:pt idx="544">
                  <c:v>0.00951428637001</c:v>
                </c:pt>
                <c:pt idx="545">
                  <c:v>0.0095344394269</c:v>
                </c:pt>
                <c:pt idx="546">
                  <c:v>0.00955478049667</c:v>
                </c:pt>
                <c:pt idx="547">
                  <c:v>0.00957531016977</c:v>
                </c:pt>
                <c:pt idx="548">
                  <c:v>0.00959602901767</c:v>
                </c:pt>
                <c:pt idx="549">
                  <c:v>0.00961693759408</c:v>
                </c:pt>
                <c:pt idx="550">
                  <c:v>0.00963803643601</c:v>
                </c:pt>
                <c:pt idx="551">
                  <c:v>0.00965932606499</c:v>
                </c:pt>
                <c:pt idx="552">
                  <c:v>0.0096808069881</c:v>
                </c:pt>
                <c:pt idx="553">
                  <c:v>0.00970247969909</c:v>
                </c:pt>
                <c:pt idx="554">
                  <c:v>0.00972434467942</c:v>
                </c:pt>
                <c:pt idx="555">
                  <c:v>0.00974640239931</c:v>
                </c:pt>
                <c:pt idx="556">
                  <c:v>0.00976865331877</c:v>
                </c:pt>
                <c:pt idx="557">
                  <c:v>0.00979109788853</c:v>
                </c:pt>
                <c:pt idx="558">
                  <c:v>0.00981373655107</c:v>
                </c:pt>
                <c:pt idx="559">
                  <c:v>0.00983656974152</c:v>
                </c:pt>
                <c:pt idx="560">
                  <c:v>0.00985959788859</c:v>
                </c:pt>
                <c:pt idx="561">
                  <c:v>0.00988282141545</c:v>
                </c:pt>
                <c:pt idx="562">
                  <c:v>0.00990624074063</c:v>
                </c:pt>
                <c:pt idx="563">
                  <c:v>0.00992985627879</c:v>
                </c:pt>
                <c:pt idx="564">
                  <c:v>0.00995366844162</c:v>
                </c:pt>
                <c:pt idx="565">
                  <c:v>0.00997767763857</c:v>
                </c:pt>
                <c:pt idx="566">
                  <c:v>0.0100018842777</c:v>
                </c:pt>
                <c:pt idx="567">
                  <c:v>0.0100262887662</c:v>
                </c:pt>
                <c:pt idx="568">
                  <c:v>0.0100508915115</c:v>
                </c:pt>
                <c:pt idx="569">
                  <c:v>0.0100756929217</c:v>
                </c:pt>
                <c:pt idx="570">
                  <c:v>0.0101006934061</c:v>
                </c:pt>
                <c:pt idx="571">
                  <c:v>0.0101258933763</c:v>
                </c:pt>
                <c:pt idx="572">
                  <c:v>0.0101512932464</c:v>
                </c:pt>
                <c:pt idx="573">
                  <c:v>0.0101768934339</c:v>
                </c:pt>
                <c:pt idx="574">
                  <c:v>0.0102026943602</c:v>
                </c:pt>
                <c:pt idx="575">
                  <c:v>0.010228696451</c:v>
                </c:pt>
                <c:pt idx="576">
                  <c:v>0.0102549001372</c:v>
                </c:pt>
                <c:pt idx="577">
                  <c:v>0.0102813058552</c:v>
                </c:pt>
                <c:pt idx="578">
                  <c:v>0.0103079140472</c:v>
                </c:pt>
                <c:pt idx="579">
                  <c:v>0.0103347251623</c:v>
                </c:pt>
                <c:pt idx="580">
                  <c:v>0.0103617396563</c:v>
                </c:pt>
                <c:pt idx="581">
                  <c:v>0.0103889579929</c:v>
                </c:pt>
                <c:pt idx="582">
                  <c:v>0.0104163806432</c:v>
                </c:pt>
                <c:pt idx="583">
                  <c:v>0.0104440080871</c:v>
                </c:pt>
                <c:pt idx="584">
                  <c:v>0.0104718408129</c:v>
                </c:pt>
                <c:pt idx="585">
                  <c:v>0.0104998793185</c:v>
                </c:pt>
                <c:pt idx="586">
                  <c:v>0.0105281241109</c:v>
                </c:pt>
                <c:pt idx="587">
                  <c:v>0.0105565757073</c:v>
                </c:pt>
                <c:pt idx="588">
                  <c:v>0.010585234635</c:v>
                </c:pt>
                <c:pt idx="589">
                  <c:v>0.0106141014321</c:v>
                </c:pt>
                <c:pt idx="590">
                  <c:v>0.0106431766476</c:v>
                </c:pt>
                <c:pt idx="591">
                  <c:v>0.0106724608416</c:v>
                </c:pt>
                <c:pt idx="592">
                  <c:v>0.0107019545859</c:v>
                </c:pt>
                <c:pt idx="593">
                  <c:v>0.0107316584644</c:v>
                </c:pt>
                <c:pt idx="594">
                  <c:v>0.0107615730727</c:v>
                </c:pt>
                <c:pt idx="595">
                  <c:v>0.0107916990191</c:v>
                </c:pt>
                <c:pt idx="596">
                  <c:v>0.0108220369248</c:v>
                </c:pt>
                <c:pt idx="597">
                  <c:v>0.0108525874236</c:v>
                </c:pt>
                <c:pt idx="598">
                  <c:v>0.0108833511628</c:v>
                </c:pt>
                <c:pt idx="599">
                  <c:v>0.010914328803</c:v>
                </c:pt>
                <c:pt idx="600">
                  <c:v>0.0109455210186</c:v>
                </c:pt>
                <c:pt idx="601">
                  <c:v>0.0109769284978</c:v>
                </c:pt>
                <c:pt idx="602">
                  <c:v>0.0110085519431</c:v>
                </c:pt>
                <c:pt idx="603">
                  <c:v>0.0110403920713</c:v>
                </c:pt>
                <c:pt idx="604">
                  <c:v>0.0110724496137</c:v>
                </c:pt>
                <c:pt idx="605">
                  <c:v>0.0111047253165</c:v>
                </c:pt>
                <c:pt idx="606">
                  <c:v>0.0111372199408</c:v>
                </c:pt>
                <c:pt idx="607">
                  <c:v>0.0111699342627</c:v>
                </c:pt>
                <c:pt idx="608">
                  <c:v>0.011202869074</c:v>
                </c:pt>
                <c:pt idx="609">
                  <c:v>0.0112360251816</c:v>
                </c:pt>
                <c:pt idx="610">
                  <c:v>0.0112694034085</c:v>
                </c:pt>
                <c:pt idx="611">
                  <c:v>0.0113030045931</c:v>
                </c:pt>
                <c:pt idx="612">
                  <c:v>0.0113368295903</c:v>
                </c:pt>
                <c:pt idx="613">
                  <c:v>0.0113708792709</c:v>
                </c:pt>
                <c:pt idx="614">
                  <c:v>0.011405154522</c:v>
                </c:pt>
                <c:pt idx="615">
                  <c:v>0.0114396562474</c:v>
                </c:pt>
                <c:pt idx="616">
                  <c:v>0.0114743853675</c:v>
                </c:pt>
                <c:pt idx="617">
                  <c:v>0.0115093428193</c:v>
                </c:pt>
                <c:pt idx="618">
                  <c:v>0.011544529557</c:v>
                </c:pt>
                <c:pt idx="619">
                  <c:v>0.0115799465517</c:v>
                </c:pt>
                <c:pt idx="620">
                  <c:v>0.0116155947918</c:v>
                </c:pt>
                <c:pt idx="621">
                  <c:v>0.011651475283</c:v>
                </c:pt>
                <c:pt idx="622">
                  <c:v>0.0116875890485</c:v>
                </c:pt>
                <c:pt idx="623">
                  <c:v>0.011723937129</c:v>
                </c:pt>
                <c:pt idx="624">
                  <c:v>0.0117605205832</c:v>
                </c:pt>
                <c:pt idx="625">
                  <c:v>0.0117973404873</c:v>
                </c:pt>
                <c:pt idx="626">
                  <c:v>0.0118343979358</c:v>
                </c:pt>
                <c:pt idx="627">
                  <c:v>0.011871694041</c:v>
                </c:pt>
                <c:pt idx="628">
                  <c:v>0.0119092299337</c:v>
                </c:pt>
                <c:pt idx="629">
                  <c:v>0.0119470067627</c:v>
                </c:pt>
                <c:pt idx="630">
                  <c:v>0.0119850256955</c:v>
                </c:pt>
                <c:pt idx="631">
                  <c:v>0.012023287918</c:v>
                </c:pt>
                <c:pt idx="632">
                  <c:v>0.0120617946348</c:v>
                </c:pt>
                <c:pt idx="633">
                  <c:v>0.0121005470692</c:v>
                </c:pt>
                <c:pt idx="634">
                  <c:v>0.0121395464635</c:v>
                </c:pt>
                <c:pt idx="635">
                  <c:v>0.0121787940786</c:v>
                </c:pt>
                <c:pt idx="636">
                  <c:v>0.012218291195</c:v>
                </c:pt>
                <c:pt idx="637">
                  <c:v>0.0122580391118</c:v>
                </c:pt>
                <c:pt idx="638">
                  <c:v>0.0122980391477</c:v>
                </c:pt>
                <c:pt idx="639">
                  <c:v>0.0123382926407</c:v>
                </c:pt>
                <c:pt idx="640">
                  <c:v>0.0123788009481</c:v>
                </c:pt>
                <c:pt idx="641">
                  <c:v>0.0124195654469</c:v>
                </c:pt>
                <c:pt idx="642">
                  <c:v>0.0124605875335</c:v>
                </c:pt>
                <c:pt idx="643">
                  <c:v>0.0125018686243</c:v>
                </c:pt>
                <c:pt idx="644">
                  <c:v>0.0125434101553</c:v>
                </c:pt>
                <c:pt idx="645">
                  <c:v>0.0125852135824</c:v>
                </c:pt>
                <c:pt idx="646">
                  <c:v>0.0126272803816</c:v>
                </c:pt>
                <c:pt idx="647">
                  <c:v>0.0126696120488</c:v>
                </c:pt>
                <c:pt idx="648">
                  <c:v>0.0127122101002</c:v>
                </c:pt>
                <c:pt idx="649">
                  <c:v>0.012755076072</c:v>
                </c:pt>
                <c:pt idx="650">
                  <c:v>0.0127982115211</c:v>
                </c:pt>
                <c:pt idx="651">
                  <c:v>0.0128416180245</c:v>
                </c:pt>
                <c:pt idx="652">
                  <c:v>0.0128852971798</c:v>
                </c:pt>
                <c:pt idx="653">
                  <c:v>0.0129292506051</c:v>
                </c:pt>
                <c:pt idx="654">
                  <c:v>0.0129734799394</c:v>
                </c:pt>
                <c:pt idx="655">
                  <c:v>0.0130179868422</c:v>
                </c:pt>
                <c:pt idx="656">
                  <c:v>0.013062772994</c:v>
                </c:pt>
                <c:pt idx="657">
                  <c:v>0.0131078400961</c:v>
                </c:pt>
                <c:pt idx="658">
                  <c:v>0.0131531898711</c:v>
                </c:pt>
                <c:pt idx="659">
                  <c:v>0.0131988240624</c:v>
                </c:pt>
                <c:pt idx="660">
                  <c:v>0.0132447444347</c:v>
                </c:pt>
                <c:pt idx="661">
                  <c:v>0.0132909527743</c:v>
                </c:pt>
                <c:pt idx="662">
                  <c:v>0.0133374508886</c:v>
                </c:pt>
                <c:pt idx="663">
                  <c:v>0.0133842406066</c:v>
                </c:pt>
                <c:pt idx="664">
                  <c:v>0.0134313237789</c:v>
                </c:pt>
                <c:pt idx="665">
                  <c:v>0.0134787022781</c:v>
                </c:pt>
                <c:pt idx="666">
                  <c:v>0.0135263779983</c:v>
                </c:pt>
                <c:pt idx="667">
                  <c:v>0.0135743528557</c:v>
                </c:pt>
                <c:pt idx="668">
                  <c:v>0.0136226287887</c:v>
                </c:pt>
                <c:pt idx="669">
                  <c:v>0.0136712077576</c:v>
                </c:pt>
                <c:pt idx="670">
                  <c:v>0.0137200917455</c:v>
                </c:pt>
                <c:pt idx="671">
                  <c:v>0.0137692827575</c:v>
                </c:pt>
                <c:pt idx="672">
                  <c:v>0.0138187828215</c:v>
                </c:pt>
                <c:pt idx="673">
                  <c:v>0.0138685939882</c:v>
                </c:pt>
                <c:pt idx="674">
                  <c:v>0.0139187183312</c:v>
                </c:pt>
                <c:pt idx="675">
                  <c:v>0.0139691579469</c:v>
                </c:pt>
                <c:pt idx="676">
                  <c:v>0.0140199149551</c:v>
                </c:pt>
                <c:pt idx="677">
                  <c:v>0.014070991499</c:v>
                </c:pt>
                <c:pt idx="678">
                  <c:v>0.0141223897452</c:v>
                </c:pt>
                <c:pt idx="679">
                  <c:v>0.0141741118839</c:v>
                </c:pt>
                <c:pt idx="680">
                  <c:v>0.0142261601294</c:v>
                </c:pt>
                <c:pt idx="681">
                  <c:v>0.0142785367199</c:v>
                </c:pt>
                <c:pt idx="682">
                  <c:v>0.014331243918</c:v>
                </c:pt>
                <c:pt idx="683">
                  <c:v>0.0143842840104</c:v>
                </c:pt>
                <c:pt idx="684">
                  <c:v>0.0144376593088</c:v>
                </c:pt>
                <c:pt idx="685">
                  <c:v>0.0144913721495</c:v>
                </c:pt>
                <c:pt idx="686">
                  <c:v>0.0145454248941</c:v>
                </c:pt>
                <c:pt idx="687">
                  <c:v>0.0145998199293</c:v>
                </c:pt>
                <c:pt idx="688">
                  <c:v>0.0146545596672</c:v>
                </c:pt>
                <c:pt idx="689">
                  <c:v>0.014709646546</c:v>
                </c:pt>
                <c:pt idx="690">
                  <c:v>0.0147650830295</c:v>
                </c:pt>
                <c:pt idx="691">
                  <c:v>0.0148208716079</c:v>
                </c:pt>
                <c:pt idx="692">
                  <c:v>0.0148770147979</c:v>
                </c:pt>
                <c:pt idx="693">
                  <c:v>0.0149335151428</c:v>
                </c:pt>
                <c:pt idx="694">
                  <c:v>0.0149903752131</c:v>
                </c:pt>
                <c:pt idx="695">
                  <c:v>0.0150475976063</c:v>
                </c:pt>
                <c:pt idx="696">
                  <c:v>0.0151051849477</c:v>
                </c:pt>
                <c:pt idx="697">
                  <c:v>0.0151631398904</c:v>
                </c:pt>
                <c:pt idx="698">
                  <c:v>0.0152214651153</c:v>
                </c:pt>
                <c:pt idx="699">
                  <c:v>0.0152801633321</c:v>
                </c:pt>
                <c:pt idx="700">
                  <c:v>0.015339237279</c:v>
                </c:pt>
                <c:pt idx="701">
                  <c:v>0.0153986897233</c:v>
                </c:pt>
                <c:pt idx="702">
                  <c:v>0.0154585234617</c:v>
                </c:pt>
                <c:pt idx="703">
                  <c:v>0.0155187413204</c:v>
                </c:pt>
                <c:pt idx="704">
                  <c:v>0.0155793461557</c:v>
                </c:pt>
                <c:pt idx="705">
                  <c:v>0.0156403408541</c:v>
                </c:pt>
                <c:pt idx="706">
                  <c:v>0.0157017283331</c:v>
                </c:pt>
                <c:pt idx="707">
                  <c:v>0.0157635115408</c:v>
                </c:pt>
                <c:pt idx="708">
                  <c:v>0.0158256934569</c:v>
                </c:pt>
                <c:pt idx="709">
                  <c:v>0.0158882770926</c:v>
                </c:pt>
                <c:pt idx="710">
                  <c:v>0.0159512654915</c:v>
                </c:pt>
                <c:pt idx="711">
                  <c:v>0.0160146617295</c:v>
                </c:pt>
                <c:pt idx="712">
                  <c:v>0.0160784689152</c:v>
                </c:pt>
                <c:pt idx="713">
                  <c:v>0.0161426901906</c:v>
                </c:pt>
                <c:pt idx="714">
                  <c:v>0.0162073287311</c:v>
                </c:pt>
                <c:pt idx="715">
                  <c:v>0.0162723877464</c:v>
                </c:pt>
                <c:pt idx="716">
                  <c:v>0.0163378704804</c:v>
                </c:pt>
                <c:pt idx="717">
                  <c:v>0.0164037802117</c:v>
                </c:pt>
                <c:pt idx="718">
                  <c:v>0.0164701202543</c:v>
                </c:pt>
                <c:pt idx="719">
                  <c:v>0.0165368939578</c:v>
                </c:pt>
                <c:pt idx="720">
                  <c:v>0.0166041047078</c:v>
                </c:pt>
                <c:pt idx="721">
                  <c:v>0.0166717559265</c:v>
                </c:pt>
                <c:pt idx="722">
                  <c:v>0.0167398510728</c:v>
                </c:pt>
                <c:pt idx="723">
                  <c:v>0.0168083936433</c:v>
                </c:pt>
                <c:pt idx="724">
                  <c:v>0.0168773871721</c:v>
                </c:pt>
                <c:pt idx="725">
                  <c:v>0.0169468352318</c:v>
                </c:pt>
                <c:pt idx="726">
                  <c:v>0.0170167414337</c:v>
                </c:pt>
                <c:pt idx="727">
                  <c:v>0.0170871094282</c:v>
                </c:pt>
                <c:pt idx="728">
                  <c:v>0.0171579429055</c:v>
                </c:pt>
                <c:pt idx="729">
                  <c:v>0.0172292455959</c:v>
                </c:pt>
                <c:pt idx="730">
                  <c:v>0.0173010212704</c:v>
                </c:pt>
                <c:pt idx="731">
                  <c:v>0.0173732737411</c:v>
                </c:pt>
                <c:pt idx="732">
                  <c:v>0.0174460068618</c:v>
                </c:pt>
                <c:pt idx="733">
                  <c:v>0.0175192245285</c:v>
                </c:pt>
                <c:pt idx="734">
                  <c:v>0.0175929306797</c:v>
                </c:pt>
                <c:pt idx="735">
                  <c:v>0.0176671292973</c:v>
                </c:pt>
                <c:pt idx="736">
                  <c:v>0.0177418244069</c:v>
                </c:pt>
                <c:pt idx="737">
                  <c:v>0.0178170200783</c:v>
                </c:pt>
                <c:pt idx="738">
                  <c:v>0.017892720426</c:v>
                </c:pt>
                <c:pt idx="739">
                  <c:v>0.0179689296101</c:v>
                </c:pt>
                <c:pt idx="740">
                  <c:v>0.0180456518366</c:v>
                </c:pt>
                <c:pt idx="741">
                  <c:v>0.0181228913577</c:v>
                </c:pt>
                <c:pt idx="742">
                  <c:v>0.018200652473</c:v>
                </c:pt>
                <c:pt idx="743">
                  <c:v>0.0182789395297</c:v>
                </c:pt>
                <c:pt idx="744">
                  <c:v>0.018357756923</c:v>
                </c:pt>
                <c:pt idx="745">
                  <c:v>0.0184371090971</c:v>
                </c:pt>
                <c:pt idx="746">
                  <c:v>0.0185170005458</c:v>
                </c:pt>
                <c:pt idx="747">
                  <c:v>0.0185974358126</c:v>
                </c:pt>
                <c:pt idx="748">
                  <c:v>0.018678419492</c:v>
                </c:pt>
                <c:pt idx="749">
                  <c:v>0.0187599562297</c:v>
                </c:pt>
                <c:pt idx="750">
                  <c:v>0.0188420507233</c:v>
                </c:pt>
                <c:pt idx="751">
                  <c:v>0.0189247077232</c:v>
                </c:pt>
                <c:pt idx="752">
                  <c:v>0.0190079320327</c:v>
                </c:pt>
                <c:pt idx="753">
                  <c:v>0.0190917285095</c:v>
                </c:pt>
                <c:pt idx="754">
                  <c:v>0.0191761020656</c:v>
                </c:pt>
                <c:pt idx="755">
                  <c:v>0.0192610576684</c:v>
                </c:pt>
                <c:pt idx="756">
                  <c:v>0.0193466003413</c:v>
                </c:pt>
                <c:pt idx="757">
                  <c:v>0.0194327351644</c:v>
                </c:pt>
                <c:pt idx="758">
                  <c:v>0.0195194672753</c:v>
                </c:pt>
                <c:pt idx="759">
                  <c:v>0.0196068018696</c:v>
                </c:pt>
                <c:pt idx="760">
                  <c:v>0.019694744202</c:v>
                </c:pt>
                <c:pt idx="761">
                  <c:v>0.0197832995866</c:v>
                </c:pt>
                <c:pt idx="762">
                  <c:v>0.0198724733982</c:v>
                </c:pt>
                <c:pt idx="763">
                  <c:v>0.0199622710725</c:v>
                </c:pt>
                <c:pt idx="764">
                  <c:v>0.0200526981074</c:v>
                </c:pt>
                <c:pt idx="765">
                  <c:v>0.0201437600633</c:v>
                </c:pt>
                <c:pt idx="766">
                  <c:v>0.0202354625643</c:v>
                </c:pt>
                <c:pt idx="767">
                  <c:v>0.0203278112989</c:v>
                </c:pt>
                <c:pt idx="768">
                  <c:v>0.0204208120207</c:v>
                </c:pt>
                <c:pt idx="769">
                  <c:v>0.0205144705495</c:v>
                </c:pt>
                <c:pt idx="770">
                  <c:v>0.0206087927719</c:v>
                </c:pt>
                <c:pt idx="771">
                  <c:v>0.0207037846422</c:v>
                </c:pt>
                <c:pt idx="772">
                  <c:v>0.0207994521834</c:v>
                </c:pt>
                <c:pt idx="773">
                  <c:v>0.0208958014881</c:v>
                </c:pt>
                <c:pt idx="774">
                  <c:v>0.0209928387192</c:v>
                </c:pt>
                <c:pt idx="775">
                  <c:v>0.0210905701111</c:v>
                </c:pt>
                <c:pt idx="776">
                  <c:v>0.0211890019704</c:v>
                </c:pt>
                <c:pt idx="777">
                  <c:v>0.0212881406771</c:v>
                </c:pt>
                <c:pt idx="778">
                  <c:v>0.021387992685</c:v>
                </c:pt>
                <c:pt idx="779">
                  <c:v>0.0214885645235</c:v>
                </c:pt>
                <c:pt idx="780">
                  <c:v>0.0215898627978</c:v>
                </c:pt>
                <c:pt idx="781">
                  <c:v>0.0216918941907</c:v>
                </c:pt>
                <c:pt idx="782">
                  <c:v>0.0217946654627</c:v>
                </c:pt>
                <c:pt idx="783">
                  <c:v>0.0218981834539</c:v>
                </c:pt>
                <c:pt idx="784">
                  <c:v>0.0220024550843</c:v>
                </c:pt>
                <c:pt idx="785">
                  <c:v>0.0221074873556</c:v>
                </c:pt>
                <c:pt idx="786">
                  <c:v>0.0222132873517</c:v>
                </c:pt>
                <c:pt idx="787">
                  <c:v>0.0223198622399</c:v>
                </c:pt>
                <c:pt idx="788">
                  <c:v>0.0224272192724</c:v>
                </c:pt>
                <c:pt idx="789">
                  <c:v>0.022535365787</c:v>
                </c:pt>
                <c:pt idx="790">
                  <c:v>0.0226443092084</c:v>
                </c:pt>
                <c:pt idx="791">
                  <c:v>0.0227540570493</c:v>
                </c:pt>
                <c:pt idx="792">
                  <c:v>0.0228646169119</c:v>
                </c:pt>
                <c:pt idx="793">
                  <c:v>0.0229759964885</c:v>
                </c:pt>
                <c:pt idx="794">
                  <c:v>0.0230882035633</c:v>
                </c:pt>
                <c:pt idx="795">
                  <c:v>0.0232012460134</c:v>
                </c:pt>
                <c:pt idx="796">
                  <c:v>0.02331513181</c:v>
                </c:pt>
                <c:pt idx="797">
                  <c:v>0.0234298690197</c:v>
                </c:pt>
                <c:pt idx="798">
                  <c:v>0.023545465806</c:v>
                </c:pt>
                <c:pt idx="799">
                  <c:v>0.0236619304303</c:v>
                </c:pt>
                <c:pt idx="800">
                  <c:v>0.0237792712535</c:v>
                </c:pt>
                <c:pt idx="801">
                  <c:v>0.0238974967371</c:v>
                </c:pt>
                <c:pt idx="802">
                  <c:v>0.0240166154448</c:v>
                </c:pt>
                <c:pt idx="803">
                  <c:v>0.0241366360438</c:v>
                </c:pt>
                <c:pt idx="804">
                  <c:v>0.0242575673063</c:v>
                </c:pt>
                <c:pt idx="805">
                  <c:v>0.0243794181109</c:v>
                </c:pt>
                <c:pt idx="806">
                  <c:v>0.0245021974438</c:v>
                </c:pt>
                <c:pt idx="807">
                  <c:v>0.0246259144008</c:v>
                </c:pt>
                <c:pt idx="808">
                  <c:v>0.0247505781883</c:v>
                </c:pt>
                <c:pt idx="809">
                  <c:v>0.0248761981254</c:v>
                </c:pt>
                <c:pt idx="810">
                  <c:v>0.0250027836447</c:v>
                </c:pt>
                <c:pt idx="811">
                  <c:v>0.0251303442946</c:v>
                </c:pt>
                <c:pt idx="812">
                  <c:v>0.0252588897404</c:v>
                </c:pt>
                <c:pt idx="813">
                  <c:v>0.0253884297663</c:v>
                </c:pt>
                <c:pt idx="814">
                  <c:v>0.0255189742767</c:v>
                </c:pt>
                <c:pt idx="815">
                  <c:v>0.0256505332983</c:v>
                </c:pt>
                <c:pt idx="816">
                  <c:v>0.0257831169813</c:v>
                </c:pt>
                <c:pt idx="817">
                  <c:v>0.0259167356014</c:v>
                </c:pt>
                <c:pt idx="818">
                  <c:v>0.0260513995618</c:v>
                </c:pt>
                <c:pt idx="819">
                  <c:v>0.0261871193945</c:v>
                </c:pt>
                <c:pt idx="820">
                  <c:v>0.0263239057623</c:v>
                </c:pt>
                <c:pt idx="821">
                  <c:v>0.0264617694609</c:v>
                </c:pt>
                <c:pt idx="822">
                  <c:v>0.0266007214203</c:v>
                </c:pt>
                <c:pt idx="823">
                  <c:v>0.026740772707</c:v>
                </c:pt>
                <c:pt idx="824">
                  <c:v>0.026881934526</c:v>
                </c:pt>
                <c:pt idx="825">
                  <c:v>0.0270242182224</c:v>
                </c:pt>
                <c:pt idx="826">
                  <c:v>0.0271676352838</c:v>
                </c:pt>
                <c:pt idx="827">
                  <c:v>0.0273121973418</c:v>
                </c:pt>
                <c:pt idx="828">
                  <c:v>0.0274579161746</c:v>
                </c:pt>
                <c:pt idx="829">
                  <c:v>0.0276048037089</c:v>
                </c:pt>
                <c:pt idx="830">
                  <c:v>0.0277528720216</c:v>
                </c:pt>
                <c:pt idx="831">
                  <c:v>0.0279021333425</c:v>
                </c:pt>
                <c:pt idx="832">
                  <c:v>0.0280526000563</c:v>
                </c:pt>
                <c:pt idx="833">
                  <c:v>0.0282042847045</c:v>
                </c:pt>
                <c:pt idx="834">
                  <c:v>0.0283571999881</c:v>
                </c:pt>
                <c:pt idx="835">
                  <c:v>0.0285113587695</c:v>
                </c:pt>
                <c:pt idx="836">
                  <c:v>0.0286667740752</c:v>
                </c:pt>
                <c:pt idx="837">
                  <c:v>0.0288234590975</c:v>
                </c:pt>
                <c:pt idx="838">
                  <c:v>0.0289814271977</c:v>
                </c:pt>
                <c:pt idx="839">
                  <c:v>0.0291406919078</c:v>
                </c:pt>
                <c:pt idx="840">
                  <c:v>0.0293012669334</c:v>
                </c:pt>
                <c:pt idx="841">
                  <c:v>0.029463166156</c:v>
                </c:pt>
                <c:pt idx="842">
                  <c:v>0.0296264036354</c:v>
                </c:pt>
                <c:pt idx="843">
                  <c:v>0.0297909936125</c:v>
                </c:pt>
                <c:pt idx="844">
                  <c:v>0.029956950512</c:v>
                </c:pt>
                <c:pt idx="845">
                  <c:v>0.0301242889446</c:v>
                </c:pt>
                <c:pt idx="846">
                  <c:v>0.03029302371</c:v>
                </c:pt>
                <c:pt idx="847">
                  <c:v>0.0304631697995</c:v>
                </c:pt>
                <c:pt idx="848">
                  <c:v>0.0306347423989</c:v>
                </c:pt>
                <c:pt idx="849">
                  <c:v>0.0308077568911</c:v>
                </c:pt>
                <c:pt idx="850">
                  <c:v>0.0309822288591</c:v>
                </c:pt>
                <c:pt idx="851">
                  <c:v>0.0311581740888</c:v>
                </c:pt>
                <c:pt idx="852">
                  <c:v>0.0313356085719</c:v>
                </c:pt>
                <c:pt idx="853">
                  <c:v>0.0315145485091</c:v>
                </c:pt>
                <c:pt idx="854">
                  <c:v>0.0316950103125</c:v>
                </c:pt>
                <c:pt idx="855">
                  <c:v>0.0318770106096</c:v>
                </c:pt>
                <c:pt idx="856">
                  <c:v>0.0320605662455</c:v>
                </c:pt>
                <c:pt idx="857">
                  <c:v>0.0322456942864</c:v>
                </c:pt>
                <c:pt idx="858">
                  <c:v>0.0324324120232</c:v>
                </c:pt>
                <c:pt idx="859">
                  <c:v>0.0326207369739</c:v>
                </c:pt>
                <c:pt idx="860">
                  <c:v>0.0328106868874</c:v>
                </c:pt>
                <c:pt idx="861">
                  <c:v>0.033002279747</c:v>
                </c:pt>
                <c:pt idx="862">
                  <c:v>0.0331955337732</c:v>
                </c:pt>
                <c:pt idx="863">
                  <c:v>0.0333904674276</c:v>
                </c:pt>
                <c:pt idx="864">
                  <c:v>0.0335870994162</c:v>
                </c:pt>
                <c:pt idx="865">
                  <c:v>0.0337854486928</c:v>
                </c:pt>
                <c:pt idx="866">
                  <c:v>0.0339855344629</c:v>
                </c:pt>
                <c:pt idx="867">
                  <c:v>0.0341873761869</c:v>
                </c:pt>
                <c:pt idx="868">
                  <c:v>0.034390993584</c:v>
                </c:pt>
                <c:pt idx="869">
                  <c:v>0.034596406636</c:v>
                </c:pt>
                <c:pt idx="870">
                  <c:v>0.0348036355907</c:v>
                </c:pt>
                <c:pt idx="871">
                  <c:v>0.0350127009663</c:v>
                </c:pt>
                <c:pt idx="872">
                  <c:v>0.0352236235546</c:v>
                </c:pt>
                <c:pt idx="873">
                  <c:v>0.0354364244254</c:v>
                </c:pt>
                <c:pt idx="874">
                  <c:v>0.0356511249302</c:v>
                </c:pt>
                <c:pt idx="875">
                  <c:v>0.0358677467064</c:v>
                </c:pt>
                <c:pt idx="876">
                  <c:v>0.0360863116813</c:v>
                </c:pt>
                <c:pt idx="877">
                  <c:v>0.0363068420762</c:v>
                </c:pt>
                <c:pt idx="878">
                  <c:v>0.0365293604105</c:v>
                </c:pt>
                <c:pt idx="879">
                  <c:v>0.0367538895061</c:v>
                </c:pt>
                <c:pt idx="880">
                  <c:v>0.0369804524915</c:v>
                </c:pt>
                <c:pt idx="881">
                  <c:v>0.0372090728064</c:v>
                </c:pt>
                <c:pt idx="882">
                  <c:v>0.0374397742056</c:v>
                </c:pt>
                <c:pt idx="883">
                  <c:v>0.0376725807641</c:v>
                </c:pt>
                <c:pt idx="884">
                  <c:v>0.0379075168809</c:v>
                </c:pt>
                <c:pt idx="885">
                  <c:v>0.038144607284</c:v>
                </c:pt>
                <c:pt idx="886">
                  <c:v>0.0383838770349</c:v>
                </c:pt>
                <c:pt idx="887">
                  <c:v>0.0386253515331</c:v>
                </c:pt>
                <c:pt idx="888">
                  <c:v>0.0388690565208</c:v>
                </c:pt>
                <c:pt idx="889">
                  <c:v>0.0391150180878</c:v>
                </c:pt>
                <c:pt idx="890">
                  <c:v>0.0393632626764</c:v>
                </c:pt>
                <c:pt idx="891">
                  <c:v>0.0396138170858</c:v>
                </c:pt>
                <c:pt idx="892">
                  <c:v>0.0398667084772</c:v>
                </c:pt>
                <c:pt idx="893">
                  <c:v>0.0401219643791</c:v>
                </c:pt>
                <c:pt idx="894">
                  <c:v>0.0403796126917</c:v>
                </c:pt>
                <c:pt idx="895">
                  <c:v>0.0406396816922</c:v>
                </c:pt>
                <c:pt idx="896">
                  <c:v>0.0409022000401</c:v>
                </c:pt>
                <c:pt idx="897">
                  <c:v>0.0411671967819</c:v>
                </c:pt>
                <c:pt idx="898">
                  <c:v>0.0414347013567</c:v>
                </c:pt>
                <c:pt idx="899">
                  <c:v>0.0417047436009</c:v>
                </c:pt>
                <c:pt idx="900">
                  <c:v>0.0419773537539</c:v>
                </c:pt>
                <c:pt idx="901">
                  <c:v>0.0422525624634</c:v>
                </c:pt>
                <c:pt idx="902">
                  <c:v>0.0425304007902</c:v>
                </c:pt>
                <c:pt idx="903">
                  <c:v>0.0428109002143</c:v>
                </c:pt>
                <c:pt idx="904">
                  <c:v>0.0430940926397</c:v>
                </c:pt>
                <c:pt idx="905">
                  <c:v>0.0433800104002</c:v>
                </c:pt>
                <c:pt idx="906">
                  <c:v>0.0436686862646</c:v>
                </c:pt>
                <c:pt idx="907">
                  <c:v>0.0439601534424</c:v>
                </c:pt>
                <c:pt idx="908">
                  <c:v>0.0442544455894</c:v>
                </c:pt>
                <c:pt idx="909">
                  <c:v>0.0445515968129</c:v>
                </c:pt>
                <c:pt idx="910">
                  <c:v>0.0448516416775</c:v>
                </c:pt>
                <c:pt idx="911">
                  <c:v>0.0451546152106</c:v>
                </c:pt>
                <c:pt idx="912">
                  <c:v>0.0454605529082</c:v>
                </c:pt>
                <c:pt idx="913">
                  <c:v>0.0457694907401</c:v>
                </c:pt>
                <c:pt idx="914">
                  <c:v>0.0460814651561</c:v>
                </c:pt>
                <c:pt idx="915">
                  <c:v>0.0463965130909</c:v>
                </c:pt>
                <c:pt idx="916">
                  <c:v>0.0467146719703</c:v>
                </c:pt>
                <c:pt idx="917">
                  <c:v>0.0470359797165</c:v>
                </c:pt>
                <c:pt idx="918">
                  <c:v>0.047360474754</c:v>
                </c:pt>
                <c:pt idx="919">
                  <c:v>0.0476881960148</c:v>
                </c:pt>
                <c:pt idx="920">
                  <c:v>0.0480191829442</c:v>
                </c:pt>
                <c:pt idx="921">
                  <c:v>0.0483534755063</c:v>
                </c:pt>
                <c:pt idx="922">
                  <c:v>0.0486911141895</c:v>
                </c:pt>
                <c:pt idx="923">
                  <c:v>0.0490321400123</c:v>
                </c:pt>
                <c:pt idx="924">
                  <c:v>0.0493765945279</c:v>
                </c:pt>
                <c:pt idx="925">
                  <c:v>0.0497245198306</c:v>
                </c:pt>
                <c:pt idx="926">
                  <c:v>0.0500759585603</c:v>
                </c:pt>
                <c:pt idx="927">
                  <c:v>0.0504309539084</c:v>
                </c:pt>
                <c:pt idx="928">
                  <c:v>0.0507895496224</c:v>
                </c:pt>
                <c:pt idx="929">
                  <c:v>0.0511517900116</c:v>
                </c:pt>
                <c:pt idx="930">
                  <c:v>0.0515177199516</c:v>
                </c:pt>
                <c:pt idx="931">
                  <c:v>0.0518873848897</c:v>
                </c:pt>
                <c:pt idx="932">
                  <c:v>0.0522608308491</c:v>
                </c:pt>
                <c:pt idx="933">
                  <c:v>0.0526381044344</c:v>
                </c:pt>
                <c:pt idx="934">
                  <c:v>0.0530192528355</c:v>
                </c:pt>
                <c:pt idx="935">
                  <c:v>0.0534043238322</c:v>
                </c:pt>
                <c:pt idx="936">
                  <c:v>0.0537933657988</c:v>
                </c:pt>
                <c:pt idx="937">
                  <c:v>0.0541864277076</c:v>
                </c:pt>
                <c:pt idx="938">
                  <c:v>0.0545835591335</c:v>
                </c:pt>
                <c:pt idx="939">
                  <c:v>0.0549848102575</c:v>
                </c:pt>
                <c:pt idx="940">
                  <c:v>0.0553902318698</c:v>
                </c:pt>
                <c:pt idx="941">
                  <c:v>0.0557998753739</c:v>
                </c:pt>
                <c:pt idx="942">
                  <c:v>0.0562137927892</c:v>
                </c:pt>
                <c:pt idx="943">
                  <c:v>0.056632036754</c:v>
                </c:pt>
                <c:pt idx="944">
                  <c:v>0.0570546605278</c:v>
                </c:pt>
                <c:pt idx="945">
                  <c:v>0.0574817179942</c:v>
                </c:pt>
                <c:pt idx="946">
                  <c:v>0.0579132636624</c:v>
                </c:pt>
                <c:pt idx="947">
                  <c:v>0.0583493526689</c:v>
                </c:pt>
                <c:pt idx="948">
                  <c:v>0.0587900407792</c:v>
                </c:pt>
                <c:pt idx="949">
                  <c:v>0.0592353843883</c:v>
                </c:pt>
                <c:pt idx="950">
                  <c:v>0.0596854405217</c:v>
                </c:pt>
                <c:pt idx="951">
                  <c:v>0.0601402668354</c:v>
                </c:pt>
                <c:pt idx="952">
                  <c:v>0.0605999216157</c:v>
                </c:pt>
                <c:pt idx="953">
                  <c:v>0.0610644637786</c:v>
                </c:pt>
                <c:pt idx="954">
                  <c:v>0.0615339528686</c:v>
                </c:pt>
                <c:pt idx="955">
                  <c:v>0.062008449057</c:v>
                </c:pt>
                <c:pt idx="956">
                  <c:v>0.0624880131397</c:v>
                </c:pt>
                <c:pt idx="957">
                  <c:v>0.0629727065349</c:v>
                </c:pt>
                <c:pt idx="958">
                  <c:v>0.0634625912792</c:v>
                </c:pt>
                <c:pt idx="959">
                  <c:v>0.063957730024</c:v>
                </c:pt>
                <c:pt idx="960">
                  <c:v>0.064458186031</c:v>
                </c:pt>
                <c:pt idx="961">
                  <c:v>0.0649640231669</c:v>
                </c:pt>
                <c:pt idx="962">
                  <c:v>0.0654753058976</c:v>
                </c:pt>
                <c:pt idx="963">
                  <c:v>0.0659920992814</c:v>
                </c:pt>
                <c:pt idx="964">
                  <c:v>0.0665144689615</c:v>
                </c:pt>
                <c:pt idx="965">
                  <c:v>0.0670424811581</c:v>
                </c:pt>
                <c:pt idx="966">
                  <c:v>0.0675762026593</c:v>
                </c:pt>
                <c:pt idx="967">
                  <c:v>0.0681157008109</c:v>
                </c:pt>
                <c:pt idx="968">
                  <c:v>0.0686610435057</c:v>
                </c:pt>
                <c:pt idx="969">
                  <c:v>0.0692122991719</c:v>
                </c:pt>
                <c:pt idx="970">
                  <c:v>0.0697695367601</c:v>
                </c:pt>
                <c:pt idx="971">
                  <c:v>0.0703328257296</c:v>
                </c:pt>
                <c:pt idx="972">
                  <c:v>0.0709022360335</c:v>
                </c:pt>
                <c:pt idx="973">
                  <c:v>0.0714778381028</c:v>
                </c:pt>
                <c:pt idx="974">
                  <c:v>0.0720597028291</c:v>
                </c:pt>
                <c:pt idx="975">
                  <c:v>0.0726479015464</c:v>
                </c:pt>
                <c:pt idx="976">
                  <c:v>0.0732425060116</c:v>
                </c:pt>
                <c:pt idx="977">
                  <c:v>0.0738435883834</c:v>
                </c:pt>
                <c:pt idx="978">
                  <c:v>0.0744512212004</c:v>
                </c:pt>
                <c:pt idx="979">
                  <c:v>0.0750654773574</c:v>
                </c:pt>
                <c:pt idx="980">
                  <c:v>0.0756864300804</c:v>
                </c:pt>
                <c:pt idx="981">
                  <c:v>0.0763141529004</c:v>
                </c:pt>
                <c:pt idx="982">
                  <c:v>0.0769487196251</c:v>
                </c:pt>
                <c:pt idx="983">
                  <c:v>0.0775902043095</c:v>
                </c:pt>
                <c:pt idx="984">
                  <c:v>0.0782386812253</c:v>
                </c:pt>
                <c:pt idx="985">
                  <c:v>0.0788942248274</c:v>
                </c:pt>
                <c:pt idx="986">
                  <c:v>0.0795569097198</c:v>
                </c:pt>
                <c:pt idx="987">
                  <c:v>0.0802268106197</c:v>
                </c:pt>
                <c:pt idx="988">
                  <c:v>0.0809040023192</c:v>
                </c:pt>
                <c:pt idx="989">
                  <c:v>0.0815885596456</c:v>
                </c:pt>
                <c:pt idx="990">
                  <c:v>0.0822805574199</c:v>
                </c:pt>
                <c:pt idx="991">
                  <c:v>0.0829800704133</c:v>
                </c:pt>
                <c:pt idx="992">
                  <c:v>0.0836871733015</c:v>
                </c:pt>
                <c:pt idx="993">
                  <c:v>0.0844019406174</c:v>
                </c:pt>
                <c:pt idx="994">
                  <c:v>0.085124446702</c:v>
                </c:pt>
                <c:pt idx="995">
                  <c:v>0.0858547656522</c:v>
                </c:pt>
                <c:pt idx="996">
                  <c:v>0.0865929712678</c:v>
                </c:pt>
                <c:pt idx="997">
                  <c:v>0.0873391369957</c:v>
                </c:pt>
                <c:pt idx="998">
                  <c:v>0.0880933358721</c:v>
                </c:pt>
                <c:pt idx="999">
                  <c:v>0.0888556404625</c:v>
                </c:pt>
                <c:pt idx="1000">
                  <c:v>0.0896261227996</c:v>
                </c:pt>
                <c:pt idx="1001">
                  <c:v>0.0904048543192</c:v>
                </c:pt>
                <c:pt idx="1002">
                  <c:v>0.0911919057938</c:v>
                </c:pt>
                <c:pt idx="1003">
                  <c:v>0.0919873472636</c:v>
                </c:pt>
                <c:pt idx="1004">
                  <c:v>0.0927912479659</c:v>
                </c:pt>
                <c:pt idx="1005">
                  <c:v>0.0936036762622</c:v>
                </c:pt>
                <c:pt idx="1006">
                  <c:v>0.094424699563</c:v>
                </c:pt>
                <c:pt idx="1007">
                  <c:v>0.0952543842501</c:v>
                </c:pt>
                <c:pt idx="1008">
                  <c:v>0.0960927955977</c:v>
                </c:pt>
                <c:pt idx="1009">
                  <c:v>0.0969399976904</c:v>
                </c:pt>
                <c:pt idx="1010">
                  <c:v>0.0977960533398</c:v>
                </c:pt>
                <c:pt idx="1011">
                  <c:v>0.0986610239988</c:v>
                </c:pt>
                <c:pt idx="1012">
                  <c:v>0.0995349696738</c:v>
                </c:pt>
                <c:pt idx="1013">
                  <c:v>0.100417948836</c:v>
                </c:pt>
                <c:pt idx="1014">
                  <c:v>0.101310018328</c:v>
                </c:pt>
                <c:pt idx="1015">
                  <c:v>0.102211233273</c:v>
                </c:pt>
                <c:pt idx="1016">
                  <c:v>0.103121646979</c:v>
                </c:pt>
                <c:pt idx="1017">
                  <c:v>0.104041310842</c:v>
                </c:pt>
                <c:pt idx="1018">
                  <c:v>0.10497027425</c:v>
                </c:pt>
                <c:pt idx="1019">
                  <c:v>0.105908584478</c:v>
                </c:pt>
                <c:pt idx="1020">
                  <c:v>0.106856286596</c:v>
                </c:pt>
                <c:pt idx="1021">
                  <c:v>0.10781342336</c:v>
                </c:pt>
                <c:pt idx="1022">
                  <c:v>0.108780035114</c:v>
                </c:pt>
                <c:pt idx="1023">
                  <c:v>0.109756159683</c:v>
                </c:pt>
                <c:pt idx="1024">
                  <c:v>0.11074183227</c:v>
                </c:pt>
                <c:pt idx="1025">
                  <c:v>0.111737085353</c:v>
                </c:pt>
                <c:pt idx="1026">
                  <c:v>0.112741948575</c:v>
                </c:pt>
                <c:pt idx="1027">
                  <c:v>0.113756448645</c:v>
                </c:pt>
                <c:pt idx="1028">
                  <c:v>0.114780609226</c:v>
                </c:pt>
                <c:pt idx="1029">
                  <c:v>0.115814450835</c:v>
                </c:pt>
                <c:pt idx="1030">
                  <c:v>0.116857990736</c:v>
                </c:pt>
                <c:pt idx="1031">
                  <c:v>0.117911242833</c:v>
                </c:pt>
                <c:pt idx="1032">
                  <c:v>0.118974217571</c:v>
                </c:pt>
                <c:pt idx="1033">
                  <c:v>0.120046921832</c:v>
                </c:pt>
                <c:pt idx="1034">
                  <c:v>0.121129358831</c:v>
                </c:pt>
                <c:pt idx="1035">
                  <c:v>0.122221528021</c:v>
                </c:pt>
                <c:pt idx="1036">
                  <c:v>0.123323424989</c:v>
                </c:pt>
                <c:pt idx="1037">
                  <c:v>0.124435041365</c:v>
                </c:pt>
                <c:pt idx="1038">
                  <c:v>0.125556364726</c:v>
                </c:pt>
                <c:pt idx="1039">
                  <c:v>0.126687378502</c:v>
                </c:pt>
                <c:pt idx="1040">
                  <c:v>0.12782806189</c:v>
                </c:pt>
                <c:pt idx="1041">
                  <c:v>0.128978389766</c:v>
                </c:pt>
                <c:pt idx="1042">
                  <c:v>0.130138332603</c:v>
                </c:pt>
                <c:pt idx="1043">
                  <c:v>0.131307856388</c:v>
                </c:pt>
                <c:pt idx="1044">
                  <c:v>0.132486922551</c:v>
                </c:pt>
                <c:pt idx="1045">
                  <c:v>0.133675487885</c:v>
                </c:pt>
                <c:pt idx="1046">
                  <c:v>0.134873504483</c:v>
                </c:pt>
                <c:pt idx="1047">
                  <c:v>0.136080919669</c:v>
                </c:pt>
                <c:pt idx="1048">
                  <c:v>0.137297675941</c:v>
                </c:pt>
                <c:pt idx="1049">
                  <c:v>0.138523710912</c:v>
                </c:pt>
                <c:pt idx="1050">
                  <c:v>0.139758957257</c:v>
                </c:pt>
                <c:pt idx="1051">
                  <c:v>0.141003342672</c:v>
                </c:pt>
                <c:pt idx="1052">
                  <c:v>0.142256789827</c:v>
                </c:pt>
                <c:pt idx="1053">
                  <c:v>0.143519216328</c:v>
                </c:pt>
                <c:pt idx="1054">
                  <c:v>0.144790534689</c:v>
                </c:pt>
                <c:pt idx="1055">
                  <c:v>0.146070652304</c:v>
                </c:pt>
                <c:pt idx="1056">
                  <c:v>0.147359471423</c:v>
                </c:pt>
                <c:pt idx="1057">
                  <c:v>0.148656889139</c:v>
                </c:pt>
                <c:pt idx="1058">
                  <c:v>0.149962797375</c:v>
                </c:pt>
                <c:pt idx="1059">
                  <c:v>0.151277082879</c:v>
                </c:pt>
                <c:pt idx="1060">
                  <c:v>0.152599627224</c:v>
                </c:pt>
                <c:pt idx="1061">
                  <c:v>0.153930306812</c:v>
                </c:pt>
                <c:pt idx="1062">
                  <c:v>0.155268992889</c:v>
                </c:pt>
                <c:pt idx="1063">
                  <c:v>0.156615551554</c:v>
                </c:pt>
                <c:pt idx="1064">
                  <c:v>0.157969843786</c:v>
                </c:pt>
                <c:pt idx="1065">
                  <c:v>0.159331725466</c:v>
                </c:pt>
                <c:pt idx="1066">
                  <c:v>0.160701047414</c:v>
                </c:pt>
                <c:pt idx="1067">
                  <c:v>0.162077655419</c:v>
                </c:pt>
                <c:pt idx="1068">
                  <c:v>0.163461390283</c:v>
                </c:pt>
                <c:pt idx="1069">
                  <c:v>0.16485208787</c:v>
                </c:pt>
                <c:pt idx="1070">
                  <c:v>0.166249579154</c:v>
                </c:pt>
                <c:pt idx="1071">
                  <c:v>0.167653690271</c:v>
                </c:pt>
                <c:pt idx="1072">
                  <c:v>0.169064242588</c:v>
                </c:pt>
                <c:pt idx="1073">
                  <c:v>0.170481052756</c:v>
                </c:pt>
                <c:pt idx="1074">
                  <c:v>0.171903932786</c:v>
                </c:pt>
                <c:pt idx="1075">
                  <c:v>0.173332690119</c:v>
                </c:pt>
                <c:pt idx="1076">
                  <c:v>0.174767127698</c:v>
                </c:pt>
                <c:pt idx="1077">
                  <c:v>0.176207044052</c:v>
                </c:pt>
                <c:pt idx="1078">
                  <c:v>0.177652233377</c:v>
                </c:pt>
                <c:pt idx="1079">
                  <c:v>0.179102485618</c:v>
                </c:pt>
                <c:pt idx="1080">
                  <c:v>0.180557586566</c:v>
                </c:pt>
                <c:pt idx="1081">
                  <c:v>0.18201731794</c:v>
                </c:pt>
                <c:pt idx="1082">
                  <c:v>0.18348145749</c:v>
                </c:pt>
                <c:pt idx="1083">
                  <c:v>0.184949779089</c:v>
                </c:pt>
                <c:pt idx="1084">
                  <c:v>0.18642205283</c:v>
                </c:pt>
                <c:pt idx="1085">
                  <c:v>0.187898045136</c:v>
                </c:pt>
                <c:pt idx="1086">
                  <c:v>0.189377518855</c:v>
                </c:pt>
                <c:pt idx="1087">
                  <c:v>0.190860233368</c:v>
                </c:pt>
                <c:pt idx="1088">
                  <c:v>0.192345944698</c:v>
                </c:pt>
                <c:pt idx="1089">
                  <c:v>0.193834405614</c:v>
                </c:pt>
                <c:pt idx="1090">
                  <c:v>0.195325365745</c:v>
                </c:pt>
                <c:pt idx="1091">
                  <c:v>0.196818571688</c:v>
                </c:pt>
                <c:pt idx="1092">
                  <c:v>0.198313767124</c:v>
                </c:pt>
                <c:pt idx="1093">
                  <c:v>0.199810692922</c:v>
                </c:pt>
                <c:pt idx="1094">
                  <c:v>0.201309087263</c:v>
                </c:pt>
                <c:pt idx="1095">
                  <c:v>0.202808685747</c:v>
                </c:pt>
                <c:pt idx="1096">
                  <c:v>0.204309221509</c:v>
                </c:pt>
                <c:pt idx="1097">
                  <c:v>0.205810425333</c:v>
                </c:pt>
                <c:pt idx="1098">
                  <c:v>0.207312025768</c:v>
                </c:pt>
                <c:pt idx="1099">
                  <c:v>0.20881374924</c:v>
                </c:pt>
                <c:pt idx="1100">
                  <c:v>0.210315320168</c:v>
                </c:pt>
                <c:pt idx="1101">
                  <c:v>0.211816461073</c:v>
                </c:pt>
                <c:pt idx="1102">
                  <c:v>0.213316892696</c:v>
                </c:pt>
                <c:pt idx="1103">
                  <c:v>0.214816334106</c:v>
                </c:pt>
                <c:pt idx="1104">
                  <c:v>0.21631450281</c:v>
                </c:pt>
                <c:pt idx="1105">
                  <c:v>0.217811114864</c:v>
                </c:pt>
                <c:pt idx="1106">
                  <c:v>0.219305884979</c:v>
                </c:pt>
                <c:pt idx="1107">
                  <c:v>0.220798526627</c:v>
                </c:pt>
                <c:pt idx="1108">
                  <c:v>0.222288752141</c:v>
                </c:pt>
                <c:pt idx="1109">
                  <c:v>0.223776272823</c:v>
                </c:pt>
                <c:pt idx="1110">
                  <c:v>0.225260799036</c:v>
                </c:pt>
                <c:pt idx="1111">
                  <c:v>0.226742040305</c:v>
                </c:pt>
                <c:pt idx="1112">
                  <c:v>0.228219705406</c:v>
                </c:pt>
                <c:pt idx="1113">
                  <c:v>0.229693502457</c:v>
                </c:pt>
                <c:pt idx="1114">
                  <c:v>0.231163139007</c:v>
                </c:pt>
                <c:pt idx="1115">
                  <c:v>0.232628322115</c:v>
                </c:pt>
                <c:pt idx="1116">
                  <c:v>0.23408875843</c:v>
                </c:pt>
                <c:pt idx="1117">
                  <c:v>0.235544154268</c:v>
                </c:pt>
                <c:pt idx="1118">
                  <c:v>0.236994215678</c:v>
                </c:pt>
                <c:pt idx="1119">
                  <c:v>0.238438648512</c:v>
                </c:pt>
                <c:pt idx="1120">
                  <c:v>0.239877158486</c:v>
                </c:pt>
                <c:pt idx="1121">
                  <c:v>0.241309451234</c:v>
                </c:pt>
                <c:pt idx="1122">
                  <c:v>0.242735232363</c:v>
                </c:pt>
                <c:pt idx="1123">
                  <c:v>0.244154207496</c:v>
                </c:pt>
                <c:pt idx="1124">
                  <c:v>0.245566082314</c:v>
                </c:pt>
                <c:pt idx="1125">
                  <c:v>0.246970562595</c:v>
                </c:pt>
                <c:pt idx="1126">
                  <c:v>0.248367354239</c:v>
                </c:pt>
                <c:pt idx="1127">
                  <c:v>0.249756163298</c:v>
                </c:pt>
                <c:pt idx="1128">
                  <c:v>0.251136695993</c:v>
                </c:pt>
                <c:pt idx="1129">
                  <c:v>0.252508658726</c:v>
                </c:pt>
                <c:pt idx="1130">
                  <c:v>0.253871758091</c:v>
                </c:pt>
                <c:pt idx="1131">
                  <c:v>0.255225700875</c:v>
                </c:pt>
                <c:pt idx="1132">
                  <c:v>0.256570194058</c:v>
                </c:pt>
                <c:pt idx="1133">
                  <c:v>0.257904944801</c:v>
                </c:pt>
                <c:pt idx="1134">
                  <c:v>0.259229660433</c:v>
                </c:pt>
                <c:pt idx="1135">
                  <c:v>0.260544048437</c:v>
                </c:pt>
                <c:pt idx="1136">
                  <c:v>0.261847816421</c:v>
                </c:pt>
                <c:pt idx="1137">
                  <c:v>0.263140672094</c:v>
                </c:pt>
                <c:pt idx="1138">
                  <c:v>0.264422323231</c:v>
                </c:pt>
                <c:pt idx="1139">
                  <c:v>0.265692477636</c:v>
                </c:pt>
                <c:pt idx="1140">
                  <c:v>0.266950843102</c:v>
                </c:pt>
                <c:pt idx="1141">
                  <c:v>0.268197127367</c:v>
                </c:pt>
                <c:pt idx="1142">
                  <c:v>0.269431038064</c:v>
                </c:pt>
                <c:pt idx="1143">
                  <c:v>0.270652282674</c:v>
                </c:pt>
                <c:pt idx="1144">
                  <c:v>0.271860568466</c:v>
                </c:pt>
                <c:pt idx="1145">
                  <c:v>0.273055602448</c:v>
                </c:pt>
                <c:pt idx="1146">
                  <c:v>0.274237091306</c:v>
                </c:pt>
                <c:pt idx="1147">
                  <c:v>0.275404741345</c:v>
                </c:pt>
                <c:pt idx="1148">
                  <c:v>0.276558258429</c:v>
                </c:pt>
                <c:pt idx="1149">
                  <c:v>0.277697347924</c:v>
                </c:pt>
                <c:pt idx="1150">
                  <c:v>0.278821714635</c:v>
                </c:pt>
                <c:pt idx="1151">
                  <c:v>0.279931062747</c:v>
                </c:pt>
                <c:pt idx="1152">
                  <c:v>0.281025095765</c:v>
                </c:pt>
                <c:pt idx="1153">
                  <c:v>0.282103516463</c:v>
                </c:pt>
                <c:pt idx="1154">
                  <c:v>0.283166026822</c:v>
                </c:pt>
                <c:pt idx="1155">
                  <c:v>0.284212327984</c:v>
                </c:pt>
                <c:pt idx="1156">
                  <c:v>0.285242120202</c:v>
                </c:pt>
                <c:pt idx="1157">
                  <c:v>0.286255102796</c:v>
                </c:pt>
                <c:pt idx="1158">
                  <c:v>0.287250974109</c:v>
                </c:pt>
                <c:pt idx="1159">
                  <c:v>0.28822943148</c:v>
                </c:pt>
                <c:pt idx="1160">
                  <c:v>0.28919017121</c:v>
                </c:pt>
                <c:pt idx="1161">
                  <c:v>0.290132888537</c:v>
                </c:pt>
                <c:pt idx="1162">
                  <c:v>0.291057277628</c:v>
                </c:pt>
                <c:pt idx="1163">
                  <c:v>0.291963031561</c:v>
                </c:pt>
                <c:pt idx="1164">
                  <c:v>0.292849842334</c:v>
                </c:pt>
                <c:pt idx="1165">
                  <c:v>0.293717400867</c:v>
                </c:pt>
                <c:pt idx="1166">
                  <c:v>0.294565397021</c:v>
                </c:pt>
                <c:pt idx="1167">
                  <c:v>0.295393519628</c:v>
                </c:pt>
                <c:pt idx="1168">
                  <c:v>0.296201456527</c:v>
                </c:pt>
                <c:pt idx="1169">
                  <c:v>0.296988894612</c:v>
                </c:pt>
                <c:pt idx="1170">
                  <c:v>0.297755519897</c:v>
                </c:pt>
                <c:pt idx="1171">
                  <c:v>0.298501017581</c:v>
                </c:pt>
                <c:pt idx="1172">
                  <c:v>0.299225072141</c:v>
                </c:pt>
                <c:pt idx="1173">
                  <c:v>0.299927367425</c:v>
                </c:pt>
                <c:pt idx="1174">
                  <c:v>0.300607586768</c:v>
                </c:pt>
                <c:pt idx="1175">
                  <c:v>0.301265413113</c:v>
                </c:pt>
                <c:pt idx="1176">
                  <c:v>0.301900529156</c:v>
                </c:pt>
                <c:pt idx="1177">
                  <c:v>0.302512617501</c:v>
                </c:pt>
                <c:pt idx="1178">
                  <c:v>0.303101360826</c:v>
                </c:pt>
                <c:pt idx="1179">
                  <c:v>0.303666442078</c:v>
                </c:pt>
                <c:pt idx="1180">
                  <c:v>0.304207544666</c:v>
                </c:pt>
                <c:pt idx="1181">
                  <c:v>0.304724352689</c:v>
                </c:pt>
                <c:pt idx="1182">
                  <c:v>0.305216551165</c:v>
                </c:pt>
                <c:pt idx="1183">
                  <c:v>0.305683826286</c:v>
                </c:pt>
                <c:pt idx="1184">
                  <c:v>0.306125865688</c:v>
                </c:pt>
                <c:pt idx="1185">
                  <c:v>0.306542358736</c:v>
                </c:pt>
                <c:pt idx="1186">
                  <c:v>0.30693299683</c:v>
                </c:pt>
                <c:pt idx="1187">
                  <c:v>0.307297473724</c:v>
                </c:pt>
                <c:pt idx="1188">
                  <c:v>0.307635485868</c:v>
                </c:pt>
                <c:pt idx="1189">
                  <c:v>0.307946732757</c:v>
                </c:pt>
                <c:pt idx="1190">
                  <c:v>0.308230917313</c:v>
                </c:pt>
                <c:pt idx="1191">
                  <c:v>0.308487746267</c:v>
                </c:pt>
                <c:pt idx="1192">
                  <c:v>0.308716930569</c:v>
                </c:pt>
                <c:pt idx="1193">
                  <c:v>0.308918185809</c:v>
                </c:pt>
                <c:pt idx="1194">
                  <c:v>0.309091232657</c:v>
                </c:pt>
                <c:pt idx="1195">
                  <c:v>0.309235797318</c:v>
                </c:pt>
                <c:pt idx="1196">
                  <c:v>0.309351611996</c:v>
                </c:pt>
                <c:pt idx="1197">
                  <c:v>0.309438415382</c:v>
                </c:pt>
                <c:pt idx="1198">
                  <c:v>0.309495953149</c:v>
                </c:pt>
                <c:pt idx="1199">
                  <c:v>0.309523978458</c:v>
                </c:pt>
                <c:pt idx="1200">
                  <c:v>0.309522252485</c:v>
                </c:pt>
                <c:pt idx="1201">
                  <c:v>0.309490544948</c:v>
                </c:pt>
                <c:pt idx="1202">
                  <c:v>0.30942863465</c:v>
                </c:pt>
                <c:pt idx="1203">
                  <c:v>0.30933631003</c:v>
                </c:pt>
                <c:pt idx="1204">
                  <c:v>0.30921336972</c:v>
                </c:pt>
                <c:pt idx="1205">
                  <c:v>0.309059623108</c:v>
                </c:pt>
                <c:pt idx="1206">
                  <c:v>0.308874890908</c:v>
                </c:pt>
                <c:pt idx="1207">
                  <c:v>0.308659005729</c:v>
                </c:pt>
                <c:pt idx="1208">
                  <c:v>0.308411812651</c:v>
                </c:pt>
                <c:pt idx="1209">
                  <c:v>0.308133169794</c:v>
                </c:pt>
                <c:pt idx="1210">
                  <c:v>0.307822948894</c:v>
                </c:pt>
                <c:pt idx="1211">
                  <c:v>0.307481035865</c:v>
                </c:pt>
                <c:pt idx="1212">
                  <c:v>0.307107331366</c:v>
                </c:pt>
                <c:pt idx="1213">
                  <c:v>0.306701751351</c:v>
                </c:pt>
                <c:pt idx="1214">
                  <c:v>0.306264227617</c:v>
                </c:pt>
                <c:pt idx="1215">
                  <c:v>0.305794708336</c:v>
                </c:pt>
                <c:pt idx="1216">
                  <c:v>0.305293158575</c:v>
                </c:pt>
                <c:pt idx="1217">
                  <c:v>0.304759560799</c:v>
                </c:pt>
                <c:pt idx="1218">
                  <c:v>0.30419391536</c:v>
                </c:pt>
                <c:pt idx="1219">
                  <c:v>0.303596240961</c:v>
                </c:pt>
                <c:pt idx="1220">
                  <c:v>0.302966575101</c:v>
                </c:pt>
                <c:pt idx="1221">
                  <c:v>0.302304974492</c:v>
                </c:pt>
                <c:pt idx="1222">
                  <c:v>0.301611515457</c:v>
                </c:pt>
                <c:pt idx="1223">
                  <c:v>0.30088629429</c:v>
                </c:pt>
                <c:pt idx="1224">
                  <c:v>0.300129427591</c:v>
                </c:pt>
                <c:pt idx="1225">
                  <c:v>0.29934105257</c:v>
                </c:pt>
                <c:pt idx="1226">
                  <c:v>0.298521327308</c:v>
                </c:pt>
                <c:pt idx="1227">
                  <c:v>0.297670430992</c:v>
                </c:pt>
                <c:pt idx="1228">
                  <c:v>0.296788564105</c:v>
                </c:pt>
                <c:pt idx="1229">
                  <c:v>0.295875948576</c:v>
                </c:pt>
                <c:pt idx="1230">
                  <c:v>0.294932827893</c:v>
                </c:pt>
                <c:pt idx="1231">
                  <c:v>0.293959467167</c:v>
                </c:pt>
                <c:pt idx="1232">
                  <c:v>0.292956153159</c:v>
                </c:pt>
                <c:pt idx="1233">
                  <c:v>0.291923194254</c:v>
                </c:pt>
                <c:pt idx="1234">
                  <c:v>0.290860920393</c:v>
                </c:pt>
                <c:pt idx="1235">
                  <c:v>0.289769682959</c:v>
                </c:pt>
                <c:pt idx="1236">
                  <c:v>0.288649854612</c:v>
                </c:pt>
                <c:pt idx="1237">
                  <c:v>0.287501829077</c:v>
                </c:pt>
                <c:pt idx="1238">
                  <c:v>0.286326020886</c:v>
                </c:pt>
                <c:pt idx="1239">
                  <c:v>0.285122865065</c:v>
                </c:pt>
                <c:pt idx="1240">
                  <c:v>0.283892816782</c:v>
                </c:pt>
                <c:pt idx="1241">
                  <c:v>0.282636350939</c:v>
                </c:pt>
                <c:pt idx="1242">
                  <c:v>0.281353961723</c:v>
                </c:pt>
                <c:pt idx="1243">
                  <c:v>0.280046162105</c:v>
                </c:pt>
                <c:pt idx="1244">
                  <c:v>0.278713483298</c:v>
                </c:pt>
                <c:pt idx="1245">
                  <c:v>0.27735647417</c:v>
                </c:pt>
                <c:pt idx="1246">
                  <c:v>0.27597570061</c:v>
                </c:pt>
                <c:pt idx="1247">
                  <c:v>0.274571744861</c:v>
                </c:pt>
                <c:pt idx="1248">
                  <c:v>0.273145204807</c:v>
                </c:pt>
                <c:pt idx="1249">
                  <c:v>0.271696693224</c:v>
                </c:pt>
                <c:pt idx="1250">
                  <c:v>0.270226837001</c:v>
                </c:pt>
                <c:pt idx="1251">
                  <c:v>0.26873627632</c:v>
                </c:pt>
                <c:pt idx="1252">
                  <c:v>0.267225663813</c:v>
                </c:pt>
                <c:pt idx="1253">
                  <c:v>0.265695663689</c:v>
                </c:pt>
                <c:pt idx="1254">
                  <c:v>0.264146950833</c:v>
                </c:pt>
                <c:pt idx="1255">
                  <c:v>0.262580209891</c:v>
                </c:pt>
                <c:pt idx="1256">
                  <c:v>0.26099613433</c:v>
                </c:pt>
                <c:pt idx="1257">
                  <c:v>0.259395425478</c:v>
                </c:pt>
                <c:pt idx="1258">
                  <c:v>0.257778791566</c:v>
                </c:pt>
                <c:pt idx="1259">
                  <c:v>0.256146946744</c:v>
                </c:pt>
                <c:pt idx="1260">
                  <c:v>0.254500610099</c:v>
                </c:pt>
                <c:pt idx="1261">
                  <c:v>0.252840504669</c:v>
                </c:pt>
                <c:pt idx="1262">
                  <c:v>0.251167356457</c:v>
                </c:pt>
                <c:pt idx="1263">
                  <c:v>0.249481893445</c:v>
                </c:pt>
                <c:pt idx="1264">
                  <c:v>0.247784844614</c:v>
                </c:pt>
                <c:pt idx="1265">
                  <c:v>0.246076938978</c:v>
                </c:pt>
                <c:pt idx="1266">
                  <c:v>0.244358904624</c:v>
                </c:pt>
                <c:pt idx="1267">
                  <c:v>0.242631467769</c:v>
                </c:pt>
                <c:pt idx="1268">
                  <c:v>0.240895351836</c:v>
                </c:pt>
                <c:pt idx="1269">
                  <c:v>0.239151276544</c:v>
                </c:pt>
                <c:pt idx="1270">
                  <c:v>0.237399957028</c:v>
                </c:pt>
                <c:pt idx="1271">
                  <c:v>0.235642102978</c:v>
                </c:pt>
                <c:pt idx="1272">
                  <c:v>0.233878417808</c:v>
                </c:pt>
                <c:pt idx="1273">
                  <c:v>0.232109597848</c:v>
                </c:pt>
                <c:pt idx="1274">
                  <c:v>0.230336331576</c:v>
                </c:pt>
                <c:pt idx="1275">
                  <c:v>0.228559298874</c:v>
                </c:pt>
                <c:pt idx="1276">
                  <c:v>0.226779170322</c:v>
                </c:pt>
                <c:pt idx="1277">
                  <c:v>0.224996606521</c:v>
                </c:pt>
                <c:pt idx="1278">
                  <c:v>0.223212257462</c:v>
                </c:pt>
                <c:pt idx="1279">
                  <c:v>0.221426761923</c:v>
                </c:pt>
                <c:pt idx="1280">
                  <c:v>0.219640746907</c:v>
                </c:pt>
                <c:pt idx="1281">
                  <c:v>0.217854827118</c:v>
                </c:pt>
                <c:pt idx="1282">
                  <c:v>0.216069604475</c:v>
                </c:pt>
                <c:pt idx="1283">
                  <c:v>0.214285667667</c:v>
                </c:pt>
                <c:pt idx="1284">
                  <c:v>0.212503591745</c:v>
                </c:pt>
                <c:pt idx="1285">
                  <c:v>0.210723937751</c:v>
                </c:pt>
                <c:pt idx="1286">
                  <c:v>0.208947252387</c:v>
                </c:pt>
                <c:pt idx="1287">
                  <c:v>0.207174067727</c:v>
                </c:pt>
                <c:pt idx="1288">
                  <c:v>0.205404900958</c:v>
                </c:pt>
                <c:pt idx="1289">
                  <c:v>0.203640254163</c:v>
                </c:pt>
                <c:pt idx="1290">
                  <c:v>0.20188061414</c:v>
                </c:pt>
                <c:pt idx="1291">
                  <c:v>0.200126452256</c:v>
                </c:pt>
                <c:pt idx="1292">
                  <c:v>0.198378224332</c:v>
                </c:pt>
                <c:pt idx="1293">
                  <c:v>0.19663637057</c:v>
                </c:pt>
                <c:pt idx="1294">
                  <c:v>0.194901315498</c:v>
                </c:pt>
                <c:pt idx="1295">
                  <c:v>0.193173467964</c:v>
                </c:pt>
                <c:pt idx="1296">
                  <c:v>0.191453221141</c:v>
                </c:pt>
                <c:pt idx="1297">
                  <c:v>0.189740952577</c:v>
                </c:pt>
                <c:pt idx="1298">
                  <c:v>0.188037024259</c:v>
                </c:pt>
                <c:pt idx="1299">
                  <c:v>0.186341782711</c:v>
                </c:pt>
                <c:pt idx="1300">
                  <c:v>0.184655559112</c:v>
                </c:pt>
                <c:pt idx="1301">
                  <c:v>0.182978669439</c:v>
                </c:pt>
                <c:pt idx="1302">
                  <c:v>0.181311414631</c:v>
                </c:pt>
                <c:pt idx="1303">
                  <c:v>0.179654080771</c:v>
                </c:pt>
                <c:pt idx="1304">
                  <c:v>0.178006939289</c:v>
                </c:pt>
                <c:pt idx="1305">
                  <c:v>0.176370247184</c:v>
                </c:pt>
                <c:pt idx="1306">
                  <c:v>0.174744247254</c:v>
                </c:pt>
                <c:pt idx="1307">
                  <c:v>0.17312916835</c:v>
                </c:pt>
                <c:pt idx="1308">
                  <c:v>0.171525225635</c:v>
                </c:pt>
                <c:pt idx="1309">
                  <c:v>0.169932620862</c:v>
                </c:pt>
                <c:pt idx="1310">
                  <c:v>0.168351542655</c:v>
                </c:pt>
                <c:pt idx="1311">
                  <c:v>0.166782166809</c:v>
                </c:pt>
                <c:pt idx="1312">
                  <c:v>0.165224656583</c:v>
                </c:pt>
                <c:pt idx="1313">
                  <c:v>0.163679163019</c:v>
                </c:pt>
                <c:pt idx="1314">
                  <c:v>0.16214582525</c:v>
                </c:pt>
                <c:pt idx="1315">
                  <c:v>0.160624770822</c:v>
                </c:pt>
                <c:pt idx="1316">
                  <c:v>0.159116116019</c:v>
                </c:pt>
                <c:pt idx="1317">
                  <c:v>0.157619966185</c:v>
                </c:pt>
                <c:pt idx="1318">
                  <c:v>0.156136416058</c:v>
                </c:pt>
                <c:pt idx="1319">
                  <c:v>0.154665550095</c:v>
                </c:pt>
                <c:pt idx="1320">
                  <c:v>0.153207442803</c:v>
                </c:pt>
                <c:pt idx="1321">
                  <c:v>0.151762159066</c:v>
                </c:pt>
                <c:pt idx="1322">
                  <c:v>0.150329754477</c:v>
                </c:pt>
                <c:pt idx="1323">
                  <c:v>0.148910275661</c:v>
                </c:pt>
                <c:pt idx="1324">
                  <c:v>0.147503760598</c:v>
                </c:pt>
                <c:pt idx="1325">
                  <c:v>0.146110238947</c:v>
                </c:pt>
                <c:pt idx="1326">
                  <c:v>0.144729732357</c:v>
                </c:pt>
                <c:pt idx="1327">
                  <c:v>0.143362254788</c:v>
                </c:pt>
                <c:pt idx="1328">
                  <c:v>0.142007812811</c:v>
                </c:pt>
                <c:pt idx="1329">
                  <c:v>0.14066640592</c:v>
                </c:pt>
                <c:pt idx="1330">
                  <c:v>0.139338026824</c:v>
                </c:pt>
                <c:pt idx="1331">
                  <c:v>0.138022661742</c:v>
                </c:pt>
                <c:pt idx="1332">
                  <c:v>0.136720290695</c:v>
                </c:pt>
                <c:pt idx="1333">
                  <c:v>0.13543088778</c:v>
                </c:pt>
                <c:pt idx="1334">
                  <c:v>0.13415442145</c:v>
                </c:pt>
                <c:pt idx="1335">
                  <c:v>0.132890854782</c:v>
                </c:pt>
                <c:pt idx="1336">
                  <c:v>0.131640145739</c:v>
                </c:pt>
                <c:pt idx="1337">
                  <c:v>0.130402247425</c:v>
                </c:pt>
                <c:pt idx="1338">
                  <c:v>0.129177108336</c:v>
                </c:pt>
                <c:pt idx="1339">
                  <c:v>0.127964672601</c:v>
                </c:pt>
                <c:pt idx="1340">
                  <c:v>0.126764880217</c:v>
                </c:pt>
                <c:pt idx="1341">
                  <c:v>0.125577667277</c:v>
                </c:pt>
                <c:pt idx="1342">
                  <c:v>0.124402966195</c:v>
                </c:pt>
                <c:pt idx="1343">
                  <c:v>0.123240705916</c:v>
                </c:pt>
                <c:pt idx="1344">
                  <c:v>0.122090812128</c:v>
                </c:pt>
                <c:pt idx="1345">
                  <c:v>0.120953207461</c:v>
                </c:pt>
                <c:pt idx="1346">
                  <c:v>0.119827811682</c:v>
                </c:pt>
                <c:pt idx="1347">
                  <c:v>0.118714541883</c:v>
                </c:pt>
                <c:pt idx="1348">
                  <c:v>0.11761331266</c:v>
                </c:pt>
                <c:pt idx="1349">
                  <c:v>0.116524036294</c:v>
                </c:pt>
                <c:pt idx="1350">
                  <c:v>0.115446622909</c:v>
                </c:pt>
                <c:pt idx="1351">
                  <c:v>0.114380980644</c:v>
                </c:pt>
                <c:pt idx="1352">
                  <c:v>0.113327015803</c:v>
                </c:pt>
                <c:pt idx="1353">
                  <c:v>0.112284633005</c:v>
                </c:pt>
                <c:pt idx="1354">
                  <c:v>0.111253735332</c:v>
                </c:pt>
                <c:pt idx="1355">
                  <c:v>0.110234224461</c:v>
                </c:pt>
                <c:pt idx="1356">
                  <c:v>0.1092260008</c:v>
                </c:pt>
                <c:pt idx="1357">
                  <c:v>0.108228963615</c:v>
                </c:pt>
                <c:pt idx="1358">
                  <c:v>0.107243011148</c:v>
                </c:pt>
                <c:pt idx="1359">
                  <c:v>0.106268040738</c:v>
                </c:pt>
                <c:pt idx="1360">
                  <c:v>0.105303948927</c:v>
                </c:pt>
                <c:pt idx="1361">
                  <c:v>0.104350631569</c:v>
                </c:pt>
                <c:pt idx="1362">
                  <c:v>0.103407983931</c:v>
                </c:pt>
                <c:pt idx="1363">
                  <c:v>0.102475900787</c:v>
                </c:pt>
                <c:pt idx="1364">
                  <c:v>0.101554276514</c:v>
                </c:pt>
                <c:pt idx="1365">
                  <c:v>0.100643005175</c:v>
                </c:pt>
                <c:pt idx="1366">
                  <c:v>0.0997419806055</c:v>
                </c:pt>
                <c:pt idx="1367">
                  <c:v>0.0988510964914</c:v>
                </c:pt>
                <c:pt idx="1368">
                  <c:v>0.0979702464439</c:v>
                </c:pt>
                <c:pt idx="1369">
                  <c:v>0.0970993240711</c:v>
                </c:pt>
                <c:pt idx="1370">
                  <c:v>0.0962382230454</c:v>
                </c:pt>
                <c:pt idx="1371">
                  <c:v>0.0953868371678</c:v>
                </c:pt>
                <c:pt idx="1372">
                  <c:v>0.0945450604277</c:v>
                </c:pt>
                <c:pt idx="1373">
                  <c:v>0.0937127870609</c:v>
                </c:pt>
                <c:pt idx="1374">
                  <c:v>0.0928899116028</c:v>
                </c:pt>
                <c:pt idx="1375">
                  <c:v>0.0920763289399</c:v>
                </c:pt>
                <c:pt idx="1376">
                  <c:v>0.0912719343573</c:v>
                </c:pt>
                <c:pt idx="1377">
                  <c:v>0.090476623584</c:v>
                </c:pt>
                <c:pt idx="1378">
                  <c:v>0.0896902928351</c:v>
                </c:pt>
                <c:pt idx="1379">
                  <c:v>0.0889128388514</c:v>
                </c:pt>
                <c:pt idx="1380">
                  <c:v>0.0881441589371</c:v>
                </c:pt>
                <c:pt idx="1381">
                  <c:v>0.0873841509939</c:v>
                </c:pt>
                <c:pt idx="1382">
                  <c:v>0.086632713554</c:v>
                </c:pt>
                <c:pt idx="1383">
                  <c:v>0.0858897458098</c:v>
                </c:pt>
                <c:pt idx="1384">
                  <c:v>0.0851551476426</c:v>
                </c:pt>
                <c:pt idx="1385">
                  <c:v>0.0844288196485</c:v>
                </c:pt>
                <c:pt idx="1386">
                  <c:v>0.0837106631622</c:v>
                </c:pt>
                <c:pt idx="1387">
                  <c:v>0.0830005802799</c:v>
                </c:pt>
                <c:pt idx="1388">
                  <c:v>0.0822984738794</c:v>
                </c:pt>
                <c:pt idx="1389">
                  <c:v>0.081604247639</c:v>
                </c:pt>
                <c:pt idx="1390">
                  <c:v>0.080917806055</c:v>
                </c:pt>
                <c:pt idx="1391">
                  <c:v>0.0802390544571</c:v>
                </c:pt>
                <c:pt idx="1392">
                  <c:v>0.0795678990227</c:v>
                </c:pt>
                <c:pt idx="1393">
                  <c:v>0.07890424679</c:v>
                </c:pt>
                <c:pt idx="1394">
                  <c:v>0.0782480056692</c:v>
                </c:pt>
                <c:pt idx="1395">
                  <c:v>0.0775990844529</c:v>
                </c:pt>
                <c:pt idx="1396">
                  <c:v>0.0769573928252</c:v>
                </c:pt>
                <c:pt idx="1397">
                  <c:v>0.0763228413694</c:v>
                </c:pt>
                <c:pt idx="1398">
                  <c:v>0.0756953415752</c:v>
                </c:pt>
                <c:pt idx="1399">
                  <c:v>0.0750748058443</c:v>
                </c:pt>
                <c:pt idx="1400">
                  <c:v>0.0744611474951</c:v>
                </c:pt>
                <c:pt idx="1401">
                  <c:v>0.0738542807669</c:v>
                </c:pt>
                <c:pt idx="1402">
                  <c:v>0.073254120823</c:v>
                </c:pt>
                <c:pt idx="1403">
                  <c:v>0.0726605837526</c:v>
                </c:pt>
                <c:pt idx="1404">
                  <c:v>0.0720735865724</c:v>
                </c:pt>
                <c:pt idx="1405">
                  <c:v>0.0714930472273</c:v>
                </c:pt>
                <c:pt idx="1406">
                  <c:v>0.0709188845906</c:v>
                </c:pt>
                <c:pt idx="1407">
                  <c:v>0.070351018463</c:v>
                </c:pt>
                <c:pt idx="1408">
                  <c:v>0.0697893695718</c:v>
                </c:pt>
                <c:pt idx="1409">
                  <c:v>0.0692338595687</c:v>
                </c:pt>
                <c:pt idx="1410">
                  <c:v>0.0686844110272</c:v>
                </c:pt>
                <c:pt idx="1411">
                  <c:v>0.0681409474406</c:v>
                </c:pt>
                <c:pt idx="1412">
                  <c:v>0.0676033932176</c:v>
                </c:pt>
                <c:pt idx="1413">
                  <c:v>0.0670716736791</c:v>
                </c:pt>
                <c:pt idx="1414">
                  <c:v>0.0665457150538</c:v>
                </c:pt>
                <c:pt idx="1415">
                  <c:v>0.0660254444733</c:v>
                </c:pt>
                <c:pt idx="1416">
                  <c:v>0.0655107899675</c:v>
                </c:pt>
                <c:pt idx="1417">
                  <c:v>0.0650016804589</c:v>
                </c:pt>
                <c:pt idx="1418">
                  <c:v>0.0644980457574</c:v>
                </c:pt>
                <c:pt idx="1419">
                  <c:v>0.0639998165535</c:v>
                </c:pt>
                <c:pt idx="1420">
                  <c:v>0.0635069244128</c:v>
                </c:pt>
                <c:pt idx="1421">
                  <c:v>0.0630193017695</c:v>
                </c:pt>
                <c:pt idx="1422">
                  <c:v>0.0625368819189</c:v>
                </c:pt>
                <c:pt idx="1423">
                  <c:v>0.0620595990114</c:v>
                </c:pt>
                <c:pt idx="1424">
                  <c:v>0.0615873880448</c:v>
                </c:pt>
                <c:pt idx="1425">
                  <c:v>0.0611201848569</c:v>
                </c:pt>
                <c:pt idx="1426">
                  <c:v>0.0606579261185</c:v>
                </c:pt>
                <c:pt idx="1427">
                  <c:v>0.0602005493254</c:v>
                </c:pt>
                <c:pt idx="1428">
                  <c:v>0.0597479927907</c:v>
                </c:pt>
                <c:pt idx="1429">
                  <c:v>0.0593001956368</c:v>
                </c:pt>
                <c:pt idx="1430">
                  <c:v>0.0588570977877</c:v>
                </c:pt>
                <c:pt idx="1431">
                  <c:v>0.0584186399607</c:v>
                </c:pt>
                <c:pt idx="1432">
                  <c:v>0.0579847636581</c:v>
                </c:pt>
                <c:pt idx="1433">
                  <c:v>0.0575554111593</c:v>
                </c:pt>
                <c:pt idx="1434">
                  <c:v>0.0571305255122</c:v>
                </c:pt>
                <c:pt idx="1435">
                  <c:v>0.056710050525</c:v>
                </c:pt>
                <c:pt idx="1436">
                  <c:v>0.0562939307577</c:v>
                </c:pt>
                <c:pt idx="1437">
                  <c:v>0.0558821115138</c:v>
                </c:pt>
                <c:pt idx="1438">
                  <c:v>0.0554745388316</c:v>
                </c:pt>
                <c:pt idx="1439">
                  <c:v>0.0550711594762</c:v>
                </c:pt>
                <c:pt idx="1440">
                  <c:v>0.0546719209303</c:v>
                </c:pt>
                <c:pt idx="1441">
                  <c:v>0.0542767713865</c:v>
                </c:pt>
                <c:pt idx="1442">
                  <c:v>0.0538856597381</c:v>
                </c:pt>
                <c:pt idx="1443">
                  <c:v>0.0534985355714</c:v>
                </c:pt>
                <c:pt idx="1444">
                  <c:v>0.0531153491564</c:v>
                </c:pt>
                <c:pt idx="1445">
                  <c:v>0.0527360514391</c:v>
                </c:pt>
                <c:pt idx="1446">
                  <c:v>0.0523605940327</c:v>
                </c:pt>
                <c:pt idx="1447">
                  <c:v>0.0519889292093</c:v>
                </c:pt>
                <c:pt idx="1448">
                  <c:v>0.0516210098917</c:v>
                </c:pt>
                <c:pt idx="1449">
                  <c:v>0.051256789645</c:v>
                </c:pt>
                <c:pt idx="1450">
                  <c:v>0.0508962226683</c:v>
                </c:pt>
                <c:pt idx="1451">
                  <c:v>0.0505392637866</c:v>
                </c:pt>
                <c:pt idx="1452">
                  <c:v>0.0501858684427</c:v>
                </c:pt>
                <c:pt idx="1453">
                  <c:v>0.0498359926891</c:v>
                </c:pt>
                <c:pt idx="1454">
                  <c:v>0.0494895931797</c:v>
                </c:pt>
                <c:pt idx="1455">
                  <c:v>0.0491466271623</c:v>
                </c:pt>
                <c:pt idx="1456">
                  <c:v>0.0488070524703</c:v>
                </c:pt>
                <c:pt idx="1457">
                  <c:v>0.0484708275149</c:v>
                </c:pt>
                <c:pt idx="1458">
                  <c:v>0.0481379112776</c:v>
                </c:pt>
                <c:pt idx="1459">
                  <c:v>0.0478082633023</c:v>
                </c:pt>
                <c:pt idx="1460">
                  <c:v>0.0474818436877</c:v>
                </c:pt>
                <c:pt idx="1461">
                  <c:v>0.0471586130796</c:v>
                </c:pt>
                <c:pt idx="1462">
                  <c:v>0.0468385326637</c:v>
                </c:pt>
                <c:pt idx="1463">
                  <c:v>0.0465215641578</c:v>
                </c:pt>
                <c:pt idx="1464">
                  <c:v>0.046207669805</c:v>
                </c:pt>
                <c:pt idx="1465">
                  <c:v>0.0458968123658</c:v>
                </c:pt>
                <c:pt idx="1466">
                  <c:v>0.0455889551116</c:v>
                </c:pt>
                <c:pt idx="1467">
                  <c:v>0.045284061817</c:v>
                </c:pt>
                <c:pt idx="1468">
                  <c:v>0.044982096753</c:v>
                </c:pt>
                <c:pt idx="1469">
                  <c:v>0.0446830246803</c:v>
                </c:pt>
                <c:pt idx="1470">
                  <c:v>0.044386810842</c:v>
                </c:pt>
                <c:pt idx="1471">
                  <c:v>0.0440934209571</c:v>
                </c:pt>
                <c:pt idx="1472">
                  <c:v>0.0438028212139</c:v>
                </c:pt>
                <c:pt idx="1473">
                  <c:v>0.0435149782628</c:v>
                </c:pt>
                <c:pt idx="1474">
                  <c:v>0.0432298592105</c:v>
                </c:pt>
                <c:pt idx="1475">
                  <c:v>0.0429474316132</c:v>
                </c:pt>
                <c:pt idx="1476">
                  <c:v>0.0426676634701</c:v>
                </c:pt>
                <c:pt idx="1477">
                  <c:v>0.0423905232171</c:v>
                </c:pt>
                <c:pt idx="1478">
                  <c:v>0.042115979721</c:v>
                </c:pt>
                <c:pt idx="1479">
                  <c:v>0.0418440022728</c:v>
                </c:pt>
                <c:pt idx="1480">
                  <c:v>0.0415745605819</c:v>
                </c:pt>
                <c:pt idx="1481">
                  <c:v>0.0413076247703</c:v>
                </c:pt>
                <c:pt idx="1482">
                  <c:v>0.0410431653663</c:v>
                </c:pt>
                <c:pt idx="1483">
                  <c:v>0.0407811532989</c:v>
                </c:pt>
                <c:pt idx="1484">
                  <c:v>0.0405215598922</c:v>
                </c:pt>
                <c:pt idx="1485">
                  <c:v>0.0402643568592</c:v>
                </c:pt>
                <c:pt idx="1486">
                  <c:v>0.0400095162969</c:v>
                </c:pt>
                <c:pt idx="1487">
                  <c:v>0.0397570106801</c:v>
                </c:pt>
                <c:pt idx="1488">
                  <c:v>0.0395068128565</c:v>
                </c:pt>
                <c:pt idx="1489">
                  <c:v>0.0392588960411</c:v>
                </c:pt>
                <c:pt idx="1490">
                  <c:v>0.0390132338108</c:v>
                </c:pt>
                <c:pt idx="1491">
                  <c:v>0.0387698000993</c:v>
                </c:pt>
                <c:pt idx="1492">
                  <c:v>0.0385285691919</c:v>
                </c:pt>
                <c:pt idx="1493">
                  <c:v>0.0382895157204</c:v>
                </c:pt>
                <c:pt idx="1494">
                  <c:v>0.0380526146583</c:v>
                </c:pt>
                <c:pt idx="1495">
                  <c:v>0.0378178413155</c:v>
                </c:pt>
                <c:pt idx="1496">
                  <c:v>0.0375851713336</c:v>
                </c:pt>
                <c:pt idx="1497">
                  <c:v>0.0373545806813</c:v>
                </c:pt>
                <c:pt idx="1498">
                  <c:v>0.0371260456492</c:v>
                </c:pt>
                <c:pt idx="1499">
                  <c:v>0.0368995428455</c:v>
                </c:pt>
                <c:pt idx="1500">
                  <c:v>0.0366750491914</c:v>
                </c:pt>
                <c:pt idx="1501">
                  <c:v>0.0364525419162</c:v>
                </c:pt>
                <c:pt idx="1502">
                  <c:v>0.0362319985532</c:v>
                </c:pt>
                <c:pt idx="1503">
                  <c:v>0.0360133969352</c:v>
                </c:pt>
                <c:pt idx="1504">
                  <c:v>0.0357967151901</c:v>
                </c:pt>
                <c:pt idx="1505">
                  <c:v>0.0355819317366</c:v>
                </c:pt>
                <c:pt idx="1506">
                  <c:v>0.0353690252798</c:v>
                </c:pt>
                <c:pt idx="1507">
                  <c:v>0.0351579748076</c:v>
                </c:pt>
                <c:pt idx="1508">
                  <c:v>0.0349487595859</c:v>
                </c:pt>
                <c:pt idx="1509">
                  <c:v>0.034741359155</c:v>
                </c:pt>
                <c:pt idx="1510">
                  <c:v>0.0345357533256</c:v>
                </c:pt>
                <c:pt idx="1511">
                  <c:v>0.0343319221747</c:v>
                </c:pt>
                <c:pt idx="1512">
                  <c:v>0.0341298460416</c:v>
                </c:pt>
                <c:pt idx="1513">
                  <c:v>0.0339295055246</c:v>
                </c:pt>
                <c:pt idx="1514">
                  <c:v>0.0337308814767</c:v>
                </c:pt>
                <c:pt idx="1515">
                  <c:v>0.0335339550021</c:v>
                </c:pt>
                <c:pt idx="1516">
                  <c:v>0.0333387074527</c:v>
                </c:pt>
                <c:pt idx="1517">
                  <c:v>0.0331451204243</c:v>
                </c:pt>
                <c:pt idx="1518">
                  <c:v>0.0329531757531</c:v>
                </c:pt>
                <c:pt idx="1519">
                  <c:v>0.0327628555122</c:v>
                </c:pt>
                <c:pt idx="1520">
                  <c:v>0.0325741420082</c:v>
                </c:pt>
                <c:pt idx="1521">
                  <c:v>0.0323870177778</c:v>
                </c:pt>
                <c:pt idx="1522">
                  <c:v>0.0322014655846</c:v>
                </c:pt>
                <c:pt idx="1523">
                  <c:v>0.0320174684154</c:v>
                </c:pt>
                <c:pt idx="1524">
                  <c:v>0.0318350094774</c:v>
                </c:pt>
                <c:pt idx="1525">
                  <c:v>0.0316540721947</c:v>
                </c:pt>
                <c:pt idx="1526">
                  <c:v>0.0314746402054</c:v>
                </c:pt>
                <c:pt idx="1527">
                  <c:v>0.0312966973584</c:v>
                </c:pt>
                <c:pt idx="1528">
                  <c:v>0.0311202277103</c:v>
                </c:pt>
                <c:pt idx="1529">
                  <c:v>0.0309452155222</c:v>
                </c:pt>
                <c:pt idx="1530">
                  <c:v>0.0307716452573</c:v>
                </c:pt>
                <c:pt idx="1531">
                  <c:v>0.0305995015775</c:v>
                </c:pt>
                <c:pt idx="1532">
                  <c:v>0.0304287693406</c:v>
                </c:pt>
                <c:pt idx="1533">
                  <c:v>0.0302594335977</c:v>
                </c:pt>
                <c:pt idx="1534">
                  <c:v>0.0300914795902</c:v>
                </c:pt>
                <c:pt idx="1535">
                  <c:v>0.0299248927469</c:v>
                </c:pt>
                <c:pt idx="1536">
                  <c:v>0.0297596586819</c:v>
                </c:pt>
                <c:pt idx="1537">
                  <c:v>0.0295957631912</c:v>
                </c:pt>
                <c:pt idx="1538">
                  <c:v>0.0294331922505</c:v>
                </c:pt>
                <c:pt idx="1539">
                  <c:v>0.0292719320128</c:v>
                </c:pt>
                <c:pt idx="1540">
                  <c:v>0.0291119688053</c:v>
                </c:pt>
                <c:pt idx="1541">
                  <c:v>0.0289532891272</c:v>
                </c:pt>
                <c:pt idx="1542">
                  <c:v>0.0287958796475</c:v>
                </c:pt>
                <c:pt idx="1543">
                  <c:v>0.028639727202</c:v>
                </c:pt>
                <c:pt idx="1544">
                  <c:v>0.0284848187914</c:v>
                </c:pt>
                <c:pt idx="1545">
                  <c:v>0.0283311415787</c:v>
                </c:pt>
                <c:pt idx="1546">
                  <c:v>0.028178682887</c:v>
                </c:pt>
                <c:pt idx="1547">
                  <c:v>0.028027430197</c:v>
                </c:pt>
                <c:pt idx="1548">
                  <c:v>0.0278773711451</c:v>
                </c:pt>
                <c:pt idx="1549">
                  <c:v>0.0277284935208</c:v>
                </c:pt>
                <c:pt idx="1550">
                  <c:v>0.0275807852651</c:v>
                </c:pt>
                <c:pt idx="1551">
                  <c:v>0.0274342344675</c:v>
                </c:pt>
                <c:pt idx="1552">
                  <c:v>0.0272888293646</c:v>
                </c:pt>
                <c:pt idx="1553">
                  <c:v>0.0271445583379</c:v>
                </c:pt>
                <c:pt idx="1554">
                  <c:v>0.0270014099115</c:v>
                </c:pt>
                <c:pt idx="1555">
                  <c:v>0.0268593727501</c:v>
                </c:pt>
                <c:pt idx="1556">
                  <c:v>0.0267184356575</c:v>
                </c:pt>
                <c:pt idx="1557">
                  <c:v>0.0265785875739</c:v>
                </c:pt>
                <c:pt idx="1558">
                  <c:v>0.0264398175746</c:v>
                </c:pt>
                <c:pt idx="1559">
                  <c:v>0.0263021148678</c:v>
                </c:pt>
                <c:pt idx="1560">
                  <c:v>0.0261654687927</c:v>
                </c:pt>
                <c:pt idx="1561">
                  <c:v>0.0260298688181</c:v>
                </c:pt>
                <c:pt idx="1562">
                  <c:v>0.0258953045399</c:v>
                </c:pt>
                <c:pt idx="1563">
                  <c:v>0.0257617656798</c:v>
                </c:pt>
                <c:pt idx="1564">
                  <c:v>0.0256292420834</c:v>
                </c:pt>
                <c:pt idx="1565">
                  <c:v>0.0254977237187</c:v>
                </c:pt>
                <c:pt idx="1566">
                  <c:v>0.0253672006739</c:v>
                </c:pt>
                <c:pt idx="1567">
                  <c:v>0.0252376631562</c:v>
                </c:pt>
                <c:pt idx="1568">
                  <c:v>0.02510910149</c:v>
                </c:pt>
                <c:pt idx="1569">
                  <c:v>0.0249815061153</c:v>
                </c:pt>
                <c:pt idx="1570">
                  <c:v>0.0248548675858</c:v>
                </c:pt>
                <c:pt idx="1571">
                  <c:v>0.0247291765678</c:v>
                </c:pt>
                <c:pt idx="1572">
                  <c:v>0.0246044238385</c:v>
                </c:pt>
                <c:pt idx="1573">
                  <c:v>0.0244806002844</c:v>
                </c:pt>
                <c:pt idx="1574">
                  <c:v>0.0243576968996</c:v>
                </c:pt>
                <c:pt idx="1575">
                  <c:v>0.0242357047848</c:v>
                </c:pt>
                <c:pt idx="1576">
                  <c:v>0.0241146151453</c:v>
                </c:pt>
                <c:pt idx="1577">
                  <c:v>0.0239944192903</c:v>
                </c:pt>
                <c:pt idx="1578">
                  <c:v>0.0238751086305</c:v>
                </c:pt>
                <c:pt idx="1579">
                  <c:v>0.0237566746777</c:v>
                </c:pt>
                <c:pt idx="1580">
                  <c:v>0.0236391090427</c:v>
                </c:pt>
                <c:pt idx="1581">
                  <c:v>0.0235224034344</c:v>
                </c:pt>
                <c:pt idx="1582">
                  <c:v>0.023406549658</c:v>
                </c:pt>
                <c:pt idx="1583">
                  <c:v>0.0232915396145</c:v>
                </c:pt>
                <c:pt idx="1584">
                  <c:v>0.0231773652984</c:v>
                </c:pt>
                <c:pt idx="1585">
                  <c:v>0.0230640187973</c:v>
                </c:pt>
                <c:pt idx="1586">
                  <c:v>0.0229514922901</c:v>
                </c:pt>
                <c:pt idx="1587">
                  <c:v>0.0228397780459</c:v>
                </c:pt>
                <c:pt idx="1588">
                  <c:v>0.0227288684232</c:v>
                </c:pt>
                <c:pt idx="1589">
                  <c:v>0.0226187558678</c:v>
                </c:pt>
                <c:pt idx="1590">
                  <c:v>0.0225094329128</c:v>
                </c:pt>
                <c:pt idx="1591">
                  <c:v>0.0224008921762</c:v>
                </c:pt>
                <c:pt idx="1592">
                  <c:v>0.0222931263609</c:v>
                </c:pt>
                <c:pt idx="1593">
                  <c:v>0.0221861282527</c:v>
                </c:pt>
                <c:pt idx="1594">
                  <c:v>0.0220798907197</c:v>
                </c:pt>
                <c:pt idx="1595">
                  <c:v>0.0219744067111</c:v>
                </c:pt>
                <c:pt idx="1596">
                  <c:v>0.0218696692559</c:v>
                </c:pt>
                <c:pt idx="1597">
                  <c:v>0.0217656714623</c:v>
                </c:pt>
                <c:pt idx="1598">
                  <c:v>0.021662406516</c:v>
                </c:pt>
                <c:pt idx="1599">
                  <c:v>0.0215598676799</c:v>
                </c:pt>
                <c:pt idx="1600">
                  <c:v>0.0214580482925</c:v>
                </c:pt>
                <c:pt idx="1601">
                  <c:v>0.0213569417673</c:v>
                </c:pt>
                <c:pt idx="1602">
                  <c:v>0.0212565415917</c:v>
                </c:pt>
                <c:pt idx="1603">
                  <c:v>0.0211568413257</c:v>
                </c:pt>
                <c:pt idx="1604">
                  <c:v>0.0210578346015</c:v>
                </c:pt>
                <c:pt idx="1605">
                  <c:v>0.0209595151223</c:v>
                </c:pt>
                <c:pt idx="1606">
                  <c:v>0.0208618766611</c:v>
                </c:pt>
                <c:pt idx="1607">
                  <c:v>0.0207649130604</c:v>
                </c:pt>
                <c:pt idx="1608">
                  <c:v>0.0206686182307</c:v>
                </c:pt>
                <c:pt idx="1609">
                  <c:v>0.02057298615</c:v>
                </c:pt>
                <c:pt idx="1610">
                  <c:v>0.0204780108628</c:v>
                </c:pt>
                <c:pt idx="1611">
                  <c:v>0.020383686479</c:v>
                </c:pt>
                <c:pt idx="1612">
                  <c:v>0.0202900071737</c:v>
                </c:pt>
                <c:pt idx="1613">
                  <c:v>0.0201969671855</c:v>
                </c:pt>
                <c:pt idx="1614">
                  <c:v>0.0201045608165</c:v>
                </c:pt>
                <c:pt idx="1615">
                  <c:v>0.0200127824308</c:v>
                </c:pt>
                <c:pt idx="1616">
                  <c:v>0.0199216264541</c:v>
                </c:pt>
                <c:pt idx="1617">
                  <c:v>0.019831087373</c:v>
                </c:pt>
                <c:pt idx="1618">
                  <c:v>0.0197411597338</c:v>
                </c:pt>
                <c:pt idx="1619">
                  <c:v>0.019651838142</c:v>
                </c:pt>
                <c:pt idx="1620">
                  <c:v>0.0195631172616</c:v>
                </c:pt>
                <c:pt idx="1621">
                  <c:v>0.0194749918142</c:v>
                </c:pt>
                <c:pt idx="1622">
                  <c:v>0.0193874565784</c:v>
                </c:pt>
                <c:pt idx="1623">
                  <c:v>0.0193005063888</c:v>
                </c:pt>
                <c:pt idx="1624">
                  <c:v>0.0192141361357</c:v>
                </c:pt>
                <c:pt idx="1625">
                  <c:v>0.0191283407641</c:v>
                </c:pt>
                <c:pt idx="1626">
                  <c:v>0.019043115273</c:v>
                </c:pt>
                <c:pt idx="1627">
                  <c:v>0.0189584547149</c:v>
                </c:pt>
                <c:pt idx="1628">
                  <c:v>0.0188743541951</c:v>
                </c:pt>
                <c:pt idx="1629">
                  <c:v>0.0187908088706</c:v>
                </c:pt>
                <c:pt idx="1630">
                  <c:v>0.0187078139502</c:v>
                </c:pt>
                <c:pt idx="1631">
                  <c:v>0.0186253646931</c:v>
                </c:pt>
                <c:pt idx="1632">
                  <c:v>0.018543456409</c:v>
                </c:pt>
                <c:pt idx="1633">
                  <c:v>0.0184620844566</c:v>
                </c:pt>
                <c:pt idx="1634">
                  <c:v>0.0183812442437</c:v>
                </c:pt>
                <c:pt idx="1635">
                  <c:v>0.0183009312264</c:v>
                </c:pt>
                <c:pt idx="1636">
                  <c:v>0.0182211409082</c:v>
                </c:pt>
                <c:pt idx="1637">
                  <c:v>0.0181418688399</c:v>
                </c:pt>
                <c:pt idx="1638">
                  <c:v>0.0180631106185</c:v>
                </c:pt>
                <c:pt idx="1639">
                  <c:v>0.0179848618869</c:v>
                </c:pt>
                <c:pt idx="1640">
                  <c:v>0.0179071183334</c:v>
                </c:pt>
                <c:pt idx="1641">
                  <c:v>0.0178298756909</c:v>
                </c:pt>
                <c:pt idx="1642">
                  <c:v>0.0177531297365</c:v>
                </c:pt>
                <c:pt idx="1643">
                  <c:v>0.0176768762909</c:v>
                </c:pt>
                <c:pt idx="1644">
                  <c:v>0.0176011112178</c:v>
                </c:pt>
                <c:pt idx="1645">
                  <c:v>0.0175258304234</c:v>
                </c:pt>
                <c:pt idx="1646">
                  <c:v>0.0174510298562</c:v>
                </c:pt>
                <c:pt idx="1647">
                  <c:v>0.0173767055057</c:v>
                </c:pt>
                <c:pt idx="1648">
                  <c:v>0.0173028534028</c:v>
                </c:pt>
                <c:pt idx="1649">
                  <c:v>0.0172294696185</c:v>
                </c:pt>
                <c:pt idx="1650">
                  <c:v>0.017156550264</c:v>
                </c:pt>
                <c:pt idx="1651">
                  <c:v>0.0170840914897</c:v>
                </c:pt>
                <c:pt idx="1652">
                  <c:v>0.0170120894853</c:v>
                </c:pt>
                <c:pt idx="1653">
                  <c:v>0.0169405404787</c:v>
                </c:pt>
                <c:pt idx="1654">
                  <c:v>0.016869440736</c:v>
                </c:pt>
                <c:pt idx="1655">
                  <c:v>0.0167987865607</c:v>
                </c:pt>
                <c:pt idx="1656">
                  <c:v>0.0167285742934</c:v>
                </c:pt>
                <c:pt idx="1657">
                  <c:v>0.0166588003115</c:v>
                </c:pt>
                <c:pt idx="1658">
                  <c:v>0.0165894610284</c:v>
                </c:pt>
                <c:pt idx="1659">
                  <c:v>0.0165205528932</c:v>
                </c:pt>
                <c:pt idx="1660">
                  <c:v>0.0164520723905</c:v>
                </c:pt>
                <c:pt idx="1661">
                  <c:v>0.0163840160397</c:v>
                </c:pt>
                <c:pt idx="1662">
                  <c:v>0.0163163803945</c:v>
                </c:pt>
                <c:pt idx="1663">
                  <c:v>0.0162491620429</c:v>
                </c:pt>
                <c:pt idx="1664">
                  <c:v>0.0161823576062</c:v>
                </c:pt>
                <c:pt idx="1665">
                  <c:v>0.0161159637391</c:v>
                </c:pt>
                <c:pt idx="1666">
                  <c:v>0.0160499771292</c:v>
                </c:pt>
                <c:pt idx="1667">
                  <c:v>0.0159843944962</c:v>
                </c:pt>
                <c:pt idx="1668">
                  <c:v>0.0159192125922</c:v>
                </c:pt>
                <c:pt idx="1669">
                  <c:v>0.0158544282007</c:v>
                </c:pt>
                <c:pt idx="1670">
                  <c:v>0.0157900381366</c:v>
                </c:pt>
                <c:pt idx="1671">
                  <c:v>0.0157260392455</c:v>
                </c:pt>
                <c:pt idx="1672">
                  <c:v>0.0156624284038</c:v>
                </c:pt>
                <c:pt idx="1673">
                  <c:v>0.0155992025178</c:v>
                </c:pt>
                <c:pt idx="1674">
                  <c:v>0.0155363585239</c:v>
                </c:pt>
                <c:pt idx="1675">
                  <c:v>0.0154738933877</c:v>
                </c:pt>
                <c:pt idx="1676">
                  <c:v>0.015411804104</c:v>
                </c:pt>
                <c:pt idx="1677">
                  <c:v>0.0153500876965</c:v>
                </c:pt>
                <c:pt idx="1678">
                  <c:v>0.0152887412172</c:v>
                </c:pt>
                <c:pt idx="1679">
                  <c:v>0.0152277617463</c:v>
                </c:pt>
                <c:pt idx="1680">
                  <c:v>0.0151671463917</c:v>
                </c:pt>
                <c:pt idx="1681">
                  <c:v>0.0151068922889</c:v>
                </c:pt>
                <c:pt idx="1682">
                  <c:v>0.0150469966004</c:v>
                </c:pt>
                <c:pt idx="1683">
                  <c:v>0.0149874565157</c:v>
                </c:pt>
                <c:pt idx="1684">
                  <c:v>0.0149282692509</c:v>
                </c:pt>
                <c:pt idx="1685">
                  <c:v>0.0148694320482</c:v>
                </c:pt>
                <c:pt idx="1686">
                  <c:v>0.0148109421757</c:v>
                </c:pt>
                <c:pt idx="1687">
                  <c:v>0.0147527969273</c:v>
                </c:pt>
                <c:pt idx="1688">
                  <c:v>0.0146949936224</c:v>
                </c:pt>
                <c:pt idx="1689">
                  <c:v>0.0146375296052</c:v>
                </c:pt>
                <c:pt idx="1690">
                  <c:v>0.014580402245</c:v>
                </c:pt>
                <c:pt idx="1691">
                  <c:v>0.0145236089355</c:v>
                </c:pt>
                <c:pt idx="1692">
                  <c:v>0.0144671470947</c:v>
                </c:pt>
                <c:pt idx="1693">
                  <c:v>0.0144110141647</c:v>
                </c:pt>
                <c:pt idx="1694">
                  <c:v>0.0143552076113</c:v>
                </c:pt>
                <c:pt idx="1695">
                  <c:v>0.0142997249239</c:v>
                </c:pt>
                <c:pt idx="1696">
                  <c:v>0.0142445636151</c:v>
                </c:pt>
                <c:pt idx="1697">
                  <c:v>0.0141897212205</c:v>
                </c:pt>
                <c:pt idx="1698">
                  <c:v>0.0141351952985</c:v>
                </c:pt>
                <c:pt idx="1699">
                  <c:v>0.0140809834301</c:v>
                </c:pt>
                <c:pt idx="1700">
                  <c:v>0.0140270832185</c:v>
                </c:pt>
                <c:pt idx="1701">
                  <c:v>0.0139734922891</c:v>
                </c:pt>
                <c:pt idx="1702">
                  <c:v>0.013920208289</c:v>
                </c:pt>
                <c:pt idx="1703">
                  <c:v>0.0138672288871</c:v>
                </c:pt>
                <c:pt idx="1704">
                  <c:v>0.0138145517735</c:v>
                </c:pt>
                <c:pt idx="1705">
                  <c:v>0.0137621746596</c:v>
                </c:pt>
                <c:pt idx="1706">
                  <c:v>0.0137100952778</c:v>
                </c:pt>
                <c:pt idx="1707">
                  <c:v>0.0136583113812</c:v>
                </c:pt>
                <c:pt idx="1708">
                  <c:v>0.0136068207434</c:v>
                </c:pt>
                <c:pt idx="1709">
                  <c:v>0.0135556211585</c:v>
                </c:pt>
                <c:pt idx="1710">
                  <c:v>0.0135047104406</c:v>
                </c:pt>
                <c:pt idx="1711">
                  <c:v>0.0134540864239</c:v>
                </c:pt>
                <c:pt idx="1712">
                  <c:v>0.0134037469621</c:v>
                </c:pt>
                <c:pt idx="1713">
                  <c:v>0.0133536899287</c:v>
                </c:pt>
                <c:pt idx="1714">
                  <c:v>0.0133039132164</c:v>
                </c:pt>
                <c:pt idx="1715">
                  <c:v>0.0132544147373</c:v>
                </c:pt>
                <c:pt idx="1716">
                  <c:v>0.0132051924221</c:v>
                </c:pt>
                <c:pt idx="1717">
                  <c:v>0.0131562442207</c:v>
                </c:pt>
                <c:pt idx="1718">
                  <c:v>0.0131075681014</c:v>
                </c:pt>
                <c:pt idx="1719">
                  <c:v>0.013059162051</c:v>
                </c:pt>
                <c:pt idx="1720">
                  <c:v>0.0130110240746</c:v>
                </c:pt>
                <c:pt idx="1721">
                  <c:v>0.0129631521952</c:v>
                </c:pt>
                <c:pt idx="1722">
                  <c:v>0.012915544454</c:v>
                </c:pt>
                <c:pt idx="1723">
                  <c:v>0.0128681989096</c:v>
                </c:pt>
                <c:pt idx="1724">
                  <c:v>0.0128211136385</c:v>
                </c:pt>
                <c:pt idx="1725">
                  <c:v>0.0127742867345</c:v>
                </c:pt>
                <c:pt idx="1726">
                  <c:v>0.0127277163085</c:v>
                </c:pt>
                <c:pt idx="1727">
                  <c:v>0.0126814004885</c:v>
                </c:pt>
                <c:pt idx="1728">
                  <c:v>0.0126353374196</c:v>
                </c:pt>
                <c:pt idx="1729">
                  <c:v>0.0125895252634</c:v>
                </c:pt>
                <c:pt idx="1730">
                  <c:v>0.0125439621982</c:v>
                </c:pt>
                <c:pt idx="1731">
                  <c:v>0.0124986464188</c:v>
                </c:pt>
                <c:pt idx="1732">
                  <c:v>0.0124535761361</c:v>
                </c:pt>
                <c:pt idx="1733">
                  <c:v>0.0124087495771</c:v>
                </c:pt>
                <c:pt idx="1734">
                  <c:v>0.012364164985</c:v>
                </c:pt>
                <c:pt idx="1735">
                  <c:v>0.0123198206185</c:v>
                </c:pt>
                <c:pt idx="1736">
                  <c:v>0.0122757147521</c:v>
                </c:pt>
                <c:pt idx="1737">
                  <c:v>0.0122318456758</c:v>
                </c:pt>
                <c:pt idx="1738">
                  <c:v>0.012188211695</c:v>
                </c:pt>
                <c:pt idx="1739">
                  <c:v>0.01214481113</c:v>
                </c:pt>
                <c:pt idx="1740">
                  <c:v>0.0121016423166</c:v>
                </c:pt>
                <c:pt idx="1741">
                  <c:v>0.0120587036051</c:v>
                </c:pt>
                <c:pt idx="1742">
                  <c:v>0.0120159933608</c:v>
                </c:pt>
                <c:pt idx="1743">
                  <c:v>0.0119735099636</c:v>
                </c:pt>
                <c:pt idx="1744">
                  <c:v>0.0119312518077</c:v>
                </c:pt>
                <c:pt idx="1745">
                  <c:v>0.0118892173017</c:v>
                </c:pt>
                <c:pt idx="1746">
                  <c:v>0.0118474048685</c:v>
                </c:pt>
                <c:pt idx="1747">
                  <c:v>0.011805812945</c:v>
                </c:pt>
                <c:pt idx="1748">
                  <c:v>0.0117644399818</c:v>
                </c:pt>
                <c:pt idx="1749">
                  <c:v>0.0117232844437</c:v>
                </c:pt>
                <c:pt idx="1750">
                  <c:v>0.0116823448086</c:v>
                </c:pt>
                <c:pt idx="1751">
                  <c:v>0.0116416195683</c:v>
                </c:pt>
                <c:pt idx="1752">
                  <c:v>0.0116011072278</c:v>
                </c:pt>
                <c:pt idx="1753">
                  <c:v>0.0115608063054</c:v>
                </c:pt>
                <c:pt idx="1754">
                  <c:v>0.0115207153323</c:v>
                </c:pt>
                <c:pt idx="1755">
                  <c:v>0.0114808328528</c:v>
                </c:pt>
                <c:pt idx="1756">
                  <c:v>0.0114411574241</c:v>
                </c:pt>
                <c:pt idx="1757">
                  <c:v>0.0114016876159</c:v>
                </c:pt>
                <c:pt idx="1758">
                  <c:v>0.0113624220106</c:v>
                </c:pt>
                <c:pt idx="1759">
                  <c:v>0.011323359203</c:v>
                </c:pt>
                <c:pt idx="1760">
                  <c:v>0.0112844978002</c:v>
                </c:pt>
                <c:pt idx="1761">
                  <c:v>0.0112458364215</c:v>
                </c:pt>
                <c:pt idx="1762">
                  <c:v>0.0112073736981</c:v>
                </c:pt>
                <c:pt idx="1763">
                  <c:v>0.0111691082733</c:v>
                </c:pt>
                <c:pt idx="1764">
                  <c:v>0.0111310388021</c:v>
                </c:pt>
                <c:pt idx="1765">
                  <c:v>0.0110931639512</c:v>
                </c:pt>
                <c:pt idx="1766">
                  <c:v>0.0110554823988</c:v>
                </c:pt>
                <c:pt idx="1767">
                  <c:v>0.0110179928347</c:v>
                </c:pt>
                <c:pt idx="1768">
                  <c:v>0.0109806939596</c:v>
                </c:pt>
                <c:pt idx="1769">
                  <c:v>0.0109435844859</c:v>
                </c:pt>
                <c:pt idx="1770">
                  <c:v>0.0109066631366</c:v>
                </c:pt>
                <c:pt idx="1771">
                  <c:v>0.0108699286459</c:v>
                </c:pt>
                <c:pt idx="1772">
                  <c:v>0.0108333797587</c:v>
                </c:pt>
                <c:pt idx="1773">
                  <c:v>0.0107970152306</c:v>
                </c:pt>
                <c:pt idx="1774">
                  <c:v>0.0107608338279</c:v>
                </c:pt>
                <c:pt idx="1775">
                  <c:v>0.0107248343272</c:v>
                </c:pt>
                <c:pt idx="1776">
                  <c:v>0.0106890155155</c:v>
                </c:pt>
                <c:pt idx="1777">
                  <c:v>0.01065337619</c:v>
                </c:pt>
                <c:pt idx="1778">
                  <c:v>0.0106179151582</c:v>
                </c:pt>
                <c:pt idx="1779">
                  <c:v>0.0105826312374</c:v>
                </c:pt>
                <c:pt idx="1780">
                  <c:v>0.0105475232549</c:v>
                </c:pt>
                <c:pt idx="1781">
                  <c:v>0.0105125900476</c:v>
                </c:pt>
                <c:pt idx="1782">
                  <c:v>0.0104778304623</c:v>
                </c:pt>
                <c:pt idx="1783">
                  <c:v>0.0104432433554</c:v>
                </c:pt>
                <c:pt idx="1784">
                  <c:v>0.0104088275924</c:v>
                </c:pt>
                <c:pt idx="1785">
                  <c:v>0.0103745820486</c:v>
                </c:pt>
                <c:pt idx="1786">
                  <c:v>0.0103405056082</c:v>
                </c:pt>
                <c:pt idx="1787">
                  <c:v>0.0103065971648</c:v>
                </c:pt>
                <c:pt idx="1788">
                  <c:v>0.0102728556208</c:v>
                </c:pt>
                <c:pt idx="1789">
                  <c:v>0.0102392798877</c:v>
                </c:pt>
                <c:pt idx="1790">
                  <c:v>0.0102058688859</c:v>
                </c:pt>
                <c:pt idx="1791">
                  <c:v>0.0101726215443</c:v>
                </c:pt>
                <c:pt idx="1792">
                  <c:v>0.0101395368006</c:v>
                </c:pt>
                <c:pt idx="1793">
                  <c:v>0.0101066136011</c:v>
                </c:pt>
                <c:pt idx="1794">
                  <c:v>0.0100738509005</c:v>
                </c:pt>
                <c:pt idx="1795">
                  <c:v>0.0100412476619</c:v>
                </c:pt>
                <c:pt idx="1796">
                  <c:v>0.0100088028566</c:v>
                </c:pt>
                <c:pt idx="1797">
                  <c:v>0.0099765154641</c:v>
                </c:pt>
                <c:pt idx="1798">
                  <c:v>0.00994438447204</c:v>
                </c:pt>
                <c:pt idx="1799">
                  <c:v>0.00991240887605</c:v>
                </c:pt>
                <c:pt idx="1800">
                  <c:v>0.00988058767968</c:v>
                </c:pt>
                <c:pt idx="1801">
                  <c:v>0.00984891989433</c:v>
                </c:pt>
                <c:pt idx="1802">
                  <c:v>0.00981740453914</c:v>
                </c:pt>
                <c:pt idx="1803">
                  <c:v>0.00978604064095</c:v>
                </c:pt>
                <c:pt idx="1804">
                  <c:v>0.00975482723416</c:v>
                </c:pt>
                <c:pt idx="1805">
                  <c:v>0.00972376336073</c:v>
                </c:pt>
                <c:pt idx="1806">
                  <c:v>0.00969284807002</c:v>
                </c:pt>
                <c:pt idx="1807">
                  <c:v>0.00966208041877</c:v>
                </c:pt>
                <c:pt idx="1808">
                  <c:v>0.00963145947102</c:v>
                </c:pt>
                <c:pt idx="1809">
                  <c:v>0.009600984298</c:v>
                </c:pt>
                <c:pt idx="1810">
                  <c:v>0.00957065397808</c:v>
                </c:pt>
                <c:pt idx="1811">
                  <c:v>0.00954046759672</c:v>
                </c:pt>
                <c:pt idx="1812">
                  <c:v>0.00951042424636</c:v>
                </c:pt>
                <c:pt idx="1813">
                  <c:v>0.00948052302635</c:v>
                </c:pt>
                <c:pt idx="1814">
                  <c:v>0.00945076304293</c:v>
                </c:pt>
                <c:pt idx="1815">
                  <c:v>0.0094211434091</c:v>
                </c:pt>
                <c:pt idx="1816">
                  <c:v>0.00939166324458</c:v>
                </c:pt>
                <c:pt idx="1817">
                  <c:v>0.00936232167575</c:v>
                </c:pt>
                <c:pt idx="1818">
                  <c:v>0.00933311783558</c:v>
                </c:pt>
                <c:pt idx="1819">
                  <c:v>0.00930405086353</c:v>
                </c:pt>
                <c:pt idx="1820">
                  <c:v>0.00927511990552</c:v>
                </c:pt>
                <c:pt idx="1821">
                  <c:v>0.00924632411388</c:v>
                </c:pt>
                <c:pt idx="1822">
                  <c:v>0.00921766264722</c:v>
                </c:pt>
                <c:pt idx="1823">
                  <c:v>0.00918913467043</c:v>
                </c:pt>
                <c:pt idx="1824">
                  <c:v>0.00916073935457</c:v>
                </c:pt>
                <c:pt idx="1825">
                  <c:v>0.00913247587684</c:v>
                </c:pt>
                <c:pt idx="1826">
                  <c:v>0.00910434342049</c:v>
                </c:pt>
                <c:pt idx="1827">
                  <c:v>0.00907634117477</c:v>
                </c:pt>
                <c:pt idx="1828">
                  <c:v>0.00904846833486</c:v>
                </c:pt>
                <c:pt idx="1829">
                  <c:v>0.0090207241018</c:v>
                </c:pt>
                <c:pt idx="1830">
                  <c:v>0.00899310768245</c:v>
                </c:pt>
                <c:pt idx="1831">
                  <c:v>0.0089656182894</c:v>
                </c:pt>
                <c:pt idx="1832">
                  <c:v>0.00893825514091</c:v>
                </c:pt>
                <c:pt idx="1833">
                  <c:v>0.00891101746087</c:v>
                </c:pt>
                <c:pt idx="1834">
                  <c:v>0.00888390447871</c:v>
                </c:pt>
                <c:pt idx="1835">
                  <c:v>0.00885691542936</c:v>
                </c:pt>
                <c:pt idx="1836">
                  <c:v>0.00883004955317</c:v>
                </c:pt>
                <c:pt idx="1837">
                  <c:v>0.00880330609585</c:v>
                </c:pt>
                <c:pt idx="1838">
                  <c:v>0.00877668430842</c:v>
                </c:pt>
                <c:pt idx="1839">
                  <c:v>0.00875018344716</c:v>
                </c:pt>
                <c:pt idx="1840">
                  <c:v>0.0087238027735</c:v>
                </c:pt>
                <c:pt idx="1841">
                  <c:v>0.00869754155402</c:v>
                </c:pt>
                <c:pt idx="1842">
                  <c:v>0.00867139906035</c:v>
                </c:pt>
                <c:pt idx="1843">
                  <c:v>0.00864537456915</c:v>
                </c:pt>
                <c:pt idx="1844">
                  <c:v>0.00861946736201</c:v>
                </c:pt>
                <c:pt idx="1845">
                  <c:v>0.00859367672543</c:v>
                </c:pt>
                <c:pt idx="1846">
                  <c:v>0.00856800195073</c:v>
                </c:pt>
                <c:pt idx="1847">
                  <c:v>0.00854244233403</c:v>
                </c:pt>
                <c:pt idx="1848">
                  <c:v>0.00851699717619</c:v>
                </c:pt>
                <c:pt idx="1849">
                  <c:v>0.00849166578274</c:v>
                </c:pt>
                <c:pt idx="1850">
                  <c:v>0.00846644746387</c:v>
                </c:pt>
                <c:pt idx="1851">
                  <c:v>0.00844134153432</c:v>
                </c:pt>
                <c:pt idx="1852">
                  <c:v>0.00841634731339</c:v>
                </c:pt>
                <c:pt idx="1853">
                  <c:v>0.00839146412488</c:v>
                </c:pt>
                <c:pt idx="1854">
                  <c:v>0.00836669129703</c:v>
                </c:pt>
                <c:pt idx="1855">
                  <c:v>0.0083420281625</c:v>
                </c:pt>
                <c:pt idx="1856">
                  <c:v>0.00831747405833</c:v>
                </c:pt>
                <c:pt idx="1857">
                  <c:v>0.00829302832589</c:v>
                </c:pt>
                <c:pt idx="1858">
                  <c:v>0.00826869031083</c:v>
                </c:pt>
                <c:pt idx="1859">
                  <c:v>0.00824445936311</c:v>
                </c:pt>
                <c:pt idx="1860">
                  <c:v>0.00822033483689</c:v>
                </c:pt>
                <c:pt idx="1861">
                  <c:v>0.00819631609056</c:v>
                </c:pt>
                <c:pt idx="1862">
                  <c:v>0.0081724024867</c:v>
                </c:pt>
                <c:pt idx="1863">
                  <c:v>0.00814859339202</c:v>
                </c:pt>
                <c:pt idx="1864">
                  <c:v>0.00812488817738</c:v>
                </c:pt>
                <c:pt idx="1865">
                  <c:v>0.00810128621778</c:v>
                </c:pt>
                <c:pt idx="1866">
                  <c:v>0.00807778689228</c:v>
                </c:pt>
                <c:pt idx="1867">
                  <c:v>0.00805438958404</c:v>
                </c:pt>
                <c:pt idx="1868">
                  <c:v>0.0080310936803</c:v>
                </c:pt>
                <c:pt idx="1869">
                  <c:v>0.00800789857233</c:v>
                </c:pt>
                <c:pt idx="1870">
                  <c:v>0.00798480365546</c:v>
                </c:pt>
                <c:pt idx="1871">
                  <c:v>0.00796180832906</c:v>
                </c:pt>
                <c:pt idx="1872">
                  <c:v>0.00793891199653</c:v>
                </c:pt>
                <c:pt idx="1873">
                  <c:v>0.00791611406528</c:v>
                </c:pt>
                <c:pt idx="1874">
                  <c:v>0.00789341394678</c:v>
                </c:pt>
                <c:pt idx="1875">
                  <c:v>0.00787081105648</c:v>
                </c:pt>
                <c:pt idx="1876">
                  <c:v>0.00784830481386</c:v>
                </c:pt>
                <c:pt idx="1877">
                  <c:v>0.00782589464243</c:v>
                </c:pt>
                <c:pt idx="1878">
                  <c:v>0.00780357996971</c:v>
                </c:pt>
                <c:pt idx="1879">
                  <c:v>0.00778136022726</c:v>
                </c:pt>
                <c:pt idx="1880">
                  <c:v>0.00775923485064</c:v>
                </c:pt>
                <c:pt idx="1881">
                  <c:v>0.00773720327946</c:v>
                </c:pt>
                <c:pt idx="1882">
                  <c:v>0.00771526495735</c:v>
                </c:pt>
                <c:pt idx="1883">
                  <c:v>0.00769341933199</c:v>
                </c:pt>
                <c:pt idx="1884">
                  <c:v>0.00767166585511</c:v>
                </c:pt>
                <c:pt idx="1885">
                  <c:v>0.00765000398246</c:v>
                </c:pt>
                <c:pt idx="1886">
                  <c:v>0.00762843317389</c:v>
                </c:pt>
                <c:pt idx="1887">
                  <c:v>0.00760695289327</c:v>
                </c:pt>
                <c:pt idx="1888">
                  <c:v>0.00758556260855</c:v>
                </c:pt>
                <c:pt idx="1889">
                  <c:v>0.00756426179175</c:v>
                </c:pt>
                <c:pt idx="1890">
                  <c:v>0.00754304991898</c:v>
                </c:pt>
                <c:pt idx="1891">
                  <c:v>0.0075219264704</c:v>
                </c:pt>
                <c:pt idx="1892">
                  <c:v>0.00750089093028</c:v>
                </c:pt>
                <c:pt idx="1893">
                  <c:v>0.00747994278696</c:v>
                </c:pt>
                <c:pt idx="1894">
                  <c:v>0.00745908153289</c:v>
                </c:pt>
                <c:pt idx="1895">
                  <c:v>0.00743830666459</c:v>
                </c:pt>
                <c:pt idx="1896">
                  <c:v>0.00741761768267</c:v>
                </c:pt>
                <c:pt idx="1897">
                  <c:v>0.00739701409185</c:v>
                </c:pt>
                <c:pt idx="1898">
                  <c:v>0.00737649540094</c:v>
                </c:pt>
                <c:pt idx="1899">
                  <c:v>0.00735606112283</c:v>
                </c:pt>
                <c:pt idx="1900">
                  <c:v>0.00733571077451</c:v>
                </c:pt>
                <c:pt idx="1901">
                  <c:v>0.00731544387704</c:v>
                </c:pt>
                <c:pt idx="1902">
                  <c:v>0.00729525995558</c:v>
                </c:pt>
                <c:pt idx="1903">
                  <c:v>0.00727515853934</c:v>
                </c:pt>
                <c:pt idx="1904">
                  <c:v>0.00725513916163</c:v>
                </c:pt>
                <c:pt idx="1905">
                  <c:v>0.0072352013598</c:v>
                </c:pt>
                <c:pt idx="1906">
                  <c:v>0.00721534467525</c:v>
                </c:pt>
                <c:pt idx="1907">
                  <c:v>0.00719556865343</c:v>
                </c:pt>
                <c:pt idx="1908">
                  <c:v>0.00717587284383</c:v>
                </c:pt>
                <c:pt idx="1909">
                  <c:v>0.00715625679995</c:v>
                </c:pt>
                <c:pt idx="1910">
                  <c:v>0.00713672007929</c:v>
                </c:pt>
                <c:pt idx="1911">
                  <c:v>0.00711726224335</c:v>
                </c:pt>
                <c:pt idx="1912">
                  <c:v>0.00709788285761</c:v>
                </c:pt>
                <c:pt idx="1913">
                  <c:v>0.0070785814915</c:v>
                </c:pt>
                <c:pt idx="1914">
                  <c:v>0.0070593577184</c:v>
                </c:pt>
                <c:pt idx="1915">
                  <c:v>0.00704021111559</c:v>
                </c:pt>
                <c:pt idx="1916">
                  <c:v>0.00702114126428</c:v>
                </c:pt>
                <c:pt idx="1917">
                  <c:v>0.00700214774954</c:v>
                </c:pt>
                <c:pt idx="1918">
                  <c:v>0.00698323016029</c:v>
                </c:pt>
                <c:pt idx="1919">
                  <c:v>0.0069643880893</c:v>
                </c:pt>
                <c:pt idx="1920">
                  <c:v>0.00694562113311</c:v>
                </c:pt>
                <c:pt idx="1921">
                  <c:v>0.00692692889207</c:v>
                </c:pt>
                <c:pt idx="1922">
                  <c:v>0.00690831097025</c:v>
                </c:pt>
                <c:pt idx="1923">
                  <c:v>0.00688976697544</c:v>
                </c:pt>
                <c:pt idx="1924">
                  <c:v>0.00687129651913</c:v>
                </c:pt>
                <c:pt idx="1925">
                  <c:v>0.00685289921643</c:v>
                </c:pt>
                <c:pt idx="1926">
                  <c:v>0.00683457468609</c:v>
                </c:pt>
                <c:pt idx="1927">
                  <c:v>0.00681632255041</c:v>
                </c:pt>
                <c:pt idx="1928">
                  <c:v>0.00679814243525</c:v>
                </c:pt>
                <c:pt idx="1929">
                  <c:v>0.00678003396995</c:v>
                </c:pt>
                <c:pt idx="1930">
                  <c:v>0.00676199678733</c:v>
                </c:pt>
                <c:pt idx="1931">
                  <c:v>0.00674403052361</c:v>
                </c:pt>
                <c:pt idx="1932">
                  <c:v>0.00672613481836</c:v>
                </c:pt>
                <c:pt idx="1933">
                  <c:v>0.00670830931452</c:v>
                </c:pt>
                <c:pt idx="1934">
                  <c:v>0.00669055365828</c:v>
                </c:pt>
                <c:pt idx="1935">
                  <c:v>0.00667286749905</c:v>
                </c:pt>
                <c:pt idx="1936">
                  <c:v>0.00665525048945</c:v>
                </c:pt>
                <c:pt idx="1937">
                  <c:v>0.0066377022852</c:v>
                </c:pt>
                <c:pt idx="1938">
                  <c:v>0.00662022254512</c:v>
                </c:pt>
                <c:pt idx="1939">
                  <c:v>0.00660281093106</c:v>
                </c:pt>
                <c:pt idx="1940">
                  <c:v>0.00658546710781</c:v>
                </c:pt>
                <c:pt idx="1941">
                  <c:v>0.00656819074311</c:v>
                </c:pt>
                <c:pt idx="1942">
                  <c:v>0.00655098150755</c:v>
                </c:pt>
                <c:pt idx="1943">
                  <c:v>0.00653383907454</c:v>
                </c:pt>
                <c:pt idx="1944">
                  <c:v>0.00651676312022</c:v>
                </c:pt>
                <c:pt idx="1945">
                  <c:v>0.00649975332343</c:v>
                </c:pt>
                <c:pt idx="1946">
                  <c:v>0.00648280936566</c:v>
                </c:pt>
                <c:pt idx="1947">
                  <c:v>0.00646593093096</c:v>
                </c:pt>
                <c:pt idx="1948">
                  <c:v>0.00644911770592</c:v>
                </c:pt>
                <c:pt idx="1949">
                  <c:v>0.00643236937957</c:v>
                </c:pt>
                <c:pt idx="1950">
                  <c:v>0.00641568564336</c:v>
                </c:pt>
                <c:pt idx="1951">
                  <c:v>0.00639906619108</c:v>
                </c:pt>
                <c:pt idx="1952">
                  <c:v>0.00638251071882</c:v>
                </c:pt>
                <c:pt idx="1953">
                  <c:v>0.00636601892488</c:v>
                </c:pt>
                <c:pt idx="1954">
                  <c:v>0.00634959050976</c:v>
                </c:pt>
                <c:pt idx="1955">
                  <c:v>0.00633322517604</c:v>
                </c:pt>
                <c:pt idx="1956">
                  <c:v>0.0063169226284</c:v>
                </c:pt>
                <c:pt idx="1957">
                  <c:v>0.00630068257349</c:v>
                </c:pt>
                <c:pt idx="1958">
                  <c:v>0.00628450471993</c:v>
                </c:pt>
                <c:pt idx="1959">
                  <c:v>0.00626838877823</c:v>
                </c:pt>
                <c:pt idx="1960">
                  <c:v>0.00625233446074</c:v>
                </c:pt>
                <c:pt idx="1961">
                  <c:v>0.00623634148159</c:v>
                </c:pt>
                <c:pt idx="1962">
                  <c:v>0.00622040955665</c:v>
                </c:pt>
                <c:pt idx="1963">
                  <c:v>0.00620453840349</c:v>
                </c:pt>
                <c:pt idx="1964">
                  <c:v>0.00618872774129</c:v>
                </c:pt>
                <c:pt idx="1965">
                  <c:v>0.00617297729083</c:v>
                </c:pt>
                <c:pt idx="1966">
                  <c:v>0.00615728677444</c:v>
                </c:pt>
                <c:pt idx="1967">
                  <c:v>0.00614165591591</c:v>
                </c:pt>
                <c:pt idx="1968">
                  <c:v>0.00612608444052</c:v>
                </c:pt>
                <c:pt idx="1969">
                  <c:v>0.00611057207493</c:v>
                </c:pt>
                <c:pt idx="1970">
                  <c:v>0.00609511854716</c:v>
                </c:pt>
                <c:pt idx="1971">
                  <c:v>0.00607972358657</c:v>
                </c:pt>
                <c:pt idx="1972">
                  <c:v>0.0060643869238</c:v>
                </c:pt>
                <c:pt idx="1973">
                  <c:v>0.00604910829072</c:v>
                </c:pt>
                <c:pt idx="1974">
                  <c:v>0.00603388742045</c:v>
                </c:pt>
                <c:pt idx="1975">
                  <c:v>0.00601872404724</c:v>
                </c:pt>
                <c:pt idx="1976">
                  <c:v>0.00600361790653</c:v>
                </c:pt>
                <c:pt idx="1977">
                  <c:v>0.00598856873486</c:v>
                </c:pt>
                <c:pt idx="1978">
                  <c:v>0.00597357626984</c:v>
                </c:pt>
                <c:pt idx="1979">
                  <c:v>0.00595864025017</c:v>
                </c:pt>
                <c:pt idx="1980">
                  <c:v>0.00594376041558</c:v>
                </c:pt>
                <c:pt idx="1981">
                  <c:v>0.0059289365068</c:v>
                </c:pt>
                <c:pt idx="1982">
                  <c:v>0.00591416826558</c:v>
                </c:pt>
                <c:pt idx="1983">
                  <c:v>0.00589945543462</c:v>
                </c:pt>
                <c:pt idx="1984">
                  <c:v>0.0058847977576</c:v>
                </c:pt>
                <c:pt idx="1985">
                  <c:v>0.00587019497912</c:v>
                </c:pt>
                <c:pt idx="1986">
                  <c:v>0.00585564684472</c:v>
                </c:pt>
                <c:pt idx="1987">
                  <c:v>0.00584115310088</c:v>
                </c:pt>
                <c:pt idx="1988">
                  <c:v>0.00582671349494</c:v>
                </c:pt>
                <c:pt idx="1989">
                  <c:v>0.00581232777519</c:v>
                </c:pt>
                <c:pt idx="1990">
                  <c:v>0.00579799569077</c:v>
                </c:pt>
                <c:pt idx="1991">
                  <c:v>0.00578371699174</c:v>
                </c:pt>
                <c:pt idx="1992">
                  <c:v>0.00576949142902</c:v>
                </c:pt>
                <c:pt idx="1993">
                  <c:v>0.00575531875444</c:v>
                </c:pt>
                <c:pt idx="1994">
                  <c:v>0.00574119872067</c:v>
                </c:pt>
                <c:pt idx="1995">
                  <c:v>0.0057271310813</c:v>
                </c:pt>
                <c:pt idx="1996">
                  <c:v>0.00571311559078</c:v>
                </c:pt>
                <c:pt idx="1997">
                  <c:v>0.00569915200444</c:v>
                </c:pt>
                <c:pt idx="1998">
                  <c:v>0.00568524007852</c:v>
                </c:pt>
                <c:pt idx="1999">
                  <c:v>0.00567137957011</c:v>
                </c:pt>
                <c:pt idx="2000">
                  <c:v>0.00565757023725</c:v>
                </c:pt>
              </c:numCache>
            </c:numRef>
          </c:yVal>
        </c:ser>
        <c:ser>
          <c:idx val="1"/>
          <c:order val="1"/>
          <c:tx>
            <c:v>spin</c:v>
          </c:tx>
          <c:spPr>
            <a:ln xmlns:a="http://schemas.openxmlformats.org/drawingml/2006/main" w="15240">
              <a:solidFill>
                <a:srgbClr val="234F91"/>
              </a:solidFill>
              <a:prstDash val="dash"/>
            </a:ln>
          </c:spPr>
          <c:marker>
            <c:symbol val="none"/>
            <c:size val="5"/>
            <c:spPr>
              <a:solidFill xmlns:a="http://schemas.openxmlformats.org/drawingml/2006/main">
                <a:srgbClr val="234F91"/>
              </a:solidFill>
            </c:spPr>
          </c:marker>
          <c:xVal>
            <c:numRef>
              <c:f>'Chart Data'!$C$2:$C$2002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Data'!$D$2:$D$2002</c:f>
              <c:numCache>
                <c:formatCode>0.0</c:formatCode>
                <c:ptCount val="2001"/>
                <c:pt idx="0">
                  <c:v>0.0480460757805</c:v>
                </c:pt>
                <c:pt idx="1">
                  <c:v>0.0482927476167</c:v>
                </c:pt>
                <c:pt idx="2">
                  <c:v>0.048541313262</c:v>
                </c:pt>
                <c:pt idx="3">
                  <c:v>0.0487917918369</c:v>
                </c:pt>
                <c:pt idx="4">
                  <c:v>0.049044202697</c:v>
                </c:pt>
                <c:pt idx="5">
                  <c:v>0.0492985654361</c:v>
                </c:pt>
                <c:pt idx="6">
                  <c:v>0.0495548998902</c:v>
                </c:pt>
                <c:pt idx="7">
                  <c:v>0.0498132261405</c:v>
                </c:pt>
                <c:pt idx="8">
                  <c:v>0.0500735645167</c:v>
                </c:pt>
                <c:pt idx="9">
                  <c:v>0.0503359356012</c:v>
                </c:pt>
                <c:pt idx="10">
                  <c:v>0.050600360232</c:v>
                </c:pt>
                <c:pt idx="11">
                  <c:v>0.0508668595067</c:v>
                </c:pt>
                <c:pt idx="12">
                  <c:v>0.0511354547861</c:v>
                </c:pt>
                <c:pt idx="13">
                  <c:v>0.0514061676981</c:v>
                </c:pt>
                <c:pt idx="14">
                  <c:v>0.0516790201412</c:v>
                </c:pt>
                <c:pt idx="15">
                  <c:v>0.0519540342887</c:v>
                </c:pt>
                <c:pt idx="16">
                  <c:v>0.0522312325924</c:v>
                </c:pt>
                <c:pt idx="17">
                  <c:v>0.0525106377869</c:v>
                </c:pt>
                <c:pt idx="18">
                  <c:v>0.0527922728931</c:v>
                </c:pt>
                <c:pt idx="19">
                  <c:v>0.0530761612228</c:v>
                </c:pt>
                <c:pt idx="20">
                  <c:v>0.0533623263828</c:v>
                </c:pt>
                <c:pt idx="21">
                  <c:v>0.053650792279</c:v>
                </c:pt>
                <c:pt idx="22">
                  <c:v>0.0539415831207</c:v>
                </c:pt>
                <c:pt idx="23">
                  <c:v>0.0542347234251</c:v>
                </c:pt>
                <c:pt idx="24">
                  <c:v>0.0545302380217</c:v>
                </c:pt>
                <c:pt idx="25">
                  <c:v>0.0548281520567</c:v>
                </c:pt>
                <c:pt idx="26">
                  <c:v>0.0551284909977</c:v>
                </c:pt>
                <c:pt idx="27">
                  <c:v>0.0554312806382</c:v>
                </c:pt>
                <c:pt idx="28">
                  <c:v>0.0557365471026</c:v>
                </c:pt>
                <c:pt idx="29">
                  <c:v>0.0560443168505</c:v>
                </c:pt>
                <c:pt idx="30">
                  <c:v>0.056354616682</c:v>
                </c:pt>
                <c:pt idx="31">
                  <c:v>0.0566674737425</c:v>
                </c:pt>
                <c:pt idx="32">
                  <c:v>0.0569829155276</c:v>
                </c:pt>
                <c:pt idx="33">
                  <c:v>0.0573009698881</c:v>
                </c:pt>
                <c:pt idx="34">
                  <c:v>0.0576216650356</c:v>
                </c:pt>
                <c:pt idx="35">
                  <c:v>0.0579450295471</c:v>
                </c:pt>
                <c:pt idx="36">
                  <c:v>0.0582710923709</c:v>
                </c:pt>
                <c:pt idx="37">
                  <c:v>0.0585998828315</c:v>
                </c:pt>
                <c:pt idx="38">
                  <c:v>0.0589314306354</c:v>
                </c:pt>
                <c:pt idx="39">
                  <c:v>0.0592657658764</c:v>
                </c:pt>
                <c:pt idx="40">
                  <c:v>0.0596029190417</c:v>
                </c:pt>
                <c:pt idx="41">
                  <c:v>0.0599429210167</c:v>
                </c:pt>
                <c:pt idx="42">
                  <c:v>0.060285803092</c:v>
                </c:pt>
                <c:pt idx="43">
                  <c:v>0.0606315969681</c:v>
                </c:pt>
                <c:pt idx="44">
                  <c:v>0.0609803347622</c:v>
                </c:pt>
                <c:pt idx="45">
                  <c:v>0.0613320490139</c:v>
                </c:pt>
                <c:pt idx="46">
                  <c:v>0.0616867726914</c:v>
                </c:pt>
                <c:pt idx="47">
                  <c:v>0.0620445391977</c:v>
                </c:pt>
                <c:pt idx="48">
                  <c:v>0.0624053823771</c:v>
                </c:pt>
                <c:pt idx="49">
                  <c:v>0.0627693365212</c:v>
                </c:pt>
                <c:pt idx="50">
                  <c:v>0.0631364363759</c:v>
                </c:pt>
                <c:pt idx="51">
                  <c:v>0.0635067171476</c:v>
                </c:pt>
                <c:pt idx="52">
                  <c:v>0.06388021451</c:v>
                </c:pt>
                <c:pt idx="53">
                  <c:v>0.0642569646111</c:v>
                </c:pt>
                <c:pt idx="54">
                  <c:v>0.0646370040797</c:v>
                </c:pt>
                <c:pt idx="55">
                  <c:v>0.0650203700326</c:v>
                </c:pt>
                <c:pt idx="56">
                  <c:v>0.0654071000817</c:v>
                </c:pt>
                <c:pt idx="57">
                  <c:v>0.065797232341</c:v>
                </c:pt>
                <c:pt idx="58">
                  <c:v>0.0661908054339</c:v>
                </c:pt>
                <c:pt idx="59">
                  <c:v>0.0665878585008</c:v>
                </c:pt>
                <c:pt idx="60">
                  <c:v>0.066988431206</c:v>
                </c:pt>
                <c:pt idx="61">
                  <c:v>0.0673925637458</c:v>
                </c:pt>
                <c:pt idx="62">
                  <c:v>0.0678002968561</c:v>
                </c:pt>
                <c:pt idx="63">
                  <c:v>0.0682116718198</c:v>
                </c:pt>
                <c:pt idx="64">
                  <c:v>0.0686267304748</c:v>
                </c:pt>
                <c:pt idx="65">
                  <c:v>0.0690455152223</c:v>
                </c:pt>
                <c:pt idx="66">
                  <c:v>0.0694680690345</c:v>
                </c:pt>
                <c:pt idx="67">
                  <c:v>0.0698944354625</c:v>
                </c:pt>
                <c:pt idx="68">
                  <c:v>0.0703246586455</c:v>
                </c:pt>
                <c:pt idx="69">
                  <c:v>0.070758783318</c:v>
                </c:pt>
                <c:pt idx="70">
                  <c:v>0.0711968548192</c:v>
                </c:pt>
                <c:pt idx="71">
                  <c:v>0.0716389191011</c:v>
                </c:pt>
                <c:pt idx="72">
                  <c:v>0.0720850227373</c:v>
                </c:pt>
                <c:pt idx="73">
                  <c:v>0.0725352129316</c:v>
                </c:pt>
                <c:pt idx="74">
                  <c:v>0.0729895375272</c:v>
                </c:pt>
                <c:pt idx="75">
                  <c:v>0.0734480450154</c:v>
                </c:pt>
                <c:pt idx="76">
                  <c:v>0.0739107845448</c:v>
                </c:pt>
                <c:pt idx="77">
                  <c:v>0.0743778059304</c:v>
                </c:pt>
                <c:pt idx="78">
                  <c:v>0.0748491596631</c:v>
                </c:pt>
                <c:pt idx="79">
                  <c:v>0.0753248969186</c:v>
                </c:pt>
                <c:pt idx="80">
                  <c:v>0.0758050695673</c:v>
                </c:pt>
                <c:pt idx="81">
                  <c:v>0.0762897301838</c:v>
                </c:pt>
                <c:pt idx="82">
                  <c:v>0.0767789320564</c:v>
                </c:pt>
                <c:pt idx="83">
                  <c:v>0.077272729197</c:v>
                </c:pt>
                <c:pt idx="84">
                  <c:v>0.0777711763507</c:v>
                </c:pt>
                <c:pt idx="85">
                  <c:v>0.0782743290062</c:v>
                </c:pt>
                <c:pt idx="86">
                  <c:v>0.0787822434054</c:v>
                </c:pt>
                <c:pt idx="87">
                  <c:v>0.0792949765536</c:v>
                </c:pt>
                <c:pt idx="88">
                  <c:v>0.0798125862298</c:v>
                </c:pt>
                <c:pt idx="89">
                  <c:v>0.0803351309969</c:v>
                </c:pt>
                <c:pt idx="90">
                  <c:v>0.0808626702121</c:v>
                </c:pt>
                <c:pt idx="91">
                  <c:v>0.0813952640372</c:v>
                </c:pt>
                <c:pt idx="92">
                  <c:v>0.0819329734494</c:v>
                </c:pt>
                <c:pt idx="93">
                  <c:v>0.0824758602514</c:v>
                </c:pt>
                <c:pt idx="94">
                  <c:v>0.0830239870824</c:v>
                </c:pt>
                <c:pt idx="95">
                  <c:v>0.0835774174285</c:v>
                </c:pt>
                <c:pt idx="96">
                  <c:v>0.0841362156339</c:v>
                </c:pt>
                <c:pt idx="97">
                  <c:v>0.0847004469111</c:v>
                </c:pt>
                <c:pt idx="98">
                  <c:v>0.0852701773521</c:v>
                </c:pt>
                <c:pt idx="99">
                  <c:v>0.0858454739393</c:v>
                </c:pt>
                <c:pt idx="100">
                  <c:v>0.0864264045562</c:v>
                </c:pt>
                <c:pt idx="101">
                  <c:v>0.0870130379984</c:v>
                </c:pt>
                <c:pt idx="102">
                  <c:v>0.0876054439847</c:v>
                </c:pt>
                <c:pt idx="103">
                  <c:v>0.0882036931679</c:v>
                </c:pt>
                <c:pt idx="104">
                  <c:v>0.0888078571458</c:v>
                </c:pt>
                <c:pt idx="105">
                  <c:v>0.0894180084722</c:v>
                </c:pt>
                <c:pt idx="106">
                  <c:v>0.0900342206678</c:v>
                </c:pt>
                <c:pt idx="107">
                  <c:v>0.0906565682313</c:v>
                </c:pt>
                <c:pt idx="108">
                  <c:v>0.09128512665</c:v>
                </c:pt>
                <c:pt idx="109">
                  <c:v>0.091919972411</c:v>
                </c:pt>
                <c:pt idx="110">
                  <c:v>0.0925611830117</c:v>
                </c:pt>
                <c:pt idx="111">
                  <c:v>0.0932088369709</c:v>
                </c:pt>
                <c:pt idx="112">
                  <c:v>0.0938630138391</c:v>
                </c:pt>
                <c:pt idx="113">
                  <c:v>0.0945237942092</c:v>
                </c:pt>
                <c:pt idx="114">
                  <c:v>0.0951912597271</c:v>
                </c:pt>
                <c:pt idx="115">
                  <c:v>0.0958654931021</c:v>
                </c:pt>
                <c:pt idx="116">
                  <c:v>0.0965465781167</c:v>
                </c:pt>
                <c:pt idx="117">
                  <c:v>0.0972345996373</c:v>
                </c:pt>
                <c:pt idx="118">
                  <c:v>0.0979296436236</c:v>
                </c:pt>
                <c:pt idx="119">
                  <c:v>0.0986317971387</c:v>
                </c:pt>
                <c:pt idx="120">
                  <c:v>0.0993411483582</c:v>
                </c:pt>
                <c:pt idx="121">
                  <c:v>0.10005778658</c:v>
                </c:pt>
                <c:pt idx="122">
                  <c:v>0.100781802233</c:v>
                </c:pt>
                <c:pt idx="123">
                  <c:v>0.101513286887</c:v>
                </c:pt>
                <c:pt idx="124">
                  <c:v>0.102252333258</c:v>
                </c:pt>
                <c:pt idx="125">
                  <c:v>0.102999035221</c:v>
                </c:pt>
                <c:pt idx="126">
                  <c:v>0.103753487815</c:v>
                </c:pt>
                <c:pt idx="127">
                  <c:v>0.10451578725</c:v>
                </c:pt>
                <c:pt idx="128">
                  <c:v>0.105286030916</c:v>
                </c:pt>
                <c:pt idx="129">
                  <c:v>0.10606431739</c:v>
                </c:pt>
                <c:pt idx="130">
                  <c:v>0.106850746439</c:v>
                </c:pt>
                <c:pt idx="131">
                  <c:v>0.107645419029</c:v>
                </c:pt>
                <c:pt idx="132">
                  <c:v>0.10844843733</c:v>
                </c:pt>
                <c:pt idx="133">
                  <c:v>0.10925990472</c:v>
                </c:pt>
                <c:pt idx="134">
                  <c:v>0.110079925787</c:v>
                </c:pt>
                <c:pt idx="135">
                  <c:v>0.110908606338</c:v>
                </c:pt>
                <c:pt idx="136">
                  <c:v>0.111746053396</c:v>
                </c:pt>
                <c:pt idx="137">
                  <c:v>0.112592375206</c:v>
                </c:pt>
                <c:pt idx="138">
                  <c:v>0.113447681235</c:v>
                </c:pt>
                <c:pt idx="139">
                  <c:v>0.114312082173</c:v>
                </c:pt>
                <c:pt idx="140">
                  <c:v>0.115185689933</c:v>
                </c:pt>
                <c:pt idx="141">
                  <c:v>0.116068617649</c:v>
                </c:pt>
                <c:pt idx="142">
                  <c:v>0.116960979675</c:v>
                </c:pt>
                <c:pt idx="143">
                  <c:v>0.117862891583</c:v>
                </c:pt>
                <c:pt idx="144">
                  <c:v>0.118774470156</c:v>
                </c:pt>
                <c:pt idx="145">
                  <c:v>0.119695833387</c:v>
                </c:pt>
                <c:pt idx="146">
                  <c:v>0.120627100469</c:v>
                </c:pt>
                <c:pt idx="147">
                  <c:v>0.12156839179</c:v>
                </c:pt>
                <c:pt idx="148">
                  <c:v>0.122519828922</c:v>
                </c:pt>
                <c:pt idx="149">
                  <c:v>0.123481534616</c:v>
                </c:pt>
                <c:pt idx="150">
                  <c:v>0.124453632785</c:v>
                </c:pt>
                <c:pt idx="151">
                  <c:v>0.125436248493</c:v>
                </c:pt>
                <c:pt idx="152">
                  <c:v>0.126429507942</c:v>
                </c:pt>
                <c:pt idx="153">
                  <c:v>0.127433538455</c:v>
                </c:pt>
                <c:pt idx="154">
                  <c:v>0.128448468458</c:v>
                </c:pt>
                <c:pt idx="155">
                  <c:v>0.129474427462</c:v>
                </c:pt>
                <c:pt idx="156">
                  <c:v>0.13051154604</c:v>
                </c:pt>
                <c:pt idx="157">
                  <c:v>0.131559955804</c:v>
                </c:pt>
                <c:pt idx="158">
                  <c:v>0.132619789381</c:v>
                </c:pt>
                <c:pt idx="159">
                  <c:v>0.133691180385</c:v>
                </c:pt>
                <c:pt idx="160">
                  <c:v>0.134774263388</c:v>
                </c:pt>
                <c:pt idx="161">
                  <c:v>0.135869173888</c:v>
                </c:pt>
                <c:pt idx="162">
                  <c:v>0.136976048275</c:v>
                </c:pt>
                <c:pt idx="163">
                  <c:v>0.138095023792</c:v>
                </c:pt>
                <c:pt idx="164">
                  <c:v>0.139226238501</c:v>
                </c:pt>
                <c:pt idx="165">
                  <c:v>0.140369831238</c:v>
                </c:pt>
                <c:pt idx="166">
                  <c:v>0.141525941566</c:v>
                </c:pt>
                <c:pt idx="167">
                  <c:v>0.142694709735</c:v>
                </c:pt>
                <c:pt idx="168">
                  <c:v>0.143876276624</c:v>
                </c:pt>
                <c:pt idx="169">
                  <c:v>0.14507078369</c:v>
                </c:pt>
                <c:pt idx="170">
                  <c:v>0.146278372914</c:v>
                </c:pt>
                <c:pt idx="171">
                  <c:v>0.147499186739</c:v>
                </c:pt>
                <c:pt idx="172">
                  <c:v>0.148733368004</c:v>
                </c:pt>
                <c:pt idx="173">
                  <c:v>0.149981059884</c:v>
                </c:pt>
                <c:pt idx="174">
                  <c:v>0.151242405812</c:v>
                </c:pt>
                <c:pt idx="175">
                  <c:v>0.152517549409</c:v>
                </c:pt>
                <c:pt idx="176">
                  <c:v>0.153806634405</c:v>
                </c:pt>
                <c:pt idx="177">
                  <c:v>0.155109804559</c:v>
                </c:pt>
                <c:pt idx="178">
                  <c:v>0.156427203568</c:v>
                </c:pt>
                <c:pt idx="179">
                  <c:v>0.157758974981</c:v>
                </c:pt>
                <c:pt idx="180">
                  <c:v>0.159105262104</c:v>
                </c:pt>
                <c:pt idx="181">
                  <c:v>0.160466207897</c:v>
                </c:pt>
                <c:pt idx="182">
                  <c:v>0.161841954878</c:v>
                </c:pt>
                <c:pt idx="183">
                  <c:v>0.163232645006</c:v>
                </c:pt>
                <c:pt idx="184">
                  <c:v>0.164638419575</c:v>
                </c:pt>
                <c:pt idx="185">
                  <c:v>0.166059419095</c:v>
                </c:pt>
                <c:pt idx="186">
                  <c:v>0.167495783165</c:v>
                </c:pt>
                <c:pt idx="187">
                  <c:v>0.168947650354</c:v>
                </c:pt>
                <c:pt idx="188">
                  <c:v>0.170415158058</c:v>
                </c:pt>
                <c:pt idx="189">
                  <c:v>0.171898442371</c:v>
                </c:pt>
                <c:pt idx="190">
                  <c:v>0.17339763794</c:v>
                </c:pt>
                <c:pt idx="191">
                  <c:v>0.174912877813</c:v>
                </c:pt>
                <c:pt idx="192">
                  <c:v>0.176444293289</c:v>
                </c:pt>
                <c:pt idx="193">
                  <c:v>0.17799201376</c:v>
                </c:pt>
                <c:pt idx="194">
                  <c:v>0.179556166544</c:v>
                </c:pt>
                <c:pt idx="195">
                  <c:v>0.181136876717</c:v>
                </c:pt>
                <c:pt idx="196">
                  <c:v>0.182734266937</c:v>
                </c:pt>
                <c:pt idx="197">
                  <c:v>0.184348457266</c:v>
                </c:pt>
                <c:pt idx="198">
                  <c:v>0.18597956498</c:v>
                </c:pt>
                <c:pt idx="199">
                  <c:v>0.187627704381</c:v>
                </c:pt>
                <c:pt idx="200">
                  <c:v>0.189292986601</c:v>
                </c:pt>
                <c:pt idx="201">
                  <c:v>0.190975519396</c:v>
                </c:pt>
                <c:pt idx="202">
                  <c:v>0.192675406943</c:v>
                </c:pt>
                <c:pt idx="203">
                  <c:v>0.194392749627</c:v>
                </c:pt>
                <c:pt idx="204">
                  <c:v>0.196127643823</c:v>
                </c:pt>
                <c:pt idx="205">
                  <c:v>0.197880181672</c:v>
                </c:pt>
                <c:pt idx="206">
                  <c:v>0.19965045086</c:v>
                </c:pt>
                <c:pt idx="207">
                  <c:v>0.201438534381</c:v>
                </c:pt>
                <c:pt idx="208">
                  <c:v>0.203244510305</c:v>
                </c:pt>
                <c:pt idx="209">
                  <c:v>0.205068451538</c:v>
                </c:pt>
                <c:pt idx="210">
                  <c:v>0.206910425574</c:v>
                </c:pt>
                <c:pt idx="211">
                  <c:v>0.208770494256</c:v>
                </c:pt>
                <c:pt idx="212">
                  <c:v>0.210648713517</c:v>
                </c:pt>
                <c:pt idx="213">
                  <c:v>0.212545133133</c:v>
                </c:pt>
                <c:pt idx="214">
                  <c:v>0.214459796462</c:v>
                </c:pt>
                <c:pt idx="215">
                  <c:v>0.21639274019</c:v>
                </c:pt>
                <c:pt idx="216">
                  <c:v>0.218343994066</c:v>
                </c:pt>
                <c:pt idx="217">
                  <c:v>0.220313580645</c:v>
                </c:pt>
                <c:pt idx="218">
                  <c:v>0.222301515019</c:v>
                </c:pt>
                <c:pt idx="219">
                  <c:v>0.224307804559</c:v>
                </c:pt>
                <c:pt idx="220">
                  <c:v>0.226332448649</c:v>
                </c:pt>
                <c:pt idx="221">
                  <c:v>0.228375438423</c:v>
                </c:pt>
                <c:pt idx="222">
                  <c:v>0.2304367565</c:v>
                </c:pt>
                <c:pt idx="223">
                  <c:v>0.232516376728</c:v>
                </c:pt>
                <c:pt idx="224">
                  <c:v>0.234614263921</c:v>
                </c:pt>
                <c:pt idx="225">
                  <c:v>0.236730373605</c:v>
                </c:pt>
                <c:pt idx="226">
                  <c:v>0.238864651765</c:v>
                </c:pt>
                <c:pt idx="227">
                  <c:v>0.241017034596</c:v>
                </c:pt>
                <c:pt idx="228">
                  <c:v>0.243187448256</c:v>
                </c:pt>
                <c:pt idx="229">
                  <c:v>0.245375808631</c:v>
                </c:pt>
                <c:pt idx="230">
                  <c:v>0.2475820211</c:v>
                </c:pt>
                <c:pt idx="231">
                  <c:v>0.249805980307</c:v>
                </c:pt>
                <c:pt idx="232">
                  <c:v>0.252047569943</c:v>
                </c:pt>
                <c:pt idx="233">
                  <c:v>0.254306662535</c:v>
                </c:pt>
                <c:pt idx="234">
                  <c:v>0.256583119244</c:v>
                </c:pt>
                <c:pt idx="235">
                  <c:v>0.258876789668</c:v>
                </c:pt>
                <c:pt idx="236">
                  <c:v>0.261187511664</c:v>
                </c:pt>
                <c:pt idx="237">
                  <c:v>0.263515111171</c:v>
                </c:pt>
                <c:pt idx="238">
                  <c:v>0.265859402052</c:v>
                </c:pt>
                <c:pt idx="239">
                  <c:v>0.268220185945</c:v>
                </c:pt>
                <c:pt idx="240">
                  <c:v>0.270597252123</c:v>
                </c:pt>
                <c:pt idx="241">
                  <c:v>0.272990377378</c:v>
                </c:pt>
                <c:pt idx="242">
                  <c:v>0.275399325908</c:v>
                </c:pt>
                <c:pt idx="243">
                  <c:v>0.277823849222</c:v>
                </c:pt>
                <c:pt idx="244">
                  <c:v>0.280263686064</c:v>
                </c:pt>
                <c:pt idx="245">
                  <c:v>0.282718562349</c:v>
                </c:pt>
                <c:pt idx="246">
                  <c:v>0.285188191116</c:v>
                </c:pt>
                <c:pt idx="247">
                  <c:v>0.287672272496</c:v>
                </c:pt>
                <c:pt idx="248">
                  <c:v>0.290170493701</c:v>
                </c:pt>
                <c:pt idx="249">
                  <c:v>0.292682529026</c:v>
                </c:pt>
                <c:pt idx="250">
                  <c:v>0.295208039875</c:v>
                </c:pt>
                <c:pt idx="251">
                  <c:v>0.297746674796</c:v>
                </c:pt>
                <c:pt idx="252">
                  <c:v>0.300298069541</c:v>
                </c:pt>
                <c:pt idx="253">
                  <c:v>0.302861847146</c:v>
                </c:pt>
                <c:pt idx="254">
                  <c:v>0.305437618022</c:v>
                </c:pt>
                <c:pt idx="255">
                  <c:v>0.308024980072</c:v>
                </c:pt>
                <c:pt idx="256">
                  <c:v>0.310623518826</c:v>
                </c:pt>
                <c:pt idx="257">
                  <c:v>0.313232807587</c:v>
                </c:pt>
                <c:pt idx="258">
                  <c:v>0.31585240761</c:v>
                </c:pt>
                <c:pt idx="259">
                  <c:v>0.318481868284</c:v>
                </c:pt>
                <c:pt idx="260">
                  <c:v>0.321120727345</c:v>
                </c:pt>
                <c:pt idx="261">
                  <c:v>0.3237685111</c:v>
                </c:pt>
                <c:pt idx="262">
                  <c:v>0.326424734674</c:v>
                </c:pt>
                <c:pt idx="263">
                  <c:v>0.329088902268</c:v>
                </c:pt>
                <c:pt idx="264">
                  <c:v>0.331760507442</c:v>
                </c:pt>
                <c:pt idx="265">
                  <c:v>0.334439033412</c:v>
                </c:pt>
                <c:pt idx="266">
                  <c:v>0.33712395336</c:v>
                </c:pt>
                <c:pt idx="267">
                  <c:v>0.339814730765</c:v>
                </c:pt>
                <c:pt idx="268">
                  <c:v>0.342510819749</c:v>
                </c:pt>
                <c:pt idx="269">
                  <c:v>0.345211665434</c:v>
                </c:pt>
                <c:pt idx="270">
                  <c:v>0.347916704318</c:v>
                </c:pt>
                <c:pt idx="271">
                  <c:v>0.35062536466</c:v>
                </c:pt>
                <c:pt idx="272">
                  <c:v>0.353337066885</c:v>
                </c:pt>
                <c:pt idx="273">
                  <c:v>0.356051223991</c:v>
                </c:pt>
                <c:pt idx="274">
                  <c:v>0.358767241979</c:v>
                </c:pt>
                <c:pt idx="275">
                  <c:v>0.361484520282</c:v>
                </c:pt>
                <c:pt idx="276">
                  <c:v>0.364202452216</c:v>
                </c:pt>
                <c:pt idx="277">
                  <c:v>0.366920425428</c:v>
                </c:pt>
                <c:pt idx="278">
                  <c:v>0.369637822361</c:v>
                </c:pt>
                <c:pt idx="279">
                  <c:v>0.372354020723</c:v>
                </c:pt>
                <c:pt idx="280">
                  <c:v>0.375068393959</c:v>
                </c:pt>
                <c:pt idx="281">
                  <c:v>0.377780311738</c:v>
                </c:pt>
                <c:pt idx="282">
                  <c:v>0.380489140432</c:v>
                </c:pt>
                <c:pt idx="283">
                  <c:v>0.383194243609</c:v>
                </c:pt>
                <c:pt idx="284">
                  <c:v>0.38589498252</c:v>
                </c:pt>
                <c:pt idx="285">
                  <c:v>0.388590716595</c:v>
                </c:pt>
                <c:pt idx="286">
                  <c:v>0.391280803936</c:v>
                </c:pt>
                <c:pt idx="287">
                  <c:v>0.393964601808</c:v>
                </c:pt>
                <c:pt idx="288">
                  <c:v>0.396641467129</c:v>
                </c:pt>
                <c:pt idx="289">
                  <c:v>0.399310756963</c:v>
                </c:pt>
                <c:pt idx="290">
                  <c:v>0.401971829001</c:v>
                </c:pt>
                <c:pt idx="291">
                  <c:v>0.404624042044</c:v>
                </c:pt>
                <c:pt idx="292">
                  <c:v>0.407266756477</c:v>
                </c:pt>
                <c:pt idx="293">
                  <c:v>0.409899334738</c:v>
                </c:pt>
                <c:pt idx="294">
                  <c:v>0.41252114178</c:v>
                </c:pt>
                <c:pt idx="295">
                  <c:v>0.415131545523</c:v>
                </c:pt>
                <c:pt idx="296">
                  <c:v>0.4177299173</c:v>
                </c:pt>
                <c:pt idx="297">
                  <c:v>0.420315632289</c:v>
                </c:pt>
                <c:pt idx="298">
                  <c:v>0.422888069934</c:v>
                </c:pt>
                <c:pt idx="299">
                  <c:v>0.42544661436</c:v>
                </c:pt>
                <c:pt idx="300">
                  <c:v>0.427990654769</c:v>
                </c:pt>
                <c:pt idx="301">
                  <c:v>0.430519585824</c:v>
                </c:pt>
                <c:pt idx="302">
                  <c:v>0.433032808021</c:v>
                </c:pt>
                <c:pt idx="303">
                  <c:v>0.435529728047</c:v>
                </c:pt>
                <c:pt idx="304">
                  <c:v>0.438009759115</c:v>
                </c:pt>
                <c:pt idx="305">
                  <c:v>0.440472321294</c:v>
                </c:pt>
                <c:pt idx="306">
                  <c:v>0.442916841815</c:v>
                </c:pt>
                <c:pt idx="307">
                  <c:v>0.445342755362</c:v>
                </c:pt>
                <c:pt idx="308">
                  <c:v>0.447749504346</c:v>
                </c:pt>
                <c:pt idx="309">
                  <c:v>0.450136539159</c:v>
                </c:pt>
                <c:pt idx="310">
                  <c:v>0.452503318414</c:v>
                </c:pt>
                <c:pt idx="311">
                  <c:v>0.454849309165</c:v>
                </c:pt>
                <c:pt idx="312">
                  <c:v>0.457173987106</c:v>
                </c:pt>
                <c:pt idx="313">
                  <c:v>0.459476836752</c:v>
                </c:pt>
                <c:pt idx="314">
                  <c:v>0.461757351606</c:v>
                </c:pt>
                <c:pt idx="315">
                  <c:v>0.464015034303</c:v>
                </c:pt>
                <c:pt idx="316">
                  <c:v>0.466249396734</c:v>
                </c:pt>
                <c:pt idx="317">
                  <c:v>0.468459960155</c:v>
                </c:pt>
                <c:pt idx="318">
                  <c:v>0.470646255278</c:v>
                </c:pt>
                <c:pt idx="319">
                  <c:v>0.472807822342</c:v>
                </c:pt>
                <c:pt idx="320">
                  <c:v>0.474944211163</c:v>
                </c:pt>
                <c:pt idx="321">
                  <c:v>0.477054981177</c:v>
                </c:pt>
                <c:pt idx="322">
                  <c:v>0.479139701454</c:v>
                </c:pt>
                <c:pt idx="323">
                  <c:v>0.481197950703</c:v>
                </c:pt>
                <c:pt idx="324">
                  <c:v>0.483229317259</c:v>
                </c:pt>
                <c:pt idx="325">
                  <c:v>0.485233399055</c:v>
                </c:pt>
                <c:pt idx="326">
                  <c:v>0.487209803579</c:v>
                </c:pt>
                <c:pt idx="327">
                  <c:v>0.489158147815</c:v>
                </c:pt>
                <c:pt idx="328">
                  <c:v>0.491078058175</c:v>
                </c:pt>
                <c:pt idx="329">
                  <c:v>0.492969170414</c:v>
                </c:pt>
                <c:pt idx="330">
                  <c:v>0.494831129535</c:v>
                </c:pt>
                <c:pt idx="331">
                  <c:v>0.496663589682</c:v>
                </c:pt>
                <c:pt idx="332">
                  <c:v>0.498466214026</c:v>
                </c:pt>
                <c:pt idx="333">
                  <c:v>0.500238674632</c:v>
                </c:pt>
                <c:pt idx="334">
                  <c:v>0.501980652332</c:v>
                </c:pt>
                <c:pt idx="335">
                  <c:v>0.503691836574</c:v>
                </c:pt>
                <c:pt idx="336">
                  <c:v>0.505371925279</c:v>
                </c:pt>
                <c:pt idx="337">
                  <c:v>0.507020624678</c:v>
                </c:pt>
                <c:pt idx="338">
                  <c:v>0.508637649155</c:v>
                </c:pt>
                <c:pt idx="339">
                  <c:v>0.510222721078</c:v>
                </c:pt>
                <c:pt idx="340">
                  <c:v>0.511775570628</c:v>
                </c:pt>
                <c:pt idx="341">
                  <c:v>0.513295935631</c:v>
                </c:pt>
                <c:pt idx="342">
                  <c:v>0.514783561379</c:v>
                </c:pt>
                <c:pt idx="343">
                  <c:v>0.516238200453</c:v>
                </c:pt>
                <c:pt idx="344">
                  <c:v>0.517659612552</c:v>
                </c:pt>
                <c:pt idx="345">
                  <c:v>0.519047564312</c:v>
                </c:pt>
                <c:pt idx="346">
                  <c:v>0.520401829135</c:v>
                </c:pt>
                <c:pt idx="347">
                  <c:v>0.521722187012</c:v>
                </c:pt>
                <c:pt idx="348">
                  <c:v>0.523008424358</c:v>
                </c:pt>
                <c:pt idx="349">
                  <c:v>0.524260333843</c:v>
                </c:pt>
                <c:pt idx="350">
                  <c:v>0.525477714227</c:v>
                </c:pt>
                <c:pt idx="351">
                  <c:v>0.526660370209</c:v>
                </c:pt>
                <c:pt idx="352">
                  <c:v>0.527808112267</c:v>
                </c:pt>
                <c:pt idx="353">
                  <c:v>0.528920756518</c:v>
                </c:pt>
                <c:pt idx="354">
                  <c:v>0.529998124573</c:v>
                </c:pt>
                <c:pt idx="355">
                  <c:v>0.531040043408</c:v>
                </c:pt>
                <c:pt idx="356">
                  <c:v>0.532046345238</c:v>
                </c:pt>
                <c:pt idx="357">
                  <c:v>0.5330168674</c:v>
                </c:pt>
                <c:pt idx="358">
                  <c:v>0.533951452245</c:v>
                </c:pt>
                <c:pt idx="359">
                  <c:v>0.534849947036</c:v>
                </c:pt>
                <c:pt idx="360">
                  <c:v>0.535712203863</c:v>
                </c:pt>
                <c:pt idx="361">
                  <c:v>0.536538079561</c:v>
                </c:pt>
                <c:pt idx="362">
                  <c:v>0.537327435637</c:v>
                </c:pt>
                <c:pt idx="363">
                  <c:v>0.538080138213</c:v>
                </c:pt>
                <c:pt idx="364">
                  <c:v>0.538796057981</c:v>
                </c:pt>
                <c:pt idx="365">
                  <c:v>0.539475070156</c:v>
                </c:pt>
                <c:pt idx="366">
                  <c:v>0.540117054457</c:v>
                </c:pt>
                <c:pt idx="367">
                  <c:v>0.540721895091</c:v>
                </c:pt>
                <c:pt idx="368">
                  <c:v>0.541289480743</c:v>
                </c:pt>
                <c:pt idx="369">
                  <c:v>0.54181970459</c:v>
                </c:pt>
                <c:pt idx="370">
                  <c:v>0.54231246432</c:v>
                </c:pt>
                <c:pt idx="371">
                  <c:v>0.542767662156</c:v>
                </c:pt>
                <c:pt idx="372">
                  <c:v>0.54318520491</c:v>
                </c:pt>
                <c:pt idx="373">
                  <c:v>0.543565004026</c:v>
                </c:pt>
                <c:pt idx="374">
                  <c:v>0.543906975656</c:v>
                </c:pt>
                <c:pt idx="375">
                  <c:v>0.54421104073</c:v>
                </c:pt>
                <c:pt idx="376">
                  <c:v>0.544477125052</c:v>
                </c:pt>
                <c:pt idx="377">
                  <c:v>0.544705159395</c:v>
                </c:pt>
                <c:pt idx="378">
                  <c:v>0.544895079617</c:v>
                </c:pt>
                <c:pt idx="379">
                  <c:v>0.54504682678</c:v>
                </c:pt>
                <c:pt idx="380">
                  <c:v>0.545160347286</c:v>
                </c:pt>
                <c:pt idx="381">
                  <c:v>0.545235593023</c:v>
                </c:pt>
                <c:pt idx="382">
                  <c:v>0.545272521512</c:v>
                </c:pt>
                <c:pt idx="383">
                  <c:v>0.545271096077</c:v>
                </c:pt>
                <c:pt idx="384">
                  <c:v>0.545231286018</c:v>
                </c:pt>
                <c:pt idx="385">
                  <c:v>0.545153066788</c:v>
                </c:pt>
                <c:pt idx="386">
                  <c:v>0.545036420187</c:v>
                </c:pt>
                <c:pt idx="387">
                  <c:v>0.544881334563</c:v>
                </c:pt>
                <c:pt idx="388">
                  <c:v>0.544687805012</c:v>
                </c:pt>
                <c:pt idx="389">
                  <c:v>0.544455833597</c:v>
                </c:pt>
                <c:pt idx="390">
                  <c:v>0.544185429562</c:v>
                </c:pt>
                <c:pt idx="391">
                  <c:v>0.543876609561</c:v>
                </c:pt>
                <c:pt idx="392">
                  <c:v>0.543529397887</c:v>
                </c:pt>
                <c:pt idx="393">
                  <c:v>0.543143826706</c:v>
                </c:pt>
                <c:pt idx="394">
                  <c:v>0.542719936294</c:v>
                </c:pt>
                <c:pt idx="395">
                  <c:v>0.542257775284</c:v>
                </c:pt>
                <c:pt idx="396">
                  <c:v>0.5417574009</c:v>
                </c:pt>
                <c:pt idx="397">
                  <c:v>0.54121887921</c:v>
                </c:pt>
                <c:pt idx="398">
                  <c:v>0.540642285368</c:v>
                </c:pt>
                <c:pt idx="399">
                  <c:v>0.54002770386</c:v>
                </c:pt>
                <c:pt idx="400">
                  <c:v>0.539375228747</c:v>
                </c:pt>
                <c:pt idx="401">
                  <c:v>0.538684963908</c:v>
                </c:pt>
                <c:pt idx="402">
                  <c:v>0.537957023279</c:v>
                </c:pt>
                <c:pt idx="403">
                  <c:v>0.53719153109</c:v>
                </c:pt>
                <c:pt idx="404">
                  <c:v>0.536388622095</c:v>
                </c:pt>
                <c:pt idx="405">
                  <c:v>0.535548441797</c:v>
                </c:pt>
                <c:pt idx="406">
                  <c:v>0.534671146669</c:v>
                </c:pt>
                <c:pt idx="407">
                  <c:v>0.533756904364</c:v>
                </c:pt>
                <c:pt idx="408">
                  <c:v>0.53280589392</c:v>
                </c:pt>
                <c:pt idx="409">
                  <c:v>0.531818305955</c:v>
                </c:pt>
                <c:pt idx="410">
                  <c:v>0.530794342852</c:v>
                </c:pt>
                <c:pt idx="411">
                  <c:v>0.529734218932</c:v>
                </c:pt>
                <c:pt idx="412">
                  <c:v>0.528638160616</c:v>
                </c:pt>
                <c:pt idx="413">
                  <c:v>0.527506406579</c:v>
                </c:pt>
                <c:pt idx="414">
                  <c:v>0.526339207882</c:v>
                </c:pt>
                <c:pt idx="415">
                  <c:v>0.5251368281</c:v>
                </c:pt>
                <c:pt idx="416">
                  <c:v>0.523899543427</c:v>
                </c:pt>
                <c:pt idx="417">
                  <c:v>0.522627642771</c:v>
                </c:pt>
                <c:pt idx="418">
                  <c:v>0.521321427834</c:v>
                </c:pt>
                <c:pt idx="419">
                  <c:v>0.519981213168</c:v>
                </c:pt>
                <c:pt idx="420">
                  <c:v>0.518607326224</c:v>
                </c:pt>
                <c:pt idx="421">
                  <c:v>0.517200107378</c:v>
                </c:pt>
                <c:pt idx="422">
                  <c:v>0.515759909939</c:v>
                </c:pt>
                <c:pt idx="423">
                  <c:v>0.51428710014</c:v>
                </c:pt>
                <c:pt idx="424">
                  <c:v>0.512782057114</c:v>
                </c:pt>
                <c:pt idx="425">
                  <c:v>0.511245172844</c:v>
                </c:pt>
                <c:pt idx="426">
                  <c:v>0.509676852101</c:v>
                </c:pt>
                <c:pt idx="427">
                  <c:v>0.508077512358</c:v>
                </c:pt>
                <c:pt idx="428">
                  <c:v>0.506447583691</c:v>
                </c:pt>
                <c:pt idx="429">
                  <c:v>0.504787508651</c:v>
                </c:pt>
                <c:pt idx="430">
                  <c:v>0.503097742131</c:v>
                </c:pt>
                <c:pt idx="431">
                  <c:v>0.501378751199</c:v>
                </c:pt>
                <c:pt idx="432">
                  <c:v>0.499631014926</c:v>
                </c:pt>
                <c:pt idx="433">
                  <c:v>0.497855024183</c:v>
                </c:pt>
                <c:pt idx="434">
                  <c:v>0.496051281432</c:v>
                </c:pt>
                <c:pt idx="435">
                  <c:v>0.49422030049</c:v>
                </c:pt>
                <c:pt idx="436">
                  <c:v>0.492362606276</c:v>
                </c:pt>
                <c:pt idx="437">
                  <c:v>0.490478734548</c:v>
                </c:pt>
                <c:pt idx="438">
                  <c:v>0.488569231618</c:v>
                </c:pt>
                <c:pt idx="439">
                  <c:v>0.486634654046</c:v>
                </c:pt>
                <c:pt idx="440">
                  <c:v>0.484675568331</c:v>
                </c:pt>
                <c:pt idx="441">
                  <c:v>0.482692550574</c:v>
                </c:pt>
                <c:pt idx="442">
                  <c:v>0.480686186132</c:v>
                </c:pt>
                <c:pt idx="443">
                  <c:v>0.478657069261</c:v>
                </c:pt>
                <c:pt idx="444">
                  <c:v>0.476605802737</c:v>
                </c:pt>
                <c:pt idx="445">
                  <c:v>0.474532997472</c:v>
                </c:pt>
                <c:pt idx="446">
                  <c:v>0.472439272114</c:v>
                </c:pt>
                <c:pt idx="447">
                  <c:v>0.470325252635</c:v>
                </c:pt>
                <c:pt idx="448">
                  <c:v>0.468191571908</c:v>
                </c:pt>
                <c:pt idx="449">
                  <c:v>0.466038869276</c:v>
                </c:pt>
                <c:pt idx="450">
                  <c:v>0.463867790105</c:v>
                </c:pt>
                <c:pt idx="451">
                  <c:v>0.461678985337</c:v>
                </c:pt>
                <c:pt idx="452">
                  <c:v>0.459473111027</c:v>
                </c:pt>
                <c:pt idx="453">
                  <c:v>0.457250827871</c:v>
                </c:pt>
                <c:pt idx="454">
                  <c:v>0.455012800733</c:v>
                </c:pt>
                <c:pt idx="455">
                  <c:v>0.452759698161</c:v>
                </c:pt>
                <c:pt idx="456">
                  <c:v>0.450492191897</c:v>
                </c:pt>
                <c:pt idx="457">
                  <c:v>0.448210956383</c:v>
                </c:pt>
                <c:pt idx="458">
                  <c:v>0.445916668259</c:v>
                </c:pt>
                <c:pt idx="459">
                  <c:v>0.443610005861</c:v>
                </c:pt>
                <c:pt idx="460">
                  <c:v>0.441291648709</c:v>
                </c:pt>
                <c:pt idx="461">
                  <c:v>0.438962277002</c:v>
                </c:pt>
                <c:pt idx="462">
                  <c:v>0.436622571099</c:v>
                </c:pt>
                <c:pt idx="463">
                  <c:v>0.434273211005</c:v>
                </c:pt>
                <c:pt idx="464">
                  <c:v>0.431914875856</c:v>
                </c:pt>
                <c:pt idx="465">
                  <c:v>0.429548243401</c:v>
                </c:pt>
                <c:pt idx="466">
                  <c:v>0.427173989485</c:v>
                </c:pt>
                <c:pt idx="467">
                  <c:v>0.424792787534</c:v>
                </c:pt>
                <c:pt idx="468">
                  <c:v>0.42240530804</c:v>
                </c:pt>
                <c:pt idx="469">
                  <c:v>0.420012218052</c:v>
                </c:pt>
                <c:pt idx="470">
                  <c:v>0.417614180664</c:v>
                </c:pt>
                <c:pt idx="471">
                  <c:v>0.415211854513</c:v>
                </c:pt>
                <c:pt idx="472">
                  <c:v>0.412805893277</c:v>
                </c:pt>
                <c:pt idx="473">
                  <c:v>0.410396945186</c:v>
                </c:pt>
                <c:pt idx="474">
                  <c:v>0.407985652527</c:v>
                </c:pt>
                <c:pt idx="475">
                  <c:v>0.405572651171</c:v>
                </c:pt>
                <c:pt idx="476">
                  <c:v>0.403158570093</c:v>
                </c:pt>
                <c:pt idx="477">
                  <c:v>0.400744030914</c:v>
                </c:pt>
                <c:pt idx="478">
                  <c:v>0.398329647445</c:v>
                </c:pt>
                <c:pt idx="479">
                  <c:v>0.395916025244</c:v>
                </c:pt>
                <c:pt idx="480">
                  <c:v>0.393503761183</c:v>
                </c:pt>
                <c:pt idx="481">
                  <c:v>0.39109344303</c:v>
                </c:pt>
                <c:pt idx="482">
                  <c:v>0.388685649039</c:v>
                </c:pt>
                <c:pt idx="483">
                  <c:v>0.386280947562</c:v>
                </c:pt>
                <c:pt idx="484">
                  <c:v>0.383879896667</c:v>
                </c:pt>
                <c:pt idx="485">
                  <c:v>0.381483043776</c:v>
                </c:pt>
                <c:pt idx="486">
                  <c:v>0.379090925319</c:v>
                </c:pt>
                <c:pt idx="487">
                  <c:v>0.376704066401</c:v>
                </c:pt>
                <c:pt idx="488">
                  <c:v>0.374322980494</c:v>
                </c:pt>
                <c:pt idx="489">
                  <c:v>0.371948169137</c:v>
                </c:pt>
                <c:pt idx="490">
                  <c:v>0.369580121664</c:v>
                </c:pt>
                <c:pt idx="491">
                  <c:v>0.367219314943</c:v>
                </c:pt>
                <c:pt idx="492">
                  <c:v>0.364866213141</c:v>
                </c:pt>
                <c:pt idx="493">
                  <c:v>0.362521267504</c:v>
                </c:pt>
                <c:pt idx="494">
                  <c:v>0.360184916161</c:v>
                </c:pt>
                <c:pt idx="495">
                  <c:v>0.357857583942</c:v>
                </c:pt>
                <c:pt idx="496">
                  <c:v>0.355539682227</c:v>
                </c:pt>
                <c:pt idx="497">
                  <c:v>0.353231608803</c:v>
                </c:pt>
                <c:pt idx="498">
                  <c:v>0.350933747754</c:v>
                </c:pt>
                <c:pt idx="499">
                  <c:v>0.34864646936</c:v>
                </c:pt>
                <c:pt idx="500">
                  <c:v>0.346370130029</c:v>
                </c:pt>
                <c:pt idx="501">
                  <c:v>0.344105072235</c:v>
                </c:pt>
                <c:pt idx="502">
                  <c:v>0.34185162449</c:v>
                </c:pt>
                <c:pt idx="503">
                  <c:v>0.339610101329</c:v>
                </c:pt>
                <c:pt idx="504">
                  <c:v>0.337380803311</c:v>
                </c:pt>
                <c:pt idx="505">
                  <c:v>0.33516401705</c:v>
                </c:pt>
                <c:pt idx="506">
                  <c:v>0.332960015253</c:v>
                </c:pt>
                <c:pt idx="507">
                  <c:v>0.330769056784</c:v>
                </c:pt>
                <c:pt idx="508">
                  <c:v>0.328591386744</c:v>
                </c:pt>
                <c:pt idx="509">
                  <c:v>0.326427236564</c:v>
                </c:pt>
                <c:pt idx="510">
                  <c:v>0.32427682412</c:v>
                </c:pt>
                <c:pt idx="511">
                  <c:v>0.322140353863</c:v>
                </c:pt>
                <c:pt idx="512">
                  <c:v>0.320018016957</c:v>
                </c:pt>
                <c:pt idx="513">
                  <c:v>0.317909991442</c:v>
                </c:pt>
                <c:pt idx="514">
                  <c:v>0.315816442403</c:v>
                </c:pt>
                <c:pt idx="515">
                  <c:v>0.313737522152</c:v>
                </c:pt>
                <c:pt idx="516">
                  <c:v>0.311673370429</c:v>
                </c:pt>
                <c:pt idx="517">
                  <c:v>0.309624114603</c:v>
                </c:pt>
                <c:pt idx="518">
                  <c:v>0.307589869895</c:v>
                </c:pt>
                <c:pt idx="519">
                  <c:v>0.3055707396</c:v>
                </c:pt>
                <c:pt idx="520">
                  <c:v>0.303566815327</c:v>
                </c:pt>
                <c:pt idx="521">
                  <c:v>0.301578177238</c:v>
                </c:pt>
                <c:pt idx="522">
                  <c:v>0.299604894304</c:v>
                </c:pt>
                <c:pt idx="523">
                  <c:v>0.297647024557</c:v>
                </c:pt>
                <c:pt idx="524">
                  <c:v>0.295704615355</c:v>
                </c:pt>
                <c:pt idx="525">
                  <c:v>0.293777703651</c:v>
                </c:pt>
                <c:pt idx="526">
                  <c:v>0.291866316261</c:v>
                </c:pt>
                <c:pt idx="527">
                  <c:v>0.28997047014</c:v>
                </c:pt>
                <c:pt idx="528">
                  <c:v>0.28809017266</c:v>
                </c:pt>
                <c:pt idx="529">
                  <c:v>0.28622542189</c:v>
                </c:pt>
                <c:pt idx="530">
                  <c:v>0.284376206876</c:v>
                </c:pt>
                <c:pt idx="531">
                  <c:v>0.282542507923</c:v>
                </c:pt>
                <c:pt idx="532">
                  <c:v>0.280724296875</c:v>
                </c:pt>
                <c:pt idx="533">
                  <c:v>0.278921537398</c:v>
                </c:pt>
                <c:pt idx="534">
                  <c:v>0.277134185263</c:v>
                </c:pt>
                <c:pt idx="535">
                  <c:v>0.275362188618</c:v>
                </c:pt>
                <c:pt idx="536">
                  <c:v>0.273605488274</c:v>
                </c:pt>
                <c:pt idx="537">
                  <c:v>0.271864017972</c:v>
                </c:pt>
                <c:pt idx="538">
                  <c:v>0.270137704662</c:v>
                </c:pt>
                <c:pt idx="539">
                  <c:v>0.268426468768</c:v>
                </c:pt>
                <c:pt idx="540">
                  <c:v>0.266730224454</c:v>
                </c:pt>
                <c:pt idx="541">
                  <c:v>0.265048879891</c:v>
                </c:pt>
                <c:pt idx="542">
                  <c:v>0.263382337509</c:v>
                </c:pt>
                <c:pt idx="543">
                  <c:v>0.261730494257</c:v>
                </c:pt>
                <c:pt idx="544">
                  <c:v>0.260093241847</c:v>
                </c:pt>
                <c:pt idx="545">
                  <c:v>0.258470467005</c:v>
                </c:pt>
                <c:pt idx="546">
                  <c:v>0.256862051708</c:v>
                </c:pt>
                <c:pt idx="547">
                  <c:v>0.255267873421</c:v>
                </c:pt>
                <c:pt idx="548">
                  <c:v>0.253687805327</c:v>
                </c:pt>
                <c:pt idx="549">
                  <c:v>0.252121716553</c:v>
                </c:pt>
                <c:pt idx="550">
                  <c:v>0.25056947239</c:v>
                </c:pt>
                <c:pt idx="551">
                  <c:v>0.249030934509</c:v>
                </c:pt>
                <c:pt idx="552">
                  <c:v>0.247505961171</c:v>
                </c:pt>
                <c:pt idx="553">
                  <c:v>0.245994407429</c:v>
                </c:pt>
                <c:pt idx="554">
                  <c:v>0.244496125333</c:v>
                </c:pt>
                <c:pt idx="555">
                  <c:v>0.243010964118</c:v>
                </c:pt>
                <c:pt idx="556">
                  <c:v>0.241538770397</c:v>
                </c:pt>
                <c:pt idx="557">
                  <c:v>0.240079388345</c:v>
                </c:pt>
                <c:pt idx="558">
                  <c:v>0.238632659875</c:v>
                </c:pt>
                <c:pt idx="559">
                  <c:v>0.237198424815</c:v>
                </c:pt>
                <c:pt idx="560">
                  <c:v>0.235776521076</c:v>
                </c:pt>
                <c:pt idx="561">
                  <c:v>0.234366784815</c:v>
                </c:pt>
                <c:pt idx="562">
                  <c:v>0.232969050596</c:v>
                </c:pt>
                <c:pt idx="563">
                  <c:v>0.231583151543</c:v>
                </c:pt>
                <c:pt idx="564">
                  <c:v>0.230208919492</c:v>
                </c:pt>
                <c:pt idx="565">
                  <c:v>0.228846185138</c:v>
                </c:pt>
                <c:pt idx="566">
                  <c:v>0.227494778172</c:v>
                </c:pt>
                <c:pt idx="567">
                  <c:v>0.226154527427</c:v>
                </c:pt>
                <c:pt idx="568">
                  <c:v>0.224825261002</c:v>
                </c:pt>
                <c:pt idx="569">
                  <c:v>0.223506806399</c:v>
                </c:pt>
                <c:pt idx="570">
                  <c:v>0.222198990649</c:v>
                </c:pt>
                <c:pt idx="571">
                  <c:v>0.220901640429</c:v>
                </c:pt>
                <c:pt idx="572">
                  <c:v>0.21961458219</c:v>
                </c:pt>
                <c:pt idx="573">
                  <c:v>0.218337642266</c:v>
                </c:pt>
                <c:pt idx="574">
                  <c:v>0.217070646992</c:v>
                </c:pt>
                <c:pt idx="575">
                  <c:v>0.215813422811</c:v>
                </c:pt>
                <c:pt idx="576">
                  <c:v>0.214565796384</c:v>
                </c:pt>
                <c:pt idx="577">
                  <c:v>0.213327594696</c:v>
                </c:pt>
                <c:pt idx="578">
                  <c:v>0.212098645154</c:v>
                </c:pt>
                <c:pt idx="579">
                  <c:v>0.210878775693</c:v>
                </c:pt>
                <c:pt idx="580">
                  <c:v>0.209667814869</c:v>
                </c:pt>
                <c:pt idx="581">
                  <c:v>0.208465591961</c:v>
                </c:pt>
                <c:pt idx="582">
                  <c:v>0.207271937057</c:v>
                </c:pt>
                <c:pt idx="583">
                  <c:v>0.206086681155</c:v>
                </c:pt>
                <c:pt idx="584">
                  <c:v>0.204909656249</c:v>
                </c:pt>
                <c:pt idx="585">
                  <c:v>0.203740695419</c:v>
                </c:pt>
                <c:pt idx="586">
                  <c:v>0.202579632921</c:v>
                </c:pt>
                <c:pt idx="587">
                  <c:v>0.201426304269</c:v>
                </c:pt>
                <c:pt idx="588">
                  <c:v>0.200280546326</c:v>
                </c:pt>
                <c:pt idx="589">
                  <c:v>0.199142197384</c:v>
                </c:pt>
                <c:pt idx="590">
                  <c:v>0.19801109725</c:v>
                </c:pt>
                <c:pt idx="591">
                  <c:v>0.196887087328</c:v>
                </c:pt>
                <c:pt idx="592">
                  <c:v>0.195770010699</c:v>
                </c:pt>
                <c:pt idx="593">
                  <c:v>0.194659712201</c:v>
                </c:pt>
                <c:pt idx="594">
                  <c:v>0.193556038515</c:v>
                </c:pt>
                <c:pt idx="595">
                  <c:v>0.192458838236</c:v>
                </c:pt>
                <c:pt idx="596">
                  <c:v>0.191367961957</c:v>
                </c:pt>
                <c:pt idx="597">
                  <c:v>0.190283262346</c:v>
                </c:pt>
                <c:pt idx="598">
                  <c:v>0.189204594224</c:v>
                </c:pt>
                <c:pt idx="599">
                  <c:v>0.188131814639</c:v>
                </c:pt>
                <c:pt idx="600">
                  <c:v>0.187064782944</c:v>
                </c:pt>
                <c:pt idx="601">
                  <c:v>0.186003360876</c:v>
                </c:pt>
                <c:pt idx="602">
                  <c:v>0.184947412624</c:v>
                </c:pt>
                <c:pt idx="603">
                  <c:v>0.18389680491</c:v>
                </c:pt>
                <c:pt idx="604">
                  <c:v>0.182851407058</c:v>
                </c:pt>
                <c:pt idx="605">
                  <c:v>0.18181109107</c:v>
                </c:pt>
                <c:pt idx="606">
                  <c:v>0.180775731695</c:v>
                </c:pt>
                <c:pt idx="607">
                  <c:v>0.179745206503</c:v>
                </c:pt>
                <c:pt idx="608">
                  <c:v>0.178719395955</c:v>
                </c:pt>
                <c:pt idx="609">
                  <c:v>0.177698183469</c:v>
                </c:pt>
                <c:pt idx="610">
                  <c:v>0.176681455491</c:v>
                </c:pt>
                <c:pt idx="611">
                  <c:v>0.175669101561</c:v>
                </c:pt>
                <c:pt idx="612">
                  <c:v>0.174661014375</c:v>
                </c:pt>
                <c:pt idx="613">
                  <c:v>0.173657089854</c:v>
                </c:pt>
                <c:pt idx="614">
                  <c:v>0.172657227202</c:v>
                </c:pt>
                <c:pt idx="615">
                  <c:v>0.171661328965</c:v>
                </c:pt>
                <c:pt idx="616">
                  <c:v>0.170669301093</c:v>
                </c:pt>
                <c:pt idx="617">
                  <c:v>0.16968105299</c:v>
                </c:pt>
                <c:pt idx="618">
                  <c:v>0.168696497573</c:v>
                </c:pt>
                <c:pt idx="619">
                  <c:v>0.167715551317</c:v>
                </c:pt>
                <c:pt idx="620">
                  <c:v>0.166738134307</c:v>
                </c:pt>
                <c:pt idx="621">
                  <c:v>0.16576417028</c:v>
                </c:pt>
                <c:pt idx="622">
                  <c:v>0.164793586669</c:v>
                </c:pt>
                <c:pt idx="623">
                  <c:v>0.163826314636</c:v>
                </c:pt>
                <c:pt idx="624">
                  <c:v>0.162862289114</c:v>
                </c:pt>
                <c:pt idx="625">
                  <c:v>0.161901448829</c:v>
                </c:pt>
                <c:pt idx="626">
                  <c:v>0.160943736336</c:v>
                </c:pt>
                <c:pt idx="627">
                  <c:v>0.15998909803</c:v>
                </c:pt>
                <c:pt idx="628">
                  <c:v>0.159037484176</c:v>
                </c:pt>
                <c:pt idx="629">
                  <c:v>0.158088848912</c:v>
                </c:pt>
                <c:pt idx="630">
                  <c:v>0.157143150262</c:v>
                </c:pt>
                <c:pt idx="631">
                  <c:v>0.15620035014</c:v>
                </c:pt>
                <c:pt idx="632">
                  <c:v>0.155260414346</c:v>
                </c:pt>
                <c:pt idx="633">
                  <c:v>0.15432331256</c:v>
                </c:pt>
                <c:pt idx="634">
                  <c:v>0.153389018327</c:v>
                </c:pt>
                <c:pt idx="635">
                  <c:v>0.152457509041</c:v>
                </c:pt>
                <c:pt idx="636">
                  <c:v>0.151528765921</c:v>
                </c:pt>
                <c:pt idx="637">
                  <c:v>0.150602773978</c:v>
                </c:pt>
                <c:pt idx="638">
                  <c:v>0.149679521982</c:v>
                </c:pt>
                <c:pt idx="639">
                  <c:v>0.148759002418</c:v>
                </c:pt>
                <c:pt idx="640">
                  <c:v>0.14784121144</c:v>
                </c:pt>
                <c:pt idx="641">
                  <c:v>0.146926148814</c:v>
                </c:pt>
                <c:pt idx="642">
                  <c:v>0.146013817858</c:v>
                </c:pt>
                <c:pt idx="643">
                  <c:v>0.145104225379</c:v>
                </c:pt>
                <c:pt idx="644">
                  <c:v>0.144197381596</c:v>
                </c:pt>
                <c:pt idx="645">
                  <c:v>0.143293300065</c:v>
                </c:pt>
                <c:pt idx="646">
                  <c:v>0.142391997594</c:v>
                </c:pt>
                <c:pt idx="647">
                  <c:v>0.14149349415</c:v>
                </c:pt>
                <c:pt idx="648">
                  <c:v>0.140597812769</c:v>
                </c:pt>
                <c:pt idx="649">
                  <c:v>0.139704979452</c:v>
                </c:pt>
                <c:pt idx="650">
                  <c:v>0.138815023055</c:v>
                </c:pt>
                <c:pt idx="651">
                  <c:v>0.137927975188</c:v>
                </c:pt>
                <c:pt idx="652">
                  <c:v>0.137043870087</c:v>
                </c:pt>
                <c:pt idx="653">
                  <c:v>0.136162744505</c:v>
                </c:pt>
                <c:pt idx="654">
                  <c:v>0.135284637577</c:v>
                </c:pt>
                <c:pt idx="655">
                  <c:v>0.134409590701</c:v>
                </c:pt>
                <c:pt idx="656">
                  <c:v>0.133537647399</c:v>
                </c:pt>
                <c:pt idx="657">
                  <c:v>0.132668853188</c:v>
                </c:pt>
                <c:pt idx="658">
                  <c:v>0.131803255435</c:v>
                </c:pt>
                <c:pt idx="659">
                  <c:v>0.130940903224</c:v>
                </c:pt>
                <c:pt idx="660">
                  <c:v>0.130081847209</c:v>
                </c:pt>
                <c:pt idx="661">
                  <c:v>0.129226139471</c:v>
                </c:pt>
                <c:pt idx="662">
                  <c:v>0.128373833374</c:v>
                </c:pt>
                <c:pt idx="663">
                  <c:v>0.127524983419</c:v>
                </c:pt>
                <c:pt idx="664">
                  <c:v>0.126679645094</c:v>
                </c:pt>
                <c:pt idx="665">
                  <c:v>0.125837874733</c:v>
                </c:pt>
                <c:pt idx="666">
                  <c:v>0.124999729366</c:v>
                </c:pt>
                <c:pt idx="667">
                  <c:v>0.124165266577</c:v>
                </c:pt>
                <c:pt idx="668">
                  <c:v>0.123334544356</c:v>
                </c:pt>
                <c:pt idx="669">
                  <c:v>0.122507620962</c:v>
                </c:pt>
                <c:pt idx="670">
                  <c:v>0.121684554778</c:v>
                </c:pt>
                <c:pt idx="671">
                  <c:v>0.120865404178</c:v>
                </c:pt>
                <c:pt idx="672">
                  <c:v>0.120050227388</c:v>
                </c:pt>
                <c:pt idx="673">
                  <c:v>0.119239082355</c:v>
                </c:pt>
                <c:pt idx="674">
                  <c:v>0.118432026622</c:v>
                </c:pt>
                <c:pt idx="675">
                  <c:v>0.117629117199</c:v>
                </c:pt>
                <c:pt idx="676">
                  <c:v>0.116830410446</c:v>
                </c:pt>
                <c:pt idx="677">
                  <c:v>0.116035961955</c:v>
                </c:pt>
                <c:pt idx="678">
                  <c:v>0.115245826438</c:v>
                </c:pt>
                <c:pt idx="679">
                  <c:v>0.114460057622</c:v>
                </c:pt>
                <c:pt idx="680">
                  <c:v>0.113678708145</c:v>
                </c:pt>
                <c:pt idx="681">
                  <c:v>0.112901829461</c:v>
                </c:pt>
                <c:pt idx="682">
                  <c:v>0.112129471749</c:v>
                </c:pt>
                <c:pt idx="683">
                  <c:v>0.111361683825</c:v>
                </c:pt>
                <c:pt idx="684">
                  <c:v>0.110598513063</c:v>
                </c:pt>
                <c:pt idx="685">
                  <c:v>0.109840005318</c:v>
                </c:pt>
                <c:pt idx="686">
                  <c:v>0.109086204863</c:v>
                </c:pt>
                <c:pt idx="687">
                  <c:v>0.108337154315</c:v>
                </c:pt>
                <c:pt idx="688">
                  <c:v>0.107592894588</c:v>
                </c:pt>
                <c:pt idx="689">
                  <c:v>0.106853464834</c:v>
                </c:pt>
                <c:pt idx="690">
                  <c:v>0.106118902396</c:v>
                </c:pt>
                <c:pt idx="691">
                  <c:v>0.105389242772</c:v>
                </c:pt>
                <c:pt idx="692">
                  <c:v>0.104664519574</c:v>
                </c:pt>
                <c:pt idx="693">
                  <c:v>0.1039447645</c:v>
                </c:pt>
                <c:pt idx="694">
                  <c:v>0.103230007309</c:v>
                </c:pt>
                <c:pt idx="695">
                  <c:v>0.1025202758</c:v>
                </c:pt>
                <c:pt idx="696">
                  <c:v>0.101815595799</c:v>
                </c:pt>
                <c:pt idx="697">
                  <c:v>0.101115991145</c:v>
                </c:pt>
                <c:pt idx="698">
                  <c:v>0.100421483687</c:v>
                </c:pt>
                <c:pt idx="699">
                  <c:v>0.0997320932828</c:v>
                </c:pt>
                <c:pt idx="700">
                  <c:v>0.0990478378016</c:v>
                </c:pt>
                <c:pt idx="701">
                  <c:v>0.0983687331303</c:v>
                </c:pt>
                <c:pt idx="702">
                  <c:v>0.0976947931858</c:v>
                </c:pt>
                <c:pt idx="703">
                  <c:v>0.0970260299289</c:v>
                </c:pt>
                <c:pt idx="704">
                  <c:v>0.0963624533827</c:v>
                </c:pt>
                <c:pt idx="705">
                  <c:v>0.0957040716538</c:v>
                </c:pt>
                <c:pt idx="706">
                  <c:v>0.0950508909571</c:v>
                </c:pt>
                <c:pt idx="707">
                  <c:v>0.0944029156427</c:v>
                </c:pt>
                <c:pt idx="708">
                  <c:v>0.0937601482259</c:v>
                </c:pt>
                <c:pt idx="709">
                  <c:v>0.0931225894196</c:v>
                </c:pt>
                <c:pt idx="710">
                  <c:v>0.0924902381687</c:v>
                </c:pt>
                <c:pt idx="711">
                  <c:v>0.0918630916866</c:v>
                </c:pt>
                <c:pt idx="712">
                  <c:v>0.0912411454937</c:v>
                </c:pt>
                <c:pt idx="713">
                  <c:v>0.0906243934572</c:v>
                </c:pt>
                <c:pt idx="714">
                  <c:v>0.0900128278326</c:v>
                </c:pt>
                <c:pt idx="715">
                  <c:v>0.0894064393064</c:v>
                </c:pt>
                <c:pt idx="716">
                  <c:v>0.0888052170396</c:v>
                </c:pt>
                <c:pt idx="717">
                  <c:v>0.0882091487125</c:v>
                </c:pt>
                <c:pt idx="718">
                  <c:v>0.0876182205701</c:v>
                </c:pt>
                <c:pt idx="719">
                  <c:v>0.0870324174681</c:v>
                </c:pt>
                <c:pt idx="720">
                  <c:v>0.0864517229193</c:v>
                </c:pt>
                <c:pt idx="721">
                  <c:v>0.0858761191401</c:v>
                </c:pt>
                <c:pt idx="722">
                  <c:v>0.0853055870981</c:v>
                </c:pt>
                <c:pt idx="723">
                  <c:v>0.0847401065583</c:v>
                </c:pt>
                <c:pt idx="724">
                  <c:v>0.0841796561304</c:v>
                </c:pt>
                <c:pt idx="725">
                  <c:v>0.0836242133156</c:v>
                </c:pt>
                <c:pt idx="726">
                  <c:v>0.0830737545531</c:v>
                </c:pt>
                <c:pt idx="727">
                  <c:v>0.0825282552658</c:v>
                </c:pt>
                <c:pt idx="728">
                  <c:v>0.0819876899065</c:v>
                </c:pt>
                <c:pt idx="729">
                  <c:v>0.0814520320026</c:v>
                </c:pt>
                <c:pt idx="730">
                  <c:v>0.0809212542009</c:v>
                </c:pt>
                <c:pt idx="731">
                  <c:v>0.0803953283112</c:v>
                </c:pt>
                <c:pt idx="732">
                  <c:v>0.0798742253497</c:v>
                </c:pt>
                <c:pt idx="733">
                  <c:v>0.079357915581</c:v>
                </c:pt>
                <c:pt idx="734">
                  <c:v>0.0788463685597</c:v>
                </c:pt>
                <c:pt idx="735">
                  <c:v>0.0783395531713</c:v>
                </c:pt>
                <c:pt idx="736">
                  <c:v>0.0778374376712</c:v>
                </c:pt>
                <c:pt idx="737">
                  <c:v>0.0773399897243</c:v>
                </c:pt>
                <c:pt idx="738">
                  <c:v>0.076847176442</c:v>
                </c:pt>
                <c:pt idx="739">
                  <c:v>0.0763589644194</c:v>
                </c:pt>
                <c:pt idx="740">
                  <c:v>0.0758753197713</c:v>
                </c:pt>
                <c:pt idx="741">
                  <c:v>0.075396208166</c:v>
                </c:pt>
                <c:pt idx="742">
                  <c:v>0.0749215948602</c:v>
                </c:pt>
                <c:pt idx="743">
                  <c:v>0.0744514447307</c:v>
                </c:pt>
                <c:pt idx="744">
                  <c:v>0.0739857223065</c:v>
                </c:pt>
                <c:pt idx="745">
                  <c:v>0.0735243917993</c:v>
                </c:pt>
                <c:pt idx="746">
                  <c:v>0.0730674171329</c:v>
                </c:pt>
                <c:pt idx="747">
                  <c:v>0.0726147619718</c:v>
                </c:pt>
                <c:pt idx="748">
                  <c:v>0.0721663897487</c:v>
                </c:pt>
                <c:pt idx="749">
                  <c:v>0.0717222636908</c:v>
                </c:pt>
                <c:pt idx="750">
                  <c:v>0.0712823468455</c:v>
                </c:pt>
                <c:pt idx="751">
                  <c:v>0.0708466021046</c:v>
                </c:pt>
                <c:pt idx="752">
                  <c:v>0.070414992228</c:v>
                </c:pt>
                <c:pt idx="753">
                  <c:v>0.0699874798663</c:v>
                </c:pt>
                <c:pt idx="754">
                  <c:v>0.069564027582</c:v>
                </c:pt>
                <c:pt idx="755">
                  <c:v>0.0691445978708</c:v>
                </c:pt>
                <c:pt idx="756">
                  <c:v>0.0687291531811</c:v>
                </c:pt>
                <c:pt idx="757">
                  <c:v>0.0683176559328</c:v>
                </c:pt>
                <c:pt idx="758">
                  <c:v>0.0679100685358</c:v>
                </c:pt>
                <c:pt idx="759">
                  <c:v>0.0675063534072</c:v>
                </c:pt>
                <c:pt idx="760">
                  <c:v>0.0671064729874</c:v>
                </c:pt>
                <c:pt idx="761">
                  <c:v>0.0667103897565</c:v>
                </c:pt>
                <c:pt idx="762">
                  <c:v>0.0663180662487</c:v>
                </c:pt>
                <c:pt idx="763">
                  <c:v>0.065929465067</c:v>
                </c:pt>
                <c:pt idx="764">
                  <c:v>0.0655445488966</c:v>
                </c:pt>
                <c:pt idx="765">
                  <c:v>0.0651632805177</c:v>
                </c:pt>
                <c:pt idx="766">
                  <c:v>0.0647856228182</c:v>
                </c:pt>
                <c:pt idx="767">
                  <c:v>0.0644115388049</c:v>
                </c:pt>
                <c:pt idx="768">
                  <c:v>0.0640409916149</c:v>
                </c:pt>
                <c:pt idx="769">
                  <c:v>0.0636739445259</c:v>
                </c:pt>
                <c:pt idx="770">
                  <c:v>0.0633103609663</c:v>
                </c:pt>
                <c:pt idx="771">
                  <c:v>0.0629502045247</c:v>
                </c:pt>
                <c:pt idx="772">
                  <c:v>0.0625934389587</c:v>
                </c:pt>
                <c:pt idx="773">
                  <c:v>0.0622400282036</c:v>
                </c:pt>
                <c:pt idx="774">
                  <c:v>0.0618899363802</c:v>
                </c:pt>
                <c:pt idx="775">
                  <c:v>0.0615431278026</c:v>
                </c:pt>
                <c:pt idx="776">
                  <c:v>0.0611995669853</c:v>
                </c:pt>
                <c:pt idx="777">
                  <c:v>0.0608592186502</c:v>
                </c:pt>
                <c:pt idx="778">
                  <c:v>0.0605220477328</c:v>
                </c:pt>
                <c:pt idx="779">
                  <c:v>0.0601880193885</c:v>
                </c:pt>
                <c:pt idx="780">
                  <c:v>0.0598570989981</c:v>
                </c:pt>
                <c:pt idx="781">
                  <c:v>0.0595292521737</c:v>
                </c:pt>
                <c:pt idx="782">
                  <c:v>0.0592044447635</c:v>
                </c:pt>
                <c:pt idx="783">
                  <c:v>0.0588826428567</c:v>
                </c:pt>
                <c:pt idx="784">
                  <c:v>0.0585638127882</c:v>
                </c:pt>
                <c:pt idx="785">
                  <c:v>0.058247921143</c:v>
                </c:pt>
                <c:pt idx="786">
                  <c:v>0.0579349347602</c:v>
                </c:pt>
                <c:pt idx="787">
                  <c:v>0.0576248207367</c:v>
                </c:pt>
                <c:pt idx="788">
                  <c:v>0.0573175464313</c:v>
                </c:pt>
                <c:pt idx="789">
                  <c:v>0.0570130794676</c:v>
                </c:pt>
                <c:pt idx="790">
                  <c:v>0.0567113877377</c:v>
                </c:pt>
                <c:pt idx="791">
                  <c:v>0.0564124394051</c:v>
                </c:pt>
                <c:pt idx="792">
                  <c:v>0.0561162029072</c:v>
                </c:pt>
                <c:pt idx="793">
                  <c:v>0.0558226469585</c:v>
                </c:pt>
                <c:pt idx="794">
                  <c:v>0.055531740553</c:v>
                </c:pt>
                <c:pt idx="795">
                  <c:v>0.0552434529662</c:v>
                </c:pt>
                <c:pt idx="796">
                  <c:v>0.0549577537578</c:v>
                </c:pt>
                <c:pt idx="797">
                  <c:v>0.0546746127733</c:v>
                </c:pt>
                <c:pt idx="798">
                  <c:v>0.054394000146</c:v>
                </c:pt>
                <c:pt idx="799">
                  <c:v>0.0541158862991</c:v>
                </c:pt>
                <c:pt idx="800">
                  <c:v>0.0538402419468</c:v>
                </c:pt>
                <c:pt idx="801">
                  <c:v>0.0535670380962</c:v>
                </c:pt>
                <c:pt idx="802">
                  <c:v>0.053296246048</c:v>
                </c:pt>
                <c:pt idx="803">
                  <c:v>0.0530278373988</c:v>
                </c:pt>
                <c:pt idx="804">
                  <c:v>0.0527617840409</c:v>
                </c:pt>
                <c:pt idx="805">
                  <c:v>0.0524980581641</c:v>
                </c:pt>
                <c:pt idx="806">
                  <c:v>0.0522366322565</c:v>
                </c:pt>
                <c:pt idx="807">
                  <c:v>0.0519774791047</c:v>
                </c:pt>
                <c:pt idx="808">
                  <c:v>0.0517205717947</c:v>
                </c:pt>
                <c:pt idx="809">
                  <c:v>0.0514658837126</c:v>
                </c:pt>
                <c:pt idx="810">
                  <c:v>0.0512133885444</c:v>
                </c:pt>
                <c:pt idx="811">
                  <c:v>0.0509630602768</c:v>
                </c:pt>
                <c:pt idx="812">
                  <c:v>0.0507148731967</c:v>
                </c:pt>
                <c:pt idx="813">
                  <c:v>0.0504688018919</c:v>
                </c:pt>
                <c:pt idx="814">
                  <c:v>0.0502248212506</c:v>
                </c:pt>
                <c:pt idx="815">
                  <c:v>0.049982906461</c:v>
                </c:pt>
                <c:pt idx="816">
                  <c:v>0.0497430330116</c:v>
                </c:pt>
                <c:pt idx="817">
                  <c:v>0.0495051766901</c:v>
                </c:pt>
                <c:pt idx="818">
                  <c:v>0.0492693135833</c:v>
                </c:pt>
                <c:pt idx="819">
                  <c:v>0.0490354200764</c:v>
                </c:pt>
                <c:pt idx="820">
                  <c:v>0.0488034728523</c:v>
                </c:pt>
                <c:pt idx="821">
                  <c:v>0.0485734488906</c:v>
                </c:pt>
                <c:pt idx="822">
                  <c:v>0.0483453254668</c:v>
                </c:pt>
                <c:pt idx="823">
                  <c:v>0.0481190801514</c:v>
                </c:pt>
                <c:pt idx="824">
                  <c:v>0.0478946908086</c:v>
                </c:pt>
                <c:pt idx="825">
                  <c:v>0.0476721355954</c:v>
                </c:pt>
                <c:pt idx="826">
                  <c:v>0.04745139296</c:v>
                </c:pt>
                <c:pt idx="827">
                  <c:v>0.0472324416406</c:v>
                </c:pt>
                <c:pt idx="828">
                  <c:v>0.0470152606642</c:v>
                </c:pt>
                <c:pt idx="829">
                  <c:v>0.0467998293446</c:v>
                </c:pt>
                <c:pt idx="830">
                  <c:v>0.0465861272812</c:v>
                </c:pt>
                <c:pt idx="831">
                  <c:v>0.0463741343573</c:v>
                </c:pt>
                <c:pt idx="832">
                  <c:v>0.0461638307382</c:v>
                </c:pt>
                <c:pt idx="833">
                  <c:v>0.0459551968698</c:v>
                </c:pt>
                <c:pt idx="834">
                  <c:v>0.0457482134761</c:v>
                </c:pt>
                <c:pt idx="835">
                  <c:v>0.0455428615579</c:v>
                </c:pt>
                <c:pt idx="836">
                  <c:v>0.0453391223905</c:v>
                </c:pt>
                <c:pt idx="837">
                  <c:v>0.0451369775217</c:v>
                </c:pt>
                <c:pt idx="838">
                  <c:v>0.04493640877</c:v>
                </c:pt>
                <c:pt idx="839">
                  <c:v>0.044737398222</c:v>
                </c:pt>
                <c:pt idx="840">
                  <c:v>0.0445399282303</c:v>
                </c:pt>
                <c:pt idx="841">
                  <c:v>0.0443439814116</c:v>
                </c:pt>
                <c:pt idx="842">
                  <c:v>0.044149540644</c:v>
                </c:pt>
                <c:pt idx="843">
                  <c:v>0.0439565890649</c:v>
                </c:pt>
                <c:pt idx="844">
                  <c:v>0.0437651100686</c:v>
                </c:pt>
                <c:pt idx="845">
                  <c:v>0.0435750873035</c:v>
                </c:pt>
                <c:pt idx="846">
                  <c:v>0.0433865046702</c:v>
                </c:pt>
                <c:pt idx="847">
                  <c:v>0.0431993463186</c:v>
                </c:pt>
                <c:pt idx="848">
                  <c:v>0.0430135966452</c:v>
                </c:pt>
                <c:pt idx="849">
                  <c:v>0.0428292402909</c:v>
                </c:pt>
                <c:pt idx="850">
                  <c:v>0.0426462621382</c:v>
                </c:pt>
                <c:pt idx="851">
                  <c:v>0.0424646473082</c:v>
                </c:pt>
                <c:pt idx="852">
                  <c:v>0.0422843811584</c:v>
                </c:pt>
                <c:pt idx="853">
                  <c:v>0.0421054492794</c:v>
                </c:pt>
                <c:pt idx="854">
                  <c:v>0.0419278374924</c:v>
                </c:pt>
                <c:pt idx="855">
                  <c:v>0.0417515318464</c:v>
                </c:pt>
                <c:pt idx="856">
                  <c:v>0.041576518615</c:v>
                </c:pt>
                <c:pt idx="857">
                  <c:v>0.0414027842938</c:v>
                </c:pt>
                <c:pt idx="858">
                  <c:v>0.0412303155973</c:v>
                </c:pt>
                <c:pt idx="859">
                  <c:v>0.0410590994557</c:v>
                </c:pt>
                <c:pt idx="860">
                  <c:v>0.0408891230123</c:v>
                </c:pt>
                <c:pt idx="861">
                  <c:v>0.04072037362</c:v>
                </c:pt>
                <c:pt idx="862">
                  <c:v>0.0405528388385</c:v>
                </c:pt>
                <c:pt idx="863">
                  <c:v>0.0403865064309</c:v>
                </c:pt>
                <c:pt idx="864">
                  <c:v>0.0402213643606</c:v>
                </c:pt>
                <c:pt idx="865">
                  <c:v>0.0400574007885</c:v>
                </c:pt>
                <c:pt idx="866">
                  <c:v>0.0398946040689</c:v>
                </c:pt>
                <c:pt idx="867">
                  <c:v>0.0397329627471</c:v>
                </c:pt>
                <c:pt idx="868">
                  <c:v>0.0395724655555</c:v>
                </c:pt>
                <c:pt idx="869">
                  <c:v>0.0394131014108</c:v>
                </c:pt>
                <c:pt idx="870">
                  <c:v>0.0392548594103</c:v>
                </c:pt>
                <c:pt idx="871">
                  <c:v>0.0390977288284</c:v>
                </c:pt>
                <c:pt idx="872">
                  <c:v>0.0389416991138</c:v>
                </c:pt>
                <c:pt idx="873">
                  <c:v>0.0387867598856</c:v>
                </c:pt>
                <c:pt idx="874">
                  <c:v>0.0386329009302</c:v>
                </c:pt>
                <c:pt idx="875">
                  <c:v>0.0384801121978</c:v>
                </c:pt>
                <c:pt idx="876">
                  <c:v>0.038328383799</c:v>
                </c:pt>
                <c:pt idx="877">
                  <c:v>0.0381777060014</c:v>
                </c:pt>
                <c:pt idx="878">
                  <c:v>0.0380280692263</c:v>
                </c:pt>
                <c:pt idx="879">
                  <c:v>0.0378794640452</c:v>
                </c:pt>
                <c:pt idx="880">
                  <c:v>0.0377318811766</c:v>
                </c:pt>
                <c:pt idx="881">
                  <c:v>0.0375853114825</c:v>
                </c:pt>
                <c:pt idx="882">
                  <c:v>0.0374397459654</c:v>
                </c:pt>
                <c:pt idx="883">
                  <c:v>0.0372951757646</c:v>
                </c:pt>
                <c:pt idx="884">
                  <c:v>0.0371515921533</c:v>
                </c:pt>
                <c:pt idx="885">
                  <c:v>0.0370089865354</c:v>
                </c:pt>
                <c:pt idx="886">
                  <c:v>0.0368673504422</c:v>
                </c:pt>
                <c:pt idx="887">
                  <c:v>0.0367266755296</c:v>
                </c:pt>
                <c:pt idx="888">
                  <c:v>0.0365869535746</c:v>
                </c:pt>
                <c:pt idx="889">
                  <c:v>0.036448176473</c:v>
                </c:pt>
                <c:pt idx="890">
                  <c:v>0.0363103362362</c:v>
                </c:pt>
                <c:pt idx="891">
                  <c:v>0.0361734249883</c:v>
                </c:pt>
                <c:pt idx="892">
                  <c:v>0.0360374349636</c:v>
                </c:pt>
                <c:pt idx="893">
                  <c:v>0.035902358504</c:v>
                </c:pt>
                <c:pt idx="894">
                  <c:v>0.0357681880565</c:v>
                </c:pt>
                <c:pt idx="895">
                  <c:v>0.0356349161705</c:v>
                </c:pt>
                <c:pt idx="896">
                  <c:v>0.035502535496</c:v>
                </c:pt>
                <c:pt idx="897">
                  <c:v>0.035371038781</c:v>
                </c:pt>
                <c:pt idx="898">
                  <c:v>0.0352404188698</c:v>
                </c:pt>
                <c:pt idx="899">
                  <c:v>0.0351106687006</c:v>
                </c:pt>
                <c:pt idx="900">
                  <c:v>0.034981781304</c:v>
                </c:pt>
                <c:pt idx="901">
                  <c:v>0.0348537498015</c:v>
                </c:pt>
                <c:pt idx="902">
                  <c:v>0.0347265674033</c:v>
                </c:pt>
                <c:pt idx="903">
                  <c:v>0.0346002274075</c:v>
                </c:pt>
                <c:pt idx="904">
                  <c:v>0.0344747231986</c:v>
                </c:pt>
                <c:pt idx="905">
                  <c:v>0.0343500482463</c:v>
                </c:pt>
                <c:pt idx="906">
                  <c:v>0.0342261961044</c:v>
                </c:pt>
                <c:pt idx="907">
                  <c:v>0.0341031604103</c:v>
                </c:pt>
                <c:pt idx="908">
                  <c:v>0.0339809348838</c:v>
                </c:pt>
                <c:pt idx="909">
                  <c:v>0.0338595133271</c:v>
                </c:pt>
                <c:pt idx="910">
                  <c:v>0.0337388896238</c:v>
                </c:pt>
                <c:pt idx="911">
                  <c:v>0.0336190577389</c:v>
                </c:pt>
                <c:pt idx="912">
                  <c:v>0.0335000117189</c:v>
                </c:pt>
                <c:pt idx="913">
                  <c:v>0.0333817456913</c:v>
                </c:pt>
                <c:pt idx="914">
                  <c:v>0.0332642538649</c:v>
                </c:pt>
                <c:pt idx="915">
                  <c:v>0.0331475305304</c:v>
                </c:pt>
                <c:pt idx="916">
                  <c:v>0.0330315700605</c:v>
                </c:pt>
                <c:pt idx="917">
                  <c:v>0.0329163669105</c:v>
                </c:pt>
                <c:pt idx="918">
                  <c:v>0.0328019156191</c:v>
                </c:pt>
                <c:pt idx="919">
                  <c:v>0.0326882108089</c:v>
                </c:pt>
                <c:pt idx="920">
                  <c:v>0.0325752471878</c:v>
                </c:pt>
                <c:pt idx="921">
                  <c:v>0.0324630195498</c:v>
                </c:pt>
                <c:pt idx="922">
                  <c:v>0.0323515227759</c:v>
                </c:pt>
                <c:pt idx="923">
                  <c:v>0.0322407518358</c:v>
                </c:pt>
                <c:pt idx="924">
                  <c:v>0.0321307017891</c:v>
                </c:pt>
                <c:pt idx="925">
                  <c:v>0.0320213677868</c:v>
                </c:pt>
                <c:pt idx="926">
                  <c:v>0.0319127450726</c:v>
                </c:pt>
                <c:pt idx="927">
                  <c:v>0.0318048289848</c:v>
                </c:pt>
                <c:pt idx="928">
                  <c:v>0.0316976149582</c:v>
                </c:pt>
                <c:pt idx="929">
                  <c:v>0.0315910985252</c:v>
                </c:pt>
                <c:pt idx="930">
                  <c:v>0.0314852753183</c:v>
                </c:pt>
                <c:pt idx="931">
                  <c:v>0.0313801410717</c:v>
                </c:pt>
                <c:pt idx="932">
                  <c:v>0.0312756916233</c:v>
                </c:pt>
                <c:pt idx="933">
                  <c:v>0.0311719229166</c:v>
                </c:pt>
                <c:pt idx="934">
                  <c:v>0.0310688310026</c:v>
                </c:pt>
                <c:pt idx="935">
                  <c:v>0.0309664120421</c:v>
                </c:pt>
                <c:pt idx="936">
                  <c:v>0.0308646623074</c:v>
                </c:pt>
                <c:pt idx="937">
                  <c:v>0.0307635781846</c:v>
                </c:pt>
                <c:pt idx="938">
                  <c:v>0.0306631561753</c:v>
                </c:pt>
                <c:pt idx="939">
                  <c:v>0.0305633928987</c:v>
                </c:pt>
                <c:pt idx="940">
                  <c:v>0.0304642850938</c:v>
                </c:pt>
                <c:pt idx="941">
                  <c:v>0.0303658296207</c:v>
                </c:pt>
                <c:pt idx="942">
                  <c:v>0.0302680234631</c:v>
                </c:pt>
                <c:pt idx="943">
                  <c:v>0.0301708637295</c:v>
                </c:pt>
                <c:pt idx="944">
                  <c:v>0.0300743476556</c:v>
                </c:pt>
                <c:pt idx="945">
                  <c:v>0.029978472605</c:v>
                </c:pt>
                <c:pt idx="946">
                  <c:v>0.0298832360716</c:v>
                </c:pt>
                <c:pt idx="947">
                  <c:v>0.0297886356805</c:v>
                </c:pt>
                <c:pt idx="948">
                  <c:v>0.0296946691894</c:v>
                </c:pt>
                <c:pt idx="949">
                  <c:v>0.02960133449</c:v>
                </c:pt>
                <c:pt idx="950">
                  <c:v>0.0295086296087</c:v>
                </c:pt>
                <c:pt idx="951">
                  <c:v>0.0294165527077</c:v>
                </c:pt>
                <c:pt idx="952">
                  <c:v>0.0293251020858</c:v>
                </c:pt>
                <c:pt idx="953">
                  <c:v>0.0292342761787</c:v>
                </c:pt>
                <c:pt idx="954">
                  <c:v>0.0291440735597</c:v>
                </c:pt>
                <c:pt idx="955">
                  <c:v>0.0290544929397</c:v>
                </c:pt>
                <c:pt idx="956">
                  <c:v>0.0289655331674</c:v>
                </c:pt>
                <c:pt idx="957">
                  <c:v>0.0288771932289</c:v>
                </c:pt>
                <c:pt idx="958">
                  <c:v>0.0287894722478</c:v>
                </c:pt>
                <c:pt idx="959">
                  <c:v>0.0287023694838</c:v>
                </c:pt>
                <c:pt idx="960">
                  <c:v>0.0286158843329</c:v>
                </c:pt>
                <c:pt idx="961">
                  <c:v>0.0285300163255</c:v>
                </c:pt>
                <c:pt idx="962">
                  <c:v>0.0284447651257</c:v>
                </c:pt>
                <c:pt idx="963">
                  <c:v>0.0283601305297</c:v>
                </c:pt>
                <c:pt idx="964">
                  <c:v>0.028276112464</c:v>
                </c:pt>
                <c:pt idx="965">
                  <c:v>0.0281927109836</c:v>
                </c:pt>
                <c:pt idx="966">
                  <c:v>0.0281099262696</c:v>
                </c:pt>
                <c:pt idx="967">
                  <c:v>0.0280277586273</c:v>
                </c:pt>
                <c:pt idx="968">
                  <c:v>0.0279462084828</c:v>
                </c:pt>
                <c:pt idx="969">
                  <c:v>0.027865276381</c:v>
                </c:pt>
                <c:pt idx="970">
                  <c:v>0.0277849629817</c:v>
                </c:pt>
                <c:pt idx="971">
                  <c:v>0.027705269057</c:v>
                </c:pt>
                <c:pt idx="972">
                  <c:v>0.0276261954873</c:v>
                </c:pt>
                <c:pt idx="973">
                  <c:v>0.0275477432575</c:v>
                </c:pt>
                <c:pt idx="974">
                  <c:v>0.0274699134535</c:v>
                </c:pt>
                <c:pt idx="975">
                  <c:v>0.0273927072575</c:v>
                </c:pt>
                <c:pt idx="976">
                  <c:v>0.027316125944</c:v>
                </c:pt>
                <c:pt idx="977">
                  <c:v>0.027240170875</c:v>
                </c:pt>
                <c:pt idx="978">
                  <c:v>0.0271648434955</c:v>
                </c:pt>
                <c:pt idx="979">
                  <c:v>0.0270901453284</c:v>
                </c:pt>
                <c:pt idx="980">
                  <c:v>0.0270160779695</c:v>
                </c:pt>
                <c:pt idx="981">
                  <c:v>0.0269426430823</c:v>
                </c:pt>
                <c:pt idx="982">
                  <c:v>0.0268698423926</c:v>
                </c:pt>
                <c:pt idx="983">
                  <c:v>0.026797677683</c:v>
                </c:pt>
                <c:pt idx="984">
                  <c:v>0.0267261507874</c:v>
                </c:pt>
                <c:pt idx="985">
                  <c:v>0.0266552635851</c:v>
                </c:pt>
                <c:pt idx="986">
                  <c:v>0.0265850179954</c:v>
                </c:pt>
                <c:pt idx="987">
                  <c:v>0.026515415971</c:v>
                </c:pt>
                <c:pt idx="988">
                  <c:v>0.0264464594928</c:v>
                </c:pt>
                <c:pt idx="989">
                  <c:v>0.0263781505635</c:v>
                </c:pt>
                <c:pt idx="990">
                  <c:v>0.0263104912015</c:v>
                </c:pt>
                <c:pt idx="991">
                  <c:v>0.0262434834349</c:v>
                </c:pt>
                <c:pt idx="992">
                  <c:v>0.0261771292957</c:v>
                </c:pt>
                <c:pt idx="993">
                  <c:v>0.026111430813</c:v>
                </c:pt>
                <c:pt idx="994">
                  <c:v>0.0260463900074</c:v>
                </c:pt>
                <c:pt idx="995">
                  <c:v>0.0259820088848</c:v>
                </c:pt>
                <c:pt idx="996">
                  <c:v>0.0259182894302</c:v>
                </c:pt>
                <c:pt idx="997">
                  <c:v>0.0258552336016</c:v>
                </c:pt>
                <c:pt idx="998">
                  <c:v>0.0257928433244</c:v>
                </c:pt>
                <c:pt idx="999">
                  <c:v>0.0257311204848</c:v>
                </c:pt>
                <c:pt idx="1000">
                  <c:v>0.0256700669242</c:v>
                </c:pt>
                <c:pt idx="1001">
                  <c:v>0.0256096844335</c:v>
                </c:pt>
                <c:pt idx="1002">
                  <c:v>0.0255499747472</c:v>
                </c:pt>
                <c:pt idx="1003">
                  <c:v>0.0254909395375</c:v>
                </c:pt>
                <c:pt idx="1004">
                  <c:v>0.0254325804091</c:v>
                </c:pt>
                <c:pt idx="1005">
                  <c:v>0.0253748988934</c:v>
                </c:pt>
                <c:pt idx="1006">
                  <c:v>0.0253178964431</c:v>
                </c:pt>
                <c:pt idx="1007">
                  <c:v>0.025261574427</c:v>
                </c:pt>
                <c:pt idx="1008">
                  <c:v>0.0252059341247</c:v>
                </c:pt>
                <c:pt idx="1009">
                  <c:v>0.0251509767216</c:v>
                </c:pt>
                <c:pt idx="1010">
                  <c:v>0.0250967033037</c:v>
                </c:pt>
                <c:pt idx="1011">
                  <c:v>0.0250431148529</c:v>
                </c:pt>
                <c:pt idx="1012">
                  <c:v>0.0249902122424</c:v>
                </c:pt>
                <c:pt idx="1013">
                  <c:v>0.0249379962317</c:v>
                </c:pt>
                <c:pt idx="1014">
                  <c:v>0.0248864674623</c:v>
                </c:pt>
                <c:pt idx="1015">
                  <c:v>0.0248356264531</c:v>
                </c:pt>
                <c:pt idx="1016">
                  <c:v>0.0247854735967</c:v>
                </c:pt>
                <c:pt idx="1017">
                  <c:v>0.0247360091545</c:v>
                </c:pt>
                <c:pt idx="1018">
                  <c:v>0.0246872332533</c:v>
                </c:pt>
                <c:pt idx="1019">
                  <c:v>0.0246391458811</c:v>
                </c:pt>
                <c:pt idx="1020">
                  <c:v>0.0245917468835</c:v>
                </c:pt>
                <c:pt idx="1021">
                  <c:v>0.02454503596</c:v>
                </c:pt>
                <c:pt idx="1022">
                  <c:v>0.0244990126606</c:v>
                </c:pt>
                <c:pt idx="1023">
                  <c:v>0.0244536763824</c:v>
                </c:pt>
                <c:pt idx="1024">
                  <c:v>0.0244090263665</c:v>
                </c:pt>
                <c:pt idx="1025">
                  <c:v>0.0243650616949</c:v>
                </c:pt>
                <c:pt idx="1026">
                  <c:v>0.0243217812875</c:v>
                </c:pt>
                <c:pt idx="1027">
                  <c:v>0.0242791838994</c:v>
                </c:pt>
                <c:pt idx="1028">
                  <c:v>0.0242372681185</c:v>
                </c:pt>
                <c:pt idx="1029">
                  <c:v>0.0241960323626</c:v>
                </c:pt>
                <c:pt idx="1030">
                  <c:v>0.0241554748774</c:v>
                </c:pt>
                <c:pt idx="1031">
                  <c:v>0.0241155937344</c:v>
                </c:pt>
                <c:pt idx="1032">
                  <c:v>0.0240763868287</c:v>
                </c:pt>
                <c:pt idx="1033">
                  <c:v>0.0240378518773</c:v>
                </c:pt>
                <c:pt idx="1034">
                  <c:v>0.0239999864176</c:v>
                </c:pt>
                <c:pt idx="1035">
                  <c:v>0.0239627878056</c:v>
                </c:pt>
                <c:pt idx="1036">
                  <c:v>0.0239262532149</c:v>
                </c:pt>
                <c:pt idx="1037">
                  <c:v>0.0238903796355</c:v>
                </c:pt>
                <c:pt idx="1038">
                  <c:v>0.0238551638729</c:v>
                </c:pt>
                <c:pt idx="1039">
                  <c:v>0.0238206025474</c:v>
                </c:pt>
                <c:pt idx="1040">
                  <c:v>0.0237866920935</c:v>
                </c:pt>
                <c:pt idx="1041">
                  <c:v>0.0237534287598</c:v>
                </c:pt>
                <c:pt idx="1042">
                  <c:v>0.0237208086088</c:v>
                </c:pt>
                <c:pt idx="1043">
                  <c:v>0.0236888275167</c:v>
                </c:pt>
                <c:pt idx="1044">
                  <c:v>0.0236574811744</c:v>
                </c:pt>
                <c:pt idx="1045">
                  <c:v>0.0236267650875</c:v>
                </c:pt>
                <c:pt idx="1046">
                  <c:v>0.0235966745771</c:v>
                </c:pt>
                <c:pt idx="1047">
                  <c:v>0.0235672047814</c:v>
                </c:pt>
                <c:pt idx="1048">
                  <c:v>0.0235383506562</c:v>
                </c:pt>
                <c:pt idx="1049">
                  <c:v>0.0235101069767</c:v>
                </c:pt>
                <c:pt idx="1050">
                  <c:v>0.0234824683393</c:v>
                </c:pt>
                <c:pt idx="1051">
                  <c:v>0.0234554291635</c:v>
                </c:pt>
                <c:pt idx="1052">
                  <c:v>0.023428983694</c:v>
                </c:pt>
                <c:pt idx="1053">
                  <c:v>0.0234031260032</c:v>
                </c:pt>
                <c:pt idx="1054">
                  <c:v>0.0233778499937</c:v>
                </c:pt>
                <c:pt idx="1055">
                  <c:v>0.0233531494013</c:v>
                </c:pt>
                <c:pt idx="1056">
                  <c:v>0.0233290177983</c:v>
                </c:pt>
                <c:pt idx="1057">
                  <c:v>0.0233054485966</c:v>
                </c:pt>
                <c:pt idx="1058">
                  <c:v>0.0232824350511</c:v>
                </c:pt>
                <c:pt idx="1059">
                  <c:v>0.023259970264</c:v>
                </c:pt>
                <c:pt idx="1060">
                  <c:v>0.0232380471882</c:v>
                </c:pt>
                <c:pt idx="1061">
                  <c:v>0.0232166586319</c:v>
                </c:pt>
                <c:pt idx="1062">
                  <c:v>0.0231957972628</c:v>
                </c:pt>
                <c:pt idx="1063">
                  <c:v>0.0231754556127</c:v>
                </c:pt>
                <c:pt idx="1064">
                  <c:v>0.023155626082</c:v>
                </c:pt>
                <c:pt idx="1065">
                  <c:v>0.0231363009451</c:v>
                </c:pt>
                <c:pt idx="1066">
                  <c:v>0.0231174723547</c:v>
                </c:pt>
                <c:pt idx="1067">
                  <c:v>0.0230991323478</c:v>
                </c:pt>
                <c:pt idx="1068">
                  <c:v>0.0230812728503</c:v>
                </c:pt>
                <c:pt idx="1069">
                  <c:v>0.0230638856826</c:v>
                </c:pt>
                <c:pt idx="1070">
                  <c:v>0.0230469625652</c:v>
                </c:pt>
                <c:pt idx="1071">
                  <c:v>0.0230304951242</c:v>
                </c:pt>
                <c:pt idx="1072">
                  <c:v>0.023014474897</c:v>
                </c:pt>
                <c:pt idx="1073">
                  <c:v>0.0229988933376</c:v>
                </c:pt>
                <c:pt idx="1074">
                  <c:v>0.0229837418228</c:v>
                </c:pt>
                <c:pt idx="1075">
                  <c:v>0.0229690116574</c:v>
                </c:pt>
                <c:pt idx="1076">
                  <c:v>0.0229546940805</c:v>
                </c:pt>
                <c:pt idx="1077">
                  <c:v>0.0229407802705</c:v>
                </c:pt>
                <c:pt idx="1078">
                  <c:v>0.0229272613511</c:v>
                </c:pt>
                <c:pt idx="1079">
                  <c:v>0.022914128397</c:v>
                </c:pt>
                <c:pt idx="1080">
                  <c:v>0.0229013724389</c:v>
                </c:pt>
                <c:pt idx="1081">
                  <c:v>0.0228889844697</c:v>
                </c:pt>
                <c:pt idx="1082">
                  <c:v>0.0228769554487</c:v>
                </c:pt>
                <c:pt idx="1083">
                  <c:v>0.0228652763081</c:v>
                </c:pt>
                <c:pt idx="1084">
                  <c:v>0.0228539379567</c:v>
                </c:pt>
                <c:pt idx="1085">
                  <c:v>0.0228429312861</c:v>
                </c:pt>
                <c:pt idx="1086">
                  <c:v>0.0228322471743</c:v>
                </c:pt>
                <c:pt idx="1087">
                  <c:v>0.0228218764909</c:v>
                </c:pt>
                <c:pt idx="1088">
                  <c:v>0.0228118101016</c:v>
                </c:pt>
                <c:pt idx="1089">
                  <c:v>0.0228020388717</c:v>
                </c:pt>
                <c:pt idx="1090">
                  <c:v>0.0227925536708</c:v>
                </c:pt>
                <c:pt idx="1091">
                  <c:v>0.022783345376</c:v>
                </c:pt>
                <c:pt idx="1092">
                  <c:v>0.0227744048758</c:v>
                </c:pt>
                <c:pt idx="1093">
                  <c:v>0.0227657230732</c:v>
                </c:pt>
                <c:pt idx="1094">
                  <c:v>0.0227572908885</c:v>
                </c:pt>
                <c:pt idx="1095">
                  <c:v>0.0227490992629</c:v>
                </c:pt>
                <c:pt idx="1096">
                  <c:v>0.0227411391602</c:v>
                </c:pt>
                <c:pt idx="1097">
                  <c:v>0.0227334015694</c:v>
                </c:pt>
                <c:pt idx="1098">
                  <c:v>0.0227258775069</c:v>
                </c:pt>
                <c:pt idx="1099">
                  <c:v>0.0227185580181</c:v>
                </c:pt>
                <c:pt idx="1100">
                  <c:v>0.022711434179</c:v>
                </c:pt>
                <c:pt idx="1101">
                  <c:v>0.0227044970974</c:v>
                </c:pt>
                <c:pt idx="1102">
                  <c:v>0.0226977379142</c:v>
                </c:pt>
                <c:pt idx="1103">
                  <c:v>0.0226911478035</c:v>
                </c:pt>
                <c:pt idx="1104">
                  <c:v>0.022684717974</c:v>
                </c:pt>
                <c:pt idx="1105">
                  <c:v>0.0226784396683</c:v>
                </c:pt>
                <c:pt idx="1106">
                  <c:v>0.0226723041639</c:v>
                </c:pt>
                <c:pt idx="1107">
                  <c:v>0.0226663027719</c:v>
                </c:pt>
                <c:pt idx="1108">
                  <c:v>0.0226604268376</c:v>
                </c:pt>
                <c:pt idx="1109">
                  <c:v>0.0226546677391</c:v>
                </c:pt>
                <c:pt idx="1110">
                  <c:v>0.0226490168864</c:v>
                </c:pt>
                <c:pt idx="1111">
                  <c:v>0.0226434657208</c:v>
                </c:pt>
                <c:pt idx="1112">
                  <c:v>0.0226380057131</c:v>
                </c:pt>
                <c:pt idx="1113">
                  <c:v>0.022632628362</c:v>
                </c:pt>
                <c:pt idx="1114">
                  <c:v>0.0226273251929</c:v>
                </c:pt>
                <c:pt idx="1115">
                  <c:v>0.0226220877554</c:v>
                </c:pt>
                <c:pt idx="1116">
                  <c:v>0.0226169076216</c:v>
                </c:pt>
                <c:pt idx="1117">
                  <c:v>0.0226117763836</c:v>
                </c:pt>
                <c:pt idx="1118">
                  <c:v>0.0226066856514</c:v>
                </c:pt>
                <c:pt idx="1119">
                  <c:v>0.0226016270501</c:v>
                </c:pt>
                <c:pt idx="1120">
                  <c:v>0.0225965922174</c:v>
                </c:pt>
                <c:pt idx="1121">
                  <c:v>0.0225915728004</c:v>
                </c:pt>
                <c:pt idx="1122">
                  <c:v>0.0225865604534</c:v>
                </c:pt>
                <c:pt idx="1123">
                  <c:v>0.0225815468342</c:v>
                </c:pt>
                <c:pt idx="1124">
                  <c:v>0.0225765236013</c:v>
                </c:pt>
                <c:pt idx="1125">
                  <c:v>0.0225714824107</c:v>
                </c:pt>
                <c:pt idx="1126">
                  <c:v>0.0225664149127</c:v>
                </c:pt>
                <c:pt idx="1127">
                  <c:v>0.0225613127482</c:v>
                </c:pt>
                <c:pt idx="1128">
                  <c:v>0.0225561675458</c:v>
                </c:pt>
                <c:pt idx="1129">
                  <c:v>0.0225509709181</c:v>
                </c:pt>
                <c:pt idx="1130">
                  <c:v>0.0225457144582</c:v>
                </c:pt>
                <c:pt idx="1131">
                  <c:v>0.0225403897365</c:v>
                </c:pt>
                <c:pt idx="1132">
                  <c:v>0.0225349882971</c:v>
                </c:pt>
                <c:pt idx="1133">
                  <c:v>0.0225295016544</c:v>
                </c:pt>
                <c:pt idx="1134">
                  <c:v>0.0225239212893</c:v>
                </c:pt>
                <c:pt idx="1135">
                  <c:v>0.0225182386464</c:v>
                </c:pt>
                <c:pt idx="1136">
                  <c:v>0.0225124451301</c:v>
                </c:pt>
                <c:pt idx="1137">
                  <c:v>0.0225065321016</c:v>
                </c:pt>
                <c:pt idx="1138">
                  <c:v>0.0225004908754</c:v>
                </c:pt>
                <c:pt idx="1139">
                  <c:v>0.0224943127164</c:v>
                </c:pt>
                <c:pt idx="1140">
                  <c:v>0.0224879888367</c:v>
                </c:pt>
                <c:pt idx="1141">
                  <c:v>0.0224815103922</c:v>
                </c:pt>
                <c:pt idx="1142">
                  <c:v>0.0224748684806</c:v>
                </c:pt>
                <c:pt idx="1143">
                  <c:v>0.0224680541376</c:v>
                </c:pt>
                <c:pt idx="1144">
                  <c:v>0.0224610583353</c:v>
                </c:pt>
                <c:pt idx="1145">
                  <c:v>0.022453871979</c:v>
                </c:pt>
                <c:pt idx="1146">
                  <c:v>0.022446485905</c:v>
                </c:pt>
                <c:pt idx="1147">
                  <c:v>0.0224388908789</c:v>
                </c:pt>
                <c:pt idx="1148">
                  <c:v>0.0224310775931</c:v>
                </c:pt>
                <c:pt idx="1149">
                  <c:v>0.0224230366656</c:v>
                </c:pt>
                <c:pt idx="1150">
                  <c:v>0.0224147586377</c:v>
                </c:pt>
                <c:pt idx="1151">
                  <c:v>0.0224062339737</c:v>
                </c:pt>
                <c:pt idx="1152">
                  <c:v>0.022397453059</c:v>
                </c:pt>
                <c:pt idx="1153">
                  <c:v>0.0223884061996</c:v>
                </c:pt>
                <c:pt idx="1154">
                  <c:v>0.0223790836217</c:v>
                </c:pt>
                <c:pt idx="1155">
                  <c:v>0.022369475471</c:v>
                </c:pt>
                <c:pt idx="1156">
                  <c:v>0.0223595718134</c:v>
                </c:pt>
                <c:pt idx="1157">
                  <c:v>0.0223493626345</c:v>
                </c:pt>
                <c:pt idx="1158">
                  <c:v>0.0223388378409</c:v>
                </c:pt>
                <c:pt idx="1159">
                  <c:v>0.0223279872609</c:v>
                </c:pt>
                <c:pt idx="1160">
                  <c:v>0.0223168006459</c:v>
                </c:pt>
                <c:pt idx="1161">
                  <c:v>0.022305267672</c:v>
                </c:pt>
                <c:pt idx="1162">
                  <c:v>0.0222933779422</c:v>
                </c:pt>
                <c:pt idx="1163">
                  <c:v>0.0222811209886</c:v>
                </c:pt>
                <c:pt idx="1164">
                  <c:v>0.0222684862755</c:v>
                </c:pt>
                <c:pt idx="1165">
                  <c:v>0.0222554632026</c:v>
                </c:pt>
                <c:pt idx="1166">
                  <c:v>0.0222420411084</c:v>
                </c:pt>
                <c:pt idx="1167">
                  <c:v>0.0222282092745</c:v>
                </c:pt>
                <c:pt idx="1168">
                  <c:v>0.0222139569303</c:v>
                </c:pt>
                <c:pt idx="1169">
                  <c:v>0.0221992732577</c:v>
                </c:pt>
                <c:pt idx="1170">
                  <c:v>0.0221841473967</c:v>
                </c:pt>
                <c:pt idx="1171">
                  <c:v>0.0221685684513</c:v>
                </c:pt>
                <c:pt idx="1172">
                  <c:v>0.0221525254959</c:v>
                </c:pt>
                <c:pt idx="1173">
                  <c:v>0.0221360075822</c:v>
                </c:pt>
                <c:pt idx="1174">
                  <c:v>0.0221190037468</c:v>
                </c:pt>
                <c:pt idx="1175">
                  <c:v>0.0221015030187</c:v>
                </c:pt>
                <c:pt idx="1176">
                  <c:v>0.0220834944281</c:v>
                </c:pt>
                <c:pt idx="1177">
                  <c:v>0.0220649670153</c:v>
                </c:pt>
                <c:pt idx="1178">
                  <c:v>0.0220459098397</c:v>
                </c:pt>
                <c:pt idx="1179">
                  <c:v>0.0220263119905</c:v>
                </c:pt>
                <c:pt idx="1180">
                  <c:v>0.0220061625966</c:v>
                </c:pt>
                <c:pt idx="1181">
                  <c:v>0.0219854508377</c:v>
                </c:pt>
                <c:pt idx="1182">
                  <c:v>0.0219641659563</c:v>
                </c:pt>
                <c:pt idx="1183">
                  <c:v>0.0219422972691</c:v>
                </c:pt>
                <c:pt idx="1184">
                  <c:v>0.0219198341799</c:v>
                </c:pt>
                <c:pt idx="1185">
                  <c:v>0.0218967661927</c:v>
                </c:pt>
                <c:pt idx="1186">
                  <c:v>0.0218730829251</c:v>
                </c:pt>
                <c:pt idx="1187">
                  <c:v>0.0218487741223</c:v>
                </c:pt>
                <c:pt idx="1188">
                  <c:v>0.0218238296717</c:v>
                </c:pt>
                <c:pt idx="1189">
                  <c:v>0.0217982396178</c:v>
                </c:pt>
                <c:pt idx="1190">
                  <c:v>0.0217719941775</c:v>
                </c:pt>
                <c:pt idx="1191">
                  <c:v>0.0217450837561</c:v>
                </c:pt>
                <c:pt idx="1192">
                  <c:v>0.0217174989633</c:v>
                </c:pt>
                <c:pt idx="1193">
                  <c:v>0.0216892306296</c:v>
                </c:pt>
                <c:pt idx="1194">
                  <c:v>0.0216602698234</c:v>
                </c:pt>
                <c:pt idx="1195">
                  <c:v>0.0216306078684</c:v>
                </c:pt>
                <c:pt idx="1196">
                  <c:v>0.0216002363603</c:v>
                </c:pt>
                <c:pt idx="1197">
                  <c:v>0.0215691471853</c:v>
                </c:pt>
                <c:pt idx="1198">
                  <c:v>0.0215373325375</c:v>
                </c:pt>
                <c:pt idx="1199">
                  <c:v>0.0215047849371</c:v>
                </c:pt>
                <c:pt idx="1200">
                  <c:v>0.0214714972486</c:v>
                </c:pt>
                <c:pt idx="1201">
                  <c:v>0.0214374626987</c:v>
                </c:pt>
                <c:pt idx="1202">
                  <c:v>0.0214026748952</c:v>
                </c:pt>
                <c:pt idx="1203">
                  <c:v>0.0213671278443</c:v>
                </c:pt>
                <c:pt idx="1204">
                  <c:v>0.0213308159694</c:v>
                </c:pt>
                <c:pt idx="1205">
                  <c:v>0.0212937341289</c:v>
                </c:pt>
                <c:pt idx="1206">
                  <c:v>0.0212558776338</c:v>
                </c:pt>
                <c:pt idx="1207">
                  <c:v>0.0212172422653</c:v>
                </c:pt>
                <c:pt idx="1208">
                  <c:v>0.0211778242918</c:v>
                </c:pt>
                <c:pt idx="1209">
                  <c:v>0.0211376204862</c:v>
                </c:pt>
                <c:pt idx="1210">
                  <c:v>0.0210966281414</c:v>
                </c:pt>
                <c:pt idx="1211">
                  <c:v>0.0210548450867</c:v>
                </c:pt>
                <c:pt idx="1212">
                  <c:v>0.0210122697031</c:v>
                </c:pt>
                <c:pt idx="1213">
                  <c:v>0.0209689009372</c:v>
                </c:pt>
                <c:pt idx="1214">
                  <c:v>0.0209247383156</c:v>
                </c:pt>
                <c:pt idx="1215">
                  <c:v>0.0208797819579</c:v>
                </c:pt>
                <c:pt idx="1216">
                  <c:v>0.0208340325887</c:v>
                </c:pt>
                <c:pt idx="1217">
                  <c:v>0.0207874915488</c:v>
                </c:pt>
                <c:pt idx="1218">
                  <c:v>0.0207401608058</c:v>
                </c:pt>
                <c:pt idx="1219">
                  <c:v>0.0206920429631</c:v>
                </c:pt>
                <c:pt idx="1220">
                  <c:v>0.0206431412681</c:v>
                </c:pt>
                <c:pt idx="1221">
                  <c:v>0.0205934596193</c:v>
                </c:pt>
                <c:pt idx="1222">
                  <c:v>0.0205430025719</c:v>
                </c:pt>
                <c:pt idx="1223">
                  <c:v>0.0204917753421</c:v>
                </c:pt>
                <c:pt idx="1224">
                  <c:v>0.0204397838109</c:v>
                </c:pt>
                <c:pt idx="1225">
                  <c:v>0.0203870345251</c:v>
                </c:pt>
                <c:pt idx="1226">
                  <c:v>0.0203335346986</c:v>
                </c:pt>
                <c:pt idx="1227">
                  <c:v>0.0202792922105</c:v>
                </c:pt>
                <c:pt idx="1228">
                  <c:v>0.0202243156034</c:v>
                </c:pt>
                <c:pt idx="1229">
                  <c:v>0.020168614079</c:v>
                </c:pt>
                <c:pt idx="1230">
                  <c:v>0.0201121974929</c:v>
                </c:pt>
                <c:pt idx="1231">
                  <c:v>0.0200550763474</c:v>
                </c:pt>
                <c:pt idx="1232">
                  <c:v>0.0199972617834</c:v>
                </c:pt>
                <c:pt idx="1233">
                  <c:v>0.0199387655704</c:v>
                </c:pt>
                <c:pt idx="1234">
                  <c:v>0.0198796000947</c:v>
                </c:pt>
                <c:pt idx="1235">
                  <c:v>0.0198197783469</c:v>
                </c:pt>
                <c:pt idx="1236">
                  <c:v>0.0197593139075</c:v>
                </c:pt>
                <c:pt idx="1237">
                  <c:v>0.0196982209306</c:v>
                </c:pt>
                <c:pt idx="1238">
                  <c:v>0.0196365141275</c:v>
                </c:pt>
                <c:pt idx="1239">
                  <c:v>0.0195742087476</c:v>
                </c:pt>
                <c:pt idx="1240">
                  <c:v>0.0195113205588</c:v>
                </c:pt>
                <c:pt idx="1241">
                  <c:v>0.0194478658265</c:v>
                </c:pt>
                <c:pt idx="1242">
                  <c:v>0.0193838612911</c:v>
                </c:pt>
                <c:pt idx="1243">
                  <c:v>0.0193193241452</c:v>
                </c:pt>
                <c:pt idx="1244">
                  <c:v>0.0192542720084</c:v>
                </c:pt>
                <c:pt idx="1245">
                  <c:v>0.019188722903</c:v>
                </c:pt>
                <c:pt idx="1246">
                  <c:v>0.0191226952268</c:v>
                </c:pt>
                <c:pt idx="1247">
                  <c:v>0.0190562077268</c:v>
                </c:pt>
                <c:pt idx="1248">
                  <c:v>0.0189892794713</c:v>
                </c:pt>
                <c:pt idx="1249">
                  <c:v>0.0189219298215</c:v>
                </c:pt>
                <c:pt idx="1250">
                  <c:v>0.0188541784029</c:v>
                </c:pt>
                <c:pt idx="1251">
                  <c:v>0.0187860450759</c:v>
                </c:pt>
                <c:pt idx="1252">
                  <c:v>0.0187175499063</c:v>
                </c:pt>
                <c:pt idx="1253">
                  <c:v>0.0186487131355</c:v>
                </c:pt>
                <c:pt idx="1254">
                  <c:v>0.0185795551511</c:v>
                </c:pt>
                <c:pt idx="1255">
                  <c:v>0.0185100964561</c:v>
                </c:pt>
                <c:pt idx="1256">
                  <c:v>0.0184403576401</c:v>
                </c:pt>
                <c:pt idx="1257">
                  <c:v>0.0183703593488</c:v>
                </c:pt>
                <c:pt idx="1258">
                  <c:v>0.0183001222553</c:v>
                </c:pt>
                <c:pt idx="1259">
                  <c:v>0.0182296670305</c:v>
                </c:pt>
                <c:pt idx="1260">
                  <c:v>0.0181590143152</c:v>
                </c:pt>
                <c:pt idx="1261">
                  <c:v>0.0180881846913</c:v>
                </c:pt>
                <c:pt idx="1262">
                  <c:v>0.0180171986549</c:v>
                </c:pt>
                <c:pt idx="1263">
                  <c:v>0.0179460765897</c:v>
                </c:pt>
                <c:pt idx="1264">
                  <c:v>0.0178748387403</c:v>
                </c:pt>
                <c:pt idx="1265">
                  <c:v>0.0178035051878</c:v>
                </c:pt>
                <c:pt idx="1266">
                  <c:v>0.0177320958252</c:v>
                </c:pt>
                <c:pt idx="1267">
                  <c:v>0.0176606303339</c:v>
                </c:pt>
                <c:pt idx="1268">
                  <c:v>0.0175891281617</c:v>
                </c:pt>
                <c:pt idx="1269">
                  <c:v>0.0175176085013</c:v>
                </c:pt>
                <c:pt idx="1270">
                  <c:v>0.0174460902703</c:v>
                </c:pt>
                <c:pt idx="1271">
                  <c:v>0.0173745920918</c:v>
                </c:pt>
                <c:pt idx="1272">
                  <c:v>0.0173031322764</c:v>
                </c:pt>
                <c:pt idx="1273">
                  <c:v>0.0172317288058</c:v>
                </c:pt>
                <c:pt idx="1274">
                  <c:v>0.0171603993169</c:v>
                </c:pt>
                <c:pt idx="1275">
                  <c:v>0.0170891610871</c:v>
                </c:pt>
                <c:pt idx="1276">
                  <c:v>0.0170180310216</c:v>
                </c:pt>
                <c:pt idx="1277">
                  <c:v>0.0169470256408</c:v>
                </c:pt>
                <c:pt idx="1278">
                  <c:v>0.0168761610698</c:v>
                </c:pt>
                <c:pt idx="1279">
                  <c:v>0.0168054530285</c:v>
                </c:pt>
                <c:pt idx="1280">
                  <c:v>0.0167349168231</c:v>
                </c:pt>
                <c:pt idx="1281">
                  <c:v>0.0166645673387</c:v>
                </c:pt>
                <c:pt idx="1282">
                  <c:v>0.0165944190334</c:v>
                </c:pt>
                <c:pt idx="1283">
                  <c:v>0.0165244859324</c:v>
                </c:pt>
                <c:pt idx="1284">
                  <c:v>0.0164547816247</c:v>
                </c:pt>
                <c:pt idx="1285">
                  <c:v>0.0163853192595</c:v>
                </c:pt>
                <c:pt idx="1286">
                  <c:v>0.0163161115446</c:v>
                </c:pt>
                <c:pt idx="1287">
                  <c:v>0.0162471707449</c:v>
                </c:pt>
                <c:pt idx="1288">
                  <c:v>0.0161785086827</c:v>
                </c:pt>
                <c:pt idx="1289">
                  <c:v>0.0161101367383</c:v>
                </c:pt>
                <c:pt idx="1290">
                  <c:v>0.0160420658515</c:v>
                </c:pt>
                <c:pt idx="1291">
                  <c:v>0.0159743065241</c:v>
                </c:pt>
                <c:pt idx="1292">
                  <c:v>0.0159068688233</c:v>
                </c:pt>
                <c:pt idx="1293">
                  <c:v>0.0158397623854</c:v>
                </c:pt>
                <c:pt idx="1294">
                  <c:v>0.0157729964202</c:v>
                </c:pt>
                <c:pt idx="1295">
                  <c:v>0.0157065797169</c:v>
                </c:pt>
                <c:pt idx="1296">
                  <c:v>0.0156405206491</c:v>
                </c:pt>
                <c:pt idx="1297">
                  <c:v>0.0155748271816</c:v>
                </c:pt>
                <c:pt idx="1298">
                  <c:v>0.0155095068772</c:v>
                </c:pt>
                <c:pt idx="1299">
                  <c:v>0.0154445669038</c:v>
                </c:pt>
                <c:pt idx="1300">
                  <c:v>0.0153800140424</c:v>
                </c:pt>
                <c:pt idx="1301">
                  <c:v>0.0153158546948</c:v>
                </c:pt>
                <c:pt idx="1302">
                  <c:v>0.0152520948925</c:v>
                </c:pt>
                <c:pt idx="1303">
                  <c:v>0.0151887403046</c:v>
                </c:pt>
                <c:pt idx="1304">
                  <c:v>0.0151257962476</c:v>
                </c:pt>
                <c:pt idx="1305">
                  <c:v>0.0150632676938</c:v>
                </c:pt>
                <c:pt idx="1306">
                  <c:v>0.0150011592812</c:v>
                </c:pt>
                <c:pt idx="1307">
                  <c:v>0.0149394753224</c:v>
                </c:pt>
                <c:pt idx="1308">
                  <c:v>0.0148782198144</c:v>
                </c:pt>
                <c:pt idx="1309">
                  <c:v>0.0148173964485</c:v>
                </c:pt>
                <c:pt idx="1310">
                  <c:v>0.0147570086193</c:v>
                </c:pt>
                <c:pt idx="1311">
                  <c:v>0.0146970594351</c:v>
                </c:pt>
                <c:pt idx="1312">
                  <c:v>0.0146375517271</c:v>
                </c:pt>
                <c:pt idx="1313">
                  <c:v>0.014578488059</c:v>
                </c:pt>
                <c:pt idx="1314">
                  <c:v>0.0145198707372</c:v>
                </c:pt>
                <c:pt idx="1315">
                  <c:v>0.0144617018194</c:v>
                </c:pt>
                <c:pt idx="1316">
                  <c:v>0.0144039831247</c:v>
                </c:pt>
                <c:pt idx="1317">
                  <c:v>0.0143467162429</c:v>
                </c:pt>
                <c:pt idx="1318">
                  <c:v>0.0142899025429</c:v>
                </c:pt>
                <c:pt idx="1319">
                  <c:v>0.0142335431826</c:v>
                </c:pt>
                <c:pt idx="1320">
                  <c:v>0.0141776391174</c:v>
                </c:pt>
                <c:pt idx="1321">
                  <c:v>0.0141221911088</c:v>
                </c:pt>
                <c:pt idx="1322">
                  <c:v>0.0140671997329</c:v>
                </c:pt>
                <c:pt idx="1323">
                  <c:v>0.0140126653887</c:v>
                </c:pt>
                <c:pt idx="1324">
                  <c:v>0.0139585883066</c:v>
                </c:pt>
                <c:pt idx="1325">
                  <c:v>0.0139049685557</c:v>
                </c:pt>
                <c:pt idx="1326">
                  <c:v>0.0138518060517</c:v>
                </c:pt>
                <c:pt idx="1327">
                  <c:v>0.0137991005647</c:v>
                </c:pt>
                <c:pt idx="1328">
                  <c:v>0.0137468517259</c:v>
                </c:pt>
                <c:pt idx="1329">
                  <c:v>0.013695059035</c:v>
                </c:pt>
                <c:pt idx="1330">
                  <c:v>0.0136437218668</c:v>
                </c:pt>
                <c:pt idx="1331">
                  <c:v>0.0135928394782</c:v>
                </c:pt>
                <c:pt idx="1332">
                  <c:v>0.0135424110137</c:v>
                </c:pt>
                <c:pt idx="1333">
                  <c:v>0.0134924355125</c:v>
                </c:pt>
                <c:pt idx="1334">
                  <c:v>0.0134429119137</c:v>
                </c:pt>
                <c:pt idx="1335">
                  <c:v>0.0133938390623</c:v>
                </c:pt>
                <c:pt idx="1336">
                  <c:v>0.0133452157149</c:v>
                </c:pt>
                <c:pt idx="1337">
                  <c:v>0.0132970405442</c:v>
                </c:pt>
                <c:pt idx="1338">
                  <c:v>0.013249312145</c:v>
                </c:pt>
                <c:pt idx="1339">
                  <c:v>0.0132020290384</c:v>
                </c:pt>
                <c:pt idx="1340">
                  <c:v>0.0131551896766</c:v>
                </c:pt>
                <c:pt idx="1341">
                  <c:v>0.0131087924476</c:v>
                </c:pt>
                <c:pt idx="1342">
                  <c:v>0.0130628356791</c:v>
                </c:pt>
                <c:pt idx="1343">
                  <c:v>0.013017317643</c:v>
                </c:pt>
                <c:pt idx="1344">
                  <c:v>0.0129722365589</c:v>
                </c:pt>
                <c:pt idx="1345">
                  <c:v>0.0129275905981</c:v>
                </c:pt>
                <c:pt idx="1346">
                  <c:v>0.012883377887</c:v>
                </c:pt>
                <c:pt idx="1347">
                  <c:v>0.0128395965109</c:v>
                </c:pt>
                <c:pt idx="1348">
                  <c:v>0.0127962445167</c:v>
                </c:pt>
                <c:pt idx="1349">
                  <c:v>0.0127533199163</c:v>
                </c:pt>
                <c:pt idx="1350">
                  <c:v>0.0127108206897</c:v>
                </c:pt>
                <c:pt idx="1351">
                  <c:v>0.0126687447877</c:v>
                </c:pt>
                <c:pt idx="1352">
                  <c:v>0.0126270901342</c:v>
                </c:pt>
                <c:pt idx="1353">
                  <c:v>0.0125858546297</c:v>
                </c:pt>
                <c:pt idx="1354">
                  <c:v>0.0125450361528</c:v>
                </c:pt>
                <c:pt idx="1355">
                  <c:v>0.0125046325631</c:v>
                </c:pt>
                <c:pt idx="1356">
                  <c:v>0.0124646417032</c:v>
                </c:pt>
                <c:pt idx="1357">
                  <c:v>0.0124250614009</c:v>
                </c:pt>
                <c:pt idx="1358">
                  <c:v>0.0123858894713</c:v>
                </c:pt>
                <c:pt idx="1359">
                  <c:v>0.0123471237183</c:v>
                </c:pt>
                <c:pt idx="1360">
                  <c:v>0.012308761937</c:v>
                </c:pt>
                <c:pt idx="1361">
                  <c:v>0.0122708019152</c:v>
                </c:pt>
                <c:pt idx="1362">
                  <c:v>0.0122332414349</c:v>
                </c:pt>
                <c:pt idx="1363">
                  <c:v>0.0121960782739</c:v>
                </c:pt>
                <c:pt idx="1364">
                  <c:v>0.0121593102076</c:v>
                </c:pt>
                <c:pt idx="1365">
                  <c:v>0.0121229350101</c:v>
                </c:pt>
                <c:pt idx="1366">
                  <c:v>0.0120869504556</c:v>
                </c:pt>
                <c:pt idx="1367">
                  <c:v>0.0120513543197</c:v>
                </c:pt>
                <c:pt idx="1368">
                  <c:v>0.0120161443807</c:v>
                </c:pt>
                <c:pt idx="1369">
                  <c:v>0.0119813184206</c:v>
                </c:pt>
                <c:pt idx="1370">
                  <c:v>0.0119468742261</c:v>
                </c:pt>
                <c:pt idx="1371">
                  <c:v>0.01191280959</c:v>
                </c:pt>
                <c:pt idx="1372">
                  <c:v>0.0118791223117</c:v>
                </c:pt>
                <c:pt idx="1373">
                  <c:v>0.0118458101984</c:v>
                </c:pt>
                <c:pt idx="1374">
                  <c:v>0.0118128710657</c:v>
                </c:pt>
                <c:pt idx="1375">
                  <c:v>0.0117803027388</c:v>
                </c:pt>
                <c:pt idx="1376">
                  <c:v>0.0117481030528</c:v>
                </c:pt>
                <c:pt idx="1377">
                  <c:v>0.0117162698534</c:v>
                </c:pt>
                <c:pt idx="1378">
                  <c:v>0.011684800998</c:v>
                </c:pt>
                <c:pt idx="1379">
                  <c:v>0.0116536943558</c:v>
                </c:pt>
                <c:pt idx="1380">
                  <c:v>0.0116229478085</c:v>
                </c:pt>
                <c:pt idx="1381">
                  <c:v>0.011592559251</c:v>
                </c:pt>
                <c:pt idx="1382">
                  <c:v>0.0115625265912</c:v>
                </c:pt>
                <c:pt idx="1383">
                  <c:v>0.0115328477513</c:v>
                </c:pt>
                <c:pt idx="1384">
                  <c:v>0.0115035206675</c:v>
                </c:pt>
                <c:pt idx="1385">
                  <c:v>0.0114745432905</c:v>
                </c:pt>
                <c:pt idx="1386">
                  <c:v>0.0114459135856</c:v>
                </c:pt>
                <c:pt idx="1387">
                  <c:v>0.0114176295333</c:v>
                </c:pt>
                <c:pt idx="1388">
                  <c:v>0.011389689129</c:v>
                </c:pt>
                <c:pt idx="1389">
                  <c:v>0.0113620903836</c:v>
                </c:pt>
                <c:pt idx="1390">
                  <c:v>0.0113348313231</c:v>
                </c:pt>
                <c:pt idx="1391">
                  <c:v>0.0113079099891</c:v>
                </c:pt>
                <c:pt idx="1392">
                  <c:v>0.0112813244384</c:v>
                </c:pt>
                <c:pt idx="1393">
                  <c:v>0.0112550727433</c:v>
                </c:pt>
                <c:pt idx="1394">
                  <c:v>0.0112291529913</c:v>
                </c:pt>
                <c:pt idx="1395">
                  <c:v>0.0112035632849</c:v>
                </c:pt>
                <c:pt idx="1396">
                  <c:v>0.0111783017418</c:v>
                </c:pt>
                <c:pt idx="1397">
                  <c:v>0.0111533664943</c:v>
                </c:pt>
                <c:pt idx="1398">
                  <c:v>0.0111287556894</c:v>
                </c:pt>
                <c:pt idx="1399">
                  <c:v>0.0111044674882</c:v>
                </c:pt>
                <c:pt idx="1400">
                  <c:v>0.0110805000658</c:v>
                </c:pt>
                <c:pt idx="1401">
                  <c:v>0.0110568516108</c:v>
                </c:pt>
                <c:pt idx="1402">
                  <c:v>0.011033520325</c:v>
                </c:pt>
                <c:pt idx="1403">
                  <c:v>0.0110105044232</c:v>
                </c:pt>
                <c:pt idx="1404">
                  <c:v>0.0109878021321</c:v>
                </c:pt>
                <c:pt idx="1405">
                  <c:v>0.0109654116905</c:v>
                </c:pt>
                <c:pt idx="1406">
                  <c:v>0.0109433313482</c:v>
                </c:pt>
                <c:pt idx="1407">
                  <c:v>0.0109215593659</c:v>
                </c:pt>
                <c:pt idx="1408">
                  <c:v>0.0109000940145</c:v>
                </c:pt>
                <c:pt idx="1409">
                  <c:v>0.010878933574</c:v>
                </c:pt>
                <c:pt idx="1410">
                  <c:v>0.0108580763336</c:v>
                </c:pt>
                <c:pt idx="1411">
                  <c:v>0.0108375205905</c:v>
                </c:pt>
                <c:pt idx="1412">
                  <c:v>0.0108172646492</c:v>
                </c:pt>
                <c:pt idx="1413">
                  <c:v>0.0107973068212</c:v>
                </c:pt>
                <c:pt idx="1414">
                  <c:v>0.0107776454237</c:v>
                </c:pt>
                <c:pt idx="1415">
                  <c:v>0.0107582787792</c:v>
                </c:pt>
                <c:pt idx="1416">
                  <c:v>0.0107392052145</c:v>
                </c:pt>
                <c:pt idx="1417">
                  <c:v>0.0107204230601</c:v>
                </c:pt>
                <c:pt idx="1418">
                  <c:v>0.010701930649</c:v>
                </c:pt>
                <c:pt idx="1419">
                  <c:v>0.0106837263162</c:v>
                </c:pt>
                <c:pt idx="1420">
                  <c:v>0.0106658083978</c:v>
                </c:pt>
                <c:pt idx="1421">
                  <c:v>0.01064817523</c:v>
                </c:pt>
                <c:pt idx="1422">
                  <c:v>0.0106308251481</c:v>
                </c:pt>
                <c:pt idx="1423">
                  <c:v>0.0106137564861</c:v>
                </c:pt>
                <c:pt idx="1424">
                  <c:v>0.0105969675753</c:v>
                </c:pt>
                <c:pt idx="1425">
                  <c:v>0.0105804567438</c:v>
                </c:pt>
                <c:pt idx="1426">
                  <c:v>0.0105642223152</c:v>
                </c:pt>
                <c:pt idx="1427">
                  <c:v>0.0105482626082</c:v>
                </c:pt>
                <c:pt idx="1428">
                  <c:v>0.0105325759354</c:v>
                </c:pt>
                <c:pt idx="1429">
                  <c:v>0.0105171606026</c:v>
                </c:pt>
                <c:pt idx="1430">
                  <c:v>0.0105020149078</c:v>
                </c:pt>
                <c:pt idx="1431">
                  <c:v>0.0104871371406</c:v>
                </c:pt>
                <c:pt idx="1432">
                  <c:v>0.0104725255812</c:v>
                </c:pt>
                <c:pt idx="1433">
                  <c:v>0.0104581784997</c:v>
                </c:pt>
                <c:pt idx="1434">
                  <c:v>0.0104440941551</c:v>
                </c:pt>
                <c:pt idx="1435">
                  <c:v>0.0104302707952</c:v>
                </c:pt>
                <c:pt idx="1436">
                  <c:v>0.0104167066551</c:v>
                </c:pt>
                <c:pt idx="1437">
                  <c:v>0.0104033999572</c:v>
                </c:pt>
                <c:pt idx="1438">
                  <c:v>0.0103903489099</c:v>
                </c:pt>
                <c:pt idx="1439">
                  <c:v>0.0103775517077</c:v>
                </c:pt>
                <c:pt idx="1440">
                  <c:v>0.0103650065302</c:v>
                </c:pt>
                <c:pt idx="1441">
                  <c:v>0.0103527115418</c:v>
                </c:pt>
                <c:pt idx="1442">
                  <c:v>0.0103406648911</c:v>
                </c:pt>
                <c:pt idx="1443">
                  <c:v>0.0103288647104</c:v>
                </c:pt>
                <c:pt idx="1444">
                  <c:v>0.0103173091159</c:v>
                </c:pt>
                <c:pt idx="1445">
                  <c:v>0.0103059962065</c:v>
                </c:pt>
                <c:pt idx="1446">
                  <c:v>0.0102949240643</c:v>
                </c:pt>
                <c:pt idx="1447">
                  <c:v>0.0102840907543</c:v>
                </c:pt>
                <c:pt idx="1448">
                  <c:v>0.0102734943237</c:v>
                </c:pt>
                <c:pt idx="1449">
                  <c:v>0.0102631328025</c:v>
                </c:pt>
                <c:pt idx="1450">
                  <c:v>0.0102530042032</c:v>
                </c:pt>
                <c:pt idx="1451">
                  <c:v>0.0102431065209</c:v>
                </c:pt>
                <c:pt idx="1452">
                  <c:v>0.0102334377332</c:v>
                </c:pt>
                <c:pt idx="1453">
                  <c:v>0.0102239958008</c:v>
                </c:pt>
                <c:pt idx="1454">
                  <c:v>0.0102147786673</c:v>
                </c:pt>
                <c:pt idx="1455">
                  <c:v>0.0102057842598</c:v>
                </c:pt>
                <c:pt idx="1456">
                  <c:v>0.0101970104891</c:v>
                </c:pt>
                <c:pt idx="1457">
                  <c:v>0.0101884552503</c:v>
                </c:pt>
                <c:pt idx="1458">
                  <c:v>0.010180116423</c:v>
                </c:pt>
                <c:pt idx="1459">
                  <c:v>0.0101719918721</c:v>
                </c:pt>
                <c:pt idx="1460">
                  <c:v>0.0101640794481</c:v>
                </c:pt>
                <c:pt idx="1461">
                  <c:v>0.0101563769883</c:v>
                </c:pt>
                <c:pt idx="1462">
                  <c:v>0.0101488823169</c:v>
                </c:pt>
                <c:pt idx="1463">
                  <c:v>0.010141593246</c:v>
                </c:pt>
                <c:pt idx="1464">
                  <c:v>0.0101345075766</c:v>
                </c:pt>
                <c:pt idx="1465">
                  <c:v>0.0101276230991</c:v>
                </c:pt>
                <c:pt idx="1466">
                  <c:v>0.0101209375944</c:v>
                </c:pt>
                <c:pt idx="1467">
                  <c:v>0.0101144488348</c:v>
                </c:pt>
                <c:pt idx="1468">
                  <c:v>0.0101081545849</c:v>
                </c:pt>
                <c:pt idx="1469">
                  <c:v>0.0101020526027</c:v>
                </c:pt>
                <c:pt idx="1470">
                  <c:v>0.0100961406405</c:v>
                </c:pt>
                <c:pt idx="1471">
                  <c:v>0.0100904164461</c:v>
                </c:pt>
                <c:pt idx="1472">
                  <c:v>0.0100848777636</c:v>
                </c:pt>
                <c:pt idx="1473">
                  <c:v>0.0100795223348</c:v>
                </c:pt>
                <c:pt idx="1474">
                  <c:v>0.0100743479</c:v>
                </c:pt>
                <c:pt idx="1475">
                  <c:v>0.0100693521993</c:v>
                </c:pt>
                <c:pt idx="1476">
                  <c:v>0.0100645329736</c:v>
                </c:pt>
                <c:pt idx="1477">
                  <c:v>0.0100598879655</c:v>
                </c:pt>
                <c:pt idx="1478">
                  <c:v>0.0100554149208</c:v>
                </c:pt>
                <c:pt idx="1479">
                  <c:v>0.0100511115892</c:v>
                </c:pt>
                <c:pt idx="1480">
                  <c:v>0.0100469757255</c:v>
                </c:pt>
                <c:pt idx="1481">
                  <c:v>0.0100430050906</c:v>
                </c:pt>
                <c:pt idx="1482">
                  <c:v>0.0100391974525</c:v>
                </c:pt>
                <c:pt idx="1483">
                  <c:v>0.0100355505872</c:v>
                </c:pt>
                <c:pt idx="1484">
                  <c:v>0.0100320622798</c:v>
                </c:pt>
                <c:pt idx="1485">
                  <c:v>0.0100287303251</c:v>
                </c:pt>
                <c:pt idx="1486">
                  <c:v>0.0100255525286</c:v>
                </c:pt>
                <c:pt idx="1487">
                  <c:v>0.0100225267076</c:v>
                </c:pt>
                <c:pt idx="1488">
                  <c:v>0.0100196506913</c:v>
                </c:pt>
                <c:pt idx="1489">
                  <c:v>0.0100169223221</c:v>
                </c:pt>
                <c:pt idx="1490">
                  <c:v>0.0100143394558</c:v>
                </c:pt>
                <c:pt idx="1491">
                  <c:v>0.0100118999625</c:v>
                </c:pt>
                <c:pt idx="1492">
                  <c:v>0.010009601727</c:v>
                </c:pt>
                <c:pt idx="1493">
                  <c:v>0.0100074426492</c:v>
                </c:pt>
                <c:pt idx="1494">
                  <c:v>0.0100054206443</c:v>
                </c:pt>
                <c:pt idx="1495">
                  <c:v>0.0100035336437</c:v>
                </c:pt>
                <c:pt idx="1496">
                  <c:v>0.0100017795946</c:v>
                </c:pt>
                <c:pt idx="1497">
                  <c:v>0.0100001564607</c:v>
                </c:pt>
                <c:pt idx="1498">
                  <c:v>0.00999866222182</c:v>
                </c:pt>
                <c:pt idx="1499">
                  <c:v>0.00999729487438</c:v>
                </c:pt>
                <c:pt idx="1500">
                  <c:v>0.00999605243113</c:v>
                </c:pt>
                <c:pt idx="1501">
                  <c:v>0.00999493292113</c:v>
                </c:pt>
                <c:pt idx="1502">
                  <c:v>0.00999393438957</c:v>
                </c:pt>
                <c:pt idx="1503">
                  <c:v>0.00999305489755</c:v>
                </c:pt>
                <c:pt idx="1504">
                  <c:v>0.00999229252177</c:v>
                </c:pt>
                <c:pt idx="1505">
                  <c:v>0.0099916453542</c:v>
                </c:pt>
                <c:pt idx="1506">
                  <c:v>0.00999111150167</c:v>
                </c:pt>
                <c:pt idx="1507">
                  <c:v>0.00999068908537</c:v>
                </c:pt>
                <c:pt idx="1508">
                  <c:v>0.00999037624035</c:v>
                </c:pt>
                <c:pt idx="1509">
                  <c:v>0.00999017111494</c:v>
                </c:pt>
                <c:pt idx="1510">
                  <c:v>0.00999007187016</c:v>
                </c:pt>
                <c:pt idx="1511">
                  <c:v>0.00999007667901</c:v>
                </c:pt>
                <c:pt idx="1512">
                  <c:v>0.00999018372583</c:v>
                </c:pt>
                <c:pt idx="1513">
                  <c:v>0.0099903912055</c:v>
                </c:pt>
                <c:pt idx="1514">
                  <c:v>0.00999069732278</c:v>
                </c:pt>
                <c:pt idx="1515">
                  <c:v>0.00999110029143</c:v>
                </c:pt>
                <c:pt idx="1516">
                  <c:v>0.00999159833347</c:v>
                </c:pt>
                <c:pt idx="1517">
                  <c:v>0.00999218967838</c:v>
                </c:pt>
                <c:pt idx="1518">
                  <c:v>0.00999287256221</c:v>
                </c:pt>
                <c:pt idx="1519">
                  <c:v>0.00999364522684</c:v>
                </c:pt>
                <c:pt idx="1520">
                  <c:v>0.0099945059191</c:v>
                </c:pt>
                <c:pt idx="1521">
                  <c:v>0.00999545289</c:v>
                </c:pt>
                <c:pt idx="1522">
                  <c:v>0.00999648439392</c:v>
                </c:pt>
                <c:pt idx="1523">
                  <c:v>0.00999759868781</c:v>
                </c:pt>
                <c:pt idx="1524">
                  <c:v>0.00999879403048</c:v>
                </c:pt>
                <c:pt idx="1525">
                  <c:v>0.0100000686818</c:v>
                </c:pt>
                <c:pt idx="1526">
                  <c:v>0.0100014209022</c:v>
                </c:pt>
                <c:pt idx="1527">
                  <c:v>0.0100028489516</c:v>
                </c:pt>
                <c:pt idx="1528">
                  <c:v>0.0100043510893</c:v>
                </c:pt>
                <c:pt idx="1529">
                  <c:v>0.0100059255732</c:v>
                </c:pt>
                <c:pt idx="1530">
                  <c:v>0.0100075706592</c:v>
                </c:pt>
                <c:pt idx="1531">
                  <c:v>0.0100092846008</c:v>
                </c:pt>
                <c:pt idx="1532">
                  <c:v>0.0100110656488</c:v>
                </c:pt>
                <c:pt idx="1533">
                  <c:v>0.0100129120509</c:v>
                </c:pt>
                <c:pt idx="1534">
                  <c:v>0.0100148220513</c:v>
                </c:pt>
                <c:pt idx="1535">
                  <c:v>0.0100167938907</c:v>
                </c:pt>
                <c:pt idx="1536">
                  <c:v>0.0100188258062</c:v>
                </c:pt>
                <c:pt idx="1537">
                  <c:v>0.0100209160309</c:v>
                </c:pt>
                <c:pt idx="1538">
                  <c:v>0.0100230627943</c:v>
                </c:pt>
                <c:pt idx="1539">
                  <c:v>0.0100252643222</c:v>
                </c:pt>
                <c:pt idx="1540">
                  <c:v>0.0100275188367</c:v>
                </c:pt>
                <c:pt idx="1541">
                  <c:v>0.0100298245568</c:v>
                </c:pt>
                <c:pt idx="1542">
                  <c:v>0.0100321796985</c:v>
                </c:pt>
                <c:pt idx="1543">
                  <c:v>0.010034582475</c:v>
                </c:pt>
                <c:pt idx="1544">
                  <c:v>0.0100370310975</c:v>
                </c:pt>
                <c:pt idx="1545">
                  <c:v>0.0100395237755</c:v>
                </c:pt>
                <c:pt idx="1546">
                  <c:v>0.0100420587176</c:v>
                </c:pt>
                <c:pt idx="1547">
                  <c:v>0.0100446341319</c:v>
                </c:pt>
                <c:pt idx="1548">
                  <c:v>0.0100472482268</c:v>
                </c:pt>
                <c:pt idx="1549">
                  <c:v>0.010049899212</c:v>
                </c:pt>
                <c:pt idx="1550">
                  <c:v>0.0100525852992</c:v>
                </c:pt>
                <c:pt idx="1551">
                  <c:v>0.0100553047029</c:v>
                </c:pt>
                <c:pt idx="1552">
                  <c:v>0.0100580556417</c:v>
                </c:pt>
                <c:pt idx="1553">
                  <c:v>0.0100608363389</c:v>
                </c:pt>
                <c:pt idx="1554">
                  <c:v>0.010063645024</c:v>
                </c:pt>
                <c:pt idx="1555">
                  <c:v>0.0100664799335</c:v>
                </c:pt>
                <c:pt idx="1556">
                  <c:v>0.0100693393122</c:v>
                </c:pt>
                <c:pt idx="1557">
                  <c:v>0.0100722214143</c:v>
                </c:pt>
                <c:pt idx="1558">
                  <c:v>0.0100751245048</c:v>
                </c:pt>
                <c:pt idx="1559">
                  <c:v>0.0100780468604</c:v>
                </c:pt>
                <c:pt idx="1560">
                  <c:v>0.0100809867713</c:v>
                </c:pt>
                <c:pt idx="1561">
                  <c:v>0.0100839425419</c:v>
                </c:pt>
                <c:pt idx="1562">
                  <c:v>0.0100869124926</c:v>
                </c:pt>
                <c:pt idx="1563">
                  <c:v>0.0100898949607</c:v>
                </c:pt>
                <c:pt idx="1564">
                  <c:v>0.0100928883021</c:v>
                </c:pt>
                <c:pt idx="1565">
                  <c:v>0.0100958908921</c:v>
                </c:pt>
                <c:pt idx="1566">
                  <c:v>0.0100989011274</c:v>
                </c:pt>
                <c:pt idx="1567">
                  <c:v>0.0101019174267</c:v>
                </c:pt>
                <c:pt idx="1568">
                  <c:v>0.0101049382325</c:v>
                </c:pt>
                <c:pt idx="1569">
                  <c:v>0.0101079620119</c:v>
                </c:pt>
                <c:pt idx="1570">
                  <c:v>0.0101109872583</c:v>
                </c:pt>
                <c:pt idx="1571">
                  <c:v>0.0101140124922</c:v>
                </c:pt>
                <c:pt idx="1572">
                  <c:v>0.0101170362625</c:v>
                </c:pt>
                <c:pt idx="1573">
                  <c:v>0.0101200571479</c:v>
                </c:pt>
                <c:pt idx="1574">
                  <c:v>0.0101230737577</c:v>
                </c:pt>
                <c:pt idx="1575">
                  <c:v>0.0101260847326</c:v>
                </c:pt>
                <c:pt idx="1576">
                  <c:v>0.0101290887463</c:v>
                </c:pt>
                <c:pt idx="1577">
                  <c:v>0.0101320845063</c:v>
                </c:pt>
                <c:pt idx="1578">
                  <c:v>0.0101350707542</c:v>
                </c:pt>
                <c:pt idx="1579">
                  <c:v>0.0101380462674</c:v>
                </c:pt>
                <c:pt idx="1580">
                  <c:v>0.0101410098592</c:v>
                </c:pt>
                <c:pt idx="1581">
                  <c:v>0.0101439603801</c:v>
                </c:pt>
                <c:pt idx="1582">
                  <c:v>0.0101468967179</c:v>
                </c:pt>
                <c:pt idx="1583">
                  <c:v>0.0101498177986</c:v>
                </c:pt>
                <c:pt idx="1584">
                  <c:v>0.0101527225869</c:v>
                </c:pt>
                <c:pt idx="1585">
                  <c:v>0.0101556100867</c:v>
                </c:pt>
                <c:pt idx="1586">
                  <c:v>0.0101584793413</c:v>
                </c:pt>
                <c:pt idx="1587">
                  <c:v>0.0101613294341</c:v>
                </c:pt>
                <c:pt idx="1588">
                  <c:v>0.0101641594884</c:v>
                </c:pt>
                <c:pt idx="1589">
                  <c:v>0.0101669686679</c:v>
                </c:pt>
                <c:pt idx="1590">
                  <c:v>0.0101697561768</c:v>
                </c:pt>
                <c:pt idx="1591">
                  <c:v>0.0101725212597</c:v>
                </c:pt>
                <c:pt idx="1592">
                  <c:v>0.0101752632018</c:v>
                </c:pt>
                <c:pt idx="1593">
                  <c:v>0.0101779813286</c:v>
                </c:pt>
                <c:pt idx="1594">
                  <c:v>0.0101806750061</c:v>
                </c:pt>
                <c:pt idx="1595">
                  <c:v>0.0101833436403</c:v>
                </c:pt>
                <c:pt idx="1596">
                  <c:v>0.0101859866768</c:v>
                </c:pt>
                <c:pt idx="1597">
                  <c:v>0.0101886036011</c:v>
                </c:pt>
                <c:pt idx="1598">
                  <c:v>0.0101911939375</c:v>
                </c:pt>
                <c:pt idx="1599">
                  <c:v>0.0101937572493</c:v>
                </c:pt>
                <c:pt idx="1600">
                  <c:v>0.0101962931379</c:v>
                </c:pt>
                <c:pt idx="1601">
                  <c:v>0.0101988012423</c:v>
                </c:pt>
                <c:pt idx="1602">
                  <c:v>0.0102012812389</c:v>
                </c:pt>
                <c:pt idx="1603">
                  <c:v>0.0102037328402</c:v>
                </c:pt>
                <c:pt idx="1604">
                  <c:v>0.0102061557948</c:v>
                </c:pt>
                <c:pt idx="1605">
                  <c:v>0.0102085498864</c:v>
                </c:pt>
                <c:pt idx="1606">
                  <c:v>0.010210914933</c:v>
                </c:pt>
                <c:pt idx="1607">
                  <c:v>0.0102132507862</c:v>
                </c:pt>
                <c:pt idx="1608">
                  <c:v>0.0102155573304</c:v>
                </c:pt>
                <c:pt idx="1609">
                  <c:v>0.010217834482</c:v>
                </c:pt>
                <c:pt idx="1610">
                  <c:v>0.0102200821884</c:v>
                </c:pt>
                <c:pt idx="1611">
                  <c:v>0.0102223004271</c:v>
                </c:pt>
                <c:pt idx="1612">
                  <c:v>0.010224489205</c:v>
                </c:pt>
                <c:pt idx="1613">
                  <c:v>0.0102266485573</c:v>
                </c:pt>
                <c:pt idx="1614">
                  <c:v>0.0102287785466</c:v>
                </c:pt>
                <c:pt idx="1615">
                  <c:v>0.0102308792618</c:v>
                </c:pt>
                <c:pt idx="1616">
                  <c:v>0.0102329508175</c:v>
                </c:pt>
                <c:pt idx="1617">
                  <c:v>0.0102349933526</c:v>
                </c:pt>
                <c:pt idx="1618">
                  <c:v>0.0102370070294</c:v>
                </c:pt>
                <c:pt idx="1619">
                  <c:v>0.010238992033</c:v>
                </c:pt>
                <c:pt idx="1620">
                  <c:v>0.0102409485696</c:v>
                </c:pt>
                <c:pt idx="1621">
                  <c:v>0.0102428768663</c:v>
                </c:pt>
                <c:pt idx="1622">
                  <c:v>0.0102447771693</c:v>
                </c:pt>
                <c:pt idx="1623">
                  <c:v>0.0102466497437</c:v>
                </c:pt>
                <c:pt idx="1624">
                  <c:v>0.0102484948718</c:v>
                </c:pt>
                <c:pt idx="1625">
                  <c:v>0.0102503128528</c:v>
                </c:pt>
                <c:pt idx="1626">
                  <c:v>0.0102521040011</c:v>
                </c:pt>
                <c:pt idx="1627">
                  <c:v>0.010253868646</c:v>
                </c:pt>
                <c:pt idx="1628">
                  <c:v>0.0102556071302</c:v>
                </c:pt>
                <c:pt idx="1629">
                  <c:v>0.0102573198094</c:v>
                </c:pt>
                <c:pt idx="1630">
                  <c:v>0.0102590070509</c:v>
                </c:pt>
                <c:pt idx="1631">
                  <c:v>0.010260669233</c:v>
                </c:pt>
                <c:pt idx="1632">
                  <c:v>0.0102623067437</c:v>
                </c:pt>
                <c:pt idx="1633">
                  <c:v>0.0102639199805</c:v>
                </c:pt>
                <c:pt idx="1634">
                  <c:v>0.0102655093487</c:v>
                </c:pt>
                <c:pt idx="1635">
                  <c:v>0.0102670752614</c:v>
                </c:pt>
                <c:pt idx="1636">
                  <c:v>0.0102686181377</c:v>
                </c:pt>
                <c:pt idx="1637">
                  <c:v>0.010270138403</c:v>
                </c:pt>
                <c:pt idx="1638">
                  <c:v>0.0102716364871</c:v>
                </c:pt>
                <c:pt idx="1639">
                  <c:v>0.0102731128242</c:v>
                </c:pt>
                <c:pt idx="1640">
                  <c:v>0.0102745678518</c:v>
                </c:pt>
                <c:pt idx="1641">
                  <c:v>0.01027600201</c:v>
                </c:pt>
                <c:pt idx="1642">
                  <c:v>0.0102774157409</c:v>
                </c:pt>
                <c:pt idx="1643">
                  <c:v>0.0102788094876</c:v>
                </c:pt>
                <c:pt idx="1644">
                  <c:v>0.010280183694</c:v>
                </c:pt>
                <c:pt idx="1645">
                  <c:v>0.0102815388035</c:v>
                </c:pt>
                <c:pt idx="1646">
                  <c:v>0.0102828752589</c:v>
                </c:pt>
                <c:pt idx="1647">
                  <c:v>0.0102841935015</c:v>
                </c:pt>
                <c:pt idx="1648">
                  <c:v>0.0102854939707</c:v>
                </c:pt>
                <c:pt idx="1649">
                  <c:v>0.010286777103</c:v>
                </c:pt>
                <c:pt idx="1650">
                  <c:v>0.0102880433319</c:v>
                </c:pt>
                <c:pt idx="1651">
                  <c:v>0.0102892930872</c:v>
                </c:pt>
                <c:pt idx="1652">
                  <c:v>0.0102905267943</c:v>
                </c:pt>
                <c:pt idx="1653">
                  <c:v>0.0102917448738</c:v>
                </c:pt>
                <c:pt idx="1654">
                  <c:v>0.0102929477411</c:v>
                </c:pt>
                <c:pt idx="1655">
                  <c:v>0.0102941358059</c:v>
                </c:pt>
                <c:pt idx="1656">
                  <c:v>0.0102953094717</c:v>
                </c:pt>
                <c:pt idx="1657">
                  <c:v>0.0102964691352</c:v>
                </c:pt>
                <c:pt idx="1658">
                  <c:v>0.0102976151863</c:v>
                </c:pt>
                <c:pt idx="1659">
                  <c:v>0.0102987480073</c:v>
                </c:pt>
                <c:pt idx="1660">
                  <c:v>0.0102998679727</c:v>
                </c:pt>
                <c:pt idx="1661">
                  <c:v>0.0103009754491</c:v>
                </c:pt>
                <c:pt idx="1662">
                  <c:v>0.0103020707942</c:v>
                </c:pt>
                <c:pt idx="1663">
                  <c:v>0.0103031543573</c:v>
                </c:pt>
                <c:pt idx="1664">
                  <c:v>0.0103042264782</c:v>
                </c:pt>
                <c:pt idx="1665">
                  <c:v>0.0103052874876</c:v>
                </c:pt>
                <c:pt idx="1666">
                  <c:v>0.0103063377066</c:v>
                </c:pt>
                <c:pt idx="1667">
                  <c:v>0.0103073774461</c:v>
                </c:pt>
                <c:pt idx="1668">
                  <c:v>0.0103084070071</c:v>
                </c:pt>
                <c:pt idx="1669">
                  <c:v>0.0103094266805</c:v>
                </c:pt>
                <c:pt idx="1670">
                  <c:v>0.0103104367463</c:v>
                </c:pt>
                <c:pt idx="1671">
                  <c:v>0.0103114374742</c:v>
                </c:pt>
                <c:pt idx="1672">
                  <c:v>0.0103124291229</c:v>
                </c:pt>
                <c:pt idx="1673">
                  <c:v>0.0103134119403</c:v>
                </c:pt>
                <c:pt idx="1674">
                  <c:v>0.0103143861634</c:v>
                </c:pt>
                <c:pt idx="1675">
                  <c:v>0.0103153520178</c:v>
                </c:pt>
                <c:pt idx="1676">
                  <c:v>0.0103163097182</c:v>
                </c:pt>
                <c:pt idx="1677">
                  <c:v>0.010317259468</c:v>
                </c:pt>
                <c:pt idx="1678">
                  <c:v>0.0103182014593</c:v>
                </c:pt>
                <c:pt idx="1679">
                  <c:v>0.0103191358731</c:v>
                </c:pt>
                <c:pt idx="1680">
                  <c:v>0.010320062879</c:v>
                </c:pt>
                <c:pt idx="1681">
                  <c:v>0.0103209826355</c:v>
                </c:pt>
                <c:pt idx="1682">
                  <c:v>0.0103218952899</c:v>
                </c:pt>
                <c:pt idx="1683">
                  <c:v>0.0103228009783</c:v>
                </c:pt>
                <c:pt idx="1684">
                  <c:v>0.0103236998258</c:v>
                </c:pt>
                <c:pt idx="1685">
                  <c:v>0.0103245919467</c:v>
                </c:pt>
                <c:pt idx="1686">
                  <c:v>0.0103254774443</c:v>
                </c:pt>
                <c:pt idx="1687">
                  <c:v>0.0103263564112</c:v>
                </c:pt>
                <c:pt idx="1688">
                  <c:v>0.0103272289297</c:v>
                </c:pt>
                <c:pt idx="1689">
                  <c:v>0.0103280950712</c:v>
                </c:pt>
                <c:pt idx="1690">
                  <c:v>0.0103289548972</c:v>
                </c:pt>
                <c:pt idx="1691">
                  <c:v>0.0103298084591</c:v>
                </c:pt>
                <c:pt idx="1692">
                  <c:v>0.0103306557984</c:v>
                </c:pt>
                <c:pt idx="1693">
                  <c:v>0.0103314969469</c:v>
                </c:pt>
                <c:pt idx="1694">
                  <c:v>0.0103323319269</c:v>
                </c:pt>
                <c:pt idx="1695">
                  <c:v>0.0103331607516</c:v>
                </c:pt>
                <c:pt idx="1696">
                  <c:v>0.0103339834249</c:v>
                </c:pt>
                <c:pt idx="1697">
                  <c:v>0.0103347999425</c:v>
                </c:pt>
                <c:pt idx="1698">
                  <c:v>0.0103356102909</c:v>
                </c:pt>
                <c:pt idx="1699">
                  <c:v>0.0103364144489</c:v>
                </c:pt>
                <c:pt idx="1700">
                  <c:v>0.010337212387</c:v>
                </c:pt>
                <c:pt idx="1701">
                  <c:v>0.0103380040679</c:v>
                </c:pt>
                <c:pt idx="1702">
                  <c:v>0.0103387894472</c:v>
                </c:pt>
                <c:pt idx="1703">
                  <c:v>0.0103395684728</c:v>
                </c:pt>
                <c:pt idx="1704">
                  <c:v>0.0103403410859</c:v>
                </c:pt>
                <c:pt idx="1705">
                  <c:v>0.0103411072212</c:v>
                </c:pt>
                <c:pt idx="1706">
                  <c:v>0.0103418668066</c:v>
                </c:pt>
                <c:pt idx="1707">
                  <c:v>0.010342619764</c:v>
                </c:pt>
                <c:pt idx="1708">
                  <c:v>0.0103433660096</c:v>
                </c:pt>
                <c:pt idx="1709">
                  <c:v>0.0103441054537</c:v>
                </c:pt>
                <c:pt idx="1710">
                  <c:v>0.0103448380013</c:v>
                </c:pt>
                <c:pt idx="1711">
                  <c:v>0.0103455635522</c:v>
                </c:pt>
                <c:pt idx="1712">
                  <c:v>0.0103462820014</c:v>
                </c:pt>
                <c:pt idx="1713">
                  <c:v>0.0103469932392</c:v>
                </c:pt>
                <c:pt idx="1714">
                  <c:v>0.0103476971513</c:v>
                </c:pt>
                <c:pt idx="1715">
                  <c:v>0.0103483936192</c:v>
                </c:pt>
                <c:pt idx="1716">
                  <c:v>0.0103490825205</c:v>
                </c:pt>
                <c:pt idx="1717">
                  <c:v>0.0103497637286</c:v>
                </c:pt>
                <c:pt idx="1718">
                  <c:v>0.0103504371135</c:v>
                </c:pt>
                <c:pt idx="1719">
                  <c:v>0.0103511025415</c:v>
                </c:pt>
                <c:pt idx="1720">
                  <c:v>0.0103517598754</c:v>
                </c:pt>
                <c:pt idx="1721">
                  <c:v>0.010352408975</c:v>
                </c:pt>
                <c:pt idx="1722">
                  <c:v>0.0103530496967</c:v>
                </c:pt>
                <c:pt idx="1723">
                  <c:v>0.0103536818939</c:v>
                </c:pt>
                <c:pt idx="1724">
                  <c:v>0.010354305417</c:v>
                </c:pt>
                <c:pt idx="1725">
                  <c:v>0.0103549201137</c:v>
                </c:pt>
                <c:pt idx="1726">
                  <c:v>0.0103555258285</c:v>
                </c:pt>
                <c:pt idx="1727">
                  <c:v>0.0103561224034</c:v>
                </c:pt>
                <c:pt idx="1728">
                  <c:v>0.0103567096773</c:v>
                </c:pt>
                <c:pt idx="1729">
                  <c:v>0.0103572874864</c:v>
                </c:pt>
                <c:pt idx="1730">
                  <c:v>0.0103578556642</c:v>
                </c:pt>
                <c:pt idx="1731">
                  <c:v>0.0103584140411</c:v>
                </c:pt>
                <c:pt idx="1732">
                  <c:v>0.0103589624448</c:v>
                </c:pt>
                <c:pt idx="1733">
                  <c:v>0.0103595006997</c:v>
                </c:pt>
                <c:pt idx="1734">
                  <c:v>0.0103600286274</c:v>
                </c:pt>
                <c:pt idx="1735">
                  <c:v>0.0103605460462</c:v>
                </c:pt>
                <c:pt idx="1736">
                  <c:v>0.0103610527708</c:v>
                </c:pt>
                <c:pt idx="1737">
                  <c:v>0.010361548613</c:v>
                </c:pt>
                <c:pt idx="1738">
                  <c:v>0.0103620333803</c:v>
                </c:pt>
                <c:pt idx="1739">
                  <c:v>0.0103625068769</c:v>
                </c:pt>
                <c:pt idx="1740">
                  <c:v>0.0103629689026</c:v>
                </c:pt>
                <c:pt idx="1741">
                  <c:v>0.0103634192534</c:v>
                </c:pt>
                <c:pt idx="1742">
                  <c:v>0.0103638577204</c:v>
                </c:pt>
                <c:pt idx="1743">
                  <c:v>0.0103642840903</c:v>
                </c:pt>
                <c:pt idx="1744">
                  <c:v>0.0103646981448</c:v>
                </c:pt>
                <c:pt idx="1745">
                  <c:v>0.0103650996602</c:v>
                </c:pt>
                <c:pt idx="1746">
                  <c:v>0.0103654884077</c:v>
                </c:pt>
                <c:pt idx="1747">
                  <c:v>0.0103658641522</c:v>
                </c:pt>
                <c:pt idx="1748">
                  <c:v>0.0103662266529</c:v>
                </c:pt>
                <c:pt idx="1749">
                  <c:v>0.0103665756623</c:v>
                </c:pt>
                <c:pt idx="1750">
                  <c:v>0.0103669109264</c:v>
                </c:pt>
                <c:pt idx="1751">
                  <c:v>0.0103672321837</c:v>
                </c:pt>
                <c:pt idx="1752">
                  <c:v>0.0103675391657</c:v>
                </c:pt>
                <c:pt idx="1753">
                  <c:v>0.0103678315959</c:v>
                </c:pt>
                <c:pt idx="1754">
                  <c:v>0.0103681091893</c:v>
                </c:pt>
                <c:pt idx="1755">
                  <c:v>0.010368371653</c:v>
                </c:pt>
                <c:pt idx="1756">
                  <c:v>0.0103686186845</c:v>
                </c:pt>
                <c:pt idx="1757">
                  <c:v>0.0103688499723</c:v>
                </c:pt>
                <c:pt idx="1758">
                  <c:v>0.0103690651951</c:v>
                </c:pt>
                <c:pt idx="1759">
                  <c:v>0.0103692640216</c:v>
                </c:pt>
                <c:pt idx="1760">
                  <c:v>0.0103694461098</c:v>
                </c:pt>
                <c:pt idx="1761">
                  <c:v>0.0103696111068</c:v>
                </c:pt>
                <c:pt idx="1762">
                  <c:v>0.0103697586484</c:v>
                </c:pt>
                <c:pt idx="1763">
                  <c:v>0.0103698883585</c:v>
                </c:pt>
                <c:pt idx="1764">
                  <c:v>0.0103699998492</c:v>
                </c:pt>
                <c:pt idx="1765">
                  <c:v>0.0103700927197</c:v>
                </c:pt>
                <c:pt idx="1766">
                  <c:v>0.0103701665564</c:v>
                </c:pt>
                <c:pt idx="1767">
                  <c:v>0.0103702209322</c:v>
                </c:pt>
                <c:pt idx="1768">
                  <c:v>0.0103702554064</c:v>
                </c:pt>
                <c:pt idx="1769">
                  <c:v>0.010370269524</c:v>
                </c:pt>
                <c:pt idx="1770">
                  <c:v>0.0103702628155</c:v>
                </c:pt>
                <c:pt idx="1771">
                  <c:v>0.0103702347964</c:v>
                </c:pt>
                <c:pt idx="1772">
                  <c:v>0.0103701849671</c:v>
                </c:pt>
                <c:pt idx="1773">
                  <c:v>0.010370112812</c:v>
                </c:pt>
                <c:pt idx="1774">
                  <c:v>0.0103700177997</c:v>
                </c:pt>
                <c:pt idx="1775">
                  <c:v>0.0103698993823</c:v>
                </c:pt>
                <c:pt idx="1776">
                  <c:v>0.0103697569951</c:v>
                </c:pt>
                <c:pt idx="1777">
                  <c:v>0.0103695900565</c:v>
                </c:pt>
                <c:pt idx="1778">
                  <c:v>0.0103693979672</c:v>
                </c:pt>
                <c:pt idx="1779">
                  <c:v>0.0103691801105</c:v>
                </c:pt>
                <c:pt idx="1780">
                  <c:v>0.0103689358516</c:v>
                </c:pt>
                <c:pt idx="1781">
                  <c:v>0.0103686645374</c:v>
                </c:pt>
                <c:pt idx="1782">
                  <c:v>0.0103683654962</c:v>
                </c:pt>
                <c:pt idx="1783">
                  <c:v>0.0103680380376</c:v>
                </c:pt>
                <c:pt idx="1784">
                  <c:v>0.0103676814522</c:v>
                </c:pt>
                <c:pt idx="1785">
                  <c:v>0.0103672950113</c:v>
                </c:pt>
                <c:pt idx="1786">
                  <c:v>0.0103668779668</c:v>
                </c:pt>
                <c:pt idx="1787">
                  <c:v>0.0103664295508</c:v>
                </c:pt>
                <c:pt idx="1788">
                  <c:v>0.0103659489761</c:v>
                </c:pt>
                <c:pt idx="1789">
                  <c:v>0.0103654354352</c:v>
                </c:pt>
                <c:pt idx="1790">
                  <c:v>0.0103648881007</c:v>
                </c:pt>
                <c:pt idx="1791">
                  <c:v>0.0103643061252</c:v>
                </c:pt>
                <c:pt idx="1792">
                  <c:v>0.0103636886411</c:v>
                </c:pt>
                <c:pt idx="1793">
                  <c:v>0.0103630347606</c:v>
                </c:pt>
                <c:pt idx="1794">
                  <c:v>0.0103623435758</c:v>
                </c:pt>
                <c:pt idx="1795">
                  <c:v>0.0103616141585</c:v>
                </c:pt>
                <c:pt idx="1796">
                  <c:v>0.0103608455605</c:v>
                </c:pt>
                <c:pt idx="1797">
                  <c:v>0.0103600368134</c:v>
                </c:pt>
                <c:pt idx="1798">
                  <c:v>0.0103591869291</c:v>
                </c:pt>
                <c:pt idx="1799">
                  <c:v>0.0103582948994</c:v>
                </c:pt>
                <c:pt idx="1800">
                  <c:v>0.0103573596968</c:v>
                </c:pt>
                <c:pt idx="1801">
                  <c:v>0.010356380274</c:v>
                </c:pt>
                <c:pt idx="1802">
                  <c:v>0.0103553555647</c:v>
                </c:pt>
                <c:pt idx="1803">
                  <c:v>0.0103542844838</c:v>
                </c:pt>
                <c:pt idx="1804">
                  <c:v>0.0103531659273</c:v>
                </c:pt>
                <c:pt idx="1805">
                  <c:v>0.0103519987729</c:v>
                </c:pt>
                <c:pt idx="1806">
                  <c:v>0.0103507818807</c:v>
                </c:pt>
                <c:pt idx="1807">
                  <c:v>0.0103495140929</c:v>
                </c:pt>
                <c:pt idx="1808">
                  <c:v>0.0103481942348</c:v>
                </c:pt>
                <c:pt idx="1809">
                  <c:v>0.010346821115</c:v>
                </c:pt>
                <c:pt idx="1810">
                  <c:v>0.010345393526</c:v>
                </c:pt>
                <c:pt idx="1811">
                  <c:v>0.0103439102447</c:v>
                </c:pt>
                <c:pt idx="1812">
                  <c:v>0.0103423700331</c:v>
                </c:pt>
                <c:pt idx="1813">
                  <c:v>0.0103407716385</c:v>
                </c:pt>
                <c:pt idx="1814">
                  <c:v>0.0103391137948</c:v>
                </c:pt>
                <c:pt idx="1815">
                  <c:v>0.0103373952225</c:v>
                </c:pt>
                <c:pt idx="1816">
                  <c:v>0.0103356146298</c:v>
                </c:pt>
                <c:pt idx="1817">
                  <c:v>0.0103337707131</c:v>
                </c:pt>
                <c:pt idx="1818">
                  <c:v>0.0103318621579</c:v>
                </c:pt>
                <c:pt idx="1819">
                  <c:v>0.0103298876396</c:v>
                </c:pt>
                <c:pt idx="1820">
                  <c:v>0.010327845824</c:v>
                </c:pt>
                <c:pt idx="1821">
                  <c:v>0.0103257353686</c:v>
                </c:pt>
                <c:pt idx="1822">
                  <c:v>0.0103235549228</c:v>
                </c:pt>
                <c:pt idx="1823">
                  <c:v>0.0103213031294</c:v>
                </c:pt>
                <c:pt idx="1824">
                  <c:v>0.0103189786251</c:v>
                </c:pt>
                <c:pt idx="1825">
                  <c:v>0.0103165800414</c:v>
                </c:pt>
                <c:pt idx="1826">
                  <c:v>0.0103141060055</c:v>
                </c:pt>
                <c:pt idx="1827">
                  <c:v>0.0103115551415</c:v>
                </c:pt>
                <c:pt idx="1828">
                  <c:v>0.0103089260709</c:v>
                </c:pt>
                <c:pt idx="1829">
                  <c:v>0.0103062174135</c:v>
                </c:pt>
                <c:pt idx="1830">
                  <c:v>0.0103034277889</c:v>
                </c:pt>
                <c:pt idx="1831">
                  <c:v>0.0103005558167</c:v>
                </c:pt>
                <c:pt idx="1832">
                  <c:v>0.0102976001179</c:v>
                </c:pt>
                <c:pt idx="1833">
                  <c:v>0.0102945593155</c:v>
                </c:pt>
                <c:pt idx="1834">
                  <c:v>0.0102914320357</c:v>
                </c:pt>
                <c:pt idx="1835">
                  <c:v>0.0102882169087</c:v>
                </c:pt>
                <c:pt idx="1836">
                  <c:v>0.0102849125693</c:v>
                </c:pt>
                <c:pt idx="1837">
                  <c:v>0.0102815176582</c:v>
                </c:pt>
                <c:pt idx="1838">
                  <c:v>0.0102780308228</c:v>
                </c:pt>
                <c:pt idx="1839">
                  <c:v>0.0102744507177</c:v>
                </c:pt>
                <c:pt idx="1840">
                  <c:v>0.010270776006</c:v>
                </c:pt>
                <c:pt idx="1841">
                  <c:v>0.0102670053596</c:v>
                </c:pt>
                <c:pt idx="1842">
                  <c:v>0.0102631374608</c:v>
                </c:pt>
                <c:pt idx="1843">
                  <c:v>0.0102591710021</c:v>
                </c:pt>
                <c:pt idx="1844">
                  <c:v>0.0102551046876</c:v>
                </c:pt>
                <c:pt idx="1845">
                  <c:v>0.0102509372338</c:v>
                </c:pt>
                <c:pt idx="1846">
                  <c:v>0.0102466673699</c:v>
                </c:pt>
                <c:pt idx="1847">
                  <c:v>0.0102422938387</c:v>
                </c:pt>
                <c:pt idx="1848">
                  <c:v>0.0102378153973</c:v>
                </c:pt>
                <c:pt idx="1849">
                  <c:v>0.0102332308179</c:v>
                </c:pt>
                <c:pt idx="1850">
                  <c:v>0.0102285388881</c:v>
                </c:pt>
                <c:pt idx="1851">
                  <c:v>0.0102237384116</c:v>
                </c:pt>
                <c:pt idx="1852">
                  <c:v>0.0102188282093</c:v>
                </c:pt>
                <c:pt idx="1853">
                  <c:v>0.0102138071189</c:v>
                </c:pt>
                <c:pt idx="1854">
                  <c:v>0.0102086739965</c:v>
                </c:pt>
                <c:pt idx="1855">
                  <c:v>0.0102034277162</c:v>
                </c:pt>
                <c:pt idx="1856">
                  <c:v>0.0101980671714</c:v>
                </c:pt>
                <c:pt idx="1857">
                  <c:v>0.0101925912748</c:v>
                </c:pt>
                <c:pt idx="1858">
                  <c:v>0.010186998959</c:v>
                </c:pt>
                <c:pt idx="1859">
                  <c:v>0.0101812891771</c:v>
                </c:pt>
                <c:pt idx="1860">
                  <c:v>0.0101754609029</c:v>
                </c:pt>
                <c:pt idx="1861">
                  <c:v>0.0101695131318</c:v>
                </c:pt>
                <c:pt idx="1862">
                  <c:v>0.0101634448807</c:v>
                </c:pt>
                <c:pt idx="1863">
                  <c:v>0.0101572551887</c:v>
                </c:pt>
                <c:pt idx="1864">
                  <c:v>0.0101509431176</c:v>
                </c:pt>
                <c:pt idx="1865">
                  <c:v>0.0101445077521</c:v>
                </c:pt>
                <c:pt idx="1866">
                  <c:v>0.0101379482004</c:v>
                </c:pt>
                <c:pt idx="1867">
                  <c:v>0.0101312635946</c:v>
                </c:pt>
                <c:pt idx="1868">
                  <c:v>0.010124453091</c:v>
                </c:pt>
                <c:pt idx="1869">
                  <c:v>0.0101175158706</c:v>
                </c:pt>
                <c:pt idx="1870">
                  <c:v>0.0101104511394</c:v>
                </c:pt>
                <c:pt idx="1871">
                  <c:v>0.0101032581291</c:v>
                </c:pt>
                <c:pt idx="1872">
                  <c:v>0.0100959360972</c:v>
                </c:pt>
                <c:pt idx="1873">
                  <c:v>0.0100884843279</c:v>
                </c:pt>
                <c:pt idx="1874">
                  <c:v>0.0100809021319</c:v>
                </c:pt>
                <c:pt idx="1875">
                  <c:v>0.0100731888475</c:v>
                </c:pt>
                <c:pt idx="1876">
                  <c:v>0.0100653438407</c:v>
                </c:pt>
                <c:pt idx="1877">
                  <c:v>0.0100573665059</c:v>
                </c:pt>
                <c:pt idx="1878">
                  <c:v>0.0100492562662</c:v>
                </c:pt>
                <c:pt idx="1879">
                  <c:v>0.0100410125741</c:v>
                </c:pt>
                <c:pt idx="1880">
                  <c:v>0.0100326349121</c:v>
                </c:pt>
                <c:pt idx="1881">
                  <c:v>0.0100241227929</c:v>
                </c:pt>
                <c:pt idx="1882">
                  <c:v>0.0100154757605</c:v>
                </c:pt>
                <c:pt idx="1883">
                  <c:v>0.0100066933904</c:v>
                </c:pt>
                <c:pt idx="1884">
                  <c:v>0.00999777529029</c:v>
                </c:pt>
                <c:pt idx="1885">
                  <c:v>0.00998872110077</c:v>
                </c:pt>
                <c:pt idx="1886">
                  <c:v>0.00997953049594</c:v>
                </c:pt>
                <c:pt idx="1887">
                  <c:v>0.00997020318406</c:v>
                </c:pt>
                <c:pt idx="1888">
                  <c:v>0.00996073890825</c:v>
                </c:pt>
                <c:pt idx="1889">
                  <c:v>0.00995113744714</c:v>
                </c:pt>
                <c:pt idx="1890">
                  <c:v>0.0099413986156</c:v>
                </c:pt>
                <c:pt idx="1891">
                  <c:v>0.00993152226543</c:v>
                </c:pt>
                <c:pt idx="1892">
                  <c:v>0.00992150828609</c:v>
                </c:pt>
                <c:pt idx="1893">
                  <c:v>0.00991135660542</c:v>
                </c:pt>
                <c:pt idx="1894">
                  <c:v>0.00990106719036</c:v>
                </c:pt>
                <c:pt idx="1895">
                  <c:v>0.00989064004767</c:v>
                </c:pt>
                <c:pt idx="1896">
                  <c:v>0.00988007522467</c:v>
                </c:pt>
                <c:pt idx="1897">
                  <c:v>0.00986937280992</c:v>
                </c:pt>
                <c:pt idx="1898">
                  <c:v>0.00985853293397</c:v>
                </c:pt>
                <c:pt idx="1899">
                  <c:v>0.00984755577001</c:v>
                </c:pt>
                <c:pt idx="1900">
                  <c:v>0.00983644153456</c:v>
                </c:pt>
                <c:pt idx="1901">
                  <c:v>0.00982519048812</c:v>
                </c:pt>
                <c:pt idx="1902">
                  <c:v>0.00981380293579</c:v>
                </c:pt>
                <c:pt idx="1903">
                  <c:v>0.00980227922784</c:v>
                </c:pt>
                <c:pt idx="1904">
                  <c:v>0.00979061976034</c:v>
                </c:pt>
                <c:pt idx="1905">
                  <c:v>0.00977882497559</c:v>
                </c:pt>
                <c:pt idx="1906">
                  <c:v>0.00976689536264</c:v>
                </c:pt>
                <c:pt idx="1907">
                  <c:v>0.00975483145772</c:v>
                </c:pt>
                <c:pt idx="1908">
                  <c:v>0.00974263384459</c:v>
                </c:pt>
                <c:pt idx="1909">
                  <c:v>0.00973030315487</c:v>
                </c:pt>
                <c:pt idx="1910">
                  <c:v>0.00971784006827</c:v>
                </c:pt>
                <c:pt idx="1911">
                  <c:v>0.0097052453128</c:v>
                </c:pt>
                <c:pt idx="1912">
                  <c:v>0.00969251966486</c:v>
                </c:pt>
                <c:pt idx="1913">
                  <c:v>0.0096796639493</c:v>
                </c:pt>
                <c:pt idx="1914">
                  <c:v>0.00966667903935</c:v>
                </c:pt>
                <c:pt idx="1915">
                  <c:v>0.00965356585651</c:v>
                </c:pt>
                <c:pt idx="1916">
                  <c:v>0.00964032537034</c:v>
                </c:pt>
                <c:pt idx="1917">
                  <c:v>0.00962695859817</c:v>
                </c:pt>
                <c:pt idx="1918">
                  <c:v>0.00961346660468</c:v>
                </c:pt>
                <c:pt idx="1919">
                  <c:v>0.00959985050143</c:v>
                </c:pt>
                <c:pt idx="1920">
                  <c:v>0.00958611144628</c:v>
                </c:pt>
                <c:pt idx="1921">
                  <c:v>0.0095722506427</c:v>
                </c:pt>
                <c:pt idx="1922">
                  <c:v>0.00955826933899</c:v>
                </c:pt>
                <c:pt idx="1923">
                  <c:v>0.00954416882742</c:v>
                </c:pt>
                <c:pt idx="1924">
                  <c:v>0.00952995044323</c:v>
                </c:pt>
                <c:pt idx="1925">
                  <c:v>0.00951561556354</c:v>
                </c:pt>
                <c:pt idx="1926">
                  <c:v>0.00950116560624</c:v>
                </c:pt>
                <c:pt idx="1927">
                  <c:v>0.00948660202861</c:v>
                </c:pt>
                <c:pt idx="1928">
                  <c:v>0.00947192632605</c:v>
                </c:pt>
                <c:pt idx="1929">
                  <c:v>0.00945714003057</c:v>
                </c:pt>
                <c:pt idx="1930">
                  <c:v>0.00944224470924</c:v>
                </c:pt>
                <c:pt idx="1931">
                  <c:v>0.00942724196258</c:v>
                </c:pt>
                <c:pt idx="1932">
                  <c:v>0.00941213342282</c:v>
                </c:pt>
                <c:pt idx="1933">
                  <c:v>0.00939692075209</c:v>
                </c:pt>
                <c:pt idx="1934">
                  <c:v>0.00938160564059</c:v>
                </c:pt>
                <c:pt idx="1935">
                  <c:v>0.00936618980465</c:v>
                </c:pt>
                <c:pt idx="1936">
                  <c:v>0.00935067498469</c:v>
                </c:pt>
                <c:pt idx="1937">
                  <c:v>0.00933506294322</c:v>
                </c:pt>
                <c:pt idx="1938">
                  <c:v>0.00931935546273</c:v>
                </c:pt>
                <c:pt idx="1939">
                  <c:v>0.00930355434353</c:v>
                </c:pt>
                <c:pt idx="1940">
                  <c:v>0.00928766140162</c:v>
                </c:pt>
                <c:pt idx="1941">
                  <c:v>0.00927167846646</c:v>
                </c:pt>
                <c:pt idx="1942">
                  <c:v>0.00925560737876</c:v>
                </c:pt>
                <c:pt idx="1943">
                  <c:v>0.0092394499883</c:v>
                </c:pt>
                <c:pt idx="1944">
                  <c:v>0.00922320815163</c:v>
                </c:pt>
                <c:pt idx="1945">
                  <c:v>0.00920688372995</c:v>
                </c:pt>
                <c:pt idx="1946">
                  <c:v>0.00919047858685</c:v>
                </c:pt>
                <c:pt idx="1947">
                  <c:v>0.00917399458613</c:v>
                </c:pt>
                <c:pt idx="1948">
                  <c:v>0.00915743358973</c:v>
                </c:pt>
                <c:pt idx="1949">
                  <c:v>0.00914079745557</c:v>
                </c:pt>
                <c:pt idx="1950">
                  <c:v>0.0091240880355</c:v>
                </c:pt>
                <c:pt idx="1951">
                  <c:v>0.00910730717338</c:v>
                </c:pt>
                <c:pt idx="1952">
                  <c:v>0.00909045670309</c:v>
                </c:pt>
                <c:pt idx="1953">
                  <c:v>0.00907353844672</c:v>
                </c:pt>
                <c:pt idx="1954">
                  <c:v>0.00905655421279</c:v>
                </c:pt>
                <c:pt idx="1955">
                  <c:v>0.00903950579459</c:v>
                </c:pt>
                <c:pt idx="1956">
                  <c:v>0.00902239496857</c:v>
                </c:pt>
                <c:pt idx="1957">
                  <c:v>0.00900522349291</c:v>
                </c:pt>
                <c:pt idx="1958">
                  <c:v>0.0089879931061</c:v>
                </c:pt>
                <c:pt idx="1959">
                  <c:v>0.00897070552568</c:v>
                </c:pt>
                <c:pt idx="1960">
                  <c:v>0.00895336244715</c:v>
                </c:pt>
                <c:pt idx="1961">
                  <c:v>0.0089359655429</c:v>
                </c:pt>
                <c:pt idx="1962">
                  <c:v>0.00891851646133</c:v>
                </c:pt>
                <c:pt idx="1963">
                  <c:v>0.00890101682608</c:v>
                </c:pt>
                <c:pt idx="1964">
                  <c:v>0.00888346823542</c:v>
                </c:pt>
                <c:pt idx="1965">
                  <c:v>0.00886587226171</c:v>
                </c:pt>
                <c:pt idx="1966">
                  <c:v>0.00884823045106</c:v>
                </c:pt>
                <c:pt idx="1967">
                  <c:v>0.00883054432309</c:v>
                </c:pt>
                <c:pt idx="1968">
                  <c:v>0.00881281537083</c:v>
                </c:pt>
                <c:pt idx="1969">
                  <c:v>0.00879504506078</c:v>
                </c:pt>
                <c:pt idx="1970">
                  <c:v>0.00877723483305</c:v>
                </c:pt>
                <c:pt idx="1971">
                  <c:v>0.00875938610173</c:v>
                </c:pt>
                <c:pt idx="1972">
                  <c:v>0.00874150025523</c:v>
                </c:pt>
                <c:pt idx="1973">
                  <c:v>0.00872357865697</c:v>
                </c:pt>
                <c:pt idx="1974">
                  <c:v>0.00870562264596</c:v>
                </c:pt>
                <c:pt idx="1975">
                  <c:v>0.00868763353771</c:v>
                </c:pt>
                <c:pt idx="1976">
                  <c:v>0.0086696126251</c:v>
                </c:pt>
                <c:pt idx="1977">
                  <c:v>0.00865156117945</c:v>
                </c:pt>
                <c:pt idx="1978">
                  <c:v>0.00863348045167</c:v>
                </c:pt>
                <c:pt idx="1979">
                  <c:v>0.00861537167354</c:v>
                </c:pt>
                <c:pt idx="1980">
                  <c:v>0.00859723605902</c:v>
                </c:pt>
                <c:pt idx="1981">
                  <c:v>0.00857907480573</c:v>
                </c:pt>
                <c:pt idx="1982">
                  <c:v>0.00856088909646</c:v>
                </c:pt>
                <c:pt idx="1983">
                  <c:v>0.00854268010078</c:v>
                </c:pt>
                <c:pt idx="1984">
                  <c:v>0.00852444897673</c:v>
                </c:pt>
                <c:pt idx="1985">
                  <c:v>0.00850619687252</c:v>
                </c:pt>
                <c:pt idx="1986">
                  <c:v>0.00848792492833</c:v>
                </c:pt>
                <c:pt idx="1987">
                  <c:v>0.00846963427816</c:v>
                </c:pt>
                <c:pt idx="1988">
                  <c:v>0.00845132605169</c:v>
                </c:pt>
                <c:pt idx="1989">
                  <c:v>0.00843300137616</c:v>
                </c:pt>
                <c:pt idx="1990">
                  <c:v>0.00841466137834</c:v>
                </c:pt>
                <c:pt idx="1991">
                  <c:v>0.0083963071864</c:v>
                </c:pt>
                <c:pt idx="1992">
                  <c:v>0.00837793993187</c:v>
                </c:pt>
                <c:pt idx="1993">
                  <c:v>0.00835956075159</c:v>
                </c:pt>
                <c:pt idx="1994">
                  <c:v>0.00834117078958</c:v>
                </c:pt>
                <c:pt idx="1995">
                  <c:v>0.00832277119895</c:v>
                </c:pt>
                <c:pt idx="1996">
                  <c:v>0.00830436314374</c:v>
                </c:pt>
                <c:pt idx="1997">
                  <c:v>0.00828594780076</c:v>
                </c:pt>
                <c:pt idx="1998">
                  <c:v>0.00826752636133</c:v>
                </c:pt>
                <c:pt idx="1999">
                  <c:v>0.00824910003299</c:v>
                </c:pt>
                <c:pt idx="2000">
                  <c:v>0.00823067004113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0.75"/>
          <c:min val="0"/>
        </c:scaling>
        <c:delete val="0"/>
        <c:axPos val="l"/>
        <c:majorGridlines>
          <c:spPr>
            <a:ln xmlns:a="http://schemas.openxmlformats.org/drawingml/2006/main" w="4763">
              <a:solidFill>
                <a:srgbClr val="EEEEEE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2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majorUnit val="1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40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U/t = 10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222222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scatterChart>
        <c:scatterStyle val="lineMarker"/>
        <c:varyColors val="0"/>
        <c:ser>
          <c:idx val="0"/>
          <c:order val="0"/>
          <c:tx>
            <c:v>charge</c:v>
          </c:tx>
          <c:spPr>
            <a:ln xmlns:a="http://schemas.openxmlformats.org/drawingml/2006/main" w="15240">
              <a:solidFill>
                <a:srgbClr val="C43C64"/>
              </a:solidFill>
              <a:prstDash val="solid"/>
            </a:ln>
          </c:spPr>
          <c:marker>
            <c:symbol val="none"/>
            <c:size val="5"/>
            <c:spPr>
              <a:solidFill xmlns:a="http://schemas.openxmlformats.org/drawingml/2006/main">
                <a:srgbClr val="C43C64"/>
              </a:solidFill>
            </c:spPr>
          </c:marker>
          <c:xVal>
            <c:numRef>
              <c:f>'Chart Data'!$A$2:$A$2002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Data'!$B$2:$B$2002</c:f>
              <c:numCache>
                <c:formatCode>0.0</c:formatCode>
                <c:ptCount val="2001"/>
                <c:pt idx="0">
                  <c:v>0.00275152590747</c:v>
                </c:pt>
                <c:pt idx="1">
                  <c:v>0.00275671820409</c:v>
                </c:pt>
                <c:pt idx="2">
                  <c:v>0.00276192785892</c:v>
                </c:pt>
                <c:pt idx="3">
                  <c:v>0.00276715497364</c:v>
                </c:pt>
                <c:pt idx="4">
                  <c:v>0.00277239965087</c:v>
                </c:pt>
                <c:pt idx="5">
                  <c:v>0.00277766199423</c:v>
                </c:pt>
                <c:pt idx="6">
                  <c:v>0.0027829421083</c:v>
                </c:pt>
                <c:pt idx="7">
                  <c:v>0.00278824009867</c:v>
                </c:pt>
                <c:pt idx="8">
                  <c:v>0.00279355607196</c:v>
                </c:pt>
                <c:pt idx="9">
                  <c:v>0.0027988901358</c:v>
                </c:pt>
                <c:pt idx="10">
                  <c:v>0.00280424239885</c:v>
                </c:pt>
                <c:pt idx="11">
                  <c:v>0.00280961297085</c:v>
                </c:pt>
                <c:pt idx="12">
                  <c:v>0.00281500196259</c:v>
                </c:pt>
                <c:pt idx="13">
                  <c:v>0.00282040948594</c:v>
                </c:pt>
                <c:pt idx="14">
                  <c:v>0.00282583565386</c:v>
                </c:pt>
                <c:pt idx="15">
                  <c:v>0.00283128058044</c:v>
                </c:pt>
                <c:pt idx="16">
                  <c:v>0.00283674438086</c:v>
                </c:pt>
                <c:pt idx="17">
                  <c:v>0.00284222717149</c:v>
                </c:pt>
                <c:pt idx="18">
                  <c:v>0.00284772906979</c:v>
                </c:pt>
                <c:pt idx="19">
                  <c:v>0.00285325019443</c:v>
                </c:pt>
                <c:pt idx="20">
                  <c:v>0.00285879066526</c:v>
                </c:pt>
                <c:pt idx="21">
                  <c:v>0.00286435060332</c:v>
                </c:pt>
                <c:pt idx="22">
                  <c:v>0.00286993013087</c:v>
                </c:pt>
                <c:pt idx="23">
                  <c:v>0.00287552937139</c:v>
                </c:pt>
                <c:pt idx="24">
                  <c:v>0.00288114844962</c:v>
                </c:pt>
                <c:pt idx="25">
                  <c:v>0.00288678749157</c:v>
                </c:pt>
                <c:pt idx="26">
                  <c:v>0.00289244662451</c:v>
                </c:pt>
                <c:pt idx="27">
                  <c:v>0.00289812597702</c:v>
                </c:pt>
                <c:pt idx="28">
                  <c:v>0.00290382567901</c:v>
                </c:pt>
                <c:pt idx="29">
                  <c:v>0.00290954586169</c:v>
                </c:pt>
                <c:pt idx="30">
                  <c:v>0.00291528665765</c:v>
                </c:pt>
                <c:pt idx="31">
                  <c:v>0.00292104820084</c:v>
                </c:pt>
                <c:pt idx="32">
                  <c:v>0.00292683062658</c:v>
                </c:pt>
                <c:pt idx="33">
                  <c:v>0.00293263407162</c:v>
                </c:pt>
                <c:pt idx="34">
                  <c:v>0.00293845867412</c:v>
                </c:pt>
                <c:pt idx="35">
                  <c:v>0.00294430457368</c:v>
                </c:pt>
                <c:pt idx="36">
                  <c:v>0.00295017191139</c:v>
                </c:pt>
                <c:pt idx="37">
                  <c:v>0.00295606082978</c:v>
                </c:pt>
                <c:pt idx="38">
                  <c:v>0.00296197147292</c:v>
                </c:pt>
                <c:pt idx="39">
                  <c:v>0.00296790398637</c:v>
                </c:pt>
                <c:pt idx="40">
                  <c:v>0.00297385851727</c:v>
                </c:pt>
                <c:pt idx="41">
                  <c:v>0.0029798352143</c:v>
                </c:pt>
                <c:pt idx="42">
                  <c:v>0.00298583422772</c:v>
                </c:pt>
                <c:pt idx="43">
                  <c:v>0.00299185570941</c:v>
                </c:pt>
                <c:pt idx="44">
                  <c:v>0.00299789981287</c:v>
                </c:pt>
                <c:pt idx="45">
                  <c:v>0.00300396669326</c:v>
                </c:pt>
                <c:pt idx="46">
                  <c:v>0.0030100565074</c:v>
                </c:pt>
                <c:pt idx="47">
                  <c:v>0.00301616941381</c:v>
                </c:pt>
                <c:pt idx="48">
                  <c:v>0.00302230557273</c:v>
                </c:pt>
                <c:pt idx="49">
                  <c:v>0.00302846514613</c:v>
                </c:pt>
                <c:pt idx="50">
                  <c:v>0.00303464829777</c:v>
                </c:pt>
                <c:pt idx="51">
                  <c:v>0.00304085519316</c:v>
                </c:pt>
                <c:pt idx="52">
                  <c:v>0.00304708599966</c:v>
                </c:pt>
                <c:pt idx="53">
                  <c:v>0.00305334088643</c:v>
                </c:pt>
                <c:pt idx="54">
                  <c:v>0.00305962002453</c:v>
                </c:pt>
                <c:pt idx="55">
                  <c:v>0.00306592358688</c:v>
                </c:pt>
                <c:pt idx="56">
                  <c:v>0.00307225174831</c:v>
                </c:pt>
                <c:pt idx="57">
                  <c:v>0.00307860468561</c:v>
                </c:pt>
                <c:pt idx="58">
                  <c:v>0.00308498257751</c:v>
                </c:pt>
                <c:pt idx="59">
                  <c:v>0.00309138560474</c:v>
                </c:pt>
                <c:pt idx="60">
                  <c:v>0.00309781395005</c:v>
                </c:pt>
                <c:pt idx="61">
                  <c:v>0.00310426779823</c:v>
                </c:pt>
                <c:pt idx="62">
                  <c:v>0.00311074733614</c:v>
                </c:pt>
                <c:pt idx="63">
                  <c:v>0.00311725275273</c:v>
                </c:pt>
                <c:pt idx="64">
                  <c:v>0.0031237842391</c:v>
                </c:pt>
                <c:pt idx="65">
                  <c:v>0.00313034198848</c:v>
                </c:pt>
                <c:pt idx="66">
                  <c:v>0.0031369261963</c:v>
                </c:pt>
                <c:pt idx="67">
                  <c:v>0.0031435370602</c:v>
                </c:pt>
                <c:pt idx="68">
                  <c:v>0.00315017478005</c:v>
                </c:pt>
                <c:pt idx="69">
                  <c:v>0.003156839558</c:v>
                </c:pt>
                <c:pt idx="70">
                  <c:v>0.00316353159851</c:v>
                </c:pt>
                <c:pt idx="71">
                  <c:v>0.00317025110837</c:v>
                </c:pt>
                <c:pt idx="72">
                  <c:v>0.0031769982967</c:v>
                </c:pt>
                <c:pt idx="73">
                  <c:v>0.00318377337506</c:v>
                </c:pt>
                <c:pt idx="74">
                  <c:v>0.0031905765574</c:v>
                </c:pt>
                <c:pt idx="75">
                  <c:v>0.00319740806015</c:v>
                </c:pt>
                <c:pt idx="76">
                  <c:v>0.00320426810221</c:v>
                </c:pt>
                <c:pt idx="77">
                  <c:v>0.003211156905</c:v>
                </c:pt>
                <c:pt idx="78">
                  <c:v>0.00321807469251</c:v>
                </c:pt>
                <c:pt idx="79">
                  <c:v>0.00322502169129</c:v>
                </c:pt>
                <c:pt idx="80">
                  <c:v>0.00323199813053</c:v>
                </c:pt>
                <c:pt idx="81">
                  <c:v>0.00323900424205</c:v>
                </c:pt>
                <c:pt idx="82">
                  <c:v>0.00324604026038</c:v>
                </c:pt>
                <c:pt idx="83">
                  <c:v>0.00325310642274</c:v>
                </c:pt>
                <c:pt idx="84">
                  <c:v>0.00326020296911</c:v>
                </c:pt>
                <c:pt idx="85">
                  <c:v>0.00326733014228</c:v>
                </c:pt>
                <c:pt idx="86">
                  <c:v>0.00327448818782</c:v>
                </c:pt>
                <c:pt idx="87">
                  <c:v>0.00328167735419</c:v>
                </c:pt>
                <c:pt idx="88">
                  <c:v>0.00328889789271</c:v>
                </c:pt>
                <c:pt idx="89">
                  <c:v>0.00329615005765</c:v>
                </c:pt>
                <c:pt idx="90">
                  <c:v>0.00330343410622</c:v>
                </c:pt>
                <c:pt idx="91">
                  <c:v>0.00331075029864</c:v>
                </c:pt>
                <c:pt idx="92">
                  <c:v>0.00331809889816</c:v>
                </c:pt>
                <c:pt idx="93">
                  <c:v>0.00332548017107</c:v>
                </c:pt>
                <c:pt idx="94">
                  <c:v>0.00333289438679</c:v>
                </c:pt>
                <c:pt idx="95">
                  <c:v>0.00334034181787</c:v>
                </c:pt>
                <c:pt idx="96">
                  <c:v>0.00334782274002</c:v>
                </c:pt>
                <c:pt idx="97">
                  <c:v>0.00335533743217</c:v>
                </c:pt>
                <c:pt idx="98">
                  <c:v>0.00336288617649</c:v>
                </c:pt>
                <c:pt idx="99">
                  <c:v>0.00337046925843</c:v>
                </c:pt>
                <c:pt idx="100">
                  <c:v>0.00337808696674</c:v>
                </c:pt>
                <c:pt idx="101">
                  <c:v>0.00338573959354</c:v>
                </c:pt>
                <c:pt idx="102">
                  <c:v>0.00339342743433</c:v>
                </c:pt>
                <c:pt idx="103">
                  <c:v>0.00340115078802</c:v>
                </c:pt>
                <c:pt idx="104">
                  <c:v>0.00340890995698</c:v>
                </c:pt>
                <c:pt idx="105">
                  <c:v>0.00341670524707</c:v>
                </c:pt>
                <c:pt idx="106">
                  <c:v>0.00342453696767</c:v>
                </c:pt>
                <c:pt idx="107">
                  <c:v>0.00343240543173</c:v>
                </c:pt>
                <c:pt idx="108">
                  <c:v>0.00344031095577</c:v>
                </c:pt>
                <c:pt idx="109">
                  <c:v>0.00344825385996</c:v>
                </c:pt>
                <c:pt idx="110">
                  <c:v>0.00345623446809</c:v>
                </c:pt>
                <c:pt idx="111">
                  <c:v>0.00346425310767</c:v>
                </c:pt>
                <c:pt idx="112">
                  <c:v>0.00347231010992</c:v>
                </c:pt>
                <c:pt idx="113">
                  <c:v>0.0034804058098</c:v>
                </c:pt>
                <c:pt idx="114">
                  <c:v>0.00348854054607</c:v>
                </c:pt>
                <c:pt idx="115">
                  <c:v>0.00349671466129</c:v>
                </c:pt>
                <c:pt idx="116">
                  <c:v>0.00350492850185</c:v>
                </c:pt>
                <c:pt idx="117">
                  <c:v>0.00351318241801</c:v>
                </c:pt>
                <c:pt idx="118">
                  <c:v>0.00352147676394</c:v>
                </c:pt>
                <c:pt idx="119">
                  <c:v>0.00352981189769</c:v>
                </c:pt>
                <c:pt idx="120">
                  <c:v>0.00353818818128</c:v>
                </c:pt>
                <c:pt idx="121">
                  <c:v>0.00354660598069</c:v>
                </c:pt>
                <c:pt idx="122">
                  <c:v>0.00355506566587</c:v>
                </c:pt>
                <c:pt idx="123">
                  <c:v>0.00356356761079</c:v>
                </c:pt>
                <c:pt idx="124">
                  <c:v>0.00357211219343</c:v>
                </c:pt>
                <c:pt idx="125">
                  <c:v>0.00358069979583</c:v>
                </c:pt>
                <c:pt idx="126">
                  <c:v>0.00358933080405</c:v>
                </c:pt>
                <c:pt idx="127">
                  <c:v>0.00359800560826</c:v>
                </c:pt>
                <c:pt idx="128">
                  <c:v>0.00360672460267</c:v>
                </c:pt>
                <c:pt idx="129">
                  <c:v>0.0036154881856</c:v>
                </c:pt>
                <c:pt idx="130">
                  <c:v>0.00362429675945</c:v>
                </c:pt>
                <c:pt idx="131">
                  <c:v>0.00363315073071</c:v>
                </c:pt>
                <c:pt idx="132">
                  <c:v>0.00364205050999</c:v>
                </c:pt>
                <c:pt idx="133">
                  <c:v>0.00365099651198</c:v>
                </c:pt>
                <c:pt idx="134">
                  <c:v>0.00365998915546</c:v>
                </c:pt>
                <c:pt idx="135">
                  <c:v>0.00366902886329</c:v>
                </c:pt>
                <c:pt idx="136">
                  <c:v>0.00367811606242</c:v>
                </c:pt>
                <c:pt idx="137">
                  <c:v>0.00368725118384</c:v>
                </c:pt>
                <c:pt idx="138">
                  <c:v>0.00369643466259</c:v>
                </c:pt>
                <c:pt idx="139">
                  <c:v>0.00370566693771</c:v>
                </c:pt>
                <c:pt idx="140">
                  <c:v>0.00371494845226</c:v>
                </c:pt>
                <c:pt idx="141">
                  <c:v>0.00372427965325</c:v>
                </c:pt>
                <c:pt idx="142">
                  <c:v>0.00373366099159</c:v>
                </c:pt>
                <c:pt idx="143">
                  <c:v>0.00374309292211</c:v>
                </c:pt>
                <c:pt idx="144">
                  <c:v>0.00375257590348</c:v>
                </c:pt>
                <c:pt idx="145">
                  <c:v>0.00376211039814</c:v>
                </c:pt>
                <c:pt idx="146">
                  <c:v>0.00377169687228</c:v>
                </c:pt>
                <c:pt idx="147">
                  <c:v>0.00378133579578</c:v>
                </c:pt>
                <c:pt idx="148">
                  <c:v>0.00379102764211</c:v>
                </c:pt>
                <c:pt idx="149">
                  <c:v>0.00380077288828</c:v>
                </c:pt>
                <c:pt idx="150">
                  <c:v>0.00381057201476</c:v>
                </c:pt>
                <c:pt idx="151">
                  <c:v>0.00382042550538</c:v>
                </c:pt>
                <c:pt idx="152">
                  <c:v>0.00383033384727</c:v>
                </c:pt>
                <c:pt idx="153">
                  <c:v>0.0038402975307</c:v>
                </c:pt>
                <c:pt idx="154">
                  <c:v>0.00385031704904</c:v>
                </c:pt>
                <c:pt idx="155">
                  <c:v>0.00386039289858</c:v>
                </c:pt>
                <c:pt idx="156">
                  <c:v>0.00387052557845</c:v>
                </c:pt>
                <c:pt idx="157">
                  <c:v>0.00388071559045</c:v>
                </c:pt>
                <c:pt idx="158">
                  <c:v>0.00389096343893</c:v>
                </c:pt>
                <c:pt idx="159">
                  <c:v>0.00390126963064</c:v>
                </c:pt>
                <c:pt idx="160">
                  <c:v>0.00391163467453</c:v>
                </c:pt>
                <c:pt idx="161">
                  <c:v>0.00392205908163</c:v>
                </c:pt>
                <c:pt idx="162">
                  <c:v>0.0039325433648</c:v>
                </c:pt>
                <c:pt idx="163">
                  <c:v>0.00394308803861</c:v>
                </c:pt>
                <c:pt idx="164">
                  <c:v>0.00395369361906</c:v>
                </c:pt>
                <c:pt idx="165">
                  <c:v>0.0039643606234</c:v>
                </c:pt>
                <c:pt idx="166">
                  <c:v>0.0039750895699</c:v>
                </c:pt>
                <c:pt idx="167">
                  <c:v>0.00398588097759</c:v>
                </c:pt>
                <c:pt idx="168">
                  <c:v>0.00399673536598</c:v>
                </c:pt>
                <c:pt idx="169">
                  <c:v>0.00400765325484</c:v>
                </c:pt>
                <c:pt idx="170">
                  <c:v>0.00401863516389</c:v>
                </c:pt>
                <c:pt idx="171">
                  <c:v>0.00402968161246</c:v>
                </c:pt>
                <c:pt idx="172">
                  <c:v>0.00404079311925</c:v>
                </c:pt>
                <c:pt idx="173">
                  <c:v>0.00405197020193</c:v>
                </c:pt>
                <c:pt idx="174">
                  <c:v>0.00406321337681</c:v>
                </c:pt>
                <c:pt idx="175">
                  <c:v>0.0040745231585</c:v>
                </c:pt>
                <c:pt idx="176">
                  <c:v>0.00408590005951</c:v>
                </c:pt>
                <c:pt idx="177">
                  <c:v>0.00409734458983</c:v>
                </c:pt>
                <c:pt idx="178">
                  <c:v>0.00410885725657</c:v>
                </c:pt>
                <c:pt idx="179">
                  <c:v>0.00412043856345</c:v>
                </c:pt>
                <c:pt idx="180">
                  <c:v>0.00413208901042</c:v>
                </c:pt>
                <c:pt idx="181">
                  <c:v>0.00414380909313</c:v>
                </c:pt>
                <c:pt idx="182">
                  <c:v>0.00415559930247</c:v>
                </c:pt>
                <c:pt idx="183">
                  <c:v>0.00416746012405</c:v>
                </c:pt>
                <c:pt idx="184">
                  <c:v>0.00417939203766</c:v>
                </c:pt>
                <c:pt idx="185">
                  <c:v>0.00419139551674</c:v>
                </c:pt>
                <c:pt idx="186">
                  <c:v>0.00420347102778</c:v>
                </c:pt>
                <c:pt idx="187">
                  <c:v>0.00421561902973</c:v>
                </c:pt>
                <c:pt idx="188">
                  <c:v>0.00422783997343</c:v>
                </c:pt>
                <c:pt idx="189">
                  <c:v>0.00424013430089</c:v>
                </c:pt>
                <c:pt idx="190">
                  <c:v>0.00425250244472</c:v>
                </c:pt>
                <c:pt idx="191">
                  <c:v>0.00426494482739</c:v>
                </c:pt>
                <c:pt idx="192">
                  <c:v>0.00427746186057</c:v>
                </c:pt>
                <c:pt idx="193">
                  <c:v>0.00429005394436</c:v>
                </c:pt>
                <c:pt idx="194">
                  <c:v>0.00430272146659</c:v>
                </c:pt>
                <c:pt idx="195">
                  <c:v>0.00431546480207</c:v>
                </c:pt>
                <c:pt idx="196">
                  <c:v>0.00432828431172</c:v>
                </c:pt>
                <c:pt idx="197">
                  <c:v>0.00434118034187</c:v>
                </c:pt>
                <c:pt idx="198">
                  <c:v>0.00435415322336</c:v>
                </c:pt>
                <c:pt idx="199">
                  <c:v>0.00436720327071</c:v>
                </c:pt>
                <c:pt idx="200">
                  <c:v>0.00438033078126</c:v>
                </c:pt>
                <c:pt idx="201">
                  <c:v>0.00439353603431</c:v>
                </c:pt>
                <c:pt idx="202">
                  <c:v>0.00440681929016</c:v>
                </c:pt>
                <c:pt idx="203">
                  <c:v>0.00442018078923</c:v>
                </c:pt>
                <c:pt idx="204">
                  <c:v>0.00443362075112</c:v>
                </c:pt>
                <c:pt idx="205">
                  <c:v>0.00444713937364</c:v>
                </c:pt>
                <c:pt idx="206">
                  <c:v>0.00446073683186</c:v>
                </c:pt>
                <c:pt idx="207">
                  <c:v>0.00447441327712</c:v>
                </c:pt>
                <c:pt idx="208">
                  <c:v>0.00448816883605</c:v>
                </c:pt>
                <c:pt idx="209">
                  <c:v>0.00450200360954</c:v>
                </c:pt>
                <c:pt idx="210">
                  <c:v>0.00451591767178</c:v>
                </c:pt>
                <c:pt idx="211">
                  <c:v>0.00452991106918</c:v>
                </c:pt>
                <c:pt idx="212">
                  <c:v>0.00454398381941</c:v>
                </c:pt>
                <c:pt idx="213">
                  <c:v>0.00455813591033</c:v>
                </c:pt>
                <c:pt idx="214">
                  <c:v>0.00457236729899</c:v>
                </c:pt>
                <c:pt idx="215">
                  <c:v>0.00458667791059</c:v>
                </c:pt>
                <c:pt idx="216">
                  <c:v>0.00460106763747</c:v>
                </c:pt>
                <c:pt idx="217">
                  <c:v>0.0046155363381</c:v>
                </c:pt>
                <c:pt idx="218">
                  <c:v>0.00463008383605</c:v>
                </c:pt>
                <c:pt idx="219">
                  <c:v>0.00464470991904</c:v>
                </c:pt>
                <c:pt idx="220">
                  <c:v>0.00465941433792</c:v>
                </c:pt>
                <c:pt idx="221">
                  <c:v>0.00467419680576</c:v>
                </c:pt>
                <c:pt idx="222">
                  <c:v>0.00468905699685</c:v>
                </c:pt>
                <c:pt idx="223">
                  <c:v>0.00470399454583</c:v>
                </c:pt>
                <c:pt idx="224">
                  <c:v>0.00471900904682</c:v>
                </c:pt>
                <c:pt idx="225">
                  <c:v>0.00473410005251</c:v>
                </c:pt>
                <c:pt idx="226">
                  <c:v>0.00474926707337</c:v>
                </c:pt>
                <c:pt idx="227">
                  <c:v>0.00476450957691</c:v>
                </c:pt>
                <c:pt idx="228">
                  <c:v>0.00477982698685</c:v>
                </c:pt>
                <c:pt idx="229">
                  <c:v>0.00479521868251</c:v>
                </c:pt>
                <c:pt idx="230">
                  <c:v>0.00481068399815</c:v>
                </c:pt>
                <c:pt idx="231">
                  <c:v>0.00482622222235</c:v>
                </c:pt>
                <c:pt idx="232">
                  <c:v>0.00484183259749</c:v>
                </c:pt>
                <c:pt idx="233">
                  <c:v>0.0048575143193</c:v>
                </c:pt>
                <c:pt idx="234">
                  <c:v>0.00487326653644</c:v>
                </c:pt>
                <c:pt idx="235">
                  <c:v>0.00488908835016</c:v>
                </c:pt>
                <c:pt idx="236">
                  <c:v>0.00490497881403</c:v>
                </c:pt>
                <c:pt idx="237">
                  <c:v>0.00492093693376</c:v>
                </c:pt>
                <c:pt idx="238">
                  <c:v>0.00493696166708</c:v>
                </c:pt>
                <c:pt idx="239">
                  <c:v>0.0049530519237</c:v>
                </c:pt>
                <c:pt idx="240">
                  <c:v>0.00496920656538</c:v>
                </c:pt>
                <c:pt idx="241">
                  <c:v>0.00498542440608</c:v>
                </c:pt>
                <c:pt idx="242">
                  <c:v>0.00500170421214</c:v>
                </c:pt>
                <c:pt idx="243">
                  <c:v>0.00501804470266</c:v>
                </c:pt>
                <c:pt idx="244">
                  <c:v>0.00503444454987</c:v>
                </c:pt>
                <c:pt idx="245">
                  <c:v>0.00505090237969</c:v>
                </c:pt>
                <c:pt idx="246">
                  <c:v>0.00506741677227</c:v>
                </c:pt>
                <c:pt idx="247">
                  <c:v>0.00508398626276</c:v>
                </c:pt>
                <c:pt idx="248">
                  <c:v>0.00510060934209</c:v>
                </c:pt>
                <c:pt idx="249">
                  <c:v>0.00511728445787</c:v>
                </c:pt>
                <c:pt idx="250">
                  <c:v>0.00513401001539</c:v>
                </c:pt>
                <c:pt idx="251">
                  <c:v>0.00515078437873</c:v>
                </c:pt>
                <c:pt idx="252">
                  <c:v>0.00516760587195</c:v>
                </c:pt>
                <c:pt idx="253">
                  <c:v>0.0051844727804</c:v>
                </c:pt>
                <c:pt idx="254">
                  <c:v>0.0052013833521</c:v>
                </c:pt>
                <c:pt idx="255">
                  <c:v>0.00521833579919</c:v>
                </c:pt>
                <c:pt idx="256">
                  <c:v>0.00523532829957</c:v>
                </c:pt>
                <c:pt idx="257">
                  <c:v>0.00525235899848</c:v>
                </c:pt>
                <c:pt idx="258">
                  <c:v>0.00526942601031</c:v>
                </c:pt>
                <c:pt idx="259">
                  <c:v>0.00528652742037</c:v>
                </c:pt>
                <c:pt idx="260">
                  <c:v>0.00530366128681</c:v>
                </c:pt>
                <c:pt idx="261">
                  <c:v>0.00532082564258</c:v>
                </c:pt>
                <c:pt idx="262">
                  <c:v>0.00533801849747</c:v>
                </c:pt>
                <c:pt idx="263">
                  <c:v>0.00535523784018</c:v>
                </c:pt>
                <c:pt idx="264">
                  <c:v>0.0053724816405</c:v>
                </c:pt>
                <c:pt idx="265">
                  <c:v>0.00538974785148</c:v>
                </c:pt>
                <c:pt idx="266">
                  <c:v>0.00540703441169</c:v>
                </c:pt>
                <c:pt idx="267">
                  <c:v>0.00542433924747</c:v>
                </c:pt>
                <c:pt idx="268">
                  <c:v>0.00544166027526</c:v>
                </c:pt>
                <c:pt idx="269">
                  <c:v>0.00545899540392</c:v>
                </c:pt>
                <c:pt idx="270">
                  <c:v>0.00547634253708</c:v>
                </c:pt>
                <c:pt idx="271">
                  <c:v>0.00549369957547</c:v>
                </c:pt>
                <c:pt idx="272">
                  <c:v>0.0055110644193</c:v>
                </c:pt>
                <c:pt idx="273">
                  <c:v>0.00552843497064</c:v>
                </c:pt>
                <c:pt idx="274">
                  <c:v>0.00554580913568</c:v>
                </c:pt>
                <c:pt idx="275">
                  <c:v>0.00556318482713</c:v>
                </c:pt>
                <c:pt idx="276">
                  <c:v>0.00558055996647</c:v>
                </c:pt>
                <c:pt idx="277">
                  <c:v>0.00559793248623</c:v>
                </c:pt>
                <c:pt idx="278">
                  <c:v>0.00561530033223</c:v>
                </c:pt>
                <c:pt idx="279">
                  <c:v>0.00563266146573</c:v>
                </c:pt>
                <c:pt idx="280">
                  <c:v>0.00565001386557</c:v>
                </c:pt>
                <c:pt idx="281">
                  <c:v>0.00566735553026</c:v>
                </c:pt>
                <c:pt idx="282">
                  <c:v>0.00568468447997</c:v>
                </c:pt>
                <c:pt idx="283">
                  <c:v>0.00570199875848</c:v>
                </c:pt>
                <c:pt idx="284">
                  <c:v>0.00571929643506</c:v>
                </c:pt>
                <c:pt idx="285">
                  <c:v>0.00573657560623</c:v>
                </c:pt>
                <c:pt idx="286">
                  <c:v>0.00575383439753</c:v>
                </c:pt>
                <c:pt idx="287">
                  <c:v>0.00577107096509</c:v>
                </c:pt>
                <c:pt idx="288">
                  <c:v>0.00578828349724</c:v>
                </c:pt>
                <c:pt idx="289">
                  <c:v>0.00580547021588</c:v>
                </c:pt>
                <c:pt idx="290">
                  <c:v>0.00582262937789</c:v>
                </c:pt>
                <c:pt idx="291">
                  <c:v>0.00583975927641</c:v>
                </c:pt>
                <c:pt idx="292">
                  <c:v>0.00585685824195</c:v>
                </c:pt>
                <c:pt idx="293">
                  <c:v>0.00587392464351</c:v>
                </c:pt>
                <c:pt idx="294">
                  <c:v>0.00589095688953</c:v>
                </c:pt>
                <c:pt idx="295">
                  <c:v>0.00590795342878</c:v>
                </c:pt>
                <c:pt idx="296">
                  <c:v>0.0059249127511</c:v>
                </c:pt>
                <c:pt idx="297">
                  <c:v>0.00594183338814</c:v>
                </c:pt>
                <c:pt idx="298">
                  <c:v>0.00595871391388</c:v>
                </c:pt>
                <c:pt idx="299">
                  <c:v>0.00597555294514</c:v>
                </c:pt>
                <c:pt idx="300">
                  <c:v>0.00599234914199</c:v>
                </c:pt>
                <c:pt idx="301">
                  <c:v>0.00600910120803</c:v>
                </c:pt>
                <c:pt idx="302">
                  <c:v>0.0060258078906</c:v>
                </c:pt>
                <c:pt idx="303">
                  <c:v>0.0060424679809</c:v>
                </c:pt>
                <c:pt idx="304">
                  <c:v>0.00605908031404</c:v>
                </c:pt>
                <c:pt idx="305">
                  <c:v>0.006075643769</c:v>
                </c:pt>
                <c:pt idx="306">
                  <c:v>0.00609215726847</c:v>
                </c:pt>
                <c:pt idx="307">
                  <c:v>0.0061086197787</c:v>
                </c:pt>
                <c:pt idx="308">
                  <c:v>0.00612503030918</c:v>
                </c:pt>
                <c:pt idx="309">
                  <c:v>0.00614138791236</c:v>
                </c:pt>
                <c:pt idx="310">
                  <c:v>0.00615769168318</c:v>
                </c:pt>
                <c:pt idx="311">
                  <c:v>0.00617394075863</c:v>
                </c:pt>
                <c:pt idx="312">
                  <c:v>0.00619013431727</c:v>
                </c:pt>
                <c:pt idx="313">
                  <c:v>0.00620627157856</c:v>
                </c:pt>
                <c:pt idx="314">
                  <c:v>0.00622235180232</c:v>
                </c:pt>
                <c:pt idx="315">
                  <c:v>0.00623837428803</c:v>
                </c:pt>
                <c:pt idx="316">
                  <c:v>0.00625433837407</c:v>
                </c:pt>
                <c:pt idx="317">
                  <c:v>0.00627024343706</c:v>
                </c:pt>
                <c:pt idx="318">
                  <c:v>0.00628608889099</c:v>
                </c:pt>
                <c:pt idx="319">
                  <c:v>0.00630187418644</c:v>
                </c:pt>
                <c:pt idx="320">
                  <c:v>0.00631759880973</c:v>
                </c:pt>
                <c:pt idx="321">
                  <c:v>0.00633326228207</c:v>
                </c:pt>
                <c:pt idx="322">
                  <c:v>0.00634886415865</c:v>
                </c:pt>
                <c:pt idx="323">
                  <c:v>0.00636440402775</c:v>
                </c:pt>
                <c:pt idx="324">
                  <c:v>0.00637988150985</c:v>
                </c:pt>
                <c:pt idx="325">
                  <c:v>0.00639529625665</c:v>
                </c:pt>
                <c:pt idx="326">
                  <c:v>0.0064106479502</c:v>
                </c:pt>
                <c:pt idx="327">
                  <c:v>0.00642593630193</c:v>
                </c:pt>
                <c:pt idx="328">
                  <c:v>0.00644116105174</c:v>
                </c:pt>
                <c:pt idx="329">
                  <c:v>0.00645632196708</c:v>
                </c:pt>
                <c:pt idx="330">
                  <c:v>0.00647141884196</c:v>
                </c:pt>
                <c:pt idx="331">
                  <c:v>0.00648645149613</c:v>
                </c:pt>
                <c:pt idx="332">
                  <c:v>0.0065014197741</c:v>
                </c:pt>
                <c:pt idx="333">
                  <c:v>0.00651632354429</c:v>
                </c:pt>
                <c:pt idx="334">
                  <c:v>0.0065311626981</c:v>
                </c:pt>
                <c:pt idx="335">
                  <c:v>0.00654593714912</c:v>
                </c:pt>
                <c:pt idx="336">
                  <c:v>0.00656064683223</c:v>
                </c:pt>
                <c:pt idx="337">
                  <c:v>0.00657529170279</c:v>
                </c:pt>
                <c:pt idx="338">
                  <c:v>0.00658987173584</c:v>
                </c:pt>
                <c:pt idx="339">
                  <c:v>0.00660438692534</c:v>
                </c:pt>
                <c:pt idx="340">
                  <c:v>0.0066188372834</c:v>
                </c:pt>
                <c:pt idx="341">
                  <c:v>0.00663322283953</c:v>
                </c:pt>
                <c:pt idx="342">
                  <c:v>0.00664754363999</c:v>
                </c:pt>
                <c:pt idx="343">
                  <c:v>0.00666179974712</c:v>
                </c:pt>
                <c:pt idx="344">
                  <c:v>0.00667599123863</c:v>
                </c:pt>
                <c:pt idx="345">
                  <c:v>0.00669011820708</c:v>
                </c:pt>
                <c:pt idx="346">
                  <c:v>0.00670418075925</c:v>
                </c:pt>
                <c:pt idx="347">
                  <c:v>0.00671817901561</c:v>
                </c:pt>
                <c:pt idx="348">
                  <c:v>0.00673211310981</c:v>
                </c:pt>
                <c:pt idx="349">
                  <c:v>0.00674598318819</c:v>
                </c:pt>
                <c:pt idx="350">
                  <c:v>0.00675978940939</c:v>
                </c:pt>
                <c:pt idx="351">
                  <c:v>0.00677353194386</c:v>
                </c:pt>
                <c:pt idx="352">
                  <c:v>0.00678721097356</c:v>
                </c:pt>
                <c:pt idx="353">
                  <c:v>0.00680082669159</c:v>
                </c:pt>
                <c:pt idx="354">
                  <c:v>0.00681437930191</c:v>
                </c:pt>
                <c:pt idx="355">
                  <c:v>0.00682786901905</c:v>
                </c:pt>
                <c:pt idx="356">
                  <c:v>0.00684129606794</c:v>
                </c:pt>
                <c:pt idx="357">
                  <c:v>0.00685466068366</c:v>
                </c:pt>
                <c:pt idx="358">
                  <c:v>0.00686796311132</c:v>
                </c:pt>
                <c:pt idx="359">
                  <c:v>0.00688120360597</c:v>
                </c:pt>
                <c:pt idx="360">
                  <c:v>0.00689438243249</c:v>
                </c:pt>
                <c:pt idx="361">
                  <c:v>0.00690749986557</c:v>
                </c:pt>
                <c:pt idx="362">
                  <c:v>0.00692055618972</c:v>
                </c:pt>
                <c:pt idx="363">
                  <c:v>0.00693355169927</c:v>
                </c:pt>
                <c:pt idx="364">
                  <c:v>0.00694648669851</c:v>
                </c:pt>
                <c:pt idx="365">
                  <c:v>0.00695936150176</c:v>
                </c:pt>
                <c:pt idx="366">
                  <c:v>0.00697217643354</c:v>
                </c:pt>
                <c:pt idx="367">
                  <c:v>0.00698493182874</c:v>
                </c:pt>
                <c:pt idx="368">
                  <c:v>0.00699762803288</c:v>
                </c:pt>
                <c:pt idx="369">
                  <c:v>0.00701026540233</c:v>
                </c:pt>
                <c:pt idx="370">
                  <c:v>0.00702284430465</c:v>
                </c:pt>
                <c:pt idx="371">
                  <c:v>0.0070353651189</c:v>
                </c:pt>
                <c:pt idx="372">
                  <c:v>0.00704782823604</c:v>
                </c:pt>
                <c:pt idx="373">
                  <c:v>0.00706023405928</c:v>
                </c:pt>
                <c:pt idx="374">
                  <c:v>0.0070725830046</c:v>
                </c:pt>
                <c:pt idx="375">
                  <c:v>0.00708487550114</c:v>
                </c:pt>
                <c:pt idx="376">
                  <c:v>0.00709711199179</c:v>
                </c:pt>
                <c:pt idx="377">
                  <c:v>0.00710929293365</c:v>
                </c:pt>
                <c:pt idx="378">
                  <c:v>0.00712141879866</c:v>
                </c:pt>
                <c:pt idx="379">
                  <c:v>0.00713349007421</c:v>
                </c:pt>
                <c:pt idx="380">
                  <c:v>0.00714550726371</c:v>
                </c:pt>
                <c:pt idx="381">
                  <c:v>0.0071574708873</c:v>
                </c:pt>
                <c:pt idx="382">
                  <c:v>0.00716938148254</c:v>
                </c:pt>
                <c:pt idx="383">
                  <c:v>0.00718123960511</c:v>
                </c:pt>
                <c:pt idx="384">
                  <c:v>0.00719304582955</c:v>
                </c:pt>
                <c:pt idx="385">
                  <c:v>0.00720480075004</c:v>
                </c:pt>
                <c:pt idx="386">
                  <c:v>0.00721650498117</c:v>
                </c:pt>
                <c:pt idx="387">
                  <c:v>0.00722815915876</c:v>
                </c:pt>
                <c:pt idx="388">
                  <c:v>0.00723976394068</c:v>
                </c:pt>
                <c:pt idx="389">
                  <c:v>0.0072513200077</c:v>
                </c:pt>
                <c:pt idx="390">
                  <c:v>0.00726282806434</c:v>
                </c:pt>
                <c:pt idx="391">
                  <c:v>0.00727428883974</c:v>
                </c:pt>
                <c:pt idx="392">
                  <c:v>0.00728570308857</c:v>
                </c:pt>
                <c:pt idx="393">
                  <c:v>0.00729707159189</c:v>
                </c:pt>
                <c:pt idx="394">
                  <c:v>0.00730839515805</c:v>
                </c:pt>
                <c:pt idx="395">
                  <c:v>0.00731967462361</c:v>
                </c:pt>
                <c:pt idx="396">
                  <c:v>0.00733091085424</c:v>
                </c:pt>
                <c:pt idx="397">
                  <c:v>0.00734210474559</c:v>
                </c:pt>
                <c:pt idx="398">
                  <c:v>0.00735325722422</c:v>
                </c:pt>
                <c:pt idx="399">
                  <c:v>0.0073643692485</c:v>
                </c:pt>
                <c:pt idx="400">
                  <c:v>0.00737544180942</c:v>
                </c:pt>
                <c:pt idx="401">
                  <c:v>0.00738647593153</c:v>
                </c:pt>
                <c:pt idx="402">
                  <c:v>0.00739747267373</c:v>
                </c:pt>
                <c:pt idx="403">
                  <c:v>0.00740843313015</c:v>
                </c:pt>
                <c:pt idx="404">
                  <c:v>0.00741935843087</c:v>
                </c:pt>
                <c:pt idx="405">
                  <c:v>0.00743024974279</c:v>
                </c:pt>
                <c:pt idx="406">
                  <c:v>0.00744110827029</c:v>
                </c:pt>
                <c:pt idx="407">
                  <c:v>0.00745193525598</c:v>
                </c:pt>
                <c:pt idx="408">
                  <c:v>0.00746273198135</c:v>
                </c:pt>
                <c:pt idx="409">
                  <c:v>0.0074734997674</c:v>
                </c:pt>
                <c:pt idx="410">
                  <c:v>0.00748423997521</c:v>
                </c:pt>
                <c:pt idx="411">
                  <c:v>0.00749495400649</c:v>
                </c:pt>
                <c:pt idx="412">
                  <c:v>0.00750564330402</c:v>
                </c:pt>
                <c:pt idx="413">
                  <c:v>0.0075163093521</c:v>
                </c:pt>
                <c:pt idx="414">
                  <c:v>0.00752695367685</c:v>
                </c:pt>
                <c:pt idx="415">
                  <c:v>0.00753757784659</c:v>
                </c:pt>
                <c:pt idx="416">
                  <c:v>0.00754818347195</c:v>
                </c:pt>
                <c:pt idx="417">
                  <c:v>0.00755877220612</c:v>
                </c:pt>
                <c:pt idx="418">
                  <c:v>0.00756934574484</c:v>
                </c:pt>
                <c:pt idx="419">
                  <c:v>0.00757990582647</c:v>
                </c:pt>
                <c:pt idx="420">
                  <c:v>0.00759045423185</c:v>
                </c:pt>
                <c:pt idx="421">
                  <c:v>0.00760099278415</c:v>
                </c:pt>
                <c:pt idx="422">
                  <c:v>0.00761152334861</c:v>
                </c:pt>
                <c:pt idx="423">
                  <c:v>0.00762204783223</c:v>
                </c:pt>
                <c:pt idx="424">
                  <c:v>0.00763256818327</c:v>
                </c:pt>
                <c:pt idx="425">
                  <c:v>0.00764308639081</c:v>
                </c:pt>
                <c:pt idx="426">
                  <c:v>0.00765360448405</c:v>
                </c:pt>
                <c:pt idx="427">
                  <c:v>0.00766412453168</c:v>
                </c:pt>
                <c:pt idx="428">
                  <c:v>0.00767464864099</c:v>
                </c:pt>
                <c:pt idx="429">
                  <c:v>0.00768517895705</c:v>
                </c:pt>
                <c:pt idx="430">
                  <c:v>0.00769571766167</c:v>
                </c:pt>
                <c:pt idx="431">
                  <c:v>0.00770626697232</c:v>
                </c:pt>
                <c:pt idx="432">
                  <c:v>0.00771682914098</c:v>
                </c:pt>
                <c:pt idx="433">
                  <c:v>0.0077274064528</c:v>
                </c:pt>
                <c:pt idx="434">
                  <c:v>0.00773800122484</c:v>
                </c:pt>
                <c:pt idx="435">
                  <c:v>0.00774861580454</c:v>
                </c:pt>
                <c:pt idx="436">
                  <c:v>0.0077592525682</c:v>
                </c:pt>
                <c:pt idx="437">
                  <c:v>0.00776991391943</c:v>
                </c:pt>
                <c:pt idx="438">
                  <c:v>0.00778060228737</c:v>
                </c:pt>
                <c:pt idx="439">
                  <c:v>0.007791320125</c:v>
                </c:pt>
                <c:pt idx="440">
                  <c:v>0.00780206990725</c:v>
                </c:pt>
                <c:pt idx="441">
                  <c:v>0.00781285412914</c:v>
                </c:pt>
                <c:pt idx="442">
                  <c:v>0.0078236753038</c:v>
                </c:pt>
                <c:pt idx="443">
                  <c:v>0.00783453596046</c:v>
                </c:pt>
                <c:pt idx="444">
                  <c:v>0.00784543864237</c:v>
                </c:pt>
                <c:pt idx="445">
                  <c:v>0.00785638590474</c:v>
                </c:pt>
                <c:pt idx="446">
                  <c:v>0.00786738031251</c:v>
                </c:pt>
                <c:pt idx="447">
                  <c:v>0.00787842443828</c:v>
                </c:pt>
                <c:pt idx="448">
                  <c:v>0.00788952086</c:v>
                </c:pt>
                <c:pt idx="449">
                  <c:v>0.00790067215883</c:v>
                </c:pt>
                <c:pt idx="450">
                  <c:v>0.00791188091688</c:v>
                </c:pt>
                <c:pt idx="451">
                  <c:v>0.00792314971496</c:v>
                </c:pt>
                <c:pt idx="452">
                  <c:v>0.00793448113036</c:v>
                </c:pt>
                <c:pt idx="453">
                  <c:v>0.00794587773464</c:v>
                </c:pt>
                <c:pt idx="454">
                  <c:v>0.00795734209139</c:v>
                </c:pt>
                <c:pt idx="455">
                  <c:v>0.00796887675407</c:v>
                </c:pt>
                <c:pt idx="456">
                  <c:v>0.00798048426382</c:v>
                </c:pt>
                <c:pt idx="457">
                  <c:v>0.00799216714737</c:v>
                </c:pt>
                <c:pt idx="458">
                  <c:v>0.00800392791494</c:v>
                </c:pt>
                <c:pt idx="459">
                  <c:v>0.00801576905822</c:v>
                </c:pt>
                <c:pt idx="460">
                  <c:v>0.00802769304836</c:v>
                </c:pt>
                <c:pt idx="461">
                  <c:v>0.00803970233408</c:v>
                </c:pt>
                <c:pt idx="462">
                  <c:v>0.0080517993398</c:v>
                </c:pt>
                <c:pt idx="463">
                  <c:v>0.00806398646382</c:v>
                </c:pt>
                <c:pt idx="464">
                  <c:v>0.00807626607667</c:v>
                </c:pt>
                <c:pt idx="465">
                  <c:v>0.0080886405194</c:v>
                </c:pt>
                <c:pt idx="466">
                  <c:v>0.00810111210206</c:v>
                </c:pt>
                <c:pt idx="467">
                  <c:v>0.00811368310223</c:v>
                </c:pt>
                <c:pt idx="468">
                  <c:v>0.0081263557636</c:v>
                </c:pt>
                <c:pt idx="469">
                  <c:v>0.00813913229469</c:v>
                </c:pt>
                <c:pt idx="470">
                  <c:v>0.00815201486765</c:v>
                </c:pt>
                <c:pt idx="471">
                  <c:v>0.00816500561715</c:v>
                </c:pt>
                <c:pt idx="472">
                  <c:v>0.00817810663932</c:v>
                </c:pt>
                <c:pt idx="473">
                  <c:v>0.00819131999089</c:v>
                </c:pt>
                <c:pt idx="474">
                  <c:v>0.00820464768832</c:v>
                </c:pt>
                <c:pt idx="475">
                  <c:v>0.00821809170707</c:v>
                </c:pt>
                <c:pt idx="476">
                  <c:v>0.00823165398097</c:v>
                </c:pt>
                <c:pt idx="477">
                  <c:v>0.00824533640171</c:v>
                </c:pt>
                <c:pt idx="478">
                  <c:v>0.00825914081833</c:v>
                </c:pt>
                <c:pt idx="479">
                  <c:v>0.00827306903693</c:v>
                </c:pt>
                <c:pt idx="480">
                  <c:v>0.00828712282036</c:v>
                </c:pt>
                <c:pt idx="481">
                  <c:v>0.00830130388807</c:v>
                </c:pt>
                <c:pt idx="482">
                  <c:v>0.00831561391601</c:v>
                </c:pt>
                <c:pt idx="483">
                  <c:v>0.00833005453666</c:v>
                </c:pt>
                <c:pt idx="484">
                  <c:v>0.00834462733906</c:v>
                </c:pt>
                <c:pt idx="485">
                  <c:v>0.00835933386898</c:v>
                </c:pt>
                <c:pt idx="486">
                  <c:v>0.00837417562921</c:v>
                </c:pt>
                <c:pt idx="487">
                  <c:v>0.00838915407978</c:v>
                </c:pt>
                <c:pt idx="488">
                  <c:v>0.0084042706384</c:v>
                </c:pt>
                <c:pt idx="489">
                  <c:v>0.00841952668089</c:v>
                </c:pt>
                <c:pt idx="490">
                  <c:v>0.00843492354164</c:v>
                </c:pt>
                <c:pt idx="491">
                  <c:v>0.00845046251426</c:v>
                </c:pt>
                <c:pt idx="492">
                  <c:v>0.00846614485211</c:v>
                </c:pt>
                <c:pt idx="493">
                  <c:v>0.00848197176903</c:v>
                </c:pt>
                <c:pt idx="494">
                  <c:v>0.00849794444004</c:v>
                </c:pt>
                <c:pt idx="495">
                  <c:v>0.00851406400209</c:v>
                </c:pt>
                <c:pt idx="496">
                  <c:v>0.00853033155491</c:v>
                </c:pt>
                <c:pt idx="497">
                  <c:v>0.00854674816177</c:v>
                </c:pt>
                <c:pt idx="498">
                  <c:v>0.00856331485047</c:v>
                </c:pt>
                <c:pt idx="499">
                  <c:v>0.00858003261412</c:v>
                </c:pt>
                <c:pt idx="500">
                  <c:v>0.00859690241217</c:v>
                </c:pt>
                <c:pt idx="501">
                  <c:v>0.00861392517134</c:v>
                </c:pt>
                <c:pt idx="502">
                  <c:v>0.00863110178657</c:v>
                </c:pt>
                <c:pt idx="503">
                  <c:v>0.00864843312204</c:v>
                </c:pt>
                <c:pt idx="504">
                  <c:v>0.00866592001218</c:v>
                </c:pt>
                <c:pt idx="505">
                  <c:v>0.00868356326269</c:v>
                </c:pt>
                <c:pt idx="506">
                  <c:v>0.00870136365156</c:v>
                </c:pt>
                <c:pt idx="507">
                  <c:v>0.00871932193013</c:v>
                </c:pt>
                <c:pt idx="508">
                  <c:v>0.00873743882409</c:v>
                </c:pt>
                <c:pt idx="509">
                  <c:v>0.00875571503458</c:v>
                </c:pt>
                <c:pt idx="510">
                  <c:v>0.00877415123919</c:v>
                </c:pt>
                <c:pt idx="511">
                  <c:v>0.00879274809301</c:v>
                </c:pt>
                <c:pt idx="512">
                  <c:v>0.00881150622966</c:v>
                </c:pt>
                <c:pt idx="513">
                  <c:v>0.00883042626234</c:v>
                </c:pt>
                <c:pt idx="514">
                  <c:v>0.00884950878485</c:v>
                </c:pt>
                <c:pt idx="515">
                  <c:v>0.00886875437256</c:v>
                </c:pt>
                <c:pt idx="516">
                  <c:v>0.00888816358347</c:v>
                </c:pt>
                <c:pt idx="517">
                  <c:v>0.00890773695915</c:v>
                </c:pt>
                <c:pt idx="518">
                  <c:v>0.00892747502576</c:v>
                </c:pt>
                <c:pt idx="519">
                  <c:v>0.00894737829498</c:v>
                </c:pt>
                <c:pt idx="520">
                  <c:v>0.00896744726494</c:v>
                </c:pt>
                <c:pt idx="521">
                  <c:v>0.00898768242121</c:v>
                </c:pt>
                <c:pt idx="522">
                  <c:v>0.00900808423765</c:v>
                </c:pt>
                <c:pt idx="523">
                  <c:v>0.00902865317736</c:v>
                </c:pt>
                <c:pt idx="524">
                  <c:v>0.00904938969349</c:v>
                </c:pt>
                <c:pt idx="525">
                  <c:v>0.00907029423018</c:v>
                </c:pt>
                <c:pt idx="526">
                  <c:v>0.00909136722331</c:v>
                </c:pt>
                <c:pt idx="527">
                  <c:v>0.00911260910141</c:v>
                </c:pt>
                <c:pt idx="528">
                  <c:v>0.00913402028639</c:v>
                </c:pt>
                <c:pt idx="529">
                  <c:v>0.00915560119435</c:v>
                </c:pt>
                <c:pt idx="530">
                  <c:v>0.00917735223634</c:v>
                </c:pt>
                <c:pt idx="531">
                  <c:v>0.0091992738191</c:v>
                </c:pt>
                <c:pt idx="532">
                  <c:v>0.00922136634577</c:v>
                </c:pt>
                <c:pt idx="533">
                  <c:v>0.00924363021661</c:v>
                </c:pt>
                <c:pt idx="534">
                  <c:v>0.00926606582966</c:v>
                </c:pt>
                <c:pt idx="535">
                  <c:v>0.00928867358141</c:v>
                </c:pt>
                <c:pt idx="536">
                  <c:v>0.00931145386745</c:v>
                </c:pt>
                <c:pt idx="537">
                  <c:v>0.00933440708308</c:v>
                </c:pt>
                <c:pt idx="538">
                  <c:v>0.00935753362392</c:v>
                </c:pt>
                <c:pt idx="539">
                  <c:v>0.00938083388649</c:v>
                </c:pt>
                <c:pt idx="540">
                  <c:v>0.00940430826879</c:v>
                </c:pt>
                <c:pt idx="541">
                  <c:v>0.00942795717081</c:v>
                </c:pt>
                <c:pt idx="542">
                  <c:v>0.00945178099512</c:v>
                </c:pt>
                <c:pt idx="543">
                  <c:v>0.00947578014735</c:v>
                </c:pt>
                <c:pt idx="544">
                  <c:v>0.00949995503665</c:v>
                </c:pt>
                <c:pt idx="545">
                  <c:v>0.00952430607625</c:v>
                </c:pt>
                <c:pt idx="546">
                  <c:v>0.00954883368387</c:v>
                </c:pt>
                <c:pt idx="547">
                  <c:v>0.00957353828215</c:v>
                </c:pt>
                <c:pt idx="548">
                  <c:v>0.00959842029915</c:v>
                </c:pt>
                <c:pt idx="549">
                  <c:v>0.0096234801687</c:v>
                </c:pt>
                <c:pt idx="550">
                  <c:v>0.00964871833085</c:v>
                </c:pt>
                <c:pt idx="551">
                  <c:v>0.00967413523222</c:v>
                </c:pt>
                <c:pt idx="552">
                  <c:v>0.0096997313264</c:v>
                </c:pt>
                <c:pt idx="553">
                  <c:v>0.00972550707433</c:v>
                </c:pt>
                <c:pt idx="554">
                  <c:v>0.00975146294458</c:v>
                </c:pt>
                <c:pt idx="555">
                  <c:v>0.00977759941377</c:v>
                </c:pt>
                <c:pt idx="556">
                  <c:v>0.00980391696683</c:v>
                </c:pt>
                <c:pt idx="557">
                  <c:v>0.00983041609736</c:v>
                </c:pt>
                <c:pt idx="558">
                  <c:v>0.00985709730791</c:v>
                </c:pt>
                <c:pt idx="559">
                  <c:v>0.00988396111024</c:v>
                </c:pt>
                <c:pt idx="560">
                  <c:v>0.00991100802567</c:v>
                </c:pt>
                <c:pt idx="561">
                  <c:v>0.00993823858529</c:v>
                </c:pt>
                <c:pt idx="562">
                  <c:v>0.00996565333025</c:v>
                </c:pt>
                <c:pt idx="563">
                  <c:v>0.00999325281201</c:v>
                </c:pt>
                <c:pt idx="564">
                  <c:v>0.0100210375925</c:v>
                </c:pt>
                <c:pt idx="565">
                  <c:v>0.0100490082447</c:v>
                </c:pt>
                <c:pt idx="566">
                  <c:v>0.0100771653521</c:v>
                </c:pt>
                <c:pt idx="567">
                  <c:v>0.0101055095099</c:v>
                </c:pt>
                <c:pt idx="568">
                  <c:v>0.0101340413245</c:v>
                </c:pt>
                <c:pt idx="569">
                  <c:v>0.0101627614139</c:v>
                </c:pt>
                <c:pt idx="570">
                  <c:v>0.0101916704081</c:v>
                </c:pt>
                <c:pt idx="571">
                  <c:v>0.0102207689489</c:v>
                </c:pt>
                <c:pt idx="572">
                  <c:v>0.0102500576904</c:v>
                </c:pt>
                <c:pt idx="573">
                  <c:v>0.0102795372991</c:v>
                </c:pt>
                <c:pt idx="574">
                  <c:v>0.010309208454</c:v>
                </c:pt>
                <c:pt idx="575">
                  <c:v>0.0103390718468</c:v>
                </c:pt>
                <c:pt idx="576">
                  <c:v>0.010369128182</c:v>
                </c:pt>
                <c:pt idx="577">
                  <c:v>0.0103993781772</c:v>
                </c:pt>
                <c:pt idx="578">
                  <c:v>0.0104298225631</c:v>
                </c:pt>
                <c:pt idx="579">
                  <c:v>0.0104604620836</c:v>
                </c:pt>
                <c:pt idx="580">
                  <c:v>0.0104912974961</c:v>
                </c:pt>
                <c:pt idx="581">
                  <c:v>0.0105223295717</c:v>
                </c:pt>
                <c:pt idx="582">
                  <c:v>0.0105535590949</c:v>
                </c:pt>
                <c:pt idx="583">
                  <c:v>0.0105849868642</c:v>
                </c:pt>
                <c:pt idx="584">
                  <c:v>0.0106166136918</c:v>
                </c:pt>
                <c:pt idx="585">
                  <c:v>0.0106484404043</c:v>
                </c:pt>
                <c:pt idx="586">
                  <c:v>0.010680467842</c:v>
                </c:pt>
                <c:pt idx="587">
                  <c:v>0.0107126968596</c:v>
                </c:pt>
                <c:pt idx="588">
                  <c:v>0.0107451283263</c:v>
                </c:pt>
                <c:pt idx="589">
                  <c:v>0.0107777631254</c:v>
                </c:pt>
                <c:pt idx="590">
                  <c:v>0.0108106021551</c:v>
                </c:pt>
                <c:pt idx="591">
                  <c:v>0.0108436463279</c:v>
                </c:pt>
                <c:pt idx="592">
                  <c:v>0.0108768965712</c:v>
                </c:pt>
                <c:pt idx="593">
                  <c:v>0.010910353827</c:v>
                </c:pt>
                <c:pt idx="594">
                  <c:v>0.0109440190523</c:v>
                </c:pt>
                <c:pt idx="595">
                  <c:v>0.0109778932189</c:v>
                </c:pt>
                <c:pt idx="596">
                  <c:v>0.0110119773138</c:v>
                </c:pt>
                <c:pt idx="597">
                  <c:v>0.0110462723388</c:v>
                </c:pt>
                <c:pt idx="598">
                  <c:v>0.0110807793113</c:v>
                </c:pt>
                <c:pt idx="599">
                  <c:v>0.0111154992634</c:v>
                </c:pt>
                <c:pt idx="600">
                  <c:v>0.0111504332428</c:v>
                </c:pt>
                <c:pt idx="601">
                  <c:v>0.0111855823125</c:v>
                </c:pt>
                <c:pt idx="602">
                  <c:v>0.0112209475508</c:v>
                </c:pt>
                <c:pt idx="603">
                  <c:v>0.0112565300516</c:v>
                </c:pt>
                <c:pt idx="604">
                  <c:v>0.0112923309241</c:v>
                </c:pt>
                <c:pt idx="605">
                  <c:v>0.0113283512935</c:v>
                </c:pt>
                <c:pt idx="606">
                  <c:v>0.0113645923002</c:v>
                </c:pt>
                <c:pt idx="607">
                  <c:v>0.0114010551004</c:v>
                </c:pt>
                <c:pt idx="608">
                  <c:v>0.0114377408663</c:v>
                </c:pt>
                <c:pt idx="609">
                  <c:v>0.0114746507856</c:v>
                </c:pt>
                <c:pt idx="610">
                  <c:v>0.0115117860621</c:v>
                </c:pt>
                <c:pt idx="611">
                  <c:v>0.0115491479151</c:v>
                </c:pt>
                <c:pt idx="612">
                  <c:v>0.0115867375805</c:v>
                </c:pt>
                <c:pt idx="613">
                  <c:v>0.0116245563095</c:v>
                </c:pt>
                <c:pt idx="614">
                  <c:v>0.01166260537</c:v>
                </c:pt>
                <c:pt idx="615">
                  <c:v>0.0117008860457</c:v>
                </c:pt>
                <c:pt idx="616">
                  <c:v>0.0117393996365</c:v>
                </c:pt>
                <c:pt idx="617">
                  <c:v>0.0117781474586</c:v>
                </c:pt>
                <c:pt idx="618">
                  <c:v>0.0118171308445</c:v>
                </c:pt>
                <c:pt idx="619">
                  <c:v>0.011856351143</c:v>
                </c:pt>
                <c:pt idx="620">
                  <c:v>0.0118958097195</c:v>
                </c:pt>
                <c:pt idx="621">
                  <c:v>0.0119355079557</c:v>
                </c:pt>
                <c:pt idx="622">
                  <c:v>0.01197544725</c:v>
                </c:pt>
                <c:pt idx="623">
                  <c:v>0.0120156290173</c:v>
                </c:pt>
                <c:pt idx="624">
                  <c:v>0.0120560546892</c:v>
                </c:pt>
                <c:pt idx="625">
                  <c:v>0.0120967257143</c:v>
                </c:pt>
                <c:pt idx="626">
                  <c:v>0.0121376435578</c:v>
                </c:pt>
                <c:pt idx="627">
                  <c:v>0.0121788097019</c:v>
                </c:pt>
                <c:pt idx="628">
                  <c:v>0.0122202256459</c:v>
                </c:pt>
                <c:pt idx="629">
                  <c:v>0.0122618929061</c:v>
                </c:pt>
                <c:pt idx="630">
                  <c:v>0.012303813016</c:v>
                </c:pt>
                <c:pt idx="631">
                  <c:v>0.0123459875266</c:v>
                </c:pt>
                <c:pt idx="632">
                  <c:v>0.0123884180059</c:v>
                </c:pt>
                <c:pt idx="633">
                  <c:v>0.0124311060398</c:v>
                </c:pt>
                <c:pt idx="634">
                  <c:v>0.0124740532315</c:v>
                </c:pt>
                <c:pt idx="635">
                  <c:v>0.0125172612019</c:v>
                </c:pt>
                <c:pt idx="636">
                  <c:v>0.0125607315901</c:v>
                </c:pt>
                <c:pt idx="637">
                  <c:v>0.0126044660526</c:v>
                </c:pt>
                <c:pt idx="638">
                  <c:v>0.0126484662643</c:v>
                </c:pt>
                <c:pt idx="639">
                  <c:v>0.0126927339183</c:v>
                </c:pt>
                <c:pt idx="640">
                  <c:v>0.0127372707258</c:v>
                </c:pt>
                <c:pt idx="641">
                  <c:v>0.0127820784167</c:v>
                </c:pt>
                <c:pt idx="642">
                  <c:v>0.0128271587393</c:v>
                </c:pt>
                <c:pt idx="643">
                  <c:v>0.0128725134607</c:v>
                </c:pt>
                <c:pt idx="644">
                  <c:v>0.012918144367</c:v>
                </c:pt>
                <c:pt idx="645">
                  <c:v>0.0129640532631</c:v>
                </c:pt>
                <c:pt idx="646">
                  <c:v>0.0130102419734</c:v>
                </c:pt>
                <c:pt idx="647">
                  <c:v>0.0130567123413</c:v>
                </c:pt>
                <c:pt idx="648">
                  <c:v>0.0131034662302</c:v>
                </c:pt>
                <c:pt idx="649">
                  <c:v>0.0131505055227</c:v>
                </c:pt>
                <c:pt idx="650">
                  <c:v>0.0131978321217</c:v>
                </c:pt>
                <c:pt idx="651">
                  <c:v>0.0132454479499</c:v>
                </c:pt>
                <c:pt idx="652">
                  <c:v>0.0132933549503</c:v>
                </c:pt>
                <c:pt idx="653">
                  <c:v>0.0133415550864</c:v>
                </c:pt>
                <c:pt idx="654">
                  <c:v>0.0133900503422</c:v>
                </c:pt>
                <c:pt idx="655">
                  <c:v>0.0134388427228</c:v>
                </c:pt>
                <c:pt idx="656">
                  <c:v>0.0134879342539</c:v>
                </c:pt>
                <c:pt idx="657">
                  <c:v>0.0135373269829</c:v>
                </c:pt>
                <c:pt idx="658">
                  <c:v>0.0135870229783</c:v>
                </c:pt>
                <c:pt idx="659">
                  <c:v>0.0136370243305</c:v>
                </c:pt>
                <c:pt idx="660">
                  <c:v>0.0136873331516</c:v>
                </c:pt>
                <c:pt idx="661">
                  <c:v>0.0137379515759</c:v>
                </c:pt>
                <c:pt idx="662">
                  <c:v>0.01378888176</c:v>
                </c:pt>
                <c:pt idx="663">
                  <c:v>0.0138401258832</c:v>
                </c:pt>
                <c:pt idx="664">
                  <c:v>0.0138916861474</c:v>
                </c:pt>
                <c:pt idx="665">
                  <c:v>0.0139435647778</c:v>
                </c:pt>
                <c:pt idx="666">
                  <c:v>0.0139957640226</c:v>
                </c:pt>
                <c:pt idx="667">
                  <c:v>0.0140482861538</c:v>
                </c:pt>
                <c:pt idx="668">
                  <c:v>0.0141011334671</c:v>
                </c:pt>
                <c:pt idx="669">
                  <c:v>0.0141543082821</c:v>
                </c:pt>
                <c:pt idx="670">
                  <c:v>0.0142078129431</c:v>
                </c:pt>
                <c:pt idx="671">
                  <c:v>0.0142616498185</c:v>
                </c:pt>
                <c:pt idx="672">
                  <c:v>0.0143158213019</c:v>
                </c:pt>
                <c:pt idx="673">
                  <c:v>0.0143703298119</c:v>
                </c:pt>
                <c:pt idx="674">
                  <c:v>0.0144251777924</c:v>
                </c:pt>
                <c:pt idx="675">
                  <c:v>0.0144803677133</c:v>
                </c:pt>
                <c:pt idx="676">
                  <c:v>0.0145359020701</c:v>
                </c:pt>
                <c:pt idx="677">
                  <c:v>0.0145917833848</c:v>
                </c:pt>
                <c:pt idx="678">
                  <c:v>0.0146480142057</c:v>
                </c:pt>
                <c:pt idx="679">
                  <c:v>0.0147045971083</c:v>
                </c:pt>
                <c:pt idx="680">
                  <c:v>0.0147615346949</c:v>
                </c:pt>
                <c:pt idx="681">
                  <c:v>0.0148188295954</c:v>
                </c:pt>
                <c:pt idx="682">
                  <c:v>0.0148764844676</c:v>
                </c:pt>
                <c:pt idx="683">
                  <c:v>0.0149345019971</c:v>
                </c:pt>
                <c:pt idx="684">
                  <c:v>0.0149928848981</c:v>
                </c:pt>
                <c:pt idx="685">
                  <c:v>0.0150516359133</c:v>
                </c:pt>
                <c:pt idx="686">
                  <c:v>0.0151107578148</c:v>
                </c:pt>
                <c:pt idx="687">
                  <c:v>0.0151702534038</c:v>
                </c:pt>
                <c:pt idx="688">
                  <c:v>0.0152301255111</c:v>
                </c:pt>
                <c:pt idx="689">
                  <c:v>0.015290376998</c:v>
                </c:pt>
                <c:pt idx="690">
                  <c:v>0.0153510107556</c:v>
                </c:pt>
                <c:pt idx="691">
                  <c:v>0.0154120297063</c:v>
                </c:pt>
                <c:pt idx="692">
                  <c:v>0.0154734368033</c:v>
                </c:pt>
                <c:pt idx="693">
                  <c:v>0.0155352350312</c:v>
                </c:pt>
                <c:pt idx="694">
                  <c:v>0.0155974274065</c:v>
                </c:pt>
                <c:pt idx="695">
                  <c:v>0.0156600169781</c:v>
                </c:pt>
                <c:pt idx="696">
                  <c:v>0.015723006827</c:v>
                </c:pt>
                <c:pt idx="697">
                  <c:v>0.0157864000675</c:v>
                </c:pt>
                <c:pt idx="698">
                  <c:v>0.0158501998471</c:v>
                </c:pt>
                <c:pt idx="699">
                  <c:v>0.015914409347</c:v>
                </c:pt>
                <c:pt idx="700">
                  <c:v>0.0159790317825</c:v>
                </c:pt>
                <c:pt idx="701">
                  <c:v>0.0160440704034</c:v>
                </c:pt>
                <c:pt idx="702">
                  <c:v>0.0161095284943</c:v>
                </c:pt>
                <c:pt idx="703">
                  <c:v>0.0161754093753</c:v>
                </c:pt>
                <c:pt idx="704">
                  <c:v>0.016241716402</c:v>
                </c:pt>
                <c:pt idx="705">
                  <c:v>0.0163084529663</c:v>
                </c:pt>
                <c:pt idx="706">
                  <c:v>0.0163756224966</c:v>
                </c:pt>
                <c:pt idx="707">
                  <c:v>0.0164432284583</c:v>
                </c:pt>
                <c:pt idx="708">
                  <c:v>0.0165112743542</c:v>
                </c:pt>
                <c:pt idx="709">
                  <c:v>0.016579763725</c:v>
                </c:pt>
                <c:pt idx="710">
                  <c:v>0.0166487001499</c:v>
                </c:pt>
                <c:pt idx="711">
                  <c:v>0.0167180872465</c:v>
                </c:pt>
                <c:pt idx="712">
                  <c:v>0.0167879286719</c:v>
                </c:pt>
                <c:pt idx="713">
                  <c:v>0.016858228123</c:v>
                </c:pt>
                <c:pt idx="714">
                  <c:v>0.0169289893365</c:v>
                </c:pt>
                <c:pt idx="715">
                  <c:v>0.0170002160902</c:v>
                </c:pt>
                <c:pt idx="716">
                  <c:v>0.0170719122028</c:v>
                </c:pt>
                <c:pt idx="717">
                  <c:v>0.0171440815347</c:v>
                </c:pt>
                <c:pt idx="718">
                  <c:v>0.0172167279884</c:v>
                </c:pt>
                <c:pt idx="719">
                  <c:v>0.0172898555093</c:v>
                </c:pt>
                <c:pt idx="720">
                  <c:v>0.0173634680855</c:v>
                </c:pt>
                <c:pt idx="721">
                  <c:v>0.0174375697493</c:v>
                </c:pt>
                <c:pt idx="722">
                  <c:v>0.0175121645769</c:v>
                </c:pt>
                <c:pt idx="723">
                  <c:v>0.0175872566894</c:v>
                </c:pt>
                <c:pt idx="724">
                  <c:v>0.0176628502531</c:v>
                </c:pt>
                <c:pt idx="725">
                  <c:v>0.0177389494804</c:v>
                </c:pt>
                <c:pt idx="726">
                  <c:v>0.0178155586298</c:v>
                </c:pt>
                <c:pt idx="727">
                  <c:v>0.0178926820071</c:v>
                </c:pt>
                <c:pt idx="728">
                  <c:v>0.0179703239654</c:v>
                </c:pt>
                <c:pt idx="729">
                  <c:v>0.0180484889062</c:v>
                </c:pt>
                <c:pt idx="730">
                  <c:v>0.0181271812795</c:v>
                </c:pt>
                <c:pt idx="731">
                  <c:v>0.0182064055849</c:v>
                </c:pt>
                <c:pt idx="732">
                  <c:v>0.0182861663719</c:v>
                </c:pt>
                <c:pt idx="733">
                  <c:v>0.0183664682404</c:v>
                </c:pt>
                <c:pt idx="734">
                  <c:v>0.0184473158418</c:v>
                </c:pt>
                <c:pt idx="735">
                  <c:v>0.0185287138791</c:v>
                </c:pt>
                <c:pt idx="736">
                  <c:v>0.018610667108</c:v>
                </c:pt>
                <c:pt idx="737">
                  <c:v>0.0186931803373</c:v>
                </c:pt>
                <c:pt idx="738">
                  <c:v>0.0187762584296</c:v>
                </c:pt>
                <c:pt idx="739">
                  <c:v>0.0188599063021</c:v>
                </c:pt>
                <c:pt idx="740">
                  <c:v>0.0189441289269</c:v>
                </c:pt>
                <c:pt idx="741">
                  <c:v>0.0190289313324</c:v>
                </c:pt>
                <c:pt idx="742">
                  <c:v>0.0191143186033</c:v>
                </c:pt>
                <c:pt idx="743">
                  <c:v>0.0192002958818</c:v>
                </c:pt>
                <c:pt idx="744">
                  <c:v>0.019286868368</c:v>
                </c:pt>
                <c:pt idx="745">
                  <c:v>0.0193740413208</c:v>
                </c:pt>
                <c:pt idx="746">
                  <c:v>0.0194618200588</c:v>
                </c:pt>
                <c:pt idx="747">
                  <c:v>0.0195502099607</c:v>
                </c:pt>
                <c:pt idx="748">
                  <c:v>0.0196392164663</c:v>
                </c:pt>
                <c:pt idx="749">
                  <c:v>0.0197288450774</c:v>
                </c:pt>
                <c:pt idx="750">
                  <c:v>0.0198191013582</c:v>
                </c:pt>
                <c:pt idx="751">
                  <c:v>0.0199099909367</c:v>
                </c:pt>
                <c:pt idx="752">
                  <c:v>0.0200015195047</c:v>
                </c:pt>
                <c:pt idx="753">
                  <c:v>0.0200936928196</c:v>
                </c:pt>
                <c:pt idx="754">
                  <c:v>0.0201865167044</c:v>
                </c:pt>
                <c:pt idx="755">
                  <c:v>0.0202799970491</c:v>
                </c:pt>
                <c:pt idx="756">
                  <c:v>0.0203741398112</c:v>
                </c:pt>
                <c:pt idx="757">
                  <c:v>0.020468951017</c:v>
                </c:pt>
                <c:pt idx="758">
                  <c:v>0.020564436762</c:v>
                </c:pt>
                <c:pt idx="759">
                  <c:v>0.0206606032123</c:v>
                </c:pt>
                <c:pt idx="760">
                  <c:v>0.0207574566052</c:v>
                </c:pt>
                <c:pt idx="761">
                  <c:v>0.0208550032501</c:v>
                </c:pt>
                <c:pt idx="762">
                  <c:v>0.0209532495298</c:v>
                </c:pt>
                <c:pt idx="763">
                  <c:v>0.021052201901</c:v>
                </c:pt>
                <c:pt idx="764">
                  <c:v>0.0211518668957</c:v>
                </c:pt>
                <c:pt idx="765">
                  <c:v>0.0212522511221</c:v>
                </c:pt>
                <c:pt idx="766">
                  <c:v>0.0213533612653</c:v>
                </c:pt>
                <c:pt idx="767">
                  <c:v>0.0214552040886</c:v>
                </c:pt>
                <c:pt idx="768">
                  <c:v>0.0215577864347</c:v>
                </c:pt>
                <c:pt idx="769">
                  <c:v>0.0216611152263</c:v>
                </c:pt>
                <c:pt idx="770">
                  <c:v>0.0217651974676</c:v>
                </c:pt>
                <c:pt idx="771">
                  <c:v>0.0218700402451</c:v>
                </c:pt>
                <c:pt idx="772">
                  <c:v>0.0219756507288</c:v>
                </c:pt>
                <c:pt idx="773">
                  <c:v>0.0220820361736</c:v>
                </c:pt>
                <c:pt idx="774">
                  <c:v>0.0221892039199</c:v>
                </c:pt>
                <c:pt idx="775">
                  <c:v>0.0222971613951</c:v>
                </c:pt>
                <c:pt idx="776">
                  <c:v>0.0224059161149</c:v>
                </c:pt>
                <c:pt idx="777">
                  <c:v>0.0225154756839</c:v>
                </c:pt>
                <c:pt idx="778">
                  <c:v>0.0226258477977</c:v>
                </c:pt>
                <c:pt idx="779">
                  <c:v>0.0227370402432</c:v>
                </c:pt>
                <c:pt idx="780">
                  <c:v>0.0228490609007</c:v>
                </c:pt>
                <c:pt idx="781">
                  <c:v>0.0229619177446</c:v>
                </c:pt>
                <c:pt idx="782">
                  <c:v>0.0230756188446</c:v>
                </c:pt>
                <c:pt idx="783">
                  <c:v>0.0231901723677</c:v>
                </c:pt>
                <c:pt idx="784">
                  <c:v>0.0233055865786</c:v>
                </c:pt>
                <c:pt idx="785">
                  <c:v>0.023421869842</c:v>
                </c:pt>
                <c:pt idx="786">
                  <c:v>0.0235390306232</c:v>
                </c:pt>
                <c:pt idx="787">
                  <c:v>0.0236570774898</c:v>
                </c:pt>
                <c:pt idx="788">
                  <c:v>0.0237760191131</c:v>
                </c:pt>
                <c:pt idx="789">
                  <c:v>0.0238958642696</c:v>
                </c:pt>
                <c:pt idx="790">
                  <c:v>0.0240166218423</c:v>
                </c:pt>
                <c:pt idx="791">
                  <c:v>0.0241383008222</c:v>
                </c:pt>
                <c:pt idx="792">
                  <c:v>0.02426091031</c:v>
                </c:pt>
                <c:pt idx="793">
                  <c:v>0.0243844595173</c:v>
                </c:pt>
                <c:pt idx="794">
                  <c:v>0.0245089577683</c:v>
                </c:pt>
                <c:pt idx="795">
                  <c:v>0.0246344145016</c:v>
                </c:pt>
                <c:pt idx="796">
                  <c:v>0.0247608392712</c:v>
                </c:pt>
                <c:pt idx="797">
                  <c:v>0.0248882417488</c:v>
                </c:pt>
                <c:pt idx="798">
                  <c:v>0.025016631725</c:v>
                </c:pt>
                <c:pt idx="799">
                  <c:v>0.0251460191109</c:v>
                </c:pt>
                <c:pt idx="800">
                  <c:v>0.0252764139403</c:v>
                </c:pt>
                <c:pt idx="801">
                  <c:v>0.025407826371</c:v>
                </c:pt>
                <c:pt idx="802">
                  <c:v>0.0255402666863</c:v>
                </c:pt>
                <c:pt idx="803">
                  <c:v>0.0256737452976</c:v>
                </c:pt>
                <c:pt idx="804">
                  <c:v>0.0258082727453</c:v>
                </c:pt>
                <c:pt idx="805">
                  <c:v>0.0259438597013</c:v>
                </c:pt>
                <c:pt idx="806">
                  <c:v>0.0260805169704</c:v>
                </c:pt>
                <c:pt idx="807">
                  <c:v>0.0262182554923</c:v>
                </c:pt>
                <c:pt idx="808">
                  <c:v>0.0263570863438</c:v>
                </c:pt>
                <c:pt idx="809">
                  <c:v>0.0264970207404</c:v>
                </c:pt>
                <c:pt idx="810">
                  <c:v>0.0266380700382</c:v>
                </c:pt>
                <c:pt idx="811">
                  <c:v>0.0267802457362</c:v>
                </c:pt>
                <c:pt idx="812">
                  <c:v>0.0269235594782</c:v>
                </c:pt>
                <c:pt idx="813">
                  <c:v>0.0270680230549</c:v>
                </c:pt>
                <c:pt idx="814">
                  <c:v>0.0272136484057</c:v>
                </c:pt>
                <c:pt idx="815">
                  <c:v>0.0273604476214</c:v>
                </c:pt>
                <c:pt idx="816">
                  <c:v>0.0275084329458</c:v>
                </c:pt>
                <c:pt idx="817">
                  <c:v>0.027657616778</c:v>
                </c:pt>
                <c:pt idx="818">
                  <c:v>0.027808011675</c:v>
                </c:pt>
                <c:pt idx="819">
                  <c:v>0.0279596303534</c:v>
                </c:pt>
                <c:pt idx="820">
                  <c:v>0.0281124856922</c:v>
                </c:pt>
                <c:pt idx="821">
                  <c:v>0.0282665907347</c:v>
                </c:pt>
                <c:pt idx="822">
                  <c:v>0.0284219586911</c:v>
                </c:pt>
                <c:pt idx="823">
                  <c:v>0.0285786029408</c:v>
                </c:pt>
                <c:pt idx="824">
                  <c:v>0.0287365370348</c:v>
                </c:pt>
                <c:pt idx="825">
                  <c:v>0.0288957746983</c:v>
                </c:pt>
                <c:pt idx="826">
                  <c:v>0.0290563298331</c:v>
                </c:pt>
                <c:pt idx="827">
                  <c:v>0.0292182165201</c:v>
                </c:pt>
                <c:pt idx="828">
                  <c:v>0.0293814490221</c:v>
                </c:pt>
                <c:pt idx="829">
                  <c:v>0.0295460417859</c:v>
                </c:pt>
                <c:pt idx="830">
                  <c:v>0.0297120094456</c:v>
                </c:pt>
                <c:pt idx="831">
                  <c:v>0.0298793668248</c:v>
                </c:pt>
                <c:pt idx="832">
                  <c:v>0.0300481289395</c:v>
                </c:pt>
                <c:pt idx="833">
                  <c:v>0.0302183110011</c:v>
                </c:pt>
                <c:pt idx="834">
                  <c:v>0.0303899284187</c:v>
                </c:pt>
                <c:pt idx="835">
                  <c:v>0.0305629968024</c:v>
                </c:pt>
                <c:pt idx="836">
                  <c:v>0.030737531966</c:v>
                </c:pt>
                <c:pt idx="837">
                  <c:v>0.03091354993</c:v>
                </c:pt>
                <c:pt idx="838">
                  <c:v>0.0310910669244</c:v>
                </c:pt>
                <c:pt idx="839">
                  <c:v>0.031270099392</c:v>
                </c:pt>
                <c:pt idx="840">
                  <c:v>0.0314506639912</c:v>
                </c:pt>
                <c:pt idx="841">
                  <c:v>0.0316327775995</c:v>
                </c:pt>
                <c:pt idx="842">
                  <c:v>0.031816457316</c:v>
                </c:pt>
                <c:pt idx="843">
                  <c:v>0.0320017204653</c:v>
                </c:pt>
                <c:pt idx="844">
                  <c:v>0.0321885846001</c:v>
                </c:pt>
                <c:pt idx="845">
                  <c:v>0.032377067505</c:v>
                </c:pt>
                <c:pt idx="846">
                  <c:v>0.0325671871996</c:v>
                </c:pt>
                <c:pt idx="847">
                  <c:v>0.0327589619419</c:v>
                </c:pt>
                <c:pt idx="848">
                  <c:v>0.0329524102316</c:v>
                </c:pt>
                <c:pt idx="849">
                  <c:v>0.0331475508139</c:v>
                </c:pt>
                <c:pt idx="850">
                  <c:v>0.0333444026825</c:v>
                </c:pt>
                <c:pt idx="851">
                  <c:v>0.0335429850838</c:v>
                </c:pt>
                <c:pt idx="852">
                  <c:v>0.03374331752</c:v>
                </c:pt>
                <c:pt idx="853">
                  <c:v>0.0339454197528</c:v>
                </c:pt>
                <c:pt idx="854">
                  <c:v>0.0341493118076</c:v>
                </c:pt>
                <c:pt idx="855">
                  <c:v>0.0343550139766</c:v>
                </c:pt>
                <c:pt idx="856">
                  <c:v>0.0345625468229</c:v>
                </c:pt>
                <c:pt idx="857">
                  <c:v>0.0347719311844</c:v>
                </c:pt>
                <c:pt idx="858">
                  <c:v>0.0349831881778</c:v>
                </c:pt>
                <c:pt idx="859">
                  <c:v>0.0351963392022</c:v>
                </c:pt>
                <c:pt idx="860">
                  <c:v>0.0354114059434</c:v>
                </c:pt>
                <c:pt idx="861">
                  <c:v>0.0356284103777</c:v>
                </c:pt>
                <c:pt idx="862">
                  <c:v>0.0358473747762</c:v>
                </c:pt>
                <c:pt idx="863">
                  <c:v>0.036068321709</c:v>
                </c:pt>
                <c:pt idx="864">
                  <c:v>0.0362912740492</c:v>
                </c:pt>
                <c:pt idx="865">
                  <c:v>0.0365162549772</c:v>
                </c:pt>
                <c:pt idx="866">
                  <c:v>0.0367432879849</c:v>
                </c:pt>
                <c:pt idx="867">
                  <c:v>0.0369723968803</c:v>
                </c:pt>
                <c:pt idx="868">
                  <c:v>0.0372036057917</c:v>
                </c:pt>
                <c:pt idx="869">
                  <c:v>0.0374369391723</c:v>
                </c:pt>
                <c:pt idx="870">
                  <c:v>0.0376724218042</c:v>
                </c:pt>
                <c:pt idx="871">
                  <c:v>0.0379100788037</c:v>
                </c:pt>
                <c:pt idx="872">
                  <c:v>0.0381499356252</c:v>
                </c:pt>
                <c:pt idx="873">
                  <c:v>0.0383920180661</c:v>
                </c:pt>
                <c:pt idx="874">
                  <c:v>0.0386363522717</c:v>
                </c:pt>
                <c:pt idx="875">
                  <c:v>0.0388829647394</c:v>
                </c:pt>
                <c:pt idx="876">
                  <c:v>0.0391318823239</c:v>
                </c:pt>
                <c:pt idx="877">
                  <c:v>0.0393831322417</c:v>
                </c:pt>
                <c:pt idx="878">
                  <c:v>0.0396367420761</c:v>
                </c:pt>
                <c:pt idx="879">
                  <c:v>0.0398927397822</c:v>
                </c:pt>
                <c:pt idx="880">
                  <c:v>0.0401511536916</c:v>
                </c:pt>
                <c:pt idx="881">
                  <c:v>0.0404120125173</c:v>
                </c:pt>
                <c:pt idx="882">
                  <c:v>0.0406753453591</c:v>
                </c:pt>
                <c:pt idx="883">
                  <c:v>0.0409411817081</c:v>
                </c:pt>
                <c:pt idx="884">
                  <c:v>0.0412095514522</c:v>
                </c:pt>
                <c:pt idx="885">
                  <c:v>0.0414804848812</c:v>
                </c:pt>
                <c:pt idx="886">
                  <c:v>0.0417540126914</c:v>
                </c:pt>
                <c:pt idx="887">
                  <c:v>0.0420301659915</c:v>
                </c:pt>
                <c:pt idx="888">
                  <c:v>0.0423089763072</c:v>
                </c:pt>
                <c:pt idx="889">
                  <c:v>0.0425904755866</c:v>
                </c:pt>
                <c:pt idx="890">
                  <c:v>0.0428746962058</c:v>
                </c:pt>
                <c:pt idx="891">
                  <c:v>0.0431616709733</c:v>
                </c:pt>
                <c:pt idx="892">
                  <c:v>0.0434514331363</c:v>
                </c:pt>
                <c:pt idx="893">
                  <c:v>0.043744016385</c:v>
                </c:pt>
                <c:pt idx="894">
                  <c:v>0.0440394548586</c:v>
                </c:pt>
                <c:pt idx="895">
                  <c:v>0.0443377831503</c:v>
                </c:pt>
                <c:pt idx="896">
                  <c:v>0.0446390363126</c:v>
                </c:pt>
                <c:pt idx="897">
                  <c:v>0.0449432498625</c:v>
                </c:pt>
                <c:pt idx="898">
                  <c:v>0.0452504597872</c:v>
                </c:pt>
                <c:pt idx="899">
                  <c:v>0.0455607025488</c:v>
                </c:pt>
                <c:pt idx="900">
                  <c:v>0.0458740150899</c:v>
                </c:pt>
                <c:pt idx="901">
                  <c:v>0.046190434839</c:v>
                </c:pt>
                <c:pt idx="902">
                  <c:v>0.0465099997153</c:v>
                </c:pt>
                <c:pt idx="903">
                  <c:v>0.046832748134</c:v>
                </c:pt>
                <c:pt idx="904">
                  <c:v>0.0471587190119</c:v>
                </c:pt>
                <c:pt idx="905">
                  <c:v>0.0474879517718</c:v>
                </c:pt>
                <c:pt idx="906">
                  <c:v>0.0478204863482</c:v>
                </c:pt>
                <c:pt idx="907">
                  <c:v>0.0481563631918</c:v>
                </c:pt>
                <c:pt idx="908">
                  <c:v>0.0484956232747</c:v>
                </c:pt>
                <c:pt idx="909">
                  <c:v>0.0488383080954</c:v>
                </c:pt>
                <c:pt idx="910">
                  <c:v>0.0491844596833</c:v>
                </c:pt>
                <c:pt idx="911">
                  <c:v>0.0495341206034</c:v>
                </c:pt>
                <c:pt idx="912">
                  <c:v>0.0498873339614</c:v>
                </c:pt>
                <c:pt idx="913">
                  <c:v>0.0502441434076</c:v>
                </c:pt>
                <c:pt idx="914">
                  <c:v>0.0506045931415</c:v>
                </c:pt>
                <c:pt idx="915">
                  <c:v>0.0509687279163</c:v>
                </c:pt>
                <c:pt idx="916">
                  <c:v>0.0513365930429</c:v>
                </c:pt>
                <c:pt idx="917">
                  <c:v>0.0517082343935</c:v>
                </c:pt>
                <c:pt idx="918">
                  <c:v>0.0520836984062</c:v>
                </c:pt>
                <c:pt idx="919">
                  <c:v>0.052463032088</c:v>
                </c:pt>
                <c:pt idx="920">
                  <c:v>0.0528462830185</c:v>
                </c:pt>
                <c:pt idx="921">
                  <c:v>0.0532334993533</c:v>
                </c:pt>
                <c:pt idx="922">
                  <c:v>0.0536247298271</c:v>
                </c:pt>
                <c:pt idx="923">
                  <c:v>0.0540200237561</c:v>
                </c:pt>
                <c:pt idx="924">
                  <c:v>0.0544194310414</c:v>
                </c:pt>
                <c:pt idx="925">
                  <c:v>0.0548230021704</c:v>
                </c:pt>
                <c:pt idx="926">
                  <c:v>0.0552307882198</c:v>
                </c:pt>
                <c:pt idx="927">
                  <c:v>0.0556428408568</c:v>
                </c:pt>
                <c:pt idx="928">
                  <c:v>0.0560592123409</c:v>
                </c:pt>
                <c:pt idx="929">
                  <c:v>0.0564799555249</c:v>
                </c:pt>
                <c:pt idx="930">
                  <c:v>0.0569051238558</c:v>
                </c:pt>
                <c:pt idx="931">
                  <c:v>0.0573347713752</c:v>
                </c:pt>
                <c:pt idx="932">
                  <c:v>0.0577689527195</c:v>
                </c:pt>
                <c:pt idx="933">
                  <c:v>0.0582077231194</c:v>
                </c:pt>
                <c:pt idx="934">
                  <c:v>0.0586511383994</c:v>
                </c:pt>
                <c:pt idx="935">
                  <c:v>0.0590992549762</c:v>
                </c:pt>
                <c:pt idx="936">
                  <c:v>0.0595521298574</c:v>
                </c:pt>
                <c:pt idx="937">
                  <c:v>0.0600098206392</c:v>
                </c:pt>
                <c:pt idx="938">
                  <c:v>0.0604723855033</c:v>
                </c:pt>
                <c:pt idx="939">
                  <c:v>0.0609398832145</c:v>
                </c:pt>
                <c:pt idx="940">
                  <c:v>0.0614123731159</c:v>
                </c:pt>
                <c:pt idx="941">
                  <c:v>0.0618899151249</c:v>
                </c:pt>
                <c:pt idx="942">
                  <c:v>0.0623725697282</c:v>
                </c:pt>
                <c:pt idx="943">
                  <c:v>0.0628603979759</c:v>
                </c:pt>
                <c:pt idx="944">
                  <c:v>0.0633534614749</c:v>
                </c:pt>
                <c:pt idx="945">
                  <c:v>0.0638518223819</c:v>
                </c:pt>
                <c:pt idx="946">
                  <c:v>0.0643555433954</c:v>
                </c:pt>
                <c:pt idx="947">
                  <c:v>0.0648646877467</c:v>
                </c:pt>
                <c:pt idx="948">
                  <c:v>0.0653793191906</c:v>
                </c:pt>
                <c:pt idx="949">
                  <c:v>0.065899501995</c:v>
                </c:pt>
                <c:pt idx="950">
                  <c:v>0.0664253009291</c:v>
                </c:pt>
                <c:pt idx="951">
                  <c:v>0.0669567812514</c:v>
                </c:pt>
                <c:pt idx="952">
                  <c:v>0.0674940086962</c:v>
                </c:pt>
                <c:pt idx="953">
                  <c:v>0.0680370494598</c:v>
                </c:pt>
                <c:pt idx="954">
                  <c:v>0.0685859701843</c:v>
                </c:pt>
                <c:pt idx="955">
                  <c:v>0.0691408379417</c:v>
                </c:pt>
                <c:pt idx="956">
                  <c:v>0.0697017202161</c:v>
                </c:pt>
                <c:pt idx="957">
                  <c:v>0.070268684885</c:v>
                </c:pt>
                <c:pt idx="958">
                  <c:v>0.0708418001991</c:v>
                </c:pt>
                <c:pt idx="959">
                  <c:v>0.0714211347613</c:v>
                </c:pt>
                <c:pt idx="960">
                  <c:v>0.0720067575035</c:v>
                </c:pt>
                <c:pt idx="961">
                  <c:v>0.0725987376634</c:v>
                </c:pt>
                <c:pt idx="962">
                  <c:v>0.0731971447587</c:v>
                </c:pt>
                <c:pt idx="963">
                  <c:v>0.0738020485604</c:v>
                </c:pt>
                <c:pt idx="964">
                  <c:v>0.0744135190645</c:v>
                </c:pt>
                <c:pt idx="965">
                  <c:v>0.0750316264623</c:v>
                </c:pt>
                <c:pt idx="966">
                  <c:v>0.0756564411092</c:v>
                </c:pt>
                <c:pt idx="967">
                  <c:v>0.0762880334911</c:v>
                </c:pt>
                <c:pt idx="968">
                  <c:v>0.0769264741907</c:v>
                </c:pt>
                <c:pt idx="969">
                  <c:v>0.0775718338503</c:v>
                </c:pt>
                <c:pt idx="970">
                  <c:v>0.0782241831345</c:v>
                </c:pt>
                <c:pt idx="971">
                  <c:v>0.0788835926898</c:v>
                </c:pt>
                <c:pt idx="972">
                  <c:v>0.0795501331036</c:v>
                </c:pt>
                <c:pt idx="973">
                  <c:v>0.0802238748599</c:v>
                </c:pt>
                <c:pt idx="974">
                  <c:v>0.0809048882949</c:v>
                </c:pt>
                <c:pt idx="975">
                  <c:v>0.0815932435492</c:v>
                </c:pt>
                <c:pt idx="976">
                  <c:v>0.0822890105184</c:v>
                </c:pt>
                <c:pt idx="977">
                  <c:v>0.0829922588028</c:v>
                </c:pt>
                <c:pt idx="978">
                  <c:v>0.0837030576532</c:v>
                </c:pt>
                <c:pt idx="979">
                  <c:v>0.0844214759166</c:v>
                </c:pt>
                <c:pt idx="980">
                  <c:v>0.0851475819784</c:v>
                </c:pt>
                <c:pt idx="981">
                  <c:v>0.0858814437035</c:v>
                </c:pt>
                <c:pt idx="982">
                  <c:v>0.0866231283749</c:v>
                </c:pt>
                <c:pt idx="983">
                  <c:v>0.0873727026301</c:v>
                </c:pt>
                <c:pt idx="984">
                  <c:v>0.0881302323961</c:v>
                </c:pt>
                <c:pt idx="985">
                  <c:v>0.0888957828213</c:v>
                </c:pt>
                <c:pt idx="986">
                  <c:v>0.0896694182065</c:v>
                </c:pt>
                <c:pt idx="987">
                  <c:v>0.0904512019329</c:v>
                </c:pt>
                <c:pt idx="988">
                  <c:v>0.0912411963882</c:v>
                </c:pt>
                <c:pt idx="989">
                  <c:v>0.0920394628915</c:v>
                </c:pt>
                <c:pt idx="990">
                  <c:v>0.0928460616153</c:v>
                </c:pt>
                <c:pt idx="991">
                  <c:v>0.0936610515059</c:v>
                </c:pt>
                <c:pt idx="992">
                  <c:v>0.0944844902016</c:v>
                </c:pt>
                <c:pt idx="993">
                  <c:v>0.0953164339502</c:v>
                </c:pt>
                <c:pt idx="994">
                  <c:v>0.0961569375227</c:v>
                </c:pt>
                <c:pt idx="995">
                  <c:v>0.0970060541273</c:v>
                </c:pt>
                <c:pt idx="996">
                  <c:v>0.0978638353204</c:v>
                </c:pt>
                <c:pt idx="997">
                  <c:v>0.0987303309167</c:v>
                </c:pt>
                <c:pt idx="998">
                  <c:v>0.0996055888974</c:v>
                </c:pt>
                <c:pt idx="999">
                  <c:v>0.100489655317</c:v>
                </c:pt>
                <c:pt idx="1000">
                  <c:v>0.101382574211</c:v>
                </c:pt>
                <c:pt idx="1001">
                  <c:v>0.102284387496</c:v>
                </c:pt>
                <c:pt idx="1002">
                  <c:v>0.103195134879</c:v>
                </c:pt>
                <c:pt idx="1003">
                  <c:v>0.104114853755</c:v>
                </c:pt>
                <c:pt idx="1004">
                  <c:v>0.105043579112</c:v>
                </c:pt>
                <c:pt idx="1005">
                  <c:v>0.10598134343</c:v>
                </c:pt>
                <c:pt idx="1006">
                  <c:v>0.106928176584</c:v>
                </c:pt>
                <c:pt idx="1007">
                  <c:v>0.107884105743</c:v>
                </c:pt>
                <c:pt idx="1008">
                  <c:v>0.108849155271</c:v>
                </c:pt>
                <c:pt idx="1009">
                  <c:v>0.109823346627</c:v>
                </c:pt>
                <c:pt idx="1010">
                  <c:v>0.110806698266</c:v>
                </c:pt>
                <c:pt idx="1011">
                  <c:v>0.111799225538</c:v>
                </c:pt>
                <c:pt idx="1012">
                  <c:v>0.112800940595</c:v>
                </c:pt>
                <c:pt idx="1013">
                  <c:v>0.113811852287</c:v>
                </c:pt>
                <c:pt idx="1014">
                  <c:v>0.114831966071</c:v>
                </c:pt>
                <c:pt idx="1015">
                  <c:v>0.115861283911</c:v>
                </c:pt>
                <c:pt idx="1016">
                  <c:v>0.11689980419</c:v>
                </c:pt>
                <c:pt idx="1017">
                  <c:v>0.117947521613</c:v>
                </c:pt>
                <c:pt idx="1018">
                  <c:v>0.11900442712</c:v>
                </c:pt>
                <c:pt idx="1019">
                  <c:v>0.120070507796</c:v>
                </c:pt>
                <c:pt idx="1020">
                  <c:v>0.121145746789</c:v>
                </c:pt>
                <c:pt idx="1021">
                  <c:v>0.122230123223</c:v>
                </c:pt>
                <c:pt idx="1022">
                  <c:v>0.12332361212</c:v>
                </c:pt>
                <c:pt idx="1023">
                  <c:v>0.124426184324</c:v>
                </c:pt>
                <c:pt idx="1024">
                  <c:v>0.125537806424</c:v>
                </c:pt>
                <c:pt idx="1025">
                  <c:v>0.126658440687</c:v>
                </c:pt>
                <c:pt idx="1026">
                  <c:v>0.127788044991</c:v>
                </c:pt>
                <c:pt idx="1027">
                  <c:v>0.128926572759</c:v>
                </c:pt>
                <c:pt idx="1028">
                  <c:v>0.130073972905</c:v>
                </c:pt>
                <c:pt idx="1029">
                  <c:v>0.131230189774</c:v>
                </c:pt>
                <c:pt idx="1030">
                  <c:v>0.132395163096</c:v>
                </c:pt>
                <c:pt idx="1031">
                  <c:v>0.133568827941</c:v>
                </c:pt>
                <c:pt idx="1032">
                  <c:v>0.134751114672</c:v>
                </c:pt>
                <c:pt idx="1033">
                  <c:v>0.135941948917</c:v>
                </c:pt>
                <c:pt idx="1034">
                  <c:v>0.13714125153</c:v>
                </c:pt>
                <c:pt idx="1035">
                  <c:v>0.138348938571</c:v>
                </c:pt>
                <c:pt idx="1036">
                  <c:v>0.139564921281</c:v>
                </c:pt>
                <c:pt idx="1037">
                  <c:v>0.140789106067</c:v>
                </c:pt>
                <c:pt idx="1038">
                  <c:v>0.142021394492</c:v>
                </c:pt>
                <c:pt idx="1039">
                  <c:v>0.14326168327</c:v>
                </c:pt>
                <c:pt idx="1040">
                  <c:v>0.144509864262</c:v>
                </c:pt>
                <c:pt idx="1041">
                  <c:v>0.145765824486</c:v>
                </c:pt>
                <c:pt idx="1042">
                  <c:v>0.147029446126</c:v>
                </c:pt>
                <c:pt idx="1043">
                  <c:v>0.148300606547</c:v>
                </c:pt>
                <c:pt idx="1044">
                  <c:v>0.149579178314</c:v>
                </c:pt>
                <c:pt idx="1045">
                  <c:v>0.150865029222</c:v>
                </c:pt>
                <c:pt idx="1046">
                  <c:v>0.152158022326</c:v>
                </c:pt>
                <c:pt idx="1047">
                  <c:v>0.153458015975</c:v>
                </c:pt>
                <c:pt idx="1048">
                  <c:v>0.154764863857</c:v>
                </c:pt>
                <c:pt idx="1049">
                  <c:v>0.156078415042</c:v>
                </c:pt>
                <c:pt idx="1050">
                  <c:v>0.157398514033</c:v>
                </c:pt>
                <c:pt idx="1051">
                  <c:v>0.158725000824</c:v>
                </c:pt>
                <c:pt idx="1052">
                  <c:v>0.160057710958</c:v>
                </c:pt>
                <c:pt idx="1053">
                  <c:v>0.16139647559</c:v>
                </c:pt>
                <c:pt idx="1054">
                  <c:v>0.162741121558</c:v>
                </c:pt>
                <c:pt idx="1055">
                  <c:v>0.164091471453</c:v>
                </c:pt>
                <c:pt idx="1056">
                  <c:v>0.165447343697</c:v>
                </c:pt>
                <c:pt idx="1057">
                  <c:v>0.166808552624</c:v>
                </c:pt>
                <c:pt idx="1058">
                  <c:v>0.168174908557</c:v>
                </c:pt>
                <c:pt idx="1059">
                  <c:v>0.169546217905</c:v>
                </c:pt>
                <c:pt idx="1060">
                  <c:v>0.170922283244</c:v>
                </c:pt>
                <c:pt idx="1061">
                  <c:v>0.172302903415</c:v>
                </c:pt>
                <c:pt idx="1062">
                  <c:v>0.173687873618</c:v>
                </c:pt>
                <c:pt idx="1063">
                  <c:v>0.175076985512</c:v>
                </c:pt>
                <c:pt idx="1064">
                  <c:v>0.176470027314</c:v>
                </c:pt>
                <c:pt idx="1065">
                  <c:v>0.177866783904</c:v>
                </c:pt>
                <c:pt idx="1066">
                  <c:v>0.179267036931</c:v>
                </c:pt>
                <c:pt idx="1067">
                  <c:v>0.180670564919</c:v>
                </c:pt>
                <c:pt idx="1068">
                  <c:v>0.182077143378</c:v>
                </c:pt>
                <c:pt idx="1069">
                  <c:v>0.183486544916</c:v>
                </c:pt>
                <c:pt idx="1070">
                  <c:v>0.184898539347</c:v>
                </c:pt>
                <c:pt idx="1071">
                  <c:v>0.186312893813</c:v>
                </c:pt>
                <c:pt idx="1072">
                  <c:v>0.187729372891</c:v>
                </c:pt>
                <c:pt idx="1073">
                  <c:v>0.189147738715</c:v>
                </c:pt>
                <c:pt idx="1074">
                  <c:v>0.190567751094</c:v>
                </c:pt>
                <c:pt idx="1075">
                  <c:v>0.191989167624</c:v>
                </c:pt>
                <c:pt idx="1076">
                  <c:v>0.193411743814</c:v>
                </c:pt>
                <c:pt idx="1077">
                  <c:v>0.194835233201</c:v>
                </c:pt>
                <c:pt idx="1078">
                  <c:v>0.19625938747</c:v>
                </c:pt>
                <c:pt idx="1079">
                  <c:v>0.197683956573</c:v>
                </c:pt>
                <c:pt idx="1080">
                  <c:v>0.199108688853</c:v>
                </c:pt>
                <c:pt idx="1081">
                  <c:v>0.200533331156</c:v>
                </c:pt>
                <c:pt idx="1082">
                  <c:v>0.201957628956</c:v>
                </c:pt>
                <c:pt idx="1083">
                  <c:v>0.20338132647</c:v>
                </c:pt>
                <c:pt idx="1084">
                  <c:v>0.204804166777</c:v>
                </c:pt>
                <c:pt idx="1085">
                  <c:v>0.206225891933</c:v>
                </c:pt>
                <c:pt idx="1086">
                  <c:v>0.207646243089</c:v>
                </c:pt>
                <c:pt idx="1087">
                  <c:v>0.209064960603</c:v>
                </c:pt>
                <c:pt idx="1088">
                  <c:v>0.210481784149</c:v>
                </c:pt>
                <c:pt idx="1089">
                  <c:v>0.211896452835</c:v>
                </c:pt>
                <c:pt idx="1090">
                  <c:v>0.213308705306</c:v>
                </c:pt>
                <c:pt idx="1091">
                  <c:v>0.21471827985</c:v>
                </c:pt>
                <c:pt idx="1092">
                  <c:v>0.216124914505</c:v>
                </c:pt>
                <c:pt idx="1093">
                  <c:v>0.217528347156</c:v>
                </c:pt>
                <c:pt idx="1094">
                  <c:v>0.218928315636</c:v>
                </c:pt>
                <c:pt idx="1095">
                  <c:v>0.22032455782</c:v>
                </c:pt>
                <c:pt idx="1096">
                  <c:v>0.221716811713</c:v>
                </c:pt>
                <c:pt idx="1097">
                  <c:v>0.223104815541</c:v>
                </c:pt>
                <c:pt idx="1098">
                  <c:v>0.224488307835</c:v>
                </c:pt>
                <c:pt idx="1099">
                  <c:v>0.225867027509</c:v>
                </c:pt>
                <c:pt idx="1100">
                  <c:v>0.227240713933</c:v>
                </c:pt>
                <c:pt idx="1101">
                  <c:v>0.228609107008</c:v>
                </c:pt>
                <c:pt idx="1102">
                  <c:v>0.22997194723</c:v>
                </c:pt>
                <c:pt idx="1103">
                  <c:v>0.23132897575</c:v>
                </c:pt>
                <c:pt idx="1104">
                  <c:v>0.232679934429</c:v>
                </c:pt>
                <c:pt idx="1105">
                  <c:v>0.234024565894</c:v>
                </c:pt>
                <c:pt idx="1106">
                  <c:v>0.235362613575</c:v>
                </c:pt>
                <c:pt idx="1107">
                  <c:v>0.236693821753</c:v>
                </c:pt>
                <c:pt idx="1108">
                  <c:v>0.238017935587</c:v>
                </c:pt>
                <c:pt idx="1109">
                  <c:v>0.239334701148</c:v>
                </c:pt>
                <c:pt idx="1110">
                  <c:v>0.240643865437</c:v>
                </c:pt>
                <c:pt idx="1111">
                  <c:v>0.241945176404</c:v>
                </c:pt>
                <c:pt idx="1112">
                  <c:v>0.24323838296</c:v>
                </c:pt>
                <c:pt idx="1113">
                  <c:v>0.24452323498</c:v>
                </c:pt>
                <c:pt idx="1114">
                  <c:v>0.245799483301</c:v>
                </c:pt>
                <c:pt idx="1115">
                  <c:v>0.247066879721</c:v>
                </c:pt>
                <c:pt idx="1116">
                  <c:v>0.248325176979</c:v>
                </c:pt>
                <c:pt idx="1117">
                  <c:v>0.249574128745</c:v>
                </c:pt>
                <c:pt idx="1118">
                  <c:v>0.250813489589</c:v>
                </c:pt>
                <c:pt idx="1119">
                  <c:v>0.252043014959</c:v>
                </c:pt>
                <c:pt idx="1120">
                  <c:v>0.253262461141</c:v>
                </c:pt>
                <c:pt idx="1121">
                  <c:v>0.254471585227</c:v>
                </c:pt>
                <c:pt idx="1122">
                  <c:v>0.255670145063</c:v>
                </c:pt>
                <c:pt idx="1123">
                  <c:v>0.256857899208</c:v>
                </c:pt>
                <c:pt idx="1124">
                  <c:v>0.258034606877</c:v>
                </c:pt>
                <c:pt idx="1125">
                  <c:v>0.259200027885</c:v>
                </c:pt>
                <c:pt idx="1126">
                  <c:v>0.26035392259</c:v>
                </c:pt>
                <c:pt idx="1127">
                  <c:v>0.261496051823</c:v>
                </c:pt>
                <c:pt idx="1128">
                  <c:v>0.262626176827</c:v>
                </c:pt>
                <c:pt idx="1129">
                  <c:v>0.263744059182</c:v>
                </c:pt>
                <c:pt idx="1130">
                  <c:v>0.264849460738</c:v>
                </c:pt>
                <c:pt idx="1131">
                  <c:v>0.265942143538</c:v>
                </c:pt>
                <c:pt idx="1132">
                  <c:v>0.26702186974</c:v>
                </c:pt>
                <c:pt idx="1133">
                  <c:v>0.268088401545</c:v>
                </c:pt>
                <c:pt idx="1134">
                  <c:v>0.269141501117</c:v>
                </c:pt>
                <c:pt idx="1135">
                  <c:v>0.270180930502</c:v>
                </c:pt>
                <c:pt idx="1136">
                  <c:v>0.271206451553</c:v>
                </c:pt>
                <c:pt idx="1137">
                  <c:v>0.272217825852</c:v>
                </c:pt>
                <c:pt idx="1138">
                  <c:v>0.273214814631</c:v>
                </c:pt>
                <c:pt idx="1139">
                  <c:v>0.274197178699</c:v>
                </c:pt>
                <c:pt idx="1140">
                  <c:v>0.275164678366</c:v>
                </c:pt>
                <c:pt idx="1141">
                  <c:v>0.276117073371</c:v>
                </c:pt>
                <c:pt idx="1142">
                  <c:v>0.277054122819</c:v>
                </c:pt>
                <c:pt idx="1143">
                  <c:v>0.277975585106</c:v>
                </c:pt>
                <c:pt idx="1144">
                  <c:v>0.278881217866</c:v>
                </c:pt>
                <c:pt idx="1145">
                  <c:v>0.279770777908</c:v>
                </c:pt>
                <c:pt idx="1146">
                  <c:v>0.280644021164</c:v>
                </c:pt>
                <c:pt idx="1147">
                  <c:v>0.281500702642</c:v>
                </c:pt>
                <c:pt idx="1148">
                  <c:v>0.282340576384</c:v>
                </c:pt>
                <c:pt idx="1149">
                  <c:v>0.283163395424</c:v>
                </c:pt>
                <c:pt idx="1150">
                  <c:v>0.283968911767</c:v>
                </c:pt>
                <c:pt idx="1151">
                  <c:v>0.284756876359</c:v>
                </c:pt>
                <c:pt idx="1152">
                  <c:v>0.285527039072</c:v>
                </c:pt>
                <c:pt idx="1153">
                  <c:v>0.286279148699</c:v>
                </c:pt>
                <c:pt idx="1154">
                  <c:v>0.287012952952</c:v>
                </c:pt>
                <c:pt idx="1155">
                  <c:v>0.287728198472</c:v>
                </c:pt>
                <c:pt idx="1156">
                  <c:v>0.288424630847</c:v>
                </c:pt>
                <c:pt idx="1157">
                  <c:v>0.28910199464</c:v>
                </c:pt>
                <c:pt idx="1158">
                  <c:v>0.289760033425</c:v>
                </c:pt>
                <c:pt idx="1159">
                  <c:v>0.290398489837</c:v>
                </c:pt>
                <c:pt idx="1160">
                  <c:v>0.291017105632</c:v>
                </c:pt>
                <c:pt idx="1161">
                  <c:v>0.291615621754</c:v>
                </c:pt>
                <c:pt idx="1162">
                  <c:v>0.292193778417</c:v>
                </c:pt>
                <c:pt idx="1163">
                  <c:v>0.292751315202</c:v>
                </c:pt>
                <c:pt idx="1164">
                  <c:v>0.293287971159</c:v>
                </c:pt>
                <c:pt idx="1165">
                  <c:v>0.293803484926</c:v>
                </c:pt>
                <c:pt idx="1166">
                  <c:v>0.294297594861</c:v>
                </c:pt>
                <c:pt idx="1167">
                  <c:v>0.294770039184</c:v>
                </c:pt>
                <c:pt idx="1168">
                  <c:v>0.295220556138</c:v>
                </c:pt>
                <c:pt idx="1169">
                  <c:v>0.295648884158</c:v>
                </c:pt>
                <c:pt idx="1170">
                  <c:v>0.296054762055</c:v>
                </c:pt>
                <c:pt idx="1171">
                  <c:v>0.296437929219</c:v>
                </c:pt>
                <c:pt idx="1172">
                  <c:v>0.296798125828</c:v>
                </c:pt>
                <c:pt idx="1173">
                  <c:v>0.297135093077</c:v>
                </c:pt>
                <c:pt idx="1174">
                  <c:v>0.29744857342</c:v>
                </c:pt>
                <c:pt idx="1175">
                  <c:v>0.297738310829</c:v>
                </c:pt>
                <c:pt idx="1176">
                  <c:v>0.298004051061</c:v>
                </c:pt>
                <c:pt idx="1177">
                  <c:v>0.298245541944</c:v>
                </c:pt>
                <c:pt idx="1178">
                  <c:v>0.29846253368</c:v>
                </c:pt>
                <c:pt idx="1179">
                  <c:v>0.298654779157</c:v>
                </c:pt>
                <c:pt idx="1180">
                  <c:v>0.298822034277</c:v>
                </c:pt>
                <c:pt idx="1181">
                  <c:v>0.298964058297</c:v>
                </c:pt>
                <c:pt idx="1182">
                  <c:v>0.299080614189</c:v>
                </c:pt>
                <c:pt idx="1183">
                  <c:v>0.299171469005</c:v>
                </c:pt>
                <c:pt idx="1184">
                  <c:v>0.299236394264</c:v>
                </c:pt>
                <c:pt idx="1185">
                  <c:v>0.299275166342</c:v>
                </c:pt>
                <c:pt idx="1186">
                  <c:v>0.299287566882</c:v>
                </c:pt>
                <c:pt idx="1187">
                  <c:v>0.299273383212</c:v>
                </c:pt>
                <c:pt idx="1188">
                  <c:v>0.299232408775</c:v>
                </c:pt>
                <c:pt idx="1189">
                  <c:v>0.299164443569</c:v>
                </c:pt>
                <c:pt idx="1190">
                  <c:v>0.299069294596</c:v>
                </c:pt>
                <c:pt idx="1191">
                  <c:v>0.298946776318</c:v>
                </c:pt>
                <c:pt idx="1192">
                  <c:v>0.29879671113</c:v>
                </c:pt>
                <c:pt idx="1193">
                  <c:v>0.298618929823</c:v>
                </c:pt>
                <c:pt idx="1194">
                  <c:v>0.298413272073</c:v>
                </c:pt>
                <c:pt idx="1195">
                  <c:v>0.298179586916</c:v>
                </c:pt>
                <c:pt idx="1196">
                  <c:v>0.29791773324</c:v>
                </c:pt>
                <c:pt idx="1197">
                  <c:v>0.297627580274</c:v>
                </c:pt>
                <c:pt idx="1198">
                  <c:v>0.297309008079</c:v>
                </c:pt>
                <c:pt idx="1199">
                  <c:v>0.296961908035</c:v>
                </c:pt>
                <c:pt idx="1200">
                  <c:v>0.296586183336</c:v>
                </c:pt>
                <c:pt idx="1201">
                  <c:v>0.296181749469</c:v>
                </c:pt>
                <c:pt idx="1202">
                  <c:v>0.2957485347</c:v>
                </c:pt>
                <c:pt idx="1203">
                  <c:v>0.295286480547</c:v>
                </c:pt>
                <c:pt idx="1204">
                  <c:v>0.294795542245</c:v>
                </c:pt>
                <c:pt idx="1205">
                  <c:v>0.294275689207</c:v>
                </c:pt>
                <c:pt idx="1206">
                  <c:v>0.293726905466</c:v>
                </c:pt>
                <c:pt idx="1207">
                  <c:v>0.29314919011</c:v>
                </c:pt>
                <c:pt idx="1208">
                  <c:v>0.292542557701</c:v>
                </c:pt>
                <c:pt idx="1209">
                  <c:v>0.291907038674</c:v>
                </c:pt>
                <c:pt idx="1210">
                  <c:v>0.291242679723</c:v>
                </c:pt>
                <c:pt idx="1211">
                  <c:v>0.290549544161</c:v>
                </c:pt>
                <c:pt idx="1212">
                  <c:v>0.289827712266</c:v>
                </c:pt>
                <c:pt idx="1213">
                  <c:v>0.289077281592</c:v>
                </c:pt>
                <c:pt idx="1214">
                  <c:v>0.288298367267</c:v>
                </c:pt>
                <c:pt idx="1215">
                  <c:v>0.287491102257</c:v>
                </c:pt>
                <c:pt idx="1216">
                  <c:v>0.286655637599</c:v>
                </c:pt>
                <c:pt idx="1217">
                  <c:v>0.285792142612</c:v>
                </c:pt>
                <c:pt idx="1218">
                  <c:v>0.284900805067</c:v>
                </c:pt>
                <c:pt idx="1219">
                  <c:v>0.283981831334</c:v>
                </c:pt>
                <c:pt idx="1220">
                  <c:v>0.283035446481</c:v>
                </c:pt>
                <c:pt idx="1221">
                  <c:v>0.282061894352</c:v>
                </c:pt>
                <c:pt idx="1222">
                  <c:v>0.281061437598</c:v>
                </c:pt>
                <c:pt idx="1223">
                  <c:v>0.280034357673</c:v>
                </c:pt>
                <c:pt idx="1224">
                  <c:v>0.278980954791</c:v>
                </c:pt>
                <c:pt idx="1225">
                  <c:v>0.277901547844</c:v>
                </c:pt>
                <c:pt idx="1226">
                  <c:v>0.276796474282</c:v>
                </c:pt>
                <c:pt idx="1227">
                  <c:v>0.275666089945</c:v>
                </c:pt>
                <c:pt idx="1228">
                  <c:v>0.274510768863</c:v>
                </c:pt>
                <c:pt idx="1229">
                  <c:v>0.273330903009</c:v>
                </c:pt>
                <c:pt idx="1230">
                  <c:v>0.272126902015</c:v>
                </c:pt>
                <c:pt idx="1231">
                  <c:v>0.270899192839</c:v>
                </c:pt>
                <c:pt idx="1232">
                  <c:v>0.269648219406</c:v>
                </c:pt>
                <c:pt idx="1233">
                  <c:v>0.268374442194</c:v>
                </c:pt>
                <c:pt idx="1234">
                  <c:v>0.267078337788</c:v>
                </c:pt>
                <c:pt idx="1235">
                  <c:v>0.265760398401</c:v>
                </c:pt>
                <c:pt idx="1236">
                  <c:v>0.264421131341</c:v>
                </c:pt>
                <c:pt idx="1237">
                  <c:v>0.263061058463</c:v>
                </c:pt>
                <c:pt idx="1238">
                  <c:v>0.261680715569</c:v>
                </c:pt>
                <c:pt idx="1239">
                  <c:v>0.260280651786</c:v>
                </c:pt>
                <c:pt idx="1240">
                  <c:v>0.258861428905</c:v>
                </c:pt>
                <c:pt idx="1241">
                  <c:v>0.257423620698</c:v>
                </c:pt>
                <c:pt idx="1242">
                  <c:v>0.255967812199</c:v>
                </c:pt>
                <c:pt idx="1243">
                  <c:v>0.254494598967</c:v>
                </c:pt>
                <c:pt idx="1244">
                  <c:v>0.253004586321</c:v>
                </c:pt>
                <c:pt idx="1245">
                  <c:v>0.251498388557</c:v>
                </c:pt>
                <c:pt idx="1246">
                  <c:v>0.249976628145</c:v>
                </c:pt>
                <c:pt idx="1247">
                  <c:v>0.248439934909</c:v>
                </c:pt>
                <c:pt idx="1248">
                  <c:v>0.246888945196</c:v>
                </c:pt>
                <c:pt idx="1249">
                  <c:v>0.245324301031</c:v>
                </c:pt>
                <c:pt idx="1250">
                  <c:v>0.243746649269</c:v>
                </c:pt>
                <c:pt idx="1251">
                  <c:v>0.242156640735</c:v>
                </c:pt>
                <c:pt idx="1252">
                  <c:v>0.240554929365</c:v>
                </c:pt>
                <c:pt idx="1253">
                  <c:v>0.238942171346</c:v>
                </c:pt>
                <c:pt idx="1254">
                  <c:v>0.237319024259</c:v>
                </c:pt>
                <c:pt idx="1255">
                  <c:v>0.235686146224</c:v>
                </c:pt>
                <c:pt idx="1256">
                  <c:v>0.234044195056</c:v>
                </c:pt>
                <c:pt idx="1257">
                  <c:v>0.23239382743</c:v>
                </c:pt>
                <c:pt idx="1258">
                  <c:v>0.230735698056</c:v>
                </c:pt>
                <c:pt idx="1259">
                  <c:v>0.229070458874</c:v>
                </c:pt>
                <c:pt idx="1260">
                  <c:v>0.227398758257</c:v>
                </c:pt>
                <c:pt idx="1261">
                  <c:v>0.225721240243</c:v>
                </c:pt>
                <c:pt idx="1262">
                  <c:v>0.224038543783</c:v>
                </c:pt>
                <c:pt idx="1263">
                  <c:v>0.222351302008</c:v>
                </c:pt>
                <c:pt idx="1264">
                  <c:v>0.220660141529</c:v>
                </c:pt>
                <c:pt idx="1265">
                  <c:v>0.218965681759</c:v>
                </c:pt>
                <c:pt idx="1266">
                  <c:v>0.217268534258</c:v>
                </c:pt>
                <c:pt idx="1267">
                  <c:v>0.215569302116</c:v>
                </c:pt>
                <c:pt idx="1268">
                  <c:v>0.213868579357</c:v>
                </c:pt>
                <c:pt idx="1269">
                  <c:v>0.212166950384</c:v>
                </c:pt>
                <c:pt idx="1270">
                  <c:v>0.210464989443</c:v>
                </c:pt>
                <c:pt idx="1271">
                  <c:v>0.208763260132</c:v>
                </c:pt>
                <c:pt idx="1272">
                  <c:v>0.207062314937</c:v>
                </c:pt>
                <c:pt idx="1273">
                  <c:v>0.205362694799</c:v>
                </c:pt>
                <c:pt idx="1274">
                  <c:v>0.203664928721</c:v>
                </c:pt>
                <c:pt idx="1275">
                  <c:v>0.201969533407</c:v>
                </c:pt>
                <c:pt idx="1276">
                  <c:v>0.200277012928</c:v>
                </c:pt>
                <c:pt idx="1277">
                  <c:v>0.198587858434</c:v>
                </c:pt>
                <c:pt idx="1278">
                  <c:v>0.196902547887</c:v>
                </c:pt>
                <c:pt idx="1279">
                  <c:v>0.195221545836</c:v>
                </c:pt>
                <c:pt idx="1280">
                  <c:v>0.193545303219</c:v>
                </c:pt>
                <c:pt idx="1281">
                  <c:v>0.1918742572</c:v>
                </c:pt>
                <c:pt idx="1282">
                  <c:v>0.190208831037</c:v>
                </c:pt>
                <c:pt idx="1283">
                  <c:v>0.188549433975</c:v>
                </c:pt>
                <c:pt idx="1284">
                  <c:v>0.186896461178</c:v>
                </c:pt>
                <c:pt idx="1285">
                  <c:v>0.185250293679</c:v>
                </c:pt>
                <c:pt idx="1286">
                  <c:v>0.183611298369</c:v>
                </c:pt>
                <c:pt idx="1287">
                  <c:v>0.181979827999</c:v>
                </c:pt>
                <c:pt idx="1288">
                  <c:v>0.180356221221</c:v>
                </c:pt>
                <c:pt idx="1289">
                  <c:v>0.178740802642</c:v>
                </c:pt>
                <c:pt idx="1290">
                  <c:v>0.177133882906</c:v>
                </c:pt>
                <c:pt idx="1291">
                  <c:v>0.175535758803</c:v>
                </c:pt>
                <c:pt idx="1292">
                  <c:v>0.173946713382</c:v>
                </c:pt>
                <c:pt idx="1293">
                  <c:v>0.172367016108</c:v>
                </c:pt>
                <c:pt idx="1294">
                  <c:v>0.170796923009</c:v>
                </c:pt>
                <c:pt idx="1295">
                  <c:v>0.169236676866</c:v>
                </c:pt>
                <c:pt idx="1296">
                  <c:v>0.167686507401</c:v>
                </c:pt>
                <c:pt idx="1297">
                  <c:v>0.166146631483</c:v>
                </c:pt>
                <c:pt idx="1298">
                  <c:v>0.164617253356</c:v>
                </c:pt>
                <c:pt idx="1299">
                  <c:v>0.163098564865</c:v>
                </c:pt>
                <c:pt idx="1300">
                  <c:v>0.161590745707</c:v>
                </c:pt>
                <c:pt idx="1301">
                  <c:v>0.160093963679</c:v>
                </c:pt>
                <c:pt idx="1302">
                  <c:v>0.158608374943</c:v>
                </c:pt>
                <c:pt idx="1303">
                  <c:v>0.157134124295</c:v>
                </c:pt>
                <c:pt idx="1304">
                  <c:v>0.155671345445</c:v>
                </c:pt>
                <c:pt idx="1305">
                  <c:v>0.154220161292</c:v>
                </c:pt>
                <c:pt idx="1306">
                  <c:v>0.152780684217</c:v>
                </c:pt>
                <c:pt idx="1307">
                  <c:v>0.151353016372</c:v>
                </c:pt>
                <c:pt idx="1308">
                  <c:v>0.149937249971</c:v>
                </c:pt>
                <c:pt idx="1309">
                  <c:v>0.148533467585</c:v>
                </c:pt>
                <c:pt idx="1310">
                  <c:v>0.147141742441</c:v>
                </c:pt>
                <c:pt idx="1311">
                  <c:v>0.145762138719</c:v>
                </c:pt>
                <c:pt idx="1312">
                  <c:v>0.144394711845</c:v>
                </c:pt>
                <c:pt idx="1313">
                  <c:v>0.143039508789</c:v>
                </c:pt>
                <c:pt idx="1314">
                  <c:v>0.141696568361</c:v>
                </c:pt>
                <c:pt idx="1315">
                  <c:v>0.140365921502</c:v>
                </c:pt>
                <c:pt idx="1316">
                  <c:v>0.139047591571</c:v>
                </c:pt>
                <c:pt idx="1317">
                  <c:v>0.13774159464</c:v>
                </c:pt>
                <c:pt idx="1318">
                  <c:v>0.136447939767</c:v>
                </c:pt>
                <c:pt idx="1319">
                  <c:v>0.135166629286</c:v>
                </c:pt>
                <c:pt idx="1320">
                  <c:v>0.133897659075</c:v>
                </c:pt>
                <c:pt idx="1321">
                  <c:v>0.132641018832</c:v>
                </c:pt>
                <c:pt idx="1322">
                  <c:v>0.131396692337</c:v>
                </c:pt>
                <c:pt idx="1323">
                  <c:v>0.130164657717</c:v>
                </c:pt>
                <c:pt idx="1324">
                  <c:v>0.128944887701</c:v>
                </c:pt>
                <c:pt idx="1325">
                  <c:v>0.12773734987</c:v>
                </c:pt>
                <c:pt idx="1326">
                  <c:v>0.126542006899</c:v>
                </c:pt>
                <c:pt idx="1327">
                  <c:v>0.125358816803</c:v>
                </c:pt>
                <c:pt idx="1328">
                  <c:v>0.124187733163</c:v>
                </c:pt>
                <c:pt idx="1329">
                  <c:v>0.12302870536</c:v>
                </c:pt>
                <c:pt idx="1330">
                  <c:v>0.121881678787</c:v>
                </c:pt>
                <c:pt idx="1331">
                  <c:v>0.120746595073</c:v>
                </c:pt>
                <c:pt idx="1332">
                  <c:v>0.119623392288</c:v>
                </c:pt>
                <c:pt idx="1333">
                  <c:v>0.118512005143</c:v>
                </c:pt>
                <c:pt idx="1334">
                  <c:v>0.117412365191</c:v>
                </c:pt>
                <c:pt idx="1335">
                  <c:v>0.116324401014</c:v>
                </c:pt>
                <c:pt idx="1336">
                  <c:v>0.115248038409</c:v>
                </c:pt>
                <c:pt idx="1337">
                  <c:v>0.114183200564</c:v>
                </c:pt>
                <c:pt idx="1338">
                  <c:v>0.113129808233</c:v>
                </c:pt>
                <c:pt idx="1339">
                  <c:v>0.112087779897</c:v>
                </c:pt>
                <c:pt idx="1340">
                  <c:v>0.11105703193</c:v>
                </c:pt>
                <c:pt idx="1341">
                  <c:v>0.110037478748</c:v>
                </c:pt>
                <c:pt idx="1342">
                  <c:v>0.109029032962</c:v>
                </c:pt>
                <c:pt idx="1343">
                  <c:v>0.108031605517</c:v>
                </c:pt>
                <c:pt idx="1344">
                  <c:v>0.107045105832</c:v>
                </c:pt>
                <c:pt idx="1345">
                  <c:v>0.106069441931</c:v>
                </c:pt>
                <c:pt idx="1346">
                  <c:v>0.105104520568</c:v>
                </c:pt>
                <c:pt idx="1347">
                  <c:v>0.104150247354</c:v>
                </c:pt>
                <c:pt idx="1348">
                  <c:v>0.103206526866</c:v>
                </c:pt>
                <c:pt idx="1349">
                  <c:v>0.102273262763</c:v>
                </c:pt>
                <c:pt idx="1350">
                  <c:v>0.101350357893</c:v>
                </c:pt>
                <c:pt idx="1351">
                  <c:v>0.100437714392</c:v>
                </c:pt>
                <c:pt idx="1352">
                  <c:v>0.0995352337846</c:v>
                </c:pt>
                <c:pt idx="1353">
                  <c:v>0.0986428170742</c:v>
                </c:pt>
                <c:pt idx="1354">
                  <c:v>0.0977603648341</c:v>
                </c:pt>
                <c:pt idx="1355">
                  <c:v>0.0968877772906</c:v>
                </c:pt>
                <c:pt idx="1356">
                  <c:v>0.0960249544039</c:v>
                </c:pt>
                <c:pt idx="1357">
                  <c:v>0.0951717959446</c:v>
                </c:pt>
                <c:pt idx="1358">
                  <c:v>0.0943282015668</c:v>
                </c:pt>
                <c:pt idx="1359">
                  <c:v>0.0934940708766</c:v>
                </c:pt>
                <c:pt idx="1360">
                  <c:v>0.0926693034982</c:v>
                </c:pt>
                <c:pt idx="1361">
                  <c:v>0.091853799136</c:v>
                </c:pt>
                <c:pt idx="1362">
                  <c:v>0.0910474576334</c:v>
                </c:pt>
                <c:pt idx="1363">
                  <c:v>0.0902501790284</c:v>
                </c:pt>
                <c:pt idx="1364">
                  <c:v>0.0894618636063</c:v>
                </c:pt>
                <c:pt idx="1365">
                  <c:v>0.0886824119495</c:v>
                </c:pt>
                <c:pt idx="1366">
                  <c:v>0.0879117249841</c:v>
                </c:pt>
                <c:pt idx="1367">
                  <c:v>0.0871497040243</c:v>
                </c:pt>
                <c:pt idx="1368">
                  <c:v>0.0863962508136</c:v>
                </c:pt>
                <c:pt idx="1369">
                  <c:v>0.085651267564</c:v>
                </c:pt>
                <c:pt idx="1370">
                  <c:v>0.0849146569922</c:v>
                </c:pt>
                <c:pt idx="1371">
                  <c:v>0.0841863223544</c:v>
                </c:pt>
                <c:pt idx="1372">
                  <c:v>0.0834661674777</c:v>
                </c:pt>
                <c:pt idx="1373">
                  <c:v>0.0827540967902</c:v>
                </c:pt>
                <c:pt idx="1374">
                  <c:v>0.0820500153487</c:v>
                </c:pt>
                <c:pt idx="1375">
                  <c:v>0.0813538288651</c:v>
                </c:pt>
                <c:pt idx="1376">
                  <c:v>0.0806654437294</c:v>
                </c:pt>
                <c:pt idx="1377">
                  <c:v>0.0799847670328</c:v>
                </c:pt>
                <c:pt idx="1378">
                  <c:v>0.0793117065876</c:v>
                </c:pt>
                <c:pt idx="1379">
                  <c:v>0.0786461709464</c:v>
                </c:pt>
                <c:pt idx="1380">
                  <c:v>0.0779880694193</c:v>
                </c:pt>
                <c:pt idx="1381">
                  <c:v>0.0773373120894</c:v>
                </c:pt>
                <c:pt idx="1382">
                  <c:v>0.0766938098277</c:v>
                </c:pt>
                <c:pt idx="1383">
                  <c:v>0.0760574743057</c:v>
                </c:pt>
                <c:pt idx="1384">
                  <c:v>0.0754282180074</c:v>
                </c:pt>
                <c:pt idx="1385">
                  <c:v>0.0748059542396</c:v>
                </c:pt>
                <c:pt idx="1386">
                  <c:v>0.0741905971416</c:v>
                </c:pt>
                <c:pt idx="1387">
                  <c:v>0.0735820616929</c:v>
                </c:pt>
                <c:pt idx="1388">
                  <c:v>0.0729802637209</c:v>
                </c:pt>
                <c:pt idx="1389">
                  <c:v>0.0723851199069</c:v>
                </c:pt>
                <c:pt idx="1390">
                  <c:v>0.0717965477912</c:v>
                </c:pt>
                <c:pt idx="1391">
                  <c:v>0.0712144657779</c:v>
                </c:pt>
                <c:pt idx="1392">
                  <c:v>0.0706387931377</c:v>
                </c:pt>
                <c:pt idx="1393">
                  <c:v>0.0700694500113</c:v>
                </c:pt>
                <c:pt idx="1394">
                  <c:v>0.0695063574107</c:v>
                </c:pt>
                <c:pt idx="1395">
                  <c:v>0.068949437221</c:v>
                </c:pt>
                <c:pt idx="1396">
                  <c:v>0.0683986122004</c:v>
                </c:pt>
                <c:pt idx="1397">
                  <c:v>0.0678538059804</c:v>
                </c:pt>
                <c:pt idx="1398">
                  <c:v>0.0673149430652</c:v>
                </c:pt>
                <c:pt idx="1399">
                  <c:v>0.0667819488298</c:v>
                </c:pt>
                <c:pt idx="1400">
                  <c:v>0.066254749519</c:v>
                </c:pt>
                <c:pt idx="1401">
                  <c:v>0.0657332722444</c:v>
                </c:pt>
                <c:pt idx="1402">
                  <c:v>0.0652174449819</c:v>
                </c:pt>
                <c:pt idx="1403">
                  <c:v>0.0647071965684</c:v>
                </c:pt>
                <c:pt idx="1404">
                  <c:v>0.0642024566983</c:v>
                </c:pt>
                <c:pt idx="1405">
                  <c:v>0.063703155919</c:v>
                </c:pt>
                <c:pt idx="1406">
                  <c:v>0.0632092256271</c:v>
                </c:pt>
                <c:pt idx="1407">
                  <c:v>0.062720598063</c:v>
                </c:pt>
                <c:pt idx="1408">
                  <c:v>0.0622372063064</c:v>
                </c:pt>
                <c:pt idx="1409">
                  <c:v>0.0617589842706</c:v>
                </c:pt>
                <c:pt idx="1410">
                  <c:v>0.061285866697</c:v>
                </c:pt>
                <c:pt idx="1411">
                  <c:v>0.0608177891492</c:v>
                </c:pt>
                <c:pt idx="1412">
                  <c:v>0.0603546880066</c:v>
                </c:pt>
                <c:pt idx="1413">
                  <c:v>0.0598965004588</c:v>
                </c:pt>
                <c:pt idx="1414">
                  <c:v>0.0594431644983</c:v>
                </c:pt>
                <c:pt idx="1415">
                  <c:v>0.058994618914</c:v>
                </c:pt>
                <c:pt idx="1416">
                  <c:v>0.0585508032846</c:v>
                </c:pt>
                <c:pt idx="1417">
                  <c:v>0.0581116579715</c:v>
                </c:pt>
                <c:pt idx="1418">
                  <c:v>0.0576771241114</c:v>
                </c:pt>
                <c:pt idx="1419">
                  <c:v>0.057247143609</c:v>
                </c:pt>
                <c:pt idx="1420">
                  <c:v>0.0568216591301</c:v>
                </c:pt>
                <c:pt idx="1421">
                  <c:v>0.0564006140937</c:v>
                </c:pt>
                <c:pt idx="1422">
                  <c:v>0.0559839526643</c:v>
                </c:pt>
                <c:pt idx="1423">
                  <c:v>0.0555716197447</c:v>
                </c:pt>
                <c:pt idx="1424">
                  <c:v>0.055163560968</c:v>
                </c:pt>
                <c:pt idx="1425">
                  <c:v>0.05475972269</c:v>
                </c:pt>
                <c:pt idx="1426">
                  <c:v>0.054360051981</c:v>
                </c:pt>
                <c:pt idx="1427">
                  <c:v>0.0539644966186</c:v>
                </c:pt>
                <c:pt idx="1428">
                  <c:v>0.0535730050791</c:v>
                </c:pt>
                <c:pt idx="1429">
                  <c:v>0.0531855265301</c:v>
                </c:pt>
                <c:pt idx="1430">
                  <c:v>0.0528020108227</c:v>
                </c:pt>
                <c:pt idx="1431">
                  <c:v>0.0524224084828</c:v>
                </c:pt>
                <c:pt idx="1432">
                  <c:v>0.0520466707042</c:v>
                </c:pt>
                <c:pt idx="1433">
                  <c:v>0.0516747493398</c:v>
                </c:pt>
                <c:pt idx="1434">
                  <c:v>0.0513065968943</c:v>
                </c:pt>
                <c:pt idx="1435">
                  <c:v>0.0509421665159</c:v>
                </c:pt>
                <c:pt idx="1436">
                  <c:v>0.0505814119887</c:v>
                </c:pt>
                <c:pt idx="1437">
                  <c:v>0.0502242877249</c:v>
                </c:pt>
                <c:pt idx="1438">
                  <c:v>0.0498707487565</c:v>
                </c:pt>
                <c:pt idx="1439">
                  <c:v>0.0495207507282</c:v>
                </c:pt>
                <c:pt idx="1440">
                  <c:v>0.049174249889</c:v>
                </c:pt>
                <c:pt idx="1441">
                  <c:v>0.048831203085</c:v>
                </c:pt>
                <c:pt idx="1442">
                  <c:v>0.0484915677516</c:v>
                </c:pt>
                <c:pt idx="1443">
                  <c:v>0.0481553019055</c:v>
                </c:pt>
                <c:pt idx="1444">
                  <c:v>0.0478223641378</c:v>
                </c:pt>
                <c:pt idx="1445">
                  <c:v>0.047492713606</c:v>
                </c:pt>
                <c:pt idx="1446">
                  <c:v>0.0471663100267</c:v>
                </c:pt>
                <c:pt idx="1447">
                  <c:v>0.0468431136682</c:v>
                </c:pt>
                <c:pt idx="1448">
                  <c:v>0.0465230853431</c:v>
                </c:pt>
                <c:pt idx="1449">
                  <c:v>0.0462061864011</c:v>
                </c:pt>
                <c:pt idx="1450">
                  <c:v>0.0458923787217</c:v>
                </c:pt>
                <c:pt idx="1451">
                  <c:v>0.0455816247072</c:v>
                </c:pt>
                <c:pt idx="1452">
                  <c:v>0.0452738872752</c:v>
                </c:pt>
                <c:pt idx="1453">
                  <c:v>0.0449691298523</c:v>
                </c:pt>
                <c:pt idx="1454">
                  <c:v>0.0446673163664</c:v>
                </c:pt>
                <c:pt idx="1455">
                  <c:v>0.0443684112402</c:v>
                </c:pt>
                <c:pt idx="1456">
                  <c:v>0.0440723793842</c:v>
                </c:pt>
                <c:pt idx="1457">
                  <c:v>0.0437791861903</c:v>
                </c:pt>
                <c:pt idx="1458">
                  <c:v>0.0434887975246</c:v>
                </c:pt>
                <c:pt idx="1459">
                  <c:v>0.0432011797213</c:v>
                </c:pt>
                <c:pt idx="1460">
                  <c:v>0.0429162995758</c:v>
                </c:pt>
                <c:pt idx="1461">
                  <c:v>0.0426341243384</c:v>
                </c:pt>
                <c:pt idx="1462">
                  <c:v>0.0423546217077</c:v>
                </c:pt>
                <c:pt idx="1463">
                  <c:v>0.0420777598249</c:v>
                </c:pt>
                <c:pt idx="1464">
                  <c:v>0.0418035072666</c:v>
                </c:pt>
                <c:pt idx="1465">
                  <c:v>0.0415318330394</c:v>
                </c:pt>
                <c:pt idx="1466">
                  <c:v>0.0412627065736</c:v>
                </c:pt>
                <c:pt idx="1467">
                  <c:v>0.040996097717</c:v>
                </c:pt>
                <c:pt idx="1468">
                  <c:v>0.040731976729</c:v>
                </c:pt>
                <c:pt idx="1469">
                  <c:v>0.040470314275</c:v>
                </c:pt>
                <c:pt idx="1470">
                  <c:v>0.0402110814201</c:v>
                </c:pt>
                <c:pt idx="1471">
                  <c:v>0.0399542496239</c:v>
                </c:pt>
                <c:pt idx="1472">
                  <c:v>0.0396997907344</c:v>
                </c:pt>
                <c:pt idx="1473">
                  <c:v>0.0394476769826</c:v>
                </c:pt>
                <c:pt idx="1474">
                  <c:v>0.0391978809771</c:v>
                </c:pt>
                <c:pt idx="1475">
                  <c:v>0.0389503756984</c:v>
                </c:pt>
                <c:pt idx="1476">
                  <c:v>0.0387051344936</c:v>
                </c:pt>
                <c:pt idx="1477">
                  <c:v>0.0384621310713</c:v>
                </c:pt>
                <c:pt idx="1478">
                  <c:v>0.038221339496</c:v>
                </c:pt>
                <c:pt idx="1479">
                  <c:v>0.0379827341835</c:v>
                </c:pt>
                <c:pt idx="1480">
                  <c:v>0.0377462898949</c:v>
                </c:pt>
                <c:pt idx="1481">
                  <c:v>0.0375119817327</c:v>
                </c:pt>
                <c:pt idx="1482">
                  <c:v>0.0372797851349</c:v>
                </c:pt>
                <c:pt idx="1483">
                  <c:v>0.0370496758705</c:v>
                </c:pt>
                <c:pt idx="1484">
                  <c:v>0.0368216300347</c:v>
                </c:pt>
                <c:pt idx="1485">
                  <c:v>0.0365956240443</c:v>
                </c:pt>
                <c:pt idx="1486">
                  <c:v>0.0363716346324</c:v>
                </c:pt>
                <c:pt idx="1487">
                  <c:v>0.0361496388444</c:v>
                </c:pt>
                <c:pt idx="1488">
                  <c:v>0.0359296140333</c:v>
                </c:pt>
                <c:pt idx="1489">
                  <c:v>0.035711537855</c:v>
                </c:pt>
                <c:pt idx="1490">
                  <c:v>0.0354953882641</c:v>
                </c:pt>
                <c:pt idx="1491">
                  <c:v>0.0352811435093</c:v>
                </c:pt>
                <c:pt idx="1492">
                  <c:v>0.0350687821293</c:v>
                </c:pt>
                <c:pt idx="1493">
                  <c:v>0.0348582829485</c:v>
                </c:pt>
                <c:pt idx="1494">
                  <c:v>0.0346496250727</c:v>
                </c:pt>
                <c:pt idx="1495">
                  <c:v>0.0344427878853</c:v>
                </c:pt>
                <c:pt idx="1496">
                  <c:v>0.0342377510428</c:v>
                </c:pt>
                <c:pt idx="1497">
                  <c:v>0.0340344944711</c:v>
                </c:pt>
                <c:pt idx="1498">
                  <c:v>0.0338329983616</c:v>
                </c:pt>
                <c:pt idx="1499">
                  <c:v>0.033633243167</c:v>
                </c:pt>
                <c:pt idx="1500">
                  <c:v>0.0334352095977</c:v>
                </c:pt>
                <c:pt idx="1501">
                  <c:v>0.0332388786182</c:v>
                </c:pt>
                <c:pt idx="1502">
                  <c:v>0.0330442314429</c:v>
                </c:pt>
                <c:pt idx="1503">
                  <c:v>0.032851249533</c:v>
                </c:pt>
                <c:pt idx="1504">
                  <c:v>0.0326599145924</c:v>
                </c:pt>
                <c:pt idx="1505">
                  <c:v>0.0324702085645</c:v>
                </c:pt>
                <c:pt idx="1506">
                  <c:v>0.0322821136285</c:v>
                </c:pt>
                <c:pt idx="1507">
                  <c:v>0.0320956121962</c:v>
                </c:pt>
                <c:pt idx="1508">
                  <c:v>0.0319106869082</c:v>
                </c:pt>
                <c:pt idx="1509">
                  <c:v>0.031727320631</c:v>
                </c:pt>
                <c:pt idx="1510">
                  <c:v>0.0315454964534</c:v>
                </c:pt>
                <c:pt idx="1511">
                  <c:v>0.0313651976835</c:v>
                </c:pt>
                <c:pt idx="1512">
                  <c:v>0.0311864078451</c:v>
                </c:pt>
                <c:pt idx="1513">
                  <c:v>0.0310091106751</c:v>
                </c:pt>
                <c:pt idx="1514">
                  <c:v>0.0308332901201</c:v>
                </c:pt>
                <c:pt idx="1515">
                  <c:v>0.0306589303334</c:v>
                </c:pt>
                <c:pt idx="1516">
                  <c:v>0.0304860156719</c:v>
                </c:pt>
                <c:pt idx="1517">
                  <c:v>0.0303145306932</c:v>
                </c:pt>
                <c:pt idx="1518">
                  <c:v>0.030144460153</c:v>
                </c:pt>
                <c:pt idx="1519">
                  <c:v>0.0299757890017</c:v>
                </c:pt>
                <c:pt idx="1520">
                  <c:v>0.0298085023819</c:v>
                </c:pt>
                <c:pt idx="1521">
                  <c:v>0.0296425856257</c:v>
                </c:pt>
                <c:pt idx="1522">
                  <c:v>0.0294780242516</c:v>
                </c:pt>
                <c:pt idx="1523">
                  <c:v>0.0293148039624</c:v>
                </c:pt>
                <c:pt idx="1524">
                  <c:v>0.0291529106417</c:v>
                </c:pt>
                <c:pt idx="1525">
                  <c:v>0.0289923303522</c:v>
                </c:pt>
                <c:pt idx="1526">
                  <c:v>0.0288330493325</c:v>
                </c:pt>
                <c:pt idx="1527">
                  <c:v>0.0286750539948</c:v>
                </c:pt>
                <c:pt idx="1528">
                  <c:v>0.0285183309225</c:v>
                </c:pt>
                <c:pt idx="1529">
                  <c:v>0.0283628668674</c:v>
                </c:pt>
                <c:pt idx="1530">
                  <c:v>0.0282086487478</c:v>
                </c:pt>
                <c:pt idx="1531">
                  <c:v>0.0280556636456</c:v>
                </c:pt>
                <c:pt idx="1532">
                  <c:v>0.0279038988043</c:v>
                </c:pt>
                <c:pt idx="1533">
                  <c:v>0.0277533416265</c:v>
                </c:pt>
                <c:pt idx="1534">
                  <c:v>0.027603979672</c:v>
                </c:pt>
                <c:pt idx="1535">
                  <c:v>0.0274558006549</c:v>
                </c:pt>
                <c:pt idx="1536">
                  <c:v>0.027308792442</c:v>
                </c:pt>
                <c:pt idx="1537">
                  <c:v>0.0271629430505</c:v>
                </c:pt>
                <c:pt idx="1538">
                  <c:v>0.0270182406455</c:v>
                </c:pt>
                <c:pt idx="1539">
                  <c:v>0.0268746735385</c:v>
                </c:pt>
                <c:pt idx="1540">
                  <c:v>0.0267322301848</c:v>
                </c:pt>
                <c:pt idx="1541">
                  <c:v>0.0265908991817</c:v>
                </c:pt>
                <c:pt idx="1542">
                  <c:v>0.0264506692666</c:v>
                </c:pt>
                <c:pt idx="1543">
                  <c:v>0.0263115293149</c:v>
                </c:pt>
                <c:pt idx="1544">
                  <c:v>0.0261734683378</c:v>
                </c:pt>
                <c:pt idx="1545">
                  <c:v>0.0260364754809</c:v>
                </c:pt>
                <c:pt idx="1546">
                  <c:v>0.025900540022</c:v>
                </c:pt>
                <c:pt idx="1547">
                  <c:v>0.0257656513692</c:v>
                </c:pt>
                <c:pt idx="1548">
                  <c:v>0.0256317990594</c:v>
                </c:pt>
                <c:pt idx="1549">
                  <c:v>0.025498972756</c:v>
                </c:pt>
                <c:pt idx="1550">
                  <c:v>0.0253671622476</c:v>
                </c:pt>
                <c:pt idx="1551">
                  <c:v>0.0252363574459</c:v>
                </c:pt>
                <c:pt idx="1552">
                  <c:v>0.0251065483843</c:v>
                </c:pt>
                <c:pt idx="1553">
                  <c:v>0.0249777252159</c:v>
                </c:pt>
                <c:pt idx="1554">
                  <c:v>0.0248498782121</c:v>
                </c:pt>
                <c:pt idx="1555">
                  <c:v>0.0247229977608</c:v>
                </c:pt>
                <c:pt idx="1556">
                  <c:v>0.0245970743647</c:v>
                </c:pt>
                <c:pt idx="1557">
                  <c:v>0.02447209864</c:v>
                </c:pt>
                <c:pt idx="1558">
                  <c:v>0.0243480613145</c:v>
                </c:pt>
                <c:pt idx="1559">
                  <c:v>0.0242249532264</c:v>
                </c:pt>
                <c:pt idx="1560">
                  <c:v>0.0241027653224</c:v>
                </c:pt>
                <c:pt idx="1561">
                  <c:v>0.0239814886566</c:v>
                </c:pt>
                <c:pt idx="1562">
                  <c:v>0.0238611143886</c:v>
                </c:pt>
                <c:pt idx="1563">
                  <c:v>0.0237416337824</c:v>
                </c:pt>
                <c:pt idx="1564">
                  <c:v>0.0236230382049</c:v>
                </c:pt>
                <c:pt idx="1565">
                  <c:v>0.0235053191241</c:v>
                </c:pt>
                <c:pt idx="1566">
                  <c:v>0.0233884681086</c:v>
                </c:pt>
                <c:pt idx="1567">
                  <c:v>0.023272476825</c:v>
                </c:pt>
                <c:pt idx="1568">
                  <c:v>0.0231573370378</c:v>
                </c:pt>
                <c:pt idx="1569">
                  <c:v>0.0230430406072</c:v>
                </c:pt>
                <c:pt idx="1570">
                  <c:v>0.0229295794881</c:v>
                </c:pt>
                <c:pt idx="1571">
                  <c:v>0.0228169457287</c:v>
                </c:pt>
                <c:pt idx="1572">
                  <c:v>0.0227051314697</c:v>
                </c:pt>
                <c:pt idx="1573">
                  <c:v>0.0225941289423</c:v>
                </c:pt>
                <c:pt idx="1574">
                  <c:v>0.0224839304675</c:v>
                </c:pt>
                <c:pt idx="1575">
                  <c:v>0.0223745284546</c:v>
                </c:pt>
                <c:pt idx="1576">
                  <c:v>0.0222659154004</c:v>
                </c:pt>
                <c:pt idx="1577">
                  <c:v>0.0221580838876</c:v>
                </c:pt>
                <c:pt idx="1578">
                  <c:v>0.0220510265837</c:v>
                </c:pt>
                <c:pt idx="1579">
                  <c:v>0.0219447362401</c:v>
                </c:pt>
                <c:pt idx="1580">
                  <c:v>0.0218392056908</c:v>
                </c:pt>
                <c:pt idx="1581">
                  <c:v>0.0217344278512</c:v>
                </c:pt>
                <c:pt idx="1582">
                  <c:v>0.0216303957174</c:v>
                </c:pt>
                <c:pt idx="1583">
                  <c:v>0.0215271023645</c:v>
                </c:pt>
                <c:pt idx="1584">
                  <c:v>0.0214245409462</c:v>
                </c:pt>
                <c:pt idx="1585">
                  <c:v>0.0213227046931</c:v>
                </c:pt>
                <c:pt idx="1586">
                  <c:v>0.0212215869125</c:v>
                </c:pt>
                <c:pt idx="1587">
                  <c:v>0.0211211809863</c:v>
                </c:pt>
                <c:pt idx="1588">
                  <c:v>0.0210214803711</c:v>
                </c:pt>
                <c:pt idx="1589">
                  <c:v>0.0209224785965</c:v>
                </c:pt>
                <c:pt idx="1590">
                  <c:v>0.0208241692643</c:v>
                </c:pt>
                <c:pt idx="1591">
                  <c:v>0.0207265460476</c:v>
                </c:pt>
                <c:pt idx="1592">
                  <c:v>0.0206296026899</c:v>
                </c:pt>
                <c:pt idx="1593">
                  <c:v>0.0205333330042</c:v>
                </c:pt>
                <c:pt idx="1594">
                  <c:v>0.0204377308717</c:v>
                </c:pt>
                <c:pt idx="1595">
                  <c:v>0.0203427902415</c:v>
                </c:pt>
                <c:pt idx="1596">
                  <c:v>0.0202485051293</c:v>
                </c:pt>
                <c:pt idx="1597">
                  <c:v>0.0201548696167</c:v>
                </c:pt>
                <c:pt idx="1598">
                  <c:v>0.02006187785</c:v>
                </c:pt>
                <c:pt idx="1599">
                  <c:v>0.01996952404</c:v>
                </c:pt>
                <c:pt idx="1600">
                  <c:v>0.0198778024605</c:v>
                </c:pt>
                <c:pt idx="1601">
                  <c:v>0.019786707448</c:v>
                </c:pt>
                <c:pt idx="1602">
                  <c:v>0.0196962334006</c:v>
                </c:pt>
                <c:pt idx="1603">
                  <c:v>0.019606374777</c:v>
                </c:pt>
                <c:pt idx="1604">
                  <c:v>0.0195171260964</c:v>
                </c:pt>
                <c:pt idx="1605">
                  <c:v>0.0194284819369</c:v>
                </c:pt>
                <c:pt idx="1606">
                  <c:v>0.0193404369354</c:v>
                </c:pt>
                <c:pt idx="1607">
                  <c:v>0.0192529857864</c:v>
                </c:pt>
                <c:pt idx="1608">
                  <c:v>0.0191661232416</c:v>
                </c:pt>
                <c:pt idx="1609">
                  <c:v>0.0190798441089</c:v>
                </c:pt>
                <c:pt idx="1610">
                  <c:v>0.0189941432519</c:v>
                </c:pt>
                <c:pt idx="1611">
                  <c:v>0.018909015589</c:v>
                </c:pt>
                <c:pt idx="1612">
                  <c:v>0.0188244560927</c:v>
                </c:pt>
                <c:pt idx="1613">
                  <c:v>0.0187404597893</c:v>
                </c:pt>
                <c:pt idx="1614">
                  <c:v>0.0186570217576</c:v>
                </c:pt>
                <c:pt idx="1615">
                  <c:v>0.0185741371288</c:v>
                </c:pt>
                <c:pt idx="1616">
                  <c:v>0.0184918010856</c:v>
                </c:pt>
                <c:pt idx="1617">
                  <c:v>0.0184100088613</c:v>
                </c:pt>
                <c:pt idx="1618">
                  <c:v>0.0183287557397</c:v>
                </c:pt>
                <c:pt idx="1619">
                  <c:v>0.0182480370543</c:v>
                </c:pt>
                <c:pt idx="1620">
                  <c:v>0.0181678481873</c:v>
                </c:pt>
                <c:pt idx="1621">
                  <c:v>0.0180881845694</c:v>
                </c:pt>
                <c:pt idx="1622">
                  <c:v>0.0180090416792</c:v>
                </c:pt>
                <c:pt idx="1623">
                  <c:v>0.0179304150423</c:v>
                </c:pt>
                <c:pt idx="1624">
                  <c:v>0.0178523002313</c:v>
                </c:pt>
                <c:pt idx="1625">
                  <c:v>0.0177746928644</c:v>
                </c:pt>
                <c:pt idx="1626">
                  <c:v>0.0176975886056</c:v>
                </c:pt>
                <c:pt idx="1627">
                  <c:v>0.0176209831638</c:v>
                </c:pt>
                <c:pt idx="1628">
                  <c:v>0.0175448722921</c:v>
                </c:pt>
                <c:pt idx="1629">
                  <c:v>0.0174692517879</c:v>
                </c:pt>
                <c:pt idx="1630">
                  <c:v>0.0173941174915</c:v>
                </c:pt>
                <c:pt idx="1631">
                  <c:v>0.0173194652864</c:v>
                </c:pt>
                <c:pt idx="1632">
                  <c:v>0.017245291098</c:v>
                </c:pt>
                <c:pt idx="1633">
                  <c:v>0.0171715908939</c:v>
                </c:pt>
                <c:pt idx="1634">
                  <c:v>0.0170983606828</c:v>
                </c:pt>
                <c:pt idx="1635">
                  <c:v>0.0170255965144</c:v>
                </c:pt>
                <c:pt idx="1636">
                  <c:v>0.0169532944785</c:v>
                </c:pt>
                <c:pt idx="1637">
                  <c:v>0.016881450705</c:v>
                </c:pt>
                <c:pt idx="1638">
                  <c:v>0.0168100613632</c:v>
                </c:pt>
                <c:pt idx="1639">
                  <c:v>0.0167391226612</c:v>
                </c:pt>
                <c:pt idx="1640">
                  <c:v>0.0166686308457</c:v>
                </c:pt>
                <c:pt idx="1641">
                  <c:v>0.0165985822014</c:v>
                </c:pt>
                <c:pt idx="1642">
                  <c:v>0.0165289730508</c:v>
                </c:pt>
                <c:pt idx="1643">
                  <c:v>0.0164597997533</c:v>
                </c:pt>
                <c:pt idx="1644">
                  <c:v>0.0163910587053</c:v>
                </c:pt>
                <c:pt idx="1645">
                  <c:v>0.0163227463393</c:v>
                </c:pt>
                <c:pt idx="1646">
                  <c:v>0.0162548591239</c:v>
                </c:pt>
                <c:pt idx="1647">
                  <c:v>0.0161873935631</c:v>
                </c:pt>
                <c:pt idx="1648">
                  <c:v>0.0161203461961</c:v>
                </c:pt>
                <c:pt idx="1649">
                  <c:v>0.0160537135968</c:v>
                </c:pt>
                <c:pt idx="1650">
                  <c:v>0.0159874923734</c:v>
                </c:pt>
                <c:pt idx="1651">
                  <c:v>0.0159216791678</c:v>
                </c:pt>
                <c:pt idx="1652">
                  <c:v>0.0158562706559</c:v>
                </c:pt>
                <c:pt idx="1653">
                  <c:v>0.0157912635463</c:v>
                </c:pt>
                <c:pt idx="1654">
                  <c:v>0.0157266545807</c:v>
                </c:pt>
                <c:pt idx="1655">
                  <c:v>0.0156624405332</c:v>
                </c:pt>
                <c:pt idx="1656">
                  <c:v>0.0155986182098</c:v>
                </c:pt>
                <c:pt idx="1657">
                  <c:v>0.0155351844483</c:v>
                </c:pt>
                <c:pt idx="1658">
                  <c:v>0.015472136118</c:v>
                </c:pt>
                <c:pt idx="1659">
                  <c:v>0.0154094701189</c:v>
                </c:pt>
                <c:pt idx="1660">
                  <c:v>0.0153471833819</c:v>
                </c:pt>
                <c:pt idx="1661">
                  <c:v>0.0152852728682</c:v>
                </c:pt>
                <c:pt idx="1662">
                  <c:v>0.0152237355688</c:v>
                </c:pt>
                <c:pt idx="1663">
                  <c:v>0.0151625685046</c:v>
                </c:pt>
                <c:pt idx="1664">
                  <c:v>0.0151017687256</c:v>
                </c:pt>
                <c:pt idx="1665">
                  <c:v>0.015041333311</c:v>
                </c:pt>
                <c:pt idx="1666">
                  <c:v>0.0149812593685</c:v>
                </c:pt>
                <c:pt idx="1667">
                  <c:v>0.0149215440343</c:v>
                </c:pt>
                <c:pt idx="1668">
                  <c:v>0.0148621844726</c:v>
                </c:pt>
                <c:pt idx="1669">
                  <c:v>0.0148031778752</c:v>
                </c:pt>
                <c:pt idx="1670">
                  <c:v>0.0147445214617</c:v>
                </c:pt>
                <c:pt idx="1671">
                  <c:v>0.0146862124783</c:v>
                </c:pt>
                <c:pt idx="1672">
                  <c:v>0.0146282481985</c:v>
                </c:pt>
                <c:pt idx="1673">
                  <c:v>0.0145706259222</c:v>
                </c:pt>
                <c:pt idx="1674">
                  <c:v>0.0145133429754</c:v>
                </c:pt>
                <c:pt idx="1675">
                  <c:v>0.0144563967102</c:v>
                </c:pt>
                <c:pt idx="1676">
                  <c:v>0.0143997845043</c:v>
                </c:pt>
                <c:pt idx="1677">
                  <c:v>0.0143435037608</c:v>
                </c:pt>
                <c:pt idx="1678">
                  <c:v>0.014287551908</c:v>
                </c:pt>
                <c:pt idx="1679">
                  <c:v>0.0142319263989</c:v>
                </c:pt>
                <c:pt idx="1680">
                  <c:v>0.0141766247111</c:v>
                </c:pt>
                <c:pt idx="1681">
                  <c:v>0.0141216443465</c:v>
                </c:pt>
                <c:pt idx="1682">
                  <c:v>0.0140669828311</c:v>
                </c:pt>
                <c:pt idx="1683">
                  <c:v>0.0140126377144</c:v>
                </c:pt>
                <c:pt idx="1684">
                  <c:v>0.0139586065697</c:v>
                </c:pt>
                <c:pt idx="1685">
                  <c:v>0.0139048869933</c:v>
                </c:pt>
                <c:pt idx="1686">
                  <c:v>0.0138514766046</c:v>
                </c:pt>
                <c:pt idx="1687">
                  <c:v>0.0137983730458</c:v>
                </c:pt>
                <c:pt idx="1688">
                  <c:v>0.0137455739813</c:v>
                </c:pt>
                <c:pt idx="1689">
                  <c:v>0.013693077098</c:v>
                </c:pt>
                <c:pt idx="1690">
                  <c:v>0.0136408801046</c:v>
                </c:pt>
                <c:pt idx="1691">
                  <c:v>0.0135889807317</c:v>
                </c:pt>
                <c:pt idx="1692">
                  <c:v>0.0135373767312</c:v>
                </c:pt>
                <c:pt idx="1693">
                  <c:v>0.0134860658765</c:v>
                </c:pt>
                <c:pt idx="1694">
                  <c:v>0.0134350459616</c:v>
                </c:pt>
                <c:pt idx="1695">
                  <c:v>0.0133843148019</c:v>
                </c:pt>
                <c:pt idx="1696">
                  <c:v>0.0133338702327</c:v>
                </c:pt>
                <c:pt idx="1697">
                  <c:v>0.0132837101102</c:v>
                </c:pt>
                <c:pt idx="1698">
                  <c:v>0.0132338323103</c:v>
                </c:pt>
                <c:pt idx="1699">
                  <c:v>0.0131842347289</c:v>
                </c:pt>
                <c:pt idx="1700">
                  <c:v>0.0131349152818</c:v>
                </c:pt>
                <c:pt idx="1701">
                  <c:v>0.0130858719038</c:v>
                </c:pt>
                <c:pt idx="1702">
                  <c:v>0.0130371025491</c:v>
                </c:pt>
                <c:pt idx="1703">
                  <c:v>0.0129886051912</c:v>
                </c:pt>
                <c:pt idx="1704">
                  <c:v>0.0129403778219</c:v>
                </c:pt>
                <c:pt idx="1705">
                  <c:v>0.0128924184519</c:v>
                </c:pt>
                <c:pt idx="1706">
                  <c:v>0.0128447251102</c:v>
                </c:pt>
                <c:pt idx="1707">
                  <c:v>0.0127972958439</c:v>
                </c:pt>
                <c:pt idx="1708">
                  <c:v>0.0127501287182</c:v>
                </c:pt>
                <c:pt idx="1709">
                  <c:v>0.0127032218159</c:v>
                </c:pt>
                <c:pt idx="1710">
                  <c:v>0.0126565732375</c:v>
                </c:pt>
                <c:pt idx="1711">
                  <c:v>0.0126101811008</c:v>
                </c:pt>
                <c:pt idx="1712">
                  <c:v>0.0125640435408</c:v>
                </c:pt>
                <c:pt idx="1713">
                  <c:v>0.0125181587094</c:v>
                </c:pt>
                <c:pt idx="1714">
                  <c:v>0.0124725247754</c:v>
                </c:pt>
                <c:pt idx="1715">
                  <c:v>0.0124271399241</c:v>
                </c:pt>
                <c:pt idx="1716">
                  <c:v>0.0123820023572</c:v>
                </c:pt>
                <c:pt idx="1717">
                  <c:v>0.0123371102928</c:v>
                </c:pt>
                <c:pt idx="1718">
                  <c:v>0.0122924619648</c:v>
                </c:pt>
                <c:pt idx="1719">
                  <c:v>0.0122480556232</c:v>
                </c:pt>
                <c:pt idx="1720">
                  <c:v>0.0122038895335</c:v>
                </c:pt>
                <c:pt idx="1721">
                  <c:v>0.0121599619767</c:v>
                </c:pt>
                <c:pt idx="1722">
                  <c:v>0.0121162712494</c:v>
                </c:pt>
                <c:pt idx="1723">
                  <c:v>0.0120728156631</c:v>
                </c:pt>
                <c:pt idx="1724">
                  <c:v>0.0120295935444</c:v>
                </c:pt>
                <c:pt idx="1725">
                  <c:v>0.0119866032347</c:v>
                </c:pt>
                <c:pt idx="1726">
                  <c:v>0.01194384309</c:v>
                </c:pt>
                <c:pt idx="1727">
                  <c:v>0.011901311481</c:v>
                </c:pt>
                <c:pt idx="1728">
                  <c:v>0.0118590067926</c:v>
                </c:pt>
                <c:pt idx="1729">
                  <c:v>0.0118169274239</c:v>
                </c:pt>
                <c:pt idx="1730">
                  <c:v>0.011775071788</c:v>
                </c:pt>
                <c:pt idx="1731">
                  <c:v>0.0117334383121</c:v>
                </c:pt>
                <c:pt idx="1732">
                  <c:v>0.0116920254367</c:v>
                </c:pt>
                <c:pt idx="1733">
                  <c:v>0.0116508316163</c:v>
                </c:pt>
                <c:pt idx="1734">
                  <c:v>0.0116098553185</c:v>
                </c:pt>
                <c:pt idx="1735">
                  <c:v>0.0115690950245</c:v>
                </c:pt>
                <c:pt idx="1736">
                  <c:v>0.0115285492284</c:v>
                </c:pt>
                <c:pt idx="1737">
                  <c:v>0.0114882164373</c:v>
                </c:pt>
                <c:pt idx="1738">
                  <c:v>0.0114480951714</c:v>
                </c:pt>
                <c:pt idx="1739">
                  <c:v>0.0114081839633</c:v>
                </c:pt>
                <c:pt idx="1740">
                  <c:v>0.0113684813584</c:v>
                </c:pt>
                <c:pt idx="1741">
                  <c:v>0.0113289859145</c:v>
                </c:pt>
                <c:pt idx="1742">
                  <c:v>0.0112896962017</c:v>
                </c:pt>
                <c:pt idx="1743">
                  <c:v>0.0112506108024</c:v>
                </c:pt>
                <c:pt idx="1744">
                  <c:v>0.0112117283109</c:v>
                </c:pt>
                <c:pt idx="1745">
                  <c:v>0.0111730473336</c:v>
                </c:pt>
                <c:pt idx="1746">
                  <c:v>0.0111345664885</c:v>
                </c:pt>
                <c:pt idx="1747">
                  <c:v>0.0110962844055</c:v>
                </c:pt>
                <c:pt idx="1748">
                  <c:v>0.011058199726</c:v>
                </c:pt>
                <c:pt idx="1749">
                  <c:v>0.0110203111029</c:v>
                </c:pt>
                <c:pt idx="1750">
                  <c:v>0.0109826172003</c:v>
                </c:pt>
                <c:pt idx="1751">
                  <c:v>0.0109451166936</c:v>
                </c:pt>
                <c:pt idx="1752">
                  <c:v>0.0109078082692</c:v>
                </c:pt>
                <c:pt idx="1753">
                  <c:v>0.0108706906247</c:v>
                </c:pt>
                <c:pt idx="1754">
                  <c:v>0.0108337624683</c:v>
                </c:pt>
                <c:pt idx="1755">
                  <c:v>0.0107970225192</c:v>
                </c:pt>
                <c:pt idx="1756">
                  <c:v>0.010760469507</c:v>
                </c:pt>
                <c:pt idx="1757">
                  <c:v>0.010724102172</c:v>
                </c:pt>
                <c:pt idx="1758">
                  <c:v>0.0106879192648</c:v>
                </c:pt>
                <c:pt idx="1759">
                  <c:v>0.0106519195464</c:v>
                </c:pt>
                <c:pt idx="1760">
                  <c:v>0.010616101788</c:v>
                </c:pt>
                <c:pt idx="1761">
                  <c:v>0.0105804647708</c:v>
                </c:pt>
                <c:pt idx="1762">
                  <c:v>0.010545007286</c:v>
                </c:pt>
                <c:pt idx="1763">
                  <c:v>0.0105097281348</c:v>
                </c:pt>
                <c:pt idx="1764">
                  <c:v>0.0104746261281</c:v>
                </c:pt>
                <c:pt idx="1765">
                  <c:v>0.0104397000863</c:v>
                </c:pt>
                <c:pt idx="1766">
                  <c:v>0.0104049488396</c:v>
                </c:pt>
                <c:pt idx="1767">
                  <c:v>0.0103703712275</c:v>
                </c:pt>
                <c:pt idx="1768">
                  <c:v>0.010335966099</c:v>
                </c:pt>
                <c:pt idx="1769">
                  <c:v>0.0103017323121</c:v>
                </c:pt>
                <c:pt idx="1770">
                  <c:v>0.0102676687342</c:v>
                </c:pt>
                <c:pt idx="1771">
                  <c:v>0.0102337742415</c:v>
                </c:pt>
                <c:pt idx="1772">
                  <c:v>0.0102000477194</c:v>
                </c:pt>
                <c:pt idx="1773">
                  <c:v>0.0101664880619</c:v>
                </c:pt>
                <c:pt idx="1774">
                  <c:v>0.0101330941719</c:v>
                </c:pt>
                <c:pt idx="1775">
                  <c:v>0.0100998649609</c:v>
                </c:pt>
                <c:pt idx="1776">
                  <c:v>0.0100667993488</c:v>
                </c:pt>
                <c:pt idx="1777">
                  <c:v>0.0100338962641</c:v>
                </c:pt>
                <c:pt idx="1778">
                  <c:v>0.0100011546436</c:v>
                </c:pt>
                <c:pt idx="1779">
                  <c:v>0.00996857343232</c:v>
                </c:pt>
                <c:pt idx="1780">
                  <c:v>0.00993615158349</c:v>
                </c:pt>
                <c:pt idx="1781">
                  <c:v>0.00990388805833</c:v>
                </c:pt>
                <c:pt idx="1782">
                  <c:v>0.00987178182604</c:v>
                </c:pt>
                <c:pt idx="1783">
                  <c:v>0.00983983186369</c:v>
                </c:pt>
                <c:pt idx="1784">
                  <c:v>0.00980803715615</c:v>
                </c:pt>
                <c:pt idx="1785">
                  <c:v>0.00977639669596</c:v>
                </c:pt>
                <c:pt idx="1786">
                  <c:v>0.00974490948326</c:v>
                </c:pt>
                <c:pt idx="1787">
                  <c:v>0.00971357452571</c:v>
                </c:pt>
                <c:pt idx="1788">
                  <c:v>0.00968239083839</c:v>
                </c:pt>
                <c:pt idx="1789">
                  <c:v>0.00965135744375</c:v>
                </c:pt>
                <c:pt idx="1790">
                  <c:v>0.00962047337148</c:v>
                </c:pt>
                <c:pt idx="1791">
                  <c:v>0.00958973765845</c:v>
                </c:pt>
                <c:pt idx="1792">
                  <c:v>0.00955914934865</c:v>
                </c:pt>
                <c:pt idx="1793">
                  <c:v>0.00952870749308</c:v>
                </c:pt>
                <c:pt idx="1794">
                  <c:v>0.00949841114971</c:v>
                </c:pt>
                <c:pt idx="1795">
                  <c:v>0.00946825938337</c:v>
                </c:pt>
                <c:pt idx="1796">
                  <c:v>0.0094382512657</c:v>
                </c:pt>
                <c:pt idx="1797">
                  <c:v>0.00940838587509</c:v>
                </c:pt>
                <c:pt idx="1798">
                  <c:v>0.0093786622966</c:v>
                </c:pt>
                <c:pt idx="1799">
                  <c:v>0.00934907962187</c:v>
                </c:pt>
                <c:pt idx="1800">
                  <c:v>0.0093196369491</c:v>
                </c:pt>
                <c:pt idx="1801">
                  <c:v>0.00929033338298</c:v>
                </c:pt>
                <c:pt idx="1802">
                  <c:v>0.00926116803461</c:v>
                </c:pt>
                <c:pt idx="1803">
                  <c:v>0.00923214002145</c:v>
                </c:pt>
                <c:pt idx="1804">
                  <c:v>0.00920324846728</c:v>
                </c:pt>
                <c:pt idx="1805">
                  <c:v>0.00917449250213</c:v>
                </c:pt>
                <c:pt idx="1806">
                  <c:v>0.00914587126224</c:v>
                </c:pt>
                <c:pt idx="1807">
                  <c:v>0.00911738389</c:v>
                </c:pt>
                <c:pt idx="1808">
                  <c:v>0.00908902953391</c:v>
                </c:pt>
                <c:pt idx="1809">
                  <c:v>0.00906080734854</c:v>
                </c:pt>
                <c:pt idx="1810">
                  <c:v>0.00903271649448</c:v>
                </c:pt>
                <c:pt idx="1811">
                  <c:v>0.00900475613829</c:v>
                </c:pt>
                <c:pt idx="1812">
                  <c:v>0.00897692545247</c:v>
                </c:pt>
                <c:pt idx="1813">
                  <c:v>0.00894922361543</c:v>
                </c:pt>
                <c:pt idx="1814">
                  <c:v>0.00892164981144</c:v>
                </c:pt>
                <c:pt idx="1815">
                  <c:v>0.00889420323059</c:v>
                </c:pt>
                <c:pt idx="1816">
                  <c:v>0.00886688306877</c:v>
                </c:pt>
                <c:pt idx="1817">
                  <c:v>0.00883968852764</c:v>
                </c:pt>
                <c:pt idx="1818">
                  <c:v>0.00881261881458</c:v>
                </c:pt>
                <c:pt idx="1819">
                  <c:v>0.00878567314266</c:v>
                </c:pt>
                <c:pt idx="1820">
                  <c:v>0.00875885073065</c:v>
                </c:pt>
                <c:pt idx="1821">
                  <c:v>0.00873215080295</c:v>
                </c:pt>
                <c:pt idx="1822">
                  <c:v>0.00870557258956</c:v>
                </c:pt>
                <c:pt idx="1823">
                  <c:v>0.0086791153261</c:v>
                </c:pt>
                <c:pt idx="1824">
                  <c:v>0.00865277825373</c:v>
                </c:pt>
                <c:pt idx="1825">
                  <c:v>0.00862656061916</c:v>
                </c:pt>
                <c:pt idx="1826">
                  <c:v>0.00860046167463</c:v>
                </c:pt>
                <c:pt idx="1827">
                  <c:v>0.00857448067786</c:v>
                </c:pt>
                <c:pt idx="1828">
                  <c:v>0.00854861689203</c:v>
                </c:pt>
                <c:pt idx="1829">
                  <c:v>0.0085228695858</c:v>
                </c:pt>
                <c:pt idx="1830">
                  <c:v>0.00849723803322</c:v>
                </c:pt>
                <c:pt idx="1831">
                  <c:v>0.00847172151378</c:v>
                </c:pt>
                <c:pt idx="1832">
                  <c:v>0.00844631931234</c:v>
                </c:pt>
                <c:pt idx="1833">
                  <c:v>0.00842103071912</c:v>
                </c:pt>
                <c:pt idx="1834">
                  <c:v>0.00839585502968</c:v>
                </c:pt>
                <c:pt idx="1835">
                  <c:v>0.00837079154493</c:v>
                </c:pt>
                <c:pt idx="1836">
                  <c:v>0.00834583957106</c:v>
                </c:pt>
                <c:pt idx="1837">
                  <c:v>0.00832099841957</c:v>
                </c:pt>
                <c:pt idx="1838">
                  <c:v>0.00829626740719</c:v>
                </c:pt>
                <c:pt idx="1839">
                  <c:v>0.00827164585594</c:v>
                </c:pt>
                <c:pt idx="1840">
                  <c:v>0.00824713309304</c:v>
                </c:pt>
                <c:pt idx="1841">
                  <c:v>0.00822272845094</c:v>
                </c:pt>
                <c:pt idx="1842">
                  <c:v>0.00819843126728</c:v>
                </c:pt>
                <c:pt idx="1843">
                  <c:v>0.00817424088487</c:v>
                </c:pt>
                <c:pt idx="1844">
                  <c:v>0.0081501566517</c:v>
                </c:pt>
                <c:pt idx="1845">
                  <c:v>0.00812617792089</c:v>
                </c:pt>
                <c:pt idx="1846">
                  <c:v>0.00810230405068</c:v>
                </c:pt>
                <c:pt idx="1847">
                  <c:v>0.00807853440445</c:v>
                </c:pt>
                <c:pt idx="1848">
                  <c:v>0.00805486835064</c:v>
                </c:pt>
                <c:pt idx="1849">
                  <c:v>0.00803130526279</c:v>
                </c:pt>
                <c:pt idx="1850">
                  <c:v>0.00800784451953</c:v>
                </c:pt>
                <c:pt idx="1851">
                  <c:v>0.00798448550449</c:v>
                </c:pt>
                <c:pt idx="1852">
                  <c:v>0.00796122760638</c:v>
                </c:pt>
                <c:pt idx="1853">
                  <c:v>0.00793807021892</c:v>
                </c:pt>
                <c:pt idx="1854">
                  <c:v>0.00791501274083</c:v>
                </c:pt>
                <c:pt idx="1855">
                  <c:v>0.00789205457584</c:v>
                </c:pt>
                <c:pt idx="1856">
                  <c:v>0.00786919513265</c:v>
                </c:pt>
                <c:pt idx="1857">
                  <c:v>0.00784643382495</c:v>
                </c:pt>
                <c:pt idx="1858">
                  <c:v>0.00782377007135</c:v>
                </c:pt>
                <c:pt idx="1859">
                  <c:v>0.00780120329545</c:v>
                </c:pt>
                <c:pt idx="1860">
                  <c:v>0.00777873292572</c:v>
                </c:pt>
                <c:pt idx="1861">
                  <c:v>0.0077563583956</c:v>
                </c:pt>
                <c:pt idx="1862">
                  <c:v>0.00773407914339</c:v>
                </c:pt>
                <c:pt idx="1863">
                  <c:v>0.0077118946123</c:v>
                </c:pt>
                <c:pt idx="1864">
                  <c:v>0.0076898042504</c:v>
                </c:pt>
                <c:pt idx="1865">
                  <c:v>0.00766780751061</c:v>
                </c:pt>
                <c:pt idx="1866">
                  <c:v>0.00764590385069</c:v>
                </c:pt>
                <c:pt idx="1867">
                  <c:v>0.00762409273324</c:v>
                </c:pt>
                <c:pt idx="1868">
                  <c:v>0.00760237362564</c:v>
                </c:pt>
                <c:pt idx="1869">
                  <c:v>0.00758074600005</c:v>
                </c:pt>
                <c:pt idx="1870">
                  <c:v>0.00755920933341</c:v>
                </c:pt>
                <c:pt idx="1871">
                  <c:v>0.0075377631074</c:v>
                </c:pt>
                <c:pt idx="1872">
                  <c:v>0.00751640680839</c:v>
                </c:pt>
                <c:pt idx="1873">
                  <c:v>0.00749513992749</c:v>
                </c:pt>
                <c:pt idx="1874">
                  <c:v>0.00747396196044</c:v>
                </c:pt>
                <c:pt idx="1875">
                  <c:v>0.00745287240764</c:v>
                </c:pt>
                <c:pt idx="1876">
                  <c:v>0.00743187077407</c:v>
                </c:pt>
                <c:pt idx="1877">
                  <c:v>0.00741095656934</c:v>
                </c:pt>
                <c:pt idx="1878">
                  <c:v>0.00739012930756</c:v>
                </c:pt>
                <c:pt idx="1879">
                  <c:v>0.00736938850738</c:v>
                </c:pt>
                <c:pt idx="1880">
                  <c:v>0.00734873369191</c:v>
                </c:pt>
                <c:pt idx="1881">
                  <c:v>0.00732816438871</c:v>
                </c:pt>
                <c:pt idx="1882">
                  <c:v>0.00730768012972</c:v>
                </c:pt>
                <c:pt idx="1883">
                  <c:v>0.00728728045125</c:v>
                </c:pt>
                <c:pt idx="1884">
                  <c:v>0.00726696489391</c:v>
                </c:pt>
                <c:pt idx="1885">
                  <c:v>0.00724673300257</c:v>
                </c:pt>
                <c:pt idx="1886">
                  <c:v>0.00722658432634</c:v>
                </c:pt>
                <c:pt idx="1887">
                  <c:v>0.00720651841846</c:v>
                </c:pt>
                <c:pt idx="1888">
                  <c:v>0.0071865348363</c:v>
                </c:pt>
                <c:pt idx="1889">
                  <c:v>0.00716663314129</c:v>
                </c:pt>
                <c:pt idx="1890">
                  <c:v>0.00714681289887</c:v>
                </c:pt>
                <c:pt idx="1891">
                  <c:v>0.00712707367842</c:v>
                </c:pt>
                <c:pt idx="1892">
                  <c:v>0.0071074150532</c:v>
                </c:pt>
                <c:pt idx="1893">
                  <c:v>0.00708783660032</c:v>
                </c:pt>
                <c:pt idx="1894">
                  <c:v>0.00706833790064</c:v>
                </c:pt>
                <c:pt idx="1895">
                  <c:v>0.00704891853873</c:v>
                </c:pt>
                <c:pt idx="1896">
                  <c:v>0.0070295781028</c:v>
                </c:pt>
                <c:pt idx="1897">
                  <c:v>0.00701031618464</c:v>
                </c:pt>
                <c:pt idx="1898">
                  <c:v>0.00699113237955</c:v>
                </c:pt>
                <c:pt idx="1899">
                  <c:v>0.00697202628626</c:v>
                </c:pt>
                <c:pt idx="1900">
                  <c:v>0.00695299750689</c:v>
                </c:pt>
                <c:pt idx="1901">
                  <c:v>0.00693404564688</c:v>
                </c:pt>
                <c:pt idx="1902">
                  <c:v>0.00691517031489</c:v>
                </c:pt>
                <c:pt idx="1903">
                  <c:v>0.00689637112275</c:v>
                </c:pt>
                <c:pt idx="1904">
                  <c:v>0.00687764768541</c:v>
                </c:pt>
                <c:pt idx="1905">
                  <c:v>0.00685899962086</c:v>
                </c:pt>
                <c:pt idx="1906">
                  <c:v>0.00684042655003</c:v>
                </c:pt>
                <c:pt idx="1907">
                  <c:v>0.00682192809676</c:v>
                </c:pt>
                <c:pt idx="1908">
                  <c:v>0.00680350388775</c:v>
                </c:pt>
                <c:pt idx="1909">
                  <c:v>0.00678515355242</c:v>
                </c:pt>
                <c:pt idx="1910">
                  <c:v>0.00676687672291</c:v>
                </c:pt>
                <c:pt idx="1911">
                  <c:v>0.006748673034</c:v>
                </c:pt>
                <c:pt idx="1912">
                  <c:v>0.00673054212302</c:v>
                </c:pt>
                <c:pt idx="1913">
                  <c:v>0.00671248362982</c:v>
                </c:pt>
                <c:pt idx="1914">
                  <c:v>0.00669449719667</c:v>
                </c:pt>
                <c:pt idx="1915">
                  <c:v>0.00667658246826</c:v>
                </c:pt>
                <c:pt idx="1916">
                  <c:v>0.00665873909156</c:v>
                </c:pt>
                <c:pt idx="1917">
                  <c:v>0.00664096671583</c:v>
                </c:pt>
                <c:pt idx="1918">
                  <c:v>0.00662326499252</c:v>
                </c:pt>
                <c:pt idx="1919">
                  <c:v>0.00660563357525</c:v>
                </c:pt>
                <c:pt idx="1920">
                  <c:v>0.00658807211974</c:v>
                </c:pt>
                <c:pt idx="1921">
                  <c:v>0.00657058028374</c:v>
                </c:pt>
                <c:pt idx="1922">
                  <c:v>0.006553157727</c:v>
                </c:pt>
                <c:pt idx="1923">
                  <c:v>0.00653580411126</c:v>
                </c:pt>
                <c:pt idx="1924">
                  <c:v>0.00651851910011</c:v>
                </c:pt>
                <c:pt idx="1925">
                  <c:v>0.00650130235906</c:v>
                </c:pt>
                <c:pt idx="1926">
                  <c:v>0.00648415355539</c:v>
                </c:pt>
                <c:pt idx="1927">
                  <c:v>0.00646707235821</c:v>
                </c:pt>
                <c:pt idx="1928">
                  <c:v>0.00645005843834</c:v>
                </c:pt>
                <c:pt idx="1929">
                  <c:v>0.00643311146833</c:v>
                </c:pt>
                <c:pt idx="1930">
                  <c:v>0.00641623112241</c:v>
                </c:pt>
                <c:pt idx="1931">
                  <c:v>0.00639941707644</c:v>
                </c:pt>
                <c:pt idx="1932">
                  <c:v>0.00638266900791</c:v>
                </c:pt>
                <c:pt idx="1933">
                  <c:v>0.0063659865959</c:v>
                </c:pt>
                <c:pt idx="1934">
                  <c:v>0.00634936952104</c:v>
                </c:pt>
                <c:pt idx="1935">
                  <c:v>0.00633281746552</c:v>
                </c:pt>
                <c:pt idx="1936">
                  <c:v>0.00631633011304</c:v>
                </c:pt>
                <c:pt idx="1937">
                  <c:v>0.00629990714878</c:v>
                </c:pt>
                <c:pt idx="1938">
                  <c:v>0.00628354825943</c:v>
                </c:pt>
                <c:pt idx="1939">
                  <c:v>0.0062672531331</c:v>
                </c:pt>
                <c:pt idx="1940">
                  <c:v>0.00625102145939</c:v>
                </c:pt>
                <c:pt idx="1941">
                  <c:v>0.00623485292928</c:v>
                </c:pt>
                <c:pt idx="1942">
                  <c:v>0.00621874723521</c:v>
                </c:pt>
                <c:pt idx="1943">
                  <c:v>0.00620270407098</c:v>
                </c:pt>
                <c:pt idx="1944">
                  <c:v>0.0061867231318</c:v>
                </c:pt>
                <c:pt idx="1945">
                  <c:v>0.00617080411427</c:v>
                </c:pt>
                <c:pt idx="1946">
                  <c:v>0.00615494671633</c:v>
                </c:pt>
                <c:pt idx="1947">
                  <c:v>0.00613915063729</c:v>
                </c:pt>
                <c:pt idx="1948">
                  <c:v>0.00612341557782</c:v>
                </c:pt>
                <c:pt idx="1949">
                  <c:v>0.00610774123991</c:v>
                </c:pt>
                <c:pt idx="1950">
                  <c:v>0.00609212732689</c:v>
                </c:pt>
                <c:pt idx="1951">
                  <c:v>0.00607657354342</c:v>
                </c:pt>
                <c:pt idx="1952">
                  <c:v>0.00606107959548</c:v>
                </c:pt>
                <c:pt idx="1953">
                  <c:v>0.00604564519035</c:v>
                </c:pt>
                <c:pt idx="1954">
                  <c:v>0.00603027003661</c:v>
                </c:pt>
                <c:pt idx="1955">
                  <c:v>0.00601495384416</c:v>
                </c:pt>
                <c:pt idx="1956">
                  <c:v>0.00599969632416</c:v>
                </c:pt>
                <c:pt idx="1957">
                  <c:v>0.00598449718909</c:v>
                </c:pt>
                <c:pt idx="1958">
                  <c:v>0.00596935615268</c:v>
                </c:pt>
                <c:pt idx="1959">
                  <c:v>0.00595427292995</c:v>
                </c:pt>
                <c:pt idx="1960">
                  <c:v>0.0059392472372</c:v>
                </c:pt>
                <c:pt idx="1961">
                  <c:v>0.00592427879196</c:v>
                </c:pt>
                <c:pt idx="1962">
                  <c:v>0.00590936731305</c:v>
                </c:pt>
                <c:pt idx="1963">
                  <c:v>0.00589451252053</c:v>
                </c:pt>
                <c:pt idx="1964">
                  <c:v>0.00587971413571</c:v>
                </c:pt>
                <c:pt idx="1965">
                  <c:v>0.00586497188115</c:v>
                </c:pt>
                <c:pt idx="1966">
                  <c:v>0.00585028548064</c:v>
                </c:pt>
                <c:pt idx="1967">
                  <c:v>0.00583565465922</c:v>
                </c:pt>
                <c:pt idx="1968">
                  <c:v>0.00582107914315</c:v>
                </c:pt>
                <c:pt idx="1969">
                  <c:v>0.00580655865992</c:v>
                </c:pt>
                <c:pt idx="1970">
                  <c:v>0.00579209293824</c:v>
                </c:pt>
                <c:pt idx="1971">
                  <c:v>0.00577768170807</c:v>
                </c:pt>
                <c:pt idx="1972">
                  <c:v>0.00576332470054</c:v>
                </c:pt>
                <c:pt idx="1973">
                  <c:v>0.00574902164804</c:v>
                </c:pt>
                <c:pt idx="1974">
                  <c:v>0.00573477228416</c:v>
                </c:pt>
                <c:pt idx="1975">
                  <c:v>0.00572057634368</c:v>
                </c:pt>
                <c:pt idx="1976">
                  <c:v>0.00570643356261</c:v>
                </c:pt>
                <c:pt idx="1977">
                  <c:v>0.00569234367818</c:v>
                </c:pt>
                <c:pt idx="1978">
                  <c:v>0.0056783064288</c:v>
                </c:pt>
                <c:pt idx="1979">
                  <c:v>0.00566432155409</c:v>
                </c:pt>
                <c:pt idx="1980">
                  <c:v>0.0056503887949</c:v>
                </c:pt>
                <c:pt idx="1981">
                  <c:v>0.00563650789326</c:v>
                </c:pt>
                <c:pt idx="1982">
                  <c:v>0.00562267859241</c:v>
                </c:pt>
                <c:pt idx="1983">
                  <c:v>0.0056089006368</c:v>
                </c:pt>
                <c:pt idx="1984">
                  <c:v>0.00559517377208</c:v>
                </c:pt>
                <c:pt idx="1985">
                  <c:v>0.00558149774511</c:v>
                </c:pt>
                <c:pt idx="1986">
                  <c:v>0.00556787230397</c:v>
                </c:pt>
                <c:pt idx="1987">
                  <c:v>0.00555429719793</c:v>
                </c:pt>
                <c:pt idx="1988">
                  <c:v>0.00554077217747</c:v>
                </c:pt>
                <c:pt idx="1989">
                  <c:v>0.0055272969943</c:v>
                </c:pt>
                <c:pt idx="1990">
                  <c:v>0.00551387140133</c:v>
                </c:pt>
                <c:pt idx="1991">
                  <c:v>0.00550049515269</c:v>
                </c:pt>
                <c:pt idx="1992">
                  <c:v>0.00548716800374</c:v>
                </c:pt>
                <c:pt idx="1993">
                  <c:v>0.00547388971103</c:v>
                </c:pt>
                <c:pt idx="1994">
                  <c:v>0.00546066003236</c:v>
                </c:pt>
                <c:pt idx="1995">
                  <c:v>0.00544747872675</c:v>
                </c:pt>
                <c:pt idx="1996">
                  <c:v>0.00543434555445</c:v>
                </c:pt>
                <c:pt idx="1997">
                  <c:v>0.00542126027692</c:v>
                </c:pt>
                <c:pt idx="1998">
                  <c:v>0.00540822265688</c:v>
                </c:pt>
                <c:pt idx="1999">
                  <c:v>0.00539523245827</c:v>
                </c:pt>
                <c:pt idx="2000">
                  <c:v>0.00538228944627</c:v>
                </c:pt>
              </c:numCache>
            </c:numRef>
          </c:yVal>
        </c:ser>
        <c:ser>
          <c:idx val="1"/>
          <c:order val="1"/>
          <c:tx>
            <c:v>spin</c:v>
          </c:tx>
          <c:spPr>
            <a:ln xmlns:a="http://schemas.openxmlformats.org/drawingml/2006/main" w="15240">
              <a:solidFill>
                <a:srgbClr val="234F91"/>
              </a:solidFill>
              <a:prstDash val="dash"/>
            </a:ln>
          </c:spPr>
          <c:marker>
            <c:symbol val="none"/>
            <c:size val="5"/>
            <c:spPr>
              <a:solidFill xmlns:a="http://schemas.openxmlformats.org/drawingml/2006/main">
                <a:srgbClr val="234F91"/>
              </a:solidFill>
            </c:spPr>
          </c:marker>
          <c:xVal>
            <c:numRef>
              <c:f>'Chart Data'!$C$2:$C$2002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Data'!$D$2:$D$2002</c:f>
              <c:numCache>
                <c:formatCode>0.0</c:formatCode>
                <c:ptCount val="2001"/>
                <c:pt idx="0">
                  <c:v>0.05614112895</c:v>
                </c:pt>
                <c:pt idx="1">
                  <c:v>0.0564512829441</c:v>
                </c:pt>
                <c:pt idx="2">
                  <c:v>0.0567639862495</c:v>
                </c:pt>
                <c:pt idx="3">
                  <c:v>0.0570792662064</c:v>
                </c:pt>
                <c:pt idx="4">
                  <c:v>0.0573971505075</c:v>
                </c:pt>
                <c:pt idx="5">
                  <c:v>0.057717667203</c:v>
                </c:pt>
                <c:pt idx="6">
                  <c:v>0.0580408447063</c:v>
                </c:pt>
                <c:pt idx="7">
                  <c:v>0.058366711799</c:v>
                </c:pt>
                <c:pt idx="8">
                  <c:v>0.0586952976362</c:v>
                </c:pt>
                <c:pt idx="9">
                  <c:v>0.0590266317519</c:v>
                </c:pt>
                <c:pt idx="10">
                  <c:v>0.0593607440647</c:v>
                </c:pt>
                <c:pt idx="11">
                  <c:v>0.059697664883</c:v>
                </c:pt>
                <c:pt idx="12">
                  <c:v>0.0600374249113</c:v>
                </c:pt>
                <c:pt idx="13">
                  <c:v>0.0603800552553</c:v>
                </c:pt>
                <c:pt idx="14">
                  <c:v>0.0607255874281</c:v>
                </c:pt>
                <c:pt idx="15">
                  <c:v>0.061074053356</c:v>
                </c:pt>
                <c:pt idx="16">
                  <c:v>0.0614254853846</c:v>
                </c:pt>
                <c:pt idx="17">
                  <c:v>0.0617799162849</c:v>
                </c:pt>
                <c:pt idx="18">
                  <c:v>0.0621373792593</c:v>
                </c:pt>
                <c:pt idx="19">
                  <c:v>0.0624979079479</c:v>
                </c:pt>
                <c:pt idx="20">
                  <c:v>0.0628615364353</c:v>
                </c:pt>
                <c:pt idx="21">
                  <c:v>0.0632282992564</c:v>
                </c:pt>
                <c:pt idx="22">
                  <c:v>0.0635982314034</c:v>
                </c:pt>
                <c:pt idx="23">
                  <c:v>0.0639713683323</c:v>
                </c:pt>
                <c:pt idx="24">
                  <c:v>0.0643477459696</c:v>
                </c:pt>
                <c:pt idx="25">
                  <c:v>0.0647274007191</c:v>
                </c:pt>
                <c:pt idx="26">
                  <c:v>0.0651103694692</c:v>
                </c:pt>
                <c:pt idx="27">
                  <c:v>0.0654966895991</c:v>
                </c:pt>
                <c:pt idx="28">
                  <c:v>0.0658863989869</c:v>
                </c:pt>
                <c:pt idx="29">
                  <c:v>0.0662795360161</c:v>
                </c:pt>
                <c:pt idx="30">
                  <c:v>0.0666761395832</c:v>
                </c:pt>
                <c:pt idx="31">
                  <c:v>0.067076249105</c:v>
                </c:pt>
                <c:pt idx="32">
                  <c:v>0.0674799045265</c:v>
                </c:pt>
                <c:pt idx="33">
                  <c:v>0.0678871463277</c:v>
                </c:pt>
                <c:pt idx="34">
                  <c:v>0.0682980155322</c:v>
                </c:pt>
                <c:pt idx="35">
                  <c:v>0.0687125537145</c:v>
                </c:pt>
                <c:pt idx="36">
                  <c:v>0.069130803008</c:v>
                </c:pt>
                <c:pt idx="37">
                  <c:v>0.0695528061133</c:v>
                </c:pt>
                <c:pt idx="38">
                  <c:v>0.0699786063057</c:v>
                </c:pt>
                <c:pt idx="39">
                  <c:v>0.0704082474441</c:v>
                </c:pt>
                <c:pt idx="40">
                  <c:v>0.070841773979</c:v>
                </c:pt>
                <c:pt idx="41">
                  <c:v>0.0712792309611</c:v>
                </c:pt>
                <c:pt idx="42">
                  <c:v>0.0717206640495</c:v>
                </c:pt>
                <c:pt idx="43">
                  <c:v>0.0721661195206</c:v>
                </c:pt>
                <c:pt idx="44">
                  <c:v>0.0726156442771</c:v>
                </c:pt>
                <c:pt idx="45">
                  <c:v>0.0730692858561</c:v>
                </c:pt>
                <c:pt idx="46">
                  <c:v>0.073527092439</c:v>
                </c:pt>
                <c:pt idx="47">
                  <c:v>0.0739891128597</c:v>
                </c:pt>
                <c:pt idx="48">
                  <c:v>0.0744553966143</c:v>
                </c:pt>
                <c:pt idx="49">
                  <c:v>0.0749259938701</c:v>
                </c:pt>
                <c:pt idx="50">
                  <c:v>0.0754009554752</c:v>
                </c:pt>
                <c:pt idx="51">
                  <c:v>0.0758803329676</c:v>
                </c:pt>
                <c:pt idx="52">
                  <c:v>0.0763641785851</c:v>
                </c:pt>
                <c:pt idx="53">
                  <c:v>0.0768525452748</c:v>
                </c:pt>
                <c:pt idx="54">
                  <c:v>0.0773454867029</c:v>
                </c:pt>
                <c:pt idx="55">
                  <c:v>0.0778430572645</c:v>
                </c:pt>
                <c:pt idx="56">
                  <c:v>0.0783453120935</c:v>
                </c:pt>
                <c:pt idx="57">
                  <c:v>0.078852307073</c:v>
                </c:pt>
                <c:pt idx="58">
                  <c:v>0.0793640988447</c:v>
                </c:pt>
                <c:pt idx="59">
                  <c:v>0.07988074482</c:v>
                </c:pt>
                <c:pt idx="60">
                  <c:v>0.0804023031896</c:v>
                </c:pt>
                <c:pt idx="61">
                  <c:v>0.0809288329342</c:v>
                </c:pt>
                <c:pt idx="62">
                  <c:v>0.0814603938348</c:v>
                </c:pt>
                <c:pt idx="63">
                  <c:v>0.0819970464837</c:v>
                </c:pt>
                <c:pt idx="64">
                  <c:v>0.0825388522943</c:v>
                </c:pt>
                <c:pt idx="65">
                  <c:v>0.0830858735127</c:v>
                </c:pt>
                <c:pt idx="66">
                  <c:v>0.0836381732276</c:v>
                </c:pt>
                <c:pt idx="67">
                  <c:v>0.0841958153819</c:v>
                </c:pt>
                <c:pt idx="68">
                  <c:v>0.0847588647829</c:v>
                </c:pt>
                <c:pt idx="69">
                  <c:v>0.0853273871137</c:v>
                </c:pt>
                <c:pt idx="70">
                  <c:v>0.0859014489441</c:v>
                </c:pt>
                <c:pt idx="71">
                  <c:v>0.0864811177413</c:v>
                </c:pt>
                <c:pt idx="72">
                  <c:v>0.0870664618812</c:v>
                </c:pt>
                <c:pt idx="73">
                  <c:v>0.0876575506597</c:v>
                </c:pt>
                <c:pt idx="74">
                  <c:v>0.0882544543034</c:v>
                </c:pt>
                <c:pt idx="75">
                  <c:v>0.0888572439809</c:v>
                </c:pt>
                <c:pt idx="76">
                  <c:v>0.0894659918141</c:v>
                </c:pt>
                <c:pt idx="77">
                  <c:v>0.090080770889</c:v>
                </c:pt>
                <c:pt idx="78">
                  <c:v>0.0907016552672</c:v>
                </c:pt>
                <c:pt idx="79">
                  <c:v>0.0913287199966</c:v>
                </c:pt>
                <c:pt idx="80">
                  <c:v>0.091962041123</c:v>
                </c:pt>
                <c:pt idx="81">
                  <c:v>0.0926016957007</c:v>
                </c:pt>
                <c:pt idx="82">
                  <c:v>0.0932477618037</c:v>
                </c:pt>
                <c:pt idx="83">
                  <c:v>0.0939003185367</c:v>
                </c:pt>
                <c:pt idx="84">
                  <c:v>0.094559446046</c:v>
                </c:pt>
                <c:pt idx="85">
                  <c:v>0.0952252255299</c:v>
                </c:pt>
                <c:pt idx="86">
                  <c:v>0.0958977392499</c:v>
                </c:pt>
                <c:pt idx="87">
                  <c:v>0.0965770705413</c:v>
                </c:pt>
                <c:pt idx="88">
                  <c:v>0.0972633038231</c:v>
                </c:pt>
                <c:pt idx="89">
                  <c:v>0.0979565246088</c:v>
                </c:pt>
                <c:pt idx="90">
                  <c:v>0.0986568195167</c:v>
                </c:pt>
                <c:pt idx="91">
                  <c:v>0.0993642762792</c:v>
                </c:pt>
                <c:pt idx="92">
                  <c:v>0.100078983753</c:v>
                </c:pt>
                <c:pt idx="93">
                  <c:v>0.10080103193</c:v>
                </c:pt>
                <c:pt idx="94">
                  <c:v>0.101530511944</c:v>
                </c:pt>
                <c:pt idx="95">
                  <c:v>0.10226751608</c:v>
                </c:pt>
                <c:pt idx="96">
                  <c:v>0.103012137788</c:v>
                </c:pt>
                <c:pt idx="97">
                  <c:v>0.103764471683</c:v>
                </c:pt>
                <c:pt idx="98">
                  <c:v>0.104524613563</c:v>
                </c:pt>
                <c:pt idx="99">
                  <c:v>0.105292660407</c:v>
                </c:pt>
                <c:pt idx="100">
                  <c:v>0.106068710389</c:v>
                </c:pt>
                <c:pt idx="101">
                  <c:v>0.106852862885</c:v>
                </c:pt>
                <c:pt idx="102">
                  <c:v>0.107645218476</c:v>
                </c:pt>
                <c:pt idx="103">
                  <c:v>0.108445878956</c:v>
                </c:pt>
                <c:pt idx="104">
                  <c:v>0.109254947338</c:v>
                </c:pt>
                <c:pt idx="105">
                  <c:v>0.110072527859</c:v>
                </c:pt>
                <c:pt idx="106">
                  <c:v>0.110898725985</c:v>
                </c:pt>
                <c:pt idx="107">
                  <c:v>0.111733648413</c:v>
                </c:pt>
                <c:pt idx="108">
                  <c:v>0.112577403077</c:v>
                </c:pt>
                <c:pt idx="109">
                  <c:v>0.113430099148</c:v>
                </c:pt>
                <c:pt idx="110">
                  <c:v>0.114291847038</c:v>
                </c:pt>
                <c:pt idx="111">
                  <c:v>0.1151627584</c:v>
                </c:pt>
                <c:pt idx="112">
                  <c:v>0.11604294613</c:v>
                </c:pt>
                <c:pt idx="113">
                  <c:v>0.116932524362</c:v>
                </c:pt>
                <c:pt idx="114">
                  <c:v>0.117831608472</c:v>
                </c:pt>
                <c:pt idx="115">
                  <c:v>0.118740315074</c:v>
                </c:pt>
                <c:pt idx="116">
                  <c:v>0.119658762013</c:v>
                </c:pt>
                <c:pt idx="117">
                  <c:v>0.120587068365</c:v>
                </c:pt>
                <c:pt idx="118">
                  <c:v>0.121525354431</c:v>
                </c:pt>
                <c:pt idx="119">
                  <c:v>0.122473741725</c:v>
                </c:pt>
                <c:pt idx="120">
                  <c:v>0.123432352974</c:v>
                </c:pt>
                <c:pt idx="121">
                  <c:v>0.124401312101</c:v>
                </c:pt>
                <c:pt idx="122">
                  <c:v>0.12538074422</c:v>
                </c:pt>
                <c:pt idx="123">
                  <c:v>0.12637077562</c:v>
                </c:pt>
                <c:pt idx="124">
                  <c:v>0.127371533754</c:v>
                </c:pt>
                <c:pt idx="125">
                  <c:v>0.128383147222</c:v>
                </c:pt>
                <c:pt idx="126">
                  <c:v>0.129405745753</c:v>
                </c:pt>
                <c:pt idx="127">
                  <c:v>0.13043946019</c:v>
                </c:pt>
                <c:pt idx="128">
                  <c:v>0.131484422466</c:v>
                </c:pt>
                <c:pt idx="129">
                  <c:v>0.132540765582</c:v>
                </c:pt>
                <c:pt idx="130">
                  <c:v>0.133608623586</c:v>
                </c:pt>
                <c:pt idx="131">
                  <c:v>0.13468813154</c:v>
                </c:pt>
                <c:pt idx="132">
                  <c:v>0.135779425499</c:v>
                </c:pt>
                <c:pt idx="133">
                  <c:v>0.136882642475</c:v>
                </c:pt>
                <c:pt idx="134">
                  <c:v>0.137997920402</c:v>
                </c:pt>
                <c:pt idx="135">
                  <c:v>0.139125398109</c:v>
                </c:pt>
                <c:pt idx="136">
                  <c:v>0.14026521527</c:v>
                </c:pt>
                <c:pt idx="137">
                  <c:v>0.141417512373</c:v>
                </c:pt>
                <c:pt idx="138">
                  <c:v>0.142582430672</c:v>
                </c:pt>
                <c:pt idx="139">
                  <c:v>0.14376011214</c:v>
                </c:pt>
                <c:pt idx="140">
                  <c:v>0.14495069942</c:v>
                </c:pt>
                <c:pt idx="141">
                  <c:v>0.146154335773</c:v>
                </c:pt>
                <c:pt idx="142">
                  <c:v>0.147371165024</c:v>
                </c:pt>
                <c:pt idx="143">
                  <c:v>0.148601331499</c:v>
                </c:pt>
                <c:pt idx="144">
                  <c:v>0.149844979967</c:v>
                </c:pt>
                <c:pt idx="145">
                  <c:v>0.151102255569</c:v>
                </c:pt>
                <c:pt idx="146">
                  <c:v>0.152373303754</c:v>
                </c:pt>
                <c:pt idx="147">
                  <c:v>0.153658270202</c:v>
                </c:pt>
                <c:pt idx="148">
                  <c:v>0.154957300748</c:v>
                </c:pt>
                <c:pt idx="149">
                  <c:v>0.156270541302</c:v>
                </c:pt>
                <c:pt idx="150">
                  <c:v>0.157598137761</c:v>
                </c:pt>
                <c:pt idx="151">
                  <c:v>0.158940235922</c:v>
                </c:pt>
                <c:pt idx="152">
                  <c:v>0.160296981389</c:v>
                </c:pt>
                <c:pt idx="153">
                  <c:v>0.161668519473</c:v>
                </c:pt>
                <c:pt idx="154">
                  <c:v>0.16305499509</c:v>
                </c:pt>
                <c:pt idx="155">
                  <c:v>0.164456552654</c:v>
                </c:pt>
                <c:pt idx="156">
                  <c:v>0.165873335965</c:v>
                </c:pt>
                <c:pt idx="157">
                  <c:v>0.167305488092</c:v>
                </c:pt>
                <c:pt idx="158">
                  <c:v>0.168753151254</c:v>
                </c:pt>
                <c:pt idx="159">
                  <c:v>0.170216466687</c:v>
                </c:pt>
                <c:pt idx="160">
                  <c:v>0.171695574519</c:v>
                </c:pt>
                <c:pt idx="161">
                  <c:v>0.17319061363</c:v>
                </c:pt>
                <c:pt idx="162">
                  <c:v>0.174701721508</c:v>
                </c:pt>
                <c:pt idx="163">
                  <c:v>0.176229034106</c:v>
                </c:pt>
                <c:pt idx="164">
                  <c:v>0.177772685684</c:v>
                </c:pt>
                <c:pt idx="165">
                  <c:v>0.179332808656</c:v>
                </c:pt>
                <c:pt idx="166">
                  <c:v>0.180909533419</c:v>
                </c:pt>
                <c:pt idx="167">
                  <c:v>0.182502988194</c:v>
                </c:pt>
                <c:pt idx="168">
                  <c:v>0.18411329884</c:v>
                </c:pt>
                <c:pt idx="169">
                  <c:v>0.185740588681</c:v>
                </c:pt>
                <c:pt idx="170">
                  <c:v>0.187384978319</c:v>
                </c:pt>
                <c:pt idx="171">
                  <c:v>0.189046585441</c:v>
                </c:pt>
                <c:pt idx="172">
                  <c:v>0.190725524622</c:v>
                </c:pt>
                <c:pt idx="173">
                  <c:v>0.192421907125</c:v>
                </c:pt>
                <c:pt idx="174">
                  <c:v>0.194135840692</c:v>
                </c:pt>
                <c:pt idx="175">
                  <c:v>0.195867429332</c:v>
                </c:pt>
                <c:pt idx="176">
                  <c:v>0.197616773102</c:v>
                </c:pt>
                <c:pt idx="177">
                  <c:v>0.199383967884</c:v>
                </c:pt>
                <c:pt idx="178">
                  <c:v>0.20116910516</c:v>
                </c:pt>
                <c:pt idx="179">
                  <c:v>0.202972271775</c:v>
                </c:pt>
                <c:pt idx="180">
                  <c:v>0.204793549703</c:v>
                </c:pt>
                <c:pt idx="181">
                  <c:v>0.206633015807</c:v>
                </c:pt>
                <c:pt idx="182">
                  <c:v>0.208490741588</c:v>
                </c:pt>
                <c:pt idx="183">
                  <c:v>0.21036679294</c:v>
                </c:pt>
                <c:pt idx="184">
                  <c:v>0.212261229898</c:v>
                </c:pt>
                <c:pt idx="185">
                  <c:v>0.214174106378</c:v>
                </c:pt>
                <c:pt idx="186">
                  <c:v>0.216105469919</c:v>
                </c:pt>
                <c:pt idx="187">
                  <c:v>0.218055361424</c:v>
                </c:pt>
                <c:pt idx="188">
                  <c:v>0.220023814894</c:v>
                </c:pt>
                <c:pt idx="189">
                  <c:v>0.222010857162</c:v>
                </c:pt>
                <c:pt idx="190">
                  <c:v>0.224016507626</c:v>
                </c:pt>
                <c:pt idx="191">
                  <c:v>0.226040777983</c:v>
                </c:pt>
                <c:pt idx="192">
                  <c:v>0.228083671958</c:v>
                </c:pt>
                <c:pt idx="193">
                  <c:v>0.230145185035</c:v>
                </c:pt>
                <c:pt idx="194">
                  <c:v>0.232225304196</c:v>
                </c:pt>
                <c:pt idx="195">
                  <c:v>0.234324007645</c:v>
                </c:pt>
                <c:pt idx="196">
                  <c:v>0.236441264549</c:v>
                </c:pt>
                <c:pt idx="197">
                  <c:v>0.238577034775</c:v>
                </c:pt>
                <c:pt idx="198">
                  <c:v>0.240731268628</c:v>
                </c:pt>
                <c:pt idx="199">
                  <c:v>0.242903906598</c:v>
                </c:pt>
                <c:pt idx="200">
                  <c:v>0.245094879108</c:v>
                </c:pt>
                <c:pt idx="201">
                  <c:v>0.247304106262</c:v>
                </c:pt>
                <c:pt idx="202">
                  <c:v>0.24953149761</c:v>
                </c:pt>
                <c:pt idx="203">
                  <c:v>0.251776951913</c:v>
                </c:pt>
                <c:pt idx="204">
                  <c:v>0.254040356908</c:v>
                </c:pt>
                <c:pt idx="205">
                  <c:v>0.256321589094</c:v>
                </c:pt>
                <c:pt idx="206">
                  <c:v>0.258620513521</c:v>
                </c:pt>
                <c:pt idx="207">
                  <c:v>0.260936983578</c:v>
                </c:pt>
                <c:pt idx="208">
                  <c:v>0.263270840812</c:v>
                </c:pt>
                <c:pt idx="209">
                  <c:v>0.265621914736</c:v>
                </c:pt>
                <c:pt idx="210">
                  <c:v>0.26799002266</c:v>
                </c:pt>
                <c:pt idx="211">
                  <c:v>0.270374969536</c:v>
                </c:pt>
                <c:pt idx="212">
                  <c:v>0.272776547802</c:v>
                </c:pt>
                <c:pt idx="213">
                  <c:v>0.275194537257</c:v>
                </c:pt>
                <c:pt idx="214">
                  <c:v>0.277628704935</c:v>
                </c:pt>
                <c:pt idx="215">
                  <c:v>0.280078805003</c:v>
                </c:pt>
                <c:pt idx="216">
                  <c:v>0.282544578668</c:v>
                </c:pt>
                <c:pt idx="217">
                  <c:v>0.2850257541</c:v>
                </c:pt>
                <c:pt idx="218">
                  <c:v>0.287522046381</c:v>
                </c:pt>
                <c:pt idx="219">
                  <c:v>0.290033157454</c:v>
                </c:pt>
                <c:pt idx="220">
                  <c:v>0.2925587761</c:v>
                </c:pt>
                <c:pt idx="221">
                  <c:v>0.295098577935</c:v>
                </c:pt>
                <c:pt idx="222">
                  <c:v>0.297652225412</c:v>
                </c:pt>
                <c:pt idx="223">
                  <c:v>0.300219367856</c:v>
                </c:pt>
                <c:pt idx="224">
                  <c:v>0.302799641507</c:v>
                </c:pt>
                <c:pt idx="225">
                  <c:v>0.305392669585</c:v>
                </c:pt>
                <c:pt idx="226">
                  <c:v>0.307998062376</c:v>
                </c:pt>
                <c:pt idx="227">
                  <c:v>0.310615417333</c:v>
                </c:pt>
                <c:pt idx="228">
                  <c:v>0.313244319198</c:v>
                </c:pt>
                <c:pt idx="229">
                  <c:v>0.315884340148</c:v>
                </c:pt>
                <c:pt idx="230">
                  <c:v>0.318535039947</c:v>
                </c:pt>
                <c:pt idx="231">
                  <c:v>0.321195966132</c:v>
                </c:pt>
                <c:pt idx="232">
                  <c:v>0.323866654208</c:v>
                </c:pt>
                <c:pt idx="233">
                  <c:v>0.326546627867</c:v>
                </c:pt>
                <c:pt idx="234">
                  <c:v>0.329235399221</c:v>
                </c:pt>
                <c:pt idx="235">
                  <c:v>0.331932469057</c:v>
                </c:pt>
                <c:pt idx="236">
                  <c:v>0.33463732711</c:v>
                </c:pt>
                <c:pt idx="237">
                  <c:v>0.337349452347</c:v>
                </c:pt>
                <c:pt idx="238">
                  <c:v>0.34006831328</c:v>
                </c:pt>
                <c:pt idx="239">
                  <c:v>0.342793368284</c:v>
                </c:pt>
                <c:pt idx="240">
                  <c:v>0.345524065938</c:v>
                </c:pt>
                <c:pt idx="241">
                  <c:v>0.348259845378</c:v>
                </c:pt>
                <c:pt idx="242">
                  <c:v>0.351000136669</c:v>
                </c:pt>
                <c:pt idx="243">
                  <c:v>0.353744361186</c:v>
                </c:pt>
                <c:pt idx="244">
                  <c:v>0.356491932016</c:v>
                </c:pt>
                <c:pt idx="245">
                  <c:v>0.359242254363</c:v>
                </c:pt>
                <c:pt idx="246">
                  <c:v>0.361994725974</c:v>
                </c:pt>
                <c:pt idx="247">
                  <c:v>0.364748737575</c:v>
                </c:pt>
                <c:pt idx="248">
                  <c:v>0.367503673313</c:v>
                </c:pt>
                <c:pt idx="249">
                  <c:v>0.370258911212</c:v>
                </c:pt>
                <c:pt idx="250">
                  <c:v>0.373013823639</c:v>
                </c:pt>
                <c:pt idx="251">
                  <c:v>0.375767777771</c:v>
                </c:pt>
                <c:pt idx="252">
                  <c:v>0.378520136079</c:v>
                </c:pt>
                <c:pt idx="253">
                  <c:v>0.381270256814</c:v>
                </c:pt>
                <c:pt idx="254">
                  <c:v>0.384017494493</c:v>
                </c:pt>
                <c:pt idx="255">
                  <c:v>0.386761200398</c:v>
                </c:pt>
                <c:pt idx="256">
                  <c:v>0.389500723077</c:v>
                </c:pt>
                <c:pt idx="257">
                  <c:v>0.392235408837</c:v>
                </c:pt>
                <c:pt idx="258">
                  <c:v>0.394964602258</c:v>
                </c:pt>
                <c:pt idx="259">
                  <c:v>0.397687646686</c:v>
                </c:pt>
                <c:pt idx="260">
                  <c:v>0.400403884742</c:v>
                </c:pt>
                <c:pt idx="261">
                  <c:v>0.403112658818</c:v>
                </c:pt>
                <c:pt idx="262">
                  <c:v>0.405813311583</c:v>
                </c:pt>
                <c:pt idx="263">
                  <c:v>0.408505186469</c:v>
                </c:pt>
                <c:pt idx="264">
                  <c:v>0.411187628167</c:v>
                </c:pt>
                <c:pt idx="265">
                  <c:v>0.413859983111</c:v>
                </c:pt>
                <c:pt idx="266">
                  <c:v>0.416521599954</c:v>
                </c:pt>
                <c:pt idx="267">
                  <c:v>0.41917183004</c:v>
                </c:pt>
                <c:pt idx="268">
                  <c:v>0.421810027867</c:v>
                </c:pt>
                <c:pt idx="269">
                  <c:v>0.424435551539</c:v>
                </c:pt>
                <c:pt idx="270">
                  <c:v>0.427047763209</c:v>
                </c:pt>
                <c:pt idx="271">
                  <c:v>0.429646029508</c:v>
                </c:pt>
                <c:pt idx="272">
                  <c:v>0.432229721967</c:v>
                </c:pt>
                <c:pt idx="273">
                  <c:v>0.434798217422</c:v>
                </c:pt>
                <c:pt idx="274">
                  <c:v>0.437350898409</c:v>
                </c:pt>
                <c:pt idx="275">
                  <c:v>0.439887153538</c:v>
                </c:pt>
                <c:pt idx="276">
                  <c:v>0.442406377861</c:v>
                </c:pt>
                <c:pt idx="277">
                  <c:v>0.444907973216</c:v>
                </c:pt>
                <c:pt idx="278">
                  <c:v>0.447391348561</c:v>
                </c:pt>
                <c:pt idx="279">
                  <c:v>0.44985592029</c:v>
                </c:pt>
                <c:pt idx="280">
                  <c:v>0.452301112523</c:v>
                </c:pt>
                <c:pt idx="281">
                  <c:v>0.454726357396</c:v>
                </c:pt>
                <c:pt idx="282">
                  <c:v>0.457131095312</c:v>
                </c:pt>
                <c:pt idx="283">
                  <c:v>0.459514775194</c:v>
                </c:pt>
                <c:pt idx="284">
                  <c:v>0.4618768547</c:v>
                </c:pt>
                <c:pt idx="285">
                  <c:v>0.464216800436</c:v>
                </c:pt>
                <c:pt idx="286">
                  <c:v>0.466534088137</c:v>
                </c:pt>
                <c:pt idx="287">
                  <c:v>0.468828202839</c:v>
                </c:pt>
                <c:pt idx="288">
                  <c:v>0.471098639024</c:v>
                </c:pt>
                <c:pt idx="289">
                  <c:v>0.473344900752</c:v>
                </c:pt>
                <c:pt idx="290">
                  <c:v>0.475566501771</c:v>
                </c:pt>
                <c:pt idx="291">
                  <c:v>0.477762965608</c:v>
                </c:pt>
                <c:pt idx="292">
                  <c:v>0.479933825643</c:v>
                </c:pt>
                <c:pt idx="293">
                  <c:v>0.482078625168</c:v>
                </c:pt>
                <c:pt idx="294">
                  <c:v>0.484196917421</c:v>
                </c:pt>
                <c:pt idx="295">
                  <c:v>0.486288265608</c:v>
                </c:pt>
                <c:pt idx="296">
                  <c:v>0.48835224291</c:v>
                </c:pt>
                <c:pt idx="297">
                  <c:v>0.490388432467</c:v>
                </c:pt>
                <c:pt idx="298">
                  <c:v>0.492396427353</c:v>
                </c:pt>
                <c:pt idx="299">
                  <c:v>0.494375830532</c:v>
                </c:pt>
                <c:pt idx="300">
                  <c:v>0.496326254803</c:v>
                </c:pt>
                <c:pt idx="301">
                  <c:v>0.498247322726</c:v>
                </c:pt>
                <c:pt idx="302">
                  <c:v>0.500138666543</c:v>
                </c:pt>
                <c:pt idx="303">
                  <c:v>0.50199992808</c:v>
                </c:pt>
                <c:pt idx="304">
                  <c:v>0.503830758638</c:v>
                </c:pt>
                <c:pt idx="305">
                  <c:v>0.505630818881</c:v>
                </c:pt>
                <c:pt idx="306">
                  <c:v>0.507399778704</c:v>
                </c:pt>
                <c:pt idx="307">
                  <c:v>0.509137317101</c:v>
                </c:pt>
                <c:pt idx="308">
                  <c:v>0.510843122018</c:v>
                </c:pt>
                <c:pt idx="309">
                  <c:v>0.512516890203</c:v>
                </c:pt>
                <c:pt idx="310">
                  <c:v>0.51415832705</c:v>
                </c:pt>
                <c:pt idx="311">
                  <c:v>0.515767146436</c:v>
                </c:pt>
                <c:pt idx="312">
                  <c:v>0.517343070554</c:v>
                </c:pt>
                <c:pt idx="313">
                  <c:v>0.518885829741</c:v>
                </c:pt>
                <c:pt idx="314">
                  <c:v>0.520395162306</c:v>
                </c:pt>
                <c:pt idx="315">
                  <c:v>0.521870814356</c:v>
                </c:pt>
                <c:pt idx="316">
                  <c:v>0.523312539619</c:v>
                </c:pt>
                <c:pt idx="317">
                  <c:v>0.524720099263</c:v>
                </c:pt>
                <c:pt idx="318">
                  <c:v>0.526093261728</c:v>
                </c:pt>
                <c:pt idx="319">
                  <c:v>0.527431802547</c:v>
                </c:pt>
                <c:pt idx="320">
                  <c:v>0.528735504171</c:v>
                </c:pt>
                <c:pt idx="321">
                  <c:v>0.530004155805</c:v>
                </c:pt>
                <c:pt idx="322">
                  <c:v>0.531237553239</c:v>
                </c:pt>
                <c:pt idx="323">
                  <c:v>0.532435498687</c:v>
                </c:pt>
                <c:pt idx="324">
                  <c:v>0.533597800628</c:v>
                </c:pt>
                <c:pt idx="325">
                  <c:v>0.534724273657</c:v>
                </c:pt>
                <c:pt idx="326">
                  <c:v>0.535814738343</c:v>
                </c:pt>
                <c:pt idx="327">
                  <c:v>0.536869021083</c:v>
                </c:pt>
                <c:pt idx="328">
                  <c:v>0.537886953978</c:v>
                </c:pt>
                <c:pt idx="329">
                  <c:v>0.538868374705</c:v>
                </c:pt>
                <c:pt idx="330">
                  <c:v>0.539813126408</c:v>
                </c:pt>
                <c:pt idx="331">
                  <c:v>0.540721057586</c:v>
                </c:pt>
                <c:pt idx="332">
                  <c:v>0.541592021999</c:v>
                </c:pt>
                <c:pt idx="333">
                  <c:v>0.542425878581</c:v>
                </c:pt>
                <c:pt idx="334">
                  <c:v>0.543222491362</c:v>
                </c:pt>
                <c:pt idx="335">
                  <c:v>0.5439817294</c:v>
                </c:pt>
                <c:pt idx="336">
                  <c:v>0.544703466728</c:v>
                </c:pt>
                <c:pt idx="337">
                  <c:v>0.545387582303</c:v>
                </c:pt>
                <c:pt idx="338">
                  <c:v>0.546033959978</c:v>
                </c:pt>
                <c:pt idx="339">
                  <c:v>0.546642488471</c:v>
                </c:pt>
                <c:pt idx="340">
                  <c:v>0.54721306136</c:v>
                </c:pt>
                <c:pt idx="341">
                  <c:v>0.547745577078</c:v>
                </c:pt>
                <c:pt idx="342">
                  <c:v>0.548239938925</c:v>
                </c:pt>
                <c:pt idx="343">
                  <c:v>0.548696055092</c:v>
                </c:pt>
                <c:pt idx="344">
                  <c:v>0.549113838695</c:v>
                </c:pt>
                <c:pt idx="345">
                  <c:v>0.549493207818</c:v>
                </c:pt>
                <c:pt idx="346">
                  <c:v>0.549834085577</c:v>
                </c:pt>
                <c:pt idx="347">
                  <c:v>0.550136400182</c:v>
                </c:pt>
                <c:pt idx="348">
                  <c:v>0.550400085023</c:v>
                </c:pt>
                <c:pt idx="349">
                  <c:v>0.55062507876</c:v>
                </c:pt>
                <c:pt idx="350">
                  <c:v>0.550811325423</c:v>
                </c:pt>
                <c:pt idx="351">
                  <c:v>0.550958774532</c:v>
                </c:pt>
                <c:pt idx="352">
                  <c:v>0.551067381214</c:v>
                </c:pt>
                <c:pt idx="353">
                  <c:v>0.551137106345</c:v>
                </c:pt>
                <c:pt idx="354">
                  <c:v>0.551167916689</c:v>
                </c:pt>
                <c:pt idx="355">
                  <c:v>0.551159785055</c:v>
                </c:pt>
                <c:pt idx="356">
                  <c:v>0.551112690457</c:v>
                </c:pt>
                <c:pt idx="357">
                  <c:v>0.551026618293</c:v>
                </c:pt>
                <c:pt idx="358">
                  <c:v>0.550901560519</c:v>
                </c:pt>
                <c:pt idx="359">
                  <c:v>0.550737515839</c:v>
                </c:pt>
                <c:pt idx="360">
                  <c:v>0.550534489902</c:v>
                </c:pt>
                <c:pt idx="361">
                  <c:v>0.550292495505</c:v>
                </c:pt>
                <c:pt idx="362">
                  <c:v>0.550011552798</c:v>
                </c:pt>
                <c:pt idx="363">
                  <c:v>0.5496916895</c:v>
                </c:pt>
                <c:pt idx="364">
                  <c:v>0.549332941121</c:v>
                </c:pt>
                <c:pt idx="365">
                  <c:v>0.548935351177</c:v>
                </c:pt>
                <c:pt idx="366">
                  <c:v>0.548498971425</c:v>
                </c:pt>
                <c:pt idx="367">
                  <c:v>0.548023862085</c:v>
                </c:pt>
                <c:pt idx="368">
                  <c:v>0.547510092076</c:v>
                </c:pt>
                <c:pt idx="369">
                  <c:v>0.546957739244</c:v>
                </c:pt>
                <c:pt idx="370">
                  <c:v>0.546366890599</c:v>
                </c:pt>
                <c:pt idx="371">
                  <c:v>0.545737642541</c:v>
                </c:pt>
                <c:pt idx="372">
                  <c:v>0.545070101095</c:v>
                </c:pt>
                <c:pt idx="373">
                  <c:v>0.544364382137</c:v>
                </c:pt>
                <c:pt idx="374">
                  <c:v>0.54362061162</c:v>
                </c:pt>
                <c:pt idx="375">
                  <c:v>0.542838925795</c:v>
                </c:pt>
                <c:pt idx="376">
                  <c:v>0.542019471426</c:v>
                </c:pt>
                <c:pt idx="377">
                  <c:v>0.541162406001</c:v>
                </c:pt>
                <c:pt idx="378">
                  <c:v>0.540267897938</c:v>
                </c:pt>
                <c:pt idx="379">
                  <c:v>0.539336126776</c:v>
                </c:pt>
                <c:pt idx="380">
                  <c:v>0.53836728337</c:v>
                </c:pt>
                <c:pt idx="381">
                  <c:v>0.537361570062</c:v>
                </c:pt>
                <c:pt idx="382">
                  <c:v>0.536319200855</c:v>
                </c:pt>
                <c:pt idx="383">
                  <c:v>0.53524040157</c:v>
                </c:pt>
                <c:pt idx="384">
                  <c:v>0.534125409989</c:v>
                </c:pt>
                <c:pt idx="385">
                  <c:v>0.532974475992</c:v>
                </c:pt>
                <c:pt idx="386">
                  <c:v>0.531787861674</c:v>
                </c:pt>
                <c:pt idx="387">
                  <c:v>0.530565841454</c:v>
                </c:pt>
                <c:pt idx="388">
                  <c:v>0.529308702167</c:v>
                </c:pt>
                <c:pt idx="389">
                  <c:v>0.528016743138</c:v>
                </c:pt>
                <c:pt idx="390">
                  <c:v>0.526690276248</c:v>
                </c:pt>
                <c:pt idx="391">
                  <c:v>0.525329625972</c:v>
                </c:pt>
                <c:pt idx="392">
                  <c:v>0.523935129416</c:v>
                </c:pt>
                <c:pt idx="393">
                  <c:v>0.522507136318</c:v>
                </c:pt>
                <c:pt idx="394">
                  <c:v>0.52104600905</c:v>
                </c:pt>
                <c:pt idx="395">
                  <c:v>0.519552122592</c:v>
                </c:pt>
                <c:pt idx="396">
                  <c:v>0.518025864485</c:v>
                </c:pt>
                <c:pt idx="397">
                  <c:v>0.516467634776</c:v>
                </c:pt>
                <c:pt idx="398">
                  <c:v>0.514877845939</c:v>
                </c:pt>
                <c:pt idx="399">
                  <c:v>0.513256922775</c:v>
                </c:pt>
                <c:pt idx="400">
                  <c:v>0.511605302299</c:v>
                </c:pt>
                <c:pt idx="401">
                  <c:v>0.509923433606</c:v>
                </c:pt>
                <c:pt idx="402">
                  <c:v>0.508211777717</c:v>
                </c:pt>
                <c:pt idx="403">
                  <c:v>0.506470807411</c:v>
                </c:pt>
                <c:pt idx="404">
                  <c:v>0.504701007038</c:v>
                </c:pt>
                <c:pt idx="405">
                  <c:v>0.502902872311</c:v>
                </c:pt>
                <c:pt idx="406">
                  <c:v>0.501076910082</c:v>
                </c:pt>
                <c:pt idx="407">
                  <c:v>0.499223638107</c:v>
                </c:pt>
                <c:pt idx="408">
                  <c:v>0.497343584785</c:v>
                </c:pt>
                <c:pt idx="409">
                  <c:v>0.495437288887</c:v>
                </c:pt>
                <c:pt idx="410">
                  <c:v>0.493505299266</c:v>
                </c:pt>
                <c:pt idx="411">
                  <c:v>0.491548174559</c:v>
                </c:pt>
                <c:pt idx="412">
                  <c:v>0.48956648286</c:v>
                </c:pt>
                <c:pt idx="413">
                  <c:v>0.487560801395</c:v>
                </c:pt>
                <c:pt idx="414">
                  <c:v>0.485531716172</c:v>
                </c:pt>
                <c:pt idx="415">
                  <c:v>0.483479821623</c:v>
                </c:pt>
                <c:pt idx="416">
                  <c:v>0.481405720231</c:v>
                </c:pt>
                <c:pt idx="417">
                  <c:v>0.479310022149</c:v>
                </c:pt>
                <c:pt idx="418">
                  <c:v>0.477193344802</c:v>
                </c:pt>
                <c:pt idx="419">
                  <c:v>0.475056312486</c:v>
                </c:pt>
                <c:pt idx="420">
                  <c:v>0.472899555946</c:v>
                </c:pt>
                <c:pt idx="421">
                  <c:v>0.470723711956</c:v>
                </c:pt>
                <c:pt idx="422">
                  <c:v>0.468529422883</c:v>
                </c:pt>
                <c:pt idx="423">
                  <c:v>0.466317336244</c:v>
                </c:pt>
                <c:pt idx="424">
                  <c:v>0.464088104256</c:v>
                </c:pt>
                <c:pt idx="425">
                  <c:v>0.46184238338</c:v>
                </c:pt>
                <c:pt idx="426">
                  <c:v>0.459580833856</c:v>
                </c:pt>
                <c:pt idx="427">
                  <c:v>0.457304119232</c:v>
                </c:pt>
                <c:pt idx="428">
                  <c:v>0.45501290589</c:v>
                </c:pt>
                <c:pt idx="429">
                  <c:v>0.452707862565</c:v>
                </c:pt>
                <c:pt idx="430">
                  <c:v>0.450389659862</c:v>
                </c:pt>
                <c:pt idx="431">
                  <c:v>0.448058969765</c:v>
                </c:pt>
                <c:pt idx="432">
                  <c:v>0.445716465148</c:v>
                </c:pt>
                <c:pt idx="433">
                  <c:v>0.443362819278</c:v>
                </c:pt>
                <c:pt idx="434">
                  <c:v>0.440998705325</c:v>
                </c:pt>
                <c:pt idx="435">
                  <c:v>0.438624795856</c:v>
                </c:pt>
                <c:pt idx="436">
                  <c:v>0.436241762343</c:v>
                </c:pt>
                <c:pt idx="437">
                  <c:v>0.433850274664</c:v>
                </c:pt>
                <c:pt idx="438">
                  <c:v>0.431451000604</c:v>
                </c:pt>
                <c:pt idx="439">
                  <c:v>0.429044605356</c:v>
                </c:pt>
                <c:pt idx="440">
                  <c:v>0.426631751031</c:v>
                </c:pt>
                <c:pt idx="441">
                  <c:v>0.424213096161</c:v>
                </c:pt>
                <c:pt idx="442">
                  <c:v>0.421789295214</c:v>
                </c:pt>
                <c:pt idx="443">
                  <c:v>0.419360998101</c:v>
                </c:pt>
                <c:pt idx="444">
                  <c:v>0.416928849705</c:v>
                </c:pt>
                <c:pt idx="445">
                  <c:v>0.414493489397</c:v>
                </c:pt>
                <c:pt idx="446">
                  <c:v>0.41205555057</c:v>
                </c:pt>
                <c:pt idx="447">
                  <c:v>0.409615660177</c:v>
                </c:pt>
                <c:pt idx="448">
                  <c:v>0.407174438275</c:v>
                </c:pt>
                <c:pt idx="449">
                  <c:v>0.404732497576</c:v>
                </c:pt>
                <c:pt idx="450">
                  <c:v>0.402290443014</c:v>
                </c:pt>
                <c:pt idx="451">
                  <c:v>0.399848871313</c:v>
                </c:pt>
                <c:pt idx="452">
                  <c:v>0.397408370576</c:v>
                </c:pt>
                <c:pt idx="453">
                  <c:v>0.394969519873</c:v>
                </c:pt>
                <c:pt idx="454">
                  <c:v>0.392532888853</c:v>
                </c:pt>
                <c:pt idx="455">
                  <c:v>0.390099037363</c:v>
                </c:pt>
                <c:pt idx="456">
                  <c:v>0.387668515081</c:v>
                </c:pt>
                <c:pt idx="457">
                  <c:v>0.385241861168</c:v>
                </c:pt>
                <c:pt idx="458">
                  <c:v>0.382819603926</c:v>
                </c:pt>
                <c:pt idx="459">
                  <c:v>0.380402260484</c:v>
                </c:pt>
                <c:pt idx="460">
                  <c:v>0.377990336491</c:v>
                </c:pt>
                <c:pt idx="461">
                  <c:v>0.375584325828</c:v>
                </c:pt>
                <c:pt idx="462">
                  <c:v>0.373184710343</c:v>
                </c:pt>
                <c:pt idx="463">
                  <c:v>0.370791959594</c:v>
                </c:pt>
                <c:pt idx="464">
                  <c:v>0.368406530624</c:v>
                </c:pt>
                <c:pt idx="465">
                  <c:v>0.366028867738</c:v>
                </c:pt>
                <c:pt idx="466">
                  <c:v>0.363659402318</c:v>
                </c:pt>
                <c:pt idx="467">
                  <c:v>0.361298552639</c:v>
                </c:pt>
                <c:pt idx="468">
                  <c:v>0.358946723721</c:v>
                </c:pt>
                <c:pt idx="469">
                  <c:v>0.356604307186</c:v>
                </c:pt>
                <c:pt idx="470">
                  <c:v>0.354271681148</c:v>
                </c:pt>
                <c:pt idx="471">
                  <c:v>0.351949210115</c:v>
                </c:pt>
                <c:pt idx="472">
                  <c:v>0.349637244909</c:v>
                </c:pt>
                <c:pt idx="473">
                  <c:v>0.347336122615</c:v>
                </c:pt>
                <c:pt idx="474">
                  <c:v>0.345046166539</c:v>
                </c:pt>
                <c:pt idx="475">
                  <c:v>0.342767686194</c:v>
                </c:pt>
                <c:pt idx="476">
                  <c:v>0.340500977296</c:v>
                </c:pt>
                <c:pt idx="477">
                  <c:v>0.338246321788</c:v>
                </c:pt>
                <c:pt idx="478">
                  <c:v>0.336003987876</c:v>
                </c:pt>
                <c:pt idx="479">
                  <c:v>0.333774230083</c:v>
                </c:pt>
                <c:pt idx="480">
                  <c:v>0.331557289324</c:v>
                </c:pt>
                <c:pt idx="481">
                  <c:v>0.329353392993</c:v>
                </c:pt>
                <c:pt idx="482">
                  <c:v>0.327162755072</c:v>
                </c:pt>
                <c:pt idx="483">
                  <c:v>0.324985576248</c:v>
                </c:pt>
                <c:pt idx="484">
                  <c:v>0.32282204405</c:v>
                </c:pt>
                <c:pt idx="485">
                  <c:v>0.320672333001</c:v>
                </c:pt>
                <c:pt idx="486">
                  <c:v>0.318536604779</c:v>
                </c:pt>
                <c:pt idx="487">
                  <c:v>0.316415008393</c:v>
                </c:pt>
                <c:pt idx="488">
                  <c:v>0.314307680375</c:v>
                </c:pt>
                <c:pt idx="489">
                  <c:v>0.312214744975</c:v>
                </c:pt>
                <c:pt idx="490">
                  <c:v>0.310136314374</c:v>
                </c:pt>
                <c:pt idx="491">
                  <c:v>0.308072488901</c:v>
                </c:pt>
                <c:pt idx="492">
                  <c:v>0.306023357266</c:v>
                </c:pt>
                <c:pt idx="493">
                  <c:v>0.303988996792</c:v>
                </c:pt>
                <c:pt idx="494">
                  <c:v>0.301969473664</c:v>
                </c:pt>
                <c:pt idx="495">
                  <c:v>0.299964843177</c:v>
                </c:pt>
                <c:pt idx="496">
                  <c:v>0.297975149995</c:v>
                </c:pt>
                <c:pt idx="497">
                  <c:v>0.296000428415</c:v>
                </c:pt>
                <c:pt idx="498">
                  <c:v>0.294040702629</c:v>
                </c:pt>
                <c:pt idx="499">
                  <c:v>0.292095987001</c:v>
                </c:pt>
                <c:pt idx="500">
                  <c:v>0.29016628634</c:v>
                </c:pt>
                <c:pt idx="501">
                  <c:v>0.288251596174</c:v>
                </c:pt>
                <c:pt idx="502">
                  <c:v>0.286351903031</c:v>
                </c:pt>
                <c:pt idx="503">
                  <c:v>0.284467184722</c:v>
                </c:pt>
                <c:pt idx="504">
                  <c:v>0.282597410619</c:v>
                </c:pt>
                <c:pt idx="505">
                  <c:v>0.280742541937</c:v>
                </c:pt>
                <c:pt idx="506">
                  <c:v>0.278902532018</c:v>
                </c:pt>
                <c:pt idx="507">
                  <c:v>0.277077326609</c:v>
                </c:pt>
                <c:pt idx="508">
                  <c:v>0.275266864144</c:v>
                </c:pt>
                <c:pt idx="509">
                  <c:v>0.273471076024</c:v>
                </c:pt>
                <c:pt idx="510">
                  <c:v>0.271689886889</c:v>
                </c:pt>
                <c:pt idx="511">
                  <c:v>0.269923214895</c:v>
                </c:pt>
                <c:pt idx="512">
                  <c:v>0.268170971986</c:v>
                </c:pt>
                <c:pt idx="513">
                  <c:v>0.266433064163</c:v>
                </c:pt>
                <c:pt idx="514">
                  <c:v>0.26470939175</c:v>
                </c:pt>
                <c:pt idx="515">
                  <c:v>0.262999849654</c:v>
                </c:pt>
                <c:pt idx="516">
                  <c:v>0.261304327629</c:v>
                </c:pt>
                <c:pt idx="517">
                  <c:v>0.259622710523</c:v>
                </c:pt>
                <c:pt idx="518">
                  <c:v>0.25795487854</c:v>
                </c:pt>
                <c:pt idx="519">
                  <c:v>0.256300707477</c:v>
                </c:pt>
                <c:pt idx="520">
                  <c:v>0.254660068972</c:v>
                </c:pt>
                <c:pt idx="521">
                  <c:v>0.253032830743</c:v>
                </c:pt>
                <c:pt idx="522">
                  <c:v>0.251418856819</c:v>
                </c:pt>
                <c:pt idx="523">
                  <c:v>0.249818007774</c:v>
                </c:pt>
                <c:pt idx="524">
                  <c:v>0.248230140948</c:v>
                </c:pt>
                <c:pt idx="525">
                  <c:v>0.24665511067</c:v>
                </c:pt>
                <c:pt idx="526">
                  <c:v>0.245092768474</c:v>
                </c:pt>
                <c:pt idx="527">
                  <c:v>0.243542963311</c:v>
                </c:pt>
                <c:pt idx="528">
                  <c:v>0.242005541757</c:v>
                </c:pt>
                <c:pt idx="529">
                  <c:v>0.240480348213</c:v>
                </c:pt>
                <c:pt idx="530">
                  <c:v>0.238967225105</c:v>
                </c:pt>
                <c:pt idx="531">
                  <c:v>0.237466013081</c:v>
                </c:pt>
                <c:pt idx="532">
                  <c:v>0.235976551195</c:v>
                </c:pt>
                <c:pt idx="533">
                  <c:v>0.234498677097</c:v>
                </c:pt>
                <c:pt idx="534">
                  <c:v>0.233032227214</c:v>
                </c:pt>
                <c:pt idx="535">
                  <c:v>0.231577036926</c:v>
                </c:pt>
                <c:pt idx="536">
                  <c:v>0.230132940738</c:v>
                </c:pt>
                <c:pt idx="537">
                  <c:v>0.228699772454</c:v>
                </c:pt>
                <c:pt idx="538">
                  <c:v>0.227277365342</c:v>
                </c:pt>
                <c:pt idx="539">
                  <c:v>0.22586555229</c:v>
                </c:pt>
                <c:pt idx="540">
                  <c:v>0.224464165974</c:v>
                </c:pt>
                <c:pt idx="541">
                  <c:v>0.223073039007</c:v>
                </c:pt>
                <c:pt idx="542">
                  <c:v>0.221692004092</c:v>
                </c:pt>
                <c:pt idx="543">
                  <c:v>0.220320894174</c:v>
                </c:pt>
                <c:pt idx="544">
                  <c:v>0.21895954258</c:v>
                </c:pt>
                <c:pt idx="545">
                  <c:v>0.217607783165</c:v>
                </c:pt>
                <c:pt idx="546">
                  <c:v>0.216265450454</c:v>
                </c:pt>
                <c:pt idx="547">
                  <c:v>0.214932379771</c:v>
                </c:pt>
                <c:pt idx="548">
                  <c:v>0.213608407381</c:v>
                </c:pt>
                <c:pt idx="549">
                  <c:v>0.212293370618</c:v>
                </c:pt>
                <c:pt idx="550">
                  <c:v>0.210987108013</c:v>
                </c:pt>
                <c:pt idx="551">
                  <c:v>0.209689459418</c:v>
                </c:pt>
                <c:pt idx="552">
                  <c:v>0.208400266137</c:v>
                </c:pt>
                <c:pt idx="553">
                  <c:v>0.207119371038</c:v>
                </c:pt>
                <c:pt idx="554">
                  <c:v>0.205846618679</c:v>
                </c:pt>
                <c:pt idx="555">
                  <c:v>0.204581855419</c:v>
                </c:pt>
                <c:pt idx="556">
                  <c:v>0.203324929537</c:v>
                </c:pt>
                <c:pt idx="557">
                  <c:v>0.202075691338</c:v>
                </c:pt>
                <c:pt idx="558">
                  <c:v>0.200833993266</c:v>
                </c:pt>
                <c:pt idx="559">
                  <c:v>0.199599690011</c:v>
                </c:pt>
                <c:pt idx="560">
                  <c:v>0.198372638611</c:v>
                </c:pt>
                <c:pt idx="561">
                  <c:v>0.197152698558</c:v>
                </c:pt>
                <c:pt idx="562">
                  <c:v>0.195939731893</c:v>
                </c:pt>
                <c:pt idx="563">
                  <c:v>0.194733603306</c:v>
                </c:pt>
                <c:pt idx="564">
                  <c:v>0.19353418023</c:v>
                </c:pt>
                <c:pt idx="565">
                  <c:v>0.192341332936</c:v>
                </c:pt>
                <c:pt idx="566">
                  <c:v>0.191154934615</c:v>
                </c:pt>
                <c:pt idx="567">
                  <c:v>0.189974861472</c:v>
                </c:pt>
                <c:pt idx="568">
                  <c:v>0.188800992806</c:v>
                </c:pt>
                <c:pt idx="569">
                  <c:v>0.18763321109</c:v>
                </c:pt>
                <c:pt idx="570">
                  <c:v>0.186471402052</c:v>
                </c:pt>
                <c:pt idx="571">
                  <c:v>0.185315454744</c:v>
                </c:pt>
                <c:pt idx="572">
                  <c:v>0.184165261618</c:v>
                </c:pt>
                <c:pt idx="573">
                  <c:v>0.183020718588</c:v>
                </c:pt>
                <c:pt idx="574">
                  <c:v>0.181881725099</c:v>
                </c:pt>
                <c:pt idx="575">
                  <c:v>0.180748184182</c:v>
                </c:pt>
                <c:pt idx="576">
                  <c:v>0.179620002511</c:v>
                </c:pt>
                <c:pt idx="577">
                  <c:v>0.178497090458</c:v>
                </c:pt>
                <c:pt idx="578">
                  <c:v>0.177379362133</c:v>
                </c:pt>
                <c:pt idx="579">
                  <c:v>0.176266735433</c:v>
                </c:pt>
                <c:pt idx="580">
                  <c:v>0.175159132075</c:v>
                </c:pt>
                <c:pt idx="581">
                  <c:v>0.174056477634</c:v>
                </c:pt>
                <c:pt idx="582">
                  <c:v>0.172958701566</c:v>
                </c:pt>
                <c:pt idx="583">
                  <c:v>0.171865737233</c:v>
                </c:pt>
                <c:pt idx="584">
                  <c:v>0.17077752192</c:v>
                </c:pt>
                <c:pt idx="585">
                  <c:v>0.169693996848</c:v>
                </c:pt>
                <c:pt idx="586">
                  <c:v>0.168615107178</c:v>
                </c:pt>
                <c:pt idx="587">
                  <c:v>0.167540802011</c:v>
                </c:pt>
                <c:pt idx="588">
                  <c:v>0.166471034388</c:v>
                </c:pt>
                <c:pt idx="589">
                  <c:v>0.16540576127</c:v>
                </c:pt>
                <c:pt idx="590">
                  <c:v>0.164344943528</c:v>
                </c:pt>
                <c:pt idx="591">
                  <c:v>0.163288545912</c:v>
                </c:pt>
                <c:pt idx="592">
                  <c:v>0.162236537028</c:v>
                </c:pt>
                <c:pt idx="593">
                  <c:v>0.161188889297</c:v>
                </c:pt>
                <c:pt idx="594">
                  <c:v>0.160145578912</c:v>
                </c:pt>
                <c:pt idx="595">
                  <c:v>0.159106585793</c:v>
                </c:pt>
                <c:pt idx="596">
                  <c:v>0.158071893528</c:v>
                </c:pt>
                <c:pt idx="597">
                  <c:v>0.157041489309</c:v>
                </c:pt>
                <c:pt idx="598">
                  <c:v>0.156015363872</c:v>
                </c:pt>
                <c:pt idx="599">
                  <c:v>0.154993511415</c:v>
                </c:pt>
                <c:pt idx="600">
                  <c:v>0.153975929521</c:v>
                </c:pt>
                <c:pt idx="601">
                  <c:v>0.152962619074</c:v>
                </c:pt>
                <c:pt idx="602">
                  <c:v>0.151953584164</c:v>
                </c:pt>
                <c:pt idx="603">
                  <c:v>0.15094883199</c:v>
                </c:pt>
                <c:pt idx="604">
                  <c:v>0.14994837276</c:v>
                </c:pt>
                <c:pt idx="605">
                  <c:v>0.14895221958</c:v>
                </c:pt>
                <c:pt idx="606">
                  <c:v>0.147960388345</c:v>
                </c:pt>
                <c:pt idx="607">
                  <c:v>0.146972897616</c:v>
                </c:pt>
                <c:pt idx="608">
                  <c:v>0.145989768506</c:v>
                </c:pt>
                <c:pt idx="609">
                  <c:v>0.145011024548</c:v>
                </c:pt>
                <c:pt idx="610">
                  <c:v>0.14403669157</c:v>
                </c:pt>
                <c:pt idx="611">
                  <c:v>0.143066797558</c:v>
                </c:pt>
                <c:pt idx="612">
                  <c:v>0.142101372525</c:v>
                </c:pt>
                <c:pt idx="613">
                  <c:v>0.141140448373</c:v>
                </c:pt>
                <c:pt idx="614">
                  <c:v>0.140184058748</c:v>
                </c:pt>
                <c:pt idx="615">
                  <c:v>0.139232238903</c:v>
                </c:pt>
                <c:pt idx="616">
                  <c:v>0.138285025551</c:v>
                </c:pt>
                <c:pt idx="617">
                  <c:v>0.137342456725</c:v>
                </c:pt>
                <c:pt idx="618">
                  <c:v>0.136404571628</c:v>
                </c:pt>
                <c:pt idx="619">
                  <c:v>0.135471410493</c:v>
                </c:pt>
                <c:pt idx="620">
                  <c:v>0.134543014434</c:v>
                </c:pt>
                <c:pt idx="621">
                  <c:v>0.133619425305</c:v>
                </c:pt>
                <c:pt idx="622">
                  <c:v>0.132700685556</c:v>
                </c:pt>
                <c:pt idx="623">
                  <c:v>0.131786838092</c:v>
                </c:pt>
                <c:pt idx="624">
                  <c:v>0.130877926131</c:v>
                </c:pt>
                <c:pt idx="625">
                  <c:v>0.129973993073</c:v>
                </c:pt>
                <c:pt idx="626">
                  <c:v>0.129075082359</c:v>
                </c:pt>
                <c:pt idx="627">
                  <c:v>0.128181237341</c:v>
                </c:pt>
                <c:pt idx="628">
                  <c:v>0.127292501157</c:v>
                </c:pt>
                <c:pt idx="629">
                  <c:v>0.126408916602</c:v>
                </c:pt>
                <c:pt idx="630">
                  <c:v>0.125530526009</c:v>
                </c:pt>
                <c:pt idx="631">
                  <c:v>0.124657371133</c:v>
                </c:pt>
                <c:pt idx="632">
                  <c:v>0.123789493037</c:v>
                </c:pt>
                <c:pt idx="633">
                  <c:v>0.122926931987</c:v>
                </c:pt>
                <c:pt idx="634">
                  <c:v>0.122069727347</c:v>
                </c:pt>
                <c:pt idx="635">
                  <c:v>0.12121791748</c:v>
                </c:pt>
                <c:pt idx="636">
                  <c:v>0.120371539659</c:v>
                </c:pt>
                <c:pt idx="637">
                  <c:v>0.119530629977</c:v>
                </c:pt>
                <c:pt idx="638">
                  <c:v>0.118695223266</c:v>
                </c:pt>
                <c:pt idx="639">
                  <c:v>0.11786535302</c:v>
                </c:pt>
                <c:pt idx="640">
                  <c:v>0.117041051324</c:v>
                </c:pt>
                <c:pt idx="641">
                  <c:v>0.116222348788</c:v>
                </c:pt>
                <c:pt idx="642">
                  <c:v>0.115409274488</c:v>
                </c:pt>
                <c:pt idx="643">
                  <c:v>0.114601855912</c:v>
                </c:pt>
                <c:pt idx="644">
                  <c:v>0.113800118908</c:v>
                </c:pt>
                <c:pt idx="645">
                  <c:v>0.113004087644</c:v>
                </c:pt>
                <c:pt idx="646">
                  <c:v>0.112213784567</c:v>
                </c:pt>
                <c:pt idx="647">
                  <c:v>0.111429230374</c:v>
                </c:pt>
                <c:pt idx="648">
                  <c:v>0.110650443979</c:v>
                </c:pt>
                <c:pt idx="649">
                  <c:v>0.109877442493</c:v>
                </c:pt>
                <c:pt idx="650">
                  <c:v>0.109110241207</c:v>
                </c:pt>
                <c:pt idx="651">
                  <c:v>0.108348853577</c:v>
                </c:pt>
                <c:pt idx="652">
                  <c:v>0.107593291216</c:v>
                </c:pt>
                <c:pt idx="653">
                  <c:v>0.106843563892</c:v>
                </c:pt>
                <c:pt idx="654">
                  <c:v>0.106099679525</c:v>
                </c:pt>
                <c:pt idx="655">
                  <c:v>0.105361644191</c:v>
                </c:pt>
                <c:pt idx="656">
                  <c:v>0.104629462133</c:v>
                </c:pt>
                <c:pt idx="657">
                  <c:v>0.10390313577</c:v>
                </c:pt>
                <c:pt idx="658">
                  <c:v>0.103182665714</c:v>
                </c:pt>
                <c:pt idx="659">
                  <c:v>0.102468050787</c:v>
                </c:pt>
                <c:pt idx="660">
                  <c:v>0.101759288042</c:v>
                </c:pt>
                <c:pt idx="661">
                  <c:v>0.101056372789</c:v>
                </c:pt>
                <c:pt idx="662">
                  <c:v>0.100359298621</c:v>
                </c:pt>
                <c:pt idx="663">
                  <c:v>0.0996680574402</c:v>
                </c:pt>
                <c:pt idx="664">
                  <c:v>0.098982639496</c:v>
                </c:pt>
                <c:pt idx="665">
                  <c:v>0.0983030334132</c:v>
                </c:pt>
                <c:pt idx="666">
                  <c:v>0.0976292262293</c:v>
                </c:pt>
                <c:pt idx="667">
                  <c:v>0.0969612034314</c:v>
                </c:pt>
                <c:pt idx="668">
                  <c:v>0.0962989489947</c:v>
                </c:pt>
                <c:pt idx="669">
                  <c:v>0.0956424454226</c:v>
                </c:pt>
                <c:pt idx="670">
                  <c:v>0.0949916737871</c:v>
                </c:pt>
                <c:pt idx="671">
                  <c:v>0.0943466137712</c:v>
                </c:pt>
                <c:pt idx="672">
                  <c:v>0.0937072437116</c:v>
                </c:pt>
                <c:pt idx="673">
                  <c:v>0.0930735406418</c:v>
                </c:pt>
                <c:pt idx="674">
                  <c:v>0.0924454803363</c:v>
                </c:pt>
                <c:pt idx="675">
                  <c:v>0.091823037355</c:v>
                </c:pt>
                <c:pt idx="676">
                  <c:v>0.0912061850874</c:v>
                </c:pt>
                <c:pt idx="677">
                  <c:v>0.0905948957976</c:v>
                </c:pt>
                <c:pt idx="678">
                  <c:v>0.0899891406687</c:v>
                </c:pt>
                <c:pt idx="679">
                  <c:v>0.0893888898477</c:v>
                </c:pt>
                <c:pt idx="680">
                  <c:v>0.08879411249</c:v>
                </c:pt>
                <c:pt idx="681">
                  <c:v>0.0882047768032</c:v>
                </c:pt>
                <c:pt idx="682">
                  <c:v>0.0876208500911</c:v>
                </c:pt>
                <c:pt idx="683">
                  <c:v>0.0870422987974</c:v>
                </c:pt>
                <c:pt idx="684">
                  <c:v>0.0864690885477</c:v>
                </c:pt>
                <c:pt idx="685">
                  <c:v>0.0859011841929</c:v>
                </c:pt>
                <c:pt idx="686">
                  <c:v>0.0853385498497</c:v>
                </c:pt>
                <c:pt idx="687">
                  <c:v>0.0847811489427</c:v>
                </c:pt>
                <c:pt idx="688">
                  <c:v>0.0842289442437</c:v>
                </c:pt>
                <c:pt idx="689">
                  <c:v>0.0836818979117</c:v>
                </c:pt>
                <c:pt idx="690">
                  <c:v>0.0831399715315</c:v>
                </c:pt>
                <c:pt idx="691">
                  <c:v>0.0826031261514</c:v>
                </c:pt>
                <c:pt idx="692">
                  <c:v>0.0820713223203</c:v>
                </c:pt>
                <c:pt idx="693">
                  <c:v>0.0815445201237</c:v>
                </c:pt>
                <c:pt idx="694">
                  <c:v>0.0810226792192</c:v>
                </c:pt>
                <c:pt idx="695">
                  <c:v>0.0805057588703</c:v>
                </c:pt>
                <c:pt idx="696">
                  <c:v>0.0799937179802</c:v>
                </c:pt>
                <c:pt idx="697">
                  <c:v>0.0794865151239</c:v>
                </c:pt>
                <c:pt idx="698">
                  <c:v>0.0789841085801</c:v>
                </c:pt>
                <c:pt idx="699">
                  <c:v>0.0784864563613</c:v>
                </c:pt>
                <c:pt idx="700">
                  <c:v>0.0779935162441</c:v>
                </c:pt>
                <c:pt idx="701">
                  <c:v>0.0775052457973</c:v>
                </c:pt>
                <c:pt idx="702">
                  <c:v>0.0770216024101</c:v>
                </c:pt>
                <c:pt idx="703">
                  <c:v>0.0765425433186</c:v>
                </c:pt>
                <c:pt idx="704">
                  <c:v>0.0760680256326</c:v>
                </c:pt>
                <c:pt idx="705">
                  <c:v>0.0755980063598</c:v>
                </c:pt>
                <c:pt idx="706">
                  <c:v>0.0751324424307</c:v>
                </c:pt>
                <c:pt idx="707">
                  <c:v>0.0746712907215</c:v>
                </c:pt>
                <c:pt idx="708">
                  <c:v>0.0742145080773</c:v>
                </c:pt>
                <c:pt idx="709">
                  <c:v>0.073762051333</c:v>
                </c:pt>
                <c:pt idx="710">
                  <c:v>0.073313877335</c:v>
                </c:pt>
                <c:pt idx="711">
                  <c:v>0.0728699429608</c:v>
                </c:pt>
                <c:pt idx="712">
                  <c:v>0.0724302051383</c:v>
                </c:pt>
                <c:pt idx="713">
                  <c:v>0.0719946208649</c:v>
                </c:pt>
                <c:pt idx="714">
                  <c:v>0.0715631472247</c:v>
                </c:pt>
                <c:pt idx="715">
                  <c:v>0.0711357414059</c:v>
                </c:pt>
                <c:pt idx="716">
                  <c:v>0.0707123607175</c:v>
                </c:pt>
                <c:pt idx="717">
                  <c:v>0.0702929626043</c:v>
                </c:pt>
                <c:pt idx="718">
                  <c:v>0.0698775046627</c:v>
                </c:pt>
                <c:pt idx="719">
                  <c:v>0.0694659446545</c:v>
                </c:pt>
                <c:pt idx="720">
                  <c:v>0.0690582405209</c:v>
                </c:pt>
                <c:pt idx="721">
                  <c:v>0.0686543503957</c:v>
                </c:pt>
                <c:pt idx="722">
                  <c:v>0.0682542326177</c:v>
                </c:pt>
                <c:pt idx="723">
                  <c:v>0.0678578457427</c:v>
                </c:pt>
                <c:pt idx="724">
                  <c:v>0.0674651485548</c:v>
                </c:pt>
                <c:pt idx="725">
                  <c:v>0.0670761000772</c:v>
                </c:pt>
                <c:pt idx="726">
                  <c:v>0.0666906595828</c:v>
                </c:pt>
                <c:pt idx="727">
                  <c:v>0.0663087866032</c:v>
                </c:pt>
                <c:pt idx="728">
                  <c:v>0.0659304409388</c:v>
                </c:pt>
                <c:pt idx="729">
                  <c:v>0.065555582667</c:v>
                </c:pt>
                <c:pt idx="730">
                  <c:v>0.0651841721505</c:v>
                </c:pt>
                <c:pt idx="731">
                  <c:v>0.0648161700453</c:v>
                </c:pt>
                <c:pt idx="732">
                  <c:v>0.0644515373078</c:v>
                </c:pt>
                <c:pt idx="733">
                  <c:v>0.0640902352016</c:v>
                </c:pt>
                <c:pt idx="734">
                  <c:v>0.0637322253044</c:v>
                </c:pt>
                <c:pt idx="735">
                  <c:v>0.0633774695135</c:v>
                </c:pt>
                <c:pt idx="736">
                  <c:v>0.0630259300516</c:v>
                </c:pt>
                <c:pt idx="737">
                  <c:v>0.0626775694722</c:v>
                </c:pt>
                <c:pt idx="738">
                  <c:v>0.062332350664</c:v>
                </c:pt>
                <c:pt idx="739">
                  <c:v>0.0619902368559</c:v>
                </c:pt>
                <c:pt idx="740">
                  <c:v>0.0616511916206</c:v>
                </c:pt>
                <c:pt idx="741">
                  <c:v>0.0613151788785</c:v>
                </c:pt>
                <c:pt idx="742">
                  <c:v>0.0609821629012</c:v>
                </c:pt>
                <c:pt idx="743">
                  <c:v>0.0606521083146</c:v>
                </c:pt>
                <c:pt idx="744">
                  <c:v>0.0603249801013</c:v>
                </c:pt>
                <c:pt idx="745">
                  <c:v>0.0600007436034</c:v>
                </c:pt>
                <c:pt idx="746">
                  <c:v>0.0596793645245</c:v>
                </c:pt>
                <c:pt idx="747">
                  <c:v>0.0593608089313</c:v>
                </c:pt>
                <c:pt idx="748">
                  <c:v>0.0590450432557</c:v>
                </c:pt>
                <c:pt idx="749">
                  <c:v>0.0587320342955</c:v>
                </c:pt>
                <c:pt idx="750">
                  <c:v>0.0584217492159</c:v>
                </c:pt>
                <c:pt idx="751">
                  <c:v>0.0581141555499</c:v>
                </c:pt>
                <c:pt idx="752">
                  <c:v>0.0578092211992</c:v>
                </c:pt>
                <c:pt idx="753">
                  <c:v>0.0575069144343</c:v>
                </c:pt>
                <c:pt idx="754">
                  <c:v>0.0572072038945</c:v>
                </c:pt>
                <c:pt idx="755">
                  <c:v>0.056910058588</c:v>
                </c:pt>
                <c:pt idx="756">
                  <c:v>0.0566154478915</c:v>
                </c:pt>
                <c:pt idx="757">
                  <c:v>0.0563233415494</c:v>
                </c:pt>
                <c:pt idx="758">
                  <c:v>0.0560337096736</c:v>
                </c:pt>
                <c:pt idx="759">
                  <c:v>0.0557465227424</c:v>
                </c:pt>
                <c:pt idx="760">
                  <c:v>0.0554617515991</c:v>
                </c:pt>
                <c:pt idx="761">
                  <c:v>0.0551793674512</c:v>
                </c:pt>
                <c:pt idx="762">
                  <c:v>0.0548993418692</c:v>
                </c:pt>
                <c:pt idx="763">
                  <c:v>0.0546216467844</c:v>
                </c:pt>
                <c:pt idx="764">
                  <c:v>0.054346254488</c:v>
                </c:pt>
                <c:pt idx="765">
                  <c:v>0.0540731376287</c:v>
                </c:pt>
                <c:pt idx="766">
                  <c:v>0.0538022692112</c:v>
                </c:pt>
                <c:pt idx="767">
                  <c:v>0.0535336225943</c:v>
                </c:pt>
                <c:pt idx="768">
                  <c:v>0.0532671714881</c:v>
                </c:pt>
                <c:pt idx="769">
                  <c:v>0.0530028899526</c:v>
                </c:pt>
                <c:pt idx="770">
                  <c:v>0.0527407523947</c:v>
                </c:pt>
                <c:pt idx="771">
                  <c:v>0.0524807335663</c:v>
                </c:pt>
                <c:pt idx="772">
                  <c:v>0.0522228085613</c:v>
                </c:pt>
                <c:pt idx="773">
                  <c:v>0.0519669528134</c:v>
                </c:pt>
                <c:pt idx="774">
                  <c:v>0.0517131420933</c:v>
                </c:pt>
                <c:pt idx="775">
                  <c:v>0.0514613525058</c:v>
                </c:pt>
                <c:pt idx="776">
                  <c:v>0.0512115604871</c:v>
                </c:pt>
                <c:pt idx="777">
                  <c:v>0.0509637428021</c:v>
                </c:pt>
                <c:pt idx="778">
                  <c:v>0.0507178765409</c:v>
                </c:pt>
                <c:pt idx="779">
                  <c:v>0.0504739391166</c:v>
                </c:pt>
                <c:pt idx="780">
                  <c:v>0.0502319082614</c:v>
                </c:pt>
                <c:pt idx="781">
                  <c:v>0.0499917620239</c:v>
                </c:pt>
                <c:pt idx="782">
                  <c:v>0.0497534787661</c:v>
                </c:pt>
                <c:pt idx="783">
                  <c:v>0.0495170371595</c:v>
                </c:pt>
                <c:pt idx="784">
                  <c:v>0.0492824161826</c:v>
                </c:pt>
                <c:pt idx="785">
                  <c:v>0.0490495951171</c:v>
                </c:pt>
                <c:pt idx="786">
                  <c:v>0.0488185535446</c:v>
                </c:pt>
                <c:pt idx="787">
                  <c:v>0.048589271343</c:v>
                </c:pt>
                <c:pt idx="788">
                  <c:v>0.0483617286836</c:v>
                </c:pt>
                <c:pt idx="789">
                  <c:v>0.0481359060269</c:v>
                </c:pt>
                <c:pt idx="790">
                  <c:v>0.0479117841196</c:v>
                </c:pt>
                <c:pt idx="791">
                  <c:v>0.0476893439906</c:v>
                </c:pt>
                <c:pt idx="792">
                  <c:v>0.0474685669476</c:v>
                </c:pt>
                <c:pt idx="793">
                  <c:v>0.0472494345735</c:v>
                </c:pt>
                <c:pt idx="794">
                  <c:v>0.0470319287223</c:v>
                </c:pt>
                <c:pt idx="795">
                  <c:v>0.046816031516</c:v>
                </c:pt>
                <c:pt idx="796">
                  <c:v>0.0466017253402</c:v>
                </c:pt>
                <c:pt idx="797">
                  <c:v>0.0463889928407</c:v>
                </c:pt>
                <c:pt idx="798">
                  <c:v>0.0461778169196</c:v>
                </c:pt>
                <c:pt idx="799">
                  <c:v>0.0459681807314</c:v>
                </c:pt>
                <c:pt idx="800">
                  <c:v>0.045760067679</c:v>
                </c:pt>
                <c:pt idx="801">
                  <c:v>0.0455534614102</c:v>
                </c:pt>
                <c:pt idx="802">
                  <c:v>0.0453483458133</c:v>
                </c:pt>
                <c:pt idx="803">
                  <c:v>0.0451447050135</c:v>
                </c:pt>
                <c:pt idx="804">
                  <c:v>0.044942523369</c:v>
                </c:pt>
                <c:pt idx="805">
                  <c:v>0.0447417854667</c:v>
                </c:pt>
                <c:pt idx="806">
                  <c:v>0.0445424761186</c:v>
                </c:pt>
                <c:pt idx="807">
                  <c:v>0.0443445803578</c:v>
                </c:pt>
                <c:pt idx="808">
                  <c:v>0.0441480834344</c:v>
                </c:pt>
                <c:pt idx="809">
                  <c:v>0.0439529708116</c:v>
                </c:pt>
                <c:pt idx="810">
                  <c:v>0.043759228162</c:v>
                </c:pt>
                <c:pt idx="811">
                  <c:v>0.0435668413635</c:v>
                </c:pt>
                <c:pt idx="812">
                  <c:v>0.0433757964952</c:v>
                </c:pt>
                <c:pt idx="813">
                  <c:v>0.0431860798342</c:v>
                </c:pt>
                <c:pt idx="814">
                  <c:v>0.0429976778512</c:v>
                </c:pt>
                <c:pt idx="815">
                  <c:v>0.042810577207</c:v>
                </c:pt>
                <c:pt idx="816">
                  <c:v>0.0426247647486</c:v>
                </c:pt>
                <c:pt idx="817">
                  <c:v>0.0424402275059</c:v>
                </c:pt>
                <c:pt idx="818">
                  <c:v>0.0422569526876</c:v>
                </c:pt>
                <c:pt idx="819">
                  <c:v>0.0420749276781</c:v>
                </c:pt>
                <c:pt idx="820">
                  <c:v>0.0418941400338</c:v>
                </c:pt>
                <c:pt idx="821">
                  <c:v>0.0417145774797</c:v>
                </c:pt>
                <c:pt idx="822">
                  <c:v>0.0415362279063</c:v>
                </c:pt>
                <c:pt idx="823">
                  <c:v>0.0413590793662</c:v>
                </c:pt>
                <c:pt idx="824">
                  <c:v>0.041183120071</c:v>
                </c:pt>
                <c:pt idx="825">
                  <c:v>0.0410083383885</c:v>
                </c:pt>
                <c:pt idx="826">
                  <c:v>0.0408347228396</c:v>
                </c:pt>
                <c:pt idx="827">
                  <c:v>0.0406622620955</c:v>
                </c:pt>
                <c:pt idx="828">
                  <c:v>0.0404909449751</c:v>
                </c:pt>
                <c:pt idx="829">
                  <c:v>0.0403207604426</c:v>
                </c:pt>
                <c:pt idx="830">
                  <c:v>0.040151697605</c:v>
                </c:pt>
                <c:pt idx="831">
                  <c:v>0.0399837457096</c:v>
                </c:pt>
                <c:pt idx="832">
                  <c:v>0.0398168941422</c:v>
                </c:pt>
                <c:pt idx="833">
                  <c:v>0.039651132425</c:v>
                </c:pt>
                <c:pt idx="834">
                  <c:v>0.0394864502147</c:v>
                </c:pt>
                <c:pt idx="835">
                  <c:v>0.0393228373006</c:v>
                </c:pt>
                <c:pt idx="836">
                  <c:v>0.0391602836037</c:v>
                </c:pt>
                <c:pt idx="837">
                  <c:v>0.0389987791746</c:v>
                </c:pt>
                <c:pt idx="838">
                  <c:v>0.0388383141924</c:v>
                </c:pt>
                <c:pt idx="839">
                  <c:v>0.0386788789639</c:v>
                </c:pt>
                <c:pt idx="840">
                  <c:v>0.0385204639224</c:v>
                </c:pt>
                <c:pt idx="841">
                  <c:v>0.0383630596271</c:v>
                </c:pt>
                <c:pt idx="842">
                  <c:v>0.0382066567622</c:v>
                </c:pt>
                <c:pt idx="843">
                  <c:v>0.0380512461365</c:v>
                </c:pt>
                <c:pt idx="844">
                  <c:v>0.0378968186832</c:v>
                </c:pt>
                <c:pt idx="845">
                  <c:v>0.0377433654596</c:v>
                </c:pt>
                <c:pt idx="846">
                  <c:v>0.0375908776471</c:v>
                </c:pt>
                <c:pt idx="847">
                  <c:v>0.037439346551</c:v>
                </c:pt>
                <c:pt idx="848">
                  <c:v>0.0372887636011</c:v>
                </c:pt>
                <c:pt idx="849">
                  <c:v>0.0371391203521</c:v>
                </c:pt>
                <c:pt idx="850">
                  <c:v>0.0369904084834</c:v>
                </c:pt>
                <c:pt idx="851">
                  <c:v>0.0368426198004</c:v>
                </c:pt>
                <c:pt idx="852">
                  <c:v>0.036695746235</c:v>
                </c:pt>
                <c:pt idx="853">
                  <c:v>0.0365497798464</c:v>
                </c:pt>
                <c:pt idx="854">
                  <c:v>0.0364047128216</c:v>
                </c:pt>
                <c:pt idx="855">
                  <c:v>0.0362605374772</c:v>
                </c:pt>
                <c:pt idx="856">
                  <c:v>0.0361172462597</c:v>
                </c:pt>
                <c:pt idx="857">
                  <c:v>0.0359748317471</c:v>
                </c:pt>
                <c:pt idx="858">
                  <c:v>0.0358332866502</c:v>
                </c:pt>
                <c:pt idx="859">
                  <c:v>0.0356926038132</c:v>
                </c:pt>
                <c:pt idx="860">
                  <c:v>0.035552776216</c:v>
                </c:pt>
                <c:pt idx="861">
                  <c:v>0.0354137969746</c:v>
                </c:pt>
                <c:pt idx="862">
                  <c:v>0.0352756593433</c:v>
                </c:pt>
                <c:pt idx="863">
                  <c:v>0.0351383567155</c:v>
                </c:pt>
                <c:pt idx="864">
                  <c:v>0.0350018826255</c:v>
                </c:pt>
                <c:pt idx="865">
                  <c:v>0.0348662307494</c:v>
                </c:pt>
                <c:pt idx="866">
                  <c:v>0.0347313949071</c:v>
                </c:pt>
                <c:pt idx="867">
                  <c:v>0.0345973690633</c:v>
                </c:pt>
                <c:pt idx="868">
                  <c:v>0.0344641473289</c:v>
                </c:pt>
                <c:pt idx="869">
                  <c:v>0.0343317239621</c:v>
                </c:pt>
                <c:pt idx="870">
                  <c:v>0.0342000933699</c:v>
                </c:pt>
                <c:pt idx="871">
                  <c:v>0.034069250109</c:v>
                </c:pt>
                <c:pt idx="872">
                  <c:v>0.0339391888868</c:v>
                </c:pt>
                <c:pt idx="873">
                  <c:v>0.0338099045629</c:v>
                </c:pt>
                <c:pt idx="874">
                  <c:v>0.0336813921492</c:v>
                </c:pt>
                <c:pt idx="875">
                  <c:v>0.033553646811</c:v>
                </c:pt>
                <c:pt idx="876">
                  <c:v>0.0334266638678</c:v>
                </c:pt>
                <c:pt idx="877">
                  <c:v>0.0333004387935</c:v>
                </c:pt>
                <c:pt idx="878">
                  <c:v>0.0331749672169</c:v>
                </c:pt>
                <c:pt idx="879">
                  <c:v>0.0330502449217</c:v>
                </c:pt>
                <c:pt idx="880">
                  <c:v>0.0329262678468</c:v>
                </c:pt>
                <c:pt idx="881">
                  <c:v>0.0328030320862</c:v>
                </c:pt>
                <c:pt idx="882">
                  <c:v>0.0326805338882</c:v>
                </c:pt>
                <c:pt idx="883">
                  <c:v>0.0325587696557</c:v>
                </c:pt>
                <c:pt idx="884">
                  <c:v>0.0324377359448</c:v>
                </c:pt>
                <c:pt idx="885">
                  <c:v>0.0323174294643</c:v>
                </c:pt>
                <c:pt idx="886">
                  <c:v>0.032197847075</c:v>
                </c:pt>
                <c:pt idx="887">
                  <c:v>0.0320789857876</c:v>
                </c:pt>
                <c:pt idx="888">
                  <c:v>0.0319608427621</c:v>
                </c:pt>
                <c:pt idx="889">
                  <c:v>0.0318434153056</c:v>
                </c:pt>
                <c:pt idx="890">
                  <c:v>0.031726700871</c:v>
                </c:pt>
                <c:pt idx="891">
                  <c:v>0.0316106970544</c:v>
                </c:pt>
                <c:pt idx="892">
                  <c:v>0.0314954015932</c:v>
                </c:pt>
                <c:pt idx="893">
                  <c:v>0.0313808123639</c:v>
                </c:pt>
                <c:pt idx="894">
                  <c:v>0.0312669273787</c:v>
                </c:pt>
                <c:pt idx="895">
                  <c:v>0.0311537447837</c:v>
                </c:pt>
                <c:pt idx="896">
                  <c:v>0.0310412628553</c:v>
                </c:pt>
                <c:pt idx="897">
                  <c:v>0.0309294799971</c:v>
                </c:pt>
                <c:pt idx="898">
                  <c:v>0.0308183947368</c:v>
                </c:pt>
                <c:pt idx="899">
                  <c:v>0.0307080057224</c:v>
                </c:pt>
                <c:pt idx="900">
                  <c:v>0.0305983117189</c:v>
                </c:pt>
                <c:pt idx="901">
                  <c:v>0.0304893116045</c:v>
                </c:pt>
                <c:pt idx="902">
                  <c:v>0.0303810043663</c:v>
                </c:pt>
                <c:pt idx="903">
                  <c:v>0.0302733890967</c:v>
                </c:pt>
                <c:pt idx="904">
                  <c:v>0.0301664649892</c:v>
                </c:pt>
                <c:pt idx="905">
                  <c:v>0.0300602313337</c:v>
                </c:pt>
                <c:pt idx="906">
                  <c:v>0.0299546875131</c:v>
                </c:pt>
                <c:pt idx="907">
                  <c:v>0.0298498329978</c:v>
                </c:pt>
                <c:pt idx="908">
                  <c:v>0.0297456673421</c:v>
                </c:pt>
                <c:pt idx="909">
                  <c:v>0.0296421901794</c:v>
                </c:pt>
                <c:pt idx="910">
                  <c:v>0.0295394012176</c:v>
                </c:pt>
                <c:pt idx="911">
                  <c:v>0.0294373002344</c:v>
                </c:pt>
                <c:pt idx="912">
                  <c:v>0.0293358870732</c:v>
                </c:pt>
                <c:pt idx="913">
                  <c:v>0.0292351616382</c:v>
                </c:pt>
                <c:pt idx="914">
                  <c:v>0.0291351238899</c:v>
                </c:pt>
                <c:pt idx="915">
                  <c:v>0.0290357738407</c:v>
                </c:pt>
                <c:pt idx="916">
                  <c:v>0.0289371115501</c:v>
                </c:pt>
                <c:pt idx="917">
                  <c:v>0.028839137121</c:v>
                </c:pt>
                <c:pt idx="918">
                  <c:v>0.0287418506947</c:v>
                </c:pt>
                <c:pt idx="919">
                  <c:v>0.0286452524467</c:v>
                </c:pt>
                <c:pt idx="920">
                  <c:v>0.028549342583</c:v>
                </c:pt>
                <c:pt idx="921">
                  <c:v>0.0284541213358</c:v>
                </c:pt>
                <c:pt idx="922">
                  <c:v>0.0283595889592</c:v>
                </c:pt>
                <c:pt idx="923">
                  <c:v>0.0282657457259</c:v>
                </c:pt>
                <c:pt idx="924">
                  <c:v>0.0281725919232</c:v>
                </c:pt>
                <c:pt idx="925">
                  <c:v>0.0280801278496</c:v>
                </c:pt>
                <c:pt idx="926">
                  <c:v>0.027988353811</c:v>
                </c:pt>
                <c:pt idx="927">
                  <c:v>0.0278972701179</c:v>
                </c:pt>
                <c:pt idx="928">
                  <c:v>0.027806877082</c:v>
                </c:pt>
                <c:pt idx="929">
                  <c:v>0.0277171750132</c:v>
                </c:pt>
                <c:pt idx="930">
                  <c:v>0.0276281642169</c:v>
                </c:pt>
                <c:pt idx="931">
                  <c:v>0.0275398449912</c:v>
                </c:pt>
                <c:pt idx="932">
                  <c:v>0.0274522176246</c:v>
                </c:pt>
                <c:pt idx="933">
                  <c:v>0.0273652823932</c:v>
                </c:pt>
                <c:pt idx="934">
                  <c:v>0.0272790395593</c:v>
                </c:pt>
                <c:pt idx="935">
                  <c:v>0.0271934893683</c:v>
                </c:pt>
                <c:pt idx="936">
                  <c:v>0.027108632048</c:v>
                </c:pt>
                <c:pt idx="937">
                  <c:v>0.0270244678061</c:v>
                </c:pt>
                <c:pt idx="938">
                  <c:v>0.0269409968287</c:v>
                </c:pt>
                <c:pt idx="939">
                  <c:v>0.0268582192792</c:v>
                </c:pt>
                <c:pt idx="940">
                  <c:v>0.0267761352969</c:v>
                </c:pt>
                <c:pt idx="941">
                  <c:v>0.0266947449959</c:v>
                </c:pt>
                <c:pt idx="942">
                  <c:v>0.0266140484638</c:v>
                </c:pt>
                <c:pt idx="943">
                  <c:v>0.0265340457613</c:v>
                </c:pt>
                <c:pt idx="944">
                  <c:v>0.0264547369211</c:v>
                </c:pt>
                <c:pt idx="945">
                  <c:v>0.0263761219476</c:v>
                </c:pt>
                <c:pt idx="946">
                  <c:v>0.026298200816</c:v>
                </c:pt>
                <c:pt idx="947">
                  <c:v>0.0262209734721</c:v>
                </c:pt>
                <c:pt idx="948">
                  <c:v>0.026144439832</c:v>
                </c:pt>
                <c:pt idx="949">
                  <c:v>0.0260685997816</c:v>
                </c:pt>
                <c:pt idx="950">
                  <c:v>0.0259934531768</c:v>
                </c:pt>
                <c:pt idx="951">
                  <c:v>0.0259189998432</c:v>
                </c:pt>
                <c:pt idx="952">
                  <c:v>0.0258452395761</c:v>
                </c:pt>
                <c:pt idx="953">
                  <c:v>0.0257721721405</c:v>
                </c:pt>
                <c:pt idx="954">
                  <c:v>0.0256997972711</c:v>
                </c:pt>
                <c:pt idx="955">
                  <c:v>0.0256281146726</c:v>
                </c:pt>
                <c:pt idx="956">
                  <c:v>0.0255571240199</c:v>
                </c:pt>
                <c:pt idx="957">
                  <c:v>0.0254868249578</c:v>
                </c:pt>
                <c:pt idx="958">
                  <c:v>0.0254172171016</c:v>
                </c:pt>
                <c:pt idx="959">
                  <c:v>0.0253483000374</c:v>
                </c:pt>
                <c:pt idx="960">
                  <c:v>0.0252800733217</c:v>
                </c:pt>
                <c:pt idx="961">
                  <c:v>0.0252125364823</c:v>
                </c:pt>
                <c:pt idx="962">
                  <c:v>0.0251456890178</c:v>
                </c:pt>
                <c:pt idx="963">
                  <c:v>0.0250795303983</c:v>
                </c:pt>
                <c:pt idx="964">
                  <c:v>0.0250140600651</c:v>
                </c:pt>
                <c:pt idx="965">
                  <c:v>0.0249492774313</c:v>
                </c:pt>
                <c:pt idx="966">
                  <c:v>0.0248851818811</c:v>
                </c:pt>
                <c:pt idx="967">
                  <c:v>0.0248217727705</c:v>
                </c:pt>
                <c:pt idx="968">
                  <c:v>0.024759049427</c:v>
                </c:pt>
                <c:pt idx="969">
                  <c:v>0.0246970111494</c:v>
                </c:pt>
                <c:pt idx="970">
                  <c:v>0.0246356572078</c:v>
                </c:pt>
                <c:pt idx="971">
                  <c:v>0.0245749868433</c:v>
                </c:pt>
                <c:pt idx="972">
                  <c:v>0.0245149992677</c:v>
                </c:pt>
                <c:pt idx="973">
                  <c:v>0.0244556936631</c:v>
                </c:pt>
                <c:pt idx="974">
                  <c:v>0.0243970691816</c:v>
                </c:pt>
                <c:pt idx="975">
                  <c:v>0.0243391249447</c:v>
                </c:pt>
                <c:pt idx="976">
                  <c:v>0.0242818600425</c:v>
                </c:pt>
                <c:pt idx="977">
                  <c:v>0.0242252735335</c:v>
                </c:pt>
                <c:pt idx="978">
                  <c:v>0.0241693644432</c:v>
                </c:pt>
                <c:pt idx="979">
                  <c:v>0.0241141317638</c:v>
                </c:pt>
                <c:pt idx="980">
                  <c:v>0.0240595744526</c:v>
                </c:pt>
                <c:pt idx="981">
                  <c:v>0.0240056914319</c:v>
                </c:pt>
                <c:pt idx="982">
                  <c:v>0.0239524815866</c:v>
                </c:pt>
                <c:pt idx="983">
                  <c:v>0.0238999437642</c:v>
                </c:pt>
                <c:pt idx="984">
                  <c:v>0.0238480767726</c:v>
                </c:pt>
                <c:pt idx="985">
                  <c:v>0.023796879379</c:v>
                </c:pt>
                <c:pt idx="986">
                  <c:v>0.0237463503084</c:v>
                </c:pt>
                <c:pt idx="987">
                  <c:v>0.0236964882417</c:v>
                </c:pt>
                <c:pt idx="988">
                  <c:v>0.0236472918145</c:v>
                </c:pt>
                <c:pt idx="989">
                  <c:v>0.0235987596147</c:v>
                </c:pt>
                <c:pt idx="990">
                  <c:v>0.0235508901811</c:v>
                </c:pt>
                <c:pt idx="991">
                  <c:v>0.0235036820011</c:v>
                </c:pt>
                <c:pt idx="992">
                  <c:v>0.0234571335089</c:v>
                </c:pt>
                <c:pt idx="993">
                  <c:v>0.0234112430829</c:v>
                </c:pt>
                <c:pt idx="994">
                  <c:v>0.0233660090441</c:v>
                </c:pt>
                <c:pt idx="995">
                  <c:v>0.0233214296534</c:v>
                </c:pt>
                <c:pt idx="996">
                  <c:v>0.0232775031092</c:v>
                </c:pt>
                <c:pt idx="997">
                  <c:v>0.0232342275452</c:v>
                </c:pt>
                <c:pt idx="998">
                  <c:v>0.0231916010279</c:v>
                </c:pt>
                <c:pt idx="999">
                  <c:v>0.0231496215539</c:v>
                </c:pt>
                <c:pt idx="1000">
                  <c:v>0.0231082870474</c:v>
                </c:pt>
                <c:pt idx="1001">
                  <c:v>0.0230675953575</c:v>
                </c:pt>
                <c:pt idx="1002">
                  <c:v>0.0230275442557</c:v>
                </c:pt>
                <c:pt idx="1003">
                  <c:v>0.0229881314332</c:v>
                </c:pt>
                <c:pt idx="1004">
                  <c:v>0.0229493544981</c:v>
                </c:pt>
                <c:pt idx="1005">
                  <c:v>0.0229112109724</c:v>
                </c:pt>
                <c:pt idx="1006">
                  <c:v>0.0228736982901</c:v>
                </c:pt>
                <c:pt idx="1007">
                  <c:v>0.0228368137937</c:v>
                </c:pt>
                <c:pt idx="1008">
                  <c:v>0.0228005547316</c:v>
                </c:pt>
                <c:pt idx="1009">
                  <c:v>0.022764918256</c:v>
                </c:pt>
                <c:pt idx="1010">
                  <c:v>0.0227299014196</c:v>
                </c:pt>
                <c:pt idx="1011">
                  <c:v>0.0226955011734</c:v>
                </c:pt>
                <c:pt idx="1012">
                  <c:v>0.0226617143638</c:v>
                </c:pt>
                <c:pt idx="1013">
                  <c:v>0.0226285377305</c:v>
                </c:pt>
                <c:pt idx="1014">
                  <c:v>0.022595967904</c:v>
                </c:pt>
                <c:pt idx="1015">
                  <c:v>0.022564001403</c:v>
                </c:pt>
                <c:pt idx="1016">
                  <c:v>0.0225326346324</c:v>
                </c:pt>
                <c:pt idx="1017">
                  <c:v>0.0225018638812</c:v>
                </c:pt>
                <c:pt idx="1018">
                  <c:v>0.0224716853203</c:v>
                </c:pt>
                <c:pt idx="1019">
                  <c:v>0.0224420950006</c:v>
                </c:pt>
                <c:pt idx="1020">
                  <c:v>0.0224130888516</c:v>
                </c:pt>
                <c:pt idx="1021">
                  <c:v>0.0223846626794</c:v>
                </c:pt>
                <c:pt idx="1022">
                  <c:v>0.0223568121651</c:v>
                </c:pt>
                <c:pt idx="1023">
                  <c:v>0.0223295328642</c:v>
                </c:pt>
                <c:pt idx="1024">
                  <c:v>0.0223028202047</c:v>
                </c:pt>
                <c:pt idx="1025">
                  <c:v>0.0222766694864</c:v>
                </c:pt>
                <c:pt idx="1026">
                  <c:v>0.0222510758805</c:v>
                </c:pt>
                <c:pt idx="1027">
                  <c:v>0.0222260344285</c:v>
                </c:pt>
                <c:pt idx="1028">
                  <c:v>0.022201540042</c:v>
                </c:pt>
                <c:pt idx="1029">
                  <c:v>0.0221775875029</c:v>
                </c:pt>
                <c:pt idx="1030">
                  <c:v>0.0221541714628</c:v>
                </c:pt>
                <c:pt idx="1031">
                  <c:v>0.0221312864439</c:v>
                </c:pt>
                <c:pt idx="1032">
                  <c:v>0.0221089268391</c:v>
                </c:pt>
                <c:pt idx="1033">
                  <c:v>0.0220870869129</c:v>
                </c:pt>
                <c:pt idx="1034">
                  <c:v>0.0220657608024</c:v>
                </c:pt>
                <c:pt idx="1035">
                  <c:v>0.0220449425184</c:v>
                </c:pt>
                <c:pt idx="1036">
                  <c:v>0.0220246259467</c:v>
                </c:pt>
                <c:pt idx="1037">
                  <c:v>0.02200480485</c:v>
                </c:pt>
                <c:pt idx="1038">
                  <c:v>0.0219854728698</c:v>
                </c:pt>
                <c:pt idx="1039">
                  <c:v>0.0219666235281</c:v>
                </c:pt>
                <c:pt idx="1040">
                  <c:v>0.0219482502303</c:v>
                </c:pt>
                <c:pt idx="1041">
                  <c:v>0.0219303462673</c:v>
                </c:pt>
                <c:pt idx="1042">
                  <c:v>0.0219129048187</c:v>
                </c:pt>
                <c:pt idx="1043">
                  <c:v>0.0218959189553</c:v>
                </c:pt>
                <c:pt idx="1044">
                  <c:v>0.0218793816427</c:v>
                </c:pt>
                <c:pt idx="1045">
                  <c:v>0.0218632857444</c:v>
                </c:pt>
                <c:pt idx="1046">
                  <c:v>0.0218476240256</c:v>
                </c:pt>
                <c:pt idx="1047">
                  <c:v>0.0218323891569</c:v>
                </c:pt>
                <c:pt idx="1048">
                  <c:v>0.0218175737178</c:v>
                </c:pt>
                <c:pt idx="1049">
                  <c:v>0.0218031702016</c:v>
                </c:pt>
                <c:pt idx="1050">
                  <c:v>0.0217891710186</c:v>
                </c:pt>
                <c:pt idx="1051">
                  <c:v>0.0217755685013</c:v>
                </c:pt>
                <c:pt idx="1052">
                  <c:v>0.0217623549084</c:v>
                </c:pt>
                <c:pt idx="1053">
                  <c:v>0.0217495224293</c:v>
                </c:pt>
                <c:pt idx="1054">
                  <c:v>0.021737063189</c:v>
                </c:pt>
                <c:pt idx="1055">
                  <c:v>0.0217249692526</c:v>
                </c:pt>
                <c:pt idx="1056">
                  <c:v>0.0217132326303</c:v>
                </c:pt>
                <c:pt idx="1057">
                  <c:v>0.0217018452817</c:v>
                </c:pt>
                <c:pt idx="1058">
                  <c:v>0.0216907991213</c:v>
                </c:pt>
                <c:pt idx="1059">
                  <c:v>0.0216800860228</c:v>
                </c:pt>
                <c:pt idx="1060">
                  <c:v>0.0216696978242</c:v>
                </c:pt>
                <c:pt idx="1061">
                  <c:v>0.0216596263327</c:v>
                </c:pt>
                <c:pt idx="1062">
                  <c:v>0.0216498633291</c:v>
                </c:pt>
                <c:pt idx="1063">
                  <c:v>0.021640400573</c:v>
                </c:pt>
                <c:pt idx="1064">
                  <c:v>0.021631229807</c:v>
                </c:pt>
                <c:pt idx="1065">
                  <c:v>0.0216223427618</c:v>
                </c:pt>
                <c:pt idx="1066">
                  <c:v>0.0216137311602</c:v>
                </c:pt>
                <c:pt idx="1067">
                  <c:v>0.0216053867219</c:v>
                </c:pt>
                <c:pt idx="1068">
                  <c:v>0.0215973011673</c:v>
                </c:pt>
                <c:pt idx="1069">
                  <c:v>0.0215894662222</c:v>
                </c:pt>
                <c:pt idx="1070">
                  <c:v>0.0215818736215</c:v>
                </c:pt>
                <c:pt idx="1071">
                  <c:v>0.021574515113</c:v>
                </c:pt>
                <c:pt idx="1072">
                  <c:v>0.0215673824611</c:v>
                </c:pt>
                <c:pt idx="1073">
                  <c:v>0.0215604674506</c:v>
                </c:pt>
                <c:pt idx="1074">
                  <c:v>0.0215537618896</c:v>
                </c:pt>
                <c:pt idx="1075">
                  <c:v>0.021547257613</c:v>
                </c:pt>
                <c:pt idx="1076">
                  <c:v>0.0215409464853</c:v>
                </c:pt>
                <c:pt idx="1077">
                  <c:v>0.0215348204035</c:v>
                </c:pt>
                <c:pt idx="1078">
                  <c:v>0.0215288712996</c:v>
                </c:pt>
                <c:pt idx="1079">
                  <c:v>0.0215230911427</c:v>
                </c:pt>
                <c:pt idx="1080">
                  <c:v>0.0215174719415</c:v>
                </c:pt>
                <c:pt idx="1081">
                  <c:v>0.0215120057463</c:v>
                </c:pt>
                <c:pt idx="1082">
                  <c:v>0.0215066846502</c:v>
                </c:pt>
                <c:pt idx="1083">
                  <c:v>0.0215015007912</c:v>
                </c:pt>
                <c:pt idx="1084">
                  <c:v>0.021496446353</c:v>
                </c:pt>
                <c:pt idx="1085">
                  <c:v>0.0214915135666</c:v>
                </c:pt>
                <c:pt idx="1086">
                  <c:v>0.0214866947106</c:v>
                </c:pt>
                <c:pt idx="1087">
                  <c:v>0.0214819821122</c:v>
                </c:pt>
                <c:pt idx="1088">
                  <c:v>0.0214773681476</c:v>
                </c:pt>
                <c:pt idx="1089">
                  <c:v>0.0214728452422</c:v>
                </c:pt>
                <c:pt idx="1090">
                  <c:v>0.0214684058705</c:v>
                </c:pt>
                <c:pt idx="1091">
                  <c:v>0.0214640425562</c:v>
                </c:pt>
                <c:pt idx="1092">
                  <c:v>0.0214597478716</c:v>
                </c:pt>
                <c:pt idx="1093">
                  <c:v>0.0214555144373</c:v>
                </c:pt>
                <c:pt idx="1094">
                  <c:v>0.0214513349212</c:v>
                </c:pt>
                <c:pt idx="1095">
                  <c:v>0.0214472020377</c:v>
                </c:pt>
                <c:pt idx="1096">
                  <c:v>0.0214431085466</c:v>
                </c:pt>
                <c:pt idx="1097">
                  <c:v>0.0214390472519</c:v>
                </c:pt>
                <c:pt idx="1098">
                  <c:v>0.0214350110005</c:v>
                </c:pt>
                <c:pt idx="1099">
                  <c:v>0.0214309926802</c:v>
                </c:pt>
                <c:pt idx="1100">
                  <c:v>0.0214269852184</c:v>
                </c:pt>
                <c:pt idx="1101">
                  <c:v>0.0214229815803</c:v>
                </c:pt>
                <c:pt idx="1102">
                  <c:v>0.0214189747663</c:v>
                </c:pt>
                <c:pt idx="1103">
                  <c:v>0.0214149578107</c:v>
                </c:pt>
                <c:pt idx="1104">
                  <c:v>0.021410923779</c:v>
                </c:pt>
                <c:pt idx="1105">
                  <c:v>0.0214068657655</c:v>
                </c:pt>
                <c:pt idx="1106">
                  <c:v>0.0214027768912</c:v>
                </c:pt>
                <c:pt idx="1107">
                  <c:v>0.0213986503009</c:v>
                </c:pt>
                <c:pt idx="1108">
                  <c:v>0.0213944791607</c:v>
                </c:pt>
                <c:pt idx="1109">
                  <c:v>0.0213902566556</c:v>
                </c:pt>
                <c:pt idx="1110">
                  <c:v>0.0213859759861</c:v>
                </c:pt>
                <c:pt idx="1111">
                  <c:v>0.0213816303661</c:v>
                </c:pt>
                <c:pt idx="1112">
                  <c:v>0.0213772130193</c:v>
                </c:pt>
                <c:pt idx="1113">
                  <c:v>0.0213727171767</c:v>
                </c:pt>
                <c:pt idx="1114">
                  <c:v>0.0213681360735</c:v>
                </c:pt>
                <c:pt idx="1115">
                  <c:v>0.0213634629461</c:v>
                </c:pt>
                <c:pt idx="1116">
                  <c:v>0.021358691029</c:v>
                </c:pt>
                <c:pt idx="1117">
                  <c:v>0.0213538135518</c:v>
                </c:pt>
                <c:pt idx="1118">
                  <c:v>0.0213488237363</c:v>
                </c:pt>
                <c:pt idx="1119">
                  <c:v>0.0213437147931</c:v>
                </c:pt>
                <c:pt idx="1120">
                  <c:v>0.0213384799188</c:v>
                </c:pt>
                <c:pt idx="1121">
                  <c:v>0.021333112293</c:v>
                </c:pt>
                <c:pt idx="1122">
                  <c:v>0.0213276050751</c:v>
                </c:pt>
                <c:pt idx="1123">
                  <c:v>0.0213219514016</c:v>
                </c:pt>
                <c:pt idx="1124">
                  <c:v>0.021316144383</c:v>
                </c:pt>
                <c:pt idx="1125">
                  <c:v>0.0213101771009</c:v>
                </c:pt>
                <c:pt idx="1126">
                  <c:v>0.0213040426056</c:v>
                </c:pt>
                <c:pt idx="1127">
                  <c:v>0.0212977339126</c:v>
                </c:pt>
                <c:pt idx="1128">
                  <c:v>0.0212912440008</c:v>
                </c:pt>
                <c:pt idx="1129">
                  <c:v>0.0212845658095</c:v>
                </c:pt>
                <c:pt idx="1130">
                  <c:v>0.0212776922357</c:v>
                </c:pt>
                <c:pt idx="1131">
                  <c:v>0.0212706161324</c:v>
                </c:pt>
                <c:pt idx="1132">
                  <c:v>0.0212633303057</c:v>
                </c:pt>
                <c:pt idx="1133">
                  <c:v>0.0212558275132</c:v>
                </c:pt>
                <c:pt idx="1134">
                  <c:v>0.0212481004617</c:v>
                </c:pt>
                <c:pt idx="1135">
                  <c:v>0.0212401418054</c:v>
                </c:pt>
                <c:pt idx="1136">
                  <c:v>0.0212319441443</c:v>
                </c:pt>
                <c:pt idx="1137">
                  <c:v>0.0212235000227</c:v>
                </c:pt>
                <c:pt idx="1138">
                  <c:v>0.0212148019277</c:v>
                </c:pt>
                <c:pt idx="1139">
                  <c:v>0.0212058422883</c:v>
                </c:pt>
                <c:pt idx="1140">
                  <c:v>0.021196613474</c:v>
                </c:pt>
                <c:pt idx="1141">
                  <c:v>0.0211871077945</c:v>
                </c:pt>
                <c:pt idx="1142">
                  <c:v>0.0211773174988</c:v>
                </c:pt>
                <c:pt idx="1143">
                  <c:v>0.021167234775</c:v>
                </c:pt>
                <c:pt idx="1144">
                  <c:v>0.0211568517501</c:v>
                </c:pt>
                <c:pt idx="1145">
                  <c:v>0.0211461604904</c:v>
                </c:pt>
                <c:pt idx="1146">
                  <c:v>0.0211351530013</c:v>
                </c:pt>
                <c:pt idx="1147">
                  <c:v>0.0211238212286</c:v>
                </c:pt>
                <c:pt idx="1148">
                  <c:v>0.0211121570592</c:v>
                </c:pt>
                <c:pt idx="1149">
                  <c:v>0.0211001523219</c:v>
                </c:pt>
                <c:pt idx="1150">
                  <c:v>0.0210877987895</c:v>
                </c:pt>
                <c:pt idx="1151">
                  <c:v>0.0210750881801</c:v>
                </c:pt>
                <c:pt idx="1152">
                  <c:v>0.0210620121597</c:v>
                </c:pt>
                <c:pt idx="1153">
                  <c:v>0.021048562344</c:v>
                </c:pt>
                <c:pt idx="1154">
                  <c:v>0.0210347303017</c:v>
                </c:pt>
                <c:pt idx="1155">
                  <c:v>0.0210205075572</c:v>
                </c:pt>
                <c:pt idx="1156">
                  <c:v>0.0210058855942</c:v>
                </c:pt>
                <c:pt idx="1157">
                  <c:v>0.0209908558598</c:v>
                </c:pt>
                <c:pt idx="1158">
                  <c:v>0.0209754097679</c:v>
                </c:pt>
                <c:pt idx="1159">
                  <c:v>0.0209595387046</c:v>
                </c:pt>
                <c:pt idx="1160">
                  <c:v>0.0209432340324</c:v>
                </c:pt>
                <c:pt idx="1161">
                  <c:v>0.0209264870959</c:v>
                </c:pt>
                <c:pt idx="1162">
                  <c:v>0.0209092892275</c:v>
                </c:pt>
                <c:pt idx="1163">
                  <c:v>0.0208916317533</c:v>
                </c:pt>
                <c:pt idx="1164">
                  <c:v>0.0208735059997</c:v>
                </c:pt>
                <c:pt idx="1165">
                  <c:v>0.0208549033003</c:v>
                </c:pt>
                <c:pt idx="1166">
                  <c:v>0.0208358150034</c:v>
                </c:pt>
                <c:pt idx="1167">
                  <c:v>0.0208162324792</c:v>
                </c:pt>
                <c:pt idx="1168">
                  <c:v>0.0207961471289</c:v>
                </c:pt>
                <c:pt idx="1169">
                  <c:v>0.0207755503922</c:v>
                </c:pt>
                <c:pt idx="1170">
                  <c:v>0.0207544337571</c:v>
                </c:pt>
                <c:pt idx="1171">
                  <c:v>0.0207327887691</c:v>
                </c:pt>
                <c:pt idx="1172">
                  <c:v>0.0207106070409</c:v>
                </c:pt>
                <c:pt idx="1173">
                  <c:v>0.0206878802628</c:v>
                </c:pt>
                <c:pt idx="1174">
                  <c:v>0.0206646002133</c:v>
                </c:pt>
                <c:pt idx="1175">
                  <c:v>0.02064075877</c:v>
                </c:pt>
                <c:pt idx="1176">
                  <c:v>0.0206163479216</c:v>
                </c:pt>
                <c:pt idx="1177">
                  <c:v>0.0205913597792</c:v>
                </c:pt>
                <c:pt idx="1178">
                  <c:v>0.0205657865885</c:v>
                </c:pt>
                <c:pt idx="1179">
                  <c:v>0.0205396207428</c:v>
                </c:pt>
                <c:pt idx="1180">
                  <c:v>0.0205128547956</c:v>
                </c:pt>
                <c:pt idx="1181">
                  <c:v>0.0204854814738</c:v>
                </c:pt>
                <c:pt idx="1182">
                  <c:v>0.0204574936915</c:v>
                </c:pt>
                <c:pt idx="1183">
                  <c:v>0.0204288845636</c:v>
                </c:pt>
                <c:pt idx="1184">
                  <c:v>0.0203996474198</c:v>
                </c:pt>
                <c:pt idx="1185">
                  <c:v>0.0203697758195</c:v>
                </c:pt>
                <c:pt idx="1186">
                  <c:v>0.0203392635655</c:v>
                </c:pt>
                <c:pt idx="1187">
                  <c:v>0.0203081047194</c:v>
                </c:pt>
                <c:pt idx="1188">
                  <c:v>0.0202762936161</c:v>
                </c:pt>
                <c:pt idx="1189">
                  <c:v>0.0202438248791</c:v>
                </c:pt>
                <c:pt idx="1190">
                  <c:v>0.020210693435</c:v>
                </c:pt>
                <c:pt idx="1191">
                  <c:v>0.0201768945293</c:v>
                </c:pt>
                <c:pt idx="1192">
                  <c:v>0.020142423741</c:v>
                </c:pt>
                <c:pt idx="1193">
                  <c:v>0.0201072769977</c:v>
                </c:pt>
                <c:pt idx="1194">
                  <c:v>0.0200714505908</c:v>
                </c:pt>
                <c:pt idx="1195">
                  <c:v>0.0200349411902</c:v>
                </c:pt>
                <c:pt idx="1196">
                  <c:v>0.019997745859</c:v>
                </c:pt>
                <c:pt idx="1197">
                  <c:v>0.0199598620676</c:v>
                </c:pt>
                <c:pt idx="1198">
                  <c:v>0.0199212877083</c:v>
                </c:pt>
                <c:pt idx="1199">
                  <c:v>0.0198820211091</c:v>
                </c:pt>
                <c:pt idx="1200">
                  <c:v>0.0198420610466</c:v>
                </c:pt>
                <c:pt idx="1201">
                  <c:v>0.0198014067594</c:v>
                </c:pt>
                <c:pt idx="1202">
                  <c:v>0.0197600579606</c:v>
                </c:pt>
                <c:pt idx="1203">
                  <c:v>0.0197180148496</c:v>
                </c:pt>
                <c:pt idx="1204">
                  <c:v>0.0196752781234</c:v>
                </c:pt>
                <c:pt idx="1205">
                  <c:v>0.0196318489875</c:v>
                </c:pt>
                <c:pt idx="1206">
                  <c:v>0.0195877291654</c:v>
                </c:pt>
                <c:pt idx="1207">
                  <c:v>0.0195429209084</c:v>
                </c:pt>
                <c:pt idx="1208">
                  <c:v>0.0194974270034</c:v>
                </c:pt>
                <c:pt idx="1209">
                  <c:v>0.0194512507809</c:v>
                </c:pt>
                <c:pt idx="1210">
                  <c:v>0.0194043961213</c:v>
                </c:pt>
                <c:pt idx="1211">
                  <c:v>0.0193568674604</c:v>
                </c:pt>
                <c:pt idx="1212">
                  <c:v>0.0193086697943</c:v>
                </c:pt>
                <c:pt idx="1213">
                  <c:v>0.0192598086829</c:v>
                </c:pt>
                <c:pt idx="1214">
                  <c:v>0.0192102902522</c:v>
                </c:pt>
                <c:pt idx="1215">
                  <c:v>0.0191601211957</c:v>
                </c:pt>
                <c:pt idx="1216">
                  <c:v>0.0191093087747</c:v>
                </c:pt>
                <c:pt idx="1217">
                  <c:v>0.0190578608172</c:v>
                </c:pt>
                <c:pt idx="1218">
                  <c:v>0.0190057857154</c:v>
                </c:pt>
                <c:pt idx="1219">
                  <c:v>0.0189530924228</c:v>
                </c:pt>
                <c:pt idx="1220">
                  <c:v>0.0188997904492</c:v>
                </c:pt>
                <c:pt idx="1221">
                  <c:v>0.0188458898546</c:v>
                </c:pt>
                <c:pt idx="1222">
                  <c:v>0.0187914012421</c:v>
                </c:pt>
                <c:pt idx="1223">
                  <c:v>0.0187363357498</c:v>
                </c:pt>
                <c:pt idx="1224">
                  <c:v>0.0186807050404</c:v>
                </c:pt>
                <c:pt idx="1225">
                  <c:v>0.0186245212907</c:v>
                </c:pt>
                <c:pt idx="1226">
                  <c:v>0.0185677971796</c:v>
                </c:pt>
                <c:pt idx="1227">
                  <c:v>0.0185105458739</c:v>
                </c:pt>
                <c:pt idx="1228">
                  <c:v>0.0184527810148</c:v>
                </c:pt>
                <c:pt idx="1229">
                  <c:v>0.0183945167016</c:v>
                </c:pt>
                <c:pt idx="1230">
                  <c:v>0.0183357674748</c:v>
                </c:pt>
                <c:pt idx="1231">
                  <c:v>0.0182765482988</c:v>
                </c:pt>
                <c:pt idx="1232">
                  <c:v>0.0182168745427</c:v>
                </c:pt>
                <c:pt idx="1233">
                  <c:v>0.0181567619606</c:v>
                </c:pt>
                <c:pt idx="1234">
                  <c:v>0.018096226671</c:v>
                </c:pt>
                <c:pt idx="1235">
                  <c:v>0.0180352851352</c:v>
                </c:pt>
                <c:pt idx="1236">
                  <c:v>0.0179739541352</c:v>
                </c:pt>
                <c:pt idx="1237">
                  <c:v>0.0179122507506</c:v>
                </c:pt>
                <c:pt idx="1238">
                  <c:v>0.0178501923352</c:v>
                </c:pt>
                <c:pt idx="1239">
                  <c:v>0.017787796493</c:v>
                </c:pt>
                <c:pt idx="1240">
                  <c:v>0.0177250810531</c:v>
                </c:pt>
                <c:pt idx="1241">
                  <c:v>0.0176620640455</c:v>
                </c:pt>
                <c:pt idx="1242">
                  <c:v>0.0175987636754</c:v>
                </c:pt>
                <c:pt idx="1243">
                  <c:v>0.0175351982979</c:v>
                </c:pt>
                <c:pt idx="1244">
                  <c:v>0.0174713863924</c:v>
                </c:pt>
                <c:pt idx="1245">
                  <c:v>0.0174073465369</c:v>
                </c:pt>
                <c:pt idx="1246">
                  <c:v>0.0173430973826</c:v>
                </c:pt>
                <c:pt idx="1247">
                  <c:v>0.0172786576279</c:v>
                </c:pt>
                <c:pt idx="1248">
                  <c:v>0.0172140459937</c:v>
                </c:pt>
                <c:pt idx="1249">
                  <c:v>0.0171492811979</c:v>
                </c:pt>
                <c:pt idx="1250">
                  <c:v>0.0170843819309</c:v>
                </c:pt>
                <c:pt idx="1251">
                  <c:v>0.0170193668312</c:v>
                </c:pt>
                <c:pt idx="1252">
                  <c:v>0.0169542544616</c:v>
                </c:pt>
                <c:pt idx="1253">
                  <c:v>0.0168890632858</c:v>
                </c:pt>
                <c:pt idx="1254">
                  <c:v>0.0168238116461</c:v>
                </c:pt>
                <c:pt idx="1255">
                  <c:v>0.0167585177409</c:v>
                </c:pt>
                <c:pt idx="1256">
                  <c:v>0.0166931996037</c:v>
                </c:pt>
                <c:pt idx="1257">
                  <c:v>0.0166278750825</c:v>
                </c:pt>
                <c:pt idx="1258">
                  <c:v>0.0165625618204</c:v>
                </c:pt>
                <c:pt idx="1259">
                  <c:v>0.0164972772361</c:v>
                </c:pt>
                <c:pt idx="1260">
                  <c:v>0.0164320385065</c:v>
                </c:pt>
                <c:pt idx="1261">
                  <c:v>0.0163668625494</c:v>
                </c:pt>
                <c:pt idx="1262">
                  <c:v>0.0163017660077</c:v>
                </c:pt>
                <c:pt idx="1263">
                  <c:v>0.0162367652338</c:v>
                </c:pt>
                <c:pt idx="1264">
                  <c:v>0.016171876276</c:v>
                </c:pt>
                <c:pt idx="1265">
                  <c:v>0.0161071148649</c:v>
                </c:pt>
                <c:pt idx="1266">
                  <c:v>0.0160424964017</c:v>
                </c:pt>
                <c:pt idx="1267">
                  <c:v>0.0159780359469</c:v>
                </c:pt>
                <c:pt idx="1268">
                  <c:v>0.0159137482099</c:v>
                </c:pt>
                <c:pt idx="1269">
                  <c:v>0.0158496475407</c:v>
                </c:pt>
                <c:pt idx="1270">
                  <c:v>0.015785747921</c:v>
                </c:pt>
                <c:pt idx="1271">
                  <c:v>0.0157220629573</c:v>
                </c:pt>
                <c:pt idx="1272">
                  <c:v>0.0156586058753</c:v>
                </c:pt>
                <c:pt idx="1273">
                  <c:v>0.015595389514</c:v>
                </c:pt>
                <c:pt idx="1274">
                  <c:v>0.0155324263218</c:v>
                </c:pt>
                <c:pt idx="1275">
                  <c:v>0.0154697283532</c:v>
                </c:pt>
                <c:pt idx="1276">
                  <c:v>0.0154073072662</c:v>
                </c:pt>
                <c:pt idx="1277">
                  <c:v>0.0153451743208</c:v>
                </c:pt>
                <c:pt idx="1278">
                  <c:v>0.015283340378</c:v>
                </c:pt>
                <c:pt idx="1279">
                  <c:v>0.0152218159003</c:v>
                </c:pt>
                <c:pt idx="1280">
                  <c:v>0.015160610952</c:v>
                </c:pt>
                <c:pt idx="1281">
                  <c:v>0.0150997352006</c:v>
                </c:pt>
                <c:pt idx="1282">
                  <c:v>0.0150391979195</c:v>
                </c:pt>
                <c:pt idx="1283">
                  <c:v>0.0149790079904</c:v>
                </c:pt>
                <c:pt idx="1284">
                  <c:v>0.0149191739069</c:v>
                </c:pt>
                <c:pt idx="1285">
                  <c:v>0.0148597037784</c:v>
                </c:pt>
                <c:pt idx="1286">
                  <c:v>0.0148006053349</c:v>
                </c:pt>
                <c:pt idx="1287">
                  <c:v>0.0147418859317</c:v>
                </c:pt>
                <c:pt idx="1288">
                  <c:v>0.0146835525551</c:v>
                </c:pt>
                <c:pt idx="1289">
                  <c:v>0.0146256118286</c:v>
                </c:pt>
                <c:pt idx="1290">
                  <c:v>0.0145680700186</c:v>
                </c:pt>
                <c:pt idx="1291">
                  <c:v>0.0145109330418</c:v>
                </c:pt>
                <c:pt idx="1292">
                  <c:v>0.0144542064717</c:v>
                </c:pt>
                <c:pt idx="1293">
                  <c:v>0.0143978955464</c:v>
                </c:pt>
                <c:pt idx="1294">
                  <c:v>0.0143420051756</c:v>
                </c:pt>
                <c:pt idx="1295">
                  <c:v>0.0142865399488</c:v>
                </c:pt>
                <c:pt idx="1296">
                  <c:v>0.0142315041431</c:v>
                </c:pt>
                <c:pt idx="1297">
                  <c:v>0.0141769017314</c:v>
                </c:pt>
                <c:pt idx="1298">
                  <c:v>0.0141227363909</c:v>
                </c:pt>
                <c:pt idx="1299">
                  <c:v>0.0140690115109</c:v>
                </c:pt>
                <c:pt idx="1300">
                  <c:v>0.014015730202</c:v>
                </c:pt>
                <c:pt idx="1301">
                  <c:v>0.0139628953042</c:v>
                </c:pt>
                <c:pt idx="1302">
                  <c:v>0.0139105093954</c:v>
                </c:pt>
                <c:pt idx="1303">
                  <c:v>0.0138585748003</c:v>
                </c:pt>
                <c:pt idx="1304">
                  <c:v>0.0138070935989</c:v>
                </c:pt>
                <c:pt idx="1305">
                  <c:v>0.0137560676348</c:v>
                </c:pt>
                <c:pt idx="1306">
                  <c:v>0.0137054985239</c:v>
                </c:pt>
                <c:pt idx="1307">
                  <c:v>0.0136553876631</c:v>
                </c:pt>
                <c:pt idx="1308">
                  <c:v>0.013605736238</c:v>
                </c:pt>
                <c:pt idx="1309">
                  <c:v>0.0135565452318</c:v>
                </c:pt>
                <c:pt idx="1310">
                  <c:v>0.0135078154334</c:v>
                </c:pt>
                <c:pt idx="1311">
                  <c:v>0.013459547445</c:v>
                </c:pt>
                <c:pt idx="1312">
                  <c:v>0.0134117416907</c:v>
                </c:pt>
                <c:pt idx="1313">
                  <c:v>0.0133643984237</c:v>
                </c:pt>
                <c:pt idx="1314">
                  <c:v>0.0133175177343</c:v>
                </c:pt>
                <c:pt idx="1315">
                  <c:v>0.0132710995573</c:v>
                </c:pt>
                <c:pt idx="1316">
                  <c:v>0.0132251436795</c:v>
                </c:pt>
                <c:pt idx="1317">
                  <c:v>0.0131796497464</c:v>
                </c:pt>
                <c:pt idx="1318">
                  <c:v>0.0131346172699</c:v>
                </c:pt>
                <c:pt idx="1319">
                  <c:v>0.0130900456344</c:v>
                </c:pt>
                <c:pt idx="1320">
                  <c:v>0.0130459341042</c:v>
                </c:pt>
                <c:pt idx="1321">
                  <c:v>0.0130022818291</c:v>
                </c:pt>
                <c:pt idx="1322">
                  <c:v>0.0129590878514</c:v>
                </c:pt>
                <c:pt idx="1323">
                  <c:v>0.0129163511119</c:v>
                </c:pt>
                <c:pt idx="1324">
                  <c:v>0.0128740704551</c:v>
                </c:pt>
                <c:pt idx="1325">
                  <c:v>0.012832244636</c:v>
                </c:pt>
                <c:pt idx="1326">
                  <c:v>0.0127908723248</c:v>
                </c:pt>
                <c:pt idx="1327">
                  <c:v>0.0127499521124</c:v>
                </c:pt>
                <c:pt idx="1328">
                  <c:v>0.0127094825158</c:v>
                </c:pt>
                <c:pt idx="1329">
                  <c:v>0.0126694619829</c:v>
                </c:pt>
                <c:pt idx="1330">
                  <c:v>0.0126298888972</c:v>
                </c:pt>
                <c:pt idx="1331">
                  <c:v>0.0125907615824</c:v>
                </c:pt>
                <c:pt idx="1332">
                  <c:v>0.012552078307</c:v>
                </c:pt>
                <c:pt idx="1333">
                  <c:v>0.0125138372882</c:v>
                </c:pt>
                <c:pt idx="1334">
                  <c:v>0.0124760366964</c:v>
                </c:pt>
                <c:pt idx="1335">
                  <c:v>0.0124386746584</c:v>
                </c:pt>
                <c:pt idx="1336">
                  <c:v>0.0124017492618</c:v>
                </c:pt>
                <c:pt idx="1337">
                  <c:v>0.0123652585582</c:v>
                </c:pt>
                <c:pt idx="1338">
                  <c:v>0.0123292005664</c:v>
                </c:pt>
                <c:pt idx="1339">
                  <c:v>0.0122935732757</c:v>
                </c:pt>
                <c:pt idx="1340">
                  <c:v>0.0122583746494</c:v>
                </c:pt>
                <c:pt idx="1341">
                  <c:v>0.012223602627</c:v>
                </c:pt>
                <c:pt idx="1342">
                  <c:v>0.0121892551271</c:v>
                </c:pt>
                <c:pt idx="1343">
                  <c:v>0.0121553300503</c:v>
                </c:pt>
                <c:pt idx="1344">
                  <c:v>0.0121218252814</c:v>
                </c:pt>
                <c:pt idx="1345">
                  <c:v>0.0120887386916</c:v>
                </c:pt>
                <c:pt idx="1346">
                  <c:v>0.0120560681408</c:v>
                </c:pt>
                <c:pt idx="1347">
                  <c:v>0.0120238114794</c:v>
                </c:pt>
                <c:pt idx="1348">
                  <c:v>0.0119919665505</c:v>
                </c:pt>
                <c:pt idx="1349">
                  <c:v>0.0119605311915</c:v>
                </c:pt>
                <c:pt idx="1350">
                  <c:v>0.0119295032356</c:v>
                </c:pt>
                <c:pt idx="1351">
                  <c:v>0.0118988805132</c:v>
                </c:pt>
                <c:pt idx="1352">
                  <c:v>0.0118686608539</c:v>
                </c:pt>
                <c:pt idx="1353">
                  <c:v>0.011838842087</c:v>
                </c:pt>
                <c:pt idx="1354">
                  <c:v>0.011809422043</c:v>
                </c:pt>
                <c:pt idx="1355">
                  <c:v>0.0117803985547</c:v>
                </c:pt>
                <c:pt idx="1356">
                  <c:v>0.0117517694581</c:v>
                </c:pt>
                <c:pt idx="1357">
                  <c:v>0.011723532593</c:v>
                </c:pt>
                <c:pt idx="1358">
                  <c:v>0.0116956858041</c:v>
                </c:pt>
                <c:pt idx="1359">
                  <c:v>0.0116682269413</c:v>
                </c:pt>
                <c:pt idx="1360">
                  <c:v>0.0116411538604</c:v>
                </c:pt>
                <c:pt idx="1361">
                  <c:v>0.0116144644237</c:v>
                </c:pt>
                <c:pt idx="1362">
                  <c:v>0.0115881564999</c:v>
                </c:pt>
                <c:pt idx="1363">
                  <c:v>0.0115622279649</c:v>
                </c:pt>
                <c:pt idx="1364">
                  <c:v>0.0115366767016</c:v>
                </c:pt>
                <c:pt idx="1365">
                  <c:v>0.0115115006003</c:v>
                </c:pt>
                <c:pt idx="1366">
                  <c:v>0.0114866975585</c:v>
                </c:pt>
                <c:pt idx="1367">
                  <c:v>0.011462265481</c:v>
                </c:pt>
                <c:pt idx="1368">
                  <c:v>0.0114382022798</c:v>
                </c:pt>
                <c:pt idx="1369">
                  <c:v>0.0114145058738</c:v>
                </c:pt>
                <c:pt idx="1370">
                  <c:v>0.0113911741886</c:v>
                </c:pt>
                <c:pt idx="1371">
                  <c:v>0.0113682051565</c:v>
                </c:pt>
                <c:pt idx="1372">
                  <c:v>0.0113455967155</c:v>
                </c:pt>
                <c:pt idx="1373">
                  <c:v>0.0113233468097</c:v>
                </c:pt>
                <c:pt idx="1374">
                  <c:v>0.0113014533879</c:v>
                </c:pt>
                <c:pt idx="1375">
                  <c:v>0.0112799144039</c:v>
                </c:pt>
                <c:pt idx="1376">
                  <c:v>0.0112587278154</c:v>
                </c:pt>
                <c:pt idx="1377">
                  <c:v>0.0112378915839</c:v>
                </c:pt>
                <c:pt idx="1378">
                  <c:v>0.0112174036732</c:v>
                </c:pt>
                <c:pt idx="1379">
                  <c:v>0.0111972620497</c:v>
                </c:pt>
                <c:pt idx="1380">
                  <c:v>0.011177464681</c:v>
                </c:pt>
                <c:pt idx="1381">
                  <c:v>0.0111580095352</c:v>
                </c:pt>
                <c:pt idx="1382">
                  <c:v>0.0111388945805</c:v>
                </c:pt>
                <c:pt idx="1383">
                  <c:v>0.011120117784</c:v>
                </c:pt>
                <c:pt idx="1384">
                  <c:v>0.011101677111</c:v>
                </c:pt>
                <c:pt idx="1385">
                  <c:v>0.0110835705239</c:v>
                </c:pt>
                <c:pt idx="1386">
                  <c:v>0.011065795982</c:v>
                </c:pt>
                <c:pt idx="1387">
                  <c:v>0.0110483514399</c:v>
                </c:pt>
                <c:pt idx="1388">
                  <c:v>0.0110312348467</c:v>
                </c:pt>
                <c:pt idx="1389">
                  <c:v>0.0110144441457</c:v>
                </c:pt>
                <c:pt idx="1390">
                  <c:v>0.0109979772726</c:v>
                </c:pt>
                <c:pt idx="1391">
                  <c:v>0.0109818321553</c:v>
                </c:pt>
                <c:pt idx="1392">
                  <c:v>0.0109660067129</c:v>
                </c:pt>
                <c:pt idx="1393">
                  <c:v>0.0109504988543</c:v>
                </c:pt>
                <c:pt idx="1394">
                  <c:v>0.0109353064781</c:v>
                </c:pt>
                <c:pt idx="1395">
                  <c:v>0.0109204274709</c:v>
                </c:pt>
                <c:pt idx="1396">
                  <c:v>0.0109058597073</c:v>
                </c:pt>
                <c:pt idx="1397">
                  <c:v>0.0108916010485</c:v>
                </c:pt>
                <c:pt idx="1398">
                  <c:v>0.0108776493416</c:v>
                </c:pt>
                <c:pt idx="1399">
                  <c:v>0.0108640024191</c:v>
                </c:pt>
                <c:pt idx="1400">
                  <c:v>0.0108506580977</c:v>
                </c:pt>
                <c:pt idx="1401">
                  <c:v>0.0108376141782</c:v>
                </c:pt>
                <c:pt idx="1402">
                  <c:v>0.0108248684442</c:v>
                </c:pt>
                <c:pt idx="1403">
                  <c:v>0.0108124186621</c:v>
                </c:pt>
                <c:pt idx="1404">
                  <c:v>0.01080026258</c:v>
                </c:pt>
                <c:pt idx="1405">
                  <c:v>0.0107883979275</c:v>
                </c:pt>
                <c:pt idx="1406">
                  <c:v>0.010776822415</c:v>
                </c:pt>
                <c:pt idx="1407">
                  <c:v>0.0107655337334</c:v>
                </c:pt>
                <c:pt idx="1408">
                  <c:v>0.0107545295539</c:v>
                </c:pt>
                <c:pt idx="1409">
                  <c:v>0.0107438075272</c:v>
                </c:pt>
                <c:pt idx="1410">
                  <c:v>0.0107333652836</c:v>
                </c:pt>
                <c:pt idx="1411">
                  <c:v>0.0107232004327</c:v>
                </c:pt>
                <c:pt idx="1412">
                  <c:v>0.0107133105632</c:v>
                </c:pt>
                <c:pt idx="1413">
                  <c:v>0.0107036932429</c:v>
                </c:pt>
                <c:pt idx="1414">
                  <c:v>0.0106943460186</c:v>
                </c:pt>
                <c:pt idx="1415">
                  <c:v>0.010685266416</c:v>
                </c:pt>
                <c:pt idx="1416">
                  <c:v>0.0106764519402</c:v>
                </c:pt>
                <c:pt idx="1417">
                  <c:v>0.0106679000753</c:v>
                </c:pt>
                <c:pt idx="1418">
                  <c:v>0.010659608285</c:v>
                </c:pt>
                <c:pt idx="1419">
                  <c:v>0.0106515740127</c:v>
                </c:pt>
                <c:pt idx="1420">
                  <c:v>0.0106437946818</c:v>
                </c:pt>
                <c:pt idx="1421">
                  <c:v>0.0106362676963</c:v>
                </c:pt>
                <c:pt idx="1422">
                  <c:v>0.0106289904409</c:v>
                </c:pt>
                <c:pt idx="1423">
                  <c:v>0.0106219602817</c:v>
                </c:pt>
                <c:pt idx="1424">
                  <c:v>0.0106151745667</c:v>
                </c:pt>
                <c:pt idx="1425">
                  <c:v>0.0106086306265</c:v>
                </c:pt>
                <c:pt idx="1426">
                  <c:v>0.0106023257745</c:v>
                </c:pt>
                <c:pt idx="1427">
                  <c:v>0.0105962573081</c:v>
                </c:pt>
                <c:pt idx="1428">
                  <c:v>0.0105904225092</c:v>
                </c:pt>
                <c:pt idx="1429">
                  <c:v>0.0105848186449</c:v>
                </c:pt>
                <c:pt idx="1430">
                  <c:v>0.0105794429681</c:v>
                </c:pt>
                <c:pt idx="1431">
                  <c:v>0.0105742927188</c:v>
                </c:pt>
                <c:pt idx="1432">
                  <c:v>0.0105693651245</c:v>
                </c:pt>
                <c:pt idx="1433">
                  <c:v>0.0105646574015</c:v>
                </c:pt>
                <c:pt idx="1434">
                  <c:v>0.0105601667551</c:v>
                </c:pt>
                <c:pt idx="1435">
                  <c:v>0.0105558903811</c:v>
                </c:pt>
                <c:pt idx="1436">
                  <c:v>0.0105518254666</c:v>
                </c:pt>
                <c:pt idx="1437">
                  <c:v>0.0105479691907</c:v>
                </c:pt>
                <c:pt idx="1438">
                  <c:v>0.0105443187254</c:v>
                </c:pt>
                <c:pt idx="1439">
                  <c:v>0.0105408712369</c:v>
                </c:pt>
                <c:pt idx="1440">
                  <c:v>0.010537623886</c:v>
                </c:pt>
                <c:pt idx="1441">
                  <c:v>0.0105345738295</c:v>
                </c:pt>
                <c:pt idx="1442">
                  <c:v>0.0105317182207</c:v>
                </c:pt>
                <c:pt idx="1443">
                  <c:v>0.0105290542102</c:v>
                </c:pt>
                <c:pt idx="1444">
                  <c:v>0.0105265789474</c:v>
                </c:pt>
                <c:pt idx="1445">
                  <c:v>0.0105242895806</c:v>
                </c:pt>
                <c:pt idx="1446">
                  <c:v>0.0105221832581</c:v>
                </c:pt>
                <c:pt idx="1447">
                  <c:v>0.0105202571291</c:v>
                </c:pt>
                <c:pt idx="1448">
                  <c:v>0.0105185083442</c:v>
                </c:pt>
                <c:pt idx="1449">
                  <c:v>0.0105169340564</c:v>
                </c:pt>
                <c:pt idx="1450">
                  <c:v>0.0105155314214</c:v>
                </c:pt>
                <c:pt idx="1451">
                  <c:v>0.0105142975986</c:v>
                </c:pt>
                <c:pt idx="1452">
                  <c:v>0.0105132297515</c:v>
                </c:pt>
                <c:pt idx="1453">
                  <c:v>0.0105123250485</c:v>
                </c:pt>
                <c:pt idx="1454">
                  <c:v>0.010511580663</c:v>
                </c:pt>
                <c:pt idx="1455">
                  <c:v>0.0105109937743</c:v>
                </c:pt>
                <c:pt idx="1456">
                  <c:v>0.0105105615677</c:v>
                </c:pt>
                <c:pt idx="1457">
                  <c:v>0.0105102812355</c:v>
                </c:pt>
                <c:pt idx="1458">
                  <c:v>0.0105101499765</c:v>
                </c:pt>
                <c:pt idx="1459">
                  <c:v>0.0105101649969</c:v>
                </c:pt>
                <c:pt idx="1460">
                  <c:v>0.0105103235106</c:v>
                </c:pt>
                <c:pt idx="1461">
                  <c:v>0.0105106227391</c:v>
                </c:pt>
                <c:pt idx="1462">
                  <c:v>0.0105110599122</c:v>
                </c:pt>
                <c:pt idx="1463">
                  <c:v>0.0105116322675</c:v>
                </c:pt>
                <c:pt idx="1464">
                  <c:v>0.0105123370512</c:v>
                </c:pt>
                <c:pt idx="1465">
                  <c:v>0.0105131715179</c:v>
                </c:pt>
                <c:pt idx="1466">
                  <c:v>0.0105141329308</c:v>
                </c:pt>
                <c:pt idx="1467">
                  <c:v>0.0105152185617</c:v>
                </c:pt>
                <c:pt idx="1468">
                  <c:v>0.0105164256909</c:v>
                </c:pt>
                <c:pt idx="1469">
                  <c:v>0.0105177516077</c:v>
                </c:pt>
                <c:pt idx="1470">
                  <c:v>0.0105191936099</c:v>
                </c:pt>
                <c:pt idx="1471">
                  <c:v>0.0105207490042</c:v>
                </c:pt>
                <c:pt idx="1472">
                  <c:v>0.010522415106</c:v>
                </c:pt>
                <c:pt idx="1473">
                  <c:v>0.0105241892394</c:v>
                </c:pt>
                <c:pt idx="1474">
                  <c:v>0.0105260687374</c:v>
                </c:pt>
                <c:pt idx="1475">
                  <c:v>0.0105280509416</c:v>
                </c:pt>
                <c:pt idx="1476">
                  <c:v>0.0105301332026</c:v>
                </c:pt>
                <c:pt idx="1477">
                  <c:v>0.0105323128799</c:v>
                </c:pt>
                <c:pt idx="1478">
                  <c:v>0.0105345873417</c:v>
                </c:pt>
                <c:pt idx="1479">
                  <c:v>0.0105369539654</c:v>
                </c:pt>
                <c:pt idx="1480">
                  <c:v>0.0105394101375</c:v>
                </c:pt>
                <c:pt idx="1481">
                  <c:v>0.0105419532537</c:v>
                </c:pt>
                <c:pt idx="1482">
                  <c:v>0.0105445807191</c:v>
                </c:pt>
                <c:pt idx="1483">
                  <c:v>0.0105472899484</c:v>
                </c:pt>
                <c:pt idx="1484">
                  <c:v>0.0105500783664</c:v>
                </c:pt>
                <c:pt idx="1485">
                  <c:v>0.0105529434078</c:v>
                </c:pt>
                <c:pt idx="1486">
                  <c:v>0.0105558825178</c:v>
                </c:pt>
                <c:pt idx="1487">
                  <c:v>0.0105588931524</c:v>
                </c:pt>
                <c:pt idx="1488">
                  <c:v>0.0105619727791</c:v>
                </c:pt>
                <c:pt idx="1489">
                  <c:v>0.0105651188768</c:v>
                </c:pt>
                <c:pt idx="1490">
                  <c:v>0.0105683289366</c:v>
                </c:pt>
                <c:pt idx="1491">
                  <c:v>0.0105716004626</c:v>
                </c:pt>
                <c:pt idx="1492">
                  <c:v>0.010574930972</c:v>
                </c:pt>
                <c:pt idx="1493">
                  <c:v>0.0105783179962</c:v>
                </c:pt>
                <c:pt idx="1494">
                  <c:v>0.010581759081</c:v>
                </c:pt>
                <c:pt idx="1495">
                  <c:v>0.0105852517879</c:v>
                </c:pt>
                <c:pt idx="1496">
                  <c:v>0.0105887936944</c:v>
                </c:pt>
                <c:pt idx="1497">
                  <c:v>0.0105923823951</c:v>
                </c:pt>
                <c:pt idx="1498">
                  <c:v>0.0105960155027</c:v>
                </c:pt>
                <c:pt idx="1499">
                  <c:v>0.0105996906483</c:v>
                </c:pt>
                <c:pt idx="1500">
                  <c:v>0.010603405483</c:v>
                </c:pt>
                <c:pt idx="1501">
                  <c:v>0.0106071576787</c:v>
                </c:pt>
                <c:pt idx="1502">
                  <c:v>0.0106109449288</c:v>
                </c:pt>
                <c:pt idx="1503">
                  <c:v>0.0106147649496</c:v>
                </c:pt>
                <c:pt idx="1504">
                  <c:v>0.0106186154813</c:v>
                </c:pt>
                <c:pt idx="1505">
                  <c:v>0.010622494289</c:v>
                </c:pt>
                <c:pt idx="1506">
                  <c:v>0.0106263991637</c:v>
                </c:pt>
                <c:pt idx="1507">
                  <c:v>0.0106303279238</c:v>
                </c:pt>
                <c:pt idx="1508">
                  <c:v>0.0106342784158</c:v>
                </c:pt>
                <c:pt idx="1509">
                  <c:v>0.0106382485157</c:v>
                </c:pt>
                <c:pt idx="1510">
                  <c:v>0.01064223613</c:v>
                </c:pt>
                <c:pt idx="1511">
                  <c:v>0.0106462391969</c:v>
                </c:pt>
                <c:pt idx="1512">
                  <c:v>0.0106502556875</c:v>
                </c:pt>
                <c:pt idx="1513">
                  <c:v>0.0106542836068</c:v>
                </c:pt>
                <c:pt idx="1514">
                  <c:v>0.0106583209949</c:v>
                </c:pt>
                <c:pt idx="1515">
                  <c:v>0.0106623659279</c:v>
                </c:pt>
                <c:pt idx="1516">
                  <c:v>0.0106664165192</c:v>
                </c:pt>
                <c:pt idx="1517">
                  <c:v>0.0106704709205</c:v>
                </c:pt>
                <c:pt idx="1518">
                  <c:v>0.0106745273227</c:v>
                </c:pt>
                <c:pt idx="1519">
                  <c:v>0.0106785839567</c:v>
                </c:pt>
                <c:pt idx="1520">
                  <c:v>0.0106826390949</c:v>
                </c:pt>
                <c:pt idx="1521">
                  <c:v>0.0106866910516</c:v>
                </c:pt>
                <c:pt idx="1522">
                  <c:v>0.0106907381837</c:v>
                </c:pt>
                <c:pt idx="1523">
                  <c:v>0.0106947788922</c:v>
                </c:pt>
                <c:pt idx="1524">
                  <c:v>0.0106988116222</c:v>
                </c:pt>
                <c:pt idx="1525">
                  <c:v>0.010702834864</c:v>
                </c:pt>
                <c:pt idx="1526">
                  <c:v>0.0107068471537</c:v>
                </c:pt>
                <c:pt idx="1527">
                  <c:v>0.0107108470736</c:v>
                </c:pt>
                <c:pt idx="1528">
                  <c:v>0.0107148332528</c:v>
                </c:pt>
                <c:pt idx="1529">
                  <c:v>0.0107188043677</c:v>
                </c:pt>
                <c:pt idx="1530">
                  <c:v>0.0107227591423</c:v>
                </c:pt>
                <c:pt idx="1531">
                  <c:v>0.0107266963486</c:v>
                </c:pt>
                <c:pt idx="1532">
                  <c:v>0.0107306148069</c:v>
                </c:pt>
                <c:pt idx="1533">
                  <c:v>0.0107345133855</c:v>
                </c:pt>
                <c:pt idx="1534">
                  <c:v>0.0107383910017</c:v>
                </c:pt>
                <c:pt idx="1535">
                  <c:v>0.0107422466209</c:v>
                </c:pt>
                <c:pt idx="1536">
                  <c:v>0.0107460792573</c:v>
                </c:pt>
                <c:pt idx="1537">
                  <c:v>0.0107498879734</c:v>
                </c:pt>
                <c:pt idx="1538">
                  <c:v>0.01075367188</c:v>
                </c:pt>
                <c:pt idx="1539">
                  <c:v>0.0107574301359</c:v>
                </c:pt>
                <c:pt idx="1540">
                  <c:v>0.0107611619478</c:v>
                </c:pt>
                <c:pt idx="1541">
                  <c:v>0.0107648665696</c:v>
                </c:pt>
                <c:pt idx="1542">
                  <c:v>0.0107685433024</c:v>
                </c:pt>
                <c:pt idx="1543">
                  <c:v>0.0107721914936</c:v>
                </c:pt>
                <c:pt idx="1544">
                  <c:v>0.0107758105369</c:v>
                </c:pt>
                <c:pt idx="1545">
                  <c:v>0.010779399871</c:v>
                </c:pt>
                <c:pt idx="1546">
                  <c:v>0.0107829589797</c:v>
                </c:pt>
                <c:pt idx="1547">
                  <c:v>0.0107864873907</c:v>
                </c:pt>
                <c:pt idx="1548">
                  <c:v>0.0107899846751</c:v>
                </c:pt>
                <c:pt idx="1549">
                  <c:v>0.0107934504465</c:v>
                </c:pt>
                <c:pt idx="1550">
                  <c:v>0.0107968843603</c:v>
                </c:pt>
                <c:pt idx="1551">
                  <c:v>0.0108002861126</c:v>
                </c:pt>
                <c:pt idx="1552">
                  <c:v>0.0108036554395</c:v>
                </c:pt>
                <c:pt idx="1553">
                  <c:v>0.010806992116</c:v>
                </c:pt>
                <c:pt idx="1554">
                  <c:v>0.0108102959553</c:v>
                </c:pt>
                <c:pt idx="1555">
                  <c:v>0.0108135668075</c:v>
                </c:pt>
                <c:pt idx="1556">
                  <c:v>0.0108168045585</c:v>
                </c:pt>
                <c:pt idx="1557">
                  <c:v>0.0108200091294</c:v>
                </c:pt>
                <c:pt idx="1558">
                  <c:v>0.0108231804748</c:v>
                </c:pt>
                <c:pt idx="1559">
                  <c:v>0.0108263185823</c:v>
                </c:pt>
                <c:pt idx="1560">
                  <c:v>0.010829423471</c:v>
                </c:pt>
                <c:pt idx="1561">
                  <c:v>0.0108324951905</c:v>
                </c:pt>
                <c:pt idx="1562">
                  <c:v>0.0108355338196</c:v>
                </c:pt>
                <c:pt idx="1563">
                  <c:v>0.0108385394657</c:v>
                </c:pt>
                <c:pt idx="1564">
                  <c:v>0.0108415122628</c:v>
                </c:pt>
                <c:pt idx="1565">
                  <c:v>0.010844452371</c:v>
                </c:pt>
                <c:pt idx="1566">
                  <c:v>0.0108473599753</c:v>
                </c:pt>
                <c:pt idx="1567">
                  <c:v>0.0108502352838</c:v>
                </c:pt>
                <c:pt idx="1568">
                  <c:v>0.0108530785276</c:v>
                </c:pt>
                <c:pt idx="1569">
                  <c:v>0.0108558899588</c:v>
                </c:pt>
                <c:pt idx="1570">
                  <c:v>0.0108586698496</c:v>
                </c:pt>
                <c:pt idx="1571">
                  <c:v>0.0108614184912</c:v>
                </c:pt>
                <c:pt idx="1572">
                  <c:v>0.0108641361929</c:v>
                </c:pt>
                <c:pt idx="1573">
                  <c:v>0.0108668232806</c:v>
                </c:pt>
                <c:pt idx="1574">
                  <c:v>0.0108694800959</c:v>
                </c:pt>
                <c:pt idx="1575">
                  <c:v>0.010872106995</c:v>
                </c:pt>
                <c:pt idx="1576">
                  <c:v>0.0108747043477</c:v>
                </c:pt>
                <c:pt idx="1577">
                  <c:v>0.0108772725361</c:v>
                </c:pt>
                <c:pt idx="1578">
                  <c:v>0.0108798119539</c:v>
                </c:pt>
                <c:pt idx="1579">
                  <c:v>0.0108823230051</c:v>
                </c:pt>
                <c:pt idx="1580">
                  <c:v>0.0108848061032</c:v>
                </c:pt>
                <c:pt idx="1581">
                  <c:v>0.0108872616701</c:v>
                </c:pt>
                <c:pt idx="1582">
                  <c:v>0.0108896901353</c:v>
                </c:pt>
                <c:pt idx="1583">
                  <c:v>0.0108920919346</c:v>
                </c:pt>
                <c:pt idx="1584">
                  <c:v>0.0108944675097</c:v>
                </c:pt>
                <c:pt idx="1585">
                  <c:v>0.0108968173069</c:v>
                </c:pt>
                <c:pt idx="1586">
                  <c:v>0.0108991417764</c:v>
                </c:pt>
                <c:pt idx="1587">
                  <c:v>0.0109014413716</c:v>
                </c:pt>
                <c:pt idx="1588">
                  <c:v>0.0109037165478</c:v>
                </c:pt>
                <c:pt idx="1589">
                  <c:v>0.010905967762</c:v>
                </c:pt>
                <c:pt idx="1590">
                  <c:v>0.0109081954718</c:v>
                </c:pt>
                <c:pt idx="1591">
                  <c:v>0.0109104001346</c:v>
                </c:pt>
                <c:pt idx="1592">
                  <c:v>0.0109125822072</c:v>
                </c:pt>
                <c:pt idx="1593">
                  <c:v>0.0109147421447</c:v>
                </c:pt>
                <c:pt idx="1594">
                  <c:v>0.0109168804001</c:v>
                </c:pt>
                <c:pt idx="1595">
                  <c:v>0.0109189974236</c:v>
                </c:pt>
                <c:pt idx="1596">
                  <c:v>0.0109210936621</c:v>
                </c:pt>
                <c:pt idx="1597">
                  <c:v>0.0109231695583</c:v>
                </c:pt>
                <c:pt idx="1598">
                  <c:v>0.0109252255503</c:v>
                </c:pt>
                <c:pt idx="1599">
                  <c:v>0.0109272620714</c:v>
                </c:pt>
                <c:pt idx="1600">
                  <c:v>0.0109292795489</c:v>
                </c:pt>
                <c:pt idx="1601">
                  <c:v>0.0109312784044</c:v>
                </c:pt>
                <c:pt idx="1602">
                  <c:v>0.0109332590526</c:v>
                </c:pt>
                <c:pt idx="1603">
                  <c:v>0.0109352219014</c:v>
                </c:pt>
                <c:pt idx="1604">
                  <c:v>0.0109371673513</c:v>
                </c:pt>
                <c:pt idx="1605">
                  <c:v>0.0109390957951</c:v>
                </c:pt>
                <c:pt idx="1606">
                  <c:v>0.0109410076174</c:v>
                </c:pt>
                <c:pt idx="1607">
                  <c:v>0.0109429031946</c:v>
                </c:pt>
                <c:pt idx="1608">
                  <c:v>0.0109447828941</c:v>
                </c:pt>
                <c:pt idx="1609">
                  <c:v>0.0109466470746</c:v>
                </c:pt>
                <c:pt idx="1610">
                  <c:v>0.0109484960855</c:v>
                </c:pt>
                <c:pt idx="1611">
                  <c:v>0.0109503302667</c:v>
                </c:pt>
                <c:pt idx="1612">
                  <c:v>0.0109521499487</c:v>
                </c:pt>
                <c:pt idx="1613">
                  <c:v>0.0109539554521</c:v>
                </c:pt>
                <c:pt idx="1614">
                  <c:v>0.0109557470877</c:v>
                </c:pt>
                <c:pt idx="1615">
                  <c:v>0.0109575251562</c:v>
                </c:pt>
                <c:pt idx="1616">
                  <c:v>0.0109592899483</c:v>
                </c:pt>
                <c:pt idx="1617">
                  <c:v>0.0109610417445</c:v>
                </c:pt>
                <c:pt idx="1618">
                  <c:v>0.0109627808153</c:v>
                </c:pt>
                <c:pt idx="1619">
                  <c:v>0.0109645074208</c:v>
                </c:pt>
                <c:pt idx="1620">
                  <c:v>0.010966221811</c:v>
                </c:pt>
                <c:pt idx="1621">
                  <c:v>0.0109679242258</c:v>
                </c:pt>
                <c:pt idx="1622">
                  <c:v>0.0109696148951</c:v>
                </c:pt>
                <c:pt idx="1623">
                  <c:v>0.0109712940386</c:v>
                </c:pt>
                <c:pt idx="1624">
                  <c:v>0.0109729618662</c:v>
                </c:pt>
                <c:pt idx="1625">
                  <c:v>0.0109746185779</c:v>
                </c:pt>
                <c:pt idx="1626">
                  <c:v>0.0109762643642</c:v>
                </c:pt>
                <c:pt idx="1627">
                  <c:v>0.0109778994059</c:v>
                </c:pt>
                <c:pt idx="1628">
                  <c:v>0.0109795238746</c:v>
                </c:pt>
                <c:pt idx="1629">
                  <c:v>0.0109811379324</c:v>
                </c:pt>
                <c:pt idx="1630">
                  <c:v>0.0109827417329</c:v>
                </c:pt>
                <c:pt idx="1631">
                  <c:v>0.0109843354205</c:v>
                </c:pt>
                <c:pt idx="1632">
                  <c:v>0.0109859191311</c:v>
                </c:pt>
                <c:pt idx="1633">
                  <c:v>0.0109874929922</c:v>
                </c:pt>
                <c:pt idx="1634">
                  <c:v>0.0109890571235</c:v>
                </c:pt>
                <c:pt idx="1635">
                  <c:v>0.0109906116364</c:v>
                </c:pt>
                <c:pt idx="1636">
                  <c:v>0.0109921566347</c:v>
                </c:pt>
                <c:pt idx="1637">
                  <c:v>0.0109936922151</c:v>
                </c:pt>
                <c:pt idx="1638">
                  <c:v>0.0109952184669</c:v>
                </c:pt>
                <c:pt idx="1639">
                  <c:v>0.0109967354725</c:v>
                </c:pt>
                <c:pt idx="1640">
                  <c:v>0.0109982433077</c:v>
                </c:pt>
                <c:pt idx="1641">
                  <c:v>0.010999742042</c:v>
                </c:pt>
                <c:pt idx="1642">
                  <c:v>0.0110012317386</c:v>
                </c:pt>
                <c:pt idx="1643">
                  <c:v>0.0110027124549</c:v>
                </c:pt>
                <c:pt idx="1644">
                  <c:v>0.0110041842426</c:v>
                </c:pt>
                <c:pt idx="1645">
                  <c:v>0.0110056471481</c:v>
                </c:pt>
                <c:pt idx="1646">
                  <c:v>0.0110071012125</c:v>
                </c:pt>
                <c:pt idx="1647">
                  <c:v>0.0110085464719</c:v>
                </c:pt>
                <c:pt idx="1648">
                  <c:v>0.0110099829576</c:v>
                </c:pt>
                <c:pt idx="1649">
                  <c:v>0.0110114106966</c:v>
                </c:pt>
                <c:pt idx="1650">
                  <c:v>0.0110128297112</c:v>
                </c:pt>
                <c:pt idx="1651">
                  <c:v>0.0110142400198</c:v>
                </c:pt>
                <c:pt idx="1652">
                  <c:v>0.0110156416366</c:v>
                </c:pt>
                <c:pt idx="1653">
                  <c:v>0.0110170345718</c:v>
                </c:pt>
                <c:pt idx="1654">
                  <c:v>0.011018418832</c:v>
                </c:pt>
                <c:pt idx="1655">
                  <c:v>0.0110197944203</c:v>
                </c:pt>
                <c:pt idx="1656">
                  <c:v>0.011021161336</c:v>
                </c:pt>
                <c:pt idx="1657">
                  <c:v>0.011022519575</c:v>
                </c:pt>
                <c:pt idx="1658">
                  <c:v>0.0110238691299</c:v>
                </c:pt>
                <c:pt idx="1659">
                  <c:v>0.0110252099898</c:v>
                </c:pt>
                <c:pt idx="1660">
                  <c:v>0.0110265421408</c:v>
                </c:pt>
                <c:pt idx="1661">
                  <c:v>0.0110278655653</c:v>
                </c:pt>
                <c:pt idx="1662">
                  <c:v>0.0110291802426</c:v>
                </c:pt>
                <c:pt idx="1663">
                  <c:v>0.0110304861486</c:v>
                </c:pt>
                <c:pt idx="1664">
                  <c:v>0.0110317832559</c:v>
                </c:pt>
                <c:pt idx="1665">
                  <c:v>0.0110330715335</c:v>
                </c:pt>
                <c:pt idx="1666">
                  <c:v>0.011034350947</c:v>
                </c:pt>
                <c:pt idx="1667">
                  <c:v>0.0110356214582</c:v>
                </c:pt>
                <c:pt idx="1668">
                  <c:v>0.0110368830253</c:v>
                </c:pt>
                <c:pt idx="1669">
                  <c:v>0.0110381356025</c:v>
                </c:pt>
                <c:pt idx="1670">
                  <c:v>0.01103937914</c:v>
                </c:pt>
                <c:pt idx="1671">
                  <c:v>0.0110406135836</c:v>
                </c:pt>
                <c:pt idx="1672">
                  <c:v>0.0110418388749</c:v>
                </c:pt>
                <c:pt idx="1673">
                  <c:v>0.0110430549506</c:v>
                </c:pt>
                <c:pt idx="1674">
                  <c:v>0.0110442617428</c:v>
                </c:pt>
                <c:pt idx="1675">
                  <c:v>0.0110454591784</c:v>
                </c:pt>
                <c:pt idx="1676">
                  <c:v>0.0110466471788</c:v>
                </c:pt>
                <c:pt idx="1677">
                  <c:v>0.01104782566</c:v>
                </c:pt>
                <c:pt idx="1678">
                  <c:v>0.0110489945319</c:v>
                </c:pt>
                <c:pt idx="1679">
                  <c:v>0.0110501536983</c:v>
                </c:pt>
                <c:pt idx="1680">
                  <c:v>0.0110513030564</c:v>
                </c:pt>
                <c:pt idx="1681">
                  <c:v>0.0110524424967</c:v>
                </c:pt>
                <c:pt idx="1682">
                  <c:v>0.0110535719023</c:v>
                </c:pt>
                <c:pt idx="1683">
                  <c:v>0.0110546911491</c:v>
                </c:pt>
                <c:pt idx="1684">
                  <c:v>0.0110558001048</c:v>
                </c:pt>
                <c:pt idx="1685">
                  <c:v>0.0110568986292</c:v>
                </c:pt>
                <c:pt idx="1686">
                  <c:v>0.0110579865731</c:v>
                </c:pt>
                <c:pt idx="1687">
                  <c:v>0.0110590637788</c:v>
                </c:pt>
                <c:pt idx="1688">
                  <c:v>0.011060130079</c:v>
                </c:pt>
                <c:pt idx="1689">
                  <c:v>0.0110611852966</c:v>
                </c:pt>
                <c:pt idx="1690">
                  <c:v>0.0110622292444</c:v>
                </c:pt>
                <c:pt idx="1691">
                  <c:v>0.0110632617248</c:v>
                </c:pt>
                <c:pt idx="1692">
                  <c:v>0.0110642825292</c:v>
                </c:pt>
                <c:pt idx="1693">
                  <c:v>0.0110652914375</c:v>
                </c:pt>
                <c:pt idx="1694">
                  <c:v>0.011066288218</c:v>
                </c:pt>
                <c:pt idx="1695">
                  <c:v>0.0110672726267</c:v>
                </c:pt>
                <c:pt idx="1696">
                  <c:v>0.0110682444073</c:v>
                </c:pt>
                <c:pt idx="1697">
                  <c:v>0.0110692032903</c:v>
                </c:pt>
                <c:pt idx="1698">
                  <c:v>0.0110701489926</c:v>
                </c:pt>
                <c:pt idx="1699">
                  <c:v>0.0110710812177</c:v>
                </c:pt>
                <c:pt idx="1700">
                  <c:v>0.0110719996546</c:v>
                </c:pt>
                <c:pt idx="1701">
                  <c:v>0.0110729039778</c:v>
                </c:pt>
                <c:pt idx="1702">
                  <c:v>0.0110737938467</c:v>
                </c:pt>
                <c:pt idx="1703">
                  <c:v>0.0110746689054</c:v>
                </c:pt>
                <c:pt idx="1704">
                  <c:v>0.0110755287821</c:v>
                </c:pt>
                <c:pt idx="1705">
                  <c:v>0.0110763730887</c:v>
                </c:pt>
                <c:pt idx="1706">
                  <c:v>0.0110772014208</c:v>
                </c:pt>
                <c:pt idx="1707">
                  <c:v>0.011078013357</c:v>
                </c:pt>
                <c:pt idx="1708">
                  <c:v>0.0110788084585</c:v>
                </c:pt>
                <c:pt idx="1709">
                  <c:v>0.011079586269</c:v>
                </c:pt>
                <c:pt idx="1710">
                  <c:v>0.0110803463143</c:v>
                </c:pt>
                <c:pt idx="1711">
                  <c:v>0.0110810881018</c:v>
                </c:pt>
                <c:pt idx="1712">
                  <c:v>0.0110818111205</c:v>
                </c:pt>
                <c:pt idx="1713">
                  <c:v>0.0110825148404</c:v>
                </c:pt>
                <c:pt idx="1714">
                  <c:v>0.0110831987125</c:v>
                </c:pt>
                <c:pt idx="1715">
                  <c:v>0.0110838621685</c:v>
                </c:pt>
                <c:pt idx="1716">
                  <c:v>0.0110845046204</c:v>
                </c:pt>
                <c:pt idx="1717">
                  <c:v>0.0110851254605</c:v>
                </c:pt>
                <c:pt idx="1718">
                  <c:v>0.0110857240609</c:v>
                </c:pt>
                <c:pt idx="1719">
                  <c:v>0.0110862997738</c:v>
                </c:pt>
                <c:pt idx="1720">
                  <c:v>0.0110868519311</c:v>
                </c:pt>
                <c:pt idx="1721">
                  <c:v>0.0110873798441</c:v>
                </c:pt>
                <c:pt idx="1722">
                  <c:v>0.0110878828039</c:v>
                </c:pt>
                <c:pt idx="1723">
                  <c:v>0.0110883600806</c:v>
                </c:pt>
                <c:pt idx="1724">
                  <c:v>0.0110888109241</c:v>
                </c:pt>
                <c:pt idx="1725">
                  <c:v>0.0110892345636</c:v>
                </c:pt>
                <c:pt idx="1726">
                  <c:v>0.0110896302075</c:v>
                </c:pt>
                <c:pt idx="1727">
                  <c:v>0.0110899970438</c:v>
                </c:pt>
                <c:pt idx="1728">
                  <c:v>0.0110903342401</c:v>
                </c:pt>
                <c:pt idx="1729">
                  <c:v>0.0110906409436</c:v>
                </c:pt>
                <c:pt idx="1730">
                  <c:v>0.0110909162811</c:v>
                </c:pt>
                <c:pt idx="1731">
                  <c:v>0.0110911593596</c:v>
                </c:pt>
                <c:pt idx="1732">
                  <c:v>0.011091369266</c:v>
                </c:pt>
                <c:pt idx="1733">
                  <c:v>0.011091545068</c:v>
                </c:pt>
                <c:pt idx="1734">
                  <c:v>0.0110916858134</c:v>
                </c:pt>
                <c:pt idx="1735">
                  <c:v>0.0110917905313</c:v>
                </c:pt>
                <c:pt idx="1736">
                  <c:v>0.0110918582321</c:v>
                </c:pt>
                <c:pt idx="1737">
                  <c:v>0.0110918879077</c:v>
                </c:pt>
                <c:pt idx="1738">
                  <c:v>0.0110918785321</c:v>
                </c:pt>
                <c:pt idx="1739">
                  <c:v>0.0110918290616</c:v>
                </c:pt>
                <c:pt idx="1740">
                  <c:v>0.0110917384358</c:v>
                </c:pt>
                <c:pt idx="1741">
                  <c:v>0.0110916055773</c:v>
                </c:pt>
                <c:pt idx="1742">
                  <c:v>0.0110914293928</c:v>
                </c:pt>
                <c:pt idx="1743">
                  <c:v>0.0110912087735</c:v>
                </c:pt>
                <c:pt idx="1744">
                  <c:v>0.0110909425955</c:v>
                </c:pt>
                <c:pt idx="1745">
                  <c:v>0.0110906297206</c:v>
                </c:pt>
                <c:pt idx="1746">
                  <c:v>0.0110902689969</c:v>
                </c:pt>
                <c:pt idx="1747">
                  <c:v>0.0110898592591</c:v>
                </c:pt>
                <c:pt idx="1748">
                  <c:v>0.01108939933</c:v>
                </c:pt>
                <c:pt idx="1749">
                  <c:v>0.0110888880201</c:v>
                </c:pt>
                <c:pt idx="1750">
                  <c:v>0.0110883241292</c:v>
                </c:pt>
                <c:pt idx="1751">
                  <c:v>0.0110877064466</c:v>
                </c:pt>
                <c:pt idx="1752">
                  <c:v>0.0110870337523</c:v>
                </c:pt>
                <c:pt idx="1753">
                  <c:v>0.0110863048171</c:v>
                </c:pt>
                <c:pt idx="1754">
                  <c:v>0.0110855184042</c:v>
                </c:pt>
                <c:pt idx="1755">
                  <c:v>0.0110846732692</c:v>
                </c:pt>
                <c:pt idx="1756">
                  <c:v>0.0110837681613</c:v>
                </c:pt>
                <c:pt idx="1757">
                  <c:v>0.0110828018242</c:v>
                </c:pt>
                <c:pt idx="1758">
                  <c:v>0.0110817729967</c:v>
                </c:pt>
                <c:pt idx="1759">
                  <c:v>0.0110806804132</c:v>
                </c:pt>
                <c:pt idx="1760">
                  <c:v>0.0110795228054</c:v>
                </c:pt>
                <c:pt idx="1761">
                  <c:v>0.011078298902</c:v>
                </c:pt>
                <c:pt idx="1762">
                  <c:v>0.0110770074303</c:v>
                </c:pt>
                <c:pt idx="1763">
                  <c:v>0.0110756471166</c:v>
                </c:pt>
                <c:pt idx="1764">
                  <c:v>0.0110742166872</c:v>
                </c:pt>
                <c:pt idx="1765">
                  <c:v>0.0110727148689</c:v>
                </c:pt>
                <c:pt idx="1766">
                  <c:v>0.0110711403899</c:v>
                </c:pt>
                <c:pt idx="1767">
                  <c:v>0.0110694919807</c:v>
                </c:pt>
                <c:pt idx="1768">
                  <c:v>0.0110677683742</c:v>
                </c:pt>
                <c:pt idx="1769">
                  <c:v>0.0110659683072</c:v>
                </c:pt>
                <c:pt idx="1770">
                  <c:v>0.0110640905204</c:v>
                </c:pt>
                <c:pt idx="1771">
                  <c:v>0.0110621337595</c:v>
                </c:pt>
                <c:pt idx="1772">
                  <c:v>0.0110600967754</c:v>
                </c:pt>
                <c:pt idx="1773">
                  <c:v>0.011057978325</c:v>
                </c:pt>
                <c:pt idx="1774">
                  <c:v>0.0110557771718</c:v>
                </c:pt>
                <c:pt idx="1775">
                  <c:v>0.0110534920863</c:v>
                </c:pt>
                <c:pt idx="1776">
                  <c:v>0.0110511218463</c:v>
                </c:pt>
                <c:pt idx="1777">
                  <c:v>0.0110486652378</c:v>
                </c:pt>
                <c:pt idx="1778">
                  <c:v>0.011046121055</c:v>
                </c:pt>
                <c:pt idx="1779">
                  <c:v>0.0110434881008</c:v>
                </c:pt>
                <c:pt idx="1780">
                  <c:v>0.0110407651872</c:v>
                </c:pt>
                <c:pt idx="1781">
                  <c:v>0.0110379511353</c:v>
                </c:pt>
                <c:pt idx="1782">
                  <c:v>0.011035044776</c:v>
                </c:pt>
                <c:pt idx="1783">
                  <c:v>0.0110320449499</c:v>
                </c:pt>
                <c:pt idx="1784">
                  <c:v>0.0110289505076</c:v>
                </c:pt>
                <c:pt idx="1785">
                  <c:v>0.0110257603096</c:v>
                </c:pt>
                <c:pt idx="1786">
                  <c:v>0.0110224732268</c:v>
                </c:pt>
                <c:pt idx="1787">
                  <c:v>0.0110190881402</c:v>
                </c:pt>
                <c:pt idx="1788">
                  <c:v>0.0110156039411</c:v>
                </c:pt>
                <c:pt idx="1789">
                  <c:v>0.0110120195313</c:v>
                </c:pt>
                <c:pt idx="1790">
                  <c:v>0.0110083338224</c:v>
                </c:pt>
                <c:pt idx="1791">
                  <c:v>0.0110045457367</c:v>
                </c:pt>
                <c:pt idx="1792">
                  <c:v>0.0110006542061</c:v>
                </c:pt>
                <c:pt idx="1793">
                  <c:v>0.0109966581728</c:v>
                </c:pt>
                <c:pt idx="1794">
                  <c:v>0.0109925565887</c:v>
                </c:pt>
                <c:pt idx="1795">
                  <c:v>0.0109883484152</c:v>
                </c:pt>
                <c:pt idx="1796">
                  <c:v>0.0109840326233</c:v>
                </c:pt>
                <c:pt idx="1797">
                  <c:v>0.0109796081934</c:v>
                </c:pt>
                <c:pt idx="1798">
                  <c:v>0.0109750741148</c:v>
                </c:pt>
                <c:pt idx="1799">
                  <c:v>0.0109704293854</c:v>
                </c:pt>
                <c:pt idx="1800">
                  <c:v>0.0109656730121</c:v>
                </c:pt>
                <c:pt idx="1801">
                  <c:v>0.0109608040098</c:v>
                </c:pt>
                <c:pt idx="1802">
                  <c:v>0.0109558214016</c:v>
                </c:pt>
                <c:pt idx="1803">
                  <c:v>0.0109507242184</c:v>
                </c:pt>
                <c:pt idx="1804">
                  <c:v>0.0109455114988</c:v>
                </c:pt>
                <c:pt idx="1805">
                  <c:v>0.0109401822885</c:v>
                </c:pt>
                <c:pt idx="1806">
                  <c:v>0.0109347356404</c:v>
                </c:pt>
                <c:pt idx="1807">
                  <c:v>0.0109291706144</c:v>
                </c:pt>
                <c:pt idx="1808">
                  <c:v>0.010923486277</c:v>
                </c:pt>
                <c:pt idx="1809">
                  <c:v>0.0109176817009</c:v>
                </c:pt>
                <c:pt idx="1810">
                  <c:v>0.0109117559655</c:v>
                </c:pt>
                <c:pt idx="1811">
                  <c:v>0.0109057081559</c:v>
                </c:pt>
                <c:pt idx="1812">
                  <c:v>0.0108995373636</c:v>
                </c:pt>
                <c:pt idx="1813">
                  <c:v>0.0108932426855</c:v>
                </c:pt>
                <c:pt idx="1814">
                  <c:v>0.0108868232247</c:v>
                </c:pt>
                <c:pt idx="1815">
                  <c:v>0.0108802780898</c:v>
                </c:pt>
                <c:pt idx="1816">
                  <c:v>0.010873606395</c:v>
                </c:pt>
                <c:pt idx="1817">
                  <c:v>0.0108668072605</c:v>
                </c:pt>
                <c:pt idx="1818">
                  <c:v>0.0108598798121</c:v>
                </c:pt>
                <c:pt idx="1819">
                  <c:v>0.0108528231813</c:v>
                </c:pt>
                <c:pt idx="1820">
                  <c:v>0.0108456365057</c:v>
                </c:pt>
                <c:pt idx="1821">
                  <c:v>0.0108383189291</c:v>
                </c:pt>
                <c:pt idx="1822">
                  <c:v>0.0108308696014</c:v>
                </c:pt>
                <c:pt idx="1823">
                  <c:v>0.0108232876793</c:v>
                </c:pt>
                <c:pt idx="1824">
                  <c:v>0.0108155723261</c:v>
                </c:pt>
                <c:pt idx="1825">
                  <c:v>0.0108077227125</c:v>
                </c:pt>
                <c:pt idx="1826">
                  <c:v>0.0107997380167</c:v>
                </c:pt>
                <c:pt idx="1827">
                  <c:v>0.0107916174249</c:v>
                </c:pt>
                <c:pt idx="1828">
                  <c:v>0.0107833601317</c:v>
                </c:pt>
                <c:pt idx="1829">
                  <c:v>0.010774965341</c:v>
                </c:pt>
                <c:pt idx="1830">
                  <c:v>0.0107664322659</c:v>
                </c:pt>
                <c:pt idx="1831">
                  <c:v>0.01075776013</c:v>
                </c:pt>
                <c:pt idx="1832">
                  <c:v>0.0107489481676</c:v>
                </c:pt>
                <c:pt idx="1833">
                  <c:v>0.0107399956246</c:v>
                </c:pt>
                <c:pt idx="1834">
                  <c:v>0.0107309017593</c:v>
                </c:pt>
                <c:pt idx="1835">
                  <c:v>0.0107216658432</c:v>
                </c:pt>
                <c:pt idx="1836">
                  <c:v>0.0107122871618</c:v>
                </c:pt>
                <c:pt idx="1837">
                  <c:v>0.0107027650154</c:v>
                </c:pt>
                <c:pt idx="1838">
                  <c:v>0.0106930987205</c:v>
                </c:pt>
                <c:pt idx="1839">
                  <c:v>0.0106832876102</c:v>
                </c:pt>
                <c:pt idx="1840">
                  <c:v>0.0106733310356</c:v>
                </c:pt>
                <c:pt idx="1841">
                  <c:v>0.0106632283668</c:v>
                </c:pt>
                <c:pt idx="1842">
                  <c:v>0.010652978994</c:v>
                </c:pt>
                <c:pt idx="1843">
                  <c:v>0.0106425823285</c:v>
                </c:pt>
                <c:pt idx="1844">
                  <c:v>0.0106320378043</c:v>
                </c:pt>
                <c:pt idx="1845">
                  <c:v>0.0106213448789</c:v>
                </c:pt>
                <c:pt idx="1846">
                  <c:v>0.0106105030348</c:v>
                </c:pt>
                <c:pt idx="1847">
                  <c:v>0.0105995117804</c:v>
                </c:pt>
                <c:pt idx="1848">
                  <c:v>0.0105883706518</c:v>
                </c:pt>
                <c:pt idx="1849">
                  <c:v>0.010577079214</c:v>
                </c:pt>
                <c:pt idx="1850">
                  <c:v>0.0105656370617</c:v>
                </c:pt>
                <c:pt idx="1851">
                  <c:v>0.0105540438215</c:v>
                </c:pt>
                <c:pt idx="1852">
                  <c:v>0.0105422991524</c:v>
                </c:pt>
                <c:pt idx="1853">
                  <c:v>0.0105304027479</c:v>
                </c:pt>
                <c:pt idx="1854">
                  <c:v>0.0105183543368</c:v>
                </c:pt>
                <c:pt idx="1855">
                  <c:v>0.0105061536851</c:v>
                </c:pt>
                <c:pt idx="1856">
                  <c:v>0.0104938005966</c:v>
                </c:pt>
                <c:pt idx="1857">
                  <c:v>0.0104812949151</c:v>
                </c:pt>
                <c:pt idx="1858">
                  <c:v>0.010468636525</c:v>
                </c:pt>
                <c:pt idx="1859">
                  <c:v>0.0104558253531</c:v>
                </c:pt>
                <c:pt idx="1860">
                  <c:v>0.0104428613698</c:v>
                </c:pt>
                <c:pt idx="1861">
                  <c:v>0.0104297445899</c:v>
                </c:pt>
                <c:pt idx="1862">
                  <c:v>0.0104164750743</c:v>
                </c:pt>
                <c:pt idx="1863">
                  <c:v>0.0104030529313</c:v>
                </c:pt>
                <c:pt idx="1864">
                  <c:v>0.010389478317</c:v>
                </c:pt>
                <c:pt idx="1865">
                  <c:v>0.0103757514372</c:v>
                </c:pt>
                <c:pt idx="1866">
                  <c:v>0.0103618725477</c:v>
                </c:pt>
                <c:pt idx="1867">
                  <c:v>0.0103478419558</c:v>
                </c:pt>
                <c:pt idx="1868">
                  <c:v>0.010333660021</c:v>
                </c:pt>
                <c:pt idx="1869">
                  <c:v>0.0103193271557</c:v>
                </c:pt>
                <c:pt idx="1870">
                  <c:v>0.0103048438261</c:v>
                </c:pt>
                <c:pt idx="1871">
                  <c:v>0.0102902105527</c:v>
                </c:pt>
                <c:pt idx="1872">
                  <c:v>0.0102754279111</c:v>
                </c:pt>
                <c:pt idx="1873">
                  <c:v>0.0102604965323</c:v>
                </c:pt>
                <c:pt idx="1874">
                  <c:v>0.0102454171032</c:v>
                </c:pt>
                <c:pt idx="1875">
                  <c:v>0.0102301903667</c:v>
                </c:pt>
                <c:pt idx="1876">
                  <c:v>0.0102148171221</c:v>
                </c:pt>
                <c:pt idx="1877">
                  <c:v>0.0101992982252</c:v>
                </c:pt>
                <c:pt idx="1878">
                  <c:v>0.0101836345881</c:v>
                </c:pt>
                <c:pt idx="1879">
                  <c:v>0.0101678271793</c:v>
                </c:pt>
                <c:pt idx="1880">
                  <c:v>0.0101518770231</c:v>
                </c:pt>
                <c:pt idx="1881">
                  <c:v>0.0101357851998</c:v>
                </c:pt>
                <c:pt idx="1882">
                  <c:v>0.0101195528447</c:v>
                </c:pt>
                <c:pt idx="1883">
                  <c:v>0.0101031811477</c:v>
                </c:pt>
                <c:pt idx="1884">
                  <c:v>0.0100866713529</c:v>
                </c:pt>
                <c:pt idx="1885">
                  <c:v>0.0100700247572</c:v>
                </c:pt>
                <c:pt idx="1886">
                  <c:v>0.0100532427099</c:v>
                </c:pt>
                <c:pt idx="1887">
                  <c:v>0.0100363266115</c:v>
                </c:pt>
                <c:pt idx="1888">
                  <c:v>0.0100192779125</c:v>
                </c:pt>
                <c:pt idx="1889">
                  <c:v>0.0100020981122</c:v>
                </c:pt>
                <c:pt idx="1890">
                  <c:v>0.00998478875727</c:v>
                </c:pt>
                <c:pt idx="1891">
                  <c:v>0.00996735144054</c:v>
                </c:pt>
                <c:pt idx="1892">
                  <c:v>0.00994978779919</c:v>
                </c:pt>
                <c:pt idx="1893">
                  <c:v>0.00993209951323</c:v>
                </c:pt>
                <c:pt idx="1894">
                  <c:v>0.00991428830381</c:v>
                </c:pt>
                <c:pt idx="1895">
                  <c:v>0.00989635593139</c:v>
                </c:pt>
                <c:pt idx="1896">
                  <c:v>0.0098783041939</c:v>
                </c:pt>
                <c:pt idx="1897">
                  <c:v>0.0098601349248</c:v>
                </c:pt>
                <c:pt idx="1898">
                  <c:v>0.0098418499911</c:v>
                </c:pt>
                <c:pt idx="1899">
                  <c:v>0.00982345129134</c:v>
                </c:pt>
                <c:pt idx="1900">
                  <c:v>0.0098049407535</c:v>
                </c:pt>
                <c:pt idx="1901">
                  <c:v>0.00978632033292</c:v>
                </c:pt>
                <c:pt idx="1902">
                  <c:v>0.00976759201015</c:v>
                </c:pt>
                <c:pt idx="1903">
                  <c:v>0.00974875778885</c:v>
                </c:pt>
                <c:pt idx="1904">
                  <c:v>0.00972981969359</c:v>
                </c:pt>
                <c:pt idx="1905">
                  <c:v>0.00971077976777</c:v>
                </c:pt>
                <c:pt idx="1906">
                  <c:v>0.00969164007146</c:v>
                </c:pt>
                <c:pt idx="1907">
                  <c:v>0.00967240267929</c:v>
                </c:pt>
                <c:pt idx="1908">
                  <c:v>0.00965306967842</c:v>
                </c:pt>
                <c:pt idx="1909">
                  <c:v>0.00963364316647</c:v>
                </c:pt>
                <c:pt idx="1910">
                  <c:v>0.00961412524956</c:v>
                </c:pt>
                <c:pt idx="1911">
                  <c:v>0.0095945180404</c:v>
                </c:pt>
                <c:pt idx="1912">
                  <c:v>0.00957482365645</c:v>
                </c:pt>
                <c:pt idx="1913">
                  <c:v>0.0095550442181</c:v>
                </c:pt>
                <c:pt idx="1914">
                  <c:v>0.00953518184702</c:v>
                </c:pt>
                <c:pt idx="1915">
                  <c:v>0.00951523866455</c:v>
                </c:pt>
                <c:pt idx="1916">
                  <c:v>0.00949521679021</c:v>
                </c:pt>
                <c:pt idx="1917">
                  <c:v>0.00947511834027</c:v>
                </c:pt>
                <c:pt idx="1918">
                  <c:v>0.00945494542651</c:v>
                </c:pt>
                <c:pt idx="1919">
                  <c:v>0.009434700155</c:v>
                </c:pt>
                <c:pt idx="1920">
                  <c:v>0.00941438462508</c:v>
                </c:pt>
                <c:pt idx="1921">
                  <c:v>0.00939400092841</c:v>
                </c:pt>
                <c:pt idx="1922">
                  <c:v>0.00937355114818</c:v>
                </c:pt>
                <c:pt idx="1923">
                  <c:v>0.00935303735844</c:v>
                </c:pt>
                <c:pt idx="1924">
                  <c:v>0.00933246162353</c:v>
                </c:pt>
                <c:pt idx="1925">
                  <c:v>0.00931182599769</c:v>
                </c:pt>
                <c:pt idx="1926">
                  <c:v>0.00929113252476</c:v>
                </c:pt>
                <c:pt idx="1927">
                  <c:v>0.00927038323806</c:v>
                </c:pt>
                <c:pt idx="1928">
                  <c:v>0.0092495801603</c:v>
                </c:pt>
                <c:pt idx="1929">
                  <c:v>0.00922872530377</c:v>
                </c:pt>
                <c:pt idx="1930">
                  <c:v>0.00920782067049</c:v>
                </c:pt>
                <c:pt idx="1931">
                  <c:v>0.00918686825261</c:v>
                </c:pt>
                <c:pt idx="1932">
                  <c:v>0.00916587003283</c:v>
                </c:pt>
                <c:pt idx="1933">
                  <c:v>0.00914482798503</c:v>
                </c:pt>
                <c:pt idx="1934">
                  <c:v>0.00912374407487</c:v>
                </c:pt>
                <c:pt idx="1935">
                  <c:v>0.00910262026064</c:v>
                </c:pt>
                <c:pt idx="1936">
                  <c:v>0.00908145849409</c:v>
                </c:pt>
                <c:pt idx="1937">
                  <c:v>0.00906026072138</c:v>
                </c:pt>
                <c:pt idx="1938">
                  <c:v>0.00903902888412</c:v>
                </c:pt>
                <c:pt idx="1939">
                  <c:v>0.00901776492045</c:v>
                </c:pt>
                <c:pt idx="1940">
                  <c:v>0.00899647076622</c:v>
                </c:pt>
                <c:pt idx="1941">
                  <c:v>0.00897514835614</c:v>
                </c:pt>
                <c:pt idx="1942">
                  <c:v>0.0089537996251</c:v>
                </c:pt>
                <c:pt idx="1943">
                  <c:v>0.00893242650934</c:v>
                </c:pt>
                <c:pt idx="1944">
                  <c:v>0.00891103094783</c:v>
                </c:pt>
                <c:pt idx="1945">
                  <c:v>0.00888961488352</c:v>
                </c:pt>
                <c:pt idx="1946">
                  <c:v>0.00886818026463</c:v>
                </c:pt>
                <c:pt idx="1947">
                  <c:v>0.00884672904597</c:v>
                </c:pt>
                <c:pt idx="1948">
                  <c:v>0.00882526319018</c:v>
                </c:pt>
                <c:pt idx="1949">
                  <c:v>0.00880378466897</c:v>
                </c:pt>
                <c:pt idx="1950">
                  <c:v>0.00878229546431</c:v>
                </c:pt>
                <c:pt idx="1951">
                  <c:v>0.00876079756954</c:v>
                </c:pt>
                <c:pt idx="1952">
                  <c:v>0.0087392929905</c:v>
                </c:pt>
                <c:pt idx="1953">
                  <c:v>0.00871778374647</c:v>
                </c:pt>
                <c:pt idx="1954">
                  <c:v>0.00869627187117</c:v>
                </c:pt>
                <c:pt idx="1955">
                  <c:v>0.00867475941351</c:v>
                </c:pt>
                <c:pt idx="1956">
                  <c:v>0.0086532484384</c:v>
                </c:pt>
                <c:pt idx="1957">
                  <c:v>0.00863174102738</c:v>
                </c:pt>
                <c:pt idx="1958">
                  <c:v>0.00861023927909</c:v>
                </c:pt>
                <c:pt idx="1959">
                  <c:v>0.00858874530975</c:v>
                </c:pt>
                <c:pt idx="1960">
                  <c:v>0.00856726125342</c:v>
                </c:pt>
                <c:pt idx="1961">
                  <c:v>0.00854578926215</c:v>
                </c:pt>
                <c:pt idx="1962">
                  <c:v>0.00852433150604</c:v>
                </c:pt>
                <c:pt idx="1963">
                  <c:v>0.0085028901731</c:v>
                </c:pt>
                <c:pt idx="1964">
                  <c:v>0.00848146746904</c:v>
                </c:pt>
                <c:pt idx="1965">
                  <c:v>0.00846006561688</c:v>
                </c:pt>
                <c:pt idx="1966">
                  <c:v>0.00843868685643</c:v>
                </c:pt>
                <c:pt idx="1967">
                  <c:v>0.00841733344363</c:v>
                </c:pt>
                <c:pt idx="1968">
                  <c:v>0.00839600764973</c:v>
                </c:pt>
                <c:pt idx="1969">
                  <c:v>0.00837471176038</c:v>
                </c:pt>
                <c:pt idx="1970">
                  <c:v>0.00835344807456</c:v>
                </c:pt>
                <c:pt idx="1971">
                  <c:v>0.00833221890332</c:v>
                </c:pt>
                <c:pt idx="1972">
                  <c:v>0.00831102656849</c:v>
                </c:pt>
                <c:pt idx="1973">
                  <c:v>0.00828987340118</c:v>
                </c:pt>
                <c:pt idx="1974">
                  <c:v>0.00826876174022</c:v>
                </c:pt>
                <c:pt idx="1975">
                  <c:v>0.00824769393043</c:v>
                </c:pt>
                <c:pt idx="1976">
                  <c:v>0.00822667232082</c:v>
                </c:pt>
                <c:pt idx="1977">
                  <c:v>0.00820569926267</c:v>
                </c:pt>
                <c:pt idx="1978">
                  <c:v>0.00818477710751</c:v>
                </c:pt>
                <c:pt idx="1979">
                  <c:v>0.00816390820502</c:v>
                </c:pt>
                <c:pt idx="1980">
                  <c:v>0.00814309490089</c:v>
                </c:pt>
                <c:pt idx="1981">
                  <c:v>0.00812233953449</c:v>
                </c:pt>
                <c:pt idx="1982">
                  <c:v>0.00810164443664</c:v>
                </c:pt>
                <c:pt idx="1983">
                  <c:v>0.00808101192719</c:v>
                </c:pt>
                <c:pt idx="1984">
                  <c:v>0.00806044431263</c:v>
                </c:pt>
                <c:pt idx="1985">
                  <c:v>0.00803994388365</c:v>
                </c:pt>
                <c:pt idx="1986">
                  <c:v>0.00801951291268</c:v>
                </c:pt>
                <c:pt idx="1987">
                  <c:v>0.00799915365138</c:v>
                </c:pt>
                <c:pt idx="1988">
                  <c:v>0.00797886832819</c:v>
                </c:pt>
                <c:pt idx="1989">
                  <c:v>0.00795865914584</c:v>
                </c:pt>
                <c:pt idx="1990">
                  <c:v>0.00793852827887</c:v>
                </c:pt>
                <c:pt idx="1991">
                  <c:v>0.0079184778712</c:v>
                </c:pt>
                <c:pt idx="1992">
                  <c:v>0.00789851003373</c:v>
                </c:pt>
                <c:pt idx="1993">
                  <c:v>0.00787862684195</c:v>
                </c:pt>
                <c:pt idx="1994">
                  <c:v>0.00785883033366</c:v>
                </c:pt>
                <c:pt idx="1995">
                  <c:v>0.00783912250668</c:v>
                </c:pt>
                <c:pt idx="1996">
                  <c:v>0.00781950531668</c:v>
                </c:pt>
                <c:pt idx="1997">
                  <c:v>0.00779998067503</c:v>
                </c:pt>
                <c:pt idx="1998">
                  <c:v>0.00778055044682</c:v>
                </c:pt>
                <c:pt idx="1999">
                  <c:v>0.00776121644885</c:v>
                </c:pt>
                <c:pt idx="2000">
                  <c:v>0.0077419804478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0.75"/>
          <c:min val="0"/>
        </c:scaling>
        <c:delete val="0"/>
        <c:axPos val="l"/>
        <c:majorGridlines>
          <c:spPr>
            <a:ln xmlns:a="http://schemas.openxmlformats.org/drawingml/2006/main" w="4763">
              <a:solidFill>
                <a:srgbClr val="EEEEEE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2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majorUnit val="1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41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U/t = 11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222222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scatterChart>
        <c:scatterStyle val="lineMarker"/>
        <c:varyColors val="0"/>
        <c:ser>
          <c:idx val="0"/>
          <c:order val="0"/>
          <c:tx>
            <c:v>charge</c:v>
          </c:tx>
          <c:spPr>
            <a:ln xmlns:a="http://schemas.openxmlformats.org/drawingml/2006/main" w="15240">
              <a:solidFill>
                <a:srgbClr val="C43C64"/>
              </a:solidFill>
              <a:prstDash val="solid"/>
            </a:ln>
          </c:spPr>
          <c:marker>
            <c:symbol val="none"/>
            <c:size val="5"/>
            <c:spPr>
              <a:solidFill xmlns:a="http://schemas.openxmlformats.org/drawingml/2006/main">
                <a:srgbClr val="C43C64"/>
              </a:solidFill>
            </c:spPr>
          </c:marker>
          <c:xVal>
            <c:numRef>
              <c:f>'Chart Data'!$A$2:$A$2002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Data'!$B$2:$B$2002</c:f>
              <c:numCache>
                <c:formatCode>0.0</c:formatCode>
                <c:ptCount val="2001"/>
                <c:pt idx="0">
                  <c:v>0.00276877095018</c:v>
                </c:pt>
                <c:pt idx="1">
                  <c:v>0.00277405890469</c:v>
                </c:pt>
                <c:pt idx="2">
                  <c:v>0.00277936496428</c:v>
                </c:pt>
                <c:pt idx="3">
                  <c:v>0.00278468923975</c:v>
                </c:pt>
                <c:pt idx="4">
                  <c:v>0.00279003184301</c:v>
                </c:pt>
                <c:pt idx="5">
                  <c:v>0.00279539288709</c:v>
                </c:pt>
                <c:pt idx="6">
                  <c:v>0.00280077248614</c:v>
                </c:pt>
                <c:pt idx="7">
                  <c:v>0.00280617075547</c:v>
                </c:pt>
                <c:pt idx="8">
                  <c:v>0.00281158781153</c:v>
                </c:pt>
                <c:pt idx="9">
                  <c:v>0.00281702377196</c:v>
                </c:pt>
                <c:pt idx="10">
                  <c:v>0.0028224787556</c:v>
                </c:pt>
                <c:pt idx="11">
                  <c:v>0.00282795288247</c:v>
                </c:pt>
                <c:pt idx="12">
                  <c:v>0.00283344627383</c:v>
                </c:pt>
                <c:pt idx="13">
                  <c:v>0.00283895905219</c:v>
                </c:pt>
                <c:pt idx="14">
                  <c:v>0.0028444913413</c:v>
                </c:pt>
                <c:pt idx="15">
                  <c:v>0.00285004326617</c:v>
                </c:pt>
                <c:pt idx="16">
                  <c:v>0.00285561495314</c:v>
                </c:pt>
                <c:pt idx="17">
                  <c:v>0.00286120652982</c:v>
                </c:pt>
                <c:pt idx="18">
                  <c:v>0.00286681812515</c:v>
                </c:pt>
                <c:pt idx="19">
                  <c:v>0.00287244986944</c:v>
                </c:pt>
                <c:pt idx="20">
                  <c:v>0.00287810189431</c:v>
                </c:pt>
                <c:pt idx="21">
                  <c:v>0.00288377433281</c:v>
                </c:pt>
                <c:pt idx="22">
                  <c:v>0.00288946731935</c:v>
                </c:pt>
                <c:pt idx="23">
                  <c:v>0.00289518098977</c:v>
                </c:pt>
                <c:pt idx="24">
                  <c:v>0.00290091548133</c:v>
                </c:pt>
                <c:pt idx="25">
                  <c:v>0.00290667093277</c:v>
                </c:pt>
                <c:pt idx="26">
                  <c:v>0.00291244748428</c:v>
                </c:pt>
                <c:pt idx="27">
                  <c:v>0.00291824527755</c:v>
                </c:pt>
                <c:pt idx="28">
                  <c:v>0.00292406445578</c:v>
                </c:pt>
                <c:pt idx="29">
                  <c:v>0.00292990516369</c:v>
                </c:pt>
                <c:pt idx="30">
                  <c:v>0.00293576754759</c:v>
                </c:pt>
                <c:pt idx="31">
                  <c:v>0.00294165175531</c:v>
                </c:pt>
                <c:pt idx="32">
                  <c:v>0.00294755793632</c:v>
                </c:pt>
                <c:pt idx="33">
                  <c:v>0.00295348624168</c:v>
                </c:pt>
                <c:pt idx="34">
                  <c:v>0.0029594368241</c:v>
                </c:pt>
                <c:pt idx="35">
                  <c:v>0.00296540983795</c:v>
                </c:pt>
                <c:pt idx="36">
                  <c:v>0.00297140543927</c:v>
                </c:pt>
                <c:pt idx="37">
                  <c:v>0.0029774237858</c:v>
                </c:pt>
                <c:pt idx="38">
                  <c:v>0.00298346503703</c:v>
                </c:pt>
                <c:pt idx="39">
                  <c:v>0.00298952935417</c:v>
                </c:pt>
                <c:pt idx="40">
                  <c:v>0.00299561690022</c:v>
                </c:pt>
                <c:pt idx="41">
                  <c:v>0.00300172783998</c:v>
                </c:pt>
                <c:pt idx="42">
                  <c:v>0.00300786234005</c:v>
                </c:pt>
                <c:pt idx="43">
                  <c:v>0.00301402056889</c:v>
                </c:pt>
                <c:pt idx="44">
                  <c:v>0.00302020269681</c:v>
                </c:pt>
                <c:pt idx="45">
                  <c:v>0.00302640889604</c:v>
                </c:pt>
                <c:pt idx="46">
                  <c:v>0.0030326393407</c:v>
                </c:pt>
                <c:pt idx="47">
                  <c:v>0.00303889420685</c:v>
                </c:pt>
                <c:pt idx="48">
                  <c:v>0.00304517367255</c:v>
                </c:pt>
                <c:pt idx="49">
                  <c:v>0.00305147791781</c:v>
                </c:pt>
                <c:pt idx="50">
                  <c:v>0.0030578071247</c:v>
                </c:pt>
                <c:pt idx="51">
                  <c:v>0.00306416147729</c:v>
                </c:pt>
                <c:pt idx="52">
                  <c:v>0.00307054116176</c:v>
                </c:pt>
                <c:pt idx="53">
                  <c:v>0.00307694636637</c:v>
                </c:pt>
                <c:pt idx="54">
                  <c:v>0.0030833772815</c:v>
                </c:pt>
                <c:pt idx="55">
                  <c:v>0.00308983409969</c:v>
                </c:pt>
                <c:pt idx="56">
                  <c:v>0.00309631701566</c:v>
                </c:pt>
                <c:pt idx="57">
                  <c:v>0.00310282622632</c:v>
                </c:pt>
                <c:pt idx="58">
                  <c:v>0.00310936193083</c:v>
                </c:pt>
                <c:pt idx="59">
                  <c:v>0.00311592433061</c:v>
                </c:pt>
                <c:pt idx="60">
                  <c:v>0.00312251362936</c:v>
                </c:pt>
                <c:pt idx="61">
                  <c:v>0.00312913003311</c:v>
                </c:pt>
                <c:pt idx="62">
                  <c:v>0.00313577375022</c:v>
                </c:pt>
                <c:pt idx="63">
                  <c:v>0.00314244499145</c:v>
                </c:pt>
                <c:pt idx="64">
                  <c:v>0.00314914396994</c:v>
                </c:pt>
                <c:pt idx="65">
                  <c:v>0.00315587090127</c:v>
                </c:pt>
                <c:pt idx="66">
                  <c:v>0.00316262600349</c:v>
                </c:pt>
                <c:pt idx="67">
                  <c:v>0.00316940949713</c:v>
                </c:pt>
                <c:pt idx="68">
                  <c:v>0.00317622160526</c:v>
                </c:pt>
                <c:pt idx="69">
                  <c:v>0.00318306255347</c:v>
                </c:pt>
                <c:pt idx="70">
                  <c:v>0.00318993256995</c:v>
                </c:pt>
                <c:pt idx="71">
                  <c:v>0.00319683188551</c:v>
                </c:pt>
                <c:pt idx="72">
                  <c:v>0.00320376073356</c:v>
                </c:pt>
                <c:pt idx="73">
                  <c:v>0.00321071935022</c:v>
                </c:pt>
                <c:pt idx="74">
                  <c:v>0.00321770797429</c:v>
                </c:pt>
                <c:pt idx="75">
                  <c:v>0.00322472684728</c:v>
                </c:pt>
                <c:pt idx="76">
                  <c:v>0.0032317762135</c:v>
                </c:pt>
                <c:pt idx="77">
                  <c:v>0.00323885632001</c:v>
                </c:pt>
                <c:pt idx="78">
                  <c:v>0.00324596741669</c:v>
                </c:pt>
                <c:pt idx="79">
                  <c:v>0.00325310975628</c:v>
                </c:pt>
                <c:pt idx="80">
                  <c:v>0.0032602835944</c:v>
                </c:pt>
                <c:pt idx="81">
                  <c:v>0.00326748918954</c:v>
                </c:pt>
                <c:pt idx="82">
                  <c:v>0.00327472680315</c:v>
                </c:pt>
                <c:pt idx="83">
                  <c:v>0.00328199669964</c:v>
                </c:pt>
                <c:pt idx="84">
                  <c:v>0.0032892991464</c:v>
                </c:pt>
                <c:pt idx="85">
                  <c:v>0.00329663441382</c:v>
                </c:pt>
                <c:pt idx="86">
                  <c:v>0.00330400277538</c:v>
                </c:pt>
                <c:pt idx="87">
                  <c:v>0.00331140450757</c:v>
                </c:pt>
                <c:pt idx="88">
                  <c:v>0.00331883989003</c:v>
                </c:pt>
                <c:pt idx="89">
                  <c:v>0.0033263092055</c:v>
                </c:pt>
                <c:pt idx="90">
                  <c:v>0.00333381273986</c:v>
                </c:pt>
                <c:pt idx="91">
                  <c:v>0.00334135078218</c:v>
                </c:pt>
                <c:pt idx="92">
                  <c:v>0.0033489236247</c:v>
                </c:pt>
                <c:pt idx="93">
                  <c:v>0.00335653156293</c:v>
                </c:pt>
                <c:pt idx="94">
                  <c:v>0.00336417489556</c:v>
                </c:pt>
                <c:pt idx="95">
                  <c:v>0.0033718539246</c:v>
                </c:pt>
                <c:pt idx="96">
                  <c:v>0.00337956895531</c:v>
                </c:pt>
                <c:pt idx="97">
                  <c:v>0.00338732029626</c:v>
                </c:pt>
                <c:pt idx="98">
                  <c:v>0.00339510825936</c:v>
                </c:pt>
                <c:pt idx="99">
                  <c:v>0.00340293315983</c:v>
                </c:pt>
                <c:pt idx="100">
                  <c:v>0.00341079531628</c:v>
                </c:pt>
                <c:pt idx="101">
                  <c:v>0.00341869505067</c:v>
                </c:pt>
                <c:pt idx="102">
                  <c:v>0.00342663268834</c:v>
                </c:pt>
                <c:pt idx="103">
                  <c:v>0.00343460855805</c:v>
                </c:pt>
                <c:pt idx="104">
                  <c:v>0.00344262299194</c:v>
                </c:pt>
                <c:pt idx="105">
                  <c:v>0.00345067632557</c:v>
                </c:pt>
                <c:pt idx="106">
                  <c:v>0.00345876889793</c:v>
                </c:pt>
                <c:pt idx="107">
                  <c:v>0.00346690105143</c:v>
                </c:pt>
                <c:pt idx="108">
                  <c:v>0.00347507313191</c:v>
                </c:pt>
                <c:pt idx="109">
                  <c:v>0.00348328548862</c:v>
                </c:pt>
                <c:pt idx="110">
                  <c:v>0.00349153847427</c:v>
                </c:pt>
                <c:pt idx="111">
                  <c:v>0.00349983244494</c:v>
                </c:pt>
                <c:pt idx="112">
                  <c:v>0.00350816776018</c:v>
                </c:pt>
                <c:pt idx="113">
                  <c:v>0.00351654478289</c:v>
                </c:pt>
                <c:pt idx="114">
                  <c:v>0.0035249638794</c:v>
                </c:pt>
                <c:pt idx="115">
                  <c:v>0.00353342541939</c:v>
                </c:pt>
                <c:pt idx="116">
                  <c:v>0.00354192977589</c:v>
                </c:pt>
                <c:pt idx="117">
                  <c:v>0.00355047732529</c:v>
                </c:pt>
                <c:pt idx="118">
                  <c:v>0.00355906844725</c:v>
                </c:pt>
                <c:pt idx="119">
                  <c:v>0.00356770352473</c:v>
                </c:pt>
                <c:pt idx="120">
                  <c:v>0.0035763829439</c:v>
                </c:pt>
                <c:pt idx="121">
                  <c:v>0.00358510709417</c:v>
                </c:pt>
                <c:pt idx="122">
                  <c:v>0.00359387636806</c:v>
                </c:pt>
                <c:pt idx="123">
                  <c:v>0.00360269116125</c:v>
                </c:pt>
                <c:pt idx="124">
                  <c:v>0.00361155187245</c:v>
                </c:pt>
                <c:pt idx="125">
                  <c:v>0.00362045890336</c:v>
                </c:pt>
                <c:pt idx="126">
                  <c:v>0.00362941265864</c:v>
                </c:pt>
                <c:pt idx="127">
                  <c:v>0.0036384135458</c:v>
                </c:pt>
                <c:pt idx="128">
                  <c:v>0.00364746197517</c:v>
                </c:pt>
                <c:pt idx="129">
                  <c:v>0.00365655835976</c:v>
                </c:pt>
                <c:pt idx="130">
                  <c:v>0.00366570311523</c:v>
                </c:pt>
                <c:pt idx="131">
                  <c:v>0.00367489665977</c:v>
                </c:pt>
                <c:pt idx="132">
                  <c:v>0.003684139414</c:v>
                </c:pt>
                <c:pt idx="133">
                  <c:v>0.00369343180086</c:v>
                </c:pt>
                <c:pt idx="134">
                  <c:v>0.00370277424552</c:v>
                </c:pt>
                <c:pt idx="135">
                  <c:v>0.00371216717523</c:v>
                </c:pt>
                <c:pt idx="136">
                  <c:v>0.00372161101918</c:v>
                </c:pt>
                <c:pt idx="137">
                  <c:v>0.0037311062084</c:v>
                </c:pt>
                <c:pt idx="138">
                  <c:v>0.00374065317558</c:v>
                </c:pt>
                <c:pt idx="139">
                  <c:v>0.00375025235493</c:v>
                </c:pt>
                <c:pt idx="140">
                  <c:v>0.003759904182</c:v>
                </c:pt>
                <c:pt idx="141">
                  <c:v>0.0037696090935</c:v>
                </c:pt>
                <c:pt idx="142">
                  <c:v>0.00377936752713</c:v>
                </c:pt>
                <c:pt idx="143">
                  <c:v>0.0037891799214</c:v>
                </c:pt>
                <c:pt idx="144">
                  <c:v>0.00379904671535</c:v>
                </c:pt>
                <c:pt idx="145">
                  <c:v>0.00380896834842</c:v>
                </c:pt>
                <c:pt idx="146">
                  <c:v>0.00381894526015</c:v>
                </c:pt>
                <c:pt idx="147">
                  <c:v>0.00382897788999</c:v>
                </c:pt>
                <c:pt idx="148">
                  <c:v>0.00383906667698</c:v>
                </c:pt>
                <c:pt idx="149">
                  <c:v>0.00384921205956</c:v>
                </c:pt>
                <c:pt idx="150">
                  <c:v>0.00385941447523</c:v>
                </c:pt>
                <c:pt idx="151">
                  <c:v>0.00386967436028</c:v>
                </c:pt>
                <c:pt idx="152">
                  <c:v>0.00387999214947</c:v>
                </c:pt>
                <c:pt idx="153">
                  <c:v>0.00389036827572</c:v>
                </c:pt>
                <c:pt idx="154">
                  <c:v>0.00390080316977</c:v>
                </c:pt>
                <c:pt idx="155">
                  <c:v>0.00391129725983</c:v>
                </c:pt>
                <c:pt idx="156">
                  <c:v>0.00392185097118</c:v>
                </c:pt>
                <c:pt idx="157">
                  <c:v>0.00393246472584</c:v>
                </c:pt>
                <c:pt idx="158">
                  <c:v>0.00394313894214</c:v>
                </c:pt>
                <c:pt idx="159">
                  <c:v>0.0039538740343</c:v>
                </c:pt>
                <c:pt idx="160">
                  <c:v>0.00396467041202</c:v>
                </c:pt>
                <c:pt idx="161">
                  <c:v>0.00397552848001</c:v>
                </c:pt>
                <c:pt idx="162">
                  <c:v>0.00398644863756</c:v>
                </c:pt>
                <c:pt idx="163">
                  <c:v>0.00399743127799</c:v>
                </c:pt>
                <c:pt idx="164">
                  <c:v>0.00400847678823</c:v>
                </c:pt>
                <c:pt idx="165">
                  <c:v>0.00401958554824</c:v>
                </c:pt>
                <c:pt idx="166">
                  <c:v>0.00403075793051</c:v>
                </c:pt>
                <c:pt idx="167">
                  <c:v>0.0040419942995</c:v>
                </c:pt>
                <c:pt idx="168">
                  <c:v>0.00405329501106</c:v>
                </c:pt>
                <c:pt idx="169">
                  <c:v>0.00406466041183</c:v>
                </c:pt>
                <c:pt idx="170">
                  <c:v>0.00407609083869</c:v>
                </c:pt>
                <c:pt idx="171">
                  <c:v>0.00408758661804</c:v>
                </c:pt>
                <c:pt idx="172">
                  <c:v>0.00409914806527</c:v>
                </c:pt>
                <c:pt idx="173">
                  <c:v>0.004110775484</c:v>
                </c:pt>
                <c:pt idx="174">
                  <c:v>0.00412246916546</c:v>
                </c:pt>
                <c:pt idx="175">
                  <c:v>0.00413422938779</c:v>
                </c:pt>
                <c:pt idx="176">
                  <c:v>0.00414605641531</c:v>
                </c:pt>
                <c:pt idx="177">
                  <c:v>0.00415795049782</c:v>
                </c:pt>
                <c:pt idx="178">
                  <c:v>0.00416991186983</c:v>
                </c:pt>
                <c:pt idx="179">
                  <c:v>0.00418194074984</c:v>
                </c:pt>
                <c:pt idx="180">
                  <c:v>0.00419403733952</c:v>
                </c:pt>
                <c:pt idx="181">
                  <c:v>0.00420620182298</c:v>
                </c:pt>
                <c:pt idx="182">
                  <c:v>0.00421843436594</c:v>
                </c:pt>
                <c:pt idx="183">
                  <c:v>0.00423073511492</c:v>
                </c:pt>
                <c:pt idx="184">
                  <c:v>0.00424310419643</c:v>
                </c:pt>
                <c:pt idx="185">
                  <c:v>0.00425554171618</c:v>
                </c:pt>
                <c:pt idx="186">
                  <c:v>0.00426804775816</c:v>
                </c:pt>
                <c:pt idx="187">
                  <c:v>0.00428062238388</c:v>
                </c:pt>
                <c:pt idx="188">
                  <c:v>0.00429326563148</c:v>
                </c:pt>
                <c:pt idx="189">
                  <c:v>0.00430597751489</c:v>
                </c:pt>
                <c:pt idx="190">
                  <c:v>0.00431875802297</c:v>
                </c:pt>
                <c:pt idx="191">
                  <c:v>0.00433160711869</c:v>
                </c:pt>
                <c:pt idx="192">
                  <c:v>0.00434452473822</c:v>
                </c:pt>
                <c:pt idx="193">
                  <c:v>0.00435751079015</c:v>
                </c:pt>
                <c:pt idx="194">
                  <c:v>0.0043705651546</c:v>
                </c:pt>
                <c:pt idx="195">
                  <c:v>0.00438368768242</c:v>
                </c:pt>
                <c:pt idx="196">
                  <c:v>0.00439687819436</c:v>
                </c:pt>
                <c:pt idx="197">
                  <c:v>0.00441013648024</c:v>
                </c:pt>
                <c:pt idx="198">
                  <c:v>0.00442346229822</c:v>
                </c:pt>
                <c:pt idx="199">
                  <c:v>0.00443685537394</c:v>
                </c:pt>
                <c:pt idx="200">
                  <c:v>0.00445031539986</c:v>
                </c:pt>
                <c:pt idx="201">
                  <c:v>0.00446384203448</c:v>
                </c:pt>
                <c:pt idx="202">
                  <c:v>0.00447743490165</c:v>
                </c:pt>
                <c:pt idx="203">
                  <c:v>0.00449109358989</c:v>
                </c:pt>
                <c:pt idx="204">
                  <c:v>0.00450481765179</c:v>
                </c:pt>
                <c:pt idx="205">
                  <c:v>0.00451860660339</c:v>
                </c:pt>
                <c:pt idx="206">
                  <c:v>0.00453245992359</c:v>
                </c:pt>
                <c:pt idx="207">
                  <c:v>0.0045463770537</c:v>
                </c:pt>
                <c:pt idx="208">
                  <c:v>0.0045603573969</c:v>
                </c:pt>
                <c:pt idx="209">
                  <c:v>0.00457440031786</c:v>
                </c:pt>
                <c:pt idx="210">
                  <c:v>0.00458850514236</c:v>
                </c:pt>
                <c:pt idx="211">
                  <c:v>0.00460267115695</c:v>
                </c:pt>
                <c:pt idx="212">
                  <c:v>0.00461689760872</c:v>
                </c:pt>
                <c:pt idx="213">
                  <c:v>0.0046311837051</c:v>
                </c:pt>
                <c:pt idx="214">
                  <c:v>0.00464552861371</c:v>
                </c:pt>
                <c:pt idx="215">
                  <c:v>0.0046599314623</c:v>
                </c:pt>
                <c:pt idx="216">
                  <c:v>0.00467439133875</c:v>
                </c:pt>
                <c:pt idx="217">
                  <c:v>0.00468890729114</c:v>
                </c:pt>
                <c:pt idx="218">
                  <c:v>0.00470347832788</c:v>
                </c:pt>
                <c:pt idx="219">
                  <c:v>0.00471810341799</c:v>
                </c:pt>
                <c:pt idx="220">
                  <c:v>0.00473278149131</c:v>
                </c:pt>
                <c:pt idx="221">
                  <c:v>0.00474751143893</c:v>
                </c:pt>
                <c:pt idx="222">
                  <c:v>0.00476229211365</c:v>
                </c:pt>
                <c:pt idx="223">
                  <c:v>0.00477712233048</c:v>
                </c:pt>
                <c:pt idx="224">
                  <c:v>0.00479200086728</c:v>
                </c:pt>
                <c:pt idx="225">
                  <c:v>0.00480692646548</c:v>
                </c:pt>
                <c:pt idx="226">
                  <c:v>0.00482189783081</c:v>
                </c:pt>
                <c:pt idx="227">
                  <c:v>0.00483691363421</c:v>
                </c:pt>
                <c:pt idx="228">
                  <c:v>0.00485197251278</c:v>
                </c:pt>
                <c:pt idx="229">
                  <c:v>0.00486707307075</c:v>
                </c:pt>
                <c:pt idx="230">
                  <c:v>0.00488221388065</c:v>
                </c:pt>
                <c:pt idx="231">
                  <c:v>0.00489739348446</c:v>
                </c:pt>
                <c:pt idx="232">
                  <c:v>0.00491261039488</c:v>
                </c:pt>
                <c:pt idx="233">
                  <c:v>0.00492786309667</c:v>
                </c:pt>
                <c:pt idx="234">
                  <c:v>0.00494315004801</c:v>
                </c:pt>
                <c:pt idx="235">
                  <c:v>0.00495846968204</c:v>
                </c:pt>
                <c:pt idx="236">
                  <c:v>0.00497382040837</c:v>
                </c:pt>
                <c:pt idx="237">
                  <c:v>0.00498920061464</c:v>
                </c:pt>
                <c:pt idx="238">
                  <c:v>0.00500460866824</c:v>
                </c:pt>
                <c:pt idx="239">
                  <c:v>0.00502004291798</c:v>
                </c:pt>
                <c:pt idx="240">
                  <c:v>0.00503550169583</c:v>
                </c:pt>
                <c:pt idx="241">
                  <c:v>0.00505098331877</c:v>
                </c:pt>
                <c:pt idx="242">
                  <c:v>0.00506648609061</c:v>
                </c:pt>
                <c:pt idx="243">
                  <c:v>0.00508200830383</c:v>
                </c:pt>
                <c:pt idx="244">
                  <c:v>0.00509754824154</c:v>
                </c:pt>
                <c:pt idx="245">
                  <c:v>0.00511310417933</c:v>
                </c:pt>
                <c:pt idx="246">
                  <c:v>0.0051286743873</c:v>
                </c:pt>
                <c:pt idx="247">
                  <c:v>0.00514425713194</c:v>
                </c:pt>
                <c:pt idx="248">
                  <c:v>0.00515985067809</c:v>
                </c:pt>
                <c:pt idx="249">
                  <c:v>0.00517545329097</c:v>
                </c:pt>
                <c:pt idx="250">
                  <c:v>0.00519106323804</c:v>
                </c:pt>
                <c:pt idx="251">
                  <c:v>0.005206678791</c:v>
                </c:pt>
                <c:pt idx="252">
                  <c:v>0.00522229822766</c:v>
                </c:pt>
                <c:pt idx="253">
                  <c:v>0.00523791983391</c:v>
                </c:pt>
                <c:pt idx="254">
                  <c:v>0.00525354190551</c:v>
                </c:pt>
                <c:pt idx="255">
                  <c:v>0.00526916274998</c:v>
                </c:pt>
                <c:pt idx="256">
                  <c:v>0.00528478068836</c:v>
                </c:pt>
                <c:pt idx="257">
                  <c:v>0.00530039405701</c:v>
                </c:pt>
                <c:pt idx="258">
                  <c:v>0.00531600120925</c:v>
                </c:pt>
                <c:pt idx="259">
                  <c:v>0.00533160051705</c:v>
                </c:pt>
                <c:pt idx="260">
                  <c:v>0.00534719037261</c:v>
                </c:pt>
                <c:pt idx="261">
                  <c:v>0.00536276918988</c:v>
                </c:pt>
                <c:pt idx="262">
                  <c:v>0.00537833540606</c:v>
                </c:pt>
                <c:pt idx="263">
                  <c:v>0.00539388748295</c:v>
                </c:pt>
                <c:pt idx="264">
                  <c:v>0.00540942390829</c:v>
                </c:pt>
                <c:pt idx="265">
                  <c:v>0.00542494319706</c:v>
                </c:pt>
                <c:pt idx="266">
                  <c:v>0.00544044389258</c:v>
                </c:pt>
                <c:pt idx="267">
                  <c:v>0.00545592456765</c:v>
                </c:pt>
                <c:pt idx="268">
                  <c:v>0.00547138382557</c:v>
                </c:pt>
                <c:pt idx="269">
                  <c:v>0.00548682030108</c:v>
                </c:pt>
                <c:pt idx="270">
                  <c:v>0.0055022326612</c:v>
                </c:pt>
                <c:pt idx="271">
                  <c:v>0.00551761960603</c:v>
                </c:pt>
                <c:pt idx="272">
                  <c:v>0.00553297986942</c:v>
                </c:pt>
                <c:pt idx="273">
                  <c:v>0.00554831221962</c:v>
                </c:pt>
                <c:pt idx="274">
                  <c:v>0.00556361545976</c:v>
                </c:pt>
                <c:pt idx="275">
                  <c:v>0.00557888842836</c:v>
                </c:pt>
                <c:pt idx="276">
                  <c:v>0.00559412999967</c:v>
                </c:pt>
                <c:pt idx="277">
                  <c:v>0.00560933908399</c:v>
                </c:pt>
                <c:pt idx="278">
                  <c:v>0.00562451462786</c:v>
                </c:pt>
                <c:pt idx="279">
                  <c:v>0.00563965561424</c:v>
                </c:pt>
                <c:pt idx="280">
                  <c:v>0.00565476106257</c:v>
                </c:pt>
                <c:pt idx="281">
                  <c:v>0.00566983002877</c:v>
                </c:pt>
                <c:pt idx="282">
                  <c:v>0.0056848616052</c:v>
                </c:pt>
                <c:pt idx="283">
                  <c:v>0.00569985492052</c:v>
                </c:pt>
                <c:pt idx="284">
                  <c:v>0.00571480913952</c:v>
                </c:pt>
                <c:pt idx="285">
                  <c:v>0.00572972346286</c:v>
                </c:pt>
                <c:pt idx="286">
                  <c:v>0.00574459712676</c:v>
                </c:pt>
                <c:pt idx="287">
                  <c:v>0.00575942940269</c:v>
                </c:pt>
                <c:pt idx="288">
                  <c:v>0.00577421959693</c:v>
                </c:pt>
                <c:pt idx="289">
                  <c:v>0.00578896705012</c:v>
                </c:pt>
                <c:pt idx="290">
                  <c:v>0.00580367113681</c:v>
                </c:pt>
                <c:pt idx="291">
                  <c:v>0.00581833126489</c:v>
                </c:pt>
                <c:pt idx="292">
                  <c:v>0.00583294687503</c:v>
                </c:pt>
                <c:pt idx="293">
                  <c:v>0.00584751744012</c:v>
                </c:pt>
                <c:pt idx="294">
                  <c:v>0.00586204246456</c:v>
                </c:pt>
                <c:pt idx="295">
                  <c:v>0.00587652148371</c:v>
                </c:pt>
                <c:pt idx="296">
                  <c:v>0.0058909540631</c:v>
                </c:pt>
                <c:pt idx="297">
                  <c:v>0.00590533979784</c:v>
                </c:pt>
                <c:pt idx="298">
                  <c:v>0.0059196783118</c:v>
                </c:pt>
                <c:pt idx="299">
                  <c:v>0.00593396925695</c:v>
                </c:pt>
                <c:pt idx="300">
                  <c:v>0.00594821231259</c:v>
                </c:pt>
                <c:pt idx="301">
                  <c:v>0.00596240718461</c:v>
                </c:pt>
                <c:pt idx="302">
                  <c:v>0.0059765536047</c:v>
                </c:pt>
                <c:pt idx="303">
                  <c:v>0.00599065132965</c:v>
                </c:pt>
                <c:pt idx="304">
                  <c:v>0.00600470014051</c:v>
                </c:pt>
                <c:pt idx="305">
                  <c:v>0.00601869984188</c:v>
                </c:pt>
                <c:pt idx="306">
                  <c:v>0.00603265026116</c:v>
                </c:pt>
                <c:pt idx="307">
                  <c:v>0.00604655124775</c:v>
                </c:pt>
                <c:pt idx="308">
                  <c:v>0.00606040267236</c:v>
                </c:pt>
                <c:pt idx="309">
                  <c:v>0.00607420442623</c:v>
                </c:pt>
                <c:pt idx="310">
                  <c:v>0.00608795642044</c:v>
                </c:pt>
                <c:pt idx="311">
                  <c:v>0.00610165858518</c:v>
                </c:pt>
                <c:pt idx="312">
                  <c:v>0.00611531086908</c:v>
                </c:pt>
                <c:pt idx="313">
                  <c:v>0.00612891323849</c:v>
                </c:pt>
                <c:pt idx="314">
                  <c:v>0.00614246567689</c:v>
                </c:pt>
                <c:pt idx="315">
                  <c:v>0.00615596818418</c:v>
                </c:pt>
                <c:pt idx="316">
                  <c:v>0.00616942077609</c:v>
                </c:pt>
                <c:pt idx="317">
                  <c:v>0.0061828234836</c:v>
                </c:pt>
                <c:pt idx="318">
                  <c:v>0.00619617635234</c:v>
                </c:pt>
                <c:pt idx="319">
                  <c:v>0.00620947944206</c:v>
                </c:pt>
                <c:pt idx="320">
                  <c:v>0.0062227328261</c:v>
                </c:pt>
                <c:pt idx="321">
                  <c:v>0.00623593659088</c:v>
                </c:pt>
                <c:pt idx="322">
                  <c:v>0.00624909083544</c:v>
                </c:pt>
                <c:pt idx="323">
                  <c:v>0.00626219567101</c:v>
                </c:pt>
                <c:pt idx="324">
                  <c:v>0.00627525122057</c:v>
                </c:pt>
                <c:pt idx="325">
                  <c:v>0.00628825761846</c:v>
                </c:pt>
                <c:pt idx="326">
                  <c:v>0.00630121501006</c:v>
                </c:pt>
                <c:pt idx="327">
                  <c:v>0.00631412355142</c:v>
                </c:pt>
                <c:pt idx="328">
                  <c:v>0.006326983409</c:v>
                </c:pt>
                <c:pt idx="329">
                  <c:v>0.00633979475937</c:v>
                </c:pt>
                <c:pt idx="330">
                  <c:v>0.00635255778898</c:v>
                </c:pt>
                <c:pt idx="331">
                  <c:v>0.006365272694</c:v>
                </c:pt>
                <c:pt idx="332">
                  <c:v>0.00637793968009</c:v>
                </c:pt>
                <c:pt idx="333">
                  <c:v>0.00639055896226</c:v>
                </c:pt>
                <c:pt idx="334">
                  <c:v>0.00640313076484</c:v>
                </c:pt>
                <c:pt idx="335">
                  <c:v>0.00641565532128</c:v>
                </c:pt>
                <c:pt idx="336">
                  <c:v>0.00642813287423</c:v>
                </c:pt>
                <c:pt idx="337">
                  <c:v>0.00644056367544</c:v>
                </c:pt>
                <c:pt idx="338">
                  <c:v>0.0064529479858</c:v>
                </c:pt>
                <c:pt idx="339">
                  <c:v>0.00646528607542</c:v>
                </c:pt>
                <c:pt idx="340">
                  <c:v>0.00647757822368</c:v>
                </c:pt>
                <c:pt idx="341">
                  <c:v>0.00648982471936</c:v>
                </c:pt>
                <c:pt idx="342">
                  <c:v>0.0065020258608</c:v>
                </c:pt>
                <c:pt idx="343">
                  <c:v>0.00651418195605</c:v>
                </c:pt>
                <c:pt idx="344">
                  <c:v>0.0065262933231</c:v>
                </c:pt>
                <c:pt idx="345">
                  <c:v>0.00653836029012</c:v>
                </c:pt>
                <c:pt idx="346">
                  <c:v>0.00655038319572</c:v>
                </c:pt>
                <c:pt idx="347">
                  <c:v>0.00656236238927</c:v>
                </c:pt>
                <c:pt idx="348">
                  <c:v>0.00657429823122</c:v>
                </c:pt>
                <c:pt idx="349">
                  <c:v>0.00658619109345</c:v>
                </c:pt>
                <c:pt idx="350">
                  <c:v>0.00659804135971</c:v>
                </c:pt>
                <c:pt idx="351">
                  <c:v>0.00660984942596</c:v>
                </c:pt>
                <c:pt idx="352">
                  <c:v>0.00662161570089</c:v>
                </c:pt>
                <c:pt idx="353">
                  <c:v>0.00663334060636</c:v>
                </c:pt>
                <c:pt idx="354">
                  <c:v>0.0066450245779</c:v>
                </c:pt>
                <c:pt idx="355">
                  <c:v>0.00665666806522</c:v>
                </c:pt>
                <c:pt idx="356">
                  <c:v>0.00666827153281</c:v>
                </c:pt>
                <c:pt idx="357">
                  <c:v>0.00667983546045</c:v>
                </c:pt>
                <c:pt idx="358">
                  <c:v>0.00669136034386</c:v>
                </c:pt>
                <c:pt idx="359">
                  <c:v>0.00670284669528</c:v>
                </c:pt>
                <c:pt idx="360">
                  <c:v>0.00671429504412</c:v>
                </c:pt>
                <c:pt idx="361">
                  <c:v>0.0067257059376</c:v>
                </c:pt>
                <c:pt idx="362">
                  <c:v>0.00673707994145</c:v>
                </c:pt>
                <c:pt idx="363">
                  <c:v>0.00674841764058</c:v>
                </c:pt>
                <c:pt idx="364">
                  <c:v>0.00675971963978</c:v>
                </c:pt>
                <c:pt idx="365">
                  <c:v>0.00677098656445</c:v>
                </c:pt>
                <c:pt idx="366">
                  <c:v>0.0067822190613</c:v>
                </c:pt>
                <c:pt idx="367">
                  <c:v>0.0067934177991</c:v>
                </c:pt>
                <c:pt idx="368">
                  <c:v>0.00680458346942</c:v>
                </c:pt>
                <c:pt idx="369">
                  <c:v>0.00681571678738</c:v>
                </c:pt>
                <c:pt idx="370">
                  <c:v>0.00682681849238</c:v>
                </c:pt>
                <c:pt idx="371">
                  <c:v>0.00683788934886</c:v>
                </c:pt>
                <c:pt idx="372">
                  <c:v>0.00684893014703</c:v>
                </c:pt>
                <c:pt idx="373">
                  <c:v>0.00685994170364</c:v>
                </c:pt>
                <c:pt idx="374">
                  <c:v>0.00687092486269</c:v>
                </c:pt>
                <c:pt idx="375">
                  <c:v>0.00688188049613</c:v>
                </c:pt>
                <c:pt idx="376">
                  <c:v>0.00689280950464</c:v>
                </c:pt>
                <c:pt idx="377">
                  <c:v>0.00690371281823</c:v>
                </c:pt>
                <c:pt idx="378">
                  <c:v>0.006914591397</c:v>
                </c:pt>
                <c:pt idx="379">
                  <c:v>0.00692544623174</c:v>
                </c:pt>
                <c:pt idx="380">
                  <c:v>0.00693627834456</c:v>
                </c:pt>
                <c:pt idx="381">
                  <c:v>0.00694708878952</c:v>
                </c:pt>
                <c:pt idx="382">
                  <c:v>0.00695787865318</c:v>
                </c:pt>
                <c:pt idx="383">
                  <c:v>0.00696864905512</c:v>
                </c:pt>
                <c:pt idx="384">
                  <c:v>0.00697940114847</c:v>
                </c:pt>
                <c:pt idx="385">
                  <c:v>0.00699013612032</c:v>
                </c:pt>
                <c:pt idx="386">
                  <c:v>0.00700085519217</c:v>
                </c:pt>
                <c:pt idx="387">
                  <c:v>0.00701155962031</c:v>
                </c:pt>
                <c:pt idx="388">
                  <c:v>0.00702225069605</c:v>
                </c:pt>
                <c:pt idx="389">
                  <c:v>0.00703292974609</c:v>
                </c:pt>
                <c:pt idx="390">
                  <c:v>0.00704359813264</c:v>
                </c:pt>
                <c:pt idx="391">
                  <c:v>0.00705425725362</c:v>
                </c:pt>
                <c:pt idx="392">
                  <c:v>0.00706490854269</c:v>
                </c:pt>
                <c:pt idx="393">
                  <c:v>0.00707555346933</c:v>
                </c:pt>
                <c:pt idx="394">
                  <c:v>0.00708619353874</c:v>
                </c:pt>
                <c:pt idx="395">
                  <c:v>0.00709683029176</c:v>
                </c:pt>
                <c:pt idx="396">
                  <c:v>0.00710746530466</c:v>
                </c:pt>
                <c:pt idx="397">
                  <c:v>0.00711810018888</c:v>
                </c:pt>
                <c:pt idx="398">
                  <c:v>0.00712873659069</c:v>
                </c:pt>
                <c:pt idx="399">
                  <c:v>0.00713937619079</c:v>
                </c:pt>
                <c:pt idx="400">
                  <c:v>0.00715002070381</c:v>
                </c:pt>
                <c:pt idx="401">
                  <c:v>0.00716067187774</c:v>
                </c:pt>
                <c:pt idx="402">
                  <c:v>0.00717133149329</c:v>
                </c:pt>
                <c:pt idx="403">
                  <c:v>0.00718200136312</c:v>
                </c:pt>
                <c:pt idx="404">
                  <c:v>0.00719268333111</c:v>
                </c:pt>
                <c:pt idx="405">
                  <c:v>0.00720337927141</c:v>
                </c:pt>
                <c:pt idx="406">
                  <c:v>0.00721409108749</c:v>
                </c:pt>
                <c:pt idx="407">
                  <c:v>0.00722482071111</c:v>
                </c:pt>
                <c:pt idx="408">
                  <c:v>0.00723557010121</c:v>
                </c:pt>
                <c:pt idx="409">
                  <c:v>0.0072463412427</c:v>
                </c:pt>
                <c:pt idx="410">
                  <c:v>0.0072571361452</c:v>
                </c:pt>
                <c:pt idx="411">
                  <c:v>0.00726795684171</c:v>
                </c:pt>
                <c:pt idx="412">
                  <c:v>0.00727880538723</c:v>
                </c:pt>
                <c:pt idx="413">
                  <c:v>0.00728968385727</c:v>
                </c:pt>
                <c:pt idx="414">
                  <c:v>0.00730059434637</c:v>
                </c:pt>
                <c:pt idx="415">
                  <c:v>0.00731153896646</c:v>
                </c:pt>
                <c:pt idx="416">
                  <c:v>0.0073225198453</c:v>
                </c:pt>
                <c:pt idx="417">
                  <c:v>0.00733353912476</c:v>
                </c:pt>
                <c:pt idx="418">
                  <c:v>0.00734459895912</c:v>
                </c:pt>
                <c:pt idx="419">
                  <c:v>0.0073557015133</c:v>
                </c:pt>
                <c:pt idx="420">
                  <c:v>0.00736684896108</c:v>
                </c:pt>
                <c:pt idx="421">
                  <c:v>0.00737804348329</c:v>
                </c:pt>
                <c:pt idx="422">
                  <c:v>0.00738928726595</c:v>
                </c:pt>
                <c:pt idx="423">
                  <c:v>0.00740058249842</c:v>
                </c:pt>
                <c:pt idx="424">
                  <c:v>0.00741193137156</c:v>
                </c:pt>
                <c:pt idx="425">
                  <c:v>0.00742333607582</c:v>
                </c:pt>
                <c:pt idx="426">
                  <c:v>0.00743479879939</c:v>
                </c:pt>
                <c:pt idx="427">
                  <c:v>0.0074463217263</c:v>
                </c:pt>
                <c:pt idx="428">
                  <c:v>0.00745790703463</c:v>
                </c:pt>
                <c:pt idx="429">
                  <c:v>0.00746955689462</c:v>
                </c:pt>
                <c:pt idx="430">
                  <c:v>0.00748127346685</c:v>
                </c:pt>
                <c:pt idx="431">
                  <c:v>0.00749305890051</c:v>
                </c:pt>
                <c:pt idx="432">
                  <c:v>0.00750491533158</c:v>
                </c:pt>
                <c:pt idx="433">
                  <c:v>0.00751684488117</c:v>
                </c:pt>
                <c:pt idx="434">
                  <c:v>0.00752884965382</c:v>
                </c:pt>
                <c:pt idx="435">
                  <c:v>0.00754093173588</c:v>
                </c:pt>
                <c:pt idx="436">
                  <c:v>0.00755309319397</c:v>
                </c:pt>
                <c:pt idx="437">
                  <c:v>0.00756533607341</c:v>
                </c:pt>
                <c:pt idx="438">
                  <c:v>0.00757766239684</c:v>
                </c:pt>
                <c:pt idx="439">
                  <c:v>0.00759007416276</c:v>
                </c:pt>
                <c:pt idx="440">
                  <c:v>0.00760257334427</c:v>
                </c:pt>
                <c:pt idx="441">
                  <c:v>0.00761516188777</c:v>
                </c:pt>
                <c:pt idx="442">
                  <c:v>0.00762784171183</c:v>
                </c:pt>
                <c:pt idx="443">
                  <c:v>0.00764061470603</c:v>
                </c:pt>
                <c:pt idx="444">
                  <c:v>0.00765348272999</c:v>
                </c:pt>
                <c:pt idx="445">
                  <c:v>0.00766644761237</c:v>
                </c:pt>
                <c:pt idx="446">
                  <c:v>0.00767951115006</c:v>
                </c:pt>
                <c:pt idx="447">
                  <c:v>0.00769267510731</c:v>
                </c:pt>
                <c:pt idx="448">
                  <c:v>0.0077059412151</c:v>
                </c:pt>
                <c:pt idx="449">
                  <c:v>0.00771931117046</c:v>
                </c:pt>
                <c:pt idx="450">
                  <c:v>0.00773278663595</c:v>
                </c:pt>
                <c:pt idx="451">
                  <c:v>0.00774636923916</c:v>
                </c:pt>
                <c:pt idx="452">
                  <c:v>0.00776006057237</c:v>
                </c:pt>
                <c:pt idx="453">
                  <c:v>0.00777386219217</c:v>
                </c:pt>
                <c:pt idx="454">
                  <c:v>0.0077877756193</c:v>
                </c:pt>
                <c:pt idx="455">
                  <c:v>0.00780180233842</c:v>
                </c:pt>
                <c:pt idx="456">
                  <c:v>0.00781594379809</c:v>
                </c:pt>
                <c:pt idx="457">
                  <c:v>0.00783020141069</c:v>
                </c:pt>
                <c:pt idx="458">
                  <c:v>0.00784457655252</c:v>
                </c:pt>
                <c:pt idx="459">
                  <c:v>0.00785907056391</c:v>
                </c:pt>
                <c:pt idx="460">
                  <c:v>0.0078736847494</c:v>
                </c:pt>
                <c:pt idx="461">
                  <c:v>0.00788842037797</c:v>
                </c:pt>
                <c:pt idx="462">
                  <c:v>0.00790327868338</c:v>
                </c:pt>
                <c:pt idx="463">
                  <c:v>0.00791826086451</c:v>
                </c:pt>
                <c:pt idx="464">
                  <c:v>0.00793336808577</c:v>
                </c:pt>
                <c:pt idx="465">
                  <c:v>0.00794860147757</c:v>
                </c:pt>
                <c:pt idx="466">
                  <c:v>0.00796396213684</c:v>
                </c:pt>
                <c:pt idx="467">
                  <c:v>0.00797945112758</c:v>
                </c:pt>
                <c:pt idx="468">
                  <c:v>0.00799506948144</c:v>
                </c:pt>
                <c:pt idx="469">
                  <c:v>0.00801081819839</c:v>
                </c:pt>
                <c:pt idx="470">
                  <c:v>0.00802669824735</c:v>
                </c:pt>
                <c:pt idx="471">
                  <c:v>0.00804271056692</c:v>
                </c:pt>
                <c:pt idx="472">
                  <c:v>0.0080588560661</c:v>
                </c:pt>
                <c:pt idx="473">
                  <c:v>0.00807513562503</c:v>
                </c:pt>
                <c:pt idx="474">
                  <c:v>0.0080915500958</c:v>
                </c:pt>
                <c:pt idx="475">
                  <c:v>0.00810810030323</c:v>
                </c:pt>
                <c:pt idx="476">
                  <c:v>0.0081247870457</c:v>
                </c:pt>
                <c:pt idx="477">
                  <c:v>0.00814161109596</c:v>
                </c:pt>
                <c:pt idx="478">
                  <c:v>0.00815857320203</c:v>
                </c:pt>
                <c:pt idx="479">
                  <c:v>0.00817567408797</c:v>
                </c:pt>
                <c:pt idx="480">
                  <c:v>0.00819291445482</c:v>
                </c:pt>
                <c:pt idx="481">
                  <c:v>0.00821029498145</c:v>
                </c:pt>
                <c:pt idx="482">
                  <c:v>0.00822781632542</c:v>
                </c:pt>
                <c:pt idx="483">
                  <c:v>0.00824547912387</c:v>
                </c:pt>
                <c:pt idx="484">
                  <c:v>0.00826328399438</c:v>
                </c:pt>
                <c:pt idx="485">
                  <c:v>0.00828123153587</c:v>
                </c:pt>
                <c:pt idx="486">
                  <c:v>0.00829932232946</c:v>
                </c:pt>
                <c:pt idx="487">
                  <c:v>0.00831755693932</c:v>
                </c:pt>
                <c:pt idx="488">
                  <c:v>0.00833593591357</c:v>
                </c:pt>
                <c:pt idx="489">
                  <c:v>0.00835445978508</c:v>
                </c:pt>
                <c:pt idx="490">
                  <c:v>0.00837312907237</c:v>
                </c:pt>
                <c:pt idx="491">
                  <c:v>0.0083919442804</c:v>
                </c:pt>
                <c:pt idx="492">
                  <c:v>0.00841090590141</c:v>
                </c:pt>
                <c:pt idx="493">
                  <c:v>0.00843001441574</c:v>
                </c:pt>
                <c:pt idx="494">
                  <c:v>0.00844927029262</c:v>
                </c:pt>
                <c:pt idx="495">
                  <c:v>0.00846867399096</c:v>
                </c:pt>
                <c:pt idx="496">
                  <c:v>0.00848822596011</c:v>
                </c:pt>
                <c:pt idx="497">
                  <c:v>0.00850792664062</c:v>
                </c:pt>
                <c:pt idx="498">
                  <c:v>0.00852777646501</c:v>
                </c:pt>
                <c:pt idx="499">
                  <c:v>0.00854777585846</c:v>
                </c:pt>
                <c:pt idx="500">
                  <c:v>0.00856792523953</c:v>
                </c:pt>
                <c:pt idx="501">
                  <c:v>0.00858822502087</c:v>
                </c:pt>
                <c:pt idx="502">
                  <c:v>0.0086086756099</c:v>
                </c:pt>
                <c:pt idx="503">
                  <c:v>0.00862927740942</c:v>
                </c:pt>
                <c:pt idx="504">
                  <c:v>0.00865003081834</c:v>
                </c:pt>
                <c:pt idx="505">
                  <c:v>0.00867093623225</c:v>
                </c:pt>
                <c:pt idx="506">
                  <c:v>0.00869199404402</c:v>
                </c:pt>
                <c:pt idx="507">
                  <c:v>0.00871320464445</c:v>
                </c:pt>
                <c:pt idx="508">
                  <c:v>0.00873456842282</c:v>
                </c:pt>
                <c:pt idx="509">
                  <c:v>0.00875608576744</c:v>
                </c:pt>
                <c:pt idx="510">
                  <c:v>0.0087777570662</c:v>
                </c:pt>
                <c:pt idx="511">
                  <c:v>0.00879958270714</c:v>
                </c:pt>
                <c:pt idx="512">
                  <c:v>0.00882156307889</c:v>
                </c:pt>
                <c:pt idx="513">
                  <c:v>0.00884369857124</c:v>
                </c:pt>
                <c:pt idx="514">
                  <c:v>0.00886598957557</c:v>
                </c:pt>
                <c:pt idx="515">
                  <c:v>0.00888843648535</c:v>
                </c:pt>
                <c:pt idx="516">
                  <c:v>0.00891103969658</c:v>
                </c:pt>
                <c:pt idx="517">
                  <c:v>0.00893379960822</c:v>
                </c:pt>
                <c:pt idx="518">
                  <c:v>0.00895671662261</c:v>
                </c:pt>
                <c:pt idx="519">
                  <c:v>0.0089797911459</c:v>
                </c:pt>
                <c:pt idx="520">
                  <c:v>0.00900302358844</c:v>
                </c:pt>
                <c:pt idx="521">
                  <c:v>0.00902641436513</c:v>
                </c:pt>
                <c:pt idx="522">
                  <c:v>0.00904996389583</c:v>
                </c:pt>
                <c:pt idx="523">
                  <c:v>0.00907367260568</c:v>
                </c:pt>
                <c:pt idx="524">
                  <c:v>0.00909754092545</c:v>
                </c:pt>
                <c:pt idx="525">
                  <c:v>0.00912156929191</c:v>
                </c:pt>
                <c:pt idx="526">
                  <c:v>0.00914575814809</c:v>
                </c:pt>
                <c:pt idx="527">
                  <c:v>0.0091701079436</c:v>
                </c:pt>
                <c:pt idx="528">
                  <c:v>0.00919461913497</c:v>
                </c:pt>
                <c:pt idx="529">
                  <c:v>0.00921929218587</c:v>
                </c:pt>
                <c:pt idx="530">
                  <c:v>0.00924412756742</c:v>
                </c:pt>
                <c:pt idx="531">
                  <c:v>0.00926912575846</c:v>
                </c:pt>
                <c:pt idx="532">
                  <c:v>0.00929428724577</c:v>
                </c:pt>
                <c:pt idx="533">
                  <c:v>0.00931961252435</c:v>
                </c:pt>
                <c:pt idx="534">
                  <c:v>0.00934510209762</c:v>
                </c:pt>
                <c:pt idx="535">
                  <c:v>0.00937075647768</c:v>
                </c:pt>
                <c:pt idx="536">
                  <c:v>0.00939657618548</c:v>
                </c:pt>
                <c:pt idx="537">
                  <c:v>0.00942256175108</c:v>
                </c:pt>
                <c:pt idx="538">
                  <c:v>0.0094487137138</c:v>
                </c:pt>
                <c:pt idx="539">
                  <c:v>0.00947503262244</c:v>
                </c:pt>
                <c:pt idx="540">
                  <c:v>0.00950151903547</c:v>
                </c:pt>
                <c:pt idx="541">
                  <c:v>0.00952817352116</c:v>
                </c:pt>
                <c:pt idx="542">
                  <c:v>0.0095549966578</c:v>
                </c:pt>
                <c:pt idx="543">
                  <c:v>0.00958198903383</c:v>
                </c:pt>
                <c:pt idx="544">
                  <c:v>0.009609151248</c:v>
                </c:pt>
                <c:pt idx="545">
                  <c:v>0.00963648390953</c:v>
                </c:pt>
                <c:pt idx="546">
                  <c:v>0.00966398763821</c:v>
                </c:pt>
                <c:pt idx="547">
                  <c:v>0.00969166306461</c:v>
                </c:pt>
                <c:pt idx="548">
                  <c:v>0.00971951083012</c:v>
                </c:pt>
                <c:pt idx="549">
                  <c:v>0.00974753158713</c:v>
                </c:pt>
                <c:pt idx="550">
                  <c:v>0.00977572599912</c:v>
                </c:pt>
                <c:pt idx="551">
                  <c:v>0.00980409474081</c:v>
                </c:pt>
                <c:pt idx="552">
                  <c:v>0.0098326384982</c:v>
                </c:pt>
                <c:pt idx="553">
                  <c:v>0.00986135796875</c:v>
                </c:pt>
                <c:pt idx="554">
                  <c:v>0.0098902538614</c:v>
                </c:pt>
                <c:pt idx="555">
                  <c:v>0.00991932689673</c:v>
                </c:pt>
                <c:pt idx="556">
                  <c:v>0.00994857780698</c:v>
                </c:pt>
                <c:pt idx="557">
                  <c:v>0.0099780073362</c:v>
                </c:pt>
                <c:pt idx="558">
                  <c:v>0.0100076162403</c:v>
                </c:pt>
                <c:pt idx="559">
                  <c:v>0.0100374052871</c:v>
                </c:pt>
                <c:pt idx="560">
                  <c:v>0.0100673752564</c:v>
                </c:pt>
                <c:pt idx="561">
                  <c:v>0.0100975269401</c:v>
                </c:pt>
                <c:pt idx="562">
                  <c:v>0.0101278611424</c:v>
                </c:pt>
                <c:pt idx="563">
                  <c:v>0.0101583786793</c:v>
                </c:pt>
                <c:pt idx="564">
                  <c:v>0.0101890803796</c:v>
                </c:pt>
                <c:pt idx="565">
                  <c:v>0.0102199670839</c:v>
                </c:pt>
                <c:pt idx="566">
                  <c:v>0.0102510396455</c:v>
                </c:pt>
                <c:pt idx="567">
                  <c:v>0.0102822989301</c:v>
                </c:pt>
                <c:pt idx="568">
                  <c:v>0.0103137458156</c:v>
                </c:pt>
                <c:pt idx="569">
                  <c:v>0.0103453811929</c:v>
                </c:pt>
                <c:pt idx="570">
                  <c:v>0.010377205965</c:v>
                </c:pt>
                <c:pt idx="571">
                  <c:v>0.0104092210478</c:v>
                </c:pt>
                <c:pt idx="572">
                  <c:v>0.0104414273698</c:v>
                </c:pt>
                <c:pt idx="573">
                  <c:v>0.0104738258722</c:v>
                </c:pt>
                <c:pt idx="574">
                  <c:v>0.0105064175089</c:v>
                </c:pt>
                <c:pt idx="575">
                  <c:v>0.0105392032467</c:v>
                </c:pt>
                <c:pt idx="576">
                  <c:v>0.0105721840652</c:v>
                </c:pt>
                <c:pt idx="577">
                  <c:v>0.0106053609567</c:v>
                </c:pt>
                <c:pt idx="578">
                  <c:v>0.0106387349268</c:v>
                </c:pt>
                <c:pt idx="579">
                  <c:v>0.0106723069937</c:v>
                </c:pt>
                <c:pt idx="580">
                  <c:v>0.0107060781888</c:v>
                </c:pt>
                <c:pt idx="581">
                  <c:v>0.0107400495566</c:v>
                </c:pt>
                <c:pt idx="582">
                  <c:v>0.0107742221544</c:v>
                </c:pt>
                <c:pt idx="583">
                  <c:v>0.0108085970531</c:v>
                </c:pt>
                <c:pt idx="584">
                  <c:v>0.0108431753365</c:v>
                </c:pt>
                <c:pt idx="585">
                  <c:v>0.0108779581015</c:v>
                </c:pt>
                <c:pt idx="586">
                  <c:v>0.0109129464587</c:v>
                </c:pt>
                <c:pt idx="587">
                  <c:v>0.0109481415319</c:v>
                </c:pt>
                <c:pt idx="588">
                  <c:v>0.010983544458</c:v>
                </c:pt>
                <c:pt idx="589">
                  <c:v>0.0110191563877</c:v>
                </c:pt>
                <c:pt idx="590">
                  <c:v>0.0110549784853</c:v>
                </c:pt>
                <c:pt idx="591">
                  <c:v>0.0110910119282</c:v>
                </c:pt>
                <c:pt idx="592">
                  <c:v>0.011127257908</c:v>
                </c:pt>
                <c:pt idx="593">
                  <c:v>0.0111637176297</c:v>
                </c:pt>
                <c:pt idx="594">
                  <c:v>0.011200392312</c:v>
                </c:pt>
                <c:pt idx="595">
                  <c:v>0.0112372831877</c:v>
                </c:pt>
                <c:pt idx="596">
                  <c:v>0.0112743915035</c:v>
                </c:pt>
                <c:pt idx="597">
                  <c:v>0.0113117185199</c:v>
                </c:pt>
                <c:pt idx="598">
                  <c:v>0.0113492655116</c:v>
                </c:pt>
                <c:pt idx="599">
                  <c:v>0.0113870337675</c:v>
                </c:pt>
                <c:pt idx="600">
                  <c:v>0.0114250245907</c:v>
                </c:pt>
                <c:pt idx="601">
                  <c:v>0.0114632392988</c:v>
                </c:pt>
                <c:pt idx="602">
                  <c:v>0.0115016792237</c:v>
                </c:pt>
                <c:pt idx="603">
                  <c:v>0.0115403457117</c:v>
                </c:pt>
                <c:pt idx="604">
                  <c:v>0.011579240124</c:v>
                </c:pt>
                <c:pt idx="605">
                  <c:v>0.0116183638365</c:v>
                </c:pt>
                <c:pt idx="606">
                  <c:v>0.0116577182398</c:v>
                </c:pt>
                <c:pt idx="607">
                  <c:v>0.0116973047396</c:v>
                </c:pt>
                <c:pt idx="608">
                  <c:v>0.0117371247565</c:v>
                </c:pt>
                <c:pt idx="609">
                  <c:v>0.0117771797265</c:v>
                </c:pt>
                <c:pt idx="610">
                  <c:v>0.0118174711008</c:v>
                </c:pt>
                <c:pt idx="611">
                  <c:v>0.011858000346</c:v>
                </c:pt>
                <c:pt idx="612">
                  <c:v>0.0118987689443</c:v>
                </c:pt>
                <c:pt idx="613">
                  <c:v>0.0119397783936</c:v>
                </c:pt>
                <c:pt idx="614">
                  <c:v>0.0119810302076</c:v>
                </c:pt>
                <c:pt idx="615">
                  <c:v>0.0120225259159</c:v>
                </c:pt>
                <c:pt idx="616">
                  <c:v>0.0120642670643</c:v>
                </c:pt>
                <c:pt idx="617">
                  <c:v>0.0121062552148</c:v>
                </c:pt>
                <c:pt idx="618">
                  <c:v>0.0121484919457</c:v>
                </c:pt>
                <c:pt idx="619">
                  <c:v>0.012190978852</c:v>
                </c:pt>
                <c:pt idx="620">
                  <c:v>0.0122337175452</c:v>
                </c:pt>
                <c:pt idx="621">
                  <c:v>0.0122767096538</c:v>
                </c:pt>
                <c:pt idx="622">
                  <c:v>0.0123199568232</c:v>
                </c:pt>
                <c:pt idx="623">
                  <c:v>0.012363460716</c:v>
                </c:pt>
                <c:pt idx="624">
                  <c:v>0.0124072230121</c:v>
                </c:pt>
                <c:pt idx="625">
                  <c:v>0.0124512454088</c:v>
                </c:pt>
                <c:pt idx="626">
                  <c:v>0.0124955296213</c:v>
                </c:pt>
                <c:pt idx="627">
                  <c:v>0.0125400773824</c:v>
                </c:pt>
                <c:pt idx="628">
                  <c:v>0.012584890443</c:v>
                </c:pt>
                <c:pt idx="629">
                  <c:v>0.0126299705722</c:v>
                </c:pt>
                <c:pt idx="630">
                  <c:v>0.0126753195575</c:v>
                </c:pt>
                <c:pt idx="631">
                  <c:v>0.0127209392048</c:v>
                </c:pt>
                <c:pt idx="632">
                  <c:v>0.012766831339</c:v>
                </c:pt>
                <c:pt idx="633">
                  <c:v>0.0128129978036</c:v>
                </c:pt>
                <c:pt idx="634">
                  <c:v>0.0128594404614</c:v>
                </c:pt>
                <c:pt idx="635">
                  <c:v>0.0129061611947</c:v>
                </c:pt>
                <c:pt idx="636">
                  <c:v>0.012953161905</c:v>
                </c:pt>
                <c:pt idx="637">
                  <c:v>0.0130004445136</c:v>
                </c:pt>
                <c:pt idx="638">
                  <c:v>0.0130480109619</c:v>
                </c:pt>
                <c:pt idx="639">
                  <c:v>0.0130958632112</c:v>
                </c:pt>
                <c:pt idx="640">
                  <c:v>0.0131440032433</c:v>
                </c:pt>
                <c:pt idx="641">
                  <c:v>0.0131924330605</c:v>
                </c:pt>
                <c:pt idx="642">
                  <c:v>0.0132411546858</c:v>
                </c:pt>
                <c:pt idx="643">
                  <c:v>0.0132901701632</c:v>
                </c:pt>
                <c:pt idx="644">
                  <c:v>0.013339481558</c:v>
                </c:pt>
                <c:pt idx="645">
                  <c:v>0.0133890909569</c:v>
                </c:pt>
                <c:pt idx="646">
                  <c:v>0.0134390004683</c:v>
                </c:pt>
                <c:pt idx="647">
                  <c:v>0.0134892122223</c:v>
                </c:pt>
                <c:pt idx="648">
                  <c:v>0.0135397283712</c:v>
                </c:pt>
                <c:pt idx="649">
                  <c:v>0.0135905510899</c:v>
                </c:pt>
                <c:pt idx="650">
                  <c:v>0.0136416825755</c:v>
                </c:pt>
                <c:pt idx="651">
                  <c:v>0.0136931250482</c:v>
                </c:pt>
                <c:pt idx="652">
                  <c:v>0.0137448807512</c:v>
                </c:pt>
                <c:pt idx="653">
                  <c:v>0.0137969519511</c:v>
                </c:pt>
                <c:pt idx="654">
                  <c:v>0.013849340938</c:v>
                </c:pt>
                <c:pt idx="655">
                  <c:v>0.0139020500258</c:v>
                </c:pt>
                <c:pt idx="656">
                  <c:v>0.0139550815527</c:v>
                </c:pt>
                <c:pt idx="657">
                  <c:v>0.014008437881</c:v>
                </c:pt>
                <c:pt idx="658">
                  <c:v>0.0140621213977</c:v>
                </c:pt>
                <c:pt idx="659">
                  <c:v>0.0141161345149</c:v>
                </c:pt>
                <c:pt idx="660">
                  <c:v>0.0141704796696</c:v>
                </c:pt>
                <c:pt idx="661">
                  <c:v>0.0142251593243</c:v>
                </c:pt>
                <c:pt idx="662">
                  <c:v>0.0142801759673</c:v>
                </c:pt>
                <c:pt idx="663">
                  <c:v>0.0143355321128</c:v>
                </c:pt>
                <c:pt idx="664">
                  <c:v>0.0143912303014</c:v>
                </c:pt>
                <c:pt idx="665">
                  <c:v>0.0144472731002</c:v>
                </c:pt>
                <c:pt idx="666">
                  <c:v>0.0145036631031</c:v>
                </c:pt>
                <c:pt idx="667">
                  <c:v>0.0145604029314</c:v>
                </c:pt>
                <c:pt idx="668">
                  <c:v>0.0146174952336</c:v>
                </c:pt>
                <c:pt idx="669">
                  <c:v>0.0146749426861</c:v>
                </c:pt>
                <c:pt idx="670">
                  <c:v>0.0147327479935</c:v>
                </c:pt>
                <c:pt idx="671">
                  <c:v>0.0147909138885</c:v>
                </c:pt>
                <c:pt idx="672">
                  <c:v>0.0148494431329</c:v>
                </c:pt>
                <c:pt idx="673">
                  <c:v>0.0149083385171</c:v>
                </c:pt>
                <c:pt idx="674">
                  <c:v>0.0149676028614</c:v>
                </c:pt>
                <c:pt idx="675">
                  <c:v>0.0150272390152</c:v>
                </c:pt>
                <c:pt idx="676">
                  <c:v>0.0150872498585</c:v>
                </c:pt>
                <c:pt idx="677">
                  <c:v>0.0151476383013</c:v>
                </c:pt>
                <c:pt idx="678">
                  <c:v>0.0152084072845</c:v>
                </c:pt>
                <c:pt idx="679">
                  <c:v>0.0152695597799</c:v>
                </c:pt>
                <c:pt idx="680">
                  <c:v>0.015331098791</c:v>
                </c:pt>
                <c:pt idx="681">
                  <c:v>0.0153930273527</c:v>
                </c:pt>
                <c:pt idx="682">
                  <c:v>0.0154553485325</c:v>
                </c:pt>
                <c:pt idx="683">
                  <c:v>0.0155180654301</c:v>
                </c:pt>
                <c:pt idx="684">
                  <c:v>0.0155811811781</c:v>
                </c:pt>
                <c:pt idx="685">
                  <c:v>0.0156446989425</c:v>
                </c:pt>
                <c:pt idx="686">
                  <c:v>0.0157086219231</c:v>
                </c:pt>
                <c:pt idx="687">
                  <c:v>0.0157729533533</c:v>
                </c:pt>
                <c:pt idx="688">
                  <c:v>0.0158376965014</c:v>
                </c:pt>
                <c:pt idx="689">
                  <c:v>0.0159028546702</c:v>
                </c:pt>
                <c:pt idx="690">
                  <c:v>0.0159684311981</c:v>
                </c:pt>
                <c:pt idx="691">
                  <c:v>0.0160344294589</c:v>
                </c:pt>
                <c:pt idx="692">
                  <c:v>0.0161008528625</c:v>
                </c:pt>
                <c:pt idx="693">
                  <c:v>0.0161677048555</c:v>
                </c:pt>
                <c:pt idx="694">
                  <c:v>0.0162349889212</c:v>
                </c:pt>
                <c:pt idx="695">
                  <c:v>0.0163027085806</c:v>
                </c:pt>
                <c:pt idx="696">
                  <c:v>0.0163708673922</c:v>
                </c:pt>
                <c:pt idx="697">
                  <c:v>0.0164394689529</c:v>
                </c:pt>
                <c:pt idx="698">
                  <c:v>0.0165085168984</c:v>
                </c:pt>
                <c:pt idx="699">
                  <c:v>0.0165780149034</c:v>
                </c:pt>
                <c:pt idx="700">
                  <c:v>0.0166479666825</c:v>
                </c:pt>
                <c:pt idx="701">
                  <c:v>0.0167183759904</c:v>
                </c:pt>
                <c:pt idx="702">
                  <c:v>0.0167892466221</c:v>
                </c:pt>
                <c:pt idx="703">
                  <c:v>0.0168605824142</c:v>
                </c:pt>
                <c:pt idx="704">
                  <c:v>0.0169323872445</c:v>
                </c:pt>
                <c:pt idx="705">
                  <c:v>0.0170046650331</c:v>
                </c:pt>
                <c:pt idx="706">
                  <c:v>0.0170774197427</c:v>
                </c:pt>
                <c:pt idx="707">
                  <c:v>0.0171506553791</c:v>
                </c:pt>
                <c:pt idx="708">
                  <c:v>0.0172243759918</c:v>
                </c:pt>
                <c:pt idx="709">
                  <c:v>0.0172985856746</c:v>
                </c:pt>
                <c:pt idx="710">
                  <c:v>0.0173732885658</c:v>
                </c:pt>
                <c:pt idx="711">
                  <c:v>0.0174484888492</c:v>
                </c:pt>
                <c:pt idx="712">
                  <c:v>0.0175241907543</c:v>
                </c:pt>
                <c:pt idx="713">
                  <c:v>0.0176003985572</c:v>
                </c:pt>
                <c:pt idx="714">
                  <c:v>0.0176771165808</c:v>
                </c:pt>
                <c:pt idx="715">
                  <c:v>0.0177543491956</c:v>
                </c:pt>
                <c:pt idx="716">
                  <c:v>0.0178321008204</c:v>
                </c:pt>
                <c:pt idx="717">
                  <c:v>0.0179103759226</c:v>
                </c:pt>
                <c:pt idx="718">
                  <c:v>0.0179891790191</c:v>
                </c:pt>
                <c:pt idx="719">
                  <c:v>0.0180685146766</c:v>
                </c:pt>
                <c:pt idx="720">
                  <c:v>0.0181483875126</c:v>
                </c:pt>
                <c:pt idx="721">
                  <c:v>0.0182288021958</c:v>
                </c:pt>
                <c:pt idx="722">
                  <c:v>0.0183097634467</c:v>
                </c:pt>
                <c:pt idx="723">
                  <c:v>0.0183912760385</c:v>
                </c:pt>
                <c:pt idx="724">
                  <c:v>0.0184733447975</c:v>
                </c:pt>
                <c:pt idx="725">
                  <c:v>0.0185559746038</c:v>
                </c:pt>
                <c:pt idx="726">
                  <c:v>0.0186391703923</c:v>
                </c:pt>
                <c:pt idx="727">
                  <c:v>0.018722937153</c:v>
                </c:pt>
                <c:pt idx="728">
                  <c:v>0.0188072799319</c:v>
                </c:pt>
                <c:pt idx="729">
                  <c:v>0.0188922038316</c:v>
                </c:pt>
                <c:pt idx="730">
                  <c:v>0.0189777140123</c:v>
                </c:pt>
                <c:pt idx="731">
                  <c:v>0.0190638156922</c:v>
                </c:pt>
                <c:pt idx="732">
                  <c:v>0.0191505141484</c:v>
                </c:pt>
                <c:pt idx="733">
                  <c:v>0.0192378147176</c:v>
                </c:pt>
                <c:pt idx="734">
                  <c:v>0.0193257227971</c:v>
                </c:pt>
                <c:pt idx="735">
                  <c:v>0.0194142438452</c:v>
                </c:pt>
                <c:pt idx="736">
                  <c:v>0.0195033833823</c:v>
                </c:pt>
                <c:pt idx="737">
                  <c:v>0.0195931469914</c:v>
                </c:pt>
                <c:pt idx="738">
                  <c:v>0.0196835403195</c:v>
                </c:pt>
                <c:pt idx="739">
                  <c:v>0.0197745690777</c:v>
                </c:pt>
                <c:pt idx="740">
                  <c:v>0.0198662390425</c:v>
                </c:pt>
                <c:pt idx="741">
                  <c:v>0.0199585560564</c:v>
                </c:pt>
                <c:pt idx="742">
                  <c:v>0.0200515260292</c:v>
                </c:pt>
                <c:pt idx="743">
                  <c:v>0.0201451549383</c:v>
                </c:pt>
                <c:pt idx="744">
                  <c:v>0.02023944883</c:v>
                </c:pt>
                <c:pt idx="745">
                  <c:v>0.0203344138203</c:v>
                </c:pt>
                <c:pt idx="746">
                  <c:v>0.0204300560956</c:v>
                </c:pt>
                <c:pt idx="747">
                  <c:v>0.020526381914</c:v>
                </c:pt>
                <c:pt idx="748">
                  <c:v>0.0206233976062</c:v>
                </c:pt>
                <c:pt idx="749">
                  <c:v>0.0207211095761</c:v>
                </c:pt>
                <c:pt idx="750">
                  <c:v>0.0208195243022</c:v>
                </c:pt>
                <c:pt idx="751">
                  <c:v>0.0209186483382</c:v>
                </c:pt>
                <c:pt idx="752">
                  <c:v>0.0210184883144</c:v>
                </c:pt>
                <c:pt idx="753">
                  <c:v>0.0211190509385</c:v>
                </c:pt>
                <c:pt idx="754">
                  <c:v>0.0212203429966</c:v>
                </c:pt>
                <c:pt idx="755">
                  <c:v>0.0213223713545</c:v>
                </c:pt>
                <c:pt idx="756">
                  <c:v>0.0214251429583</c:v>
                </c:pt>
                <c:pt idx="757">
                  <c:v>0.0215286648361</c:v>
                </c:pt>
                <c:pt idx="758">
                  <c:v>0.0216329440986</c:v>
                </c:pt>
                <c:pt idx="759">
                  <c:v>0.0217379879405</c:v>
                </c:pt>
                <c:pt idx="760">
                  <c:v>0.0218438036414</c:v>
                </c:pt>
                <c:pt idx="761">
                  <c:v>0.0219503985672</c:v>
                </c:pt>
                <c:pt idx="762">
                  <c:v>0.0220577801711</c:v>
                </c:pt>
                <c:pt idx="763">
                  <c:v>0.0221659559949</c:v>
                </c:pt>
                <c:pt idx="764">
                  <c:v>0.0222749336701</c:v>
                </c:pt>
                <c:pt idx="765">
                  <c:v>0.0223847209193</c:v>
                </c:pt>
                <c:pt idx="766">
                  <c:v>0.0224953255571</c:v>
                </c:pt>
                <c:pt idx="767">
                  <c:v>0.0226067554917</c:v>
                </c:pt>
                <c:pt idx="768">
                  <c:v>0.0227190187261</c:v>
                </c:pt>
                <c:pt idx="769">
                  <c:v>0.0228321233594</c:v>
                </c:pt>
                <c:pt idx="770">
                  <c:v>0.0229460775879</c:v>
                </c:pt>
                <c:pt idx="771">
                  <c:v>0.0230608897068</c:v>
                </c:pt>
                <c:pt idx="772">
                  <c:v>0.0231765681113</c:v>
                </c:pt>
                <c:pt idx="773">
                  <c:v>0.0232931212981</c:v>
                </c:pt>
                <c:pt idx="774">
                  <c:v>0.0234105578667</c:v>
                </c:pt>
                <c:pt idx="775">
                  <c:v>0.023528886521</c:v>
                </c:pt>
                <c:pt idx="776">
                  <c:v>0.0236481160706</c:v>
                </c:pt>
                <c:pt idx="777">
                  <c:v>0.0237682554322</c:v>
                </c:pt>
                <c:pt idx="778">
                  <c:v>0.0238893136315</c:v>
                </c:pt>
                <c:pt idx="779">
                  <c:v>0.024011299804</c:v>
                </c:pt>
                <c:pt idx="780">
                  <c:v>0.0241342231973</c:v>
                </c:pt>
                <c:pt idx="781">
                  <c:v>0.0242580931722</c:v>
                </c:pt>
                <c:pt idx="782">
                  <c:v>0.0243829192043</c:v>
                </c:pt>
                <c:pt idx="783">
                  <c:v>0.0245087108858</c:v>
                </c:pt>
                <c:pt idx="784">
                  <c:v>0.024635477927</c:v>
                </c:pt>
                <c:pt idx="785">
                  <c:v>0.024763230158</c:v>
                </c:pt>
                <c:pt idx="786">
                  <c:v>0.0248919775305</c:v>
                </c:pt>
                <c:pt idx="787">
                  <c:v>0.0250217301191</c:v>
                </c:pt>
                <c:pt idx="788">
                  <c:v>0.0251524981235</c:v>
                </c:pt>
                <c:pt idx="789">
                  <c:v>0.0252842918702</c:v>
                </c:pt>
                <c:pt idx="790">
                  <c:v>0.025417121814</c:v>
                </c:pt>
                <c:pt idx="791">
                  <c:v>0.02555099854</c:v>
                </c:pt>
                <c:pt idx="792">
                  <c:v>0.0256859327655</c:v>
                </c:pt>
                <c:pt idx="793">
                  <c:v>0.0258219353418</c:v>
                </c:pt>
                <c:pt idx="794">
                  <c:v>0.0259590172559</c:v>
                </c:pt>
                <c:pt idx="795">
                  <c:v>0.0260971896329</c:v>
                </c:pt>
                <c:pt idx="796">
                  <c:v>0.0262364637375</c:v>
                </c:pt>
                <c:pt idx="797">
                  <c:v>0.0263768509764</c:v>
                </c:pt>
                <c:pt idx="798">
                  <c:v>0.0265183628998</c:v>
                </c:pt>
                <c:pt idx="799">
                  <c:v>0.026661011204</c:v>
                </c:pt>
                <c:pt idx="800">
                  <c:v>0.0268048077329</c:v>
                </c:pt>
                <c:pt idx="801">
                  <c:v>0.0269497644808</c:v>
                </c:pt>
                <c:pt idx="802">
                  <c:v>0.027095893594</c:v>
                </c:pt>
                <c:pt idx="803">
                  <c:v>0.027243207373</c:v>
                </c:pt>
                <c:pt idx="804">
                  <c:v>0.0273917182751</c:v>
                </c:pt>
                <c:pt idx="805">
                  <c:v>0.0275414389163</c:v>
                </c:pt>
                <c:pt idx="806">
                  <c:v>0.0276923820736</c:v>
                </c:pt>
                <c:pt idx="807">
                  <c:v>0.0278445606874</c:v>
                </c:pt>
                <c:pt idx="808">
                  <c:v>0.0279979878639</c:v>
                </c:pt>
                <c:pt idx="809">
                  <c:v>0.0281526768774</c:v>
                </c:pt>
                <c:pt idx="810">
                  <c:v>0.0283086411725</c:v>
                </c:pt>
                <c:pt idx="811">
                  <c:v>0.0284658943669</c:v>
                </c:pt>
                <c:pt idx="812">
                  <c:v>0.0286244502539</c:v>
                </c:pt>
                <c:pt idx="813">
                  <c:v>0.0287843228044</c:v>
                </c:pt>
                <c:pt idx="814">
                  <c:v>0.0289455261701</c:v>
                </c:pt>
                <c:pt idx="815">
                  <c:v>0.0291080746858</c:v>
                </c:pt>
                <c:pt idx="816">
                  <c:v>0.0292719828719</c:v>
                </c:pt>
                <c:pt idx="817">
                  <c:v>0.0294372654373</c:v>
                </c:pt>
                <c:pt idx="818">
                  <c:v>0.029603937282</c:v>
                </c:pt>
                <c:pt idx="819">
                  <c:v>0.0297720135</c:v>
                </c:pt>
                <c:pt idx="820">
                  <c:v>0.0299415093819</c:v>
                </c:pt>
                <c:pt idx="821">
                  <c:v>0.0301124404176</c:v>
                </c:pt>
                <c:pt idx="822">
                  <c:v>0.0302848222998</c:v>
                </c:pt>
                <c:pt idx="823">
                  <c:v>0.0304586709261</c:v>
                </c:pt>
                <c:pt idx="824">
                  <c:v>0.0306340024025</c:v>
                </c:pt>
                <c:pt idx="825">
                  <c:v>0.0308108330463</c:v>
                </c:pt>
                <c:pt idx="826">
                  <c:v>0.030989179389</c:v>
                </c:pt>
                <c:pt idx="827">
                  <c:v>0.0311690581793</c:v>
                </c:pt>
                <c:pt idx="828">
                  <c:v>0.0313504863868</c:v>
                </c:pt>
                <c:pt idx="829">
                  <c:v>0.0315334812042</c:v>
                </c:pt>
                <c:pt idx="830">
                  <c:v>0.0317180600515</c:v>
                </c:pt>
                <c:pt idx="831">
                  <c:v>0.0319042405785</c:v>
                </c:pt>
                <c:pt idx="832">
                  <c:v>0.0320920406687</c:v>
                </c:pt>
                <c:pt idx="833">
                  <c:v>0.0322814784421</c:v>
                </c:pt>
                <c:pt idx="834">
                  <c:v>0.032472572259</c:v>
                </c:pt>
                <c:pt idx="835">
                  <c:v>0.0326653407231</c:v>
                </c:pt>
                <c:pt idx="836">
                  <c:v>0.0328598026853</c:v>
                </c:pt>
                <c:pt idx="837">
                  <c:v>0.0330559772471</c:v>
                </c:pt>
                <c:pt idx="838">
                  <c:v>0.0332538837641</c:v>
                </c:pt>
                <c:pt idx="839">
                  <c:v>0.0334535418495</c:v>
                </c:pt>
                <c:pt idx="840">
                  <c:v>0.0336549713783</c:v>
                </c:pt>
                <c:pt idx="841">
                  <c:v>0.0338581924903</c:v>
                </c:pt>
                <c:pt idx="842">
                  <c:v>0.0340632255943</c:v>
                </c:pt>
                <c:pt idx="843">
                  <c:v>0.0342700913719</c:v>
                </c:pt>
                <c:pt idx="844">
                  <c:v>0.0344788107812</c:v>
                </c:pt>
                <c:pt idx="845">
                  <c:v>0.0346894050607</c:v>
                </c:pt>
                <c:pt idx="846">
                  <c:v>0.0349018957334</c:v>
                </c:pt>
                <c:pt idx="847">
                  <c:v>0.0351163046106</c:v>
                </c:pt>
                <c:pt idx="848">
                  <c:v>0.0353326537961</c:v>
                </c:pt>
                <c:pt idx="849">
                  <c:v>0.03555096569</c:v>
                </c:pt>
                <c:pt idx="850">
                  <c:v>0.0357712629935</c:v>
                </c:pt>
                <c:pt idx="851">
                  <c:v>0.0359935687121</c:v>
                </c:pt>
                <c:pt idx="852">
                  <c:v>0.0362179061607</c:v>
                </c:pt>
                <c:pt idx="853">
                  <c:v>0.0364442989675</c:v>
                </c:pt>
                <c:pt idx="854">
                  <c:v>0.036672771078</c:v>
                </c:pt>
                <c:pt idx="855">
                  <c:v>0.0369033467602</c:v>
                </c:pt>
                <c:pt idx="856">
                  <c:v>0.0371360506081</c:v>
                </c:pt>
                <c:pt idx="857">
                  <c:v>0.0373709075466</c:v>
                </c:pt>
                <c:pt idx="858">
                  <c:v>0.0376079428361</c:v>
                </c:pt>
                <c:pt idx="859">
                  <c:v>0.0378471820768</c:v>
                </c:pt>
                <c:pt idx="860">
                  <c:v>0.0380886512133</c:v>
                </c:pt>
                <c:pt idx="861">
                  <c:v>0.0383323765392</c:v>
                </c:pt>
                <c:pt idx="862">
                  <c:v>0.038578384702</c:v>
                </c:pt>
                <c:pt idx="863">
                  <c:v>0.0388267027074</c:v>
                </c:pt>
                <c:pt idx="864">
                  <c:v>0.0390773579243</c:v>
                </c:pt>
                <c:pt idx="865">
                  <c:v>0.0393303780897</c:v>
                </c:pt>
                <c:pt idx="866">
                  <c:v>0.0395857913129</c:v>
                </c:pt>
                <c:pt idx="867">
                  <c:v>0.0398436260812</c:v>
                </c:pt>
                <c:pt idx="868">
                  <c:v>0.040103911264</c:v>
                </c:pt>
                <c:pt idx="869">
                  <c:v>0.040366676118</c:v>
                </c:pt>
                <c:pt idx="870">
                  <c:v>0.0406319502923</c:v>
                </c:pt>
                <c:pt idx="871">
                  <c:v>0.0408997638331</c:v>
                </c:pt>
                <c:pt idx="872">
                  <c:v>0.0411701471887</c:v>
                </c:pt>
                <c:pt idx="873">
                  <c:v>0.0414431312146</c:v>
                </c:pt>
                <c:pt idx="874">
                  <c:v>0.0417187471785</c:v>
                </c:pt>
                <c:pt idx="875">
                  <c:v>0.0419970267652</c:v>
                </c:pt>
                <c:pt idx="876">
                  <c:v>0.0422780020818</c:v>
                </c:pt>
                <c:pt idx="877">
                  <c:v>0.0425617056627</c:v>
                </c:pt>
                <c:pt idx="878">
                  <c:v>0.0428481704746</c:v>
                </c:pt>
                <c:pt idx="879">
                  <c:v>0.0431374299217</c:v>
                </c:pt>
                <c:pt idx="880">
                  <c:v>0.0434295178506</c:v>
                </c:pt>
                <c:pt idx="881">
                  <c:v>0.0437244685555</c:v>
                </c:pt>
                <c:pt idx="882">
                  <c:v>0.0440223167831</c:v>
                </c:pt>
                <c:pt idx="883">
                  <c:v>0.044323097738</c:v>
                </c:pt>
                <c:pt idx="884">
                  <c:v>0.0446268470873</c:v>
                </c:pt>
                <c:pt idx="885">
                  <c:v>0.0449336009657</c:v>
                </c:pt>
                <c:pt idx="886">
                  <c:v>0.0452433959807</c:v>
                </c:pt>
                <c:pt idx="887">
                  <c:v>0.0455562692173</c:v>
                </c:pt>
                <c:pt idx="888">
                  <c:v>0.0458722582431</c:v>
                </c:pt>
                <c:pt idx="889">
                  <c:v>0.0461914011131</c:v>
                </c:pt>
                <c:pt idx="890">
                  <c:v>0.0465137363744</c:v>
                </c:pt>
                <c:pt idx="891">
                  <c:v>0.046839303071</c:v>
                </c:pt>
                <c:pt idx="892">
                  <c:v>0.0471681407487</c:v>
                </c:pt>
                <c:pt idx="893">
                  <c:v>0.0475002894595</c:v>
                </c:pt>
                <c:pt idx="894">
                  <c:v>0.0478357897662</c:v>
                </c:pt>
                <c:pt idx="895">
                  <c:v>0.0481746827469</c:v>
                </c:pt>
                <c:pt idx="896">
                  <c:v>0.0485170099992</c:v>
                </c:pt>
                <c:pt idx="897">
                  <c:v>0.0488628136449</c:v>
                </c:pt>
                <c:pt idx="898">
                  <c:v>0.0492121363335</c:v>
                </c:pt>
                <c:pt idx="899">
                  <c:v>0.0495650212467</c:v>
                </c:pt>
                <c:pt idx="900">
                  <c:v>0.0499215121021</c:v>
                </c:pt>
                <c:pt idx="901">
                  <c:v>0.0502816531572</c:v>
                </c:pt>
                <c:pt idx="902">
                  <c:v>0.0506454892123</c:v>
                </c:pt>
                <c:pt idx="903">
                  <c:v>0.0510130656149</c:v>
                </c:pt>
                <c:pt idx="904">
                  <c:v>0.0513844282619</c:v>
                </c:pt>
                <c:pt idx="905">
                  <c:v>0.0517596236037</c:v>
                </c:pt>
                <c:pt idx="906">
                  <c:v>0.052138698646</c:v>
                </c:pt>
                <c:pt idx="907">
                  <c:v>0.0525217009531</c:v>
                </c:pt>
                <c:pt idx="908">
                  <c:v>0.0529086786501</c:v>
                </c:pt>
                <c:pt idx="909">
                  <c:v>0.053299680425</c:v>
                </c:pt>
                <c:pt idx="910">
                  <c:v>0.0536947555305</c:v>
                </c:pt>
                <c:pt idx="911">
                  <c:v>0.0540939537855</c:v>
                </c:pt>
                <c:pt idx="912">
                  <c:v>0.0544973255767</c:v>
                </c:pt>
                <c:pt idx="913">
                  <c:v>0.0549049218592</c:v>
                </c:pt>
                <c:pt idx="914">
                  <c:v>0.0553167941573</c:v>
                </c:pt>
                <c:pt idx="915">
                  <c:v>0.0557329945646</c:v>
                </c:pt>
                <c:pt idx="916">
                  <c:v>0.0561535757441</c:v>
                </c:pt>
                <c:pt idx="917">
                  <c:v>0.0565785909275</c:v>
                </c:pt>
                <c:pt idx="918">
                  <c:v>0.0570080939141</c:v>
                </c:pt>
                <c:pt idx="919">
                  <c:v>0.0574421390697</c:v>
                </c:pt>
                <c:pt idx="920">
                  <c:v>0.0578807813247</c:v>
                </c:pt>
                <c:pt idx="921">
                  <c:v>0.0583240761715</c:v>
                </c:pt>
                <c:pt idx="922">
                  <c:v>0.058772079662</c:v>
                </c:pt>
                <c:pt idx="923">
                  <c:v>0.0592248484036</c:v>
                </c:pt>
                <c:pt idx="924">
                  <c:v>0.059682439556</c:v>
                </c:pt>
                <c:pt idx="925">
                  <c:v>0.0601449108257</c:v>
                </c:pt>
                <c:pt idx="926">
                  <c:v>0.0606123204618</c:v>
                </c:pt>
                <c:pt idx="927">
                  <c:v>0.061084727249</c:v>
                </c:pt>
                <c:pt idx="928">
                  <c:v>0.0615621905021</c:v>
                </c:pt>
                <c:pt idx="929">
                  <c:v>0.062044770058</c:v>
                </c:pt>
                <c:pt idx="930">
                  <c:v>0.062532526268</c:v>
                </c:pt>
                <c:pt idx="931">
                  <c:v>0.0630255199887</c:v>
                </c:pt>
                <c:pt idx="932">
                  <c:v>0.063523812573</c:v>
                </c:pt>
                <c:pt idx="933">
                  <c:v>0.0640274658586</c:v>
                </c:pt>
                <c:pt idx="934">
                  <c:v>0.0645365421578</c:v>
                </c:pt>
                <c:pt idx="935">
                  <c:v>0.0650511042441</c:v>
                </c:pt>
                <c:pt idx="936">
                  <c:v>0.0655712153399</c:v>
                </c:pt>
                <c:pt idx="937">
                  <c:v>0.0660969391014</c:v>
                </c:pt>
                <c:pt idx="938">
                  <c:v>0.0666283396042</c:v>
                </c:pt>
                <c:pt idx="939">
                  <c:v>0.0671654813259</c:v>
                </c:pt>
                <c:pt idx="940">
                  <c:v>0.0677084291297</c:v>
                </c:pt>
                <c:pt idx="941">
                  <c:v>0.068257248245</c:v>
                </c:pt>
                <c:pt idx="942">
                  <c:v>0.0688120042478</c:v>
                </c:pt>
                <c:pt idx="943">
                  <c:v>0.0693727630397</c:v>
                </c:pt>
                <c:pt idx="944">
                  <c:v>0.0699395908257</c:v>
                </c:pt>
                <c:pt idx="945">
                  <c:v>0.0705125540901</c:v>
                </c:pt>
                <c:pt idx="946">
                  <c:v>0.0710917195719</c:v>
                </c:pt>
                <c:pt idx="947">
                  <c:v>0.0716771542382</c:v>
                </c:pt>
                <c:pt idx="948">
                  <c:v>0.0722689252563</c:v>
                </c:pt>
                <c:pt idx="949">
                  <c:v>0.0728670999646</c:v>
                </c:pt>
                <c:pt idx="950">
                  <c:v>0.0734717458413</c:v>
                </c:pt>
                <c:pt idx="951">
                  <c:v>0.0740829304725</c:v>
                </c:pt>
                <c:pt idx="952">
                  <c:v>0.0747007215176</c:v>
                </c:pt>
                <c:pt idx="953">
                  <c:v>0.0753251866739</c:v>
                </c:pt>
                <c:pt idx="954">
                  <c:v>0.0759563936395</c:v>
                </c:pt>
                <c:pt idx="955">
                  <c:v>0.0765944100736</c:v>
                </c:pt>
                <c:pt idx="956">
                  <c:v>0.0772393035561</c:v>
                </c:pt>
                <c:pt idx="957">
                  <c:v>0.0778911415448</c:v>
                </c:pt>
                <c:pt idx="958">
                  <c:v>0.0785499913311</c:v>
                </c:pt>
                <c:pt idx="959">
                  <c:v>0.0792159199936</c:v>
                </c:pt>
                <c:pt idx="960">
                  <c:v>0.0798889943496</c:v>
                </c:pt>
                <c:pt idx="961">
                  <c:v>0.0805692809056</c:v>
                </c:pt>
                <c:pt idx="962">
                  <c:v>0.0812568458049</c:v>
                </c:pt>
                <c:pt idx="963">
                  <c:v>0.0819517547738</c:v>
                </c:pt>
                <c:pt idx="964">
                  <c:v>0.0826540730653</c:v>
                </c:pt>
                <c:pt idx="965">
                  <c:v>0.0833638654018</c:v>
                </c:pt>
                <c:pt idx="966">
                  <c:v>0.0840811959148</c:v>
                </c:pt>
                <c:pt idx="967">
                  <c:v>0.0848061280828</c:v>
                </c:pt>
                <c:pt idx="968">
                  <c:v>0.085538724668</c:v>
                </c:pt>
                <c:pt idx="969">
                  <c:v>0.0862790476499</c:v>
                </c:pt>
                <c:pt idx="970">
                  <c:v>0.0870271581578</c:v>
                </c:pt>
                <c:pt idx="971">
                  <c:v>0.0877831164007</c:v>
                </c:pt>
                <c:pt idx="972">
                  <c:v>0.0885469815957</c:v>
                </c:pt>
                <c:pt idx="973">
                  <c:v>0.0893188118941</c:v>
                </c:pt>
                <c:pt idx="974">
                  <c:v>0.0900986643061</c:v>
                </c:pt>
                <c:pt idx="975">
                  <c:v>0.0908865946231</c:v>
                </c:pt>
                <c:pt idx="976">
                  <c:v>0.0916826573385</c:v>
                </c:pt>
                <c:pt idx="977">
                  <c:v>0.0924869055669</c:v>
                </c:pt>
                <c:pt idx="978">
                  <c:v>0.093299390961</c:v>
                </c:pt>
                <c:pt idx="979">
                  <c:v>0.0941201636276</c:v>
                </c:pt>
                <c:pt idx="980">
                  <c:v>0.0949492720415</c:v>
                </c:pt>
                <c:pt idx="981">
                  <c:v>0.0957867629584</c:v>
                </c:pt>
                <c:pt idx="982">
                  <c:v>0.0966326813258</c:v>
                </c:pt>
                <c:pt idx="983">
                  <c:v>0.0974870701932</c:v>
                </c:pt>
                <c:pt idx="984">
                  <c:v>0.0983499706208</c:v>
                </c:pt>
                <c:pt idx="985">
                  <c:v>0.0992214215873</c:v>
                </c:pt>
                <c:pt idx="986">
                  <c:v>0.100101459897</c:v>
                </c:pt>
                <c:pt idx="987">
                  <c:v>0.100990120084</c:v>
                </c:pt>
                <c:pt idx="988">
                  <c:v>0.101887434321</c:v>
                </c:pt>
                <c:pt idx="989">
                  <c:v>0.102793432321</c:v>
                </c:pt>
                <c:pt idx="990">
                  <c:v>0.103708141242</c:v>
                </c:pt>
                <c:pt idx="991">
                  <c:v>0.104631585594</c:v>
                </c:pt>
                <c:pt idx="992">
                  <c:v>0.105563787139</c:v>
                </c:pt>
                <c:pt idx="993">
                  <c:v>0.1065047648</c:v>
                </c:pt>
                <c:pt idx="994">
                  <c:v>0.10745453456</c:v>
                </c:pt>
                <c:pt idx="995">
                  <c:v>0.108413109375</c:v>
                </c:pt>
                <c:pt idx="996">
                  <c:v>0.10938049907</c:v>
                </c:pt>
                <c:pt idx="997">
                  <c:v>0.110356710257</c:v>
                </c:pt>
                <c:pt idx="998">
                  <c:v>0.111341746234</c:v>
                </c:pt>
                <c:pt idx="999">
                  <c:v>0.112335606898</c:v>
                </c:pt>
                <c:pt idx="1000">
                  <c:v>0.113338288657</c:v>
                </c:pt>
                <c:pt idx="1001">
                  <c:v>0.114349784341</c:v>
                </c:pt>
                <c:pt idx="1002">
                  <c:v>0.115370083117</c:v>
                </c:pt>
                <c:pt idx="1003">
                  <c:v>0.116399170406</c:v>
                </c:pt>
                <c:pt idx="1004">
                  <c:v>0.117437027803</c:v>
                </c:pt>
                <c:pt idx="1005">
                  <c:v>0.118483632998</c:v>
                </c:pt>
                <c:pt idx="1006">
                  <c:v>0.119538959702</c:v>
                </c:pt>
                <c:pt idx="1007">
                  <c:v>0.120602977574</c:v>
                </c:pt>
                <c:pt idx="1008">
                  <c:v>0.121675652153</c:v>
                </c:pt>
                <c:pt idx="1009">
                  <c:v>0.122756944792</c:v>
                </c:pt>
                <c:pt idx="1010">
                  <c:v>0.123846812597</c:v>
                </c:pt>
                <c:pt idx="1011">
                  <c:v>0.12494520837</c:v>
                </c:pt>
                <c:pt idx="1012">
                  <c:v>0.126052080552</c:v>
                </c:pt>
                <c:pt idx="1013">
                  <c:v>0.127167373179</c:v>
                </c:pt>
                <c:pt idx="1014">
                  <c:v>0.128291025833</c:v>
                </c:pt>
                <c:pt idx="1015">
                  <c:v>0.129422973601</c:v>
                </c:pt>
                <c:pt idx="1016">
                  <c:v>0.130563147042</c:v>
                </c:pt>
                <c:pt idx="1017">
                  <c:v>0.131711472155</c:v>
                </c:pt>
                <c:pt idx="1018">
                  <c:v>0.13286787035</c:v>
                </c:pt>
                <c:pt idx="1019">
                  <c:v>0.134032258431</c:v>
                </c:pt>
                <c:pt idx="1020">
                  <c:v>0.135204548578</c:v>
                </c:pt>
                <c:pt idx="1021">
                  <c:v>0.136384648334</c:v>
                </c:pt>
                <c:pt idx="1022">
                  <c:v>0.137572460603</c:v>
                </c:pt>
                <c:pt idx="1023">
                  <c:v>0.138767883645</c:v>
                </c:pt>
                <c:pt idx="1024">
                  <c:v>0.139970811086</c:v>
                </c:pt>
                <c:pt idx="1025">
                  <c:v>0.141181131923</c:v>
                </c:pt>
                <c:pt idx="1026">
                  <c:v>0.14239873054</c:v>
                </c:pt>
                <c:pt idx="1027">
                  <c:v>0.143623486732</c:v>
                </c:pt>
                <c:pt idx="1028">
                  <c:v>0.144855275724</c:v>
                </c:pt>
                <c:pt idx="1029">
                  <c:v>0.146093968209</c:v>
                </c:pt>
                <c:pt idx="1030">
                  <c:v>0.147339430376</c:v>
                </c:pt>
                <c:pt idx="1031">
                  <c:v>0.148591523957</c:v>
                </c:pt>
                <c:pt idx="1032">
                  <c:v>0.149850106267</c:v>
                </c:pt>
                <c:pt idx="1033">
                  <c:v>0.151115030259</c:v>
                </c:pt>
                <c:pt idx="1034">
                  <c:v>0.152386144576</c:v>
                </c:pt>
                <c:pt idx="1035">
                  <c:v>0.153663293609</c:v>
                </c:pt>
                <c:pt idx="1036">
                  <c:v>0.154946317563</c:v>
                </c:pt>
                <c:pt idx="1037">
                  <c:v>0.156235052524</c:v>
                </c:pt>
                <c:pt idx="1038">
                  <c:v>0.157529330532</c:v>
                </c:pt>
                <c:pt idx="1039">
                  <c:v>0.158828979654</c:v>
                </c:pt>
                <c:pt idx="1040">
                  <c:v>0.160133824067</c:v>
                </c:pt>
                <c:pt idx="1041">
                  <c:v>0.161443684139</c:v>
                </c:pt>
                <c:pt idx="1042">
                  <c:v>0.162758376515</c:v>
                </c:pt>
                <c:pt idx="1043">
                  <c:v>0.16407771421</c:v>
                </c:pt>
                <c:pt idx="1044">
                  <c:v>0.165401506699</c:v>
                </c:pt>
                <c:pt idx="1045">
                  <c:v>0.166729560015</c:v>
                </c:pt>
                <c:pt idx="1046">
                  <c:v>0.168061676847</c:v>
                </c:pt>
                <c:pt idx="1047">
                  <c:v>0.16939765664</c:v>
                </c:pt>
                <c:pt idx="1048">
                  <c:v>0.170737295703</c:v>
                </c:pt>
                <c:pt idx="1049">
                  <c:v>0.172080387309</c:v>
                </c:pt>
                <c:pt idx="1050">
                  <c:v>0.173426721809</c:v>
                </c:pt>
                <c:pt idx="1051">
                  <c:v>0.174776086738</c:v>
                </c:pt>
                <c:pt idx="1052">
                  <c:v>0.176128266931</c:v>
                </c:pt>
                <c:pt idx="1053">
                  <c:v>0.177483044633</c:v>
                </c:pt>
                <c:pt idx="1054">
                  <c:v>0.178840199617</c:v>
                </c:pt>
                <c:pt idx="1055">
                  <c:v>0.180199509298</c:v>
                </c:pt>
                <c:pt idx="1056">
                  <c:v>0.181560748854</c:v>
                </c:pt>
                <c:pt idx="1057">
                  <c:v>0.182923691342</c:v>
                </c:pt>
                <c:pt idx="1058">
                  <c:v>0.18428810782</c:v>
                </c:pt>
                <c:pt idx="1059">
                  <c:v>0.185653767467</c:v>
                </c:pt>
                <c:pt idx="1060">
                  <c:v>0.187020437702</c:v>
                </c:pt>
                <c:pt idx="1061">
                  <c:v>0.188387884309</c:v>
                </c:pt>
                <c:pt idx="1062">
                  <c:v>0.189755871557</c:v>
                </c:pt>
                <c:pt idx="1063">
                  <c:v>0.191124162324</c:v>
                </c:pt>
                <c:pt idx="1064">
                  <c:v>0.192492518216</c:v>
                </c:pt>
                <c:pt idx="1065">
                  <c:v>0.193860699692</c:v>
                </c:pt>
                <c:pt idx="1066">
                  <c:v>0.195228466182</c:v>
                </c:pt>
                <c:pt idx="1067">
                  <c:v>0.196595576214</c:v>
                </c:pt>
                <c:pt idx="1068">
                  <c:v>0.197961787529</c:v>
                </c:pt>
                <c:pt idx="1069">
                  <c:v>0.1993268572</c:v>
                </c:pt>
                <c:pt idx="1070">
                  <c:v>0.200690541755</c:v>
                </c:pt>
                <c:pt idx="1071">
                  <c:v>0.202052597291</c:v>
                </c:pt>
                <c:pt idx="1072">
                  <c:v>0.20341277959</c:v>
                </c:pt>
                <c:pt idx="1073">
                  <c:v>0.20477084423</c:v>
                </c:pt>
                <c:pt idx="1074">
                  <c:v>0.206126546702</c:v>
                </c:pt>
                <c:pt idx="1075">
                  <c:v>0.207479642517</c:v>
                </c:pt>
                <c:pt idx="1076">
                  <c:v>0.208829887312</c:v>
                </c:pt>
                <c:pt idx="1077">
                  <c:v>0.210177036956</c:v>
                </c:pt>
                <c:pt idx="1078">
                  <c:v>0.211520847652</c:v>
                </c:pt>
                <c:pt idx="1079">
                  <c:v>0.212861076034</c:v>
                </c:pt>
                <c:pt idx="1080">
                  <c:v>0.214197479265</c:v>
                </c:pt>
                <c:pt idx="1081">
                  <c:v>0.215529815126</c:v>
                </c:pt>
                <c:pt idx="1082">
                  <c:v>0.216857842105</c:v>
                </c:pt>
                <c:pt idx="1083">
                  <c:v>0.218181319483</c:v>
                </c:pt>
                <c:pt idx="1084">
                  <c:v>0.219500007409</c:v>
                </c:pt>
                <c:pt idx="1085">
                  <c:v>0.220813666981</c:v>
                </c:pt>
                <c:pt idx="1086">
                  <c:v>0.222122060312</c:v>
                </c:pt>
                <c:pt idx="1087">
                  <c:v>0.223424950598</c:v>
                </c:pt>
                <c:pt idx="1088">
                  <c:v>0.22472210218</c:v>
                </c:pt>
                <c:pt idx="1089">
                  <c:v>0.226013280596</c:v>
                </c:pt>
                <c:pt idx="1090">
                  <c:v>0.227298252635</c:v>
                </c:pt>
                <c:pt idx="1091">
                  <c:v>0.228576786381</c:v>
                </c:pt>
                <c:pt idx="1092">
                  <c:v>0.229848651251</c:v>
                </c:pt>
                <c:pt idx="1093">
                  <c:v>0.231113618029</c:v>
                </c:pt>
                <c:pt idx="1094">
                  <c:v>0.232371458897</c:v>
                </c:pt>
                <c:pt idx="1095">
                  <c:v>0.233621947452</c:v>
                </c:pt>
                <c:pt idx="1096">
                  <c:v>0.234864858724</c:v>
                </c:pt>
                <c:pt idx="1097">
                  <c:v>0.23609996919</c:v>
                </c:pt>
                <c:pt idx="1098">
                  <c:v>0.237327056773</c:v>
                </c:pt>
                <c:pt idx="1099">
                  <c:v>0.238545900842</c:v>
                </c:pt>
                <c:pt idx="1100">
                  <c:v>0.239756282209</c:v>
                </c:pt>
                <c:pt idx="1101">
                  <c:v>0.240957983108</c:v>
                </c:pt>
                <c:pt idx="1102">
                  <c:v>0.242150787182</c:v>
                </c:pt>
                <c:pt idx="1103">
                  <c:v>0.243334479459</c:v>
                </c:pt>
                <c:pt idx="1104">
                  <c:v>0.244508846317</c:v>
                </c:pt>
                <c:pt idx="1105">
                  <c:v>0.245673675454</c:v>
                </c:pt>
                <c:pt idx="1106">
                  <c:v>0.246828755844</c:v>
                </c:pt>
                <c:pt idx="1107">
                  <c:v>0.247973877695</c:v>
                </c:pt>
                <c:pt idx="1108">
                  <c:v>0.249108832395</c:v>
                </c:pt>
                <c:pt idx="1109">
                  <c:v>0.250233412461</c:v>
                </c:pt>
                <c:pt idx="1110">
                  <c:v>0.251347411478</c:v>
                </c:pt>
                <c:pt idx="1111">
                  <c:v>0.252450624037</c:v>
                </c:pt>
                <c:pt idx="1112">
                  <c:v>0.253542845668</c:v>
                </c:pt>
                <c:pt idx="1113">
                  <c:v>0.25462387277</c:v>
                </c:pt>
                <c:pt idx="1114">
                  <c:v>0.255693502538</c:v>
                </c:pt>
                <c:pt idx="1115">
                  <c:v>0.256751532885</c:v>
                </c:pt>
                <c:pt idx="1116">
                  <c:v>0.257797762366</c:v>
                </c:pt>
                <c:pt idx="1117">
                  <c:v>0.258831990094</c:v>
                </c:pt>
                <c:pt idx="1118">
                  <c:v>0.259854015663</c:v>
                </c:pt>
                <c:pt idx="1119">
                  <c:v>0.260863639055</c:v>
                </c:pt>
                <c:pt idx="1120">
                  <c:v>0.261860660563</c:v>
                </c:pt>
                <c:pt idx="1121">
                  <c:v>0.262844880699</c:v>
                </c:pt>
                <c:pt idx="1122">
                  <c:v>0.263816100111</c:v>
                </c:pt>
                <c:pt idx="1123">
                  <c:v>0.264774119496</c:v>
                </c:pt>
                <c:pt idx="1124">
                  <c:v>0.265718739509</c:v>
                </c:pt>
                <c:pt idx="1125">
                  <c:v>0.266649760686</c:v>
                </c:pt>
                <c:pt idx="1126">
                  <c:v>0.267566983352</c:v>
                </c:pt>
                <c:pt idx="1127">
                  <c:v>0.268470207542</c:v>
                </c:pt>
                <c:pt idx="1128">
                  <c:v>0.269359232918</c:v>
                </c:pt>
                <c:pt idx="1129">
                  <c:v>0.270233858693</c:v>
                </c:pt>
                <c:pt idx="1130">
                  <c:v>0.271093883551</c:v>
                </c:pt>
                <c:pt idx="1131">
                  <c:v>0.271939105578</c:v>
                </c:pt>
                <c:pt idx="1132">
                  <c:v>0.272769322188</c:v>
                </c:pt>
                <c:pt idx="1133">
                  <c:v>0.273584330061</c:v>
                </c:pt>
                <c:pt idx="1134">
                  <c:v>0.27438392508</c:v>
                </c:pt>
                <c:pt idx="1135">
                  <c:v>0.275167902273</c:v>
                </c:pt>
                <c:pt idx="1136">
                  <c:v>0.275936055761</c:v>
                </c:pt>
                <c:pt idx="1137">
                  <c:v>0.276688178712</c:v>
                </c:pt>
                <c:pt idx="1138">
                  <c:v>0.2774240633</c:v>
                </c:pt>
                <c:pt idx="1139">
                  <c:v>0.278143500669</c:v>
                </c:pt>
                <c:pt idx="1140">
                  <c:v>0.278846280903</c:v>
                </c:pt>
                <c:pt idx="1141">
                  <c:v>0.279532193006</c:v>
                </c:pt>
                <c:pt idx="1142">
                  <c:v>0.280201024888</c:v>
                </c:pt>
                <c:pt idx="1143">
                  <c:v>0.280852563353</c:v>
                </c:pt>
                <c:pt idx="1144">
                  <c:v>0.281486594104</c:v>
                </c:pt>
                <c:pt idx="1145">
                  <c:v>0.282102901748</c:v>
                </c:pt>
                <c:pt idx="1146">
                  <c:v>0.282701269815</c:v>
                </c:pt>
                <c:pt idx="1147">
                  <c:v>0.283281480784</c:v>
                </c:pt>
                <c:pt idx="1148">
                  <c:v>0.283843316114</c:v>
                </c:pt>
                <c:pt idx="1149">
                  <c:v>0.284386556292</c:v>
                </c:pt>
                <c:pt idx="1150">
                  <c:v>0.284910980885</c:v>
                </c:pt>
                <c:pt idx="1151">
                  <c:v>0.285416368603</c:v>
                </c:pt>
                <c:pt idx="1152">
                  <c:v>0.285902497376</c:v>
                </c:pt>
                <c:pt idx="1153">
                  <c:v>0.286369144433</c:v>
                </c:pt>
                <c:pt idx="1154">
                  <c:v>0.286816086405</c:v>
                </c:pt>
                <c:pt idx="1155">
                  <c:v>0.287243099421</c:v>
                </c:pt>
                <c:pt idx="1156">
                  <c:v>0.287649959237</c:v>
                </c:pt>
                <c:pt idx="1157">
                  <c:v>0.288036441354</c:v>
                </c:pt>
                <c:pt idx="1158">
                  <c:v>0.288402321168</c:v>
                </c:pt>
                <c:pt idx="1159">
                  <c:v>0.288747374114</c:v>
                </c:pt>
                <c:pt idx="1160">
                  <c:v>0.289071375839</c:v>
                </c:pt>
                <c:pt idx="1161">
                  <c:v>0.289374102371</c:v>
                </c:pt>
                <c:pt idx="1162">
                  <c:v>0.289655330312</c:v>
                </c:pt>
                <c:pt idx="1163">
                  <c:v>0.289914837036</c:v>
                </c:pt>
                <c:pt idx="1164">
                  <c:v>0.290152400909</c:v>
                </c:pt>
                <c:pt idx="1165">
                  <c:v>0.290367801506</c:v>
                </c:pt>
                <c:pt idx="1166">
                  <c:v>0.290560819857</c:v>
                </c:pt>
                <c:pt idx="1167">
                  <c:v>0.290731238694</c:v>
                </c:pt>
                <c:pt idx="1168">
                  <c:v>0.290878842715</c:v>
                </c:pt>
                <c:pt idx="1169">
                  <c:v>0.291003418863</c:v>
                </c:pt>
                <c:pt idx="1170">
                  <c:v>0.291104756606</c:v>
                </c:pt>
                <c:pt idx="1171">
                  <c:v>0.291182648246</c:v>
                </c:pt>
                <c:pt idx="1172">
                  <c:v>0.291236889225</c:v>
                </c:pt>
                <c:pt idx="1173">
                  <c:v>0.291267278449</c:v>
                </c:pt>
                <c:pt idx="1174">
                  <c:v>0.291273618624</c:v>
                </c:pt>
                <c:pt idx="1175">
                  <c:v>0.291255716602</c:v>
                </c:pt>
                <c:pt idx="1176">
                  <c:v>0.291213383734</c:v>
                </c:pt>
                <c:pt idx="1177">
                  <c:v>0.291146436238</c:v>
                </c:pt>
                <c:pt idx="1178">
                  <c:v>0.291054695575</c:v>
                </c:pt>
                <c:pt idx="1179">
                  <c:v>0.290937988835</c:v>
                </c:pt>
                <c:pt idx="1180">
                  <c:v>0.290796149125</c:v>
                </c:pt>
                <c:pt idx="1181">
                  <c:v>0.290629015977</c:v>
                </c:pt>
                <c:pt idx="1182">
                  <c:v>0.290436435753</c:v>
                </c:pt>
                <c:pt idx="1183">
                  <c:v>0.290218262057</c:v>
                </c:pt>
                <c:pt idx="1184">
                  <c:v>0.28997435616</c:v>
                </c:pt>
                <c:pt idx="1185">
                  <c:v>0.28970458742</c:v>
                </c:pt>
                <c:pt idx="1186">
                  <c:v>0.289408833715</c:v>
                </c:pt>
                <c:pt idx="1187">
                  <c:v>0.28908698187</c:v>
                </c:pt>
                <c:pt idx="1188">
                  <c:v>0.288738928089</c:v>
                </c:pt>
                <c:pt idx="1189">
                  <c:v>0.288364578394</c:v>
                </c:pt>
                <c:pt idx="1190">
                  <c:v>0.287963849051</c:v>
                </c:pt>
                <c:pt idx="1191">
                  <c:v>0.287536667002</c:v>
                </c:pt>
                <c:pt idx="1192">
                  <c:v>0.287082970296</c:v>
                </c:pt>
                <c:pt idx="1193">
                  <c:v>0.286602708505</c:v>
                </c:pt>
                <c:pt idx="1194">
                  <c:v>0.286095843148</c:v>
                </c:pt>
                <c:pt idx="1195">
                  <c:v>0.285562348098</c:v>
                </c:pt>
                <c:pt idx="1196">
                  <c:v>0.285002209979</c:v>
                </c:pt>
                <c:pt idx="1197">
                  <c:v>0.284415428565</c:v>
                </c:pt>
                <c:pt idx="1198">
                  <c:v>0.283802017153</c:v>
                </c:pt>
                <c:pt idx="1199">
                  <c:v>0.283162002931</c:v>
                </c:pt>
                <c:pt idx="1200">
                  <c:v>0.282495427329</c:v>
                </c:pt>
                <c:pt idx="1201">
                  <c:v>0.281802346357</c:v>
                </c:pt>
                <c:pt idx="1202">
                  <c:v>0.281082830919</c:v>
                </c:pt>
                <c:pt idx="1203">
                  <c:v>0.280336967115</c:v>
                </c:pt>
                <c:pt idx="1204">
                  <c:v>0.279564856514</c:v>
                </c:pt>
                <c:pt idx="1205">
                  <c:v>0.278766616417</c:v>
                </c:pt>
                <c:pt idx="1206">
                  <c:v>0.27794238008</c:v>
                </c:pt>
                <c:pt idx="1207">
                  <c:v>0.277092296927</c:v>
                </c:pt>
                <c:pt idx="1208">
                  <c:v>0.276216532732</c:v>
                </c:pt>
                <c:pt idx="1209">
                  <c:v>0.275315269763</c:v>
                </c:pt>
                <c:pt idx="1210">
                  <c:v>0.274388706916</c:v>
                </c:pt>
                <c:pt idx="1211">
                  <c:v>0.273437059802</c:v>
                </c:pt>
                <c:pt idx="1212">
                  <c:v>0.272460560813</c:v>
                </c:pt>
                <c:pt idx="1213">
                  <c:v>0.271459459151</c:v>
                </c:pt>
                <c:pt idx="1214">
                  <c:v>0.270434020825</c:v>
                </c:pt>
                <c:pt idx="1215">
                  <c:v>0.269384528616</c:v>
                </c:pt>
                <c:pt idx="1216">
                  <c:v>0.268311282002</c:v>
                </c:pt>
                <c:pt idx="1217">
                  <c:v>0.267214597059</c:v>
                </c:pt>
                <c:pt idx="1218">
                  <c:v>0.266094806312</c:v>
                </c:pt>
                <c:pt idx="1219">
                  <c:v>0.264952258561</c:v>
                </c:pt>
                <c:pt idx="1220">
                  <c:v>0.263787318667</c:v>
                </c:pt>
                <c:pt idx="1221">
                  <c:v>0.262600367304</c:v>
                </c:pt>
                <c:pt idx="1222">
                  <c:v>0.261391800669</c:v>
                </c:pt>
                <c:pt idx="1223">
                  <c:v>0.260162030168</c:v>
                </c:pt>
                <c:pt idx="1224">
                  <c:v>0.258911482052</c:v>
                </c:pt>
                <c:pt idx="1225">
                  <c:v>0.257640597033</c:v>
                </c:pt>
                <c:pt idx="1226">
                  <c:v>0.256349829854</c:v>
                </c:pt>
                <c:pt idx="1227">
                  <c:v>0.255039648838</c:v>
                </c:pt>
                <c:pt idx="1228">
                  <c:v>0.253710535388</c:v>
                </c:pt>
                <c:pt idx="1229">
                  <c:v>0.252362983476</c:v>
                </c:pt>
                <c:pt idx="1230">
                  <c:v>0.250997499089</c:v>
                </c:pt>
                <c:pt idx="1231">
                  <c:v>0.249614599648</c:v>
                </c:pt>
                <c:pt idx="1232">
                  <c:v>0.248214813407</c:v>
                </c:pt>
                <c:pt idx="1233">
                  <c:v>0.24679867882</c:v>
                </c:pt>
                <c:pt idx="1234">
                  <c:v>0.245366743889</c:v>
                </c:pt>
                <c:pt idx="1235">
                  <c:v>0.243919565491</c:v>
                </c:pt>
                <c:pt idx="1236">
                  <c:v>0.242457708678</c:v>
                </c:pt>
                <c:pt idx="1237">
                  <c:v>0.240981745973</c:v>
                </c:pt>
                <c:pt idx="1238">
                  <c:v>0.239492256639</c:v>
                </c:pt>
                <c:pt idx="1239">
                  <c:v>0.23798982594</c:v>
                </c:pt>
                <c:pt idx="1240">
                  <c:v>0.236475044394</c:v>
                </c:pt>
                <c:pt idx="1241">
                  <c:v>0.234948507008</c:v>
                </c:pt>
                <c:pt idx="1242">
                  <c:v>0.23341081252</c:v>
                </c:pt>
                <c:pt idx="1243">
                  <c:v>0.231862562627</c:v>
                </c:pt>
                <c:pt idx="1244">
                  <c:v>0.230304361212</c:v>
                </c:pt>
                <c:pt idx="1245">
                  <c:v>0.228736813581</c:v>
                </c:pt>
                <c:pt idx="1246">
                  <c:v>0.227160525692</c:v>
                </c:pt>
                <c:pt idx="1247">
                  <c:v>0.225576103395</c:v>
                </c:pt>
                <c:pt idx="1248">
                  <c:v>0.223984151679</c:v>
                </c:pt>
                <c:pt idx="1249">
                  <c:v>0.222385273927</c:v>
                </c:pt>
                <c:pt idx="1250">
                  <c:v>0.220780071185</c:v>
                </c:pt>
                <c:pt idx="1251">
                  <c:v>0.219169141445</c:v>
                </c:pt>
                <c:pt idx="1252">
                  <c:v>0.217553078938</c:v>
                </c:pt>
                <c:pt idx="1253">
                  <c:v>0.215932473454</c:v>
                </c:pt>
                <c:pt idx="1254">
                  <c:v>0.214307909672</c:v>
                </c:pt>
                <c:pt idx="1255">
                  <c:v>0.212679966518</c:v>
                </c:pt>
                <c:pt idx="1256">
                  <c:v>0.211049216539</c:v>
                </c:pt>
                <c:pt idx="1257">
                  <c:v>0.209416225306</c:v>
                </c:pt>
                <c:pt idx="1258">
                  <c:v>0.20778155084</c:v>
                </c:pt>
                <c:pt idx="1259">
                  <c:v>0.206145743062</c:v>
                </c:pt>
                <c:pt idx="1260">
                  <c:v>0.204509343273</c:v>
                </c:pt>
                <c:pt idx="1261">
                  <c:v>0.202872883661</c:v>
                </c:pt>
                <c:pt idx="1262">
                  <c:v>0.201236886836</c:v>
                </c:pt>
                <c:pt idx="1263">
                  <c:v>0.199601865392</c:v>
                </c:pt>
                <c:pt idx="1264">
                  <c:v>0.197968321507</c:v>
                </c:pt>
                <c:pt idx="1265">
                  <c:v>0.19633674656</c:v>
                </c:pt>
                <c:pt idx="1266">
                  <c:v>0.194707620792</c:v>
                </c:pt>
                <c:pt idx="1267">
                  <c:v>0.193081412984</c:v>
                </c:pt>
                <c:pt idx="1268">
                  <c:v>0.191458580177</c:v>
                </c:pt>
                <c:pt idx="1269">
                  <c:v>0.189839567415</c:v>
                </c:pt>
                <c:pt idx="1270">
                  <c:v>0.188224807519</c:v>
                </c:pt>
                <c:pt idx="1271">
                  <c:v>0.186614720891</c:v>
                </c:pt>
                <c:pt idx="1272">
                  <c:v>0.185009715348</c:v>
                </c:pt>
                <c:pt idx="1273">
                  <c:v>0.183410185984</c:v>
                </c:pt>
                <c:pt idx="1274">
                  <c:v>0.181816515057</c:v>
                </c:pt>
                <c:pt idx="1275">
                  <c:v>0.180229071909</c:v>
                </c:pt>
                <c:pt idx="1276">
                  <c:v>0.178648212903</c:v>
                </c:pt>
                <c:pt idx="1277">
                  <c:v>0.177074281398</c:v>
                </c:pt>
                <c:pt idx="1278">
                  <c:v>0.175507607737</c:v>
                </c:pt>
                <c:pt idx="1279">
                  <c:v>0.173948509264</c:v>
                </c:pt>
                <c:pt idx="1280">
                  <c:v>0.172397290364</c:v>
                </c:pt>
                <c:pt idx="1281">
                  <c:v>0.170854242524</c:v>
                </c:pt>
                <c:pt idx="1282">
                  <c:v>0.169319644412</c:v>
                </c:pt>
                <c:pt idx="1283">
                  <c:v>0.167793761978</c:v>
                </c:pt>
                <c:pt idx="1284">
                  <c:v>0.166276848576</c:v>
                </c:pt>
                <c:pt idx="1285">
                  <c:v>0.164769145095</c:v>
                </c:pt>
                <c:pt idx="1286">
                  <c:v>0.163270880114</c:v>
                </c:pt>
                <c:pt idx="1287">
                  <c:v>0.161782270071</c:v>
                </c:pt>
                <c:pt idx="1288">
                  <c:v>0.16030351944</c:v>
                </c:pt>
                <c:pt idx="1289">
                  <c:v>0.15883482093</c:v>
                </c:pt>
                <c:pt idx="1290">
                  <c:v>0.157376355684</c:v>
                </c:pt>
                <c:pt idx="1291">
                  <c:v>0.155928293504</c:v>
                </c:pt>
                <c:pt idx="1292">
                  <c:v>0.154490793071</c:v>
                </c:pt>
                <c:pt idx="1293">
                  <c:v>0.153064002182</c:v>
                </c:pt>
                <c:pt idx="1294">
                  <c:v>0.151648057992</c:v>
                </c:pt>
                <c:pt idx="1295">
                  <c:v>0.150243087263</c:v>
                </c:pt>
                <c:pt idx="1296">
                  <c:v>0.148849206622</c:v>
                </c:pt>
                <c:pt idx="1297">
                  <c:v>0.147466522816</c:v>
                </c:pt>
                <c:pt idx="1298">
                  <c:v>0.146095132979</c:v>
                </c:pt>
                <c:pt idx="1299">
                  <c:v>0.144735124901</c:v>
                </c:pt>
                <c:pt idx="1300">
                  <c:v>0.143386577293</c:v>
                </c:pt>
                <c:pt idx="1301">
                  <c:v>0.142049560063</c:v>
                </c:pt>
                <c:pt idx="1302">
                  <c:v>0.140724134585</c:v>
                </c:pt>
                <c:pt idx="1303">
                  <c:v>0.139410353976</c:v>
                </c:pt>
                <c:pt idx="1304">
                  <c:v>0.138108263363</c:v>
                </c:pt>
                <c:pt idx="1305">
                  <c:v>0.13681790016</c:v>
                </c:pt>
                <c:pt idx="1306">
                  <c:v>0.135539294338</c:v>
                </c:pt>
                <c:pt idx="1307">
                  <c:v>0.134272468689</c:v>
                </c:pt>
                <c:pt idx="1308">
                  <c:v>0.133017439099</c:v>
                </c:pt>
                <c:pt idx="1309">
                  <c:v>0.131774214803</c:v>
                </c:pt>
                <c:pt idx="1310">
                  <c:v>0.130542798656</c:v>
                </c:pt>
                <c:pt idx="1311">
                  <c:v>0.129323187381</c:v>
                </c:pt>
                <c:pt idx="1312">
                  <c:v>0.128115371825</c:v>
                </c:pt>
                <c:pt idx="1313">
                  <c:v>0.126919337208</c:v>
                </c:pt>
                <c:pt idx="1314">
                  <c:v>0.12573506337</c:v>
                </c:pt>
                <c:pt idx="1315">
                  <c:v>0.124562525006</c:v>
                </c:pt>
                <c:pt idx="1316">
                  <c:v>0.123401691901</c:v>
                </c:pt>
                <c:pt idx="1317">
                  <c:v>0.122252529167</c:v>
                </c:pt>
                <c:pt idx="1318">
                  <c:v>0.121114997457</c:v>
                </c:pt>
                <c:pt idx="1319">
                  <c:v>0.119989053195</c:v>
                </c:pt>
                <c:pt idx="1320">
                  <c:v>0.118874648782</c:v>
                </c:pt>
                <c:pt idx="1321">
                  <c:v>0.117771732808</c:v>
                </c:pt>
                <c:pt idx="1322">
                  <c:v>0.116680250252</c:v>
                </c:pt>
                <c:pt idx="1323">
                  <c:v>0.115600142686</c:v>
                </c:pt>
                <c:pt idx="1324">
                  <c:v>0.114531348457</c:v>
                </c:pt>
                <c:pt idx="1325">
                  <c:v>0.113473802881</c:v>
                </c:pt>
                <c:pt idx="1326">
                  <c:v>0.112427438416</c:v>
                </c:pt>
                <c:pt idx="1327">
                  <c:v>0.111392184845</c:v>
                </c:pt>
                <c:pt idx="1328">
                  <c:v>0.110367969435</c:v>
                </c:pt>
                <c:pt idx="1329">
                  <c:v>0.109354717109</c:v>
                </c:pt>
                <c:pt idx="1330">
                  <c:v>0.108352350598</c:v>
                </c:pt>
                <c:pt idx="1331">
                  <c:v>0.107360790597</c:v>
                </c:pt>
                <c:pt idx="1332">
                  <c:v>0.106379955906</c:v>
                </c:pt>
                <c:pt idx="1333">
                  <c:v>0.105409763581</c:v>
                </c:pt>
                <c:pt idx="1334">
                  <c:v>0.10445012906</c:v>
                </c:pt>
                <c:pt idx="1335">
                  <c:v>0.1035009663</c:v>
                </c:pt>
                <c:pt idx="1336">
                  <c:v>0.102562187901</c:v>
                </c:pt>
                <c:pt idx="1337">
                  <c:v>0.101633705229</c:v>
                </c:pt>
                <c:pt idx="1338">
                  <c:v>0.10071542853</c:v>
                </c:pt>
                <c:pt idx="1339">
                  <c:v>0.0998072670389</c:v>
                </c:pt>
                <c:pt idx="1340">
                  <c:v>0.0989091290931</c:v>
                </c:pt>
                <c:pt idx="1341">
                  <c:v>0.0980209222285</c:v>
                </c:pt>
                <c:pt idx="1342">
                  <c:v>0.0971425532797</c:v>
                </c:pt>
                <c:pt idx="1343">
                  <c:v>0.0962739284729</c:v>
                </c:pt>
                <c:pt idx="1344">
                  <c:v>0.0954149535156</c:v>
                </c:pt>
                <c:pt idx="1345">
                  <c:v>0.0945655336809</c:v>
                </c:pt>
                <c:pt idx="1346">
                  <c:v>0.0937255738896</c:v>
                </c:pt>
                <c:pt idx="1347">
                  <c:v>0.0928949787867</c:v>
                </c:pt>
                <c:pt idx="1348">
                  <c:v>0.0920736528158</c:v>
                </c:pt>
                <c:pt idx="1349">
                  <c:v>0.0912615002886</c:v>
                </c:pt>
                <c:pt idx="1350">
                  <c:v>0.0904584254518</c:v>
                </c:pt>
                <c:pt idx="1351">
                  <c:v>0.0896643325499</c:v>
                </c:pt>
                <c:pt idx="1352">
                  <c:v>0.0888791258855</c:v>
                </c:pt>
                <c:pt idx="1353">
                  <c:v>0.0881027098762</c:v>
                </c:pt>
                <c:pt idx="1354">
                  <c:v>0.0873349891077</c:v>
                </c:pt>
                <c:pt idx="1355">
                  <c:v>0.0865758683853</c:v>
                </c:pt>
                <c:pt idx="1356">
                  <c:v>0.0858252527816</c:v>
                </c:pt>
                <c:pt idx="1357">
                  <c:v>0.0850830476819</c:v>
                </c:pt>
                <c:pt idx="1358">
                  <c:v>0.084349158827</c:v>
                </c:pt>
                <c:pt idx="1359">
                  <c:v>0.0836234923529</c:v>
                </c:pt>
                <c:pt idx="1360">
                  <c:v>0.0829059548293</c:v>
                </c:pt>
                <c:pt idx="1361">
                  <c:v>0.0821964532944</c:v>
                </c:pt>
                <c:pt idx="1362">
                  <c:v>0.0814948952886</c:v>
                </c:pt>
                <c:pt idx="1363">
                  <c:v>0.0808011888852</c:v>
                </c:pt>
                <c:pt idx="1364">
                  <c:v>0.0801152427198</c:v>
                </c:pt>
                <c:pt idx="1365">
                  <c:v>0.079436966017</c:v>
                </c:pt>
                <c:pt idx="1366">
                  <c:v>0.078766268616</c:v>
                </c:pt>
                <c:pt idx="1367">
                  <c:v>0.0781030609938</c:v>
                </c:pt>
                <c:pt idx="1368">
                  <c:v>0.0774472542867</c:v>
                </c:pt>
                <c:pt idx="1369">
                  <c:v>0.0767987603107</c:v>
                </c:pt>
                <c:pt idx="1370">
                  <c:v>0.0761574915799</c:v>
                </c:pt>
                <c:pt idx="1371">
                  <c:v>0.0755233613231</c:v>
                </c:pt>
                <c:pt idx="1372">
                  <c:v>0.0748962834998</c:v>
                </c:pt>
                <c:pt idx="1373">
                  <c:v>0.0742761728141</c:v>
                </c:pt>
                <c:pt idx="1374">
                  <c:v>0.0736629447276</c:v>
                </c:pt>
                <c:pt idx="1375">
                  <c:v>0.0730565154711</c:v>
                </c:pt>
                <c:pt idx="1376">
                  <c:v>0.0724568020551</c:v>
                </c:pt>
                <c:pt idx="1377">
                  <c:v>0.0718637222789</c:v>
                </c:pt>
                <c:pt idx="1378">
                  <c:v>0.0712771947389</c:v>
                </c:pt>
                <c:pt idx="1379">
                  <c:v>0.0706971388361</c:v>
                </c:pt>
                <c:pt idx="1380">
                  <c:v>0.070123474782</c:v>
                </c:pt>
                <c:pt idx="1381">
                  <c:v>0.0695561236042</c:v>
                </c:pt>
                <c:pt idx="1382">
                  <c:v>0.068995007151</c:v>
                </c:pt>
                <c:pt idx="1383">
                  <c:v>0.0684400480945</c:v>
                </c:pt>
                <c:pt idx="1384">
                  <c:v>0.0678911699341</c:v>
                </c:pt>
                <c:pt idx="1385">
                  <c:v>0.0673482969984</c:v>
                </c:pt>
                <c:pt idx="1386">
                  <c:v>0.0668113544466</c:v>
                </c:pt>
                <c:pt idx="1387">
                  <c:v>0.0662802682694</c:v>
                </c:pt>
                <c:pt idx="1388">
                  <c:v>0.065754965289</c:v>
                </c:pt>
                <c:pt idx="1389">
                  <c:v>0.0652353731588</c:v>
                </c:pt>
                <c:pt idx="1390">
                  <c:v>0.0647214203624</c:v>
                </c:pt>
                <c:pt idx="1391">
                  <c:v>0.0642130362123</c:v>
                </c:pt>
                <c:pt idx="1392">
                  <c:v>0.0637101508475</c:v>
                </c:pt>
                <c:pt idx="1393">
                  <c:v>0.0632126952313</c:v>
                </c:pt>
                <c:pt idx="1394">
                  <c:v>0.0627206011484</c:v>
                </c:pt>
                <c:pt idx="1395">
                  <c:v>0.0622338012018</c:v>
                </c:pt>
                <c:pt idx="1396">
                  <c:v>0.0617522288085</c:v>
                </c:pt>
                <c:pt idx="1397">
                  <c:v>0.0612758181964</c:v>
                </c:pt>
                <c:pt idx="1398">
                  <c:v>0.0608045043993</c:v>
                </c:pt>
                <c:pt idx="1399">
                  <c:v>0.0603382232522</c:v>
                </c:pt>
                <c:pt idx="1400">
                  <c:v>0.0598769113869</c:v>
                </c:pt>
                <c:pt idx="1401">
                  <c:v>0.0594205062261</c:v>
                </c:pt>
                <c:pt idx="1402">
                  <c:v>0.0589689459787</c:v>
                </c:pt>
                <c:pt idx="1403">
                  <c:v>0.0585221696333</c:v>
                </c:pt>
                <c:pt idx="1404">
                  <c:v>0.0580801169528</c:v>
                </c:pt>
                <c:pt idx="1405">
                  <c:v>0.0576427284683</c:v>
                </c:pt>
                <c:pt idx="1406">
                  <c:v>0.0572099454726</c:v>
                </c:pt>
                <c:pt idx="1407">
                  <c:v>0.0567817100139</c:v>
                </c:pt>
                <c:pt idx="1408">
                  <c:v>0.0563579648892</c:v>
                </c:pt>
                <c:pt idx="1409">
                  <c:v>0.0559386536374</c:v>
                </c:pt>
                <c:pt idx="1410">
                  <c:v>0.0555237205327</c:v>
                </c:pt>
                <c:pt idx="1411">
                  <c:v>0.0551131105776</c:v>
                </c:pt>
                <c:pt idx="1412">
                  <c:v>0.0547067694955</c:v>
                </c:pt>
                <c:pt idx="1413">
                  <c:v>0.0543046437241</c:v>
                </c:pt>
                <c:pt idx="1414">
                  <c:v>0.0539066804077</c:v>
                </c:pt>
                <c:pt idx="1415">
                  <c:v>0.0535128273901</c:v>
                </c:pt>
                <c:pt idx="1416">
                  <c:v>0.0531230332074</c:v>
                </c:pt>
                <c:pt idx="1417">
                  <c:v>0.0527372470801</c:v>
                </c:pt>
                <c:pt idx="1418">
                  <c:v>0.0523554189062</c:v>
                </c:pt>
                <c:pt idx="1419">
                  <c:v>0.0519774992535</c:v>
                </c:pt>
                <c:pt idx="1420">
                  <c:v>0.051603439352</c:v>
                </c:pt>
                <c:pt idx="1421">
                  <c:v>0.0512331910865</c:v>
                </c:pt>
                <c:pt idx="1422">
                  <c:v>0.050866706989</c:v>
                </c:pt>
                <c:pt idx="1423">
                  <c:v>0.0505039402311</c:v>
                </c:pt>
                <c:pt idx="1424">
                  <c:v>0.0501448446168</c:v>
                </c:pt>
                <c:pt idx="1425">
                  <c:v>0.0497893745744</c:v>
                </c:pt>
                <c:pt idx="1426">
                  <c:v>0.0494374851494</c:v>
                </c:pt>
                <c:pt idx="1427">
                  <c:v>0.0490891319968</c:v>
                </c:pt>
                <c:pt idx="1428">
                  <c:v>0.0487442713736</c:v>
                </c:pt>
                <c:pt idx="1429">
                  <c:v>0.0484028601317</c:v>
                </c:pt>
                <c:pt idx="1430">
                  <c:v>0.0480648557098</c:v>
                </c:pt>
                <c:pt idx="1431">
                  <c:v>0.0477302161263</c:v>
                </c:pt>
                <c:pt idx="1432">
                  <c:v>0.0473988999724</c:v>
                </c:pt>
                <c:pt idx="1433">
                  <c:v>0.0470708664038</c:v>
                </c:pt>
                <c:pt idx="1434">
                  <c:v>0.0467460751342</c:v>
                </c:pt>
                <c:pt idx="1435">
                  <c:v>0.0464244864278</c:v>
                </c:pt>
                <c:pt idx="1436">
                  <c:v>0.0461060610921</c:v>
                </c:pt>
                <c:pt idx="1437">
                  <c:v>0.0457907604706</c:v>
                </c:pt>
                <c:pt idx="1438">
                  <c:v>0.0454785464358</c:v>
                </c:pt>
                <c:pt idx="1439">
                  <c:v>0.0451693813824</c:v>
                </c:pt>
                <c:pt idx="1440">
                  <c:v>0.04486322822</c:v>
                </c:pt>
                <c:pt idx="1441">
                  <c:v>0.0445600503661</c:v>
                </c:pt>
                <c:pt idx="1442">
                  <c:v>0.0442598117396</c:v>
                </c:pt>
                <c:pt idx="1443">
                  <c:v>0.0439624767537</c:v>
                </c:pt>
                <c:pt idx="1444">
                  <c:v>0.0436680103093</c:v>
                </c:pt>
                <c:pt idx="1445">
                  <c:v>0.0433763777881</c:v>
                </c:pt>
                <c:pt idx="1446">
                  <c:v>0.0430875450462</c:v>
                </c:pt>
                <c:pt idx="1447">
                  <c:v>0.0428014784075</c:v>
                </c:pt>
                <c:pt idx="1448">
                  <c:v>0.0425181446572</c:v>
                </c:pt>
                <c:pt idx="1449">
                  <c:v>0.0422375110354</c:v>
                </c:pt>
                <c:pt idx="1450">
                  <c:v>0.0419595452304</c:v>
                </c:pt>
                <c:pt idx="1451">
                  <c:v>0.0416842153731</c:v>
                </c:pt>
                <c:pt idx="1452">
                  <c:v>0.0414114900302</c:v>
                </c:pt>
                <c:pt idx="1453">
                  <c:v>0.0411413381984</c:v>
                </c:pt>
                <c:pt idx="1454">
                  <c:v>0.0408737292981</c:v>
                </c:pt>
                <c:pt idx="1455">
                  <c:v>0.0406086331674</c:v>
                </c:pt>
                <c:pt idx="1456">
                  <c:v>0.0403460200564</c:v>
                </c:pt>
                <c:pt idx="1457">
                  <c:v>0.040085860621</c:v>
                </c:pt>
                <c:pt idx="1458">
                  <c:v>0.0398281259176</c:v>
                </c:pt>
                <c:pt idx="1459">
                  <c:v>0.0395727873968</c:v>
                </c:pt>
                <c:pt idx="1460">
                  <c:v>0.039319816898</c:v>
                </c:pt>
                <c:pt idx="1461">
                  <c:v>0.039069186644</c:v>
                </c:pt>
                <c:pt idx="1462">
                  <c:v>0.0388208692352</c:v>
                </c:pt>
                <c:pt idx="1463">
                  <c:v>0.0385748376443</c:v>
                </c:pt>
                <c:pt idx="1464">
                  <c:v>0.038331065211</c:v>
                </c:pt>
                <c:pt idx="1465">
                  <c:v>0.0380895256364</c:v>
                </c:pt>
                <c:pt idx="1466">
                  <c:v>0.0378501929783</c:v>
                </c:pt>
                <c:pt idx="1467">
                  <c:v>0.0376130416453</c:v>
                </c:pt>
                <c:pt idx="1468">
                  <c:v>0.0373780463924</c:v>
                </c:pt>
                <c:pt idx="1469">
                  <c:v>0.0371451823157</c:v>
                </c:pt>
                <c:pt idx="1470">
                  <c:v>0.0369144248474</c:v>
                </c:pt>
                <c:pt idx="1471">
                  <c:v>0.0366857497508</c:v>
                </c:pt>
                <c:pt idx="1472">
                  <c:v>0.0364591331159</c:v>
                </c:pt>
                <c:pt idx="1473">
                  <c:v>0.0362345513541</c:v>
                </c:pt>
                <c:pt idx="1474">
                  <c:v>0.0360119811939</c:v>
                </c:pt>
                <c:pt idx="1475">
                  <c:v>0.0357913996762</c:v>
                </c:pt>
                <c:pt idx="1476">
                  <c:v>0.0355727841496</c:v>
                </c:pt>
                <c:pt idx="1477">
                  <c:v>0.0353561122662</c:v>
                </c:pt>
                <c:pt idx="1478">
                  <c:v>0.0351413619767</c:v>
                </c:pt>
                <c:pt idx="1479">
                  <c:v>0.0349285115264</c:v>
                </c:pt>
                <c:pt idx="1480">
                  <c:v>0.0347175394509</c:v>
                </c:pt>
                <c:pt idx="1481">
                  <c:v>0.0345084245716</c:v>
                </c:pt>
                <c:pt idx="1482">
                  <c:v>0.0343011459919</c:v>
                </c:pt>
                <c:pt idx="1483">
                  <c:v>0.0340956830926</c:v>
                </c:pt>
                <c:pt idx="1484">
                  <c:v>0.0338920155283</c:v>
                </c:pt>
                <c:pt idx="1485">
                  <c:v>0.0336901232229</c:v>
                </c:pt>
                <c:pt idx="1486">
                  <c:v>0.0334899863662</c:v>
                </c:pt>
                <c:pt idx="1487">
                  <c:v>0.0332915854097</c:v>
                </c:pt>
                <c:pt idx="1488">
                  <c:v>0.0330949010628</c:v>
                </c:pt>
                <c:pt idx="1489">
                  <c:v>0.032899914289</c:v>
                </c:pt>
                <c:pt idx="1490">
                  <c:v>0.0327066063024</c:v>
                </c:pt>
                <c:pt idx="1491">
                  <c:v>0.0325149585638</c:v>
                </c:pt>
                <c:pt idx="1492">
                  <c:v>0.032324952777</c:v>
                </c:pt>
                <c:pt idx="1493">
                  <c:v>0.0321365708856</c:v>
                </c:pt>
                <c:pt idx="1494">
                  <c:v>0.0319497950694</c:v>
                </c:pt>
                <c:pt idx="1495">
                  <c:v>0.0317646077407</c:v>
                </c:pt>
                <c:pt idx="1496">
                  <c:v>0.0315809915411</c:v>
                </c:pt>
                <c:pt idx="1497">
                  <c:v>0.0313989293382</c:v>
                </c:pt>
                <c:pt idx="1498">
                  <c:v>0.0312184042222</c:v>
                </c:pt>
                <c:pt idx="1499">
                  <c:v>0.0310393995028</c:v>
                </c:pt>
                <c:pt idx="1500">
                  <c:v>0.0308618987057</c:v>
                </c:pt>
                <c:pt idx="1501">
                  <c:v>0.0306858855698</c:v>
                </c:pt>
                <c:pt idx="1502">
                  <c:v>0.0305113440439</c:v>
                </c:pt>
                <c:pt idx="1503">
                  <c:v>0.0303382582837</c:v>
                </c:pt>
                <c:pt idx="1504">
                  <c:v>0.0301666126488</c:v>
                </c:pt>
                <c:pt idx="1505">
                  <c:v>0.0299963916999</c:v>
                </c:pt>
                <c:pt idx="1506">
                  <c:v>0.0298275801953</c:v>
                </c:pt>
                <c:pt idx="1507">
                  <c:v>0.0296601630889</c:v>
                </c:pt>
                <c:pt idx="1508">
                  <c:v>0.0294941255267</c:v>
                </c:pt>
                <c:pt idx="1509">
                  <c:v>0.0293294528443</c:v>
                </c:pt>
                <c:pt idx="1510">
                  <c:v>0.029166130564</c:v>
                </c:pt>
                <c:pt idx="1511">
                  <c:v>0.0290041443923</c:v>
                </c:pt>
                <c:pt idx="1512">
                  <c:v>0.0288434802172</c:v>
                </c:pt>
                <c:pt idx="1513">
                  <c:v>0.0286841241052</c:v>
                </c:pt>
                <c:pt idx="1514">
                  <c:v>0.0285260622995</c:v>
                </c:pt>
                <c:pt idx="1515">
                  <c:v>0.0283692812166</c:v>
                </c:pt>
                <c:pt idx="1516">
                  <c:v>0.0282137674445</c:v>
                </c:pt>
                <c:pt idx="1517">
                  <c:v>0.0280595077398</c:v>
                </c:pt>
                <c:pt idx="1518">
                  <c:v>0.0279064890253</c:v>
                </c:pt>
                <c:pt idx="1519">
                  <c:v>0.0277546983881</c:v>
                </c:pt>
                <c:pt idx="1520">
                  <c:v>0.0276041230764</c:v>
                </c:pt>
                <c:pt idx="1521">
                  <c:v>0.0274547504981</c:v>
                </c:pt>
                <c:pt idx="1522">
                  <c:v>0.0273065682179</c:v>
                </c:pt>
                <c:pt idx="1523">
                  <c:v>0.0271595639552</c:v>
                </c:pt>
                <c:pt idx="1524">
                  <c:v>0.0270137255819</c:v>
                </c:pt>
                <c:pt idx="1525">
                  <c:v>0.0268690411206</c:v>
                </c:pt>
                <c:pt idx="1526">
                  <c:v>0.0267254987416</c:v>
                </c:pt>
                <c:pt idx="1527">
                  <c:v>0.0265830867617</c:v>
                </c:pt>
                <c:pt idx="1528">
                  <c:v>0.0264417936416</c:v>
                </c:pt>
                <c:pt idx="1529">
                  <c:v>0.0263016079841</c:v>
                </c:pt>
                <c:pt idx="1530">
                  <c:v>0.0261625185317</c:v>
                </c:pt>
                <c:pt idx="1531">
                  <c:v>0.0260245141651</c:v>
                </c:pt>
                <c:pt idx="1532">
                  <c:v>0.0258875839011</c:v>
                </c:pt>
                <c:pt idx="1533">
                  <c:v>0.0257517168904</c:v>
                </c:pt>
                <c:pt idx="1534">
                  <c:v>0.0256169024161</c:v>
                </c:pt>
                <c:pt idx="1535">
                  <c:v>0.0254831298916</c:v>
                </c:pt>
                <c:pt idx="1536">
                  <c:v>0.0253503888589</c:v>
                </c:pt>
                <c:pt idx="1537">
                  <c:v>0.0252186689865</c:v>
                </c:pt>
                <c:pt idx="1538">
                  <c:v>0.025087960068</c:v>
                </c:pt>
                <c:pt idx="1539">
                  <c:v>0.0249582520203</c:v>
                </c:pt>
                <c:pt idx="1540">
                  <c:v>0.0248295348815</c:v>
                </c:pt>
                <c:pt idx="1541">
                  <c:v>0.0247017988096</c:v>
                </c:pt>
                <c:pt idx="1542">
                  <c:v>0.0245750340808</c:v>
                </c:pt>
                <c:pt idx="1543">
                  <c:v>0.0244492310875</c:v>
                </c:pt>
                <c:pt idx="1544">
                  <c:v>0.0243243803372</c:v>
                </c:pt>
                <c:pt idx="1545">
                  <c:v>0.0242004724505</c:v>
                </c:pt>
                <c:pt idx="1546">
                  <c:v>0.0240774981595</c:v>
                </c:pt>
                <c:pt idx="1547">
                  <c:v>0.0239554483067</c:v>
                </c:pt>
                <c:pt idx="1548">
                  <c:v>0.023834313843</c:v>
                </c:pt>
                <c:pt idx="1549">
                  <c:v>0.0237140858266</c:v>
                </c:pt>
                <c:pt idx="1550">
                  <c:v>0.023594755421</c:v>
                </c:pt>
                <c:pt idx="1551">
                  <c:v>0.0234763138941</c:v>
                </c:pt>
                <c:pt idx="1552">
                  <c:v>0.0233587526166</c:v>
                </c:pt>
                <c:pt idx="1553">
                  <c:v>0.0232420630602</c:v>
                </c:pt>
                <c:pt idx="1554">
                  <c:v>0.0231262367968</c:v>
                </c:pt>
                <c:pt idx="1555">
                  <c:v>0.0230112654969</c:v>
                </c:pt>
                <c:pt idx="1556">
                  <c:v>0.0228971409281</c:v>
                </c:pt>
                <c:pt idx="1557">
                  <c:v>0.022783854954</c:v>
                </c:pt>
                <c:pt idx="1558">
                  <c:v>0.0226713995327</c:v>
                </c:pt>
                <c:pt idx="1559">
                  <c:v>0.0225597667158</c:v>
                </c:pt>
                <c:pt idx="1560">
                  <c:v>0.0224489486468</c:v>
                </c:pt>
                <c:pt idx="1561">
                  <c:v>0.0223389375601</c:v>
                </c:pt>
                <c:pt idx="1562">
                  <c:v>0.0222297257797</c:v>
                </c:pt>
                <c:pt idx="1563">
                  <c:v>0.022121305718</c:v>
                </c:pt>
                <c:pt idx="1564">
                  <c:v>0.0220136698747</c:v>
                </c:pt>
                <c:pt idx="1565">
                  <c:v>0.0219068108353</c:v>
                </c:pt>
                <c:pt idx="1566">
                  <c:v>0.0218007212704</c:v>
                </c:pt>
                <c:pt idx="1567">
                  <c:v>0.0216953939344</c:v>
                </c:pt>
                <c:pt idx="1568">
                  <c:v>0.0215908216643</c:v>
                </c:pt>
                <c:pt idx="1569">
                  <c:v>0.0214869973786</c:v>
                </c:pt>
                <c:pt idx="1570">
                  <c:v>0.0213839140765</c:v>
                </c:pt>
                <c:pt idx="1571">
                  <c:v>0.0212815648362</c:v>
                </c:pt>
                <c:pt idx="1572">
                  <c:v>0.0211799428148</c:v>
                </c:pt>
                <c:pt idx="1573">
                  <c:v>0.0210790412464</c:v>
                </c:pt>
                <c:pt idx="1574">
                  <c:v>0.0209788534415</c:v>
                </c:pt>
                <c:pt idx="1575">
                  <c:v>0.0208793727861</c:v>
                </c:pt>
                <c:pt idx="1576">
                  <c:v>0.0207805927405</c:v>
                </c:pt>
                <c:pt idx="1577">
                  <c:v>0.0206825068381</c:v>
                </c:pt>
                <c:pt idx="1578">
                  <c:v>0.0205851086853</c:v>
                </c:pt>
                <c:pt idx="1579">
                  <c:v>0.0204883919595</c:v>
                </c:pt>
                <c:pt idx="1580">
                  <c:v>0.0203923504089</c:v>
                </c:pt>
                <c:pt idx="1581">
                  <c:v>0.0202969778514</c:v>
                </c:pt>
                <c:pt idx="1582">
                  <c:v>0.0202022681737</c:v>
                </c:pt>
                <c:pt idx="1583">
                  <c:v>0.0201082153302</c:v>
                </c:pt>
                <c:pt idx="1584">
                  <c:v>0.0200148133426</c:v>
                </c:pt>
                <c:pt idx="1585">
                  <c:v>0.0199220562986</c:v>
                </c:pt>
                <c:pt idx="1586">
                  <c:v>0.0198299383513</c:v>
                </c:pt>
                <c:pt idx="1587">
                  <c:v>0.0197384537183</c:v>
                </c:pt>
                <c:pt idx="1588">
                  <c:v>0.0196475966808</c:v>
                </c:pt>
                <c:pt idx="1589">
                  <c:v>0.019557361583</c:v>
                </c:pt>
                <c:pt idx="1590">
                  <c:v>0.0194677428312</c:v>
                </c:pt>
                <c:pt idx="1591">
                  <c:v>0.0193787348929</c:v>
                </c:pt>
                <c:pt idx="1592">
                  <c:v>0.0192903322962</c:v>
                </c:pt>
                <c:pt idx="1593">
                  <c:v>0.0192025296289</c:v>
                </c:pt>
                <c:pt idx="1594">
                  <c:v>0.019115321538</c:v>
                </c:pt>
                <c:pt idx="1595">
                  <c:v>0.0190287027286</c:v>
                </c:pt>
                <c:pt idx="1596">
                  <c:v>0.0189426679636</c:v>
                </c:pt>
                <c:pt idx="1597">
                  <c:v>0.0188572120625</c:v>
                </c:pt>
                <c:pt idx="1598">
                  <c:v>0.018772329901</c:v>
                </c:pt>
                <c:pt idx="1599">
                  <c:v>0.0186880164104</c:v>
                </c:pt>
                <c:pt idx="1600">
                  <c:v>0.0186042665767</c:v>
                </c:pt>
                <c:pt idx="1601">
                  <c:v>0.0185210754397</c:v>
                </c:pt>
                <c:pt idx="1602">
                  <c:v>0.0184384380931</c:v>
                </c:pt>
                <c:pt idx="1603">
                  <c:v>0.0183563496831</c:v>
                </c:pt>
                <c:pt idx="1604">
                  <c:v>0.0182748054078</c:v>
                </c:pt>
                <c:pt idx="1605">
                  <c:v>0.0181938005172</c:v>
                </c:pt>
                <c:pt idx="1606">
                  <c:v>0.0181133303119</c:v>
                </c:pt>
                <c:pt idx="1607">
                  <c:v>0.0180333901427</c:v>
                </c:pt>
                <c:pt idx="1608">
                  <c:v>0.0179539754101</c:v>
                </c:pt>
                <c:pt idx="1609">
                  <c:v>0.0178750815635</c:v>
                </c:pt>
                <c:pt idx="1610">
                  <c:v>0.0177967041007</c:v>
                </c:pt>
                <c:pt idx="1611">
                  <c:v>0.0177188385674</c:v>
                </c:pt>
                <c:pt idx="1612">
                  <c:v>0.0176414805564</c:v>
                </c:pt>
                <c:pt idx="1613">
                  <c:v>0.0175646257073</c:v>
                </c:pt>
                <c:pt idx="1614">
                  <c:v>0.0174882697057</c:v>
                </c:pt>
                <c:pt idx="1615">
                  <c:v>0.0174124082826</c:v>
                </c:pt>
                <c:pt idx="1616">
                  <c:v>0.0173370372142</c:v>
                </c:pt>
                <c:pt idx="1617">
                  <c:v>0.017262152321</c:v>
                </c:pt>
                <c:pt idx="1618">
                  <c:v>0.0171877494673</c:v>
                </c:pt>
                <c:pt idx="1619">
                  <c:v>0.0171138245611</c:v>
                </c:pt>
                <c:pt idx="1620">
                  <c:v>0.0170403735527</c:v>
                </c:pt>
                <c:pt idx="1621">
                  <c:v>0.0169673924353</c:v>
                </c:pt>
                <c:pt idx="1622">
                  <c:v>0.0168948772435</c:v>
                </c:pt>
                <c:pt idx="1623">
                  <c:v>0.0168228240533</c:v>
                </c:pt>
                <c:pt idx="1624">
                  <c:v>0.0167512289815</c:v>
                </c:pt>
                <c:pt idx="1625">
                  <c:v>0.0166800881854</c:v>
                </c:pt>
                <c:pt idx="1626">
                  <c:v>0.0166093978619</c:v>
                </c:pt>
                <c:pt idx="1627">
                  <c:v>0.0165391542473</c:v>
                </c:pt>
                <c:pt idx="1628">
                  <c:v>0.0164693536168</c:v>
                </c:pt>
                <c:pt idx="1629">
                  <c:v>0.0163999922842</c:v>
                </c:pt>
                <c:pt idx="1630">
                  <c:v>0.0163310666008</c:v>
                </c:pt>
                <c:pt idx="1631">
                  <c:v>0.0162625729559</c:v>
                </c:pt>
                <c:pt idx="1632">
                  <c:v>0.0161945077756</c:v>
                </c:pt>
                <c:pt idx="1633">
                  <c:v>0.0161268675225</c:v>
                </c:pt>
                <c:pt idx="1634">
                  <c:v>0.0160596486957</c:v>
                </c:pt>
                <c:pt idx="1635">
                  <c:v>0.0159928478297</c:v>
                </c:pt>
                <c:pt idx="1636">
                  <c:v>0.0159264614945</c:v>
                </c:pt>
                <c:pt idx="1637">
                  <c:v>0.015860486295</c:v>
                </c:pt>
                <c:pt idx="1638">
                  <c:v>0.0157949188704</c:v>
                </c:pt>
                <c:pt idx="1639">
                  <c:v>0.0157297558942</c:v>
                </c:pt>
                <c:pt idx="1640">
                  <c:v>0.0156649940734</c:v>
                </c:pt>
                <c:pt idx="1641">
                  <c:v>0.0156006301483</c:v>
                </c:pt>
                <c:pt idx="1642">
                  <c:v>0.0155366608921</c:v>
                </c:pt>
                <c:pt idx="1643">
                  <c:v>0.0154730831104</c:v>
                </c:pt>
                <c:pt idx="1644">
                  <c:v>0.0154098936409</c:v>
                </c:pt>
                <c:pt idx="1645">
                  <c:v>0.015347089353</c:v>
                </c:pt>
                <c:pt idx="1646">
                  <c:v>0.0152846671476</c:v>
                </c:pt>
                <c:pt idx="1647">
                  <c:v>0.0152226239563</c:v>
                </c:pt>
                <c:pt idx="1648">
                  <c:v>0.0151609567415</c:v>
                </c:pt>
                <c:pt idx="1649">
                  <c:v>0.0150996624957</c:v>
                </c:pt>
                <c:pt idx="1650">
                  <c:v>0.0150387382413</c:v>
                </c:pt>
                <c:pt idx="1651">
                  <c:v>0.0149781810303</c:v>
                </c:pt>
                <c:pt idx="1652">
                  <c:v>0.0149179879438</c:v>
                </c:pt>
                <c:pt idx="1653">
                  <c:v>0.0148581560918</c:v>
                </c:pt>
                <c:pt idx="1654">
                  <c:v>0.0147986826126</c:v>
                </c:pt>
                <c:pt idx="1655">
                  <c:v>0.0147395646729</c:v>
                </c:pt>
                <c:pt idx="1656">
                  <c:v>0.0146807994671</c:v>
                </c:pt>
                <c:pt idx="1657">
                  <c:v>0.0146223842171</c:v>
                </c:pt>
                <c:pt idx="1658">
                  <c:v>0.0145643161719</c:v>
                </c:pt>
                <c:pt idx="1659">
                  <c:v>0.0145065926076</c:v>
                </c:pt>
                <c:pt idx="1660">
                  <c:v>0.0144492108266</c:v>
                </c:pt>
                <c:pt idx="1661">
                  <c:v>0.0143921681576</c:v>
                </c:pt>
                <c:pt idx="1662">
                  <c:v>0.0143354619553</c:v>
                </c:pt>
                <c:pt idx="1663">
                  <c:v>0.0142790896</c:v>
                </c:pt>
                <c:pt idx="1664">
                  <c:v>0.0142230484971</c:v>
                </c:pt>
                <c:pt idx="1665">
                  <c:v>0.0141673360774</c:v>
                </c:pt>
                <c:pt idx="1666">
                  <c:v>0.0141119497961</c:v>
                </c:pt>
                <c:pt idx="1667">
                  <c:v>0.0140568871331</c:v>
                </c:pt>
                <c:pt idx="1668">
                  <c:v>0.0140021455924</c:v>
                </c:pt>
                <c:pt idx="1669">
                  <c:v>0.0139477227018</c:v>
                </c:pt>
                <c:pt idx="1670">
                  <c:v>0.0138936160128</c:v>
                </c:pt>
                <c:pt idx="1671">
                  <c:v>0.0138398231002</c:v>
                </c:pt>
                <c:pt idx="1672">
                  <c:v>0.0137863415619</c:v>
                </c:pt>
                <c:pt idx="1673">
                  <c:v>0.0137331690185</c:v>
                </c:pt>
                <c:pt idx="1674">
                  <c:v>0.0136803031135</c:v>
                </c:pt>
                <c:pt idx="1675">
                  <c:v>0.0136277415121</c:v>
                </c:pt>
                <c:pt idx="1676">
                  <c:v>0.0135754819021</c:v>
                </c:pt>
                <c:pt idx="1677">
                  <c:v>0.0135235219928</c:v>
                </c:pt>
                <c:pt idx="1678">
                  <c:v>0.0134718595151</c:v>
                </c:pt>
                <c:pt idx="1679">
                  <c:v>0.0134204922212</c:v>
                </c:pt>
                <c:pt idx="1680">
                  <c:v>0.0133694178842</c:v>
                </c:pt>
                <c:pt idx="1681">
                  <c:v>0.0133186342983</c:v>
                </c:pt>
                <c:pt idx="1682">
                  <c:v>0.0132681392781</c:v>
                </c:pt>
                <c:pt idx="1683">
                  <c:v>0.0132179306585</c:v>
                </c:pt>
                <c:pt idx="1684">
                  <c:v>0.0131680062947</c:v>
                </c:pt>
                <c:pt idx="1685">
                  <c:v>0.0131183640617</c:v>
                </c:pt>
                <c:pt idx="1686">
                  <c:v>0.0130690018541</c:v>
                </c:pt>
                <c:pt idx="1687">
                  <c:v>0.0130199175861</c:v>
                </c:pt>
                <c:pt idx="1688">
                  <c:v>0.012971109191</c:v>
                </c:pt>
                <c:pt idx="1689">
                  <c:v>0.0129225746213</c:v>
                </c:pt>
                <c:pt idx="1690">
                  <c:v>0.0128743118481</c:v>
                </c:pt>
                <c:pt idx="1691">
                  <c:v>0.0128263188613</c:v>
                </c:pt>
                <c:pt idx="1692">
                  <c:v>0.0127785936692</c:v>
                </c:pt>
                <c:pt idx="1693">
                  <c:v>0.012731134298</c:v>
                </c:pt>
                <c:pt idx="1694">
                  <c:v>0.0126839387923</c:v>
                </c:pt>
                <c:pt idx="1695">
                  <c:v>0.0126370052143</c:v>
                </c:pt>
                <c:pt idx="1696">
                  <c:v>0.0125903316439</c:v>
                </c:pt>
                <c:pt idx="1697">
                  <c:v>0.0125439161782</c:v>
                </c:pt>
                <c:pt idx="1698">
                  <c:v>0.0124977569317</c:v>
                </c:pt>
                <c:pt idx="1699">
                  <c:v>0.012451852036</c:v>
                </c:pt>
                <c:pt idx="1700">
                  <c:v>0.0124061996394</c:v>
                </c:pt>
                <c:pt idx="1701">
                  <c:v>0.012360797907</c:v>
                </c:pt>
                <c:pt idx="1702">
                  <c:v>0.0123156450202</c:v>
                </c:pt>
                <c:pt idx="1703">
                  <c:v>0.0122707391768</c:v>
                </c:pt>
                <c:pt idx="1704">
                  <c:v>0.0122260785908</c:v>
                </c:pt>
                <c:pt idx="1705">
                  <c:v>0.0121816614921</c:v>
                </c:pt>
                <c:pt idx="1706">
                  <c:v>0.0121374861262</c:v>
                </c:pt>
                <c:pt idx="1707">
                  <c:v>0.0120935507544</c:v>
                </c:pt>
                <c:pt idx="1708">
                  <c:v>0.0120498536535</c:v>
                </c:pt>
                <c:pt idx="1709">
                  <c:v>0.0120063931152</c:v>
                </c:pt>
                <c:pt idx="1710">
                  <c:v>0.0119631674467</c:v>
                </c:pt>
                <c:pt idx="1711">
                  <c:v>0.0119201749698</c:v>
                </c:pt>
                <c:pt idx="1712">
                  <c:v>0.0118774140213</c:v>
                </c:pt>
                <c:pt idx="1713">
                  <c:v>0.0118348829523</c:v>
                </c:pt>
                <c:pt idx="1714">
                  <c:v>0.0117925801288</c:v>
                </c:pt>
                <c:pt idx="1715">
                  <c:v>0.0117505039305</c:v>
                </c:pt>
                <c:pt idx="1716">
                  <c:v>0.0117086527516</c:v>
                </c:pt>
                <c:pt idx="1717">
                  <c:v>0.0116670250002</c:v>
                </c:pt>
                <c:pt idx="1718">
                  <c:v>0.011625619098</c:v>
                </c:pt>
                <c:pt idx="1719">
                  <c:v>0.0115844334806</c:v>
                </c:pt>
                <c:pt idx="1720">
                  <c:v>0.011543466597</c:v>
                </c:pt>
                <c:pt idx="1721">
                  <c:v>0.0115027169093</c:v>
                </c:pt>
                <c:pt idx="1722">
                  <c:v>0.0114621828932</c:v>
                </c:pt>
                <c:pt idx="1723">
                  <c:v>0.0114218630371</c:v>
                </c:pt>
                <c:pt idx="1724">
                  <c:v>0.0113817558424</c:v>
                </c:pt>
                <c:pt idx="1725">
                  <c:v>0.0113418598234</c:v>
                </c:pt>
                <c:pt idx="1726">
                  <c:v>0.0113021735066</c:v>
                </c:pt>
                <c:pt idx="1727">
                  <c:v>0.0112626954314</c:v>
                </c:pt>
                <c:pt idx="1728">
                  <c:v>0.0112234241493</c:v>
                </c:pt>
                <c:pt idx="1729">
                  <c:v>0.0111843582238</c:v>
                </c:pt>
                <c:pt idx="1730">
                  <c:v>0.0111454962308</c:v>
                </c:pt>
                <c:pt idx="1731">
                  <c:v>0.0111068367579</c:v>
                </c:pt>
                <c:pt idx="1732">
                  <c:v>0.0110683784043</c:v>
                </c:pt>
                <c:pt idx="1733">
                  <c:v>0.0110301197811</c:v>
                </c:pt>
                <c:pt idx="1734">
                  <c:v>0.0109920595107</c:v>
                </c:pt>
                <c:pt idx="1735">
                  <c:v>0.0109541962271</c:v>
                </c:pt>
                <c:pt idx="1736">
                  <c:v>0.0109165285752</c:v>
                </c:pt>
                <c:pt idx="1737">
                  <c:v>0.0108790552114</c:v>
                </c:pt>
                <c:pt idx="1738">
                  <c:v>0.0108417748026</c:v>
                </c:pt>
                <c:pt idx="1739">
                  <c:v>0.010804686027</c:v>
                </c:pt>
                <c:pt idx="1740">
                  <c:v>0.0107677875733</c:v>
                </c:pt>
                <c:pt idx="1741">
                  <c:v>0.0107310781409</c:v>
                </c:pt>
                <c:pt idx="1742">
                  <c:v>0.0106945564397</c:v>
                </c:pt>
                <c:pt idx="1743">
                  <c:v>0.0106582211899</c:v>
                </c:pt>
                <c:pt idx="1744">
                  <c:v>0.0106220711221</c:v>
                </c:pt>
                <c:pt idx="1745">
                  <c:v>0.010586104977</c:v>
                </c:pt>
                <c:pt idx="1746">
                  <c:v>0.0105503215053</c:v>
                </c:pt>
                <c:pt idx="1747">
                  <c:v>0.0105147194677</c:v>
                </c:pt>
                <c:pt idx="1748">
                  <c:v>0.0104792976347</c:v>
                </c:pt>
                <c:pt idx="1749">
                  <c:v>0.0104440547867</c:v>
                </c:pt>
                <c:pt idx="1750">
                  <c:v>0.0104089897134</c:v>
                </c:pt>
                <c:pt idx="1751">
                  <c:v>0.0103741012144</c:v>
                </c:pt>
                <c:pt idx="1752">
                  <c:v>0.0103393880984</c:v>
                </c:pt>
                <c:pt idx="1753">
                  <c:v>0.0103048491838</c:v>
                </c:pt>
                <c:pt idx="1754">
                  <c:v>0.0102704832979</c:v>
                </c:pt>
                <c:pt idx="1755">
                  <c:v>0.0102362892774</c:v>
                </c:pt>
                <c:pt idx="1756">
                  <c:v>0.0102022659679</c:v>
                </c:pt>
                <c:pt idx="1757">
                  <c:v>0.0101684122242</c:v>
                </c:pt>
                <c:pt idx="1758">
                  <c:v>0.0101347269097</c:v>
                </c:pt>
                <c:pt idx="1759">
                  <c:v>0.0101012088969</c:v>
                </c:pt>
                <c:pt idx="1760">
                  <c:v>0.0100678570669</c:v>
                </c:pt>
                <c:pt idx="1761">
                  <c:v>0.0100346703093</c:v>
                </c:pt>
                <c:pt idx="1762">
                  <c:v>0.0100016475226</c:v>
                </c:pt>
                <c:pt idx="1763">
                  <c:v>0.00996878761349</c:v>
                </c:pt>
                <c:pt idx="1764">
                  <c:v>0.0099360894973</c:v>
                </c:pt>
                <c:pt idx="1765">
                  <c:v>0.0099035520976</c:v>
                </c:pt>
                <c:pt idx="1766">
                  <c:v>0.00987117434626</c:v>
                </c:pt>
                <c:pt idx="1767">
                  <c:v>0.00983895518337</c:v>
                </c:pt>
                <c:pt idx="1768">
                  <c:v>0.00980689355715</c:v>
                </c:pt>
                <c:pt idx="1769">
                  <c:v>0.00977498842389</c:v>
                </c:pt>
                <c:pt idx="1770">
                  <c:v>0.00974323874791</c:v>
                </c:pt>
                <c:pt idx="1771">
                  <c:v>0.00971164350146</c:v>
                </c:pt>
                <c:pt idx="1772">
                  <c:v>0.00968020166467</c:v>
                </c:pt>
                <c:pt idx="1773">
                  <c:v>0.00964891222551</c:v>
                </c:pt>
                <c:pt idx="1774">
                  <c:v>0.0096177741797</c:v>
                </c:pt>
                <c:pt idx="1775">
                  <c:v>0.00958678653065</c:v>
                </c:pt>
                <c:pt idx="1776">
                  <c:v>0.00955594828945</c:v>
                </c:pt>
                <c:pt idx="1777">
                  <c:v>0.00952525847474</c:v>
                </c:pt>
                <c:pt idx="1778">
                  <c:v>0.00949471611274</c:v>
                </c:pt>
                <c:pt idx="1779">
                  <c:v>0.00946432023711</c:v>
                </c:pt>
                <c:pt idx="1780">
                  <c:v>0.00943406988895</c:v>
                </c:pt>
                <c:pt idx="1781">
                  <c:v>0.00940396411675</c:v>
                </c:pt>
                <c:pt idx="1782">
                  <c:v>0.0093740019763</c:v>
                </c:pt>
                <c:pt idx="1783">
                  <c:v>0.00934418253067</c:v>
                </c:pt>
                <c:pt idx="1784">
                  <c:v>0.00931450485017</c:v>
                </c:pt>
                <c:pt idx="1785">
                  <c:v>0.00928496801226</c:v>
                </c:pt>
                <c:pt idx="1786">
                  <c:v>0.00925557110154</c:v>
                </c:pt>
                <c:pt idx="1787">
                  <c:v>0.0092263132097</c:v>
                </c:pt>
                <c:pt idx="1788">
                  <c:v>0.00919719343544</c:v>
                </c:pt>
                <c:pt idx="1789">
                  <c:v>0.00916821088448</c:v>
                </c:pt>
                <c:pt idx="1790">
                  <c:v>0.00913936466946</c:v>
                </c:pt>
                <c:pt idx="1791">
                  <c:v>0.00911065390994</c:v>
                </c:pt>
                <c:pt idx="1792">
                  <c:v>0.00908207773233</c:v>
                </c:pt>
                <c:pt idx="1793">
                  <c:v>0.00905363526987</c:v>
                </c:pt>
                <c:pt idx="1794">
                  <c:v>0.00902532566256</c:v>
                </c:pt>
                <c:pt idx="1795">
                  <c:v>0.00899714805716</c:v>
                </c:pt>
                <c:pt idx="1796">
                  <c:v>0.00896910160712</c:v>
                </c:pt>
                <c:pt idx="1797">
                  <c:v>0.00894118547256</c:v>
                </c:pt>
                <c:pt idx="1798">
                  <c:v>0.0089133988202</c:v>
                </c:pt>
                <c:pt idx="1799">
                  <c:v>0.00888574082339</c:v>
                </c:pt>
                <c:pt idx="1800">
                  <c:v>0.008858210662</c:v>
                </c:pt>
                <c:pt idx="1801">
                  <c:v>0.00883080752245</c:v>
                </c:pt>
                <c:pt idx="1802">
                  <c:v>0.00880353059761</c:v>
                </c:pt>
                <c:pt idx="1803">
                  <c:v>0.00877637908684</c:v>
                </c:pt>
                <c:pt idx="1804">
                  <c:v>0.0087493521959</c:v>
                </c:pt>
                <c:pt idx="1805">
                  <c:v>0.00872244913695</c:v>
                </c:pt>
                <c:pt idx="1806">
                  <c:v>0.00869566912852</c:v>
                </c:pt>
                <c:pt idx="1807">
                  <c:v>0.00866901139545</c:v>
                </c:pt>
                <c:pt idx="1808">
                  <c:v>0.00864247516889</c:v>
                </c:pt>
                <c:pt idx="1809">
                  <c:v>0.00861605968628</c:v>
                </c:pt>
                <c:pt idx="1810">
                  <c:v>0.0085897641913</c:v>
                </c:pt>
                <c:pt idx="1811">
                  <c:v>0.00856358793383</c:v>
                </c:pt>
                <c:pt idx="1812">
                  <c:v>0.00853753016997</c:v>
                </c:pt>
                <c:pt idx="1813">
                  <c:v>0.00851159016197</c:v>
                </c:pt>
                <c:pt idx="1814">
                  <c:v>0.00848576717822</c:v>
                </c:pt>
                <c:pt idx="1815">
                  <c:v>0.00846006049324</c:v>
                </c:pt>
                <c:pt idx="1816">
                  <c:v>0.00843446938762</c:v>
                </c:pt>
                <c:pt idx="1817">
                  <c:v>0.00840899314802</c:v>
                </c:pt>
                <c:pt idx="1818">
                  <c:v>0.00838363106713</c:v>
                </c:pt>
                <c:pt idx="1819">
                  <c:v>0.00835838244366</c:v>
                </c:pt>
                <c:pt idx="1820">
                  <c:v>0.00833324658231</c:v>
                </c:pt>
                <c:pt idx="1821">
                  <c:v>0.00830822279371</c:v>
                </c:pt>
                <c:pt idx="1822">
                  <c:v>0.00828331039444</c:v>
                </c:pt>
                <c:pt idx="1823">
                  <c:v>0.00825850870698</c:v>
                </c:pt>
                <c:pt idx="1824">
                  <c:v>0.0082338170597</c:v>
                </c:pt>
                <c:pt idx="1825">
                  <c:v>0.00820923478677</c:v>
                </c:pt>
                <c:pt idx="1826">
                  <c:v>0.00818476122823</c:v>
                </c:pt>
                <c:pt idx="1827">
                  <c:v>0.00816039572987</c:v>
                </c:pt>
                <c:pt idx="1828">
                  <c:v>0.00813613764324</c:v>
                </c:pt>
                <c:pt idx="1829">
                  <c:v>0.00811198632563</c:v>
                </c:pt>
                <c:pt idx="1830">
                  <c:v>0.00808794113998</c:v>
                </c:pt>
                <c:pt idx="1831">
                  <c:v>0.00806400145493</c:v>
                </c:pt>
                <c:pt idx="1832">
                  <c:v>0.00804016664471</c:v>
                </c:pt>
                <c:pt idx="1833">
                  <c:v>0.00801643608913</c:v>
                </c:pt>
                <c:pt idx="1834">
                  <c:v>0.00799280917355</c:v>
                </c:pt>
                <c:pt idx="1835">
                  <c:v>0.00796928528885</c:v>
                </c:pt>
                <c:pt idx="1836">
                  <c:v>0.00794586383133</c:v>
                </c:pt>
                <c:pt idx="1837">
                  <c:v>0.00792254420277</c:v>
                </c:pt>
                <c:pt idx="1838">
                  <c:v>0.00789932581027</c:v>
                </c:pt>
                <c:pt idx="1839">
                  <c:v>0.00787620806631</c:v>
                </c:pt>
                <c:pt idx="1840">
                  <c:v>0.00785319038863</c:v>
                </c:pt>
                <c:pt idx="1841">
                  <c:v>0.00783027220023</c:v>
                </c:pt>
                <c:pt idx="1842">
                  <c:v>0.00780745292928</c:v>
                </c:pt>
                <c:pt idx="1843">
                  <c:v>0.00778473200912</c:v>
                </c:pt>
                <c:pt idx="1844">
                  <c:v>0.00776210887815</c:v>
                </c:pt>
                <c:pt idx="1845">
                  <c:v>0.00773958297985</c:v>
                </c:pt>
                <c:pt idx="1846">
                  <c:v>0.00771715376266</c:v>
                </c:pt>
                <c:pt idx="1847">
                  <c:v>0.00769482067994</c:v>
                </c:pt>
                <c:pt idx="1848">
                  <c:v>0.00767258318996</c:v>
                </c:pt>
                <c:pt idx="1849">
                  <c:v>0.00765044075579</c:v>
                </c:pt>
                <c:pt idx="1850">
                  <c:v>0.00762839284525</c:v>
                </c:pt>
                <c:pt idx="1851">
                  <c:v>0.00760643893089</c:v>
                </c:pt>
                <c:pt idx="1852">
                  <c:v>0.00758457848988</c:v>
                </c:pt>
                <c:pt idx="1853">
                  <c:v>0.00756281100398</c:v>
                </c:pt>
                <c:pt idx="1854">
                  <c:v>0.00754113595946</c:v>
                </c:pt>
                <c:pt idx="1855">
                  <c:v>0.00751955284708</c:v>
                </c:pt>
                <c:pt idx="1856">
                  <c:v>0.00749806116195</c:v>
                </c:pt>
                <c:pt idx="1857">
                  <c:v>0.00747666040354</c:v>
                </c:pt>
                <c:pt idx="1858">
                  <c:v>0.00745535007558</c:v>
                </c:pt>
                <c:pt idx="1859">
                  <c:v>0.00743412968599</c:v>
                </c:pt>
                <c:pt idx="1860">
                  <c:v>0.00741299874684</c:v>
                </c:pt>
                <c:pt idx="1861">
                  <c:v>0.00739195677426</c:v>
                </c:pt>
                <c:pt idx="1862">
                  <c:v>0.0073710032884</c:v>
                </c:pt>
                <c:pt idx="1863">
                  <c:v>0.00735013781333</c:v>
                </c:pt>
                <c:pt idx="1864">
                  <c:v>0.007329359877</c:v>
                </c:pt>
                <c:pt idx="1865">
                  <c:v>0.00730866901116</c:v>
                </c:pt>
                <c:pt idx="1866">
                  <c:v>0.00728806475129</c:v>
                </c:pt>
                <c:pt idx="1867">
                  <c:v>0.00726754663658</c:v>
                </c:pt>
                <c:pt idx="1868">
                  <c:v>0.00724711420979</c:v>
                </c:pt>
                <c:pt idx="1869">
                  <c:v>0.00722676701722</c:v>
                </c:pt>
                <c:pt idx="1870">
                  <c:v>0.00720650460867</c:v>
                </c:pt>
                <c:pt idx="1871">
                  <c:v>0.00718632653734</c:v>
                </c:pt>
                <c:pt idx="1872">
                  <c:v>0.00716623235977</c:v>
                </c:pt>
                <c:pt idx="1873">
                  <c:v>0.0071462216358</c:v>
                </c:pt>
                <c:pt idx="1874">
                  <c:v>0.00712629392846</c:v>
                </c:pt>
                <c:pt idx="1875">
                  <c:v>0.00710644880397</c:v>
                </c:pt>
                <c:pt idx="1876">
                  <c:v>0.00708668583164</c:v>
                </c:pt>
                <c:pt idx="1877">
                  <c:v>0.0070670045838</c:v>
                </c:pt>
                <c:pt idx="1878">
                  <c:v>0.00704740463578</c:v>
                </c:pt>
                <c:pt idx="1879">
                  <c:v>0.00702788556582</c:v>
                </c:pt>
                <c:pt idx="1880">
                  <c:v>0.00700844695502</c:v>
                </c:pt>
                <c:pt idx="1881">
                  <c:v>0.0069890883873</c:v>
                </c:pt>
                <c:pt idx="1882">
                  <c:v>0.00696980944932</c:v>
                </c:pt>
                <c:pt idx="1883">
                  <c:v>0.00695060973045</c:v>
                </c:pt>
                <c:pt idx="1884">
                  <c:v>0.0069314888227</c:v>
                </c:pt>
                <c:pt idx="1885">
                  <c:v>0.00691244632069</c:v>
                </c:pt>
                <c:pt idx="1886">
                  <c:v>0.00689348182158</c:v>
                </c:pt>
                <c:pt idx="1887">
                  <c:v>0.00687459492504</c:v>
                </c:pt>
                <c:pt idx="1888">
                  <c:v>0.00685578523317</c:v>
                </c:pt>
                <c:pt idx="1889">
                  <c:v>0.00683705235053</c:v>
                </c:pt>
                <c:pt idx="1890">
                  <c:v>0.00681839588399</c:v>
                </c:pt>
                <c:pt idx="1891">
                  <c:v>0.0067998154428</c:v>
                </c:pt>
                <c:pt idx="1892">
                  <c:v>0.00678131063845</c:v>
                </c:pt>
                <c:pt idx="1893">
                  <c:v>0.00676288108469</c:v>
                </c:pt>
                <c:pt idx="1894">
                  <c:v>0.00674452639751</c:v>
                </c:pt>
                <c:pt idx="1895">
                  <c:v>0.00672624619502</c:v>
                </c:pt>
                <c:pt idx="1896">
                  <c:v>0.00670804009751</c:v>
                </c:pt>
                <c:pt idx="1897">
                  <c:v>0.00668990772734</c:v>
                </c:pt>
                <c:pt idx="1898">
                  <c:v>0.00667184870898</c:v>
                </c:pt>
                <c:pt idx="1899">
                  <c:v>0.0066538626689</c:v>
                </c:pt>
                <c:pt idx="1900">
                  <c:v>0.00663594923562</c:v>
                </c:pt>
                <c:pt idx="1901">
                  <c:v>0.00661810803962</c:v>
                </c:pt>
                <c:pt idx="1902">
                  <c:v>0.00660033871333</c:v>
                </c:pt>
                <c:pt idx="1903">
                  <c:v>0.00658264089113</c:v>
                </c:pt>
                <c:pt idx="1904">
                  <c:v>0.00656501420929</c:v>
                </c:pt>
                <c:pt idx="1905">
                  <c:v>0.00654745830598</c:v>
                </c:pt>
                <c:pt idx="1906">
                  <c:v>0.00652997282122</c:v>
                </c:pt>
                <c:pt idx="1907">
                  <c:v>0.00651255739685</c:v>
                </c:pt>
                <c:pt idx="1908">
                  <c:v>0.00649521167656</c:v>
                </c:pt>
                <c:pt idx="1909">
                  <c:v>0.00647793530582</c:v>
                </c:pt>
                <c:pt idx="1910">
                  <c:v>0.00646072793189</c:v>
                </c:pt>
                <c:pt idx="1911">
                  <c:v>0.00644358920379</c:v>
                </c:pt>
                <c:pt idx="1912">
                  <c:v>0.00642651877228</c:v>
                </c:pt>
                <c:pt idx="1913">
                  <c:v>0.00640951628987</c:v>
                </c:pt>
                <c:pt idx="1914">
                  <c:v>0.00639258141077</c:v>
                </c:pt>
                <c:pt idx="1915">
                  <c:v>0.00637571379092</c:v>
                </c:pt>
                <c:pt idx="1916">
                  <c:v>0.00635891308792</c:v>
                </c:pt>
                <c:pt idx="1917">
                  <c:v>0.00634217896109</c:v>
                </c:pt>
                <c:pt idx="1918">
                  <c:v>0.00632551107138</c:v>
                </c:pt>
                <c:pt idx="1919">
                  <c:v>0.00630890908143</c:v>
                </c:pt>
                <c:pt idx="1920">
                  <c:v>0.00629237265552</c:v>
                </c:pt>
                <c:pt idx="1921">
                  <c:v>0.00627590145958</c:v>
                </c:pt>
                <c:pt idx="1922">
                  <c:v>0.00625949516116</c:v>
                </c:pt>
                <c:pt idx="1923">
                  <c:v>0.00624315342946</c:v>
                </c:pt>
                <c:pt idx="1924">
                  <c:v>0.00622687593528</c:v>
                </c:pt>
                <c:pt idx="1925">
                  <c:v>0.00621066235104</c:v>
                </c:pt>
                <c:pt idx="1926">
                  <c:v>0.00619451235079</c:v>
                </c:pt>
                <c:pt idx="1927">
                  <c:v>0.00617842561016</c:v>
                </c:pt>
                <c:pt idx="1928">
                  <c:v>0.00616240180638</c:v>
                </c:pt>
                <c:pt idx="1929">
                  <c:v>0.0061464406183</c:v>
                </c:pt>
                <c:pt idx="1930">
                  <c:v>0.00613054172635</c:v>
                </c:pt>
                <c:pt idx="1931">
                  <c:v>0.00611470481255</c:v>
                </c:pt>
                <c:pt idx="1932">
                  <c:v>0.00609892956049</c:v>
                </c:pt>
                <c:pt idx="1933">
                  <c:v>0.00608321565537</c:v>
                </c:pt>
                <c:pt idx="1934">
                  <c:v>0.00606756278396</c:v>
                </c:pt>
                <c:pt idx="1935">
                  <c:v>0.00605197063462</c:v>
                </c:pt>
                <c:pt idx="1936">
                  <c:v>0.00603643889725</c:v>
                </c:pt>
                <c:pt idx="1937">
                  <c:v>0.00602096726338</c:v>
                </c:pt>
                <c:pt idx="1938">
                  <c:v>0.00600555542607</c:v>
                </c:pt>
                <c:pt idx="1939">
                  <c:v>0.00599020307997</c:v>
                </c:pt>
                <c:pt idx="1940">
                  <c:v>0.0059749099213</c:v>
                </c:pt>
                <c:pt idx="1941">
                  <c:v>0.00595967564784</c:v>
                </c:pt>
                <c:pt idx="1942">
                  <c:v>0.00594449995894</c:v>
                </c:pt>
                <c:pt idx="1943">
                  <c:v>0.00592938255552</c:v>
                </c:pt>
                <c:pt idx="1944">
                  <c:v>0.00591432314006</c:v>
                </c:pt>
                <c:pt idx="1945">
                  <c:v>0.00589932141659</c:v>
                </c:pt>
                <c:pt idx="1946">
                  <c:v>0.00588437709073</c:v>
                </c:pt>
                <c:pt idx="1947">
                  <c:v>0.00586948986961</c:v>
                </c:pt>
                <c:pt idx="1948">
                  <c:v>0.00585465946197</c:v>
                </c:pt>
                <c:pt idx="1949">
                  <c:v>0.00583988557807</c:v>
                </c:pt>
                <c:pt idx="1950">
                  <c:v>0.00582516792972</c:v>
                </c:pt>
                <c:pt idx="1951">
                  <c:v>0.0058105062303</c:v>
                </c:pt>
                <c:pt idx="1952">
                  <c:v>0.00579590019472</c:v>
                </c:pt>
                <c:pt idx="1953">
                  <c:v>0.00578134953945</c:v>
                </c:pt>
                <c:pt idx="1954">
                  <c:v>0.00576685398248</c:v>
                </c:pt>
                <c:pt idx="1955">
                  <c:v>0.00575241324337</c:v>
                </c:pt>
                <c:pt idx="1956">
                  <c:v>0.00573802704319</c:v>
                </c:pt>
                <c:pt idx="1957">
                  <c:v>0.00572369510455</c:v>
                </c:pt>
                <c:pt idx="1958">
                  <c:v>0.00570941715161</c:v>
                </c:pt>
                <c:pt idx="1959">
                  <c:v>0.00569519291004</c:v>
                </c:pt>
                <c:pt idx="1960">
                  <c:v>0.00568102210704</c:v>
                </c:pt>
                <c:pt idx="1961">
                  <c:v>0.00566690447132</c:v>
                </c:pt>
                <c:pt idx="1962">
                  <c:v>0.00565283973314</c:v>
                </c:pt>
                <c:pt idx="1963">
                  <c:v>0.00563882762425</c:v>
                </c:pt>
                <c:pt idx="1964">
                  <c:v>0.00562486787791</c:v>
                </c:pt>
                <c:pt idx="1965">
                  <c:v>0.00561096022891</c:v>
                </c:pt>
                <c:pt idx="1966">
                  <c:v>0.00559710441352</c:v>
                </c:pt>
                <c:pt idx="1967">
                  <c:v>0.00558330016952</c:v>
                </c:pt>
                <c:pt idx="1968">
                  <c:v>0.0055695472362</c:v>
                </c:pt>
                <c:pt idx="1969">
                  <c:v>0.00555584535433</c:v>
                </c:pt>
                <c:pt idx="1970">
                  <c:v>0.00554219426618</c:v>
                </c:pt>
                <c:pt idx="1971">
                  <c:v>0.00552859371549</c:v>
                </c:pt>
                <c:pt idx="1972">
                  <c:v>0.0055150434475</c:v>
                </c:pt>
                <c:pt idx="1973">
                  <c:v>0.00550154320892</c:v>
                </c:pt>
                <c:pt idx="1974">
                  <c:v>0.00548809274795</c:v>
                </c:pt>
                <c:pt idx="1975">
                  <c:v>0.00547469181425</c:v>
                </c:pt>
                <c:pt idx="1976">
                  <c:v>0.00546134015893</c:v>
                </c:pt>
                <c:pt idx="1977">
                  <c:v>0.00544803753462</c:v>
                </c:pt>
                <c:pt idx="1978">
                  <c:v>0.00543478369535</c:v>
                </c:pt>
                <c:pt idx="1979">
                  <c:v>0.00542157839666</c:v>
                </c:pt>
                <c:pt idx="1980">
                  <c:v>0.00540842139551</c:v>
                </c:pt>
                <c:pt idx="1981">
                  <c:v>0.00539531245034</c:v>
                </c:pt>
                <c:pt idx="1982">
                  <c:v>0.00538225132103</c:v>
                </c:pt>
                <c:pt idx="1983">
                  <c:v>0.0053692377689</c:v>
                </c:pt>
                <c:pt idx="1984">
                  <c:v>0.00535627155673</c:v>
                </c:pt>
                <c:pt idx="1985">
                  <c:v>0.00534335244873</c:v>
                </c:pt>
                <c:pt idx="1986">
                  <c:v>0.00533048021058</c:v>
                </c:pt>
                <c:pt idx="1987">
                  <c:v>0.00531765460936</c:v>
                </c:pt>
                <c:pt idx="1988">
                  <c:v>0.00530487541363</c:v>
                </c:pt>
                <c:pt idx="1989">
                  <c:v>0.00529214239334</c:v>
                </c:pt>
                <c:pt idx="1990">
                  <c:v>0.00527945531992</c:v>
                </c:pt>
                <c:pt idx="1991">
                  <c:v>0.00526681396621</c:v>
                </c:pt>
                <c:pt idx="1992">
                  <c:v>0.00525421810649</c:v>
                </c:pt>
                <c:pt idx="1993">
                  <c:v>0.00524166751646</c:v>
                </c:pt>
                <c:pt idx="1994">
                  <c:v>0.00522916197327</c:v>
                </c:pt>
                <c:pt idx="1995">
                  <c:v>0.0052167012555</c:v>
                </c:pt>
                <c:pt idx="1996">
                  <c:v>0.00520428514313</c:v>
                </c:pt>
                <c:pt idx="1997">
                  <c:v>0.00519191341761</c:v>
                </c:pt>
                <c:pt idx="1998">
                  <c:v>0.00517958586179</c:v>
                </c:pt>
                <c:pt idx="1999">
                  <c:v>0.00516730225997</c:v>
                </c:pt>
                <c:pt idx="2000">
                  <c:v>0.00515506239784</c:v>
                </c:pt>
              </c:numCache>
            </c:numRef>
          </c:yVal>
        </c:ser>
        <c:ser>
          <c:idx val="1"/>
          <c:order val="1"/>
          <c:tx>
            <c:v>spin</c:v>
          </c:tx>
          <c:spPr>
            <a:ln xmlns:a="http://schemas.openxmlformats.org/drawingml/2006/main" w="15240">
              <a:solidFill>
                <a:srgbClr val="234F91"/>
              </a:solidFill>
              <a:prstDash val="dash"/>
            </a:ln>
          </c:spPr>
          <c:marker>
            <c:symbol val="none"/>
            <c:size val="5"/>
            <c:spPr>
              <a:solidFill xmlns:a="http://schemas.openxmlformats.org/drawingml/2006/main">
                <a:srgbClr val="234F91"/>
              </a:solidFill>
            </c:spPr>
          </c:marker>
          <c:xVal>
            <c:numRef>
              <c:f>'Chart Data'!$C$2:$C$2002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Data'!$D$2:$D$2002</c:f>
              <c:numCache>
                <c:formatCode>0.0</c:formatCode>
                <c:ptCount val="2001"/>
                <c:pt idx="0">
                  <c:v>0.0647792389053</c:v>
                </c:pt>
                <c:pt idx="1">
                  <c:v>0.065161640255</c:v>
                </c:pt>
                <c:pt idx="2">
                  <c:v>0.0655473793766</c:v>
                </c:pt>
                <c:pt idx="3">
                  <c:v>0.0659364939073</c:v>
                </c:pt>
                <c:pt idx="4">
                  <c:v>0.0663290219864</c:v>
                </c:pt>
                <c:pt idx="5">
                  <c:v>0.0667250022621</c:v>
                </c:pt>
                <c:pt idx="6">
                  <c:v>0.0671244738991</c:v>
                </c:pt>
                <c:pt idx="7">
                  <c:v>0.0675274765861</c:v>
                </c:pt>
                <c:pt idx="8">
                  <c:v>0.0679340505431</c:v>
                </c:pt>
                <c:pt idx="9">
                  <c:v>0.0683442365296</c:v>
                </c:pt>
                <c:pt idx="10">
                  <c:v>0.0687580758517</c:v>
                </c:pt>
                <c:pt idx="11">
                  <c:v>0.0691756103705</c:v>
                </c:pt>
                <c:pt idx="12">
                  <c:v>0.0695968825099</c:v>
                </c:pt>
                <c:pt idx="13">
                  <c:v>0.0700219352646</c:v>
                </c:pt>
                <c:pt idx="14">
                  <c:v>0.0704508122086</c:v>
                </c:pt>
                <c:pt idx="15">
                  <c:v>0.070883557503</c:v>
                </c:pt>
                <c:pt idx="16">
                  <c:v>0.0713202159048</c:v>
                </c:pt>
                <c:pt idx="17">
                  <c:v>0.0717608327753</c:v>
                </c:pt>
                <c:pt idx="18">
                  <c:v>0.0722054540886</c:v>
                </c:pt>
                <c:pt idx="19">
                  <c:v>0.0726541264404</c:v>
                </c:pt>
                <c:pt idx="20">
                  <c:v>0.073106897057</c:v>
                </c:pt>
                <c:pt idx="21">
                  <c:v>0.0735638138039</c:v>
                </c:pt>
                <c:pt idx="22">
                  <c:v>0.0740249251948</c:v>
                </c:pt>
                <c:pt idx="23">
                  <c:v>0.0744902804013</c:v>
                </c:pt>
                <c:pt idx="24">
                  <c:v>0.0749599292614</c:v>
                </c:pt>
                <c:pt idx="25">
                  <c:v>0.0754339222895</c:v>
                </c:pt>
                <c:pt idx="26">
                  <c:v>0.0759123106851</c:v>
                </c:pt>
                <c:pt idx="27">
                  <c:v>0.0763951463432</c:v>
                </c:pt>
                <c:pt idx="28">
                  <c:v>0.0768824818634</c:v>
                </c:pt>
                <c:pt idx="29">
                  <c:v>0.0773743705597</c:v>
                </c:pt>
                <c:pt idx="30">
                  <c:v>0.0778708664704</c:v>
                </c:pt>
                <c:pt idx="31">
                  <c:v>0.0783720243682</c:v>
                </c:pt>
                <c:pt idx="32">
                  <c:v>0.0788778997701</c:v>
                </c:pt>
                <c:pt idx="33">
                  <c:v>0.0793885489475</c:v>
                </c:pt>
                <c:pt idx="34">
                  <c:v>0.0799040289365</c:v>
                </c:pt>
                <c:pt idx="35">
                  <c:v>0.0804243975482</c:v>
                </c:pt>
                <c:pt idx="36">
                  <c:v>0.0809497133791</c:v>
                </c:pt>
                <c:pt idx="37">
                  <c:v>0.0814800358216</c:v>
                </c:pt>
                <c:pt idx="38">
                  <c:v>0.0820154250746</c:v>
                </c:pt>
                <c:pt idx="39">
                  <c:v>0.0825559421542</c:v>
                </c:pt>
                <c:pt idx="40">
                  <c:v>0.0831016489043</c:v>
                </c:pt>
                <c:pt idx="41">
                  <c:v>0.0836526080075</c:v>
                </c:pt>
                <c:pt idx="42">
                  <c:v>0.0842088829959</c:v>
                </c:pt>
                <c:pt idx="43">
                  <c:v>0.0847705382623</c:v>
                </c:pt>
                <c:pt idx="44">
                  <c:v>0.0853376390709</c:v>
                </c:pt>
                <c:pt idx="45">
                  <c:v>0.0859102515683</c:v>
                </c:pt>
                <c:pt idx="46">
                  <c:v>0.0864884427951</c:v>
                </c:pt>
                <c:pt idx="47">
                  <c:v>0.0870722806966</c:v>
                </c:pt>
                <c:pt idx="48">
                  <c:v>0.0876618341342</c:v>
                </c:pt>
                <c:pt idx="49">
                  <c:v>0.0882571728965</c:v>
                </c:pt>
                <c:pt idx="50">
                  <c:v>0.0888583677107</c:v>
                </c:pt>
                <c:pt idx="51">
                  <c:v>0.089465490254</c:v>
                </c:pt>
                <c:pt idx="52">
                  <c:v>0.0900786131643</c:v>
                </c:pt>
                <c:pt idx="53">
                  <c:v>0.0906978100525</c:v>
                </c:pt>
                <c:pt idx="54">
                  <c:v>0.0913231555129</c:v>
                </c:pt>
                <c:pt idx="55">
                  <c:v>0.0919547251348</c:v>
                </c:pt>
                <c:pt idx="56">
                  <c:v>0.0925925955141</c:v>
                </c:pt>
                <c:pt idx="57">
                  <c:v>0.0932368442638</c:v>
                </c:pt>
                <c:pt idx="58">
                  <c:v>0.0938875500261</c:v>
                </c:pt>
                <c:pt idx="59">
                  <c:v>0.0945447924828</c:v>
                </c:pt>
                <c:pt idx="60">
                  <c:v>0.0952086523666</c:v>
                </c:pt>
                <c:pt idx="61">
                  <c:v>0.0958792114724</c:v>
                </c:pt>
                <c:pt idx="62">
                  <c:v>0.0965565526678</c:v>
                </c:pt>
                <c:pt idx="63">
                  <c:v>0.0972407599041</c:v>
                </c:pt>
                <c:pt idx="64">
                  <c:v>0.097931918227</c:v>
                </c:pt>
                <c:pt idx="65">
                  <c:v>0.098630113787</c:v>
                </c:pt>
                <c:pt idx="66">
                  <c:v>0.0993354338502</c:v>
                </c:pt>
                <c:pt idx="67">
                  <c:v>0.100047966808</c:v>
                </c:pt>
                <c:pt idx="68">
                  <c:v>0.100767802187</c:v>
                </c:pt>
                <c:pt idx="69">
                  <c:v>0.10149503066</c:v>
                </c:pt>
                <c:pt idx="70">
                  <c:v>0.102229744055</c:v>
                </c:pt>
                <c:pt idx="71">
                  <c:v>0.102972035363</c:v>
                </c:pt>
                <c:pt idx="72">
                  <c:v>0.10372199875</c:v>
                </c:pt>
                <c:pt idx="73">
                  <c:v>0.104479729564</c:v>
                </c:pt>
                <c:pt idx="74">
                  <c:v>0.105245324342</c:v>
                </c:pt>
                <c:pt idx="75">
                  <c:v>0.106018880824</c:v>
                </c:pt>
                <c:pt idx="76">
                  <c:v>0.106800497952</c:v>
                </c:pt>
                <c:pt idx="77">
                  <c:v>0.107590275885</c:v>
                </c:pt>
                <c:pt idx="78">
                  <c:v>0.108388316003</c:v>
                </c:pt>
                <c:pt idx="79">
                  <c:v>0.109194720912</c:v>
                </c:pt>
                <c:pt idx="80">
                  <c:v>0.110009594454</c:v>
                </c:pt>
                <c:pt idx="81">
                  <c:v>0.110833041707</c:v>
                </c:pt>
                <c:pt idx="82">
                  <c:v>0.111665168995</c:v>
                </c:pt>
                <c:pt idx="83">
                  <c:v>0.11250608389</c:v>
                </c:pt>
                <c:pt idx="84">
                  <c:v>0.113355895216</c:v>
                </c:pt>
                <c:pt idx="85">
                  <c:v>0.114214713051</c:v>
                </c:pt>
                <c:pt idx="86">
                  <c:v>0.115082648733</c:v>
                </c:pt>
                <c:pt idx="87">
                  <c:v>0.115959814857</c:v>
                </c:pt>
                <c:pt idx="88">
                  <c:v>0.116846325276</c:v>
                </c:pt>
                <c:pt idx="89">
                  <c:v>0.117742295106</c:v>
                </c:pt>
                <c:pt idx="90">
                  <c:v>0.118647840721</c:v>
                </c:pt>
                <c:pt idx="91">
                  <c:v>0.119563079748</c:v>
                </c:pt>
                <c:pt idx="92">
                  <c:v>0.120488131073</c:v>
                </c:pt>
                <c:pt idx="93">
                  <c:v>0.121423114828</c:v>
                </c:pt>
                <c:pt idx="94">
                  <c:v>0.12236815239</c:v>
                </c:pt>
                <c:pt idx="95">
                  <c:v>0.123323366376</c:v>
                </c:pt>
                <c:pt idx="96">
                  <c:v>0.124288880632</c:v>
                </c:pt>
                <c:pt idx="97">
                  <c:v>0.125264820227</c:v>
                </c:pt>
                <c:pt idx="98">
                  <c:v>0.126251311442</c:v>
                </c:pt>
                <c:pt idx="99">
                  <c:v>0.127248481756</c:v>
                </c:pt>
                <c:pt idx="100">
                  <c:v>0.128256459838</c:v>
                </c:pt>
                <c:pt idx="101">
                  <c:v>0.129275375527</c:v>
                </c:pt>
                <c:pt idx="102">
                  <c:v>0.130305359819</c:v>
                </c:pt>
                <c:pt idx="103">
                  <c:v>0.131346544847</c:v>
                </c:pt>
                <c:pt idx="104">
                  <c:v>0.132399063864</c:v>
                </c:pt>
                <c:pt idx="105">
                  <c:v>0.133463051217</c:v>
                </c:pt>
                <c:pt idx="106">
                  <c:v>0.134538642327</c:v>
                </c:pt>
                <c:pt idx="107">
                  <c:v>0.13562597366</c:v>
                </c:pt>
                <c:pt idx="108">
                  <c:v>0.136725182702</c:v>
                </c:pt>
                <c:pt idx="109">
                  <c:v>0.137836407927</c:v>
                </c:pt>
                <c:pt idx="110">
                  <c:v>0.138959788766</c:v>
                </c:pt>
                <c:pt idx="111">
                  <c:v>0.140095465569</c:v>
                </c:pt>
                <c:pt idx="112">
                  <c:v>0.141243579572</c:v>
                </c:pt>
                <c:pt idx="113">
                  <c:v>0.142404272851</c:v>
                </c:pt>
                <c:pt idx="114">
                  <c:v>0.143577688286</c:v>
                </c:pt>
                <c:pt idx="115">
                  <c:v>0.144763969509</c:v>
                </c:pt>
                <c:pt idx="116">
                  <c:v>0.145963260859</c:v>
                </c:pt>
                <c:pt idx="117">
                  <c:v>0.147175707329</c:v>
                </c:pt>
                <c:pt idx="118">
                  <c:v>0.148401454512</c:v>
                </c:pt>
                <c:pt idx="119">
                  <c:v>0.149640648542</c:v>
                </c:pt>
                <c:pt idx="120">
                  <c:v>0.150893436032</c:v>
                </c:pt>
                <c:pt idx="121">
                  <c:v>0.15215996401</c:v>
                </c:pt>
                <c:pt idx="122">
                  <c:v>0.153440379851</c:v>
                </c:pt>
                <c:pt idx="123">
                  <c:v>0.154734831201</c:v>
                </c:pt>
                <c:pt idx="124">
                  <c:v>0.156043465905</c:v>
                </c:pt>
                <c:pt idx="125">
                  <c:v>0.157366431924</c:v>
                </c:pt>
                <c:pt idx="126">
                  <c:v>0.158703877253</c:v>
                </c:pt>
                <c:pt idx="127">
                  <c:v>0.160055949828</c:v>
                </c:pt>
                <c:pt idx="128">
                  <c:v>0.16142279744</c:v>
                </c:pt>
                <c:pt idx="129">
                  <c:v>0.16280456763</c:v>
                </c:pt>
                <c:pt idx="130">
                  <c:v>0.164201407594</c:v>
                </c:pt>
                <c:pt idx="131">
                  <c:v>0.165613464072</c:v>
                </c:pt>
                <c:pt idx="132">
                  <c:v>0.167040883239</c:v>
                </c:pt>
                <c:pt idx="133">
                  <c:v>0.168483810589</c:v>
                </c:pt>
                <c:pt idx="134">
                  <c:v>0.16994239081</c:v>
                </c:pt>
                <c:pt idx="135">
                  <c:v>0.171416767665</c:v>
                </c:pt>
                <c:pt idx="136">
                  <c:v>0.172907083855</c:v>
                </c:pt>
                <c:pt idx="137">
                  <c:v>0.174413480884</c:v>
                </c:pt>
                <c:pt idx="138">
                  <c:v>0.175936098919</c:v>
                </c:pt>
                <c:pt idx="139">
                  <c:v>0.177475076641</c:v>
                </c:pt>
                <c:pt idx="140">
                  <c:v>0.179030551094</c:v>
                </c:pt>
                <c:pt idx="141">
                  <c:v>0.180602657522</c:v>
                </c:pt>
                <c:pt idx="142">
                  <c:v>0.182191529215</c:v>
                </c:pt>
                <c:pt idx="143">
                  <c:v>0.183797297329</c:v>
                </c:pt>
                <c:pt idx="144">
                  <c:v>0.18542009072</c:v>
                </c:pt>
                <c:pt idx="145">
                  <c:v>0.187060035758</c:v>
                </c:pt>
                <c:pt idx="146">
                  <c:v>0.188717256142</c:v>
                </c:pt>
                <c:pt idx="147">
                  <c:v>0.190391872713</c:v>
                </c:pt>
                <c:pt idx="148">
                  <c:v>0.192084003248</c:v>
                </c:pt>
                <c:pt idx="149">
                  <c:v>0.193793762265</c:v>
                </c:pt>
                <c:pt idx="150">
                  <c:v>0.195521260814</c:v>
                </c:pt>
                <c:pt idx="151">
                  <c:v>0.197266606257</c:v>
                </c:pt>
                <c:pt idx="152">
                  <c:v>0.199029902057</c:v>
                </c:pt>
                <c:pt idx="153">
                  <c:v>0.200811247549</c:v>
                </c:pt>
                <c:pt idx="154">
                  <c:v>0.202610737713</c:v>
                </c:pt>
                <c:pt idx="155">
                  <c:v>0.204428462938</c:v>
                </c:pt>
                <c:pt idx="156">
                  <c:v>0.206264508785</c:v>
                </c:pt>
                <c:pt idx="157">
                  <c:v>0.208118955743</c:v>
                </c:pt>
                <c:pt idx="158">
                  <c:v>0.209991878981</c:v>
                </c:pt>
                <c:pt idx="159">
                  <c:v>0.211883348099</c:v>
                </c:pt>
                <c:pt idx="160">
                  <c:v>0.213793426865</c:v>
                </c:pt>
                <c:pt idx="161">
                  <c:v>0.215722172967</c:v>
                </c:pt>
                <c:pt idx="162">
                  <c:v>0.217669637741</c:v>
                </c:pt>
                <c:pt idx="163">
                  <c:v>0.21963586591</c:v>
                </c:pt>
                <c:pt idx="164">
                  <c:v>0.221620895318</c:v>
                </c:pt>
                <c:pt idx="165">
                  <c:v>0.223624756657</c:v>
                </c:pt>
                <c:pt idx="166">
                  <c:v>0.225647473198</c:v>
                </c:pt>
                <c:pt idx="167">
                  <c:v>0.227689060519</c:v>
                </c:pt>
                <c:pt idx="168">
                  <c:v>0.229749526229</c:v>
                </c:pt>
                <c:pt idx="169">
                  <c:v>0.231828869696</c:v>
                </c:pt>
                <c:pt idx="170">
                  <c:v>0.233927081776</c:v>
                </c:pt>
                <c:pt idx="171">
                  <c:v>0.236044144537</c:v>
                </c:pt>
                <c:pt idx="172">
                  <c:v>0.238180030992</c:v>
                </c:pt>
                <c:pt idx="173">
                  <c:v>0.240334704826</c:v>
                </c:pt>
                <c:pt idx="174">
                  <c:v>0.242508120132</c:v>
                </c:pt>
                <c:pt idx="175">
                  <c:v>0.244700221148</c:v>
                </c:pt>
                <c:pt idx="176">
                  <c:v>0.246910941999</c:v>
                </c:pt>
                <c:pt idx="177">
                  <c:v>0.24914020644</c:v>
                </c:pt>
                <c:pt idx="178">
                  <c:v>0.251387927607</c:v>
                </c:pt>
                <c:pt idx="179">
                  <c:v>0.253654007777</c:v>
                </c:pt>
                <c:pt idx="180">
                  <c:v>0.255938338126</c:v>
                </c:pt>
                <c:pt idx="181">
                  <c:v>0.258240798506</c:v>
                </c:pt>
                <c:pt idx="182">
                  <c:v>0.260561257217</c:v>
                </c:pt>
                <c:pt idx="183">
                  <c:v>0.262899570802</c:v>
                </c:pt>
                <c:pt idx="184">
                  <c:v>0.265255583837</c:v>
                </c:pt>
                <c:pt idx="185">
                  <c:v>0.267629128744</c:v>
                </c:pt>
                <c:pt idx="186">
                  <c:v>0.270020025607</c:v>
                </c:pt>
                <c:pt idx="187">
                  <c:v>0.272428082002</c:v>
                </c:pt>
                <c:pt idx="188">
                  <c:v>0.27485309284</c:v>
                </c:pt>
                <c:pt idx="189">
                  <c:v>0.277294840221</c:v>
                </c:pt>
                <c:pt idx="190">
                  <c:v>0.279753093308</c:v>
                </c:pt>
                <c:pt idx="191">
                  <c:v>0.282227608203</c:v>
                </c:pt>
                <c:pt idx="192">
                  <c:v>0.284718127852</c:v>
                </c:pt>
                <c:pt idx="193">
                  <c:v>0.287224381958</c:v>
                </c:pt>
                <c:pt idx="194">
                  <c:v>0.289746086905</c:v>
                </c:pt>
                <c:pt idx="195">
                  <c:v>0.292282945714</c:v>
                </c:pt>
                <c:pt idx="196">
                  <c:v>0.294834648</c:v>
                </c:pt>
                <c:pt idx="197">
                  <c:v>0.297400869955</c:v>
                </c:pt>
                <c:pt idx="198">
                  <c:v>0.29998127435</c:v>
                </c:pt>
                <c:pt idx="199">
                  <c:v>0.302575510547</c:v>
                </c:pt>
                <c:pt idx="200">
                  <c:v>0.30518321454</c:v>
                </c:pt>
                <c:pt idx="201">
                  <c:v>0.307804009009</c:v>
                </c:pt>
                <c:pt idx="202">
                  <c:v>0.310437503393</c:v>
                </c:pt>
                <c:pt idx="203">
                  <c:v>0.313083293984</c:v>
                </c:pt>
                <c:pt idx="204">
                  <c:v>0.315740964039</c:v>
                </c:pt>
                <c:pt idx="205">
                  <c:v>0.318410083913</c:v>
                </c:pt>
                <c:pt idx="206">
                  <c:v>0.321090211213</c:v>
                </c:pt>
                <c:pt idx="207">
                  <c:v>0.323780890963</c:v>
                </c:pt>
                <c:pt idx="208">
                  <c:v>0.326481655803</c:v>
                </c:pt>
                <c:pt idx="209">
                  <c:v>0.329192026189</c:v>
                </c:pt>
                <c:pt idx="210">
                  <c:v>0.331911510633</c:v>
                </c:pt>
                <c:pt idx="211">
                  <c:v>0.334639605939</c:v>
                </c:pt>
                <c:pt idx="212">
                  <c:v>0.337375797477</c:v>
                </c:pt>
                <c:pt idx="213">
                  <c:v>0.340119559466</c:v>
                </c:pt>
                <c:pt idx="214">
                  <c:v>0.342870355273</c:v>
                </c:pt>
                <c:pt idx="215">
                  <c:v>0.345627637733</c:v>
                </c:pt>
                <c:pt idx="216">
                  <c:v>0.348390849489</c:v>
                </c:pt>
                <c:pt idx="217">
                  <c:v>0.351159423338</c:v>
                </c:pt>
                <c:pt idx="218">
                  <c:v>0.353932782605</c:v>
                </c:pt>
                <c:pt idx="219">
                  <c:v>0.356710341521</c:v>
                </c:pt>
                <c:pt idx="220">
                  <c:v>0.359491505626</c:v>
                </c:pt>
                <c:pt idx="221">
                  <c:v>0.362275672175</c:v>
                </c:pt>
                <c:pt idx="222">
                  <c:v>0.365062230567</c:v>
                </c:pt>
                <c:pt idx="223">
                  <c:v>0.367850562776</c:v>
                </c:pt>
                <c:pt idx="224">
                  <c:v>0.370640043808</c:v>
                </c:pt>
                <c:pt idx="225">
                  <c:v>0.373430042149</c:v>
                </c:pt>
                <c:pt idx="226">
                  <c:v>0.376219920243</c:v>
                </c:pt>
                <c:pt idx="227">
                  <c:v>0.379009034964</c:v>
                </c:pt>
                <c:pt idx="228">
                  <c:v>0.381796738104</c:v>
                </c:pt>
                <c:pt idx="229">
                  <c:v>0.384582376862</c:v>
                </c:pt>
                <c:pt idx="230">
                  <c:v>0.38736529435</c:v>
                </c:pt>
                <c:pt idx="231">
                  <c:v>0.390144830089</c:v>
                </c:pt>
                <c:pt idx="232">
                  <c:v>0.392920320522</c:v>
                </c:pt>
                <c:pt idx="233">
                  <c:v>0.395691099525</c:v>
                </c:pt>
                <c:pt idx="234">
                  <c:v>0.398456498917</c:v>
                </c:pt>
                <c:pt idx="235">
                  <c:v>0.401215848981</c:v>
                </c:pt>
                <c:pt idx="236">
                  <c:v>0.403968478973</c:v>
                </c:pt>
                <c:pt idx="237">
                  <c:v>0.406713717639</c:v>
                </c:pt>
                <c:pt idx="238">
                  <c:v>0.409450893728</c:v>
                </c:pt>
                <c:pt idx="239">
                  <c:v>0.412179336497</c:v>
                </c:pt>
                <c:pt idx="240">
                  <c:v>0.414898376224</c:v>
                </c:pt>
                <c:pt idx="241">
                  <c:v>0.417607344699</c:v>
                </c:pt>
                <c:pt idx="242">
                  <c:v>0.420305575726</c:v>
                </c:pt>
                <c:pt idx="243">
                  <c:v>0.422992405605</c:v>
                </c:pt>
                <c:pt idx="244">
                  <c:v>0.425667173616</c:v>
                </c:pt>
                <c:pt idx="245">
                  <c:v>0.428329222485</c:v>
                </c:pt>
                <c:pt idx="246">
                  <c:v>0.430977898849</c:v>
                </c:pt>
                <c:pt idx="247">
                  <c:v>0.4336125537</c:v>
                </c:pt>
                <c:pt idx="248">
                  <c:v>0.43623254283</c:v>
                </c:pt>
                <c:pt idx="249">
                  <c:v>0.438837227249</c:v>
                </c:pt>
                <c:pt idx="250">
                  <c:v>0.441425973603</c:v>
                </c:pt>
                <c:pt idx="251">
                  <c:v>0.44399815457</c:v>
                </c:pt>
                <c:pt idx="252">
                  <c:v>0.446553149242</c:v>
                </c:pt>
                <c:pt idx="253">
                  <c:v>0.449090343492</c:v>
                </c:pt>
                <c:pt idx="254">
                  <c:v>0.451609130329</c:v>
                </c:pt>
                <c:pt idx="255">
                  <c:v>0.454108910226</c:v>
                </c:pt>
                <c:pt idx="256">
                  <c:v>0.456589091443</c:v>
                </c:pt>
                <c:pt idx="257">
                  <c:v>0.459049090322</c:v>
                </c:pt>
                <c:pt idx="258">
                  <c:v>0.461488331571</c:v>
                </c:pt>
                <c:pt idx="259">
                  <c:v>0.463906248524</c:v>
                </c:pt>
                <c:pt idx="260">
                  <c:v>0.466302283383</c:v>
                </c:pt>
                <c:pt idx="261">
                  <c:v>0.468675887445</c:v>
                </c:pt>
                <c:pt idx="262">
                  <c:v>0.471026521307</c:v>
                </c:pt>
                <c:pt idx="263">
                  <c:v>0.473353655047</c:v>
                </c:pt>
                <c:pt idx="264">
                  <c:v>0.475656768395</c:v>
                </c:pt>
                <c:pt idx="265">
                  <c:v>0.477935350876</c:v>
                </c:pt>
                <c:pt idx="266">
                  <c:v>0.480188901938</c:v>
                </c:pt>
                <c:pt idx="267">
                  <c:v>0.482416931061</c:v>
                </c:pt>
                <c:pt idx="268">
                  <c:v>0.484618957844</c:v>
                </c:pt>
                <c:pt idx="269">
                  <c:v>0.486794512077</c:v>
                </c:pt>
                <c:pt idx="270">
                  <c:v>0.488943133791</c:v>
                </c:pt>
                <c:pt idx="271">
                  <c:v>0.491064373295</c:v>
                </c:pt>
                <c:pt idx="272">
                  <c:v>0.493157791188</c:v>
                </c:pt>
                <c:pt idx="273">
                  <c:v>0.495222958364</c:v>
                </c:pt>
                <c:pt idx="274">
                  <c:v>0.497259455992</c:v>
                </c:pt>
                <c:pt idx="275">
                  <c:v>0.499266875483</c:v>
                </c:pt>
                <c:pt idx="276">
                  <c:v>0.501244818446</c:v>
                </c:pt>
                <c:pt idx="277">
                  <c:v>0.503192896621</c:v>
                </c:pt>
                <c:pt idx="278">
                  <c:v>0.505110731807</c:v>
                </c:pt>
                <c:pt idx="279">
                  <c:v>0.506997955774</c:v>
                </c:pt>
                <c:pt idx="280">
                  <c:v>0.508854210157</c:v>
                </c:pt>
                <c:pt idx="281">
                  <c:v>0.510679146351</c:v>
                </c:pt>
                <c:pt idx="282">
                  <c:v>0.512472425382</c:v>
                </c:pt>
                <c:pt idx="283">
                  <c:v>0.514233717783</c:v>
                </c:pt>
                <c:pt idx="284">
                  <c:v>0.515962703442</c:v>
                </c:pt>
                <c:pt idx="285">
                  <c:v>0.517659071465</c:v>
                </c:pt>
                <c:pt idx="286">
                  <c:v>0.519322520011</c:v>
                </c:pt>
                <c:pt idx="287">
                  <c:v>0.520952756138</c:v>
                </c:pt>
                <c:pt idx="288">
                  <c:v>0.52254949563</c:v>
                </c:pt>
                <c:pt idx="289">
                  <c:v>0.524112462829</c:v>
                </c:pt>
                <c:pt idx="290">
                  <c:v>0.52564139046</c:v>
                </c:pt>
                <c:pt idx="291">
                  <c:v>0.527136019455</c:v>
                </c:pt>
                <c:pt idx="292">
                  <c:v>0.528596098772</c:v>
                </c:pt>
                <c:pt idx="293">
                  <c:v>0.530021385218</c:v>
                </c:pt>
                <c:pt idx="294">
                  <c:v>0.531411643265</c:v>
                </c:pt>
                <c:pt idx="295">
                  <c:v>0.53276664488</c:v>
                </c:pt>
                <c:pt idx="296">
                  <c:v>0.534086169338</c:v>
                </c:pt>
                <c:pt idx="297">
                  <c:v>0.535370003054</c:v>
                </c:pt>
                <c:pt idx="298">
                  <c:v>0.536617939409</c:v>
                </c:pt>
                <c:pt idx="299">
                  <c:v>0.537829778584</c:v>
                </c:pt>
                <c:pt idx="300">
                  <c:v>0.539005327395</c:v>
                </c:pt>
                <c:pt idx="301">
                  <c:v>0.540144399135</c:v>
                </c:pt>
                <c:pt idx="302">
                  <c:v>0.541246813426</c:v>
                </c:pt>
                <c:pt idx="303">
                  <c:v>0.542312396066</c:v>
                </c:pt>
                <c:pt idx="304">
                  <c:v>0.543340978898</c:v>
                </c:pt>
                <c:pt idx="305">
                  <c:v>0.544332399675</c:v>
                </c:pt>
                <c:pt idx="306">
                  <c:v>0.545286501938</c:v>
                </c:pt>
                <c:pt idx="307">
                  <c:v>0.546203134901</c:v>
                </c:pt>
                <c:pt idx="308">
                  <c:v>0.547082153346</c:v>
                </c:pt>
                <c:pt idx="309">
                  <c:v>0.547923417527</c:v>
                </c:pt>
                <c:pt idx="310">
                  <c:v>0.548726793083</c:v>
                </c:pt>
                <c:pt idx="311">
                  <c:v>0.549492150966</c:v>
                </c:pt>
                <c:pt idx="312">
                  <c:v>0.550219367366</c:v>
                </c:pt>
                <c:pt idx="313">
                  <c:v>0.550908323667</c:v>
                </c:pt>
                <c:pt idx="314">
                  <c:v>0.551558906393</c:v>
                </c:pt>
                <c:pt idx="315">
                  <c:v>0.552171007183</c:v>
                </c:pt>
                <c:pt idx="316">
                  <c:v>0.552744522762</c:v>
                </c:pt>
                <c:pt idx="317">
                  <c:v>0.553279354938</c:v>
                </c:pt>
                <c:pt idx="318">
                  <c:v>0.553775410595</c:v>
                </c:pt>
                <c:pt idx="319">
                  <c:v>0.554232601713</c:v>
                </c:pt>
                <c:pt idx="320">
                  <c:v>0.554650845387</c:v>
                </c:pt>
                <c:pt idx="321">
                  <c:v>0.555030063868</c:v>
                </c:pt>
                <c:pt idx="322">
                  <c:v>0.555370184602</c:v>
                </c:pt>
                <c:pt idx="323">
                  <c:v>0.555671140301</c:v>
                </c:pt>
                <c:pt idx="324">
                  <c:v>0.555932869</c:v>
                </c:pt>
                <c:pt idx="325">
                  <c:v>0.556155314149</c:v>
                </c:pt>
                <c:pt idx="326">
                  <c:v>0.5563384247</c:v>
                </c:pt>
                <c:pt idx="327">
                  <c:v>0.556482155211</c:v>
                </c:pt>
                <c:pt idx="328">
                  <c:v>0.556586465961</c:v>
                </c:pt>
                <c:pt idx="329">
                  <c:v>0.556651323074</c:v>
                </c:pt>
                <c:pt idx="330">
                  <c:v>0.556676698651</c:v>
                </c:pt>
                <c:pt idx="331">
                  <c:v>0.556662570916</c:v>
                </c:pt>
                <c:pt idx="332">
                  <c:v>0.556608924367</c:v>
                </c:pt>
                <c:pt idx="333">
                  <c:v>0.55651574994</c:v>
                </c:pt>
                <c:pt idx="334">
                  <c:v>0.556383045174</c:v>
                </c:pt>
                <c:pt idx="335">
                  <c:v>0.556210814397</c:v>
                </c:pt>
                <c:pt idx="336">
                  <c:v>0.555999068901</c:v>
                </c:pt>
                <c:pt idx="337">
                  <c:v>0.555747827141</c:v>
                </c:pt>
                <c:pt idx="338">
                  <c:v>0.555457114931</c:v>
                </c:pt>
                <c:pt idx="339">
                  <c:v>0.555126965645</c:v>
                </c:pt>
                <c:pt idx="340">
                  <c:v>0.554757420429</c:v>
                </c:pt>
                <c:pt idx="341">
                  <c:v>0.554348528411</c:v>
                </c:pt>
                <c:pt idx="342">
                  <c:v>0.553900346918</c:v>
                </c:pt>
                <c:pt idx="343">
                  <c:v>0.553412941693</c:v>
                </c:pt>
                <c:pt idx="344">
                  <c:v>0.552886387121</c:v>
                </c:pt>
                <c:pt idx="345">
                  <c:v>0.552320766443</c:v>
                </c:pt>
                <c:pt idx="346">
                  <c:v>0.551716171986</c:v>
                </c:pt>
                <c:pt idx="347">
                  <c:v>0.551072705382</c:v>
                </c:pt>
                <c:pt idx="348">
                  <c:v>0.550390477789</c:v>
                </c:pt>
                <c:pt idx="349">
                  <c:v>0.54966961011</c:v>
                </c:pt>
                <c:pt idx="350">
                  <c:v>0.548910233211</c:v>
                </c:pt>
                <c:pt idx="351">
                  <c:v>0.548112488133</c:v>
                </c:pt>
                <c:pt idx="352">
                  <c:v>0.547276526299</c:v>
                </c:pt>
                <c:pt idx="353">
                  <c:v>0.546402509719</c:v>
                </c:pt>
                <c:pt idx="354">
                  <c:v>0.545490611184</c:v>
                </c:pt>
                <c:pt idx="355">
                  <c:v>0.544541014459</c:v>
                </c:pt>
                <c:pt idx="356">
                  <c:v>0.543553914461</c:v>
                </c:pt>
                <c:pt idx="357">
                  <c:v>0.542529517437</c:v>
                </c:pt>
                <c:pt idx="358">
                  <c:v>0.541468041124</c:v>
                </c:pt>
                <c:pt idx="359">
                  <c:v>0.540369714902</c:v>
                </c:pt>
                <c:pt idx="360">
                  <c:v>0.539234779941</c:v>
                </c:pt>
                <c:pt idx="361">
                  <c:v>0.538063489327</c:v>
                </c:pt>
                <c:pt idx="362">
                  <c:v>0.536856108185</c:v>
                </c:pt>
                <c:pt idx="363">
                  <c:v>0.535612913779</c:v>
                </c:pt>
                <c:pt idx="364">
                  <c:v>0.534334195611</c:v>
                </c:pt>
                <c:pt idx="365">
                  <c:v>0.533020255493</c:v>
                </c:pt>
                <c:pt idx="366">
                  <c:v>0.531671407612</c:v>
                </c:pt>
                <c:pt idx="367">
                  <c:v>0.530287978578</c:v>
                </c:pt>
                <c:pt idx="368">
                  <c:v>0.528870307456</c:v>
                </c:pt>
                <c:pt idx="369">
                  <c:v>0.527418745781</c:v>
                </c:pt>
                <c:pt idx="370">
                  <c:v>0.52593365756</c:v>
                </c:pt>
                <c:pt idx="371">
                  <c:v>0.524415419253</c:v>
                </c:pt>
                <c:pt idx="372">
                  <c:v>0.522864419738</c:v>
                </c:pt>
                <c:pt idx="373">
                  <c:v>0.521281060263</c:v>
                </c:pt>
                <c:pt idx="374">
                  <c:v>0.519665754375</c:v>
                </c:pt>
                <c:pt idx="375">
                  <c:v>0.518018927836</c:v>
                </c:pt>
                <c:pt idx="376">
                  <c:v>0.516341018517</c:v>
                </c:pt>
                <c:pt idx="377">
                  <c:v>0.514632476281</c:v>
                </c:pt>
                <c:pt idx="378">
                  <c:v>0.512893762843</c:v>
                </c:pt>
                <c:pt idx="379">
                  <c:v>0.511125351614</c:v>
                </c:pt>
                <c:pt idx="380">
                  <c:v>0.509327727533</c:v>
                </c:pt>
                <c:pt idx="381">
                  <c:v>0.507501386871</c:v>
                </c:pt>
                <c:pt idx="382">
                  <c:v>0.505646837032</c:v>
                </c:pt>
                <c:pt idx="383">
                  <c:v>0.503764596324</c:v>
                </c:pt>
                <c:pt idx="384">
                  <c:v>0.501855193728</c:v>
                </c:pt>
                <c:pt idx="385">
                  <c:v>0.499919168636</c:v>
                </c:pt>
                <c:pt idx="386">
                  <c:v>0.497957070587</c:v>
                </c:pt>
                <c:pt idx="387">
                  <c:v>0.495969458978</c:v>
                </c:pt>
                <c:pt idx="388">
                  <c:v>0.493956902767</c:v>
                </c:pt>
                <c:pt idx="389">
                  <c:v>0.491919980158</c:v>
                </c:pt>
                <c:pt idx="390">
                  <c:v>0.489859278271</c:v>
                </c:pt>
                <c:pt idx="391">
                  <c:v>0.487775392802</c:v>
                </c:pt>
                <c:pt idx="392">
                  <c:v>0.485668927669</c:v>
                </c:pt>
                <c:pt idx="393">
                  <c:v>0.483540494644</c:v>
                </c:pt>
                <c:pt idx="394">
                  <c:v>0.481390712971</c:v>
                </c:pt>
                <c:pt idx="395">
                  <c:v>0.479220208978</c:v>
                </c:pt>
                <c:pt idx="396">
                  <c:v>0.477029615672</c:v>
                </c:pt>
                <c:pt idx="397">
                  <c:v>0.474819572327</c:v>
                </c:pt>
                <c:pt idx="398">
                  <c:v>0.472590724059</c:v>
                </c:pt>
                <c:pt idx="399">
                  <c:v>0.470343721394</c:v>
                </c:pt>
                <c:pt idx="400">
                  <c:v>0.46807921982</c:v>
                </c:pt>
                <c:pt idx="401">
                  <c:v>0.465797879342</c:v>
                </c:pt>
                <c:pt idx="402">
                  <c:v>0.463500364016</c:v>
                </c:pt>
                <c:pt idx="403">
                  <c:v>0.461187341484</c:v>
                </c:pt>
                <c:pt idx="404">
                  <c:v>0.458859482493</c:v>
                </c:pt>
                <c:pt idx="405">
                  <c:v>0.456517460419</c:v>
                </c:pt>
                <c:pt idx="406">
                  <c:v>0.454161950773</c:v>
                </c:pt>
                <c:pt idx="407">
                  <c:v>0.451793630709</c:v>
                </c:pt>
                <c:pt idx="408">
                  <c:v>0.449413178521</c:v>
                </c:pt>
                <c:pt idx="409">
                  <c:v>0.44702127314</c:v>
                </c:pt>
                <c:pt idx="410">
                  <c:v>0.444618593628</c:v>
                </c:pt>
                <c:pt idx="411">
                  <c:v>0.442205818658</c:v>
                </c:pt>
                <c:pt idx="412">
                  <c:v>0.43978362601</c:v>
                </c:pt>
                <c:pt idx="413">
                  <c:v>0.437352692046</c:v>
                </c:pt>
                <c:pt idx="414">
                  <c:v>0.434913691194</c:v>
                </c:pt>
                <c:pt idx="415">
                  <c:v>0.432467295435</c:v>
                </c:pt>
                <c:pt idx="416">
                  <c:v>0.430014173776</c:v>
                </c:pt>
                <c:pt idx="417">
                  <c:v>0.427554991741</c:v>
                </c:pt>
                <c:pt idx="418">
                  <c:v>0.425090410854</c:v>
                </c:pt>
                <c:pt idx="419">
                  <c:v>0.422621088125</c:v>
                </c:pt>
                <c:pt idx="420">
                  <c:v>0.420147675543</c:v>
                </c:pt>
                <c:pt idx="421">
                  <c:v>0.417670819575</c:v>
                </c:pt>
                <c:pt idx="422">
                  <c:v>0.415191160664</c:v>
                </c:pt>
                <c:pt idx="423">
                  <c:v>0.412709332741</c:v>
                </c:pt>
                <c:pt idx="424">
                  <c:v>0.410225962741</c:v>
                </c:pt>
                <c:pt idx="425">
                  <c:v>0.407741670127</c:v>
                </c:pt>
                <c:pt idx="426">
                  <c:v>0.405257066423</c:v>
                </c:pt>
                <c:pt idx="427">
                  <c:v>0.402772754763</c:v>
                </c:pt>
                <c:pt idx="428">
                  <c:v>0.400289329442</c:v>
                </c:pt>
                <c:pt idx="429">
                  <c:v>0.397807375489</c:v>
                </c:pt>
                <c:pt idx="430">
                  <c:v>0.395327468246</c:v>
                </c:pt>
                <c:pt idx="431">
                  <c:v>0.392850172966</c:v>
                </c:pt>
                <c:pt idx="432">
                  <c:v>0.390376044421</c:v>
                </c:pt>
                <c:pt idx="433">
                  <c:v>0.387905626532</c:v>
                </c:pt>
                <c:pt idx="434">
                  <c:v>0.385439452014</c:v>
                </c:pt>
                <c:pt idx="435">
                  <c:v>0.382978042032</c:v>
                </c:pt>
                <c:pt idx="436">
                  <c:v>0.380521905883</c:v>
                </c:pt>
                <c:pt idx="437">
                  <c:v>0.378071540696</c:v>
                </c:pt>
                <c:pt idx="438">
                  <c:v>0.375627431146</c:v>
                </c:pt>
                <c:pt idx="439">
                  <c:v>0.373190049194</c:v>
                </c:pt>
                <c:pt idx="440">
                  <c:v>0.37075985384</c:v>
                </c:pt>
                <c:pt idx="441">
                  <c:v>0.36833729091</c:v>
                </c:pt>
                <c:pt idx="442">
                  <c:v>0.365922792846</c:v>
                </c:pt>
                <c:pt idx="443">
                  <c:v>0.363516778533</c:v>
                </c:pt>
                <c:pt idx="444">
                  <c:v>0.361119653138</c:v>
                </c:pt>
                <c:pt idx="445">
                  <c:v>0.358731807977</c:v>
                </c:pt>
                <c:pt idx="446">
                  <c:v>0.356353620396</c:v>
                </c:pt>
                <c:pt idx="447">
                  <c:v>0.353985453685</c:v>
                </c:pt>
                <c:pt idx="448">
                  <c:v>0.351627656997</c:v>
                </c:pt>
                <c:pt idx="449">
                  <c:v>0.349280565307</c:v>
                </c:pt>
                <c:pt idx="450">
                  <c:v>0.346944499378</c:v>
                </c:pt>
                <c:pt idx="451">
                  <c:v>0.344619765754</c:v>
                </c:pt>
                <c:pt idx="452">
                  <c:v>0.342306656772</c:v>
                </c:pt>
                <c:pt idx="453">
                  <c:v>0.340005450592</c:v>
                </c:pt>
                <c:pt idx="454">
                  <c:v>0.337716411253</c:v>
                </c:pt>
                <c:pt idx="455">
                  <c:v>0.335439788738</c:v>
                </c:pt>
                <c:pt idx="456">
                  <c:v>0.333175819066</c:v>
                </c:pt>
                <c:pt idx="457">
                  <c:v>0.330924724397</c:v>
                </c:pt>
                <c:pt idx="458">
                  <c:v>0.328686713157</c:v>
                </c:pt>
                <c:pt idx="459">
                  <c:v>0.326461980173</c:v>
                </c:pt>
                <c:pt idx="460">
                  <c:v>0.324250706834</c:v>
                </c:pt>
                <c:pt idx="461">
                  <c:v>0.322053061257</c:v>
                </c:pt>
                <c:pt idx="462">
                  <c:v>0.319869198473</c:v>
                </c:pt>
                <c:pt idx="463">
                  <c:v>0.317699260622</c:v>
                </c:pt>
                <c:pt idx="464">
                  <c:v>0.315543377164</c:v>
                </c:pt>
                <c:pt idx="465">
                  <c:v>0.313401665103</c:v>
                </c:pt>
                <c:pt idx="466">
                  <c:v>0.311274229214</c:v>
                </c:pt>
                <c:pt idx="467">
                  <c:v>0.309161162288</c:v>
                </c:pt>
                <c:pt idx="468">
                  <c:v>0.307062545382</c:v>
                </c:pt>
                <c:pt idx="469">
                  <c:v>0.304978448082</c:v>
                </c:pt>
                <c:pt idx="470">
                  <c:v>0.302908928764</c:v>
                </c:pt>
                <c:pt idx="471">
                  <c:v>0.300854034873</c:v>
                </c:pt>
                <c:pt idx="472">
                  <c:v>0.298813803204</c:v>
                </c:pt>
                <c:pt idx="473">
                  <c:v>0.296788260181</c:v>
                </c:pt>
                <c:pt idx="474">
                  <c:v>0.294777422152</c:v>
                </c:pt>
                <c:pt idx="475">
                  <c:v>0.292781295683</c:v>
                </c:pt>
                <c:pt idx="476">
                  <c:v>0.290799877851</c:v>
                </c:pt>
                <c:pt idx="477">
                  <c:v>0.288833156548</c:v>
                </c:pt>
                <c:pt idx="478">
                  <c:v>0.286881110778</c:v>
                </c:pt>
                <c:pt idx="479">
                  <c:v>0.284943710965</c:v>
                </c:pt>
                <c:pt idx="480">
                  <c:v>0.283020919252</c:v>
                </c:pt>
                <c:pt idx="481">
                  <c:v>0.281112689805</c:v>
                </c:pt>
                <c:pt idx="482">
                  <c:v>0.279218969119</c:v>
                </c:pt>
                <c:pt idx="483">
                  <c:v>0.277339696322</c:v>
                </c:pt>
                <c:pt idx="484">
                  <c:v>0.275474803471</c:v>
                </c:pt>
                <c:pt idx="485">
                  <c:v>0.273624215857</c:v>
                </c:pt>
                <c:pt idx="486">
                  <c:v>0.271787852302</c:v>
                </c:pt>
                <c:pt idx="487">
                  <c:v>0.269965625453</c:v>
                </c:pt>
                <c:pt idx="488">
                  <c:v>0.268157442079</c:v>
                </c:pt>
                <c:pt idx="489">
                  <c:v>0.266363203359</c:v>
                </c:pt>
                <c:pt idx="490">
                  <c:v>0.264582805168</c:v>
                </c:pt>
                <c:pt idx="491">
                  <c:v>0.262816138363</c:v>
                </c:pt>
                <c:pt idx="492">
                  <c:v>0.261063089063</c:v>
                </c:pt>
                <c:pt idx="493">
                  <c:v>0.259323538926</c:v>
                </c:pt>
                <c:pt idx="494">
                  <c:v>0.25759736542</c:v>
                </c:pt>
                <c:pt idx="495">
                  <c:v>0.255884442091</c:v>
                </c:pt>
                <c:pt idx="496">
                  <c:v>0.254184638831</c:v>
                </c:pt>
                <c:pt idx="497">
                  <c:v>0.252497822133</c:v>
                </c:pt>
                <c:pt idx="498">
                  <c:v>0.250823855351</c:v>
                </c:pt>
                <c:pt idx="499">
                  <c:v>0.24916259895</c:v>
                </c:pt>
                <c:pt idx="500">
                  <c:v>0.247513910748</c:v>
                </c:pt>
                <c:pt idx="501">
                  <c:v>0.245877646166</c:v>
                </c:pt>
                <c:pt idx="502">
                  <c:v>0.244253658461</c:v>
                </c:pt>
                <c:pt idx="503">
                  <c:v>0.242641798958</c:v>
                </c:pt>
                <c:pt idx="504">
                  <c:v>0.241041917282</c:v>
                </c:pt>
                <c:pt idx="505">
                  <c:v>0.239453861578</c:v>
                </c:pt>
                <c:pt idx="506">
                  <c:v>0.237877478735</c:v>
                </c:pt>
                <c:pt idx="507">
                  <c:v>0.236312614596</c:v>
                </c:pt>
                <c:pt idx="508">
                  <c:v>0.234759114172</c:v>
                </c:pt>
                <c:pt idx="509">
                  <c:v>0.233216821845</c:v>
                </c:pt>
                <c:pt idx="510">
                  <c:v>0.231685581572</c:v>
                </c:pt>
                <c:pt idx="511">
                  <c:v>0.23016523708</c:v>
                </c:pt>
                <c:pt idx="512">
                  <c:v>0.22865563206</c:v>
                </c:pt>
                <c:pt idx="513">
                  <c:v>0.227156610354</c:v>
                </c:pt>
                <c:pt idx="514">
                  <c:v>0.22566801614</c:v>
                </c:pt>
                <c:pt idx="515">
                  <c:v>0.224189694112</c:v>
                </c:pt>
                <c:pt idx="516">
                  <c:v>0.222721489654</c:v>
                </c:pt>
                <c:pt idx="517">
                  <c:v>0.221263249011</c:v>
                </c:pt>
                <c:pt idx="518">
                  <c:v>0.219814819459</c:v>
                </c:pt>
                <c:pt idx="519">
                  <c:v>0.218376049463</c:v>
                </c:pt>
                <c:pt idx="520">
                  <c:v>0.216946788841</c:v>
                </c:pt>
                <c:pt idx="521">
                  <c:v>0.215526888911</c:v>
                </c:pt>
                <c:pt idx="522">
                  <c:v>0.21411620265</c:v>
                </c:pt>
                <c:pt idx="523">
                  <c:v>0.212714584831</c:v>
                </c:pt>
                <c:pt idx="524">
                  <c:v>0.211321892171</c:v>
                </c:pt>
                <c:pt idx="525">
                  <c:v>0.209937983465</c:v>
                </c:pt>
                <c:pt idx="526">
                  <c:v>0.208562719719</c:v>
                </c:pt>
                <c:pt idx="527">
                  <c:v>0.207195964277</c:v>
                </c:pt>
                <c:pt idx="528">
                  <c:v>0.205837582951</c:v>
                </c:pt>
                <c:pt idx="529">
                  <c:v>0.204487444131</c:v>
                </c:pt>
                <c:pt idx="530">
                  <c:v>0.203145418907</c:v>
                </c:pt>
                <c:pt idx="531">
                  <c:v>0.201811381176</c:v>
                </c:pt>
                <c:pt idx="532">
                  <c:v>0.200485207748</c:v>
                </c:pt>
                <c:pt idx="533">
                  <c:v>0.199166778445</c:v>
                </c:pt>
                <c:pt idx="534">
                  <c:v>0.197855976197</c:v>
                </c:pt>
                <c:pt idx="535">
                  <c:v>0.196552687131</c:v>
                </c:pt>
                <c:pt idx="536">
                  <c:v>0.195256800658</c:v>
                </c:pt>
                <c:pt idx="537">
                  <c:v>0.193968209551</c:v>
                </c:pt>
                <c:pt idx="538">
                  <c:v>0.192686810019</c:v>
                </c:pt>
                <c:pt idx="539">
                  <c:v>0.191412501774</c:v>
                </c:pt>
                <c:pt idx="540">
                  <c:v>0.190145188096</c:v>
                </c:pt>
                <c:pt idx="541">
                  <c:v>0.188884775887</c:v>
                </c:pt>
                <c:pt idx="542">
                  <c:v>0.187631175725</c:v>
                </c:pt>
                <c:pt idx="543">
                  <c:v>0.186384301904</c:v>
                </c:pt>
                <c:pt idx="544">
                  <c:v>0.185144072477</c:v>
                </c:pt>
                <c:pt idx="545">
                  <c:v>0.183910409283</c:v>
                </c:pt>
                <c:pt idx="546">
                  <c:v>0.182683237977</c:v>
                </c:pt>
                <c:pt idx="547">
                  <c:v>0.181462488044</c:v>
                </c:pt>
                <c:pt idx="548">
                  <c:v>0.180248092817</c:v>
                </c:pt>
                <c:pt idx="549">
                  <c:v>0.179039989477</c:v>
                </c:pt>
                <c:pt idx="550">
                  <c:v>0.177838119053</c:v>
                </c:pt>
                <c:pt idx="551">
                  <c:v>0.176642426415</c:v>
                </c:pt>
                <c:pt idx="552">
                  <c:v>0.175452860258</c:v>
                </c:pt>
                <c:pt idx="553">
                  <c:v>0.174269373081</c:v>
                </c:pt>
                <c:pt idx="554">
                  <c:v>0.173091921154</c:v>
                </c:pt>
                <c:pt idx="555">
                  <c:v>0.171920464488</c:v>
                </c:pt>
                <c:pt idx="556">
                  <c:v>0.170754966786</c:v>
                </c:pt>
                <c:pt idx="557">
                  <c:v>0.169595395399</c:v>
                </c:pt>
                <c:pt idx="558">
                  <c:v>0.168441721264</c:v>
                </c:pt>
                <c:pt idx="559">
                  <c:v>0.167293918846</c:v>
                </c:pt>
                <c:pt idx="560">
                  <c:v>0.166151966065</c:v>
                </c:pt>
                <c:pt idx="561">
                  <c:v>0.165015844221</c:v>
                </c:pt>
                <c:pt idx="562">
                  <c:v>0.163885537913</c:v>
                </c:pt>
                <c:pt idx="563">
                  <c:v>0.162761034949</c:v>
                </c:pt>
                <c:pt idx="564">
                  <c:v>0.161642326251</c:v>
                </c:pt>
                <c:pt idx="565">
                  <c:v>0.160529405762</c:v>
                </c:pt>
                <c:pt idx="566">
                  <c:v>0.159422270331</c:v>
                </c:pt>
                <c:pt idx="567">
                  <c:v>0.158320919612</c:v>
                </c:pt>
                <c:pt idx="568">
                  <c:v>0.157225355944</c:v>
                </c:pt>
                <c:pt idx="569">
                  <c:v>0.156135584234</c:v>
                </c:pt>
                <c:pt idx="570">
                  <c:v>0.155051611836</c:v>
                </c:pt>
                <c:pt idx="571">
                  <c:v>0.153973448419</c:v>
                </c:pt>
                <c:pt idx="572">
                  <c:v>0.15290110584</c:v>
                </c:pt>
                <c:pt idx="573">
                  <c:v>0.151834598013</c:v>
                </c:pt>
                <c:pt idx="574">
                  <c:v>0.150773940769</c:v>
                </c:pt>
                <c:pt idx="575">
                  <c:v>0.14971915172</c:v>
                </c:pt>
                <c:pt idx="576">
                  <c:v>0.148670250122</c:v>
                </c:pt>
                <c:pt idx="577">
                  <c:v>0.147627256728</c:v>
                </c:pt>
                <c:pt idx="578">
                  <c:v>0.146590193653</c:v>
                </c:pt>
                <c:pt idx="579">
                  <c:v>0.145559084228</c:v>
                </c:pt>
                <c:pt idx="580">
                  <c:v>0.144533952856</c:v>
                </c:pt>
                <c:pt idx="581">
                  <c:v>0.143514824875</c:v>
                </c:pt>
                <c:pt idx="582">
                  <c:v>0.142501726413</c:v>
                </c:pt>
                <c:pt idx="583">
                  <c:v>0.141494684246</c:v>
                </c:pt>
                <c:pt idx="584">
                  <c:v>0.140493725668</c:v>
                </c:pt>
                <c:pt idx="585">
                  <c:v>0.139498878342</c:v>
                </c:pt>
                <c:pt idx="586">
                  <c:v>0.138510170178</c:v>
                </c:pt>
                <c:pt idx="587">
                  <c:v>0.137527629191</c:v>
                </c:pt>
                <c:pt idx="588">
                  <c:v>0.136551283381</c:v>
                </c:pt>
                <c:pt idx="589">
                  <c:v>0.135581160602</c:v>
                </c:pt>
                <c:pt idx="590">
                  <c:v>0.134617288442</c:v>
                </c:pt>
                <c:pt idx="591">
                  <c:v>0.133659694105</c:v>
                </c:pt>
                <c:pt idx="592">
                  <c:v>0.132708404299</c:v>
                </c:pt>
                <c:pt idx="593">
                  <c:v>0.131763445125</c:v>
                </c:pt>
                <c:pt idx="594">
                  <c:v>0.130824841973</c:v>
                </c:pt>
                <c:pt idx="595">
                  <c:v>0.129892619422</c:v>
                </c:pt>
                <c:pt idx="596">
                  <c:v>0.128966801146</c:v>
                </c:pt>
                <c:pt idx="597">
                  <c:v>0.128047409823</c:v>
                </c:pt>
                <c:pt idx="598">
                  <c:v>0.127134467052</c:v>
                </c:pt>
                <c:pt idx="599">
                  <c:v>0.126227993272</c:v>
                </c:pt>
                <c:pt idx="600">
                  <c:v>0.125328007689</c:v>
                </c:pt>
                <c:pt idx="601">
                  <c:v>0.124434528209</c:v>
                </c:pt>
                <c:pt idx="602">
                  <c:v>0.123547571374</c:v>
                </c:pt>
                <c:pt idx="603">
                  <c:v>0.122667152301</c:v>
                </c:pt>
                <c:pt idx="604">
                  <c:v>0.121793284635</c:v>
                </c:pt>
                <c:pt idx="605">
                  <c:v>0.120925980502</c:v>
                </c:pt>
                <c:pt idx="606">
                  <c:v>0.120065250464</c:v>
                </c:pt>
                <c:pt idx="607">
                  <c:v>0.119211103483</c:v>
                </c:pt>
                <c:pt idx="608">
                  <c:v>0.118363546894</c:v>
                </c:pt>
                <c:pt idx="609">
                  <c:v>0.117522586374</c:v>
                </c:pt>
                <c:pt idx="610">
                  <c:v>0.116688225926</c:v>
                </c:pt>
                <c:pt idx="611">
                  <c:v>0.115860467858</c:v>
                </c:pt>
                <c:pt idx="612">
                  <c:v>0.115039312772</c:v>
                </c:pt>
                <c:pt idx="613">
                  <c:v>0.114224759558</c:v>
                </c:pt>
                <c:pt idx="614">
                  <c:v>0.113416805391</c:v>
                </c:pt>
                <c:pt idx="615">
                  <c:v>0.112615445732</c:v>
                </c:pt>
                <c:pt idx="616">
                  <c:v>0.111820674329</c:v>
                </c:pt>
                <c:pt idx="617">
                  <c:v>0.111032483233</c:v>
                </c:pt>
                <c:pt idx="618">
                  <c:v>0.110250862802</c:v>
                </c:pt>
                <c:pt idx="619">
                  <c:v>0.109475801723</c:v>
                </c:pt>
                <c:pt idx="620">
                  <c:v>0.108707287027</c:v>
                </c:pt>
                <c:pt idx="621">
                  <c:v>0.107945304111</c:v>
                </c:pt>
                <c:pt idx="622">
                  <c:v>0.107189836765</c:v>
                </c:pt>
                <c:pt idx="623">
                  <c:v>0.106440867194</c:v>
                </c:pt>
                <c:pt idx="624">
                  <c:v>0.105698376052</c:v>
                </c:pt>
                <c:pt idx="625">
                  <c:v>0.10496234247</c:v>
                </c:pt>
                <c:pt idx="626">
                  <c:v>0.104232744091</c:v>
                </c:pt>
                <c:pt idx="627">
                  <c:v>0.103509557105</c:v>
                </c:pt>
                <c:pt idx="628">
                  <c:v>0.102792756284</c:v>
                </c:pt>
                <c:pt idx="629">
                  <c:v>0.102082315023</c:v>
                </c:pt>
                <c:pt idx="630">
                  <c:v>0.101378205377</c:v>
                </c:pt>
                <c:pt idx="631">
                  <c:v>0.100680398104</c:v>
                </c:pt>
                <c:pt idx="632">
                  <c:v>0.0999888627028</c:v>
                </c:pt>
                <c:pt idx="633">
                  <c:v>0.0993035674589</c:v>
                </c:pt>
                <c:pt idx="634">
                  <c:v>0.0986244794853</c:v>
                </c:pt>
                <c:pt idx="635">
                  <c:v>0.0979515647667</c:v>
                </c:pt>
                <c:pt idx="636">
                  <c:v>0.0972847882032</c:v>
                </c:pt>
                <c:pt idx="637">
                  <c:v>0.0966241136543</c:v>
                </c:pt>
                <c:pt idx="638">
                  <c:v>0.0959695039833</c:v>
                </c:pt>
                <c:pt idx="639">
                  <c:v>0.0953209211012</c:v>
                </c:pt>
                <c:pt idx="640">
                  <c:v>0.0946783260116</c:v>
                </c:pt>
                <c:pt idx="641">
                  <c:v>0.0940416788541</c:v>
                </c:pt>
                <c:pt idx="642">
                  <c:v>0.0934109389485</c:v>
                </c:pt>
                <c:pt idx="643">
                  <c:v>0.0927860648381</c:v>
                </c:pt>
                <c:pt idx="644">
                  <c:v>0.0921670143331</c:v>
                </c:pt>
                <c:pt idx="645">
                  <c:v>0.0915537445528</c:v>
                </c:pt>
                <c:pt idx="646">
                  <c:v>0.0909462119681</c:v>
                </c:pt>
                <c:pt idx="647">
                  <c:v>0.0903443724429</c:v>
                </c:pt>
                <c:pt idx="648">
                  <c:v>0.0897481812747</c:v>
                </c:pt>
                <c:pt idx="649">
                  <c:v>0.0891575932351</c:v>
                </c:pt>
                <c:pt idx="650">
                  <c:v>0.0885725626091</c:v>
                </c:pt>
                <c:pt idx="651">
                  <c:v>0.0879930432337</c:v>
                </c:pt>
                <c:pt idx="652">
                  <c:v>0.0874189885361</c:v>
                </c:pt>
                <c:pt idx="653">
                  <c:v>0.0868503515701</c:v>
                </c:pt>
                <c:pt idx="654">
                  <c:v>0.0862870850528</c:v>
                </c:pt>
                <c:pt idx="655">
                  <c:v>0.0857291413998</c:v>
                </c:pt>
                <c:pt idx="656">
                  <c:v>0.0851764727592</c:v>
                </c:pt>
                <c:pt idx="657">
                  <c:v>0.0846290310455</c:v>
                </c:pt>
                <c:pt idx="658">
                  <c:v>0.0840867679721</c:v>
                </c:pt>
                <c:pt idx="659">
                  <c:v>0.0835496350824</c:v>
                </c:pt>
                <c:pt idx="660">
                  <c:v>0.0830175837812</c:v>
                </c:pt>
                <c:pt idx="661">
                  <c:v>0.0824905653637</c:v>
                </c:pt>
                <c:pt idx="662">
                  <c:v>0.0819685310447</c:v>
                </c:pt>
                <c:pt idx="663">
                  <c:v>0.0814514319862</c:v>
                </c:pt>
                <c:pt idx="664">
                  <c:v>0.0809392193244</c:v>
                </c:pt>
                <c:pt idx="665">
                  <c:v>0.0804318441953</c:v>
                </c:pt>
                <c:pt idx="666">
                  <c:v>0.0799292577603</c:v>
                </c:pt>
                <c:pt idx="667">
                  <c:v>0.0794314112293</c:v>
                </c:pt>
                <c:pt idx="668">
                  <c:v>0.0789382558847</c:v>
                </c:pt>
                <c:pt idx="669">
                  <c:v>0.0784497431031</c:v>
                </c:pt>
                <c:pt idx="670">
                  <c:v>0.0779658243767</c:v>
                </c:pt>
                <c:pt idx="671">
                  <c:v>0.0774864513339</c:v>
                </c:pt>
                <c:pt idx="672">
                  <c:v>0.0770115757584</c:v>
                </c:pt>
                <c:pt idx="673">
                  <c:v>0.0765411496084</c:v>
                </c:pt>
                <c:pt idx="674">
                  <c:v>0.0760751250339</c:v>
                </c:pt>
                <c:pt idx="675">
                  <c:v>0.0756134543941</c:v>
                </c:pt>
                <c:pt idx="676">
                  <c:v>0.0751560902734</c:v>
                </c:pt>
                <c:pt idx="677">
                  <c:v>0.0747029854966</c:v>
                </c:pt>
                <c:pt idx="678">
                  <c:v>0.0742540931436</c:v>
                </c:pt>
                <c:pt idx="679">
                  <c:v>0.0738093665635</c:v>
                </c:pt>
                <c:pt idx="680">
                  <c:v>0.073368759387</c:v>
                </c:pt>
                <c:pt idx="681">
                  <c:v>0.0729322255395</c:v>
                </c:pt>
                <c:pt idx="682">
                  <c:v>0.0724997192521</c:v>
                </c:pt>
                <c:pt idx="683">
                  <c:v>0.0720711950727</c:v>
                </c:pt>
                <c:pt idx="684">
                  <c:v>0.0716466078764</c:v>
                </c:pt>
                <c:pt idx="685">
                  <c:v>0.0712259128751</c:v>
                </c:pt>
                <c:pt idx="686">
                  <c:v>0.070809065626</c:v>
                </c:pt>
                <c:pt idx="687">
                  <c:v>0.0703960220407</c:v>
                </c:pt>
                <c:pt idx="688">
                  <c:v>0.0699867383921</c:v>
                </c:pt>
                <c:pt idx="689">
                  <c:v>0.0695811713224</c:v>
                </c:pt>
                <c:pt idx="690">
                  <c:v>0.069179277849</c:v>
                </c:pt>
                <c:pt idx="691">
                  <c:v>0.0687810153708</c:v>
                </c:pt>
                <c:pt idx="692">
                  <c:v>0.0683863416742</c:v>
                </c:pt>
                <c:pt idx="693">
                  <c:v>0.0679952149372</c:v>
                </c:pt>
                <c:pt idx="694">
                  <c:v>0.067607593735</c:v>
                </c:pt>
                <c:pt idx="695">
                  <c:v>0.0672234370434</c:v>
                </c:pt>
                <c:pt idx="696">
                  <c:v>0.0668427042425</c:v>
                </c:pt>
                <c:pt idx="697">
                  <c:v>0.0664653551205</c:v>
                </c:pt>
                <c:pt idx="698">
                  <c:v>0.0660913498759</c:v>
                </c:pt>
                <c:pt idx="699">
                  <c:v>0.06572064912</c:v>
                </c:pt>
                <c:pt idx="700">
                  <c:v>0.0653532138795</c:v>
                </c:pt>
                <c:pt idx="701">
                  <c:v>0.0649890055976</c:v>
                </c:pt>
                <c:pt idx="702">
                  <c:v>0.0646279861355</c:v>
                </c:pt>
                <c:pt idx="703">
                  <c:v>0.0642701177738</c:v>
                </c:pt>
                <c:pt idx="704">
                  <c:v>0.0639153632126</c:v>
                </c:pt>
                <c:pt idx="705">
                  <c:v>0.0635636855727</c:v>
                </c:pt>
                <c:pt idx="706">
                  <c:v>0.063215048395</c:v>
                </c:pt>
                <c:pt idx="707">
                  <c:v>0.0628694156408</c:v>
                </c:pt>
                <c:pt idx="708">
                  <c:v>0.0625267516917</c:v>
                </c:pt>
                <c:pt idx="709">
                  <c:v>0.0621870213483</c:v>
                </c:pt>
                <c:pt idx="710">
                  <c:v>0.0618501898298</c:v>
                </c:pt>
                <c:pt idx="711">
                  <c:v>0.0615162227732</c:v>
                </c:pt>
                <c:pt idx="712">
                  <c:v>0.0611850862315</c:v>
                </c:pt>
                <c:pt idx="713">
                  <c:v>0.0608567466727</c:v>
                </c:pt>
                <c:pt idx="714">
                  <c:v>0.060531170978</c:v>
                </c:pt>
                <c:pt idx="715">
                  <c:v>0.0602083264399</c:v>
                </c:pt>
                <c:pt idx="716">
                  <c:v>0.0598881807607</c:v>
                </c:pt>
                <c:pt idx="717">
                  <c:v>0.0595707020498</c:v>
                </c:pt>
                <c:pt idx="718">
                  <c:v>0.059255858822</c:v>
                </c:pt>
                <c:pt idx="719">
                  <c:v>0.0589436199947</c:v>
                </c:pt>
                <c:pt idx="720">
                  <c:v>0.0586339548857</c:v>
                </c:pt>
                <c:pt idx="721">
                  <c:v>0.0583268332102</c:v>
                </c:pt>
                <c:pt idx="722">
                  <c:v>0.0580222250784</c:v>
                </c:pt>
                <c:pt idx="723">
                  <c:v>0.0577201009927</c:v>
                </c:pt>
                <c:pt idx="724">
                  <c:v>0.0574204318442</c:v>
                </c:pt>
                <c:pt idx="725">
                  <c:v>0.0571231889101</c:v>
                </c:pt>
                <c:pt idx="726">
                  <c:v>0.0568283438504</c:v>
                </c:pt>
                <c:pt idx="727">
                  <c:v>0.0565358687047</c:v>
                </c:pt>
                <c:pt idx="728">
                  <c:v>0.0562457358887</c:v>
                </c:pt>
                <c:pt idx="729">
                  <c:v>0.0559579181909</c:v>
                </c:pt>
                <c:pt idx="730">
                  <c:v>0.0556723887692</c:v>
                </c:pt>
                <c:pt idx="731">
                  <c:v>0.055389121147</c:v>
                </c:pt>
                <c:pt idx="732">
                  <c:v>0.0551080892099</c:v>
                </c:pt>
                <c:pt idx="733">
                  <c:v>0.0548292672018</c:v>
                </c:pt>
                <c:pt idx="734">
                  <c:v>0.0545526297212</c:v>
                </c:pt>
                <c:pt idx="735">
                  <c:v>0.0542781517172</c:v>
                </c:pt>
                <c:pt idx="736">
                  <c:v>0.0540058084859</c:v>
                </c:pt>
                <c:pt idx="737">
                  <c:v>0.0537355756662</c:v>
                </c:pt>
                <c:pt idx="738">
                  <c:v>0.0534674292358</c:v>
                </c:pt>
                <c:pt idx="739">
                  <c:v>0.0532013455074</c:v>
                </c:pt>
                <c:pt idx="740">
                  <c:v>0.0529373011243</c:v>
                </c:pt>
                <c:pt idx="741">
                  <c:v>0.0526752730563</c:v>
                </c:pt>
                <c:pt idx="742">
                  <c:v>0.0524152385959</c:v>
                </c:pt>
                <c:pt idx="743">
                  <c:v>0.0521571753535</c:v>
                </c:pt>
                <c:pt idx="744">
                  <c:v>0.0519010612537</c:v>
                </c:pt>
                <c:pt idx="745">
                  <c:v>0.0516468745308</c:v>
                </c:pt>
                <c:pt idx="746">
                  <c:v>0.0513945937244</c:v>
                </c:pt>
                <c:pt idx="747">
                  <c:v>0.0511441976752</c:v>
                </c:pt>
                <c:pt idx="748">
                  <c:v>0.050895665521</c:v>
                </c:pt>
                <c:pt idx="749">
                  <c:v>0.0506489766918</c:v>
                </c:pt>
                <c:pt idx="750">
                  <c:v>0.050404110906</c:v>
                </c:pt>
                <c:pt idx="751">
                  <c:v>0.0501610481657</c:v>
                </c:pt>
                <c:pt idx="752">
                  <c:v>0.0499197687526</c:v>
                </c:pt>
                <c:pt idx="753">
                  <c:v>0.0496802532237</c:v>
                </c:pt>
                <c:pt idx="754">
                  <c:v>0.049442482407</c:v>
                </c:pt>
                <c:pt idx="755">
                  <c:v>0.0492064373972</c:v>
                </c:pt>
                <c:pt idx="756">
                  <c:v>0.0489720995516</c:v>
                </c:pt>
                <c:pt idx="757">
                  <c:v>0.0487394504859</c:v>
                </c:pt>
                <c:pt idx="758">
                  <c:v>0.04850847207</c:v>
                </c:pt>
                <c:pt idx="759">
                  <c:v>0.0482791464239</c:v>
                </c:pt>
                <c:pt idx="760">
                  <c:v>0.0480514559139</c:v>
                </c:pt>
                <c:pt idx="761">
                  <c:v>0.0478253831486</c:v>
                </c:pt>
                <c:pt idx="762">
                  <c:v>0.0476009109747</c:v>
                </c:pt>
                <c:pt idx="763">
                  <c:v>0.0473780224737</c:v>
                </c:pt>
                <c:pt idx="764">
                  <c:v>0.047156700958</c:v>
                </c:pt>
                <c:pt idx="765">
                  <c:v>0.0469369299672</c:v>
                </c:pt>
                <c:pt idx="766">
                  <c:v>0.0467186932645</c:v>
                </c:pt>
                <c:pt idx="767">
                  <c:v>0.0465019748336</c:v>
                </c:pt>
                <c:pt idx="768">
                  <c:v>0.0462867588753</c:v>
                </c:pt>
                <c:pt idx="769">
                  <c:v>0.0460730298043</c:v>
                </c:pt>
                <c:pt idx="770">
                  <c:v>0.0458607722459</c:v>
                </c:pt>
                <c:pt idx="771">
                  <c:v>0.0456499710335</c:v>
                </c:pt>
                <c:pt idx="772">
                  <c:v>0.0454406112055</c:v>
                </c:pt>
                <c:pt idx="773">
                  <c:v>0.0452326780027</c:v>
                </c:pt>
                <c:pt idx="774">
                  <c:v>0.045026156866</c:v>
                </c:pt>
                <c:pt idx="775">
                  <c:v>0.0448210334334</c:v>
                </c:pt>
                <c:pt idx="776">
                  <c:v>0.0446172935387</c:v>
                </c:pt>
                <c:pt idx="777">
                  <c:v>0.0444149232084</c:v>
                </c:pt>
                <c:pt idx="778">
                  <c:v>0.0442139086604</c:v>
                </c:pt>
                <c:pt idx="779">
                  <c:v>0.044014236302</c:v>
                </c:pt>
                <c:pt idx="780">
                  <c:v>0.0438158927284</c:v>
                </c:pt>
                <c:pt idx="781">
                  <c:v>0.0436188647207</c:v>
                </c:pt>
                <c:pt idx="782">
                  <c:v>0.0434231392453</c:v>
                </c:pt>
                <c:pt idx="783">
                  <c:v>0.043228703452</c:v>
                </c:pt>
                <c:pt idx="784">
                  <c:v>0.0430355446731</c:v>
                </c:pt>
                <c:pt idx="785">
                  <c:v>0.0428436504229</c:v>
                </c:pt>
                <c:pt idx="786">
                  <c:v>0.0426530083962</c:v>
                </c:pt>
                <c:pt idx="787">
                  <c:v>0.0424636064682</c:v>
                </c:pt>
                <c:pt idx="788">
                  <c:v>0.0422754326937</c:v>
                </c:pt>
                <c:pt idx="789">
                  <c:v>0.0420884753066</c:v>
                </c:pt>
                <c:pt idx="790">
                  <c:v>0.0419027227198</c:v>
                </c:pt>
                <c:pt idx="791">
                  <c:v>0.0417181635248</c:v>
                </c:pt>
                <c:pt idx="792">
                  <c:v>0.041534786492</c:v>
                </c:pt>
                <c:pt idx="793">
                  <c:v>0.0413525805701</c:v>
                </c:pt>
                <c:pt idx="794">
                  <c:v>0.0411715348865</c:v>
                </c:pt>
                <c:pt idx="795">
                  <c:v>0.0409916387476</c:v>
                </c:pt>
                <c:pt idx="796">
                  <c:v>0.0408128816388</c:v>
                </c:pt>
                <c:pt idx="797">
                  <c:v>0.0406352532246</c:v>
                </c:pt>
                <c:pt idx="798">
                  <c:v>0.0404587433495</c:v>
                </c:pt>
                <c:pt idx="799">
                  <c:v>0.0402833420379</c:v>
                </c:pt>
                <c:pt idx="800">
                  <c:v>0.0401090394944</c:v>
                </c:pt>
                <c:pt idx="801">
                  <c:v>0.0399358261047</c:v>
                </c:pt>
                <c:pt idx="802">
                  <c:v>0.0397636924356</c:v>
                </c:pt>
                <c:pt idx="803">
                  <c:v>0.0395926292354</c:v>
                </c:pt>
                <c:pt idx="804">
                  <c:v>0.0394226274345</c:v>
                </c:pt>
                <c:pt idx="805">
                  <c:v>0.0392536781455</c:v>
                </c:pt>
                <c:pt idx="806">
                  <c:v>0.0390857726638</c:v>
                </c:pt>
                <c:pt idx="807">
                  <c:v>0.0389189024677</c:v>
                </c:pt>
                <c:pt idx="808">
                  <c:v>0.0387530592182</c:v>
                </c:pt>
                <c:pt idx="809">
                  <c:v>0.0385882347599</c:v>
                </c:pt>
                <c:pt idx="810">
                  <c:v>0.0384244211202</c:v>
                </c:pt>
                <c:pt idx="811">
                  <c:v>0.03826161051</c:v>
                </c:pt>
                <c:pt idx="812">
                  <c:v>0.0380997953228</c:v>
                </c:pt>
                <c:pt idx="813">
                  <c:v>0.0379389681348</c:v>
                </c:pt>
                <c:pt idx="814">
                  <c:v>0.0377791217044</c:v>
                </c:pt>
                <c:pt idx="815">
                  <c:v>0.0376202489715</c:v>
                </c:pt>
                <c:pt idx="816">
                  <c:v>0.0374623430568</c:v>
                </c:pt>
                <c:pt idx="817">
                  <c:v>0.0373053972613</c:v>
                </c:pt>
                <c:pt idx="818">
                  <c:v>0.0371494050646</c:v>
                </c:pt>
                <c:pt idx="819">
                  <c:v>0.0369943601242</c:v>
                </c:pt>
                <c:pt idx="820">
                  <c:v>0.036840256274</c:v>
                </c:pt>
                <c:pt idx="821">
                  <c:v>0.0366870875226</c:v>
                </c:pt>
                <c:pt idx="822">
                  <c:v>0.0365348480518</c:v>
                </c:pt>
                <c:pt idx="823">
                  <c:v>0.0363835322145</c:v>
                </c:pt>
                <c:pt idx="824">
                  <c:v>0.0362331345324</c:v>
                </c:pt>
                <c:pt idx="825">
                  <c:v>0.0360836496945</c:v>
                </c:pt>
                <c:pt idx="826">
                  <c:v>0.0359350725534</c:v>
                </c:pt>
                <c:pt idx="827">
                  <c:v>0.0357873981238</c:v>
                </c:pt>
                <c:pt idx="828">
                  <c:v>0.0356406215789</c:v>
                </c:pt>
                <c:pt idx="829">
                  <c:v>0.0354947382475</c:v>
                </c:pt>
                <c:pt idx="830">
                  <c:v>0.035349743611</c:v>
                </c:pt>
                <c:pt idx="831">
                  <c:v>0.0352056332998</c:v>
                </c:pt>
                <c:pt idx="832">
                  <c:v>0.0350624030898</c:v>
                </c:pt>
                <c:pt idx="833">
                  <c:v>0.0349200488988</c:v>
                </c:pt>
                <c:pt idx="834">
                  <c:v>0.0347785667821</c:v>
                </c:pt>
                <c:pt idx="835">
                  <c:v>0.0346379529294</c:v>
                </c:pt>
                <c:pt idx="836">
                  <c:v>0.0344982036595</c:v>
                </c:pt>
                <c:pt idx="837">
                  <c:v>0.0343593154171</c:v>
                </c:pt>
                <c:pt idx="838">
                  <c:v>0.0342212847676</c:v>
                </c:pt>
                <c:pt idx="839">
                  <c:v>0.034084108393</c:v>
                </c:pt>
                <c:pt idx="840">
                  <c:v>0.0339477830872</c:v>
                </c:pt>
                <c:pt idx="841">
                  <c:v>0.033812305751</c:v>
                </c:pt>
                <c:pt idx="842">
                  <c:v>0.033677673388</c:v>
                </c:pt>
                <c:pt idx="843">
                  <c:v>0.0335438830993</c:v>
                </c:pt>
                <c:pt idx="844">
                  <c:v>0.0334109320785</c:v>
                </c:pt>
                <c:pt idx="845">
                  <c:v>0.0332788176076</c:v>
                </c:pt>
                <c:pt idx="846">
                  <c:v>0.0331475370511</c:v>
                </c:pt>
                <c:pt idx="847">
                  <c:v>0.033017087852</c:v>
                </c:pt>
                <c:pt idx="848">
                  <c:v>0.0328874675262</c:v>
                </c:pt>
                <c:pt idx="849">
                  <c:v>0.0327586736583</c:v>
                </c:pt>
                <c:pt idx="850">
                  <c:v>0.0326307038963</c:v>
                </c:pt>
                <c:pt idx="851">
                  <c:v>0.032503555947</c:v>
                </c:pt>
                <c:pt idx="852">
                  <c:v>0.0323772275715</c:v>
                </c:pt>
                <c:pt idx="853">
                  <c:v>0.0322517165802</c:v>
                </c:pt>
                <c:pt idx="854">
                  <c:v>0.0321270208289</c:v>
                </c:pt>
                <c:pt idx="855">
                  <c:v>0.0320031382137</c:v>
                </c:pt>
                <c:pt idx="856">
                  <c:v>0.0318800666672</c:v>
                </c:pt>
                <c:pt idx="857">
                  <c:v>0.031757804154</c:v>
                </c:pt>
                <c:pt idx="858">
                  <c:v>0.0316363486669</c:v>
                </c:pt>
                <c:pt idx="859">
                  <c:v>0.0315156982231</c:v>
                </c:pt>
                <c:pt idx="860">
                  <c:v>0.0313958508599</c:v>
                </c:pt>
                <c:pt idx="861">
                  <c:v>0.0312768046318</c:v>
                </c:pt>
                <c:pt idx="862">
                  <c:v>0.0311585576068</c:v>
                </c:pt>
                <c:pt idx="863">
                  <c:v>0.0310411078627</c:v>
                </c:pt>
                <c:pt idx="864">
                  <c:v>0.0309244534849</c:v>
                </c:pt>
                <c:pt idx="865">
                  <c:v>0.0308085925627</c:v>
                </c:pt>
                <c:pt idx="866">
                  <c:v>0.0306935231871</c:v>
                </c:pt>
                <c:pt idx="867">
                  <c:v>0.0305792434479</c:v>
                </c:pt>
                <c:pt idx="868">
                  <c:v>0.0304657514316</c:v>
                </c:pt>
                <c:pt idx="869">
                  <c:v>0.030353045219</c:v>
                </c:pt>
                <c:pt idx="870">
                  <c:v>0.0302411228834</c:v>
                </c:pt>
                <c:pt idx="871">
                  <c:v>0.0301299824887</c:v>
                </c:pt>
                <c:pt idx="872">
                  <c:v>0.0300196220877</c:v>
                </c:pt>
                <c:pt idx="873">
                  <c:v>0.0299100397209</c:v>
                </c:pt>
                <c:pt idx="874">
                  <c:v>0.029801233415</c:v>
                </c:pt>
                <c:pt idx="875">
                  <c:v>0.0296932011817</c:v>
                </c:pt>
                <c:pt idx="876">
                  <c:v>0.0295859410171</c:v>
                </c:pt>
                <c:pt idx="877">
                  <c:v>0.0294794509008</c:v>
                </c:pt>
                <c:pt idx="878">
                  <c:v>0.029373728795</c:v>
                </c:pt>
                <c:pt idx="879">
                  <c:v>0.0292687726447</c:v>
                </c:pt>
                <c:pt idx="880">
                  <c:v>0.0291645803765</c:v>
                </c:pt>
                <c:pt idx="881">
                  <c:v>0.0290611498994</c:v>
                </c:pt>
                <c:pt idx="882">
                  <c:v>0.0289584791039</c:v>
                </c:pt>
                <c:pt idx="883">
                  <c:v>0.0288565658627</c:v>
                </c:pt>
                <c:pt idx="884">
                  <c:v>0.0287554080308</c:v>
                </c:pt>
                <c:pt idx="885">
                  <c:v>0.0286550034455</c:v>
                </c:pt>
                <c:pt idx="886">
                  <c:v>0.0285553499274</c:v>
                </c:pt>
                <c:pt idx="887">
                  <c:v>0.0284564452803</c:v>
                </c:pt>
                <c:pt idx="888">
                  <c:v>0.0283582872924</c:v>
                </c:pt>
                <c:pt idx="889">
                  <c:v>0.0282608737369</c:v>
                </c:pt>
                <c:pt idx="890">
                  <c:v>0.0281642023724</c:v>
                </c:pt>
                <c:pt idx="891">
                  <c:v>0.0280682709446</c:v>
                </c:pt>
                <c:pt idx="892">
                  <c:v>0.0279730771863</c:v>
                </c:pt>
                <c:pt idx="893">
                  <c:v>0.027878618819</c:v>
                </c:pt>
                <c:pt idx="894">
                  <c:v>0.027784893554</c:v>
                </c:pt>
                <c:pt idx="895">
                  <c:v>0.0276918990931</c:v>
                </c:pt>
                <c:pt idx="896">
                  <c:v>0.0275996331302</c:v>
                </c:pt>
                <c:pt idx="897">
                  <c:v>0.027508093352</c:v>
                </c:pt>
                <c:pt idx="898">
                  <c:v>0.0274172774397</c:v>
                </c:pt>
                <c:pt idx="899">
                  <c:v>0.02732718307</c:v>
                </c:pt>
                <c:pt idx="900">
                  <c:v>0.0272378079162</c:v>
                </c:pt>
                <c:pt idx="901">
                  <c:v>0.0271491496497</c:v>
                </c:pt>
                <c:pt idx="902">
                  <c:v>0.0270612059412</c:v>
                </c:pt>
                <c:pt idx="903">
                  <c:v>0.0269739744619</c:v>
                </c:pt>
                <c:pt idx="904">
                  <c:v>0.0268874528848</c:v>
                </c:pt>
                <c:pt idx="905">
                  <c:v>0.0268016388861</c:v>
                </c:pt>
                <c:pt idx="906">
                  <c:v>0.0267165301462</c:v>
                </c:pt>
                <c:pt idx="907">
                  <c:v>0.0266321243509</c:v>
                </c:pt>
                <c:pt idx="908">
                  <c:v>0.026548419193</c:v>
                </c:pt>
                <c:pt idx="909">
                  <c:v>0.0264654123731</c:v>
                </c:pt>
                <c:pt idx="910">
                  <c:v>0.0263831016009</c:v>
                </c:pt>
                <c:pt idx="911">
                  <c:v>0.0263014845962</c:v>
                </c:pt>
                <c:pt idx="912">
                  <c:v>0.0262205590904</c:v>
                </c:pt>
                <c:pt idx="913">
                  <c:v>0.0261403228269</c:v>
                </c:pt>
                <c:pt idx="914">
                  <c:v>0.0260607735627</c:v>
                </c:pt>
                <c:pt idx="915">
                  <c:v>0.0259819090691</c:v>
                </c:pt>
                <c:pt idx="916">
                  <c:v>0.0259037271328</c:v>
                </c:pt>
                <c:pt idx="917">
                  <c:v>0.0258262255565</c:v>
                </c:pt>
                <c:pt idx="918">
                  <c:v>0.0257494021601</c:v>
                </c:pt>
                <c:pt idx="919">
                  <c:v>0.0256732547812</c:v>
                </c:pt>
                <c:pt idx="920">
                  <c:v>0.0255977812761</c:v>
                </c:pt>
                <c:pt idx="921">
                  <c:v>0.0255229795202</c:v>
                </c:pt>
                <c:pt idx="922">
                  <c:v>0.0254488474091</c:v>
                </c:pt>
                <c:pt idx="923">
                  <c:v>0.0253753828586</c:v>
                </c:pt>
                <c:pt idx="924">
                  <c:v>0.0253025838057</c:v>
                </c:pt>
                <c:pt idx="925">
                  <c:v>0.0252304482087</c:v>
                </c:pt>
                <c:pt idx="926">
                  <c:v>0.0251589740482</c:v>
                </c:pt>
                <c:pt idx="927">
                  <c:v>0.0250881593266</c:v>
                </c:pt>
                <c:pt idx="928">
                  <c:v>0.0250180020693</c:v>
                </c:pt>
                <c:pt idx="929">
                  <c:v>0.0249485003243</c:v>
                </c:pt>
                <c:pt idx="930">
                  <c:v>0.0248796521625</c:v>
                </c:pt>
                <c:pt idx="931">
                  <c:v>0.0248114556782</c:v>
                </c:pt>
                <c:pt idx="932">
                  <c:v>0.0247439089886</c:v>
                </c:pt>
                <c:pt idx="933">
                  <c:v>0.0246770102341</c:v>
                </c:pt>
                <c:pt idx="934">
                  <c:v>0.0246107575784</c:v>
                </c:pt>
                <c:pt idx="935">
                  <c:v>0.0245451492079</c:v>
                </c:pt>
                <c:pt idx="936">
                  <c:v>0.0244801833318</c:v>
                </c:pt>
                <c:pt idx="937">
                  <c:v>0.0244158581819</c:v>
                </c:pt>
                <c:pt idx="938">
                  <c:v>0.0243521720122</c:v>
                </c:pt>
                <c:pt idx="939">
                  <c:v>0.0242891230982</c:v>
                </c:pt>
                <c:pt idx="940">
                  <c:v>0.0242267097371</c:v>
                </c:pt>
                <c:pt idx="941">
                  <c:v>0.0241649302467</c:v>
                </c:pt>
                <c:pt idx="942">
                  <c:v>0.0241037829649</c:v>
                </c:pt>
                <c:pt idx="943">
                  <c:v>0.0240432662495</c:v>
                </c:pt>
                <c:pt idx="944">
                  <c:v>0.0239833784769</c:v>
                </c:pt>
                <c:pt idx="945">
                  <c:v>0.0239241180417</c:v>
                </c:pt>
                <c:pt idx="946">
                  <c:v>0.0238654833555</c:v>
                </c:pt>
                <c:pt idx="947">
                  <c:v>0.0238074728467</c:v>
                </c:pt>
                <c:pt idx="948">
                  <c:v>0.0237500849585</c:v>
                </c:pt>
                <c:pt idx="949">
                  <c:v>0.0236933181487</c:v>
                </c:pt>
                <c:pt idx="950">
                  <c:v>0.0236371708882</c:v>
                </c:pt>
                <c:pt idx="951">
                  <c:v>0.02358164166</c:v>
                </c:pt>
                <c:pt idx="952">
                  <c:v>0.0235267289578</c:v>
                </c:pt>
                <c:pt idx="953">
                  <c:v>0.0234724312846</c:v>
                </c:pt>
                <c:pt idx="954">
                  <c:v>0.0234187471518</c:v>
                </c:pt>
                <c:pt idx="955">
                  <c:v>0.0233656750774</c:v>
                </c:pt>
                <c:pt idx="956">
                  <c:v>0.0233132135842</c:v>
                </c:pt>
                <c:pt idx="957">
                  <c:v>0.0232613611991</c:v>
                </c:pt>
                <c:pt idx="958">
                  <c:v>0.0232101164507</c:v>
                </c:pt>
                <c:pt idx="959">
                  <c:v>0.0231594778678</c:v>
                </c:pt>
                <c:pt idx="960">
                  <c:v>0.0231094439778</c:v>
                </c:pt>
                <c:pt idx="961">
                  <c:v>0.0230600133049</c:v>
                </c:pt>
                <c:pt idx="962">
                  <c:v>0.0230111843679</c:v>
                </c:pt>
                <c:pt idx="963">
                  <c:v>0.0229629556787</c:v>
                </c:pt>
                <c:pt idx="964">
                  <c:v>0.0229153257399</c:v>
                </c:pt>
                <c:pt idx="965">
                  <c:v>0.0228682930431</c:v>
                </c:pt>
                <c:pt idx="966">
                  <c:v>0.0228218560664</c:v>
                </c:pt>
                <c:pt idx="967">
                  <c:v>0.0227760132726</c:v>
                </c:pt>
                <c:pt idx="968">
                  <c:v>0.0227307631066</c:v>
                </c:pt>
                <c:pt idx="969">
                  <c:v>0.0226861039934</c:v>
                </c:pt>
                <c:pt idx="970">
                  <c:v>0.0226420343359</c:v>
                </c:pt>
                <c:pt idx="971">
                  <c:v>0.0225985525119</c:v>
                </c:pt>
                <c:pt idx="972">
                  <c:v>0.0225556568724</c:v>
                </c:pt>
                <c:pt idx="973">
                  <c:v>0.0225133457386</c:v>
                </c:pt>
                <c:pt idx="974">
                  <c:v>0.0224716173995</c:v>
                </c:pt>
                <c:pt idx="975">
                  <c:v>0.0224304701097</c:v>
                </c:pt>
                <c:pt idx="976">
                  <c:v>0.0223899020861</c:v>
                </c:pt>
                <c:pt idx="977">
                  <c:v>0.022349911506</c:v>
                </c:pt>
                <c:pt idx="978">
                  <c:v>0.0223104965037</c:v>
                </c:pt>
                <c:pt idx="979">
                  <c:v>0.0222716551687</c:v>
                </c:pt>
                <c:pt idx="980">
                  <c:v>0.0222333855419</c:v>
                </c:pt>
                <c:pt idx="981">
                  <c:v>0.0221956856139</c:v>
                </c:pt>
                <c:pt idx="982">
                  <c:v>0.0221585533214</c:v>
                </c:pt>
                <c:pt idx="983">
                  <c:v>0.0221219865449</c:v>
                </c:pt>
                <c:pt idx="984">
                  <c:v>0.022085983106</c:v>
                </c:pt>
                <c:pt idx="985">
                  <c:v>0.0220505407641</c:v>
                </c:pt>
                <c:pt idx="986">
                  <c:v>0.0220156572141</c:v>
                </c:pt>
                <c:pt idx="987">
                  <c:v>0.0219813300836</c:v>
                </c:pt>
                <c:pt idx="988">
                  <c:v>0.0219475569296</c:v>
                </c:pt>
                <c:pt idx="989">
                  <c:v>0.0219143352366</c:v>
                </c:pt>
                <c:pt idx="990">
                  <c:v>0.0218816624133</c:v>
                </c:pt>
                <c:pt idx="991">
                  <c:v>0.02184953579</c:v>
                </c:pt>
                <c:pt idx="992">
                  <c:v>0.0218179526161</c:v>
                </c:pt>
                <c:pt idx="993">
                  <c:v>0.0217869100577</c:v>
                </c:pt>
                <c:pt idx="994">
                  <c:v>0.0217564051944</c:v>
                </c:pt>
                <c:pt idx="995">
                  <c:v>0.0217264350176</c:v>
                </c:pt>
                <c:pt idx="996">
                  <c:v>0.0216969964275</c:v>
                </c:pt>
                <c:pt idx="997">
                  <c:v>0.0216680862314</c:v>
                </c:pt>
                <c:pt idx="998">
                  <c:v>0.0216397011408</c:v>
                </c:pt>
                <c:pt idx="999">
                  <c:v>0.0216118377695</c:v>
                </c:pt>
                <c:pt idx="1000">
                  <c:v>0.021584492632</c:v>
                </c:pt>
                <c:pt idx="1001">
                  <c:v>0.0215576621407</c:v>
                </c:pt>
                <c:pt idx="1002">
                  <c:v>0.021531342605</c:v>
                </c:pt>
                <c:pt idx="1003">
                  <c:v>0.0215055302289</c:v>
                </c:pt>
                <c:pt idx="1004">
                  <c:v>0.02148022111</c:v>
                </c:pt>
                <c:pt idx="1005">
                  <c:v>0.0214554112376</c:v>
                </c:pt>
                <c:pt idx="1006">
                  <c:v>0.0214310964917</c:v>
                </c:pt>
                <c:pt idx="1007">
                  <c:v>0.0214072726422</c:v>
                </c:pt>
                <c:pt idx="1008">
                  <c:v>0.0213839353473</c:v>
                </c:pt>
                <c:pt idx="1009">
                  <c:v>0.0213610801531</c:v>
                </c:pt>
                <c:pt idx="1010">
                  <c:v>0.0213387024932</c:v>
                </c:pt>
                <c:pt idx="1011">
                  <c:v>0.021316797688</c:v>
                </c:pt>
                <c:pt idx="1012">
                  <c:v>0.0212953609445</c:v>
                </c:pt>
                <c:pt idx="1013">
                  <c:v>0.0212743873565</c:v>
                </c:pt>
                <c:pt idx="1014">
                  <c:v>0.0212538719045</c:v>
                </c:pt>
                <c:pt idx="1015">
                  <c:v>0.0212338094564</c:v>
                </c:pt>
                <c:pt idx="1016">
                  <c:v>0.0212141947678</c:v>
                </c:pt>
                <c:pt idx="1017">
                  <c:v>0.0211950224829</c:v>
                </c:pt>
                <c:pt idx="1018">
                  <c:v>0.0211762871356</c:v>
                </c:pt>
                <c:pt idx="1019">
                  <c:v>0.0211579831506</c:v>
                </c:pt>
                <c:pt idx="1020">
                  <c:v>0.0211401048448</c:v>
                </c:pt>
                <c:pt idx="1021">
                  <c:v>0.0211226464291</c:v>
                </c:pt>
                <c:pt idx="1022">
                  <c:v>0.0211056020102</c:v>
                </c:pt>
                <c:pt idx="1023">
                  <c:v>0.0210889655923</c:v>
                </c:pt>
                <c:pt idx="1024">
                  <c:v>0.0210727310799</c:v>
                </c:pt>
                <c:pt idx="1025">
                  <c:v>0.0210568922799</c:v>
                </c:pt>
                <c:pt idx="1026">
                  <c:v>0.0210414429044</c:v>
                </c:pt>
                <c:pt idx="1027">
                  <c:v>0.0210263765734</c:v>
                </c:pt>
                <c:pt idx="1028">
                  <c:v>0.0210116868178</c:v>
                </c:pt>
                <c:pt idx="1029">
                  <c:v>0.0209973670828</c:v>
                </c:pt>
                <c:pt idx="1030">
                  <c:v>0.0209834107309</c:v>
                </c:pt>
                <c:pt idx="1031">
                  <c:v>0.0209698110459</c:v>
                </c:pt>
                <c:pt idx="1032">
                  <c:v>0.0209565612358</c:v>
                </c:pt>
                <c:pt idx="1033">
                  <c:v>0.0209436544373</c:v>
                </c:pt>
                <c:pt idx="1034">
                  <c:v>0.0209310837195</c:v>
                </c:pt>
                <c:pt idx="1035">
                  <c:v>0.0209188420876</c:v>
                </c:pt>
                <c:pt idx="1036">
                  <c:v>0.0209069224873</c:v>
                </c:pt>
                <c:pt idx="1037">
                  <c:v>0.0208953178091</c:v>
                </c:pt>
                <c:pt idx="1038">
                  <c:v>0.0208840208921</c:v>
                </c:pt>
                <c:pt idx="1039">
                  <c:v>0.020873024529</c:v>
                </c:pt>
                <c:pt idx="1040">
                  <c:v>0.0208623214698</c:v>
                </c:pt>
                <c:pt idx="1041">
                  <c:v>0.0208519044269</c:v>
                </c:pt>
                <c:pt idx="1042">
                  <c:v>0.020841766079</c:v>
                </c:pt>
                <c:pt idx="1043">
                  <c:v>0.0208318990756</c:v>
                </c:pt>
                <c:pt idx="1044">
                  <c:v>0.0208222960418</c:v>
                </c:pt>
                <c:pt idx="1045">
                  <c:v>0.0208129495823</c:v>
                </c:pt>
                <c:pt idx="1046">
                  <c:v>0.0208038522862</c:v>
                </c:pt>
                <c:pt idx="1047">
                  <c:v>0.0207949967309</c:v>
                </c:pt>
                <c:pt idx="1048">
                  <c:v>0.0207863754867</c:v>
                </c:pt>
                <c:pt idx="1049">
                  <c:v>0.0207779811208</c:v>
                </c:pt>
                <c:pt idx="1050">
                  <c:v>0.0207698062016</c:v>
                </c:pt>
                <c:pt idx="1051">
                  <c:v>0.0207618433028</c:v>
                </c:pt>
                <c:pt idx="1052">
                  <c:v>0.0207540850068</c:v>
                </c:pt>
                <c:pt idx="1053">
                  <c:v>0.0207465239094</c:v>
                </c:pt>
                <c:pt idx="1054">
                  <c:v>0.0207391526227</c:v>
                </c:pt>
                <c:pt idx="1055">
                  <c:v>0.020731963779</c:v>
                </c:pt>
                <c:pt idx="1056">
                  <c:v>0.0207249500344</c:v>
                </c:pt>
                <c:pt idx="1057">
                  <c:v>0.0207181040717</c:v>
                </c:pt>
                <c:pt idx="1058">
                  <c:v>0.0207114186038</c:v>
                </c:pt>
                <c:pt idx="1059">
                  <c:v>0.0207048863765</c:v>
                </c:pt>
                <c:pt idx="1060">
                  <c:v>0.0206985001716</c:v>
                </c:pt>
                <c:pt idx="1061">
                  <c:v>0.0206922528093</c:v>
                </c:pt>
                <c:pt idx="1062">
                  <c:v>0.0206861371506</c:v>
                </c:pt>
                <c:pt idx="1063">
                  <c:v>0.0206801460998</c:v>
                </c:pt>
                <c:pt idx="1064">
                  <c:v>0.0206742726067</c:v>
                </c:pt>
                <c:pt idx="1065">
                  <c:v>0.0206685096681</c:v>
                </c:pt>
                <c:pt idx="1066">
                  <c:v>0.0206628503302</c:v>
                </c:pt>
                <c:pt idx="1067">
                  <c:v>0.0206572876898</c:v>
                </c:pt>
                <c:pt idx="1068">
                  <c:v>0.0206518148957</c:v>
                </c:pt>
                <c:pt idx="1069">
                  <c:v>0.0206464251502</c:v>
                </c:pt>
                <c:pt idx="1070">
                  <c:v>0.02064111171</c:v>
                </c:pt>
                <c:pt idx="1071">
                  <c:v>0.0206358678871</c:v>
                </c:pt>
                <c:pt idx="1072">
                  <c:v>0.0206306870497</c:v>
                </c:pt>
                <c:pt idx="1073">
                  <c:v>0.0206255626224</c:v>
                </c:pt>
                <c:pt idx="1074">
                  <c:v>0.0206204880873</c:v>
                </c:pt>
                <c:pt idx="1075">
                  <c:v>0.0206154569833</c:v>
                </c:pt>
                <c:pt idx="1076">
                  <c:v>0.020610462907</c:v>
                </c:pt>
                <c:pt idx="1077">
                  <c:v>0.0206054995123</c:v>
                </c:pt>
                <c:pt idx="1078">
                  <c:v>0.0206005605102</c:v>
                </c:pt>
                <c:pt idx="1079">
                  <c:v>0.0205956396685</c:v>
                </c:pt>
                <c:pt idx="1080">
                  <c:v>0.0205907308113</c:v>
                </c:pt>
                <c:pt idx="1081">
                  <c:v>0.0205858278185</c:v>
                </c:pt>
                <c:pt idx="1082">
                  <c:v>0.0205809246247</c:v>
                </c:pt>
                <c:pt idx="1083">
                  <c:v>0.0205760152187</c:v>
                </c:pt>
                <c:pt idx="1084">
                  <c:v>0.0205710936426</c:v>
                </c:pt>
                <c:pt idx="1085">
                  <c:v>0.02056615399</c:v>
                </c:pt>
                <c:pt idx="1086">
                  <c:v>0.0205611904058</c:v>
                </c:pt>
                <c:pt idx="1087">
                  <c:v>0.020556197084</c:v>
                </c:pt>
                <c:pt idx="1088">
                  <c:v>0.0205511682669</c:v>
                </c:pt>
                <c:pt idx="1089">
                  <c:v>0.0205460982431</c:v>
                </c:pt>
                <c:pt idx="1090">
                  <c:v>0.0205409813465</c:v>
                </c:pt>
                <c:pt idx="1091">
                  <c:v>0.020535811954</c:v>
                </c:pt>
                <c:pt idx="1092">
                  <c:v>0.0205305844843</c:v>
                </c:pt>
                <c:pt idx="1093">
                  <c:v>0.0205252933955</c:v>
                </c:pt>
                <c:pt idx="1094">
                  <c:v>0.0205199331839</c:v>
                </c:pt>
                <c:pt idx="1095">
                  <c:v>0.0205144983814</c:v>
                </c:pt>
                <c:pt idx="1096">
                  <c:v>0.0205089835538</c:v>
                </c:pt>
                <c:pt idx="1097">
                  <c:v>0.0205033832988</c:v>
                </c:pt>
                <c:pt idx="1098">
                  <c:v>0.0204976922436</c:v>
                </c:pt>
                <c:pt idx="1099">
                  <c:v>0.020491905043</c:v>
                </c:pt>
                <c:pt idx="1100">
                  <c:v>0.0204860163771</c:v>
                </c:pt>
                <c:pt idx="1101">
                  <c:v>0.0204800209489</c:v>
                </c:pt>
                <c:pt idx="1102">
                  <c:v>0.0204739134821</c:v>
                </c:pt>
                <c:pt idx="1103">
                  <c:v>0.0204676887191</c:v>
                </c:pt>
                <c:pt idx="1104">
                  <c:v>0.0204613414181</c:v>
                </c:pt>
                <c:pt idx="1105">
                  <c:v>0.0204548663512</c:v>
                </c:pt>
                <c:pt idx="1106">
                  <c:v>0.0204482583018</c:v>
                </c:pt>
                <c:pt idx="1107">
                  <c:v>0.0204415120623</c:v>
                </c:pt>
                <c:pt idx="1108">
                  <c:v>0.0204346224317</c:v>
                </c:pt>
                <c:pt idx="1109">
                  <c:v>0.0204275842132</c:v>
                </c:pt>
                <c:pt idx="1110">
                  <c:v>0.0204203922116</c:v>
                </c:pt>
                <c:pt idx="1111">
                  <c:v>0.0204130412316</c:v>
                </c:pt>
                <c:pt idx="1112">
                  <c:v>0.0204055260743</c:v>
                </c:pt>
                <c:pt idx="1113">
                  <c:v>0.020397841536</c:v>
                </c:pt>
                <c:pt idx="1114">
                  <c:v>0.020389982405</c:v>
                </c:pt>
                <c:pt idx="1115">
                  <c:v>0.0203819434597</c:v>
                </c:pt>
                <c:pt idx="1116">
                  <c:v>0.0203737194665</c:v>
                </c:pt>
                <c:pt idx="1117">
                  <c:v>0.0203653051768</c:v>
                </c:pt>
                <c:pt idx="1118">
                  <c:v>0.0203566953258</c:v>
                </c:pt>
                <c:pt idx="1119">
                  <c:v>0.0203478846294</c:v>
                </c:pt>
                <c:pt idx="1120">
                  <c:v>0.0203388677828</c:v>
                </c:pt>
                <c:pt idx="1121">
                  <c:v>0.020329639458</c:v>
                </c:pt>
                <c:pt idx="1122">
                  <c:v>0.0203201943022</c:v>
                </c:pt>
                <c:pt idx="1123">
                  <c:v>0.0203105269355</c:v>
                </c:pt>
                <c:pt idx="1124">
                  <c:v>0.0203006319493</c:v>
                </c:pt>
                <c:pt idx="1125">
                  <c:v>0.0202905039048</c:v>
                </c:pt>
                <c:pt idx="1126">
                  <c:v>0.0202801373306</c:v>
                </c:pt>
                <c:pt idx="1127">
                  <c:v>0.0202695267221</c:v>
                </c:pt>
                <c:pt idx="1128">
                  <c:v>0.0202586665392</c:v>
                </c:pt>
                <c:pt idx="1129">
                  <c:v>0.0202475512058</c:v>
                </c:pt>
                <c:pt idx="1130">
                  <c:v>0.0202361751078</c:v>
                </c:pt>
                <c:pt idx="1131">
                  <c:v>0.0202245325927</c:v>
                </c:pt>
                <c:pt idx="1132">
                  <c:v>0.0202126179683</c:v>
                </c:pt>
                <c:pt idx="1133">
                  <c:v>0.0202004255019</c:v>
                </c:pt>
                <c:pt idx="1134">
                  <c:v>0.02018794942</c:v>
                </c:pt>
                <c:pt idx="1135">
                  <c:v>0.0201751839077</c:v>
                </c:pt>
                <c:pt idx="1136">
                  <c:v>0.0201621231083</c:v>
                </c:pt>
                <c:pt idx="1137">
                  <c:v>0.0201487611234</c:v>
                </c:pt>
                <c:pt idx="1138">
                  <c:v>0.0201350920131</c:v>
                </c:pt>
                <c:pt idx="1139">
                  <c:v>0.0201211097959</c:v>
                </c:pt>
                <c:pt idx="1140">
                  <c:v>0.0201068084498</c:v>
                </c:pt>
                <c:pt idx="1141">
                  <c:v>0.0200921819128</c:v>
                </c:pt>
                <c:pt idx="1142">
                  <c:v>0.0200772240839</c:v>
                </c:pt>
                <c:pt idx="1143">
                  <c:v>0.0200619288242</c:v>
                </c:pt>
                <c:pt idx="1144">
                  <c:v>0.020046289959</c:v>
                </c:pt>
                <c:pt idx="1145">
                  <c:v>0.0200303012788</c:v>
                </c:pt>
                <c:pt idx="1146">
                  <c:v>0.0200139565419</c:v>
                </c:pt>
                <c:pt idx="1147">
                  <c:v>0.0199972494766</c:v>
                </c:pt>
                <c:pt idx="1148">
                  <c:v>0.0199801737837</c:v>
                </c:pt>
                <c:pt idx="1149">
                  <c:v>0.0199627231395</c:v>
                </c:pt>
                <c:pt idx="1150">
                  <c:v>0.0199448911994</c:v>
                </c:pt>
                <c:pt idx="1151">
                  <c:v>0.0199266716006</c:v>
                </c:pt>
                <c:pt idx="1152">
                  <c:v>0.019908057967</c:v>
                </c:pt>
                <c:pt idx="1153">
                  <c:v>0.0198890439126</c:v>
                </c:pt>
                <c:pt idx="1154">
                  <c:v>0.0198696230465</c:v>
                </c:pt>
                <c:pt idx="1155">
                  <c:v>0.0198497889779</c:v>
                </c:pt>
                <c:pt idx="1156">
                  <c:v>0.0198295353207</c:v>
                </c:pt>
                <c:pt idx="1157">
                  <c:v>0.0198088557001</c:v>
                </c:pt>
                <c:pt idx="1158">
                  <c:v>0.0197877437576</c:v>
                </c:pt>
                <c:pt idx="1159">
                  <c:v>0.0197661931579</c:v>
                </c:pt>
                <c:pt idx="1160">
                  <c:v>0.0197441975955</c:v>
                </c:pt>
                <c:pt idx="1161">
                  <c:v>0.0197217508016</c:v>
                </c:pt>
                <c:pt idx="1162">
                  <c:v>0.0196988465516</c:v>
                </c:pt>
                <c:pt idx="1163">
                  <c:v>0.019675478673</c:v>
                </c:pt>
                <c:pt idx="1164">
                  <c:v>0.0196516410534</c:v>
                </c:pt>
                <c:pt idx="1165">
                  <c:v>0.0196273276491</c:v>
                </c:pt>
                <c:pt idx="1166">
                  <c:v>0.0196025324936</c:v>
                </c:pt>
                <c:pt idx="1167">
                  <c:v>0.0195772497073</c:v>
                </c:pt>
                <c:pt idx="1168">
                  <c:v>0.0195514735069</c:v>
                </c:pt>
                <c:pt idx="1169">
                  <c:v>0.019525198215</c:v>
                </c:pt>
                <c:pt idx="1170">
                  <c:v>0.0194984182704</c:v>
                </c:pt>
                <c:pt idx="1171">
                  <c:v>0.0194711282386</c:v>
                </c:pt>
                <c:pt idx="1172">
                  <c:v>0.0194433228229</c:v>
                </c:pt>
                <c:pt idx="1173">
                  <c:v>0.0194149968747</c:v>
                </c:pt>
                <c:pt idx="1174">
                  <c:v>0.0193861454054</c:v>
                </c:pt>
                <c:pt idx="1175">
                  <c:v>0.0193567635979</c:v>
                </c:pt>
                <c:pt idx="1176">
                  <c:v>0.0193268468181</c:v>
                </c:pt>
                <c:pt idx="1177">
                  <c:v>0.0192963906268</c:v>
                </c:pt>
                <c:pt idx="1178">
                  <c:v>0.0192653907923</c:v>
                </c:pt>
                <c:pt idx="1179">
                  <c:v>0.0192338433022</c:v>
                </c:pt>
                <c:pt idx="1180">
                  <c:v>0.019201744376</c:v>
                </c:pt>
                <c:pt idx="1181">
                  <c:v>0.0191690904774</c:v>
                </c:pt>
                <c:pt idx="1182">
                  <c:v>0.0191358783269</c:v>
                </c:pt>
                <c:pt idx="1183">
                  <c:v>0.0191021049144</c:v>
                </c:pt>
                <c:pt idx="1184">
                  <c:v>0.0190677675118</c:v>
                </c:pt>
                <c:pt idx="1185">
                  <c:v>0.0190328636852</c:v>
                </c:pt>
                <c:pt idx="1186">
                  <c:v>0.0189973913074</c:v>
                </c:pt>
                <c:pt idx="1187">
                  <c:v>0.0189613485703</c:v>
                </c:pt>
                <c:pt idx="1188">
                  <c:v>0.0189247339967</c:v>
                </c:pt>
                <c:pt idx="1189">
                  <c:v>0.0188875464525</c:v>
                </c:pt>
                <c:pt idx="1190">
                  <c:v>0.0188497851581</c:v>
                </c:pt>
                <c:pt idx="1191">
                  <c:v>0.0188114496998</c:v>
                </c:pt>
                <c:pt idx="1192">
                  <c:v>0.0187725400406</c:v>
                </c:pt>
                <c:pt idx="1193">
                  <c:v>0.0187330565312</c:v>
                </c:pt>
                <c:pt idx="1194">
                  <c:v>0.0186929999196</c:v>
                </c:pt>
                <c:pt idx="1195">
                  <c:v>0.0186523713614</c:v>
                </c:pt>
                <c:pt idx="1196">
                  <c:v>0.0186111724282</c:v>
                </c:pt>
                <c:pt idx="1197">
                  <c:v>0.018569405117</c:v>
                </c:pt>
                <c:pt idx="1198">
                  <c:v>0.0185270718576</c:v>
                </c:pt>
                <c:pt idx="1199">
                  <c:v>0.0184841755201</c:v>
                </c:pt>
                <c:pt idx="1200">
                  <c:v>0.0184407194213</c:v>
                </c:pt>
                <c:pt idx="1201">
                  <c:v>0.018396707331</c:v>
                </c:pt>
                <c:pt idx="1202">
                  <c:v>0.0183521434767</c:v>
                </c:pt>
                <c:pt idx="1203">
                  <c:v>0.018307032548</c:v>
                </c:pt>
                <c:pt idx="1204">
                  <c:v>0.0182613796999</c:v>
                </c:pt>
                <c:pt idx="1205">
                  <c:v>0.0182151905555</c:v>
                </c:pt>
                <c:pt idx="1206">
                  <c:v>0.0181684712075</c:v>
                </c:pt>
                <c:pt idx="1207">
                  <c:v>0.0181212282185</c:v>
                </c:pt>
                <c:pt idx="1208">
                  <c:v>0.0180734686215</c:v>
                </c:pt>
                <c:pt idx="1209">
                  <c:v>0.0180251999175</c:v>
                </c:pt>
                <c:pt idx="1210">
                  <c:v>0.0179764300742</c:v>
                </c:pt>
                <c:pt idx="1211">
                  <c:v>0.0179271675216</c:v>
                </c:pt>
                <c:pt idx="1212">
                  <c:v>0.0178774211486</c:v>
                </c:pt>
                <c:pt idx="1213">
                  <c:v>0.0178272002968</c:v>
                </c:pt>
                <c:pt idx="1214">
                  <c:v>0.0177765147542</c:v>
                </c:pt>
                <c:pt idx="1215">
                  <c:v>0.0177253747479</c:v>
                </c:pt>
                <c:pt idx="1216">
                  <c:v>0.0176737909352</c:v>
                </c:pt>
                <c:pt idx="1217">
                  <c:v>0.0176217743942</c:v>
                </c:pt>
                <c:pt idx="1218">
                  <c:v>0.0175693366131</c:v>
                </c:pt>
                <c:pt idx="1219">
                  <c:v>0.0175164894785</c:v>
                </c:pt>
                <c:pt idx="1220">
                  <c:v>0.0174632452631</c:v>
                </c:pt>
                <c:pt idx="1221">
                  <c:v>0.0174096166122</c:v>
                </c:pt>
                <c:pt idx="1222">
                  <c:v>0.0173556165289</c:v>
                </c:pt>
                <c:pt idx="1223">
                  <c:v>0.0173012583594</c:v>
                </c:pt>
                <c:pt idx="1224">
                  <c:v>0.0172465557767</c:v>
                </c:pt>
                <c:pt idx="1225">
                  <c:v>0.0171915227635</c:v>
                </c:pt>
                <c:pt idx="1226">
                  <c:v>0.0171361735954</c:v>
                </c:pt>
                <c:pt idx="1227">
                  <c:v>0.0170805228218</c:v>
                </c:pt>
                <c:pt idx="1228">
                  <c:v>0.0170245852477</c:v>
                </c:pt>
                <c:pt idx="1229">
                  <c:v>0.0169683759141</c:v>
                </c:pt>
                <c:pt idx="1230">
                  <c:v>0.0169119100784</c:v>
                </c:pt>
                <c:pt idx="1231">
                  <c:v>0.0168552031935</c:v>
                </c:pt>
                <c:pt idx="1232">
                  <c:v>0.0167982708878</c:v>
                </c:pt>
                <c:pt idx="1233">
                  <c:v>0.016741128944</c:v>
                </c:pt>
                <c:pt idx="1234">
                  <c:v>0.0166837932779</c:v>
                </c:pt>
                <c:pt idx="1235">
                  <c:v>0.0166262799172</c:v>
                </c:pt>
                <c:pt idx="1236">
                  <c:v>0.01656860498</c:v>
                </c:pt>
                <c:pt idx="1237">
                  <c:v>0.0165107846532</c:v>
                </c:pt>
                <c:pt idx="1238">
                  <c:v>0.0164528351715</c:v>
                </c:pt>
                <c:pt idx="1239">
                  <c:v>0.0163947727958</c:v>
                </c:pt>
                <c:pt idx="1240">
                  <c:v>0.0163366137922</c:v>
                </c:pt>
                <c:pt idx="1241">
                  <c:v>0.0162783744112</c:v>
                </c:pt>
                <c:pt idx="1242">
                  <c:v>0.0162200708671</c:v>
                </c:pt>
                <c:pt idx="1243">
                  <c:v>0.0161617193176</c:v>
                </c:pt>
                <c:pt idx="1244">
                  <c:v>0.0161033358443</c:v>
                </c:pt>
                <c:pt idx="1245">
                  <c:v>0.0160449364333</c:v>
                </c:pt>
                <c:pt idx="1246">
                  <c:v>0.0159865369563</c:v>
                </c:pt>
                <c:pt idx="1247">
                  <c:v>0.0159281531526</c:v>
                </c:pt>
                <c:pt idx="1248">
                  <c:v>0.0158698006113</c:v>
                </c:pt>
                <c:pt idx="1249">
                  <c:v>0.0158114947542</c:v>
                </c:pt>
                <c:pt idx="1250">
                  <c:v>0.01575325082</c:v>
                </c:pt>
                <c:pt idx="1251">
                  <c:v>0.0156950838484</c:v>
                </c:pt>
                <c:pt idx="1252">
                  <c:v>0.0156370086653</c:v>
                </c:pt>
                <c:pt idx="1253">
                  <c:v>0.015579039869</c:v>
                </c:pt>
                <c:pt idx="1254">
                  <c:v>0.0155211918168</c:v>
                </c:pt>
                <c:pt idx="1255">
                  <c:v>0.0154634786128</c:v>
                </c:pt>
                <c:pt idx="1256">
                  <c:v>0.0154059140959</c:v>
                </c:pt>
                <c:pt idx="1257">
                  <c:v>0.0153485118296</c:v>
                </c:pt>
                <c:pt idx="1258">
                  <c:v>0.0152912850919</c:v>
                </c:pt>
                <c:pt idx="1259">
                  <c:v>0.0152342468661</c:v>
                </c:pt>
                <c:pt idx="1260">
                  <c:v>0.0151774098328</c:v>
                </c:pt>
                <c:pt idx="1261">
                  <c:v>0.0151207863625</c:v>
                </c:pt>
                <c:pt idx="1262">
                  <c:v>0.0150643885089</c:v>
                </c:pt>
                <c:pt idx="1263">
                  <c:v>0.0150082280036</c:v>
                </c:pt>
                <c:pt idx="1264">
                  <c:v>0.0149523162508</c:v>
                </c:pt>
                <c:pt idx="1265">
                  <c:v>0.0148966643234</c:v>
                </c:pt>
                <c:pt idx="1266">
                  <c:v>0.0148412829597</c:v>
                </c:pt>
                <c:pt idx="1267">
                  <c:v>0.0147861825608</c:v>
                </c:pt>
                <c:pt idx="1268">
                  <c:v>0.0147313731888</c:v>
                </c:pt>
                <c:pt idx="1269">
                  <c:v>0.0146768645655</c:v>
                </c:pt>
                <c:pt idx="1270">
                  <c:v>0.0146226660723</c:v>
                </c:pt>
                <c:pt idx="1271">
                  <c:v>0.01456878675</c:v>
                </c:pt>
                <c:pt idx="1272">
                  <c:v>0.0145152353001</c:v>
                </c:pt>
                <c:pt idx="1273">
                  <c:v>0.014462020086</c:v>
                </c:pt>
                <c:pt idx="1274">
                  <c:v>0.0144091491347</c:v>
                </c:pt>
                <c:pt idx="1275">
                  <c:v>0.0143566301402</c:v>
                </c:pt>
                <c:pt idx="1276">
                  <c:v>0.0143044704657</c:v>
                </c:pt>
                <c:pt idx="1277">
                  <c:v>0.0142526771475</c:v>
                </c:pt>
                <c:pt idx="1278">
                  <c:v>0.0142012568992</c:v>
                </c:pt>
                <c:pt idx="1279">
                  <c:v>0.0141502161155</c:v>
                </c:pt>
                <c:pt idx="1280">
                  <c:v>0.0140995608776</c:v>
                </c:pt>
                <c:pt idx="1281">
                  <c:v>0.014049296958</c:v>
                </c:pt>
                <c:pt idx="1282">
                  <c:v>0.013999429826</c:v>
                </c:pt>
                <c:pt idx="1283">
                  <c:v>0.0139499646534</c:v>
                </c:pt>
                <c:pt idx="1284">
                  <c:v>0.0139009063207</c:v>
                </c:pt>
                <c:pt idx="1285">
                  <c:v>0.013852259423</c:v>
                </c:pt>
                <c:pt idx="1286">
                  <c:v>0.0138040282768</c:v>
                </c:pt>
                <c:pt idx="1287">
                  <c:v>0.0137562169264</c:v>
                </c:pt>
                <c:pt idx="1288">
                  <c:v>0.0137088291507</c:v>
                </c:pt>
                <c:pt idx="1289">
                  <c:v>0.0136618684702</c:v>
                </c:pt>
                <c:pt idx="1290">
                  <c:v>0.013615338154</c:v>
                </c:pt>
                <c:pt idx="1291">
                  <c:v>0.0135692412268</c:v>
                </c:pt>
                <c:pt idx="1292">
                  <c:v>0.0135235804761</c:v>
                </c:pt>
                <c:pt idx="1293">
                  <c:v>0.0134783584595</c:v>
                </c:pt>
                <c:pt idx="1294">
                  <c:v>0.0134335775117</c:v>
                </c:pt>
                <c:pt idx="1295">
                  <c:v>0.0133892397519</c:v>
                </c:pt>
                <c:pt idx="1296">
                  <c:v>0.0133453470909</c:v>
                </c:pt>
                <c:pt idx="1297">
                  <c:v>0.0133019012386</c:v>
                </c:pt>
                <c:pt idx="1298">
                  <c:v>0.0132589037103</c:v>
                </c:pt>
                <c:pt idx="1299">
                  <c:v>0.0132163558349</c:v>
                </c:pt>
                <c:pt idx="1300">
                  <c:v>0.0131742587608</c:v>
                </c:pt>
                <c:pt idx="1301">
                  <c:v>0.0131326134636</c:v>
                </c:pt>
                <c:pt idx="1302">
                  <c:v>0.0130914207524</c:v>
                </c:pt>
                <c:pt idx="1303">
                  <c:v>0.0130506812768</c:v>
                </c:pt>
                <c:pt idx="1304">
                  <c:v>0.0130103955333</c:v>
                </c:pt>
                <c:pt idx="1305">
                  <c:v>0.0129705638719</c:v>
                </c:pt>
                <c:pt idx="1306">
                  <c:v>0.0129311865021</c:v>
                </c:pt>
                <c:pt idx="1307">
                  <c:v>0.0128922634994</c:v>
                </c:pt>
                <c:pt idx="1308">
                  <c:v>0.0128537948114</c:v>
                </c:pt>
                <c:pt idx="1309">
                  <c:v>0.0128157802632</c:v>
                </c:pt>
                <c:pt idx="1310">
                  <c:v>0.0127782195634</c:v>
                </c:pt>
                <c:pt idx="1311">
                  <c:v>0.0127411123099</c:v>
                </c:pt>
                <c:pt idx="1312">
                  <c:v>0.0127044579948</c:v>
                </c:pt>
                <c:pt idx="1313">
                  <c:v>0.0126682560099</c:v>
                </c:pt>
                <c:pt idx="1314">
                  <c:v>0.0126325056517</c:v>
                </c:pt>
                <c:pt idx="1315">
                  <c:v>0.0125972061262</c:v>
                </c:pt>
                <c:pt idx="1316">
                  <c:v>0.0125623565537</c:v>
                </c:pt>
                <c:pt idx="1317">
                  <c:v>0.0125279559733</c:v>
                </c:pt>
                <c:pt idx="1318">
                  <c:v>0.0124940033472</c:v>
                </c:pt>
                <c:pt idx="1319">
                  <c:v>0.012460497565</c:v>
                </c:pt>
                <c:pt idx="1320">
                  <c:v>0.0124274374474</c:v>
                </c:pt>
                <c:pt idx="1321">
                  <c:v>0.0123948217504</c:v>
                </c:pt>
                <c:pt idx="1322">
                  <c:v>0.0123626491687</c:v>
                </c:pt>
                <c:pt idx="1323">
                  <c:v>0.0123309183394</c:v>
                </c:pt>
                <c:pt idx="1324">
                  <c:v>0.012299627845</c:v>
                </c:pt>
                <c:pt idx="1325">
                  <c:v>0.0122687762168</c:v>
                </c:pt>
                <c:pt idx="1326">
                  <c:v>0.0122383619378</c:v>
                </c:pt>
                <c:pt idx="1327">
                  <c:v>0.0122083834454</c:v>
                </c:pt>
                <c:pt idx="1328">
                  <c:v>0.0121788391344</c:v>
                </c:pt>
                <c:pt idx="1329">
                  <c:v>0.0121497273589</c:v>
                </c:pt>
                <c:pt idx="1330">
                  <c:v>0.0121210464354</c:v>
                </c:pt>
                <c:pt idx="1331">
                  <c:v>0.0120927946441</c:v>
                </c:pt>
                <c:pt idx="1332">
                  <c:v>0.0120649702319</c:v>
                </c:pt>
                <c:pt idx="1333">
                  <c:v>0.0120375714135</c:v>
                </c:pt>
                <c:pt idx="1334">
                  <c:v>0.0120105963734</c:v>
                </c:pt>
                <c:pt idx="1335">
                  <c:v>0.0119840432678</c:v>
                </c:pt>
                <c:pt idx="1336">
                  <c:v>0.0119579102256</c:v>
                </c:pt>
                <c:pt idx="1337">
                  <c:v>0.0119321953501</c:v>
                </c:pt>
                <c:pt idx="1338">
                  <c:v>0.01190689672</c:v>
                </c:pt>
                <c:pt idx="1339">
                  <c:v>0.0118820123905</c:v>
                </c:pt>
                <c:pt idx="1340">
                  <c:v>0.0118575403946</c:v>
                </c:pt>
                <c:pt idx="1341">
                  <c:v>0.0118334787433</c:v>
                </c:pt>
                <c:pt idx="1342">
                  <c:v>0.0118098254271</c:v>
                </c:pt>
                <c:pt idx="1343">
                  <c:v>0.011786578416</c:v>
                </c:pt>
                <c:pt idx="1344">
                  <c:v>0.0117637356603</c:v>
                </c:pt>
                <c:pt idx="1345">
                  <c:v>0.0117412950913</c:v>
                </c:pt>
                <c:pt idx="1346">
                  <c:v>0.011719254621</c:v>
                </c:pt>
                <c:pt idx="1347">
                  <c:v>0.011697612143</c:v>
                </c:pt>
                <c:pt idx="1348">
                  <c:v>0.0116763655322</c:v>
                </c:pt>
                <c:pt idx="1349">
                  <c:v>0.0116555126451</c:v>
                </c:pt>
                <c:pt idx="1350">
                  <c:v>0.0116350513197</c:v>
                </c:pt>
                <c:pt idx="1351">
                  <c:v>0.0116149793758</c:v>
                </c:pt>
                <c:pt idx="1352">
                  <c:v>0.0115952946142</c:v>
                </c:pt>
                <c:pt idx="1353">
                  <c:v>0.0115759948171</c:v>
                </c:pt>
                <c:pt idx="1354">
                  <c:v>0.0115570777477</c:v>
                </c:pt>
                <c:pt idx="1355">
                  <c:v>0.0115385411495</c:v>
                </c:pt>
                <c:pt idx="1356">
                  <c:v>0.0115203827467</c:v>
                </c:pt>
                <c:pt idx="1357">
                  <c:v>0.0115026002432</c:v>
                </c:pt>
                <c:pt idx="1358">
                  <c:v>0.0114851913224</c:v>
                </c:pt>
                <c:pt idx="1359">
                  <c:v>0.0114681536469</c:v>
                </c:pt>
                <c:pt idx="1360">
                  <c:v>0.0114514848575</c:v>
                </c:pt>
                <c:pt idx="1361">
                  <c:v>0.0114351825734</c:v>
                </c:pt>
                <c:pt idx="1362">
                  <c:v>0.0114192443912</c:v>
                </c:pt>
                <c:pt idx="1363">
                  <c:v>0.0114036678844</c:v>
                </c:pt>
                <c:pt idx="1364">
                  <c:v>0.0113884506031</c:v>
                </c:pt>
                <c:pt idx="1365">
                  <c:v>0.011373590073</c:v>
                </c:pt>
                <c:pt idx="1366">
                  <c:v>0.0113590837956</c:v>
                </c:pt>
                <c:pt idx="1367">
                  <c:v>0.0113449292468</c:v>
                </c:pt>
                <c:pt idx="1368">
                  <c:v>0.0113311238769</c:v>
                </c:pt>
                <c:pt idx="1369">
                  <c:v>0.0113176651102</c:v>
                </c:pt>
                <c:pt idx="1370">
                  <c:v>0.0113045503438</c:v>
                </c:pt>
                <c:pt idx="1371">
                  <c:v>0.011291776948</c:v>
                </c:pt>
                <c:pt idx="1372">
                  <c:v>0.0112793422652</c:v>
                </c:pt>
                <c:pt idx="1373">
                  <c:v>0.0112672436097</c:v>
                </c:pt>
                <c:pt idx="1374">
                  <c:v>0.0112554782674</c:v>
                </c:pt>
                <c:pt idx="1375">
                  <c:v>0.0112440434954</c:v>
                </c:pt>
                <c:pt idx="1376">
                  <c:v>0.0112329365213</c:v>
                </c:pt>
                <c:pt idx="1377">
                  <c:v>0.0112221545438</c:v>
                </c:pt>
                <c:pt idx="1378">
                  <c:v>0.0112116947314</c:v>
                </c:pt>
                <c:pt idx="1379">
                  <c:v>0.0112015542231</c:v>
                </c:pt>
                <c:pt idx="1380">
                  <c:v>0.0111917301277</c:v>
                </c:pt>
                <c:pt idx="1381">
                  <c:v>0.011182219524</c:v>
                </c:pt>
                <c:pt idx="1382">
                  <c:v>0.0111730194606</c:v>
                </c:pt>
                <c:pt idx="1383">
                  <c:v>0.011164126956</c:v>
                </c:pt>
                <c:pt idx="1384">
                  <c:v>0.0111555389987</c:v>
                </c:pt>
                <c:pt idx="1385">
                  <c:v>0.011147252547</c:v>
                </c:pt>
                <c:pt idx="1386">
                  <c:v>0.0111392645298</c:v>
                </c:pt>
                <c:pt idx="1387">
                  <c:v>0.0111315718462</c:v>
                </c:pt>
                <c:pt idx="1388">
                  <c:v>0.011124171366</c:v>
                </c:pt>
                <c:pt idx="1389">
                  <c:v>0.0111170599302</c:v>
                </c:pt>
                <c:pt idx="1390">
                  <c:v>0.0111102343512</c:v>
                </c:pt>
                <c:pt idx="1391">
                  <c:v>0.0111036914132</c:v>
                </c:pt>
                <c:pt idx="1392">
                  <c:v>0.0110974278728</c:v>
                </c:pt>
                <c:pt idx="1393">
                  <c:v>0.0110914404594</c:v>
                </c:pt>
                <c:pt idx="1394">
                  <c:v>0.011085725876</c:v>
                </c:pt>
                <c:pt idx="1395">
                  <c:v>0.0110802807997</c:v>
                </c:pt>
                <c:pt idx="1396">
                  <c:v>0.0110751018821</c:v>
                </c:pt>
                <c:pt idx="1397">
                  <c:v>0.0110701857505</c:v>
                </c:pt>
                <c:pt idx="1398">
                  <c:v>0.0110655290083</c:v>
                </c:pt>
                <c:pt idx="1399">
                  <c:v>0.0110611282361</c:v>
                </c:pt>
                <c:pt idx="1400">
                  <c:v>0.0110569799919</c:v>
                </c:pt>
                <c:pt idx="1401">
                  <c:v>0.0110530808128</c:v>
                </c:pt>
                <c:pt idx="1402">
                  <c:v>0.0110494272151</c:v>
                </c:pt>
                <c:pt idx="1403">
                  <c:v>0.0110460156958</c:v>
                </c:pt>
                <c:pt idx="1404">
                  <c:v>0.0110428427332</c:v>
                </c:pt>
                <c:pt idx="1405">
                  <c:v>0.0110399047878</c:v>
                </c:pt>
                <c:pt idx="1406">
                  <c:v>0.0110371983036</c:v>
                </c:pt>
                <c:pt idx="1407">
                  <c:v>0.0110347197087</c:v>
                </c:pt>
                <c:pt idx="1408">
                  <c:v>0.0110324654168</c:v>
                </c:pt>
                <c:pt idx="1409">
                  <c:v>0.0110304318274</c:v>
                </c:pt>
                <c:pt idx="1410">
                  <c:v>0.0110286153279</c:v>
                </c:pt>
                <c:pt idx="1411">
                  <c:v>0.0110270122937</c:v>
                </c:pt>
                <c:pt idx="1412">
                  <c:v>0.0110256190897</c:v>
                </c:pt>
                <c:pt idx="1413">
                  <c:v>0.0110244320713</c:v>
                </c:pt>
                <c:pt idx="1414">
                  <c:v>0.0110234475853</c:v>
                </c:pt>
                <c:pt idx="1415">
                  <c:v>0.0110226619711</c:v>
                </c:pt>
                <c:pt idx="1416">
                  <c:v>0.0110220715617</c:v>
                </c:pt>
                <c:pt idx="1417">
                  <c:v>0.0110216726845</c:v>
                </c:pt>
                <c:pt idx="1418">
                  <c:v>0.0110214616629</c:v>
                </c:pt>
                <c:pt idx="1419">
                  <c:v>0.0110214348168</c:v>
                </c:pt>
                <c:pt idx="1420">
                  <c:v>0.0110215884639</c:v>
                </c:pt>
                <c:pt idx="1421">
                  <c:v>0.0110219189205</c:v>
                </c:pt>
                <c:pt idx="1422">
                  <c:v>0.0110224225029</c:v>
                </c:pt>
                <c:pt idx="1423">
                  <c:v>0.0110230955281</c:v>
                </c:pt>
                <c:pt idx="1424">
                  <c:v>0.011023934315</c:v>
                </c:pt>
                <c:pt idx="1425">
                  <c:v>0.0110249351851</c:v>
                </c:pt>
                <c:pt idx="1426">
                  <c:v>0.0110260944641</c:v>
                </c:pt>
                <c:pt idx="1427">
                  <c:v>0.0110274084821</c:v>
                </c:pt>
                <c:pt idx="1428">
                  <c:v>0.0110288735754</c:v>
                </c:pt>
                <c:pt idx="1429">
                  <c:v>0.011030486087</c:v>
                </c:pt>
                <c:pt idx="1430">
                  <c:v>0.0110322423678</c:v>
                </c:pt>
                <c:pt idx="1431">
                  <c:v>0.0110341387773</c:v>
                </c:pt>
                <c:pt idx="1432">
                  <c:v>0.0110361716853</c:v>
                </c:pt>
                <c:pt idx="1433">
                  <c:v>0.0110383374719</c:v>
                </c:pt>
                <c:pt idx="1434">
                  <c:v>0.0110406325295</c:v>
                </c:pt>
                <c:pt idx="1435">
                  <c:v>0.011043053263</c:v>
                </c:pt>
                <c:pt idx="1436">
                  <c:v>0.0110455960916</c:v>
                </c:pt>
                <c:pt idx="1437">
                  <c:v>0.0110482574489</c:v>
                </c:pt>
                <c:pt idx="1438">
                  <c:v>0.0110510337849</c:v>
                </c:pt>
                <c:pt idx="1439">
                  <c:v>0.0110539215663</c:v>
                </c:pt>
                <c:pt idx="1440">
                  <c:v>0.0110569172779</c:v>
                </c:pt>
                <c:pt idx="1441">
                  <c:v>0.0110600174236</c:v>
                </c:pt>
                <c:pt idx="1442">
                  <c:v>0.0110632185275</c:v>
                </c:pt>
                <c:pt idx="1443">
                  <c:v>0.011066517135</c:v>
                </c:pt>
                <c:pt idx="1444">
                  <c:v>0.0110699098137</c:v>
                </c:pt>
                <c:pt idx="1445">
                  <c:v>0.0110733931549</c:v>
                </c:pt>
                <c:pt idx="1446">
                  <c:v>0.0110769637743</c:v>
                </c:pt>
                <c:pt idx="1447">
                  <c:v>0.0110806183135</c:v>
                </c:pt>
                <c:pt idx="1448">
                  <c:v>0.0110843534408</c:v>
                </c:pt>
                <c:pt idx="1449">
                  <c:v>0.0110881658528</c:v>
                </c:pt>
                <c:pt idx="1450">
                  <c:v>0.011092052275</c:v>
                </c:pt>
                <c:pt idx="1451">
                  <c:v>0.0110960094637</c:v>
                </c:pt>
                <c:pt idx="1452">
                  <c:v>0.0111000342064</c:v>
                </c:pt>
                <c:pt idx="1453">
                  <c:v>0.0111041233238</c:v>
                </c:pt>
                <c:pt idx="1454">
                  <c:v>0.0111082736703</c:v>
                </c:pt>
                <c:pt idx="1455">
                  <c:v>0.0111124821357</c:v>
                </c:pt>
                <c:pt idx="1456">
                  <c:v>0.0111167456462</c:v>
                </c:pt>
                <c:pt idx="1457">
                  <c:v>0.0111210611656</c:v>
                </c:pt>
                <c:pt idx="1458">
                  <c:v>0.0111254256965</c:v>
                </c:pt>
                <c:pt idx="1459">
                  <c:v>0.0111298362819</c:v>
                </c:pt>
                <c:pt idx="1460">
                  <c:v>0.0111342900056</c:v>
                </c:pt>
                <c:pt idx="1461">
                  <c:v>0.0111387839942</c:v>
                </c:pt>
                <c:pt idx="1462">
                  <c:v>0.0111433154179</c:v>
                </c:pt>
                <c:pt idx="1463">
                  <c:v>0.0111478814916</c:v>
                </c:pt>
                <c:pt idx="1464">
                  <c:v>0.0111524794763</c:v>
                </c:pt>
                <c:pt idx="1465">
                  <c:v>0.0111571066799</c:v>
                </c:pt>
                <c:pt idx="1466">
                  <c:v>0.0111617604585</c:v>
                </c:pt>
                <c:pt idx="1467">
                  <c:v>0.0111664382177</c:v>
                </c:pt>
                <c:pt idx="1468">
                  <c:v>0.0111711374131</c:v>
                </c:pt>
                <c:pt idx="1469">
                  <c:v>0.0111758555517</c:v>
                </c:pt>
                <c:pt idx="1470">
                  <c:v>0.0111805901928</c:v>
                </c:pt>
                <c:pt idx="1471">
                  <c:v>0.0111853389487</c:v>
                </c:pt>
                <c:pt idx="1472">
                  <c:v>0.011190099486</c:v>
                </c:pt>
                <c:pt idx="1473">
                  <c:v>0.0111948695262</c:v>
                </c:pt>
                <c:pt idx="1474">
                  <c:v>0.0111996468463</c:v>
                </c:pt>
                <c:pt idx="1475">
                  <c:v>0.0112044292798</c:v>
                </c:pt>
                <c:pt idx="1476">
                  <c:v>0.0112092147174</c:v>
                </c:pt>
                <c:pt idx="1477">
                  <c:v>0.0112140011074</c:v>
                </c:pt>
                <c:pt idx="1478">
                  <c:v>0.0112187864565</c:v>
                </c:pt>
                <c:pt idx="1479">
                  <c:v>0.0112235688302</c:v>
                </c:pt>
                <c:pt idx="1480">
                  <c:v>0.011228346353</c:v>
                </c:pt>
                <c:pt idx="1481">
                  <c:v>0.0112331172092</c:v>
                </c:pt>
                <c:pt idx="1482">
                  <c:v>0.011237879643</c:v>
                </c:pt>
                <c:pt idx="1483">
                  <c:v>0.0112426319585</c:v>
                </c:pt>
                <c:pt idx="1484">
                  <c:v>0.0112473725203</c:v>
                </c:pt>
                <c:pt idx="1485">
                  <c:v>0.0112520997533</c:v>
                </c:pt>
                <c:pt idx="1486">
                  <c:v>0.0112568121429</c:v>
                </c:pt>
                <c:pt idx="1487">
                  <c:v>0.0112615082346</c:v>
                </c:pt>
                <c:pt idx="1488">
                  <c:v>0.0112661866343</c:v>
                </c:pt>
                <c:pt idx="1489">
                  <c:v>0.0112708460081</c:v>
                </c:pt>
                <c:pt idx="1490">
                  <c:v>0.0112754850814</c:v>
                </c:pt>
                <c:pt idx="1491">
                  <c:v>0.0112801026396</c:v>
                </c:pt>
                <c:pt idx="1492">
                  <c:v>0.0112846975267</c:v>
                </c:pt>
                <c:pt idx="1493">
                  <c:v>0.0112892686455</c:v>
                </c:pt>
                <c:pt idx="1494">
                  <c:v>0.0112938149567</c:v>
                </c:pt>
                <c:pt idx="1495">
                  <c:v>0.0112983354787</c:v>
                </c:pt>
                <c:pt idx="1496">
                  <c:v>0.0113028292863</c:v>
                </c:pt>
                <c:pt idx="1497">
                  <c:v>0.0113072955107</c:v>
                </c:pt>
                <c:pt idx="1498">
                  <c:v>0.011311733338</c:v>
                </c:pt>
                <c:pt idx="1499">
                  <c:v>0.0113161420092</c:v>
                </c:pt>
                <c:pt idx="1500">
                  <c:v>0.0113205208184</c:v>
                </c:pt>
                <c:pt idx="1501">
                  <c:v>0.0113248691126</c:v>
                </c:pt>
                <c:pt idx="1502">
                  <c:v>0.0113291862902</c:v>
                </c:pt>
                <c:pt idx="1503">
                  <c:v>0.0113334718004</c:v>
                </c:pt>
                <c:pt idx="1504">
                  <c:v>0.0113377251415</c:v>
                </c:pt>
                <c:pt idx="1505">
                  <c:v>0.0113419458607</c:v>
                </c:pt>
                <c:pt idx="1506">
                  <c:v>0.0113461335519</c:v>
                </c:pt>
                <c:pt idx="1507">
                  <c:v>0.0113502878555</c:v>
                </c:pt>
                <c:pt idx="1508">
                  <c:v>0.0113544084562</c:v>
                </c:pt>
                <c:pt idx="1509">
                  <c:v>0.0113584950826</c:v>
                </c:pt>
                <c:pt idx="1510">
                  <c:v>0.0113625475055</c:v>
                </c:pt>
                <c:pt idx="1511">
                  <c:v>0.0113665655367</c:v>
                </c:pt>
                <c:pt idx="1512">
                  <c:v>0.0113705490275</c:v>
                </c:pt>
                <c:pt idx="1513">
                  <c:v>0.0113744978677</c:v>
                </c:pt>
                <c:pt idx="1514">
                  <c:v>0.0113784119841</c:v>
                </c:pt>
                <c:pt idx="1515">
                  <c:v>0.011382291339</c:v>
                </c:pt>
                <c:pt idx="1516">
                  <c:v>0.011386135929</c:v>
                </c:pt>
                <c:pt idx="1517">
                  <c:v>0.0113899457837</c:v>
                </c:pt>
                <c:pt idx="1518">
                  <c:v>0.0113937209641</c:v>
                </c:pt>
                <c:pt idx="1519">
                  <c:v>0.0113974615615</c:v>
                </c:pt>
                <c:pt idx="1520">
                  <c:v>0.0114011676958</c:v>
                </c:pt>
                <c:pt idx="1521">
                  <c:v>0.0114048395146</c:v>
                </c:pt>
                <c:pt idx="1522">
                  <c:v>0.0114084771912</c:v>
                </c:pt>
                <c:pt idx="1523">
                  <c:v>0.011412080924</c:v>
                </c:pt>
                <c:pt idx="1524">
                  <c:v>0.0114156509345</c:v>
                </c:pt>
                <c:pt idx="1525">
                  <c:v>0.0114191874665</c:v>
                </c:pt>
                <c:pt idx="1526">
                  <c:v>0.0114226907843</c:v>
                </c:pt>
                <c:pt idx="1527">
                  <c:v>0.0114261611719</c:v>
                </c:pt>
                <c:pt idx="1528">
                  <c:v>0.0114295989314</c:v>
                </c:pt>
                <c:pt idx="1529">
                  <c:v>0.0114330043818</c:v>
                </c:pt>
                <c:pt idx="1530">
                  <c:v>0.0114363778578</c:v>
                </c:pt>
                <c:pt idx="1531">
                  <c:v>0.0114397197086</c:v>
                </c:pt>
                <c:pt idx="1532">
                  <c:v>0.0114430302969</c:v>
                </c:pt>
                <c:pt idx="1533">
                  <c:v>0.0114463099971</c:v>
                </c:pt>
                <c:pt idx="1534">
                  <c:v>0.0114495591951</c:v>
                </c:pt>
                <c:pt idx="1535">
                  <c:v>0.0114527782864</c:v>
                </c:pt>
                <c:pt idx="1536">
                  <c:v>0.0114559676754</c:v>
                </c:pt>
                <c:pt idx="1537">
                  <c:v>0.0114591277742</c:v>
                </c:pt>
                <c:pt idx="1538">
                  <c:v>0.0114622590018</c:v>
                </c:pt>
                <c:pt idx="1539">
                  <c:v>0.0114653617829</c:v>
                </c:pt>
                <c:pt idx="1540">
                  <c:v>0.0114684365469</c:v>
                </c:pt>
                <c:pt idx="1541">
                  <c:v>0.0114714837271</c:v>
                </c:pt>
                <c:pt idx="1542">
                  <c:v>0.0114745037598</c:v>
                </c:pt>
                <c:pt idx="1543">
                  <c:v>0.0114774970836</c:v>
                </c:pt>
                <c:pt idx="1544">
                  <c:v>0.011480464138</c:v>
                </c:pt>
                <c:pt idx="1545">
                  <c:v>0.0114834053633</c:v>
                </c:pt>
                <c:pt idx="1546">
                  <c:v>0.0114863211994</c:v>
                </c:pt>
                <c:pt idx="1547">
                  <c:v>0.0114892120853</c:v>
                </c:pt>
                <c:pt idx="1548">
                  <c:v>0.0114920784581</c:v>
                </c:pt>
                <c:pt idx="1549">
                  <c:v>0.011494920753</c:v>
                </c:pt>
                <c:pt idx="1550">
                  <c:v>0.0114977394017</c:v>
                </c:pt>
                <c:pt idx="1551">
                  <c:v>0.0115005348328</c:v>
                </c:pt>
                <c:pt idx="1552">
                  <c:v>0.0115033074706</c:v>
                </c:pt>
                <c:pt idx="1553">
                  <c:v>0.0115060577348</c:v>
                </c:pt>
                <c:pt idx="1554">
                  <c:v>0.0115087860402</c:v>
                </c:pt>
                <c:pt idx="1555">
                  <c:v>0.0115114927959</c:v>
                </c:pt>
                <c:pt idx="1556">
                  <c:v>0.0115141784051</c:v>
                </c:pt>
                <c:pt idx="1557">
                  <c:v>0.0115168432648</c:v>
                </c:pt>
                <c:pt idx="1558">
                  <c:v>0.0115194877653</c:v>
                </c:pt>
                <c:pt idx="1559">
                  <c:v>0.01152211229</c:v>
                </c:pt>
                <c:pt idx="1560">
                  <c:v>0.0115247172151</c:v>
                </c:pt>
                <c:pt idx="1561">
                  <c:v>0.0115273029093</c:v>
                </c:pt>
                <c:pt idx="1562">
                  <c:v>0.0115298697337</c:v>
                </c:pt>
                <c:pt idx="1563">
                  <c:v>0.0115324180416</c:v>
                </c:pt>
                <c:pt idx="1564">
                  <c:v>0.0115349481782</c:v>
                </c:pt>
                <c:pt idx="1565">
                  <c:v>0.011537460481</c:v>
                </c:pt>
                <c:pt idx="1566">
                  <c:v>0.0115399552789</c:v>
                </c:pt>
                <c:pt idx="1567">
                  <c:v>0.0115424328927</c:v>
                </c:pt>
                <c:pt idx="1568">
                  <c:v>0.0115448936353</c:v>
                </c:pt>
                <c:pt idx="1569">
                  <c:v>0.0115473378109</c:v>
                </c:pt>
                <c:pt idx="1570">
                  <c:v>0.0115497657157</c:v>
                </c:pt>
                <c:pt idx="1571">
                  <c:v>0.0115521776377</c:v>
                </c:pt>
                <c:pt idx="1572">
                  <c:v>0.0115545738569</c:v>
                </c:pt>
                <c:pt idx="1573">
                  <c:v>0.0115569546451</c:v>
                </c:pt>
                <c:pt idx="1574">
                  <c:v>0.0115593202664</c:v>
                </c:pt>
                <c:pt idx="1575">
                  <c:v>0.0115616709768</c:v>
                </c:pt>
                <c:pt idx="1576">
                  <c:v>0.0115640070251</c:v>
                </c:pt>
                <c:pt idx="1577">
                  <c:v>0.0115663286522</c:v>
                </c:pt>
                <c:pt idx="1578">
                  <c:v>0.011568636092</c:v>
                </c:pt>
                <c:pt idx="1579">
                  <c:v>0.0115709295711</c:v>
                </c:pt>
                <c:pt idx="1580">
                  <c:v>0.0115732093092</c:v>
                </c:pt>
                <c:pt idx="1581">
                  <c:v>0.0115754755195</c:v>
                </c:pt>
                <c:pt idx="1582">
                  <c:v>0.0115777284082</c:v>
                </c:pt>
                <c:pt idx="1583">
                  <c:v>0.0115799681756</c:v>
                </c:pt>
                <c:pt idx="1584">
                  <c:v>0.0115821950158</c:v>
                </c:pt>
                <c:pt idx="1585">
                  <c:v>0.0115844091169</c:v>
                </c:pt>
                <c:pt idx="1586">
                  <c:v>0.0115866106616</c:v>
                </c:pt>
                <c:pt idx="1587">
                  <c:v>0.0115887998269</c:v>
                </c:pt>
                <c:pt idx="1588">
                  <c:v>0.0115909767847</c:v>
                </c:pt>
                <c:pt idx="1589">
                  <c:v>0.0115931417018</c:v>
                </c:pt>
                <c:pt idx="1590">
                  <c:v>0.0115952947404</c:v>
                </c:pt>
                <c:pt idx="1591">
                  <c:v>0.0115974360577</c:v>
                </c:pt>
                <c:pt idx="1592">
                  <c:v>0.011599565807</c:v>
                </c:pt>
                <c:pt idx="1593">
                  <c:v>0.0116016841367</c:v>
                </c:pt>
                <c:pt idx="1594">
                  <c:v>0.0116037911917</c:v>
                </c:pt>
                <c:pt idx="1595">
                  <c:v>0.0116058871126</c:v>
                </c:pt>
                <c:pt idx="1596">
                  <c:v>0.0116079720363</c:v>
                </c:pt>
                <c:pt idx="1597">
                  <c:v>0.0116100460958</c:v>
                </c:pt>
                <c:pt idx="1598">
                  <c:v>0.011612109421</c:v>
                </c:pt>
                <c:pt idx="1599">
                  <c:v>0.0116141621377</c:v>
                </c:pt>
                <c:pt idx="1600">
                  <c:v>0.0116162043688</c:v>
                </c:pt>
                <c:pt idx="1601">
                  <c:v>0.0116182362333</c:v>
                </c:pt>
                <c:pt idx="1602">
                  <c:v>0.0116202578473</c:v>
                </c:pt>
                <c:pt idx="1603">
                  <c:v>0.0116222693232</c:v>
                </c:pt>
                <c:pt idx="1604">
                  <c:v>0.0116242707703</c:v>
                </c:pt>
                <c:pt idx="1605">
                  <c:v>0.0116262622942</c:v>
                </c:pt>
                <c:pt idx="1606">
                  <c:v>0.0116282439973</c:v>
                </c:pt>
                <c:pt idx="1607">
                  <c:v>0.0116302159784</c:v>
                </c:pt>
                <c:pt idx="1608">
                  <c:v>0.0116321783326</c:v>
                </c:pt>
                <c:pt idx="1609">
                  <c:v>0.0116341311513</c:v>
                </c:pt>
                <c:pt idx="1610">
                  <c:v>0.011636074522</c:v>
                </c:pt>
                <c:pt idx="1611">
                  <c:v>0.0116380085281</c:v>
                </c:pt>
                <c:pt idx="1612">
                  <c:v>0.0116399332487</c:v>
                </c:pt>
                <c:pt idx="1613">
                  <c:v>0.0116418487588</c:v>
                </c:pt>
                <c:pt idx="1614">
                  <c:v>0.0116437551282</c:v>
                </c:pt>
                <c:pt idx="1615">
                  <c:v>0.0116456524222</c:v>
                </c:pt>
                <c:pt idx="1616">
                  <c:v>0.0116475407009</c:v>
                </c:pt>
                <c:pt idx="1617">
                  <c:v>0.0116494200186</c:v>
                </c:pt>
                <c:pt idx="1618">
                  <c:v>0.0116512904243</c:v>
                </c:pt>
                <c:pt idx="1619">
                  <c:v>0.0116531519606</c:v>
                </c:pt>
                <c:pt idx="1620">
                  <c:v>0.0116550046639</c:v>
                </c:pt>
                <c:pt idx="1621">
                  <c:v>0.0116568485638</c:v>
                </c:pt>
                <c:pt idx="1622">
                  <c:v>0.0116586836828</c:v>
                </c:pt>
                <c:pt idx="1623">
                  <c:v>0.011660510036</c:v>
                </c:pt>
                <c:pt idx="1624">
                  <c:v>0.0116623276306</c:v>
                </c:pt>
                <c:pt idx="1625">
                  <c:v>0.0116641364656</c:v>
                </c:pt>
                <c:pt idx="1626">
                  <c:v>0.0116659365313</c:v>
                </c:pt>
                <c:pt idx="1627">
                  <c:v>0.0116677278092</c:v>
                </c:pt>
                <c:pt idx="1628">
                  <c:v>0.0116695102709</c:v>
                </c:pt>
                <c:pt idx="1629">
                  <c:v>0.0116712838786</c:v>
                </c:pt>
                <c:pt idx="1630">
                  <c:v>0.0116730485838</c:v>
                </c:pt>
                <c:pt idx="1631">
                  <c:v>0.0116748043276</c:v>
                </c:pt>
                <c:pt idx="1632">
                  <c:v>0.0116765510395</c:v>
                </c:pt>
                <c:pt idx="1633">
                  <c:v>0.0116782886377</c:v>
                </c:pt>
                <c:pt idx="1634">
                  <c:v>0.0116800170282</c:v>
                </c:pt>
                <c:pt idx="1635">
                  <c:v>0.0116817361045</c:v>
                </c:pt>
                <c:pt idx="1636">
                  <c:v>0.0116834457473</c:v>
                </c:pt>
                <c:pt idx="1637">
                  <c:v>0.0116851458236</c:v>
                </c:pt>
                <c:pt idx="1638">
                  <c:v>0.0116868361867</c:v>
                </c:pt>
                <c:pt idx="1639">
                  <c:v>0.0116885166758</c:v>
                </c:pt>
                <c:pt idx="1640">
                  <c:v>0.0116901871151</c:v>
                </c:pt>
                <c:pt idx="1641">
                  <c:v>0.0116918473139</c:v>
                </c:pt>
                <c:pt idx="1642">
                  <c:v>0.0116934970657</c:v>
                </c:pt>
                <c:pt idx="1643">
                  <c:v>0.0116951361483</c:v>
                </c:pt>
                <c:pt idx="1644">
                  <c:v>0.011696764323</c:v>
                </c:pt>
                <c:pt idx="1645">
                  <c:v>0.0116983813341</c:v>
                </c:pt>
                <c:pt idx="1646">
                  <c:v>0.0116999869091</c:v>
                </c:pt>
                <c:pt idx="1647">
                  <c:v>0.0117015807577</c:v>
                </c:pt>
                <c:pt idx="1648">
                  <c:v>0.0117031625718</c:v>
                </c:pt>
                <c:pt idx="1649">
                  <c:v>0.0117047320247</c:v>
                </c:pt>
                <c:pt idx="1650">
                  <c:v>0.0117062887716</c:v>
                </c:pt>
                <c:pt idx="1651">
                  <c:v>0.0117078324482</c:v>
                </c:pt>
                <c:pt idx="1652">
                  <c:v>0.0117093626713</c:v>
                </c:pt>
                <c:pt idx="1653">
                  <c:v>0.0117108790379</c:v>
                </c:pt>
                <c:pt idx="1654">
                  <c:v>0.0117123811252</c:v>
                </c:pt>
                <c:pt idx="1655">
                  <c:v>0.0117138684903</c:v>
                </c:pt>
                <c:pt idx="1656">
                  <c:v>0.0117153406699</c:v>
                </c:pt>
                <c:pt idx="1657">
                  <c:v>0.01171679718</c:v>
                </c:pt>
                <c:pt idx="1658">
                  <c:v>0.0117182375159</c:v>
                </c:pt>
                <c:pt idx="1659">
                  <c:v>0.011719661152</c:v>
                </c:pt>
                <c:pt idx="1660">
                  <c:v>0.0117210675413</c:v>
                </c:pt>
                <c:pt idx="1661">
                  <c:v>0.0117224561156</c:v>
                </c:pt>
                <c:pt idx="1662">
                  <c:v>0.0117238262854</c:v>
                </c:pt>
                <c:pt idx="1663">
                  <c:v>0.0117251774396</c:v>
                </c:pt>
                <c:pt idx="1664">
                  <c:v>0.0117265089457</c:v>
                </c:pt>
                <c:pt idx="1665">
                  <c:v>0.0117278201495</c:v>
                </c:pt>
                <c:pt idx="1666">
                  <c:v>0.0117291103754</c:v>
                </c:pt>
                <c:pt idx="1667">
                  <c:v>0.0117303789261</c:v>
                </c:pt>
                <c:pt idx="1668">
                  <c:v>0.0117316250829</c:v>
                </c:pt>
                <c:pt idx="1669">
                  <c:v>0.0117328481059</c:v>
                </c:pt>
                <c:pt idx="1670">
                  <c:v>0.0117340472339</c:v>
                </c:pt>
                <c:pt idx="1671">
                  <c:v>0.0117352216845</c:v>
                </c:pt>
                <c:pt idx="1672">
                  <c:v>0.0117363706547</c:v>
                </c:pt>
                <c:pt idx="1673">
                  <c:v>0.0117374933208</c:v>
                </c:pt>
                <c:pt idx="1674">
                  <c:v>0.0117385888386</c:v>
                </c:pt>
                <c:pt idx="1675">
                  <c:v>0.0117396563441</c:v>
                </c:pt>
                <c:pt idx="1676">
                  <c:v>0.0117406949534</c:v>
                </c:pt>
                <c:pt idx="1677">
                  <c:v>0.0117417037634</c:v>
                </c:pt>
                <c:pt idx="1678">
                  <c:v>0.0117426818522</c:v>
                </c:pt>
                <c:pt idx="1679">
                  <c:v>0.0117436282791</c:v>
                </c:pt>
                <c:pt idx="1680">
                  <c:v>0.0117445420858</c:v>
                </c:pt>
                <c:pt idx="1681">
                  <c:v>0.0117454222963</c:v>
                </c:pt>
                <c:pt idx="1682">
                  <c:v>0.0117462679178</c:v>
                </c:pt>
                <c:pt idx="1683">
                  <c:v>0.0117470779409</c:v>
                </c:pt>
                <c:pt idx="1684">
                  <c:v>0.0117478513409</c:v>
                </c:pt>
                <c:pt idx="1685">
                  <c:v>0.0117485870775</c:v>
                </c:pt>
                <c:pt idx="1686">
                  <c:v>0.0117492840964</c:v>
                </c:pt>
                <c:pt idx="1687">
                  <c:v>0.0117499413293</c:v>
                </c:pt>
                <c:pt idx="1688">
                  <c:v>0.011750557695</c:v>
                </c:pt>
                <c:pt idx="1689">
                  <c:v>0.0117511320998</c:v>
                </c:pt>
                <c:pt idx="1690">
                  <c:v>0.0117516634388</c:v>
                </c:pt>
                <c:pt idx="1691">
                  <c:v>0.0117521505961</c:v>
                </c:pt>
                <c:pt idx="1692">
                  <c:v>0.0117525924459</c:v>
                </c:pt>
                <c:pt idx="1693">
                  <c:v>0.0117529878533</c:v>
                </c:pt>
                <c:pt idx="1694">
                  <c:v>0.0117533356752</c:v>
                </c:pt>
                <c:pt idx="1695">
                  <c:v>0.0117536347607</c:v>
                </c:pt>
                <c:pt idx="1696">
                  <c:v>0.0117538839528</c:v>
                </c:pt>
                <c:pt idx="1697">
                  <c:v>0.0117540820882</c:v>
                </c:pt>
                <c:pt idx="1698">
                  <c:v>0.0117542279989</c:v>
                </c:pt>
                <c:pt idx="1699">
                  <c:v>0.0117543205129</c:v>
                </c:pt>
                <c:pt idx="1700">
                  <c:v>0.011754358455</c:v>
                </c:pt>
                <c:pt idx="1701">
                  <c:v>0.0117543406475</c:v>
                </c:pt>
                <c:pt idx="1702">
                  <c:v>0.0117542659112</c:v>
                </c:pt>
                <c:pt idx="1703">
                  <c:v>0.0117541330664</c:v>
                </c:pt>
                <c:pt idx="1704">
                  <c:v>0.0117539409333</c:v>
                </c:pt>
                <c:pt idx="1705">
                  <c:v>0.0117536883333</c:v>
                </c:pt>
                <c:pt idx="1706">
                  <c:v>0.0117533740894</c:v>
                </c:pt>
                <c:pt idx="1707">
                  <c:v>0.011752997027</c:v>
                </c:pt>
                <c:pt idx="1708">
                  <c:v>0.0117525559751</c:v>
                </c:pt>
                <c:pt idx="1709">
                  <c:v>0.0117520497664</c:v>
                </c:pt>
                <c:pt idx="1710">
                  <c:v>0.0117514772383</c:v>
                </c:pt>
                <c:pt idx="1711">
                  <c:v>0.0117508372337</c:v>
                </c:pt>
                <c:pt idx="1712">
                  <c:v>0.0117501286015</c:v>
                </c:pt>
                <c:pt idx="1713">
                  <c:v>0.0117493501971</c:v>
                </c:pt>
                <c:pt idx="1714">
                  <c:v>0.011748500883</c:v>
                </c:pt>
                <c:pt idx="1715">
                  <c:v>0.0117475795298</c:v>
                </c:pt>
                <c:pt idx="1716">
                  <c:v>0.0117465850158</c:v>
                </c:pt>
                <c:pt idx="1717">
                  <c:v>0.0117455162283</c:v>
                </c:pt>
                <c:pt idx="1718">
                  <c:v>0.0117443720636</c:v>
                </c:pt>
                <c:pt idx="1719">
                  <c:v>0.0117431514274</c:v>
                </c:pt>
                <c:pt idx="1720">
                  <c:v>0.0117418532353</c:v>
                </c:pt>
                <c:pt idx="1721">
                  <c:v>0.0117404764127</c:v>
                </c:pt>
                <c:pt idx="1722">
                  <c:v>0.0117390198956</c:v>
                </c:pt>
                <c:pt idx="1723">
                  <c:v>0.0117374826304</c:v>
                </c:pt>
                <c:pt idx="1724">
                  <c:v>0.0117358635741</c:v>
                </c:pt>
                <c:pt idx="1725">
                  <c:v>0.0117341616943</c:v>
                </c:pt>
                <c:pt idx="1726">
                  <c:v>0.0117323759696</c:v>
                </c:pt>
                <c:pt idx="1727">
                  <c:v>0.0117305053893</c:v>
                </c:pt>
                <c:pt idx="1728">
                  <c:v>0.0117285489535</c:v>
                </c:pt>
                <c:pt idx="1729">
                  <c:v>0.0117265056729</c:v>
                </c:pt>
                <c:pt idx="1730">
                  <c:v>0.0117243745688</c:v>
                </c:pt>
                <c:pt idx="1731">
                  <c:v>0.0117221546727</c:v>
                </c:pt>
                <c:pt idx="1732">
                  <c:v>0.0117198450265</c:v>
                </c:pt>
                <c:pt idx="1733">
                  <c:v>0.0117174446817</c:v>
                </c:pt>
                <c:pt idx="1734">
                  <c:v>0.0117149526997</c:v>
                </c:pt>
                <c:pt idx="1735">
                  <c:v>0.0117123681509</c:v>
                </c:pt>
                <c:pt idx="1736">
                  <c:v>0.0117096901146</c:v>
                </c:pt>
                <c:pt idx="1737">
                  <c:v>0.0117069176788</c:v>
                </c:pt>
                <c:pt idx="1738">
                  <c:v>0.0117040499392</c:v>
                </c:pt>
                <c:pt idx="1739">
                  <c:v>0.0117010859994</c:v>
                </c:pt>
                <c:pt idx="1740">
                  <c:v>0.01169802497</c:v>
                </c:pt>
                <c:pt idx="1741">
                  <c:v>0.011694865968</c:v>
                </c:pt>
                <c:pt idx="1742">
                  <c:v>0.0116916081165</c:v>
                </c:pt>
                <c:pt idx="1743">
                  <c:v>0.0116882505443</c:v>
                </c:pt>
                <c:pt idx="1744">
                  <c:v>0.0116847923848</c:v>
                </c:pt>
                <c:pt idx="1745">
                  <c:v>0.0116812327759</c:v>
                </c:pt>
                <c:pt idx="1746">
                  <c:v>0.0116775708591</c:v>
                </c:pt>
                <c:pt idx="1747">
                  <c:v>0.011673805779</c:v>
                </c:pt>
                <c:pt idx="1748">
                  <c:v>0.0116699366829</c:v>
                </c:pt>
                <c:pt idx="1749">
                  <c:v>0.0116659627196</c:v>
                </c:pt>
                <c:pt idx="1750">
                  <c:v>0.0116618830397</c:v>
                </c:pt>
                <c:pt idx="1751">
                  <c:v>0.0116576967938</c:v>
                </c:pt>
                <c:pt idx="1752">
                  <c:v>0.0116534031332</c:v>
                </c:pt>
                <c:pt idx="1753">
                  <c:v>0.0116490012081</c:v>
                </c:pt>
                <c:pt idx="1754">
                  <c:v>0.011644490168</c:v>
                </c:pt>
                <c:pt idx="1755">
                  <c:v>0.0116398691605</c:v>
                </c:pt>
                <c:pt idx="1756">
                  <c:v>0.0116351373307</c:v>
                </c:pt>
                <c:pt idx="1757">
                  <c:v>0.0116302938214</c:v>
                </c:pt>
                <c:pt idx="1758">
                  <c:v>0.0116253377716</c:v>
                </c:pt>
                <c:pt idx="1759">
                  <c:v>0.0116202683167</c:v>
                </c:pt>
                <c:pt idx="1760">
                  <c:v>0.0116150845878</c:v>
                </c:pt>
                <c:pt idx="1761">
                  <c:v>0.0116097857111</c:v>
                </c:pt>
                <c:pt idx="1762">
                  <c:v>0.0116043708078</c:v>
                </c:pt>
                <c:pt idx="1763">
                  <c:v>0.0115988389935</c:v>
                </c:pt>
                <c:pt idx="1764">
                  <c:v>0.0115931893776</c:v>
                </c:pt>
                <c:pt idx="1765">
                  <c:v>0.0115874210636</c:v>
                </c:pt>
                <c:pt idx="1766">
                  <c:v>0.0115815331483</c:v>
                </c:pt>
                <c:pt idx="1767">
                  <c:v>0.0115755247215</c:v>
                </c:pt>
                <c:pt idx="1768">
                  <c:v>0.0115693948662</c:v>
                </c:pt>
                <c:pt idx="1769">
                  <c:v>0.011563142658</c:v>
                </c:pt>
                <c:pt idx="1770">
                  <c:v>0.0115567671652</c:v>
                </c:pt>
                <c:pt idx="1771">
                  <c:v>0.0115502674486</c:v>
                </c:pt>
                <c:pt idx="1772">
                  <c:v>0.0115436425614</c:v>
                </c:pt>
                <c:pt idx="1773">
                  <c:v>0.0115368915492</c:v>
                </c:pt>
                <c:pt idx="1774">
                  <c:v>0.01153001345</c:v>
                </c:pt>
                <c:pt idx="1775">
                  <c:v>0.0115230072942</c:v>
                </c:pt>
                <c:pt idx="1776">
                  <c:v>0.0115158721049</c:v>
                </c:pt>
                <c:pt idx="1777">
                  <c:v>0.0115086068979</c:v>
                </c:pt>
                <c:pt idx="1778">
                  <c:v>0.0115012106818</c:v>
                </c:pt>
                <c:pt idx="1779">
                  <c:v>0.0114936824584</c:v>
                </c:pt>
                <c:pt idx="1780">
                  <c:v>0.0114860212229</c:v>
                </c:pt>
                <c:pt idx="1781">
                  <c:v>0.0114782259642</c:v>
                </c:pt>
                <c:pt idx="1782">
                  <c:v>0.0114702956653</c:v>
                </c:pt>
                <c:pt idx="1783">
                  <c:v>0.0114622293039</c:v>
                </c:pt>
                <c:pt idx="1784">
                  <c:v>0.0114540258525</c:v>
                </c:pt>
                <c:pt idx="1785">
                  <c:v>0.0114456842793</c:v>
                </c:pt>
                <c:pt idx="1786">
                  <c:v>0.0114372035484</c:v>
                </c:pt>
                <c:pt idx="1787">
                  <c:v>0.0114285826207</c:v>
                </c:pt>
                <c:pt idx="1788">
                  <c:v>0.0114198204545</c:v>
                </c:pt>
                <c:pt idx="1789">
                  <c:v>0.0114109160061</c:v>
                </c:pt>
                <c:pt idx="1790">
                  <c:v>0.0114018682308</c:v>
                </c:pt>
                <c:pt idx="1791">
                  <c:v>0.0113926760836</c:v>
                </c:pt>
                <c:pt idx="1792">
                  <c:v>0.0113833385197</c:v>
                </c:pt>
                <c:pt idx="1793">
                  <c:v>0.0113738544962</c:v>
                </c:pt>
                <c:pt idx="1794">
                  <c:v>0.0113642229724</c:v>
                </c:pt>
                <c:pt idx="1795">
                  <c:v>0.0113544429111</c:v>
                </c:pt>
                <c:pt idx="1796">
                  <c:v>0.0113445132795</c:v>
                </c:pt>
                <c:pt idx="1797">
                  <c:v>0.0113344330507</c:v>
                </c:pt>
                <c:pt idx="1798">
                  <c:v>0.0113242012043</c:v>
                </c:pt>
                <c:pt idx="1799">
                  <c:v>0.0113138167282</c:v>
                </c:pt>
                <c:pt idx="1800">
                  <c:v>0.0113032786194</c:v>
                </c:pt>
                <c:pt idx="1801">
                  <c:v>0.0112925858856</c:v>
                </c:pt>
                <c:pt idx="1802">
                  <c:v>0.0112817375463</c:v>
                </c:pt>
                <c:pt idx="1803">
                  <c:v>0.0112707326346</c:v>
                </c:pt>
                <c:pt idx="1804">
                  <c:v>0.0112595701982</c:v>
                </c:pt>
                <c:pt idx="1805">
                  <c:v>0.0112482493011</c:v>
                </c:pt>
                <c:pt idx="1806">
                  <c:v>0.0112367690252</c:v>
                </c:pt>
                <c:pt idx="1807">
                  <c:v>0.0112251284716</c:v>
                </c:pt>
                <c:pt idx="1808">
                  <c:v>0.0112133267627</c:v>
                </c:pt>
                <c:pt idx="1809">
                  <c:v>0.0112013630431</c:v>
                </c:pt>
                <c:pt idx="1810">
                  <c:v>0.0111892364819</c:v>
                </c:pt>
                <c:pt idx="1811">
                  <c:v>0.0111769462741</c:v>
                </c:pt>
                <c:pt idx="1812">
                  <c:v>0.0111644916424</c:v>
                </c:pt>
                <c:pt idx="1813">
                  <c:v>0.0111518718388</c:v>
                </c:pt>
                <c:pt idx="1814">
                  <c:v>0.0111390861464</c:v>
                </c:pt>
                <c:pt idx="1815">
                  <c:v>0.0111261338816</c:v>
                </c:pt>
                <c:pt idx="1816">
                  <c:v>0.011113014395</c:v>
                </c:pt>
                <c:pt idx="1817">
                  <c:v>0.011099727074</c:v>
                </c:pt>
                <c:pt idx="1818">
                  <c:v>0.0110862713441</c:v>
                </c:pt>
                <c:pt idx="1819">
                  <c:v>0.0110726466711</c:v>
                </c:pt>
                <c:pt idx="1820">
                  <c:v>0.0110588525624</c:v>
                </c:pt>
                <c:pt idx="1821">
                  <c:v>0.0110448885691</c:v>
                </c:pt>
                <c:pt idx="1822">
                  <c:v>0.0110307542875</c:v>
                </c:pt>
                <c:pt idx="1823">
                  <c:v>0.0110164493612</c:v>
                </c:pt>
                <c:pt idx="1824">
                  <c:v>0.0110019734823</c:v>
                </c:pt>
                <c:pt idx="1825">
                  <c:v>0.0109873263935</c:v>
                </c:pt>
                <c:pt idx="1826">
                  <c:v>0.0109725078896</c:v>
                </c:pt>
                <c:pt idx="1827">
                  <c:v>0.0109575178189</c:v>
                </c:pt>
                <c:pt idx="1828">
                  <c:v>0.0109423560848</c:v>
                </c:pt>
                <c:pt idx="1829">
                  <c:v>0.0109270226475</c:v>
                </c:pt>
                <c:pt idx="1830">
                  <c:v>0.0109115175252</c:v>
                </c:pt>
                <c:pt idx="1831">
                  <c:v>0.0108958407955</c:v>
                </c:pt>
                <c:pt idx="1832">
                  <c:v>0.0108799925965</c:v>
                </c:pt>
                <c:pt idx="1833">
                  <c:v>0.0108639731285</c:v>
                </c:pt>
                <c:pt idx="1834">
                  <c:v>0.0108477826544</c:v>
                </c:pt>
                <c:pt idx="1835">
                  <c:v>0.0108314215015</c:v>
                </c:pt>
                <c:pt idx="1836">
                  <c:v>0.0108148900617</c:v>
                </c:pt>
                <c:pt idx="1837">
                  <c:v>0.010798188793</c:v>
                </c:pt>
                <c:pt idx="1838">
                  <c:v>0.0107813182197</c:v>
                </c:pt>
                <c:pt idx="1839">
                  <c:v>0.0107642789334</c:v>
                </c:pt>
                <c:pt idx="1840">
                  <c:v>0.0107470715933</c:v>
                </c:pt>
                <c:pt idx="1841">
                  <c:v>0.0107296969268</c:v>
                </c:pt>
                <c:pt idx="1842">
                  <c:v>0.0107121557296</c:v>
                </c:pt>
                <c:pt idx="1843">
                  <c:v>0.0106944488661</c:v>
                </c:pt>
                <c:pt idx="1844">
                  <c:v>0.0106765772692</c:v>
                </c:pt>
                <c:pt idx="1845">
                  <c:v>0.0106585419406</c:v>
                </c:pt>
                <c:pt idx="1846">
                  <c:v>0.0106403439503</c:v>
                </c:pt>
                <c:pt idx="1847">
                  <c:v>0.0106219844364</c:v>
                </c:pt>
                <c:pt idx="1848">
                  <c:v>0.0106034646047</c:v>
                </c:pt>
                <c:pt idx="1849">
                  <c:v>0.0105847857283</c:v>
                </c:pt>
                <c:pt idx="1850">
                  <c:v>0.0105659491467</c:v>
                </c:pt>
                <c:pt idx="1851">
                  <c:v>0.0105469562651</c:v>
                </c:pt>
                <c:pt idx="1852">
                  <c:v>0.0105278085536</c:v>
                </c:pt>
                <c:pt idx="1853">
                  <c:v>0.0105085075461</c:v>
                </c:pt>
                <c:pt idx="1854">
                  <c:v>0.0104890548392</c:v>
                </c:pt>
                <c:pt idx="1855">
                  <c:v>0.010469452091</c:v>
                </c:pt>
                <c:pt idx="1856">
                  <c:v>0.0104497010199</c:v>
                </c:pt>
                <c:pt idx="1857">
                  <c:v>0.0104298034028</c:v>
                </c:pt>
                <c:pt idx="1858">
                  <c:v>0.0104097610741</c:v>
                </c:pt>
                <c:pt idx="1859">
                  <c:v>0.0103895759237</c:v>
                </c:pt>
                <c:pt idx="1860">
                  <c:v>0.0103692498956</c:v>
                </c:pt>
                <c:pt idx="1861">
                  <c:v>0.010348784986</c:v>
                </c:pt>
                <c:pt idx="1862">
                  <c:v>0.0103281832416</c:v>
                </c:pt>
                <c:pt idx="1863">
                  <c:v>0.0103074467577</c:v>
                </c:pt>
                <c:pt idx="1864">
                  <c:v>0.0102865776764</c:v>
                </c:pt>
                <c:pt idx="1865">
                  <c:v>0.0102655781843</c:v>
                </c:pt>
                <c:pt idx="1866">
                  <c:v>0.0102444505111</c:v>
                </c:pt>
                <c:pt idx="1867">
                  <c:v>0.010223196927</c:v>
                </c:pt>
                <c:pt idx="1868">
                  <c:v>0.0102018197414</c:v>
                </c:pt>
                <c:pt idx="1869">
                  <c:v>0.0101803213</c:v>
                </c:pt>
                <c:pt idx="1870">
                  <c:v>0.0101587039836</c:v>
                </c:pt>
                <c:pt idx="1871">
                  <c:v>0.0101369702057</c:v>
                </c:pt>
                <c:pt idx="1872">
                  <c:v>0.0101151224105</c:v>
                </c:pt>
                <c:pt idx="1873">
                  <c:v>0.0100931630712</c:v>
                </c:pt>
                <c:pt idx="1874">
                  <c:v>0.0100710946879</c:v>
                </c:pt>
                <c:pt idx="1875">
                  <c:v>0.0100489197856</c:v>
                </c:pt>
                <c:pt idx="1876">
                  <c:v>0.0100266409128</c:v>
                </c:pt>
                <c:pt idx="1877">
                  <c:v>0.0100042606394</c:v>
                </c:pt>
                <c:pt idx="1878">
                  <c:v>0.00998178155527</c:v>
                </c:pt>
                <c:pt idx="1879">
                  <c:v>0.00995920626824</c:v>
                </c:pt>
                <c:pt idx="1880">
                  <c:v>0.00993653740301</c:v>
                </c:pt>
                <c:pt idx="1881">
                  <c:v>0.00991377759943</c:v>
                </c:pt>
                <c:pt idx="1882">
                  <c:v>0.00989092951122</c:v>
                </c:pt>
                <c:pt idx="1883">
                  <c:v>0.00986799580464</c:v>
                </c:pt>
                <c:pt idx="1884">
                  <c:v>0.00984497915737</c:v>
                </c:pt>
                <c:pt idx="1885">
                  <c:v>0.00982188225735</c:v>
                </c:pt>
                <c:pt idx="1886">
                  <c:v>0.00979870780183</c:v>
                </c:pt>
                <c:pt idx="1887">
                  <c:v>0.00977545849643</c:v>
                </c:pt>
                <c:pt idx="1888">
                  <c:v>0.00975213705438</c:v>
                </c:pt>
                <c:pt idx="1889">
                  <c:v>0.00972874619579</c:v>
                </c:pt>
                <c:pt idx="1890">
                  <c:v>0.00970528864701</c:v>
                </c:pt>
                <c:pt idx="1891">
                  <c:v>0.00968176714017</c:v>
                </c:pt>
                <c:pt idx="1892">
                  <c:v>0.00965818441268</c:v>
                </c:pt>
                <c:pt idx="1893">
                  <c:v>0.00963454320694</c:v>
                </c:pt>
                <c:pt idx="1894">
                  <c:v>0.00961084627003</c:v>
                </c:pt>
                <c:pt idx="1895">
                  <c:v>0.00958709635353</c:v>
                </c:pt>
                <c:pt idx="1896">
                  <c:v>0.00956329621339</c:v>
                </c:pt>
                <c:pt idx="1897">
                  <c:v>0.00953944860992</c:v>
                </c:pt>
                <c:pt idx="1898">
                  <c:v>0.0095155563077</c:v>
                </c:pt>
                <c:pt idx="1899">
                  <c:v>0.00949162207571</c:v>
                </c:pt>
                <c:pt idx="1900">
                  <c:v>0.00946764868737</c:v>
                </c:pt>
                <c:pt idx="1901">
                  <c:v>0.00944363892069</c:v>
                </c:pt>
                <c:pt idx="1902">
                  <c:v>0.00941959555839</c:v>
                </c:pt>
                <c:pt idx="1903">
                  <c:v>0.00939552138812</c:v>
                </c:pt>
                <c:pt idx="1904">
                  <c:v>0.00937141920259</c:v>
                </c:pt>
                <c:pt idx="1905">
                  <c:v>0.00934729179978</c:v>
                </c:pt>
                <c:pt idx="1906">
                  <c:v>0.00932314198308</c:v>
                </c:pt>
                <c:pt idx="1907">
                  <c:v>0.00929897256147</c:v>
                </c:pt>
                <c:pt idx="1908">
                  <c:v>0.00927478634966</c:v>
                </c:pt>
                <c:pt idx="1909">
                  <c:v>0.00925058616814</c:v>
                </c:pt>
                <c:pt idx="1910">
                  <c:v>0.00922637484329</c:v>
                </c:pt>
                <c:pt idx="1911">
                  <c:v>0.00920215520734</c:v>
                </c:pt>
                <c:pt idx="1912">
                  <c:v>0.00917793009834</c:v>
                </c:pt>
                <c:pt idx="1913">
                  <c:v>0.00915370236007</c:v>
                </c:pt>
                <c:pt idx="1914">
                  <c:v>0.00912947484179</c:v>
                </c:pt>
                <c:pt idx="1915">
                  <c:v>0.00910525039804</c:v>
                </c:pt>
                <c:pt idx="1916">
                  <c:v>0.00908103188828</c:v>
                </c:pt>
                <c:pt idx="1917">
                  <c:v>0.00905682217642</c:v>
                </c:pt>
                <c:pt idx="1918">
                  <c:v>0.00903262413035</c:v>
                </c:pt>
                <c:pt idx="1919">
                  <c:v>0.00900844062131</c:v>
                </c:pt>
                <c:pt idx="1920">
                  <c:v>0.00898427452315</c:v>
                </c:pt>
                <c:pt idx="1921">
                  <c:v>0.00896012871153</c:v>
                </c:pt>
                <c:pt idx="1922">
                  <c:v>0.00893600606298</c:v>
                </c:pt>
                <c:pt idx="1923">
                  <c:v>0.00891190945392</c:v>
                </c:pt>
                <c:pt idx="1924">
                  <c:v>0.00888784175949</c:v>
                </c:pt>
                <c:pt idx="1925">
                  <c:v>0.00886380585233</c:v>
                </c:pt>
                <c:pt idx="1926">
                  <c:v>0.00883980460125</c:v>
                </c:pt>
                <c:pt idx="1927">
                  <c:v>0.00881584086981</c:v>
                </c:pt>
                <c:pt idx="1928">
                  <c:v>0.00879191751477</c:v>
                </c:pt>
                <c:pt idx="1929">
                  <c:v>0.00876803738445</c:v>
                </c:pt>
                <c:pt idx="1930">
                  <c:v>0.00874420331705</c:v>
                </c:pt>
                <c:pt idx="1931">
                  <c:v>0.00872041813882</c:v>
                </c:pt>
                <c:pt idx="1932">
                  <c:v>0.00869668466221</c:v>
                </c:pt>
                <c:pt idx="1933">
                  <c:v>0.00867300568385</c:v>
                </c:pt>
                <c:pt idx="1934">
                  <c:v>0.00864938398259</c:v>
                </c:pt>
                <c:pt idx="1935">
                  <c:v>0.00862582231736</c:v>
                </c:pt>
                <c:pt idx="1936">
                  <c:v>0.00860232342504</c:v>
                </c:pt>
                <c:pt idx="1937">
                  <c:v>0.00857889001829</c:v>
                </c:pt>
                <c:pt idx="1938">
                  <c:v>0.00855552478328</c:v>
                </c:pt>
                <c:pt idx="1939">
                  <c:v>0.00853223037743</c:v>
                </c:pt>
                <c:pt idx="1940">
                  <c:v>0.00850900942714</c:v>
                </c:pt>
                <c:pt idx="1941">
                  <c:v>0.00848586452547</c:v>
                </c:pt>
                <c:pt idx="1942">
                  <c:v>0.00846279822984</c:v>
                </c:pt>
                <c:pt idx="1943">
                  <c:v>0.00843981305971</c:v>
                </c:pt>
                <c:pt idx="1944">
                  <c:v>0.00841691149425</c:v>
                </c:pt>
                <c:pt idx="1945">
                  <c:v>0.00839409597014</c:v>
                </c:pt>
                <c:pt idx="1946">
                  <c:v>0.00837136887923</c:v>
                </c:pt>
                <c:pt idx="1947">
                  <c:v>0.00834873256638</c:v>
                </c:pt>
                <c:pt idx="1948">
                  <c:v>0.00832618932725</c:v>
                </c:pt>
                <c:pt idx="1949">
                  <c:v>0.0083037414062</c:v>
                </c:pt>
                <c:pt idx="1950">
                  <c:v>0.00828139099424</c:v>
                </c:pt>
                <c:pt idx="1951">
                  <c:v>0.00825914022698</c:v>
                </c:pt>
                <c:pt idx="1952">
                  <c:v>0.00823699118276</c:v>
                </c:pt>
                <c:pt idx="1953">
                  <c:v>0.0082149458808</c:v>
                </c:pt>
                <c:pt idx="1954">
                  <c:v>0.00819300627941</c:v>
                </c:pt>
                <c:pt idx="1955">
                  <c:v>0.00817117427437</c:v>
                </c:pt>
                <c:pt idx="1956">
                  <c:v>0.00814945169731</c:v>
                </c:pt>
                <c:pt idx="1957">
                  <c:v>0.00812784031429</c:v>
                </c:pt>
                <c:pt idx="1958">
                  <c:v>0.00810634182441</c:v>
                </c:pt>
                <c:pt idx="1959">
                  <c:v>0.00808495785858</c:v>
                </c:pt>
                <c:pt idx="1960">
                  <c:v>0.00806368997834</c:v>
                </c:pt>
                <c:pt idx="1961">
                  <c:v>0.00804253967486</c:v>
                </c:pt>
                <c:pt idx="1962">
                  <c:v>0.00802150836804</c:v>
                </c:pt>
                <c:pt idx="1963">
                  <c:v>0.00800059740568</c:v>
                </c:pt>
                <c:pt idx="1964">
                  <c:v>0.00797980806286</c:v>
                </c:pt>
                <c:pt idx="1965">
                  <c:v>0.00795914154132</c:v>
                </c:pt>
                <c:pt idx="1966">
                  <c:v>0.0079385989691</c:v>
                </c:pt>
                <c:pt idx="1967">
                  <c:v>0.00791818140014</c:v>
                </c:pt>
                <c:pt idx="1968">
                  <c:v>0.00789788981417</c:v>
                </c:pt>
                <c:pt idx="1969">
                  <c:v>0.00787772511655</c:v>
                </c:pt>
                <c:pt idx="1970">
                  <c:v>0.00785768813838</c:v>
                </c:pt>
                <c:pt idx="1971">
                  <c:v>0.00783777963657</c:v>
                </c:pt>
                <c:pt idx="1972">
                  <c:v>0.00781800029415</c:v>
                </c:pt>
                <c:pt idx="1973">
                  <c:v>0.00779835072065</c:v>
                </c:pt>
                <c:pt idx="1974">
                  <c:v>0.0077788314525</c:v>
                </c:pt>
                <c:pt idx="1975">
                  <c:v>0.00775944295366</c:v>
                </c:pt>
                <c:pt idx="1976">
                  <c:v>0.00774018561628</c:v>
                </c:pt>
                <c:pt idx="1977">
                  <c:v>0.00772105976146</c:v>
                </c:pt>
                <c:pt idx="1978">
                  <c:v>0.00770206564007</c:v>
                </c:pt>
                <c:pt idx="1979">
                  <c:v>0.00768320343376</c:v>
                </c:pt>
                <c:pt idx="1980">
                  <c:v>0.00766447325593</c:v>
                </c:pt>
                <c:pt idx="1981">
                  <c:v>0.00764587515282</c:v>
                </c:pt>
                <c:pt idx="1982">
                  <c:v>0.00762740910475</c:v>
                </c:pt>
                <c:pt idx="1983">
                  <c:v>0.00760907502729</c:v>
                </c:pt>
                <c:pt idx="1984">
                  <c:v>0.0075908727726</c:v>
                </c:pt>
                <c:pt idx="1985">
                  <c:v>0.0075728021308</c:v>
                </c:pt>
                <c:pt idx="1986">
                  <c:v>0.00755486283139</c:v>
                </c:pt>
                <c:pt idx="1987">
                  <c:v>0.00753705454473</c:v>
                </c:pt>
                <c:pt idx="1988">
                  <c:v>0.00751937688355</c:v>
                </c:pt>
                <c:pt idx="1989">
                  <c:v>0.00750182940452</c:v>
                </c:pt>
                <c:pt idx="1990">
                  <c:v>0.00748441160987</c:v>
                </c:pt>
                <c:pt idx="1991">
                  <c:v>0.00746712294903</c:v>
                </c:pt>
                <c:pt idx="1992">
                  <c:v>0.00744996282028</c:v>
                </c:pt>
                <c:pt idx="1993">
                  <c:v>0.00743293057246</c:v>
                </c:pt>
                <c:pt idx="1994">
                  <c:v>0.00741602550673</c:v>
                </c:pt>
                <c:pt idx="1995">
                  <c:v>0.00739924687825</c:v>
                </c:pt>
                <c:pt idx="1996">
                  <c:v>0.007382593898</c:v>
                </c:pt>
                <c:pt idx="1997">
                  <c:v>0.00736606573451</c:v>
                </c:pt>
                <c:pt idx="1998">
                  <c:v>0.00734966151568</c:v>
                </c:pt>
                <c:pt idx="1999">
                  <c:v>0.00733338033056</c:v>
                </c:pt>
                <c:pt idx="2000">
                  <c:v>0.00731722123115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0.75"/>
          <c:min val="0"/>
        </c:scaling>
        <c:delete val="0"/>
        <c:axPos val="l"/>
        <c:majorGridlines>
          <c:spPr>
            <a:ln xmlns:a="http://schemas.openxmlformats.org/drawingml/2006/main" w="4763">
              <a:solidFill>
                <a:srgbClr val="EEEEEE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2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majorUnit val="1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42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U/t = 12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222222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scatterChart>
        <c:scatterStyle val="lineMarker"/>
        <c:varyColors val="0"/>
        <c:ser>
          <c:idx val="0"/>
          <c:order val="0"/>
          <c:tx>
            <c:v>charge</c:v>
          </c:tx>
          <c:spPr>
            <a:ln xmlns:a="http://schemas.openxmlformats.org/drawingml/2006/main" w="15240">
              <a:solidFill>
                <a:srgbClr val="C43C64"/>
              </a:solidFill>
              <a:prstDash val="solid"/>
            </a:ln>
          </c:spPr>
          <c:marker>
            <c:symbol val="none"/>
            <c:size val="5"/>
            <c:spPr>
              <a:solidFill xmlns:a="http://schemas.openxmlformats.org/drawingml/2006/main">
                <a:srgbClr val="C43C64"/>
              </a:solidFill>
            </c:spPr>
          </c:marker>
          <c:xVal>
            <c:numRef>
              <c:f>'Chart Data'!$A$2:$A$2002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Data'!$B$2:$B$2002</c:f>
              <c:numCache>
                <c:formatCode>0.0</c:formatCode>
                <c:ptCount val="2001"/>
                <c:pt idx="0">
                  <c:v>0.00278715320139</c:v>
                </c:pt>
                <c:pt idx="1">
                  <c:v>0.00279253311901</c:v>
                </c:pt>
                <c:pt idx="2">
                  <c:v>0.00279793185146</c:v>
                </c:pt>
                <c:pt idx="3">
                  <c:v>0.00280334951834</c:v>
                </c:pt>
                <c:pt idx="4">
                  <c:v>0.00280878624048</c:v>
                </c:pt>
                <c:pt idx="5">
                  <c:v>0.00281424213998</c:v>
                </c:pt>
                <c:pt idx="6">
                  <c:v>0.00281971734019</c:v>
                </c:pt>
                <c:pt idx="7">
                  <c:v>0.00282521196573</c:v>
                </c:pt>
                <c:pt idx="8">
                  <c:v>0.00283072614253</c:v>
                </c:pt>
                <c:pt idx="9">
                  <c:v>0.00283625999785</c:v>
                </c:pt>
                <c:pt idx="10">
                  <c:v>0.00284181366025</c:v>
                </c:pt>
                <c:pt idx="11">
                  <c:v>0.00284738725968</c:v>
                </c:pt>
                <c:pt idx="12">
                  <c:v>0.00285298092743</c:v>
                </c:pt>
                <c:pt idx="13">
                  <c:v>0.00285859479619</c:v>
                </c:pt>
                <c:pt idx="14">
                  <c:v>0.00286422900005</c:v>
                </c:pt>
                <c:pt idx="15">
                  <c:v>0.00286988367453</c:v>
                </c:pt>
                <c:pt idx="16">
                  <c:v>0.00287555895658</c:v>
                </c:pt>
                <c:pt idx="17">
                  <c:v>0.00288125498462</c:v>
                </c:pt>
                <c:pt idx="18">
                  <c:v>0.00288697189856</c:v>
                </c:pt>
                <c:pt idx="19">
                  <c:v>0.00289270983979</c:v>
                </c:pt>
                <c:pt idx="20">
                  <c:v>0.00289846895124</c:v>
                </c:pt>
                <c:pt idx="21">
                  <c:v>0.00290424937736</c:v>
                </c:pt>
                <c:pt idx="22">
                  <c:v>0.00291005126418</c:v>
                </c:pt>
                <c:pt idx="23">
                  <c:v>0.00291587475929</c:v>
                </c:pt>
                <c:pt idx="24">
                  <c:v>0.0029217200119</c:v>
                </c:pt>
                <c:pt idx="25">
                  <c:v>0.00292758717283</c:v>
                </c:pt>
                <c:pt idx="26">
                  <c:v>0.00293347639455</c:v>
                </c:pt>
                <c:pt idx="27">
                  <c:v>0.00293938783118</c:v>
                </c:pt>
                <c:pt idx="28">
                  <c:v>0.00294532163855</c:v>
                </c:pt>
                <c:pt idx="29">
                  <c:v>0.00295127797417</c:v>
                </c:pt>
                <c:pt idx="30">
                  <c:v>0.00295725699729</c:v>
                </c:pt>
                <c:pt idx="31">
                  <c:v>0.00296325886892</c:v>
                </c:pt>
                <c:pt idx="32">
                  <c:v>0.00296928375184</c:v>
                </c:pt>
                <c:pt idx="33">
                  <c:v>0.00297533181061</c:v>
                </c:pt>
                <c:pt idx="34">
                  <c:v>0.00298140321163</c:v>
                </c:pt>
                <c:pt idx="35">
                  <c:v>0.00298749812314</c:v>
                </c:pt>
                <c:pt idx="36">
                  <c:v>0.00299361671522</c:v>
                </c:pt>
                <c:pt idx="37">
                  <c:v>0.00299975915987</c:v>
                </c:pt>
                <c:pt idx="38">
                  <c:v>0.00300592563098</c:v>
                </c:pt>
                <c:pt idx="39">
                  <c:v>0.00301211630439</c:v>
                </c:pt>
                <c:pt idx="40">
                  <c:v>0.00301833135789</c:v>
                </c:pt>
                <c:pt idx="41">
                  <c:v>0.00302457097126</c:v>
                </c:pt>
                <c:pt idx="42">
                  <c:v>0.00303083532627</c:v>
                </c:pt>
                <c:pt idx="43">
                  <c:v>0.00303712460675</c:v>
                </c:pt>
                <c:pt idx="44">
                  <c:v>0.00304343899857</c:v>
                </c:pt>
                <c:pt idx="45">
                  <c:v>0.00304977868968</c:v>
                </c:pt>
                <c:pt idx="46">
                  <c:v>0.00305614387014</c:v>
                </c:pt>
                <c:pt idx="47">
                  <c:v>0.00306253473213</c:v>
                </c:pt>
                <c:pt idx="48">
                  <c:v>0.00306895147</c:v>
                </c:pt>
                <c:pt idx="49">
                  <c:v>0.00307539428027</c:v>
                </c:pt>
                <c:pt idx="50">
                  <c:v>0.00308186336167</c:v>
                </c:pt>
                <c:pt idx="51">
                  <c:v>0.00308835891516</c:v>
                </c:pt>
                <c:pt idx="52">
                  <c:v>0.00309488114394</c:v>
                </c:pt>
                <c:pt idx="53">
                  <c:v>0.00310143025352</c:v>
                </c:pt>
                <c:pt idx="54">
                  <c:v>0.00310800645169</c:v>
                </c:pt>
                <c:pt idx="55">
                  <c:v>0.00311460994858</c:v>
                </c:pt>
                <c:pt idx="56">
                  <c:v>0.00312124095667</c:v>
                </c:pt>
                <c:pt idx="57">
                  <c:v>0.00312789969082</c:v>
                </c:pt>
                <c:pt idx="58">
                  <c:v>0.00313458636831</c:v>
                </c:pt>
                <c:pt idx="59">
                  <c:v>0.00314130120884</c:v>
                </c:pt>
                <c:pt idx="60">
                  <c:v>0.00314804443454</c:v>
                </c:pt>
                <c:pt idx="61">
                  <c:v>0.00315481627007</c:v>
                </c:pt>
                <c:pt idx="62">
                  <c:v>0.00316161694254</c:v>
                </c:pt>
                <c:pt idx="63">
                  <c:v>0.00316844668161</c:v>
                </c:pt>
                <c:pt idx="64">
                  <c:v>0.00317530571951</c:v>
                </c:pt>
                <c:pt idx="65">
                  <c:v>0.00318219429101</c:v>
                </c:pt>
                <c:pt idx="66">
                  <c:v>0.0031891126335</c:v>
                </c:pt>
                <c:pt idx="67">
                  <c:v>0.00319606098697</c:v>
                </c:pt>
                <c:pt idx="68">
                  <c:v>0.00320303959406</c:v>
                </c:pt>
                <c:pt idx="69">
                  <c:v>0.00321004870009</c:v>
                </c:pt>
                <c:pt idx="70">
                  <c:v>0.00321708855303</c:v>
                </c:pt>
                <c:pt idx="71">
                  <c:v>0.0032241594036</c:v>
                </c:pt>
                <c:pt idx="72">
                  <c:v>0.0032312615052</c:v>
                </c:pt>
                <c:pt idx="73">
                  <c:v>0.003238395114</c:v>
                </c:pt>
                <c:pt idx="74">
                  <c:v>0.00324556048894</c:v>
                </c:pt>
                <c:pt idx="75">
                  <c:v>0.00325275789173</c:v>
                </c:pt>
                <c:pt idx="76">
                  <c:v>0.00325998758687</c:v>
                </c:pt>
                <c:pt idx="77">
                  <c:v>0.0032672498417</c:v>
                </c:pt>
                <c:pt idx="78">
                  <c:v>0.00327454492636</c:v>
                </c:pt>
                <c:pt idx="79">
                  <c:v>0.00328187311387</c:v>
                </c:pt>
                <c:pt idx="80">
                  <c:v>0.00328923468007</c:v>
                </c:pt>
                <c:pt idx="81">
                  <c:v>0.00329662990371</c:v>
                </c:pt>
                <c:pt idx="82">
                  <c:v>0.0033040590664</c:v>
                </c:pt>
                <c:pt idx="83">
                  <c:v>0.00331152245263</c:v>
                </c:pt>
                <c:pt idx="84">
                  <c:v>0.0033190203498</c:v>
                </c:pt>
                <c:pt idx="85">
                  <c:v>0.00332655304823</c:v>
                </c:pt>
                <c:pt idx="86">
                  <c:v>0.00333412084113</c:v>
                </c:pt>
                <c:pt idx="87">
                  <c:v>0.00334172402462</c:v>
                </c:pt>
                <c:pt idx="88">
                  <c:v>0.00334936289776</c:v>
                </c:pt>
                <c:pt idx="89">
                  <c:v>0.0033570377625</c:v>
                </c:pt>
                <c:pt idx="90">
                  <c:v>0.00336474892371</c:v>
                </c:pt>
                <c:pt idx="91">
                  <c:v>0.00337249668916</c:v>
                </c:pt>
                <c:pt idx="92">
                  <c:v>0.00338028136954</c:v>
                </c:pt>
                <c:pt idx="93">
                  <c:v>0.00338810327842</c:v>
                </c:pt>
                <c:pt idx="94">
                  <c:v>0.00339596273223</c:v>
                </c:pt>
                <c:pt idx="95">
                  <c:v>0.0034038600503</c:v>
                </c:pt>
                <c:pt idx="96">
                  <c:v>0.00341179555478</c:v>
                </c:pt>
                <c:pt idx="97">
                  <c:v>0.00341976957066</c:v>
                </c:pt>
                <c:pt idx="98">
                  <c:v>0.00342778242572</c:v>
                </c:pt>
                <c:pt idx="99">
                  <c:v>0.00343583445053</c:v>
                </c:pt>
                <c:pt idx="100">
                  <c:v>0.00344392597842</c:v>
                </c:pt>
                <c:pt idx="101">
                  <c:v>0.00345205734539</c:v>
                </c:pt>
                <c:pt idx="102">
                  <c:v>0.00346022889016</c:v>
                </c:pt>
                <c:pt idx="103">
                  <c:v>0.00346844095406</c:v>
                </c:pt>
                <c:pt idx="104">
                  <c:v>0.00347669388101</c:v>
                </c:pt>
                <c:pt idx="105">
                  <c:v>0.00348498801747</c:v>
                </c:pt>
                <c:pt idx="106">
                  <c:v>0.00349332371241</c:v>
                </c:pt>
                <c:pt idx="107">
                  <c:v>0.00350170131718</c:v>
                </c:pt>
                <c:pt idx="108">
                  <c:v>0.00351012118552</c:v>
                </c:pt>
                <c:pt idx="109">
                  <c:v>0.00351858367346</c:v>
                </c:pt>
                <c:pt idx="110">
                  <c:v>0.00352708913923</c:v>
                </c:pt>
                <c:pt idx="111">
                  <c:v>0.00353563794321</c:v>
                </c:pt>
                <c:pt idx="112">
                  <c:v>0.00354423044783</c:v>
                </c:pt>
                <c:pt idx="113">
                  <c:v>0.00355286701748</c:v>
                </c:pt>
                <c:pt idx="114">
                  <c:v>0.00356154801838</c:v>
                </c:pt>
                <c:pt idx="115">
                  <c:v>0.00357027381854</c:v>
                </c:pt>
                <c:pt idx="116">
                  <c:v>0.00357904478758</c:v>
                </c:pt>
                <c:pt idx="117">
                  <c:v>0.00358786129667</c:v>
                </c:pt>
                <c:pt idx="118">
                  <c:v>0.00359672371833</c:v>
                </c:pt>
                <c:pt idx="119">
                  <c:v>0.00360563242637</c:v>
                </c:pt>
                <c:pt idx="120">
                  <c:v>0.00361458779571</c:v>
                </c:pt>
                <c:pt idx="121">
                  <c:v>0.00362359020222</c:v>
                </c:pt>
                <c:pt idx="122">
                  <c:v>0.00363264002259</c:v>
                </c:pt>
                <c:pt idx="123">
                  <c:v>0.00364173763411</c:v>
                </c:pt>
                <c:pt idx="124">
                  <c:v>0.00365088341456</c:v>
                </c:pt>
                <c:pt idx="125">
                  <c:v>0.00366007774197</c:v>
                </c:pt>
                <c:pt idx="126">
                  <c:v>0.00366932099444</c:v>
                </c:pt>
                <c:pt idx="127">
                  <c:v>0.00367861354993</c:v>
                </c:pt>
                <c:pt idx="128">
                  <c:v>0.00368795578603</c:v>
                </c:pt>
                <c:pt idx="129">
                  <c:v>0.00369734807976</c:v>
                </c:pt>
                <c:pt idx="130">
                  <c:v>0.0037067908073</c:v>
                </c:pt>
                <c:pt idx="131">
                  <c:v>0.00371628434375</c:v>
                </c:pt>
                <c:pt idx="132">
                  <c:v>0.00372582906287</c:v>
                </c:pt>
                <c:pt idx="133">
                  <c:v>0.00373542533679</c:v>
                </c:pt>
                <c:pt idx="134">
                  <c:v>0.00374507353573</c:v>
                </c:pt>
                <c:pt idx="135">
                  <c:v>0.00375477402771</c:v>
                </c:pt>
                <c:pt idx="136">
                  <c:v>0.00376452717822</c:v>
                </c:pt>
                <c:pt idx="137">
                  <c:v>0.00377433334989</c:v>
                </c:pt>
                <c:pt idx="138">
                  <c:v>0.00378419290215</c:v>
                </c:pt>
                <c:pt idx="139">
                  <c:v>0.0037941061909</c:v>
                </c:pt>
                <c:pt idx="140">
                  <c:v>0.00380407356812</c:v>
                </c:pt>
                <c:pt idx="141">
                  <c:v>0.00381409538149</c:v>
                </c:pt>
                <c:pt idx="142">
                  <c:v>0.00382417197397</c:v>
                </c:pt>
                <c:pt idx="143">
                  <c:v>0.00383430368345</c:v>
                </c:pt>
                <c:pt idx="144">
                  <c:v>0.00384449084224</c:v>
                </c:pt>
                <c:pt idx="145">
                  <c:v>0.00385473377672</c:v>
                </c:pt>
                <c:pt idx="146">
                  <c:v>0.0038650328068</c:v>
                </c:pt>
                <c:pt idx="147">
                  <c:v>0.0038753882455</c:v>
                </c:pt>
                <c:pt idx="148">
                  <c:v>0.00388580039845</c:v>
                </c:pt>
                <c:pt idx="149">
                  <c:v>0.00389626956338</c:v>
                </c:pt>
                <c:pt idx="150">
                  <c:v>0.00390679602961</c:v>
                </c:pt>
                <c:pt idx="151">
                  <c:v>0.00391738007752</c:v>
                </c:pt>
                <c:pt idx="152">
                  <c:v>0.003928021978</c:v>
                </c:pt>
                <c:pt idx="153">
                  <c:v>0.00393872199191</c:v>
                </c:pt>
                <c:pt idx="154">
                  <c:v>0.00394948036944</c:v>
                </c:pt>
                <c:pt idx="155">
                  <c:v>0.00396029734961</c:v>
                </c:pt>
                <c:pt idx="156">
                  <c:v>0.00397117315959</c:v>
                </c:pt>
                <c:pt idx="157">
                  <c:v>0.00398210801414</c:v>
                </c:pt>
                <c:pt idx="158">
                  <c:v>0.00399310211493</c:v>
                </c:pt>
                <c:pt idx="159">
                  <c:v>0.00400415564994</c:v>
                </c:pt>
                <c:pt idx="160">
                  <c:v>0.00401526879279</c:v>
                </c:pt>
                <c:pt idx="161">
                  <c:v>0.00402644170205</c:v>
                </c:pt>
                <c:pt idx="162">
                  <c:v>0.00403767452062</c:v>
                </c:pt>
                <c:pt idx="163">
                  <c:v>0.00404896737499</c:v>
                </c:pt>
                <c:pt idx="164">
                  <c:v>0.00406032037458</c:v>
                </c:pt>
                <c:pt idx="165">
                  <c:v>0.00407173361104</c:v>
                </c:pt>
                <c:pt idx="166">
                  <c:v>0.0040832071575</c:v>
                </c:pt>
                <c:pt idx="167">
                  <c:v>0.00409474106794</c:v>
                </c:pt>
                <c:pt idx="168">
                  <c:v>0.00410633537638</c:v>
                </c:pt>
                <c:pt idx="169">
                  <c:v>0.00411799009623</c:v>
                </c:pt>
                <c:pt idx="170">
                  <c:v>0.00412970521955</c:v>
                </c:pt>
                <c:pt idx="171">
                  <c:v>0.00414148071631</c:v>
                </c:pt>
                <c:pt idx="172">
                  <c:v>0.00415331653371</c:v>
                </c:pt>
                <c:pt idx="173">
                  <c:v>0.00416521259545</c:v>
                </c:pt>
                <c:pt idx="174">
                  <c:v>0.00417716880101</c:v>
                </c:pt>
                <c:pt idx="175">
                  <c:v>0.00418918502496</c:v>
                </c:pt>
                <c:pt idx="176">
                  <c:v>0.0042012611163</c:v>
                </c:pt>
                <c:pt idx="177">
                  <c:v>0.00421339689774</c:v>
                </c:pt>
                <c:pt idx="178">
                  <c:v>0.00422559216505</c:v>
                </c:pt>
                <c:pt idx="179">
                  <c:v>0.00423784668645</c:v>
                </c:pt>
                <c:pt idx="180">
                  <c:v>0.00425016020191</c:v>
                </c:pt>
                <c:pt idx="181">
                  <c:v>0.00426253242261</c:v>
                </c:pt>
                <c:pt idx="182">
                  <c:v>0.00427496303034</c:v>
                </c:pt>
                <c:pt idx="183">
                  <c:v>0.00428745167693</c:v>
                </c:pt>
                <c:pt idx="184">
                  <c:v>0.00429999798373</c:v>
                </c:pt>
                <c:pt idx="185">
                  <c:v>0.0043126015411</c:v>
                </c:pt>
                <c:pt idx="186">
                  <c:v>0.00432526190799</c:v>
                </c:pt>
                <c:pt idx="187">
                  <c:v>0.00433797861147</c:v>
                </c:pt>
                <c:pt idx="188">
                  <c:v>0.00435075114638</c:v>
                </c:pt>
                <c:pt idx="189">
                  <c:v>0.00436357897495</c:v>
                </c:pt>
                <c:pt idx="190">
                  <c:v>0.00437646152652</c:v>
                </c:pt>
                <c:pt idx="191">
                  <c:v>0.00438939819731</c:v>
                </c:pt>
                <c:pt idx="192">
                  <c:v>0.00440238835017</c:v>
                </c:pt>
                <c:pt idx="193">
                  <c:v>0.00441543131448</c:v>
                </c:pt>
                <c:pt idx="194">
                  <c:v>0.004428526386</c:v>
                </c:pt>
                <c:pt idx="195">
                  <c:v>0.00444167282689</c:v>
                </c:pt>
                <c:pt idx="196">
                  <c:v>0.00445486986568</c:v>
                </c:pt>
                <c:pt idx="197">
                  <c:v>0.00446811669736</c:v>
                </c:pt>
                <c:pt idx="198">
                  <c:v>0.00448141248356</c:v>
                </c:pt>
                <c:pt idx="199">
                  <c:v>0.00449475635271</c:v>
                </c:pt>
                <c:pt idx="200">
                  <c:v>0.00450814740031</c:v>
                </c:pt>
                <c:pt idx="201">
                  <c:v>0.00452158468932</c:v>
                </c:pt>
                <c:pt idx="202">
                  <c:v>0.0045350672505</c:v>
                </c:pt>
                <c:pt idx="203">
                  <c:v>0.00454859408295</c:v>
                </c:pt>
                <c:pt idx="204">
                  <c:v>0.00456216415458</c:v>
                </c:pt>
                <c:pt idx="205">
                  <c:v>0.00457577640281</c:v>
                </c:pt>
                <c:pt idx="206">
                  <c:v>0.00458942973516</c:v>
                </c:pt>
                <c:pt idx="207">
                  <c:v>0.00460312303008</c:v>
                </c:pt>
                <c:pt idx="208">
                  <c:v>0.00461685513772</c:v>
                </c:pt>
                <c:pt idx="209">
                  <c:v>0.00463062488084</c:v>
                </c:pt>
                <c:pt idx="210">
                  <c:v>0.00464443105575</c:v>
                </c:pt>
                <c:pt idx="211">
                  <c:v>0.00465827243336</c:v>
                </c:pt>
                <c:pt idx="212">
                  <c:v>0.00467214776021</c:v>
                </c:pt>
                <c:pt idx="213">
                  <c:v>0.00468605575968</c:v>
                </c:pt>
                <c:pt idx="214">
                  <c:v>0.00469999513314</c:v>
                </c:pt>
                <c:pt idx="215">
                  <c:v>0.00471396456123</c:v>
                </c:pt>
                <c:pt idx="216">
                  <c:v>0.00472796270518</c:v>
                </c:pt>
                <c:pt idx="217">
                  <c:v>0.00474198820818</c:v>
                </c:pt>
                <c:pt idx="218">
                  <c:v>0.00475603969675</c:v>
                </c:pt>
                <c:pt idx="219">
                  <c:v>0.00477011578227</c:v>
                </c:pt>
                <c:pt idx="220">
                  <c:v>0.00478421506239</c:v>
                </c:pt>
                <c:pt idx="221">
                  <c:v>0.00479833612262</c:v>
                </c:pt>
                <c:pt idx="222">
                  <c:v>0.00481247753788</c:v>
                </c:pt>
                <c:pt idx="223">
                  <c:v>0.00482663787406</c:v>
                </c:pt>
                <c:pt idx="224">
                  <c:v>0.00484081568968</c:v>
                </c:pt>
                <c:pt idx="225">
                  <c:v>0.00485500953747</c:v>
                </c:pt>
                <c:pt idx="226">
                  <c:v>0.00486921796605</c:v>
                </c:pt>
                <c:pt idx="227">
                  <c:v>0.00488343952153</c:v>
                </c:pt>
                <c:pt idx="228">
                  <c:v>0.00489767274923</c:v>
                </c:pt>
                <c:pt idx="229">
                  <c:v>0.00491191619528</c:v>
                </c:pt>
                <c:pt idx="230">
                  <c:v>0.00492616840827</c:v>
                </c:pt>
                <c:pt idx="231">
                  <c:v>0.00494042794089</c:v>
                </c:pt>
                <c:pt idx="232">
                  <c:v>0.00495469335156</c:v>
                </c:pt>
                <c:pt idx="233">
                  <c:v>0.00496896320599</c:v>
                </c:pt>
                <c:pt idx="234">
                  <c:v>0.00498323607877</c:v>
                </c:pt>
                <c:pt idx="235">
                  <c:v>0.00499751055491</c:v>
                </c:pt>
                <c:pt idx="236">
                  <c:v>0.00501178523134</c:v>
                </c:pt>
                <c:pt idx="237">
                  <c:v>0.00502605871836</c:v>
                </c:pt>
                <c:pt idx="238">
                  <c:v>0.00504032964109</c:v>
                </c:pt>
                <c:pt idx="239">
                  <c:v>0.00505459664082</c:v>
                </c:pt>
                <c:pt idx="240">
                  <c:v>0.00506885837634</c:v>
                </c:pt>
                <c:pt idx="241">
                  <c:v>0.00508311352525</c:v>
                </c:pt>
                <c:pt idx="242">
                  <c:v>0.00509736078512</c:v>
                </c:pt>
                <c:pt idx="243">
                  <c:v>0.00511159887469</c:v>
                </c:pt>
                <c:pt idx="244">
                  <c:v>0.00512582653495</c:v>
                </c:pt>
                <c:pt idx="245">
                  <c:v>0.00514004253021</c:v>
                </c:pt>
                <c:pt idx="246">
                  <c:v>0.005154245649</c:v>
                </c:pt>
                <c:pt idx="247">
                  <c:v>0.00516843470506</c:v>
                </c:pt>
                <c:pt idx="248">
                  <c:v>0.00518260853813</c:v>
                </c:pt>
                <c:pt idx="249">
                  <c:v>0.00519676601472</c:v>
                </c:pt>
                <c:pt idx="250">
                  <c:v>0.00521090602884</c:v>
                </c:pt>
                <c:pt idx="251">
                  <c:v>0.00522502750259</c:v>
                </c:pt>
                <c:pt idx="252">
                  <c:v>0.00523912938679</c:v>
                </c:pt>
                <c:pt idx="253">
                  <c:v>0.00525321066141</c:v>
                </c:pt>
                <c:pt idx="254">
                  <c:v>0.00526727033605</c:v>
                </c:pt>
                <c:pt idx="255">
                  <c:v>0.00528130745026</c:v>
                </c:pt>
                <c:pt idx="256">
                  <c:v>0.00529532107387</c:v>
                </c:pt>
                <c:pt idx="257">
                  <c:v>0.0053093103072</c:v>
                </c:pt>
                <c:pt idx="258">
                  <c:v>0.00532327428124</c:v>
                </c:pt>
                <c:pt idx="259">
                  <c:v>0.00533721215777</c:v>
                </c:pt>
                <c:pt idx="260">
                  <c:v>0.00535112312935</c:v>
                </c:pt>
                <c:pt idx="261">
                  <c:v>0.00536500641938</c:v>
                </c:pt>
                <c:pt idx="262">
                  <c:v>0.005378861282</c:v>
                </c:pt>
                <c:pt idx="263">
                  <c:v>0.00539268700196</c:v>
                </c:pt>
                <c:pt idx="264">
                  <c:v>0.00540648289447</c:v>
                </c:pt>
                <c:pt idx="265">
                  <c:v>0.00542024830498</c:v>
                </c:pt>
                <c:pt idx="266">
                  <c:v>0.00543398260889</c:v>
                </c:pt>
                <c:pt idx="267">
                  <c:v>0.00544768521127</c:v>
                </c:pt>
                <c:pt idx="268">
                  <c:v>0.00546135554652</c:v>
                </c:pt>
                <c:pt idx="269">
                  <c:v>0.00547499307794</c:v>
                </c:pt>
                <c:pt idx="270">
                  <c:v>0.00548859729736</c:v>
                </c:pt>
                <c:pt idx="271">
                  <c:v>0.00550216772464</c:v>
                </c:pt>
                <c:pt idx="272">
                  <c:v>0.00551570390723</c:v>
                </c:pt>
                <c:pt idx="273">
                  <c:v>0.00552920541963</c:v>
                </c:pt>
                <c:pt idx="274">
                  <c:v>0.00554267186287</c:v>
                </c:pt>
                <c:pt idx="275">
                  <c:v>0.00555610286397</c:v>
                </c:pt>
                <c:pt idx="276">
                  <c:v>0.00556949807531</c:v>
                </c:pt>
                <c:pt idx="277">
                  <c:v>0.00558285717413</c:v>
                </c:pt>
                <c:pt idx="278">
                  <c:v>0.00559617986184</c:v>
                </c:pt>
                <c:pt idx="279">
                  <c:v>0.00560946586346</c:v>
                </c:pt>
                <c:pt idx="280">
                  <c:v>0.00562271492699</c:v>
                </c:pt>
                <c:pt idx="281">
                  <c:v>0.00563592682276</c:v>
                </c:pt>
                <c:pt idx="282">
                  <c:v>0.00564910134281</c:v>
                </c:pt>
                <c:pt idx="283">
                  <c:v>0.00566223830027</c:v>
                </c:pt>
                <c:pt idx="284">
                  <c:v>0.0056753375287</c:v>
                </c:pt>
                <c:pt idx="285">
                  <c:v>0.00568839888147</c:v>
                </c:pt>
                <c:pt idx="286">
                  <c:v>0.00570142223114</c:v>
                </c:pt>
                <c:pt idx="287">
                  <c:v>0.00571440746881</c:v>
                </c:pt>
                <c:pt idx="288">
                  <c:v>0.00572735450355</c:v>
                </c:pt>
                <c:pt idx="289">
                  <c:v>0.00574026326175</c:v>
                </c:pt>
                <c:pt idx="290">
                  <c:v>0.00575313368654</c:v>
                </c:pt>
                <c:pt idx="291">
                  <c:v>0.00576596573724</c:v>
                </c:pt>
                <c:pt idx="292">
                  <c:v>0.00577875938874</c:v>
                </c:pt>
                <c:pt idx="293">
                  <c:v>0.00579151463098</c:v>
                </c:pt>
                <c:pt idx="294">
                  <c:v>0.00580423146841</c:v>
                </c:pt>
                <c:pt idx="295">
                  <c:v>0.00581690991945</c:v>
                </c:pt>
                <c:pt idx="296">
                  <c:v>0.00582955001603</c:v>
                </c:pt>
                <c:pt idx="297">
                  <c:v>0.00584215180305</c:v>
                </c:pt>
                <c:pt idx="298">
                  <c:v>0.00585471533799</c:v>
                </c:pt>
                <c:pt idx="299">
                  <c:v>0.00586724069039</c:v>
                </c:pt>
                <c:pt idx="300">
                  <c:v>0.00587972794152</c:v>
                </c:pt>
                <c:pt idx="301">
                  <c:v>0.00589217718391</c:v>
                </c:pt>
                <c:pt idx="302">
                  <c:v>0.00590458852101</c:v>
                </c:pt>
                <c:pt idx="303">
                  <c:v>0.00591696206687</c:v>
                </c:pt>
                <c:pt idx="304">
                  <c:v>0.00592929794575</c:v>
                </c:pt>
                <c:pt idx="305">
                  <c:v>0.0059415962919</c:v>
                </c:pt>
                <c:pt idx="306">
                  <c:v>0.00595385724924</c:v>
                </c:pt>
                <c:pt idx="307">
                  <c:v>0.0059660809711</c:v>
                </c:pt>
                <c:pt idx="308">
                  <c:v>0.00597826762006</c:v>
                </c:pt>
                <c:pt idx="309">
                  <c:v>0.00599041736771</c:v>
                </c:pt>
                <c:pt idx="310">
                  <c:v>0.00600253039451</c:v>
                </c:pt>
                <c:pt idx="311">
                  <c:v>0.00601460688962</c:v>
                </c:pt>
                <c:pt idx="312">
                  <c:v>0.00602664705083</c:v>
                </c:pt>
                <c:pt idx="313">
                  <c:v>0.00603865108444</c:v>
                </c:pt>
                <c:pt idx="314">
                  <c:v>0.00605061920524</c:v>
                </c:pt>
                <c:pt idx="315">
                  <c:v>0.00606255163644</c:v>
                </c:pt>
                <c:pt idx="316">
                  <c:v>0.00607444860972</c:v>
                </c:pt>
                <c:pt idx="317">
                  <c:v>0.00608631036522</c:v>
                </c:pt>
                <c:pt idx="318">
                  <c:v>0.0060981371516</c:v>
                </c:pt>
                <c:pt idx="319">
                  <c:v>0.00610992922613</c:v>
                </c:pt>
                <c:pt idx="320">
                  <c:v>0.00612168685481</c:v>
                </c:pt>
                <c:pt idx="321">
                  <c:v>0.0061334103125</c:v>
                </c:pt>
                <c:pt idx="322">
                  <c:v>0.00614509988309</c:v>
                </c:pt>
                <c:pt idx="323">
                  <c:v>0.00615675585966</c:v>
                </c:pt>
                <c:pt idx="324">
                  <c:v>0.00616837854477</c:v>
                </c:pt>
                <c:pt idx="325">
                  <c:v>0.00617996825062</c:v>
                </c:pt>
                <c:pt idx="326">
                  <c:v>0.0061915252994</c:v>
                </c:pt>
                <c:pt idx="327">
                  <c:v>0.00620305002353</c:v>
                </c:pt>
                <c:pt idx="328">
                  <c:v>0.00621454276603</c:v>
                </c:pt>
                <c:pt idx="329">
                  <c:v>0.00622600388082</c:v>
                </c:pt>
                <c:pt idx="330">
                  <c:v>0.00623743373313</c:v>
                </c:pt>
                <c:pt idx="331">
                  <c:v>0.00624883269988</c:v>
                </c:pt>
                <c:pt idx="332">
                  <c:v>0.00626020117009</c:v>
                </c:pt>
                <c:pt idx="333">
                  <c:v>0.00627153954535</c:v>
                </c:pt>
                <c:pt idx="334">
                  <c:v>0.00628284824025</c:v>
                </c:pt>
                <c:pt idx="335">
                  <c:v>0.00629412768287</c:v>
                </c:pt>
                <c:pt idx="336">
                  <c:v>0.0063053783153</c:v>
                </c:pt>
                <c:pt idx="337">
                  <c:v>0.00631660059414</c:v>
                </c:pt>
                <c:pt idx="338">
                  <c:v>0.00632779499106</c:v>
                </c:pt>
                <c:pt idx="339">
                  <c:v>0.00633896199332</c:v>
                </c:pt>
                <c:pt idx="340">
                  <c:v>0.00635010210437</c:v>
                </c:pt>
                <c:pt idx="341">
                  <c:v>0.00636121584443</c:v>
                </c:pt>
                <c:pt idx="342">
                  <c:v>0.00637230375106</c:v>
                </c:pt>
                <c:pt idx="343">
                  <c:v>0.0063833663798</c:v>
                </c:pt>
                <c:pt idx="344">
                  <c:v>0.00639440430477</c:v>
                </c:pt>
                <c:pt idx="345">
                  <c:v>0.00640541811927</c:v>
                </c:pt>
                <c:pt idx="346">
                  <c:v>0.00641640843646</c:v>
                </c:pt>
                <c:pt idx="347">
                  <c:v>0.00642737588995</c:v>
                </c:pt>
                <c:pt idx="348">
                  <c:v>0.00643832113444</c:v>
                </c:pt>
                <c:pt idx="349">
                  <c:v>0.00644924484637</c:v>
                </c:pt>
                <c:pt idx="350">
                  <c:v>0.00646014772454</c:v>
                </c:pt>
                <c:pt idx="351">
                  <c:v>0.00647103049075</c:v>
                </c:pt>
                <c:pt idx="352">
                  <c:v>0.00648189389039</c:v>
                </c:pt>
                <c:pt idx="353">
                  <c:v>0.00649273869308</c:v>
                </c:pt>
                <c:pt idx="354">
                  <c:v>0.00650356569327</c:v>
                </c:pt>
                <c:pt idx="355">
                  <c:v>0.0065143757108</c:v>
                </c:pt>
                <c:pt idx="356">
                  <c:v>0.0065251695915</c:v>
                </c:pt>
                <c:pt idx="357">
                  <c:v>0.00653594820771</c:v>
                </c:pt>
                <c:pt idx="358">
                  <c:v>0.00654671245884</c:v>
                </c:pt>
                <c:pt idx="359">
                  <c:v>0.00655746327183</c:v>
                </c:pt>
                <c:pt idx="360">
                  <c:v>0.00656820160166</c:v>
                </c:pt>
                <c:pt idx="361">
                  <c:v>0.0065789284318</c:v>
                </c:pt>
                <c:pt idx="362">
                  <c:v>0.00658964477456</c:v>
                </c:pt>
                <c:pt idx="363">
                  <c:v>0.00660035167156</c:v>
                </c:pt>
                <c:pt idx="364">
                  <c:v>0.00661105019398</c:v>
                </c:pt>
                <c:pt idx="365">
                  <c:v>0.0066217414429</c:v>
                </c:pt>
                <c:pt idx="366">
                  <c:v>0.00663242654957</c:v>
                </c:pt>
                <c:pt idx="367">
                  <c:v>0.00664310667554</c:v>
                </c:pt>
                <c:pt idx="368">
                  <c:v>0.00665378301291</c:v>
                </c:pt>
                <c:pt idx="369">
                  <c:v>0.00666445678436</c:v>
                </c:pt>
                <c:pt idx="370">
                  <c:v>0.00667512924324</c:v>
                </c:pt>
                <c:pt idx="371">
                  <c:v>0.00668580167355</c:v>
                </c:pt>
                <c:pt idx="372">
                  <c:v>0.00669647538988</c:v>
                </c:pt>
                <c:pt idx="373">
                  <c:v>0.00670715173728</c:v>
                </c:pt>
                <c:pt idx="374">
                  <c:v>0.00671783209106</c:v>
                </c:pt>
                <c:pt idx="375">
                  <c:v>0.0067285178566</c:v>
                </c:pt>
                <c:pt idx="376">
                  <c:v>0.00673921046895</c:v>
                </c:pt>
                <c:pt idx="377">
                  <c:v>0.00674991139251</c:v>
                </c:pt>
                <c:pt idx="378">
                  <c:v>0.00676062212056</c:v>
                </c:pt>
                <c:pt idx="379">
                  <c:v>0.00677134417475</c:v>
                </c:pt>
                <c:pt idx="380">
                  <c:v>0.00678207910453</c:v>
                </c:pt>
                <c:pt idx="381">
                  <c:v>0.00679282848646</c:v>
                </c:pt>
                <c:pt idx="382">
                  <c:v>0.00680359392354</c:v>
                </c:pt>
                <c:pt idx="383">
                  <c:v>0.0068143770444</c:v>
                </c:pt>
                <c:pt idx="384">
                  <c:v>0.00682517950245</c:v>
                </c:pt>
                <c:pt idx="385">
                  <c:v>0.00683600297496</c:v>
                </c:pt>
                <c:pt idx="386">
                  <c:v>0.00684684916209</c:v>
                </c:pt>
                <c:pt idx="387">
                  <c:v>0.00685771978584</c:v>
                </c:pt>
                <c:pt idx="388">
                  <c:v>0.00686861658896</c:v>
                </c:pt>
                <c:pt idx="389">
                  <c:v>0.00687954133374</c:v>
                </c:pt>
                <c:pt idx="390">
                  <c:v>0.00689049580088</c:v>
                </c:pt>
                <c:pt idx="391">
                  <c:v>0.00690148178814</c:v>
                </c:pt>
                <c:pt idx="392">
                  <c:v>0.00691250110905</c:v>
                </c:pt>
                <c:pt idx="393">
                  <c:v>0.00692355559155</c:v>
                </c:pt>
                <c:pt idx="394">
                  <c:v>0.0069346470766</c:v>
                </c:pt>
                <c:pt idx="395">
                  <c:v>0.00694577741669</c:v>
                </c:pt>
                <c:pt idx="396">
                  <c:v>0.00695694847439</c:v>
                </c:pt>
                <c:pt idx="397">
                  <c:v>0.00696816212083</c:v>
                </c:pt>
                <c:pt idx="398">
                  <c:v>0.00697942023418</c:v>
                </c:pt>
                <c:pt idx="399">
                  <c:v>0.00699072469806</c:v>
                </c:pt>
                <c:pt idx="400">
                  <c:v>0.00700207739999</c:v>
                </c:pt>
                <c:pt idx="401">
                  <c:v>0.00701348022982</c:v>
                </c:pt>
                <c:pt idx="402">
                  <c:v>0.00702493507808</c:v>
                </c:pt>
                <c:pt idx="403">
                  <c:v>0.00703644383444</c:v>
                </c:pt>
                <c:pt idx="404">
                  <c:v>0.0070480083861</c:v>
                </c:pt>
                <c:pt idx="405">
                  <c:v>0.00705963061618</c:v>
                </c:pt>
                <c:pt idx="406">
                  <c:v>0.00707131240221</c:v>
                </c:pt>
                <c:pt idx="407">
                  <c:v>0.00708305561449</c:v>
                </c:pt>
                <c:pt idx="408">
                  <c:v>0.00709486211464</c:v>
                </c:pt>
                <c:pt idx="409">
                  <c:v>0.00710673375404</c:v>
                </c:pt>
                <c:pt idx="410">
                  <c:v>0.00711867237237</c:v>
                </c:pt>
                <c:pt idx="411">
                  <c:v>0.00713067979616</c:v>
                </c:pt>
                <c:pt idx="412">
                  <c:v>0.00714275783743</c:v>
                </c:pt>
                <c:pt idx="413">
                  <c:v>0.00715490829227</c:v>
                </c:pt>
                <c:pt idx="414">
                  <c:v>0.00716713293957</c:v>
                </c:pt>
                <c:pt idx="415">
                  <c:v>0.00717943353975</c:v>
                </c:pt>
                <c:pt idx="416">
                  <c:v>0.00719181183356</c:v>
                </c:pt>
                <c:pt idx="417">
                  <c:v>0.00720426954088</c:v>
                </c:pt>
                <c:pt idx="418">
                  <c:v>0.00721680835972</c:v>
                </c:pt>
                <c:pt idx="419">
                  <c:v>0.00722942996507</c:v>
                </c:pt>
                <c:pt idx="420">
                  <c:v>0.00724213600804</c:v>
                </c:pt>
                <c:pt idx="421">
                  <c:v>0.00725492811488</c:v>
                </c:pt>
                <c:pt idx="422">
                  <c:v>0.00726780788618</c:v>
                </c:pt>
                <c:pt idx="423">
                  <c:v>0.00728077689606</c:v>
                </c:pt>
                <c:pt idx="424">
                  <c:v>0.00729383669152</c:v>
                </c:pt>
                <c:pt idx="425">
                  <c:v>0.00730698879175</c:v>
                </c:pt>
                <c:pt idx="426">
                  <c:v>0.00732023468759</c:v>
                </c:pt>
                <c:pt idx="427">
                  <c:v>0.00733357584103</c:v>
                </c:pt>
                <c:pt idx="428">
                  <c:v>0.00734701368476</c:v>
                </c:pt>
                <c:pt idx="429">
                  <c:v>0.00736054962186</c:v>
                </c:pt>
                <c:pt idx="430">
                  <c:v>0.00737418502541</c:v>
                </c:pt>
                <c:pt idx="431">
                  <c:v>0.00738792123836</c:v>
                </c:pt>
                <c:pt idx="432">
                  <c:v>0.00740175957331</c:v>
                </c:pt>
                <c:pt idx="433">
                  <c:v>0.00741570131239</c:v>
                </c:pt>
                <c:pt idx="434">
                  <c:v>0.00742974770728</c:v>
                </c:pt>
                <c:pt idx="435">
                  <c:v>0.00744389997917</c:v>
                </c:pt>
                <c:pt idx="436">
                  <c:v>0.00745815931888</c:v>
                </c:pt>
                <c:pt idx="437">
                  <c:v>0.00747252688696</c:v>
                </c:pt>
                <c:pt idx="438">
                  <c:v>0.00748700381389</c:v>
                </c:pt>
                <c:pt idx="439">
                  <c:v>0.00750159120032</c:v>
                </c:pt>
                <c:pt idx="440">
                  <c:v>0.00751629011736</c:v>
                </c:pt>
                <c:pt idx="441">
                  <c:v>0.00753110160688</c:v>
                </c:pt>
                <c:pt idx="442">
                  <c:v>0.00754602668194</c:v>
                </c:pt>
                <c:pt idx="443">
                  <c:v>0.00756106632715</c:v>
                </c:pt>
                <c:pt idx="444">
                  <c:v>0.00757622149919</c:v>
                </c:pt>
                <c:pt idx="445">
                  <c:v>0.00759149312723</c:v>
                </c:pt>
                <c:pt idx="446">
                  <c:v>0.00760688211353</c:v>
                </c:pt>
                <c:pt idx="447">
                  <c:v>0.00762238933392</c:v>
                </c:pt>
                <c:pt idx="448">
                  <c:v>0.00763801563846</c:v>
                </c:pt>
                <c:pt idx="449">
                  <c:v>0.00765376185202</c:v>
                </c:pt>
                <c:pt idx="450">
                  <c:v>0.00766962877488</c:v>
                </c:pt>
                <c:pt idx="451">
                  <c:v>0.00768561718346</c:v>
                </c:pt>
                <c:pt idx="452">
                  <c:v>0.00770172783093</c:v>
                </c:pt>
                <c:pt idx="453">
                  <c:v>0.00771796144792</c:v>
                </c:pt>
                <c:pt idx="454">
                  <c:v>0.00773431874327</c:v>
                </c:pt>
                <c:pt idx="455">
                  <c:v>0.00775080040466</c:v>
                </c:pt>
                <c:pt idx="456">
                  <c:v>0.00776740709942</c:v>
                </c:pt>
                <c:pt idx="457">
                  <c:v>0.00778413947521</c:v>
                </c:pt>
                <c:pt idx="458">
                  <c:v>0.00780099816081</c:v>
                </c:pt>
                <c:pt idx="459">
                  <c:v>0.0078179837668</c:v>
                </c:pt>
                <c:pt idx="460">
                  <c:v>0.00783509688639</c:v>
                </c:pt>
                <c:pt idx="461">
                  <c:v>0.00785233809608</c:v>
                </c:pt>
                <c:pt idx="462">
                  <c:v>0.00786970795649</c:v>
                </c:pt>
                <c:pt idx="463">
                  <c:v>0.00788720701305</c:v>
                </c:pt>
                <c:pt idx="464">
                  <c:v>0.00790483579677</c:v>
                </c:pt>
                <c:pt idx="465">
                  <c:v>0.00792259482496</c:v>
                </c:pt>
                <c:pt idx="466">
                  <c:v>0.007940484602</c:v>
                </c:pt>
                <c:pt idx="467">
                  <c:v>0.00795850562</c:v>
                </c:pt>
                <c:pt idx="468">
                  <c:v>0.00797665835958</c:v>
                </c:pt>
                <c:pt idx="469">
                  <c:v>0.00799494329056</c:v>
                </c:pt>
                <c:pt idx="470">
                  <c:v>0.00801336087263</c:v>
                </c:pt>
                <c:pt idx="471">
                  <c:v>0.00803191155608</c:v>
                </c:pt>
                <c:pt idx="472">
                  <c:v>0.00805059578245</c:v>
                </c:pt>
                <c:pt idx="473">
                  <c:v>0.00806941398522</c:v>
                </c:pt>
                <c:pt idx="474">
                  <c:v>0.00808836659043</c:v>
                </c:pt>
                <c:pt idx="475">
                  <c:v>0.00810745401736</c:v>
                </c:pt>
                <c:pt idx="476">
                  <c:v>0.00812667667912</c:v>
                </c:pt>
                <c:pt idx="477">
                  <c:v>0.0081460349833</c:v>
                </c:pt>
                <c:pt idx="478">
                  <c:v>0.00816552933254</c:v>
                </c:pt>
                <c:pt idx="479">
                  <c:v>0.00818516012515</c:v>
                </c:pt>
                <c:pt idx="480">
                  <c:v>0.00820492775566</c:v>
                </c:pt>
                <c:pt idx="481">
                  <c:v>0.00822483261536</c:v>
                </c:pt>
                <c:pt idx="482">
                  <c:v>0.00824487509291</c:v>
                </c:pt>
                <c:pt idx="483">
                  <c:v>0.00826505557481</c:v>
                </c:pt>
                <c:pt idx="484">
                  <c:v>0.00828537444593</c:v>
                </c:pt>
                <c:pt idx="485">
                  <c:v>0.00830583209002</c:v>
                </c:pt>
                <c:pt idx="486">
                  <c:v>0.00832642889021</c:v>
                </c:pt>
                <c:pt idx="487">
                  <c:v>0.00834716522945</c:v>
                </c:pt>
                <c:pt idx="488">
                  <c:v>0.008368041491</c:v>
                </c:pt>
                <c:pt idx="489">
                  <c:v>0.00838905805886</c:v>
                </c:pt>
                <c:pt idx="490">
                  <c:v>0.0084102153182</c:v>
                </c:pt>
                <c:pt idx="491">
                  <c:v>0.00843151365578</c:v>
                </c:pt>
                <c:pt idx="492">
                  <c:v>0.00845295346038</c:v>
                </c:pt>
                <c:pt idx="493">
                  <c:v>0.00847453512314</c:v>
                </c:pt>
                <c:pt idx="494">
                  <c:v>0.00849625903798</c:v>
                </c:pt>
                <c:pt idx="495">
                  <c:v>0.00851812560193</c:v>
                </c:pt>
                <c:pt idx="496">
                  <c:v>0.00854013521554</c:v>
                </c:pt>
                <c:pt idx="497">
                  <c:v>0.00856228828315</c:v>
                </c:pt>
                <c:pt idx="498">
                  <c:v>0.00858458521327</c:v>
                </c:pt>
                <c:pt idx="499">
                  <c:v>0.00860702641887</c:v>
                </c:pt>
                <c:pt idx="500">
                  <c:v>0.00862961231769</c:v>
                </c:pt>
                <c:pt idx="501">
                  <c:v>0.00865234333255</c:v>
                </c:pt>
                <c:pt idx="502">
                  <c:v>0.0086752198916</c:v>
                </c:pt>
                <c:pt idx="503">
                  <c:v>0.00869824242861</c:v>
                </c:pt>
                <c:pt idx="504">
                  <c:v>0.00872141138324</c:v>
                </c:pt>
                <c:pt idx="505">
                  <c:v>0.00874472720128</c:v>
                </c:pt>
                <c:pt idx="506">
                  <c:v>0.00876819033488</c:v>
                </c:pt>
                <c:pt idx="507">
                  <c:v>0.00879180124279</c:v>
                </c:pt>
                <c:pt idx="508">
                  <c:v>0.0088155603906</c:v>
                </c:pt>
                <c:pt idx="509">
                  <c:v>0.00883946825093</c:v>
                </c:pt>
                <c:pt idx="510">
                  <c:v>0.00886352530361</c:v>
                </c:pt>
                <c:pt idx="511">
                  <c:v>0.00888773203594</c:v>
                </c:pt>
                <c:pt idx="512">
                  <c:v>0.0089120889428</c:v>
                </c:pt>
                <c:pt idx="513">
                  <c:v>0.0089365965269</c:v>
                </c:pt>
                <c:pt idx="514">
                  <c:v>0.00896125529889</c:v>
                </c:pt>
                <c:pt idx="515">
                  <c:v>0.00898606577756</c:v>
                </c:pt>
                <c:pt idx="516">
                  <c:v>0.00901102848997</c:v>
                </c:pt>
                <c:pt idx="517">
                  <c:v>0.00903614397161</c:v>
                </c:pt>
                <c:pt idx="518">
                  <c:v>0.00906141276654</c:v>
                </c:pt>
                <c:pt idx="519">
                  <c:v>0.00908683542752</c:v>
                </c:pt>
                <c:pt idx="520">
                  <c:v>0.00911241251615</c:v>
                </c:pt>
                <c:pt idx="521">
                  <c:v>0.00913814460297</c:v>
                </c:pt>
                <c:pt idx="522">
                  <c:v>0.00916403226757</c:v>
                </c:pt>
                <c:pt idx="523">
                  <c:v>0.00919007609874</c:v>
                </c:pt>
                <c:pt idx="524">
                  <c:v>0.00921627669453</c:v>
                </c:pt>
                <c:pt idx="525">
                  <c:v>0.00924263466237</c:v>
                </c:pt>
                <c:pt idx="526">
                  <c:v>0.00926915061917</c:v>
                </c:pt>
                <c:pt idx="527">
                  <c:v>0.00929582519137</c:v>
                </c:pt>
                <c:pt idx="528">
                  <c:v>0.00932265901507</c:v>
                </c:pt>
                <c:pt idx="529">
                  <c:v>0.00934965273611</c:v>
                </c:pt>
                <c:pt idx="530">
                  <c:v>0.00937680701008</c:v>
                </c:pt>
                <c:pt idx="531">
                  <c:v>0.00940412250247</c:v>
                </c:pt>
                <c:pt idx="532">
                  <c:v>0.00943159988872</c:v>
                </c:pt>
                <c:pt idx="533">
                  <c:v>0.00945923985423</c:v>
                </c:pt>
                <c:pt idx="534">
                  <c:v>0.0094870430945</c:v>
                </c:pt>
                <c:pt idx="535">
                  <c:v>0.00951501031513</c:v>
                </c:pt>
                <c:pt idx="536">
                  <c:v>0.00954314223191</c:v>
                </c:pt>
                <c:pt idx="537">
                  <c:v>0.00957143957087</c:v>
                </c:pt>
                <c:pt idx="538">
                  <c:v>0.00959990306829</c:v>
                </c:pt>
                <c:pt idx="539">
                  <c:v>0.00962853347083</c:v>
                </c:pt>
                <c:pt idx="540">
                  <c:v>0.00965733153551</c:v>
                </c:pt>
                <c:pt idx="541">
                  <c:v>0.00968629802976</c:v>
                </c:pt>
                <c:pt idx="542">
                  <c:v>0.00971543373151</c:v>
                </c:pt>
                <c:pt idx="543">
                  <c:v>0.0097447394292</c:v>
                </c:pt>
                <c:pt idx="544">
                  <c:v>0.00977421592182</c:v>
                </c:pt>
                <c:pt idx="545">
                  <c:v>0.00980386401899</c:v>
                </c:pt>
                <c:pt idx="546">
                  <c:v>0.00983368454094</c:v>
                </c:pt>
                <c:pt idx="547">
                  <c:v>0.00986367831861</c:v>
                </c:pt>
                <c:pt idx="548">
                  <c:v>0.00989384619367</c:v>
                </c:pt>
                <c:pt idx="549">
                  <c:v>0.00992418901856</c:v>
                </c:pt>
                <c:pt idx="550">
                  <c:v>0.00995470765651</c:v>
                </c:pt>
                <c:pt idx="551">
                  <c:v>0.00998540298165</c:v>
                </c:pt>
                <c:pt idx="552">
                  <c:v>0.010016275879</c:v>
                </c:pt>
                <c:pt idx="553">
                  <c:v>0.0100473272444</c:v>
                </c:pt>
                <c:pt idx="554">
                  <c:v>0.0100785579849</c:v>
                </c:pt>
                <c:pt idx="555">
                  <c:v>0.0101099690185</c:v>
                </c:pt>
                <c:pt idx="556">
                  <c:v>0.0101415612742</c:v>
                </c:pt>
                <c:pt idx="557">
                  <c:v>0.0101733356922</c:v>
                </c:pt>
                <c:pt idx="558">
                  <c:v>0.0102052932239</c:v>
                </c:pt>
                <c:pt idx="559">
                  <c:v>0.0102374348318</c:v>
                </c:pt>
                <c:pt idx="560">
                  <c:v>0.01026976149</c:v>
                </c:pt>
                <c:pt idx="561">
                  <c:v>0.0103022741836</c:v>
                </c:pt>
                <c:pt idx="562">
                  <c:v>0.0103349739092</c:v>
                </c:pt>
                <c:pt idx="563">
                  <c:v>0.0103678616751</c:v>
                </c:pt>
                <c:pt idx="564">
                  <c:v>0.0104009385007</c:v>
                </c:pt>
                <c:pt idx="565">
                  <c:v>0.0104342054174</c:v>
                </c:pt>
                <c:pt idx="566">
                  <c:v>0.0104676634681</c:v>
                </c:pt>
                <c:pt idx="567">
                  <c:v>0.0105013137072</c:v>
                </c:pt>
                <c:pt idx="568">
                  <c:v>0.0105351572012</c:v>
                </c:pt>
                <c:pt idx="569">
                  <c:v>0.0105691950284</c:v>
                </c:pt>
                <c:pt idx="570">
                  <c:v>0.0106034282789</c:v>
                </c:pt>
                <c:pt idx="571">
                  <c:v>0.010637858055</c:v>
                </c:pt>
                <c:pt idx="572">
                  <c:v>0.010672485471</c:v>
                </c:pt>
                <c:pt idx="573">
                  <c:v>0.0107073116533</c:v>
                </c:pt>
                <c:pt idx="574">
                  <c:v>0.0107423377407</c:v>
                </c:pt>
                <c:pt idx="575">
                  <c:v>0.0107775648843</c:v>
                </c:pt>
                <c:pt idx="576">
                  <c:v>0.0108129942476</c:v>
                </c:pt>
                <c:pt idx="577">
                  <c:v>0.0108486270068</c:v>
                </c:pt>
                <c:pt idx="578">
                  <c:v>0.0108844643505</c:v>
                </c:pt>
                <c:pt idx="579">
                  <c:v>0.0109205074802</c:v>
                </c:pt>
                <c:pt idx="580">
                  <c:v>0.0109567576101</c:v>
                </c:pt>
                <c:pt idx="581">
                  <c:v>0.0109932159674</c:v>
                </c:pt>
                <c:pt idx="582">
                  <c:v>0.0110298837923</c:v>
                </c:pt>
                <c:pt idx="583">
                  <c:v>0.0110667623382</c:v>
                </c:pt>
                <c:pt idx="584">
                  <c:v>0.0111038528716</c:v>
                </c:pt>
                <c:pt idx="585">
                  <c:v>0.0111411566725</c:v>
                </c:pt>
                <c:pt idx="586">
                  <c:v>0.0111786750343</c:v>
                </c:pt>
                <c:pt idx="587">
                  <c:v>0.011216409264</c:v>
                </c:pt>
                <c:pt idx="588">
                  <c:v>0.0112543606822</c:v>
                </c:pt>
                <c:pt idx="589">
                  <c:v>0.0112925306236</c:v>
                </c:pt>
                <c:pt idx="590">
                  <c:v>0.0113309204366</c:v>
                </c:pt>
                <c:pt idx="591">
                  <c:v>0.0113695314837</c:v>
                </c:pt>
                <c:pt idx="592">
                  <c:v>0.0114083651416</c:v>
                </c:pt>
                <c:pt idx="593">
                  <c:v>0.0114474228014</c:v>
                </c:pt>
                <c:pt idx="594">
                  <c:v>0.0114867058685</c:v>
                </c:pt>
                <c:pt idx="595">
                  <c:v>0.0115262157631</c:v>
                </c:pt>
                <c:pt idx="596">
                  <c:v>0.01156595392</c:v>
                </c:pt>
                <c:pt idx="597">
                  <c:v>0.0116059217889</c:v>
                </c:pt>
                <c:pt idx="598">
                  <c:v>0.0116461208343</c:v>
                </c:pt>
                <c:pt idx="599">
                  <c:v>0.0116865525362</c:v>
                </c:pt>
                <c:pt idx="600">
                  <c:v>0.0117272183896</c:v>
                </c:pt>
                <c:pt idx="601">
                  <c:v>0.011768119905</c:v>
                </c:pt>
                <c:pt idx="602">
                  <c:v>0.0118092586085</c:v>
                </c:pt>
                <c:pt idx="603">
                  <c:v>0.011850636042</c:v>
                </c:pt>
                <c:pt idx="604">
                  <c:v>0.0118922537631</c:v>
                </c:pt>
                <c:pt idx="605">
                  <c:v>0.0119341133455</c:v>
                </c:pt>
                <c:pt idx="606">
                  <c:v>0.0119762163792</c:v>
                </c:pt>
                <c:pt idx="607">
                  <c:v>0.0120185644703</c:v>
                </c:pt>
                <c:pt idx="608">
                  <c:v>0.0120611592418</c:v>
                </c:pt>
                <c:pt idx="609">
                  <c:v>0.0121040023329</c:v>
                </c:pt>
                <c:pt idx="610">
                  <c:v>0.0121470954</c:v>
                </c:pt>
                <c:pt idx="611">
                  <c:v>0.0121904401163</c:v>
                </c:pt>
                <c:pt idx="612">
                  <c:v>0.0122340381721</c:v>
                </c:pt>
                <c:pt idx="613">
                  <c:v>0.0122778912753</c:v>
                </c:pt>
                <c:pt idx="614">
                  <c:v>0.0123220011512</c:v>
                </c:pt>
                <c:pt idx="615">
                  <c:v>0.0123663695425</c:v>
                </c:pt>
                <c:pt idx="616">
                  <c:v>0.0124109982102</c:v>
                </c:pt>
                <c:pt idx="617">
                  <c:v>0.0124558889331</c:v>
                </c:pt>
                <c:pt idx="618">
                  <c:v>0.0125010435082</c:v>
                </c:pt>
                <c:pt idx="619">
                  <c:v>0.012546463751</c:v>
                </c:pt>
                <c:pt idx="620">
                  <c:v>0.0125921514955</c:v>
                </c:pt>
                <c:pt idx="621">
                  <c:v>0.0126381085946</c:v>
                </c:pt>
                <c:pt idx="622">
                  <c:v>0.0126843369201</c:v>
                </c:pt>
                <c:pt idx="623">
                  <c:v>0.012730838363</c:v>
                </c:pt>
                <c:pt idx="624">
                  <c:v>0.0127776148335</c:v>
                </c:pt>
                <c:pt idx="625">
                  <c:v>0.0128246682616</c:v>
                </c:pt>
                <c:pt idx="626">
                  <c:v>0.012872000597</c:v>
                </c:pt>
                <c:pt idx="627">
                  <c:v>0.0129196138091</c:v>
                </c:pt>
                <c:pt idx="628">
                  <c:v>0.012967509888</c:v>
                </c:pt>
                <c:pt idx="629">
                  <c:v>0.0130156908436</c:v>
                </c:pt>
                <c:pt idx="630">
                  <c:v>0.0130641587067</c:v>
                </c:pt>
                <c:pt idx="631">
                  <c:v>0.013112915529</c:v>
                </c:pt>
                <c:pt idx="632">
                  <c:v>0.0131619633829</c:v>
                </c:pt>
                <c:pt idx="633">
                  <c:v>0.0132113043624</c:v>
                </c:pt>
                <c:pt idx="634">
                  <c:v>0.0132609405827</c:v>
                </c:pt>
                <c:pt idx="635">
                  <c:v>0.0133108741808</c:v>
                </c:pt>
                <c:pt idx="636">
                  <c:v>0.0133611073155</c:v>
                </c:pt>
                <c:pt idx="637">
                  <c:v>0.0134116421681</c:v>
                </c:pt>
                <c:pt idx="638">
                  <c:v>0.0134624809418</c:v>
                </c:pt>
                <c:pt idx="639">
                  <c:v>0.0135136258628</c:v>
                </c:pt>
                <c:pt idx="640">
                  <c:v>0.0135650791799</c:v>
                </c:pt>
                <c:pt idx="641">
                  <c:v>0.0136168431654</c:v>
                </c:pt>
                <c:pt idx="642">
                  <c:v>0.0136689201144</c:v>
                </c:pt>
                <c:pt idx="643">
                  <c:v>0.0137213123462</c:v>
                </c:pt>
                <c:pt idx="644">
                  <c:v>0.0137740222034</c:v>
                </c:pt>
                <c:pt idx="645">
                  <c:v>0.0138270520532</c:v>
                </c:pt>
                <c:pt idx="646">
                  <c:v>0.0138804042869</c:v>
                </c:pt>
                <c:pt idx="647">
                  <c:v>0.0139340813205</c:v>
                </c:pt>
                <c:pt idx="648">
                  <c:v>0.013988085595</c:v>
                </c:pt>
                <c:pt idx="649">
                  <c:v>0.0140424195765</c:v>
                </c:pt>
                <c:pt idx="650">
                  <c:v>0.0140970857566</c:v>
                </c:pt>
                <c:pt idx="651">
                  <c:v>0.0141520866527</c:v>
                </c:pt>
                <c:pt idx="652">
                  <c:v>0.014207424808</c:v>
                </c:pt>
                <c:pt idx="653">
                  <c:v>0.0142631027924</c:v>
                </c:pt>
                <c:pt idx="654">
                  <c:v>0.014319123202</c:v>
                </c:pt>
                <c:pt idx="655">
                  <c:v>0.0143754886601</c:v>
                </c:pt>
                <c:pt idx="656">
                  <c:v>0.014432201817</c:v>
                </c:pt>
                <c:pt idx="657">
                  <c:v>0.0144892653507</c:v>
                </c:pt>
                <c:pt idx="658">
                  <c:v>0.0145466819668</c:v>
                </c:pt>
                <c:pt idx="659">
                  <c:v>0.0146044543992</c:v>
                </c:pt>
                <c:pt idx="660">
                  <c:v>0.0146625854101</c:v>
                </c:pt>
                <c:pt idx="661">
                  <c:v>0.0147210777905</c:v>
                </c:pt>
                <c:pt idx="662">
                  <c:v>0.0147799343607</c:v>
                </c:pt>
                <c:pt idx="663">
                  <c:v>0.01483915797</c:v>
                </c:pt>
                <c:pt idx="664">
                  <c:v>0.0148987514979</c:v>
                </c:pt>
                <c:pt idx="665">
                  <c:v>0.0149587178536</c:v>
                </c:pt>
                <c:pt idx="666">
                  <c:v>0.0150190599769</c:v>
                </c:pt>
                <c:pt idx="667">
                  <c:v>0.0150797808385</c:v>
                </c:pt>
                <c:pt idx="668">
                  <c:v>0.0151408834401</c:v>
                </c:pt>
                <c:pt idx="669">
                  <c:v>0.0152023708148</c:v>
                </c:pt>
                <c:pt idx="670">
                  <c:v>0.0152642460278</c:v>
                </c:pt>
                <c:pt idx="671">
                  <c:v>0.0153265121764</c:v>
                </c:pt>
                <c:pt idx="672">
                  <c:v>0.0153891723905</c:v>
                </c:pt>
                <c:pt idx="673">
                  <c:v>0.0154522298329</c:v>
                </c:pt>
                <c:pt idx="674">
                  <c:v>0.0155156877</c:v>
                </c:pt>
                <c:pt idx="675">
                  <c:v>0.0155795492216</c:v>
                </c:pt>
                <c:pt idx="676">
                  <c:v>0.0156438176621</c:v>
                </c:pt>
                <c:pt idx="677">
                  <c:v>0.01570849632</c:v>
                </c:pt>
                <c:pt idx="678">
                  <c:v>0.0157735885292</c:v>
                </c:pt>
                <c:pt idx="679">
                  <c:v>0.0158390976586</c:v>
                </c:pt>
                <c:pt idx="680">
                  <c:v>0.015905027113</c:v>
                </c:pt>
                <c:pt idx="681">
                  <c:v>0.0159713803337</c:v>
                </c:pt>
                <c:pt idx="682">
                  <c:v>0.0160381607982</c:v>
                </c:pt>
                <c:pt idx="683">
                  <c:v>0.0161053720213</c:v>
                </c:pt>
                <c:pt idx="684">
                  <c:v>0.0161730175555</c:v>
                </c:pt>
                <c:pt idx="685">
                  <c:v>0.0162411009909</c:v>
                </c:pt>
                <c:pt idx="686">
                  <c:v>0.0163096259565</c:v>
                </c:pt>
                <c:pt idx="687">
                  <c:v>0.0163785961197</c:v>
                </c:pt>
                <c:pt idx="688">
                  <c:v>0.0164480151877</c:v>
                </c:pt>
                <c:pt idx="689">
                  <c:v>0.0165178869073</c:v>
                </c:pt>
                <c:pt idx="690">
                  <c:v>0.0165882150657</c:v>
                </c:pt>
                <c:pt idx="691">
                  <c:v>0.016659003491</c:v>
                </c:pt>
                <c:pt idx="692">
                  <c:v>0.0167302560524</c:v>
                </c:pt>
                <c:pt idx="693">
                  <c:v>0.0168019766611</c:v>
                </c:pt>
                <c:pt idx="694">
                  <c:v>0.0168741692706</c:v>
                </c:pt>
                <c:pt idx="695">
                  <c:v>0.0169468378772</c:v>
                </c:pt>
                <c:pt idx="696">
                  <c:v>0.0170199865208</c:v>
                </c:pt>
                <c:pt idx="697">
                  <c:v>0.0170936192849</c:v>
                </c:pt>
                <c:pt idx="698">
                  <c:v>0.0171677402976</c:v>
                </c:pt>
                <c:pt idx="699">
                  <c:v>0.0172423537321</c:v>
                </c:pt>
                <c:pt idx="700">
                  <c:v>0.017317463807</c:v>
                </c:pt>
                <c:pt idx="701">
                  <c:v>0.0173930747871</c:v>
                </c:pt>
                <c:pt idx="702">
                  <c:v>0.017469190984</c:v>
                </c:pt>
                <c:pt idx="703">
                  <c:v>0.0175458167565</c:v>
                </c:pt>
                <c:pt idx="704">
                  <c:v>0.0176229565113</c:v>
                </c:pt>
                <c:pt idx="705">
                  <c:v>0.0177006147036</c:v>
                </c:pt>
                <c:pt idx="706">
                  <c:v>0.0177787958376</c:v>
                </c:pt>
                <c:pt idx="707">
                  <c:v>0.0178575044674</c:v>
                </c:pt>
                <c:pt idx="708">
                  <c:v>0.0179367451973</c:v>
                </c:pt>
                <c:pt idx="709">
                  <c:v>0.0180165226826</c:v>
                </c:pt>
                <c:pt idx="710">
                  <c:v>0.0180968416302</c:v>
                </c:pt>
                <c:pt idx="711">
                  <c:v>0.0181777067994</c:v>
                </c:pt>
                <c:pt idx="712">
                  <c:v>0.0182591230024</c:v>
                </c:pt>
                <c:pt idx="713">
                  <c:v>0.0183410951048</c:v>
                </c:pt>
                <c:pt idx="714">
                  <c:v>0.0184236280268</c:v>
                </c:pt>
                <c:pt idx="715">
                  <c:v>0.0185067267435</c:v>
                </c:pt>
                <c:pt idx="716">
                  <c:v>0.0185903962857</c:v>
                </c:pt>
                <c:pt idx="717">
                  <c:v>0.0186746417406</c:v>
                </c:pt>
                <c:pt idx="718">
                  <c:v>0.0187594682525</c:v>
                </c:pt>
                <c:pt idx="719">
                  <c:v>0.0188448810238</c:v>
                </c:pt>
                <c:pt idx="720">
                  <c:v>0.0189308853152</c:v>
                </c:pt>
                <c:pt idx="721">
                  <c:v>0.0190174864472</c:v>
                </c:pt>
                <c:pt idx="722">
                  <c:v>0.0191046898001</c:v>
                </c:pt>
                <c:pt idx="723">
                  <c:v>0.0191925008153</c:v>
                </c:pt>
                <c:pt idx="724">
                  <c:v>0.0192809249961</c:v>
                </c:pt>
                <c:pt idx="725">
                  <c:v>0.019369967908</c:v>
                </c:pt>
                <c:pt idx="726">
                  <c:v>0.0194596351801</c:v>
                </c:pt>
                <c:pt idx="727">
                  <c:v>0.0195499325057</c:v>
                </c:pt>
                <c:pt idx="728">
                  <c:v>0.0196408656432</c:v>
                </c:pt>
                <c:pt idx="729">
                  <c:v>0.0197324404166</c:v>
                </c:pt>
                <c:pt idx="730">
                  <c:v>0.019824662717</c:v>
                </c:pt>
                <c:pt idx="731">
                  <c:v>0.0199175385029</c:v>
                </c:pt>
                <c:pt idx="732">
                  <c:v>0.0200110738016</c:v>
                </c:pt>
                <c:pt idx="733">
                  <c:v>0.0201052747096</c:v>
                </c:pt>
                <c:pt idx="734">
                  <c:v>0.0202001473938</c:v>
                </c:pt>
                <c:pt idx="735">
                  <c:v>0.0202956980926</c:v>
                </c:pt>
                <c:pt idx="736">
                  <c:v>0.0203919331165</c:v>
                </c:pt>
                <c:pt idx="737">
                  <c:v>0.0204888588492</c:v>
                </c:pt>
                <c:pt idx="738">
                  <c:v>0.0205864817487</c:v>
                </c:pt>
                <c:pt idx="739">
                  <c:v>0.0206848083481</c:v>
                </c:pt>
                <c:pt idx="740">
                  <c:v>0.0207838452568</c:v>
                </c:pt>
                <c:pt idx="741">
                  <c:v>0.0208835991613</c:v>
                </c:pt>
                <c:pt idx="742">
                  <c:v>0.0209840768265</c:v>
                </c:pt>
                <c:pt idx="743">
                  <c:v>0.0210852850964</c:v>
                </c:pt>
                <c:pt idx="744">
                  <c:v>0.0211872308958</c:v>
                </c:pt>
                <c:pt idx="745">
                  <c:v>0.0212899212305</c:v>
                </c:pt>
                <c:pt idx="746">
                  <c:v>0.0213933631892</c:v>
                </c:pt>
                <c:pt idx="747">
                  <c:v>0.0214975639442</c:v>
                </c:pt>
                <c:pt idx="748">
                  <c:v>0.0216025307526</c:v>
                </c:pt>
                <c:pt idx="749">
                  <c:v>0.0217082709575</c:v>
                </c:pt>
                <c:pt idx="750">
                  <c:v>0.0218147919892</c:v>
                </c:pt>
                <c:pt idx="751">
                  <c:v>0.0219221013665</c:v>
                </c:pt>
                <c:pt idx="752">
                  <c:v>0.0220302066974</c:v>
                </c:pt>
                <c:pt idx="753">
                  <c:v>0.022139115681</c:v>
                </c:pt>
                <c:pt idx="754">
                  <c:v>0.0222488361084</c:v>
                </c:pt>
                <c:pt idx="755">
                  <c:v>0.0223593758639</c:v>
                </c:pt>
                <c:pt idx="756">
                  <c:v>0.0224707429263</c:v>
                </c:pt>
                <c:pt idx="757">
                  <c:v>0.0225829453706</c:v>
                </c:pt>
                <c:pt idx="758">
                  <c:v>0.0226959913687</c:v>
                </c:pt>
                <c:pt idx="759">
                  <c:v>0.0228098891912</c:v>
                </c:pt>
                <c:pt idx="760">
                  <c:v>0.0229246472086</c:v>
                </c:pt>
                <c:pt idx="761">
                  <c:v>0.0230402738926</c:v>
                </c:pt>
                <c:pt idx="762">
                  <c:v>0.0231567778178</c:v>
                </c:pt>
                <c:pt idx="763">
                  <c:v>0.0232741676627</c:v>
                </c:pt>
                <c:pt idx="764">
                  <c:v>0.0233924522117</c:v>
                </c:pt>
                <c:pt idx="765">
                  <c:v>0.0235116403559</c:v>
                </c:pt>
                <c:pt idx="766">
                  <c:v>0.0236317410951</c:v>
                </c:pt>
                <c:pt idx="767">
                  <c:v>0.0237527635392</c:v>
                </c:pt>
                <c:pt idx="768">
                  <c:v>0.0238747169096</c:v>
                </c:pt>
                <c:pt idx="769">
                  <c:v>0.023997610541</c:v>
                </c:pt>
                <c:pt idx="770">
                  <c:v>0.0241214538828</c:v>
                </c:pt>
                <c:pt idx="771">
                  <c:v>0.0242462565006</c:v>
                </c:pt>
                <c:pt idx="772">
                  <c:v>0.0243720280783</c:v>
                </c:pt>
                <c:pt idx="773">
                  <c:v>0.0244987784191</c:v>
                </c:pt>
                <c:pt idx="774">
                  <c:v>0.0246265174477</c:v>
                </c:pt>
                <c:pt idx="775">
                  <c:v>0.0247552552121</c:v>
                </c:pt>
                <c:pt idx="776">
                  <c:v>0.0248850018846</c:v>
                </c:pt>
                <c:pt idx="777">
                  <c:v>0.0250157677645</c:v>
                </c:pt>
                <c:pt idx="778">
                  <c:v>0.0251475632791</c:v>
                </c:pt>
                <c:pt idx="779">
                  <c:v>0.0252803989861</c:v>
                </c:pt>
                <c:pt idx="780">
                  <c:v>0.0254142855751</c:v>
                </c:pt>
                <c:pt idx="781">
                  <c:v>0.0255492338696</c:v>
                </c:pt>
                <c:pt idx="782">
                  <c:v>0.0256852548288</c:v>
                </c:pt>
                <c:pt idx="783">
                  <c:v>0.0258223595497</c:v>
                </c:pt>
                <c:pt idx="784">
                  <c:v>0.025960559269</c:v>
                </c:pt>
                <c:pt idx="785">
                  <c:v>0.0260998653648</c:v>
                </c:pt>
                <c:pt idx="786">
                  <c:v>0.0262402893593</c:v>
                </c:pt>
                <c:pt idx="787">
                  <c:v>0.0263818429202</c:v>
                </c:pt>
                <c:pt idx="788">
                  <c:v>0.0265245378628</c:v>
                </c:pt>
                <c:pt idx="789">
                  <c:v>0.0266683861526</c:v>
                </c:pt>
                <c:pt idx="790">
                  <c:v>0.0268133999072</c:v>
                </c:pt>
                <c:pt idx="791">
                  <c:v>0.0269595913981</c:v>
                </c:pt>
                <c:pt idx="792">
                  <c:v>0.0271069730536</c:v>
                </c:pt>
                <c:pt idx="793">
                  <c:v>0.0272555574606</c:v>
                </c:pt>
                <c:pt idx="794">
                  <c:v>0.0274053573667</c:v>
                </c:pt>
                <c:pt idx="795">
                  <c:v>0.027556385683</c:v>
                </c:pt>
                <c:pt idx="796">
                  <c:v>0.0277086554863</c:v>
                </c:pt>
                <c:pt idx="797">
                  <c:v>0.0278621800211</c:v>
                </c:pt>
                <c:pt idx="798">
                  <c:v>0.0280169727026</c:v>
                </c:pt>
                <c:pt idx="799">
                  <c:v>0.0281730471186</c:v>
                </c:pt>
                <c:pt idx="800">
                  <c:v>0.0283304170322</c:v>
                </c:pt>
                <c:pt idx="801">
                  <c:v>0.0284890963847</c:v>
                </c:pt>
                <c:pt idx="802">
                  <c:v>0.0286490992974</c:v>
                </c:pt>
                <c:pt idx="803">
                  <c:v>0.0288104400749</c:v>
                </c:pt>
                <c:pt idx="804">
                  <c:v>0.0289731332072</c:v>
                </c:pt>
                <c:pt idx="805">
                  <c:v>0.0291371933727</c:v>
                </c:pt>
                <c:pt idx="806">
                  <c:v>0.0293026354409</c:v>
                </c:pt>
                <c:pt idx="807">
                  <c:v>0.0294694744749</c:v>
                </c:pt>
                <c:pt idx="808">
                  <c:v>0.0296377257344</c:v>
                </c:pt>
                <c:pt idx="809">
                  <c:v>0.0298074046786</c:v>
                </c:pt>
                <c:pt idx="810">
                  <c:v>0.0299785269686</c:v>
                </c:pt>
                <c:pt idx="811">
                  <c:v>0.030151108471</c:v>
                </c:pt>
                <c:pt idx="812">
                  <c:v>0.0303251652604</c:v>
                </c:pt>
                <c:pt idx="813">
                  <c:v>0.0305007136224</c:v>
                </c:pt>
                <c:pt idx="814">
                  <c:v>0.0306777700566</c:v>
                </c:pt>
                <c:pt idx="815">
                  <c:v>0.0308563512802</c:v>
                </c:pt>
                <c:pt idx="816">
                  <c:v>0.0310364742302</c:v>
                </c:pt>
                <c:pt idx="817">
                  <c:v>0.0312181560674</c:v>
                </c:pt>
                <c:pt idx="818">
                  <c:v>0.0314014141791</c:v>
                </c:pt>
                <c:pt idx="819">
                  <c:v>0.0315862661826</c:v>
                </c:pt>
                <c:pt idx="820">
                  <c:v>0.0317727299284</c:v>
                </c:pt>
                <c:pt idx="821">
                  <c:v>0.0319608235034</c:v>
                </c:pt>
                <c:pt idx="822">
                  <c:v>0.0321505652345</c:v>
                </c:pt>
                <c:pt idx="823">
                  <c:v>0.0323419736919</c:v>
                </c:pt>
                <c:pt idx="824">
                  <c:v>0.0325350676926</c:v>
                </c:pt>
                <c:pt idx="825">
                  <c:v>0.0327298663038</c:v>
                </c:pt>
                <c:pt idx="826">
                  <c:v>0.0329263888468</c:v>
                </c:pt>
                <c:pt idx="827">
                  <c:v>0.0331246549001</c:v>
                </c:pt>
                <c:pt idx="828">
                  <c:v>0.0333246843033</c:v>
                </c:pt>
                <c:pt idx="829">
                  <c:v>0.0335264971609</c:v>
                </c:pt>
                <c:pt idx="830">
                  <c:v>0.033730113846</c:v>
                </c:pt>
                <c:pt idx="831">
                  <c:v>0.0339355550039</c:v>
                </c:pt>
                <c:pt idx="832">
                  <c:v>0.0341428415558</c:v>
                </c:pt>
                <c:pt idx="833">
                  <c:v>0.0343519947034</c:v>
                </c:pt>
                <c:pt idx="834">
                  <c:v>0.0345630359318</c:v>
                </c:pt>
                <c:pt idx="835">
                  <c:v>0.0347759870144</c:v>
                </c:pt>
                <c:pt idx="836">
                  <c:v>0.0349908700162</c:v>
                </c:pt>
                <c:pt idx="837">
                  <c:v>0.0352077072983</c:v>
                </c:pt>
                <c:pt idx="838">
                  <c:v>0.0354265215218</c:v>
                </c:pt>
                <c:pt idx="839">
                  <c:v>0.0356473356519</c:v>
                </c:pt>
                <c:pt idx="840">
                  <c:v>0.0358701729622</c:v>
                </c:pt>
                <c:pt idx="841">
                  <c:v>0.036095057039</c:v>
                </c:pt>
                <c:pt idx="842">
                  <c:v>0.0363220117852</c:v>
                </c:pt>
                <c:pt idx="843">
                  <c:v>0.0365510614251</c:v>
                </c:pt>
                <c:pt idx="844">
                  <c:v>0.0367822305084</c:v>
                </c:pt>
                <c:pt idx="845">
                  <c:v>0.0370155439147</c:v>
                </c:pt>
                <c:pt idx="846">
                  <c:v>0.0372510268581</c:v>
                </c:pt>
                <c:pt idx="847">
                  <c:v>0.0374887048913</c:v>
                </c:pt>
                <c:pt idx="848">
                  <c:v>0.0377286039104</c:v>
                </c:pt>
                <c:pt idx="849">
                  <c:v>0.0379707501595</c:v>
                </c:pt>
                <c:pt idx="850">
                  <c:v>0.038215170235</c:v>
                </c:pt>
                <c:pt idx="851">
                  <c:v>0.0384618910905</c:v>
                </c:pt>
                <c:pt idx="852">
                  <c:v>0.0387109400412</c:v>
                </c:pt>
                <c:pt idx="853">
                  <c:v>0.0389623447688</c:v>
                </c:pt>
                <c:pt idx="854">
                  <c:v>0.0392161333262</c:v>
                </c:pt>
                <c:pt idx="855">
                  <c:v>0.0394723341419</c:v>
                </c:pt>
                <c:pt idx="856">
                  <c:v>0.0397309760253</c:v>
                </c:pt>
                <c:pt idx="857">
                  <c:v>0.0399920881712</c:v>
                </c:pt>
                <c:pt idx="858">
                  <c:v>0.0402557001645</c:v>
                </c:pt>
                <c:pt idx="859">
                  <c:v>0.0405218419853</c:v>
                </c:pt>
                <c:pt idx="860">
                  <c:v>0.0407905440136</c:v>
                </c:pt>
                <c:pt idx="861">
                  <c:v>0.0410618370342</c:v>
                </c:pt>
                <c:pt idx="862">
                  <c:v>0.0413357522415</c:v>
                </c:pt>
                <c:pt idx="863">
                  <c:v>0.0416123212446</c:v>
                </c:pt>
                <c:pt idx="864">
                  <c:v>0.0418915760721</c:v>
                </c:pt>
                <c:pt idx="865">
                  <c:v>0.0421735491769</c:v>
                </c:pt>
                <c:pt idx="866">
                  <c:v>0.042458273441</c:v>
                </c:pt>
                <c:pt idx="867">
                  <c:v>0.0427457821808</c:v>
                </c:pt>
                <c:pt idx="868">
                  <c:v>0.0430361091516</c:v>
                </c:pt>
                <c:pt idx="869">
                  <c:v>0.0433292885529</c:v>
                </c:pt>
                <c:pt idx="870">
                  <c:v>0.0436253550325</c:v>
                </c:pt>
                <c:pt idx="871">
                  <c:v>0.0439243436921</c:v>
                </c:pt>
                <c:pt idx="872">
                  <c:v>0.044226290092</c:v>
                </c:pt>
                <c:pt idx="873">
                  <c:v>0.0445312302552</c:v>
                </c:pt>
                <c:pt idx="874">
                  <c:v>0.044839200673</c:v>
                </c:pt>
                <c:pt idx="875">
                  <c:v>0.0451502383093</c:v>
                </c:pt>
                <c:pt idx="876">
                  <c:v>0.045464380605</c:v>
                </c:pt>
                <c:pt idx="877">
                  <c:v>0.0457816654832</c:v>
                </c:pt>
                <c:pt idx="878">
                  <c:v>0.0461021313531</c:v>
                </c:pt>
                <c:pt idx="879">
                  <c:v>0.0464258171149</c:v>
                </c:pt>
                <c:pt idx="880">
                  <c:v>0.0467527621639</c:v>
                </c:pt>
                <c:pt idx="881">
                  <c:v>0.0470830063948</c:v>
                </c:pt>
                <c:pt idx="882">
                  <c:v>0.0474165902063</c:v>
                </c:pt>
                <c:pt idx="883">
                  <c:v>0.0477535545046</c:v>
                </c:pt>
                <c:pt idx="884">
                  <c:v>0.0480939407076</c:v>
                </c:pt>
                <c:pt idx="885">
                  <c:v>0.0484377907491</c:v>
                </c:pt>
                <c:pt idx="886">
                  <c:v>0.0487851470821</c:v>
                </c:pt>
                <c:pt idx="887">
                  <c:v>0.0491360526823</c:v>
                </c:pt>
                <c:pt idx="888">
                  <c:v>0.049490551052</c:v>
                </c:pt>
                <c:pt idx="889">
                  <c:v>0.049848686223</c:v>
                </c:pt>
                <c:pt idx="890">
                  <c:v>0.0502105027598</c:v>
                </c:pt>
                <c:pt idx="891">
                  <c:v>0.0505760457625</c:v>
                </c:pt>
                <c:pt idx="892">
                  <c:v>0.0509453608694</c:v>
                </c:pt>
                <c:pt idx="893">
                  <c:v>0.0513184942594</c:v>
                </c:pt>
                <c:pt idx="894">
                  <c:v>0.0516954926547</c:v>
                </c:pt>
                <c:pt idx="895">
                  <c:v>0.0520764033222</c:v>
                </c:pt>
                <c:pt idx="896">
                  <c:v>0.0524612740755</c:v>
                </c:pt>
                <c:pt idx="897">
                  <c:v>0.0528501532764</c:v>
                </c:pt>
                <c:pt idx="898">
                  <c:v>0.0532430898358</c:v>
                </c:pt>
                <c:pt idx="899">
                  <c:v>0.0536401332151</c:v>
                </c:pt>
                <c:pt idx="900">
                  <c:v>0.0540413334258</c:v>
                </c:pt>
                <c:pt idx="901">
                  <c:v>0.0544467410306</c:v>
                </c:pt>
                <c:pt idx="902">
                  <c:v>0.0548564071425</c:v>
                </c:pt>
                <c:pt idx="903">
                  <c:v>0.0552703834245</c:v>
                </c:pt>
                <c:pt idx="904">
                  <c:v>0.0556887220885</c:v>
                </c:pt>
                <c:pt idx="905">
                  <c:v>0.0561114758938</c:v>
                </c:pt>
                <c:pt idx="906">
                  <c:v>0.0565386981453</c:v>
                </c:pt>
                <c:pt idx="907">
                  <c:v>0.056970442691</c:v>
                </c:pt>
                <c:pt idx="908">
                  <c:v>0.0574067639189</c:v>
                </c:pt>
                <c:pt idx="909">
                  <c:v>0.0578477167541</c:v>
                </c:pt>
                <c:pt idx="910">
                  <c:v>0.0582933566541</c:v>
                </c:pt>
                <c:pt idx="911">
                  <c:v>0.0587437396048</c:v>
                </c:pt>
                <c:pt idx="912">
                  <c:v>0.0591989221149</c:v>
                </c:pt>
                <c:pt idx="913">
                  <c:v>0.0596589612102</c:v>
                </c:pt>
                <c:pt idx="914">
                  <c:v>0.0601239144273</c:v>
                </c:pt>
                <c:pt idx="915">
                  <c:v>0.0605938398058</c:v>
                </c:pt>
                <c:pt idx="916">
                  <c:v>0.0610687958809</c:v>
                </c:pt>
                <c:pt idx="917">
                  <c:v>0.0615488416745</c:v>
                </c:pt>
                <c:pt idx="918">
                  <c:v>0.0620340366856</c:v>
                </c:pt>
                <c:pt idx="919">
                  <c:v>0.0625244408798</c:v>
                </c:pt>
                <c:pt idx="920">
                  <c:v>0.0630201146786</c:v>
                </c:pt>
                <c:pt idx="921">
                  <c:v>0.0635211189466</c:v>
                </c:pt>
                <c:pt idx="922">
                  <c:v>0.064027514979</c:v>
                </c:pt>
                <c:pt idx="923">
                  <c:v>0.0645393644872</c:v>
                </c:pt>
                <c:pt idx="924">
                  <c:v>0.0650567295838</c:v>
                </c:pt>
                <c:pt idx="925">
                  <c:v>0.0655796727666</c:v>
                </c:pt>
                <c:pt idx="926">
                  <c:v>0.0661082569015</c:v>
                </c:pt>
                <c:pt idx="927">
                  <c:v>0.0666425452037</c:v>
                </c:pt>
                <c:pt idx="928">
                  <c:v>0.0671826012189</c:v>
                </c:pt>
                <c:pt idx="929">
                  <c:v>0.0677284888019</c:v>
                </c:pt>
                <c:pt idx="930">
                  <c:v>0.0682802720952</c:v>
                </c:pt>
                <c:pt idx="931">
                  <c:v>0.0688380155055</c:v>
                </c:pt>
                <c:pt idx="932">
                  <c:v>0.069401783679</c:v>
                </c:pt>
                <c:pt idx="933">
                  <c:v>0.0699716414759</c:v>
                </c:pt>
                <c:pt idx="934">
                  <c:v>0.0705476539426</c:v>
                </c:pt>
                <c:pt idx="935">
                  <c:v>0.0711298862833</c:v>
                </c:pt>
                <c:pt idx="936">
                  <c:v>0.0717184038293</c:v>
                </c:pt>
                <c:pt idx="937">
                  <c:v>0.0723132720076</c:v>
                </c:pt>
                <c:pt idx="938">
                  <c:v>0.0729145563071</c:v>
                </c:pt>
                <c:pt idx="939">
                  <c:v>0.0735223222442</c:v>
                </c:pt>
                <c:pt idx="940">
                  <c:v>0.0741366353255</c:v>
                </c:pt>
                <c:pt idx="941">
                  <c:v>0.07475756101</c:v>
                </c:pt>
                <c:pt idx="942">
                  <c:v>0.0753851646689</c:v>
                </c:pt>
                <c:pt idx="943">
                  <c:v>0.0760195115438</c:v>
                </c:pt>
                <c:pt idx="944">
                  <c:v>0.0766606667034</c:v>
                </c:pt>
                <c:pt idx="945">
                  <c:v>0.0773086949977</c:v>
                </c:pt>
                <c:pt idx="946">
                  <c:v>0.0779636610113</c:v>
                </c:pt>
                <c:pt idx="947">
                  <c:v>0.0786256290143</c:v>
                </c:pt>
                <c:pt idx="948">
                  <c:v>0.0792946629111</c:v>
                </c:pt>
                <c:pt idx="949">
                  <c:v>0.0799708261878</c:v>
                </c:pt>
                <c:pt idx="950">
                  <c:v>0.0806541818575</c:v>
                </c:pt>
                <c:pt idx="951">
                  <c:v>0.0813447924037</c:v>
                </c:pt>
                <c:pt idx="952">
                  <c:v>0.0820427197216</c:v>
                </c:pt>
                <c:pt idx="953">
                  <c:v>0.0827480250576</c:v>
                </c:pt>
                <c:pt idx="954">
                  <c:v>0.0834607689468</c:v>
                </c:pt>
                <c:pt idx="955">
                  <c:v>0.084181011149</c:v>
                </c:pt>
                <c:pt idx="956">
                  <c:v>0.0849088105816</c:v>
                </c:pt>
                <c:pt idx="957">
                  <c:v>0.0856442252523</c:v>
                </c:pt>
                <c:pt idx="958">
                  <c:v>0.0863873121882</c:v>
                </c:pt>
                <c:pt idx="959">
                  <c:v>0.0871381273643</c:v>
                </c:pt>
                <c:pt idx="960">
                  <c:v>0.0878967256295</c:v>
                </c:pt>
                <c:pt idx="961">
                  <c:v>0.088663160631</c:v>
                </c:pt>
                <c:pt idx="962">
                  <c:v>0.089437484737</c:v>
                </c:pt>
                <c:pt idx="963">
                  <c:v>0.0902197489574</c:v>
                </c:pt>
                <c:pt idx="964">
                  <c:v>0.0910100028636</c:v>
                </c:pt>
                <c:pt idx="965">
                  <c:v>0.0918082945057</c:v>
                </c:pt>
                <c:pt idx="966">
                  <c:v>0.092614670329</c:v>
                </c:pt>
                <c:pt idx="967">
                  <c:v>0.0934291750889</c:v>
                </c:pt>
                <c:pt idx="968">
                  <c:v>0.094251851764</c:v>
                </c:pt>
                <c:pt idx="969">
                  <c:v>0.0950827414689</c:v>
                </c:pt>
                <c:pt idx="970">
                  <c:v>0.0959218833649</c:v>
                </c:pt>
                <c:pt idx="971">
                  <c:v>0.0967693145702</c:v>
                </c:pt>
                <c:pt idx="972">
                  <c:v>0.0976250700693</c:v>
                </c:pt>
                <c:pt idx="973">
                  <c:v>0.0984891826215</c:v>
                </c:pt>
                <c:pt idx="974">
                  <c:v>0.0993616826684</c:v>
                </c:pt>
                <c:pt idx="975">
                  <c:v>0.100242598242</c:v>
                </c:pt>
                <c:pt idx="976">
                  <c:v>0.10113195487</c:v>
                </c:pt>
                <c:pt idx="977">
                  <c:v>0.102029775487</c:v>
                </c:pt>
                <c:pt idx="978">
                  <c:v>0.102936080335</c:v>
                </c:pt>
                <c:pt idx="979">
                  <c:v>0.103850886875</c:v>
                </c:pt>
                <c:pt idx="980">
                  <c:v>0.104774209696</c:v>
                </c:pt>
                <c:pt idx="981">
                  <c:v>0.105706060417</c:v>
                </c:pt>
                <c:pt idx="982">
                  <c:v>0.106646447602</c:v>
                </c:pt>
                <c:pt idx="983">
                  <c:v>0.107595376666</c:v>
                </c:pt>
                <c:pt idx="984">
                  <c:v>0.108552849786</c:v>
                </c:pt>
                <c:pt idx="985">
                  <c:v>0.109518865817</c:v>
                </c:pt>
                <c:pt idx="986">
                  <c:v>0.110493420201</c:v>
                </c:pt>
                <c:pt idx="987">
                  <c:v>0.111476504888</c:v>
                </c:pt>
                <c:pt idx="988">
                  <c:v>0.112468108246</c:v>
                </c:pt>
                <c:pt idx="989">
                  <c:v>0.113468214989</c:v>
                </c:pt>
                <c:pt idx="990">
                  <c:v>0.114476806096</c:v>
                </c:pt>
                <c:pt idx="991">
                  <c:v>0.115493858735</c:v>
                </c:pt>
                <c:pt idx="992">
                  <c:v>0.116519346192</c:v>
                </c:pt>
                <c:pt idx="993">
                  <c:v>0.117553237801</c:v>
                </c:pt>
                <c:pt idx="994">
                  <c:v>0.118595498881</c:v>
                </c:pt>
                <c:pt idx="995">
                  <c:v>0.11964609067</c:v>
                </c:pt>
                <c:pt idx="996">
                  <c:v>0.120704970268</c:v>
                </c:pt>
                <c:pt idx="997">
                  <c:v>0.121772090584</c:v>
                </c:pt>
                <c:pt idx="998">
                  <c:v>0.122847400281</c:v>
                </c:pt>
                <c:pt idx="999">
                  <c:v>0.123930843735</c:v>
                </c:pt>
                <c:pt idx="1000">
                  <c:v>0.125022360987</c:v>
                </c:pt>
                <c:pt idx="1001">
                  <c:v>0.126121887709</c:v>
                </c:pt>
                <c:pt idx="1002">
                  <c:v>0.12722935517</c:v>
                </c:pt>
                <c:pt idx="1003">
                  <c:v>0.128344690207</c:v>
                </c:pt>
                <c:pt idx="1004">
                  <c:v>0.129467815204</c:v>
                </c:pt>
                <c:pt idx="1005">
                  <c:v>0.130598648067</c:v>
                </c:pt>
                <c:pt idx="1006">
                  <c:v>0.13173710222</c:v>
                </c:pt>
                <c:pt idx="1007">
                  <c:v>0.132883086587</c:v>
                </c:pt>
                <c:pt idx="1008">
                  <c:v>0.134036505595</c:v>
                </c:pt>
                <c:pt idx="1009">
                  <c:v>0.135197259174</c:v>
                </c:pt>
                <c:pt idx="1010">
                  <c:v>0.136365242763</c:v>
                </c:pt>
                <c:pt idx="1011">
                  <c:v>0.137540347324</c:v>
                </c:pt>
                <c:pt idx="1012">
                  <c:v>0.138722459358</c:v>
                </c:pt>
                <c:pt idx="1013">
                  <c:v>0.139911460926</c:v>
                </c:pt>
                <c:pt idx="1014">
                  <c:v>0.141107229682</c:v>
                </c:pt>
                <c:pt idx="1015">
                  <c:v>0.142309638899</c:v>
                </c:pt>
                <c:pt idx="1016">
                  <c:v>0.14351855751</c:v>
                </c:pt>
                <c:pt idx="1017">
                  <c:v>0.144733850153</c:v>
                </c:pt>
                <c:pt idx="1018">
                  <c:v>0.145955377212</c:v>
                </c:pt>
                <c:pt idx="1019">
                  <c:v>0.147182994875</c:v>
                </c:pt>
                <c:pt idx="1020">
                  <c:v>0.148416555186</c:v>
                </c:pt>
                <c:pt idx="1021">
                  <c:v>0.149655906111</c:v>
                </c:pt>
                <c:pt idx="1022">
                  <c:v>0.150900891596</c:v>
                </c:pt>
                <c:pt idx="1023">
                  <c:v>0.152151351646</c:v>
                </c:pt>
                <c:pt idx="1024">
                  <c:v>0.153407122389</c:v>
                </c:pt>
                <c:pt idx="1025">
                  <c:v>0.154668036161</c:v>
                </c:pt>
                <c:pt idx="1026">
                  <c:v>0.155933921583</c:v>
                </c:pt>
                <c:pt idx="1027">
                  <c:v>0.157204603645</c:v>
                </c:pt>
                <c:pt idx="1028">
                  <c:v>0.158479903797</c:v>
                </c:pt>
                <c:pt idx="1029">
                  <c:v>0.159759640041</c:v>
                </c:pt>
                <c:pt idx="1030">
                  <c:v>0.16104362702</c:v>
                </c:pt>
                <c:pt idx="1031">
                  <c:v>0.162331676121</c:v>
                </c:pt>
                <c:pt idx="1032">
                  <c:v>0.163623595571</c:v>
                </c:pt>
                <c:pt idx="1033">
                  <c:v>0.164919190545</c:v>
                </c:pt>
                <c:pt idx="1034">
                  <c:v>0.166218263262</c:v>
                </c:pt>
                <c:pt idx="1035">
                  <c:v>0.167520613104</c:v>
                </c:pt>
                <c:pt idx="1036">
                  <c:v>0.168826036713</c:v>
                </c:pt>
                <c:pt idx="1037">
                  <c:v>0.170134328114</c:v>
                </c:pt>
                <c:pt idx="1038">
                  <c:v>0.17144527882</c:v>
                </c:pt>
                <c:pt idx="1039">
                  <c:v>0.172758677949</c:v>
                </c:pt>
                <c:pt idx="1040">
                  <c:v>0.174074312344</c:v>
                </c:pt>
                <c:pt idx="1041">
                  <c:v>0.175391966685</c:v>
                </c:pt>
                <c:pt idx="1042">
                  <c:v>0.176711423613</c:v>
                </c:pt>
                <c:pt idx="1043">
                  <c:v>0.178032463846</c:v>
                </c:pt>
                <c:pt idx="1044">
                  <c:v>0.179354866303</c:v>
                </c:pt>
                <c:pt idx="1045">
                  <c:v>0.180678408224</c:v>
                </c:pt>
                <c:pt idx="1046">
                  <c:v>0.182002865294</c:v>
                </c:pt>
                <c:pt idx="1047">
                  <c:v>0.183328011763</c:v>
                </c:pt>
                <c:pt idx="1048">
                  <c:v>0.184653620573</c:v>
                </c:pt>
                <c:pt idx="1049">
                  <c:v>0.185979463479</c:v>
                </c:pt>
                <c:pt idx="1050">
                  <c:v>0.187305311174</c:v>
                </c:pt>
                <c:pt idx="1051">
                  <c:v>0.188630933409</c:v>
                </c:pt>
                <c:pt idx="1052">
                  <c:v>0.189956099122</c:v>
                </c:pt>
                <c:pt idx="1053">
                  <c:v>0.191280576554</c:v>
                </c:pt>
                <c:pt idx="1054">
                  <c:v>0.192604133376</c:v>
                </c:pt>
                <c:pt idx="1055">
                  <c:v>0.193926536807</c:v>
                </c:pt>
                <c:pt idx="1056">
                  <c:v>0.195247553738</c:v>
                </c:pt>
                <c:pt idx="1057">
                  <c:v>0.196566950845</c:v>
                </c:pt>
                <c:pt idx="1058">
                  <c:v>0.197884494711</c:v>
                </c:pt>
                <c:pt idx="1059">
                  <c:v>0.199199951941</c:v>
                </c:pt>
                <c:pt idx="1060">
                  <c:v>0.200513089275</c:v>
                </c:pt>
                <c:pt idx="1061">
                  <c:v>0.201823673701</c:v>
                </c:pt>
                <c:pt idx="1062">
                  <c:v>0.203131472564</c:v>
                </c:pt>
                <c:pt idx="1063">
                  <c:v>0.204436253673</c:v>
                </c:pt>
                <c:pt idx="1064">
                  <c:v>0.205737785407</c:v>
                </c:pt>
                <c:pt idx="1065">
                  <c:v>0.207035836815</c:v>
                </c:pt>
                <c:pt idx="1066">
                  <c:v>0.208330177714</c:v>
                </c:pt>
                <c:pt idx="1067">
                  <c:v>0.209620578785</c:v>
                </c:pt>
                <c:pt idx="1068">
                  <c:v>0.210906811664</c:v>
                </c:pt>
                <c:pt idx="1069">
                  <c:v>0.212188649029</c:v>
                </c:pt>
                <c:pt idx="1070">
                  <c:v>0.213465864684</c:v>
                </c:pt>
                <c:pt idx="1071">
                  <c:v>0.214738233636</c:v>
                </c:pt>
                <c:pt idx="1072">
                  <c:v>0.216005532174</c:v>
                </c:pt>
                <c:pt idx="1073">
                  <c:v>0.217267537933</c:v>
                </c:pt>
                <c:pt idx="1074">
                  <c:v>0.218524029964</c:v>
                </c:pt>
                <c:pt idx="1075">
                  <c:v>0.219774788791</c:v>
                </c:pt>
                <c:pt idx="1076">
                  <c:v>0.221019596467</c:v>
                </c:pt>
                <c:pt idx="1077">
                  <c:v>0.222258236621</c:v>
                </c:pt>
                <c:pt idx="1078">
                  <c:v>0.223490494507</c:v>
                </c:pt>
                <c:pt idx="1079">
                  <c:v>0.224716157037</c:v>
                </c:pt>
                <c:pt idx="1080">
                  <c:v>0.225935012816</c:v>
                </c:pt>
                <c:pt idx="1081">
                  <c:v>0.227146852169</c:v>
                </c:pt>
                <c:pt idx="1082">
                  <c:v>0.228351467162</c:v>
                </c:pt>
                <c:pt idx="1083">
                  <c:v>0.229548651616</c:v>
                </c:pt>
                <c:pt idx="1084">
                  <c:v>0.230738201117</c:v>
                </c:pt>
                <c:pt idx="1085">
                  <c:v>0.231919913021</c:v>
                </c:pt>
                <c:pt idx="1086">
                  <c:v>0.233093586448</c:v>
                </c:pt>
                <c:pt idx="1087">
                  <c:v>0.234259022279</c:v>
                </c:pt>
                <c:pt idx="1088">
                  <c:v>0.235416023135</c:v>
                </c:pt>
                <c:pt idx="1089">
                  <c:v>0.236564393365</c:v>
                </c:pt>
                <c:pt idx="1090">
                  <c:v>0.237703939015</c:v>
                </c:pt>
                <c:pt idx="1091">
                  <c:v>0.2388344678</c:v>
                </c:pt>
                <c:pt idx="1092">
                  <c:v>0.239955789067</c:v>
                </c:pt>
                <c:pt idx="1093">
                  <c:v>0.241067713755</c:v>
                </c:pt>
                <c:pt idx="1094">
                  <c:v>0.242170054349</c:v>
                </c:pt>
                <c:pt idx="1095">
                  <c:v>0.243262624828</c:v>
                </c:pt>
                <c:pt idx="1096">
                  <c:v>0.24434524061</c:v>
                </c:pt>
                <c:pt idx="1097">
                  <c:v>0.245417718494</c:v>
                </c:pt>
                <c:pt idx="1098">
                  <c:v>0.246479876594</c:v>
                </c:pt>
                <c:pt idx="1099">
                  <c:v>0.247531534272</c:v>
                </c:pt>
                <c:pt idx="1100">
                  <c:v>0.248572512069</c:v>
                </c:pt>
                <c:pt idx="1101">
                  <c:v>0.249602631628</c:v>
                </c:pt>
                <c:pt idx="1102">
                  <c:v>0.250621715616</c:v>
                </c:pt>
                <c:pt idx="1103">
                  <c:v>0.25162958765</c:v>
                </c:pt>
                <c:pt idx="1104">
                  <c:v>0.252626072204</c:v>
                </c:pt>
                <c:pt idx="1105">
                  <c:v>0.253610994536</c:v>
                </c:pt>
                <c:pt idx="1106">
                  <c:v>0.254584180591</c:v>
                </c:pt>
                <c:pt idx="1107">
                  <c:v>0.255545456922</c:v>
                </c:pt>
                <c:pt idx="1108">
                  <c:v>0.256494650596</c:v>
                </c:pt>
                <c:pt idx="1109">
                  <c:v>0.257431589105</c:v>
                </c:pt>
                <c:pt idx="1110">
                  <c:v>0.258356100275</c:v>
                </c:pt>
                <c:pt idx="1111">
                  <c:v>0.259268012181</c:v>
                </c:pt>
                <c:pt idx="1112">
                  <c:v>0.260167153049</c:v>
                </c:pt>
                <c:pt idx="1113">
                  <c:v>0.261053351172</c:v>
                </c:pt>
                <c:pt idx="1114">
                  <c:v>0.261926434819</c:v>
                </c:pt>
                <c:pt idx="1115">
                  <c:v>0.262786232148</c:v>
                </c:pt>
                <c:pt idx="1116">
                  <c:v>0.26363257112</c:v>
                </c:pt>
                <c:pt idx="1117">
                  <c:v>0.264465279415</c:v>
                </c:pt>
                <c:pt idx="1118">
                  <c:v>0.265284184349</c:v>
                </c:pt>
                <c:pt idx="1119">
                  <c:v>0.266089112797</c:v>
                </c:pt>
                <c:pt idx="1120">
                  <c:v>0.266879891114</c:v>
                </c:pt>
                <c:pt idx="1121">
                  <c:v>0.267656345063</c:v>
                </c:pt>
                <c:pt idx="1122">
                  <c:v>0.268418299744</c:v>
                </c:pt>
                <c:pt idx="1123">
                  <c:v>0.26916557953</c:v>
                </c:pt>
                <c:pt idx="1124">
                  <c:v>0.269898008001</c:v>
                </c:pt>
                <c:pt idx="1125">
                  <c:v>0.270615407892</c:v>
                </c:pt>
                <c:pt idx="1126">
                  <c:v>0.271317601036</c:v>
                </c:pt>
                <c:pt idx="1127">
                  <c:v>0.272004408316</c:v>
                </c:pt>
                <c:pt idx="1128">
                  <c:v>0.272675649626</c:v>
                </c:pt>
                <c:pt idx="1129">
                  <c:v>0.273331143831</c:v>
                </c:pt>
                <c:pt idx="1130">
                  <c:v>0.273970708737</c:v>
                </c:pt>
                <c:pt idx="1131">
                  <c:v>0.274594161067</c:v>
                </c:pt>
                <c:pt idx="1132">
                  <c:v>0.275201316441</c:v>
                </c:pt>
                <c:pt idx="1133">
                  <c:v>0.275791989366</c:v>
                </c:pt>
                <c:pt idx="1134">
                  <c:v>0.276365993232</c:v>
                </c:pt>
                <c:pt idx="1135">
                  <c:v>0.276923140313</c:v>
                </c:pt>
                <c:pt idx="1136">
                  <c:v>0.277463241778</c:v>
                </c:pt>
                <c:pt idx="1137">
                  <c:v>0.277986107709</c:v>
                </c:pt>
                <c:pt idx="1138">
                  <c:v>0.278491547129</c:v>
                </c:pt>
                <c:pt idx="1139">
                  <c:v>0.278979368035</c:v>
                </c:pt>
                <c:pt idx="1140">
                  <c:v>0.27944937744</c:v>
                </c:pt>
                <c:pt idx="1141">
                  <c:v>0.279901381428</c:v>
                </c:pt>
                <c:pt idx="1142">
                  <c:v>0.280335185213</c:v>
                </c:pt>
                <c:pt idx="1143">
                  <c:v>0.280750593208</c:v>
                </c:pt>
                <c:pt idx="1144">
                  <c:v>0.281147409108</c:v>
                </c:pt>
                <c:pt idx="1145">
                  <c:v>0.281525435977</c:v>
                </c:pt>
                <c:pt idx="1146">
                  <c:v>0.281884476348</c:v>
                </c:pt>
                <c:pt idx="1147">
                  <c:v>0.282224332332</c:v>
                </c:pt>
                <c:pt idx="1148">
                  <c:v>0.282544805737</c:v>
                </c:pt>
                <c:pt idx="1149">
                  <c:v>0.2828456982</c:v>
                </c:pt>
                <c:pt idx="1150">
                  <c:v>0.283126811323</c:v>
                </c:pt>
                <c:pt idx="1151">
                  <c:v>0.283387946829</c:v>
                </c:pt>
                <c:pt idx="1152">
                  <c:v>0.28362890672</c:v>
                </c:pt>
                <c:pt idx="1153">
                  <c:v>0.28384949345</c:v>
                </c:pt>
                <c:pt idx="1154">
                  <c:v>0.284049510113</c:v>
                </c:pt>
                <c:pt idx="1155">
                  <c:v>0.284228760629</c:v>
                </c:pt>
                <c:pt idx="1156">
                  <c:v>0.284387049957</c:v>
                </c:pt>
                <c:pt idx="1157">
                  <c:v>0.284524184309</c:v>
                </c:pt>
                <c:pt idx="1158">
                  <c:v>0.284639971374</c:v>
                </c:pt>
                <c:pt idx="1159">
                  <c:v>0.284734220561</c:v>
                </c:pt>
                <c:pt idx="1160">
                  <c:v>0.284806743248</c:v>
                </c:pt>
                <c:pt idx="1161">
                  <c:v>0.284857353036</c:v>
                </c:pt>
                <c:pt idx="1162">
                  <c:v>0.284885866029</c:v>
                </c:pt>
                <c:pt idx="1163">
                  <c:v>0.284892101106</c:v>
                </c:pt>
                <c:pt idx="1164">
                  <c:v>0.284875880218</c:v>
                </c:pt>
                <c:pt idx="1165">
                  <c:v>0.284837028684</c:v>
                </c:pt>
                <c:pt idx="1166">
                  <c:v>0.28477537551</c:v>
                </c:pt>
                <c:pt idx="1167">
                  <c:v>0.284690753699</c:v>
                </c:pt>
                <c:pt idx="1168">
                  <c:v>0.28458300059</c:v>
                </c:pt>
                <c:pt idx="1169">
                  <c:v>0.284451958187</c:v>
                </c:pt>
                <c:pt idx="1170">
                  <c:v>0.284297473512</c:v>
                </c:pt>
                <c:pt idx="1171">
                  <c:v>0.284119398954</c:v>
                </c:pt>
                <c:pt idx="1172">
                  <c:v>0.283917592631</c:v>
                </c:pt>
                <c:pt idx="1173">
                  <c:v>0.283691918758</c:v>
                </c:pt>
                <c:pt idx="1174">
                  <c:v>0.283442248017</c:v>
                </c:pt>
                <c:pt idx="1175">
                  <c:v>0.283168457939</c:v>
                </c:pt>
                <c:pt idx="1176">
                  <c:v>0.282870433282</c:v>
                </c:pt>
                <c:pt idx="1177">
                  <c:v>0.282548066417</c:v>
                </c:pt>
                <c:pt idx="1178">
                  <c:v>0.282201257722</c:v>
                </c:pt>
                <c:pt idx="1179">
                  <c:v>0.281829915964</c:v>
                </c:pt>
                <c:pt idx="1180">
                  <c:v>0.281433958695</c:v>
                </c:pt>
                <c:pt idx="1181">
                  <c:v>0.281013312642</c:v>
                </c:pt>
                <c:pt idx="1182">
                  <c:v>0.280567914097</c:v>
                </c:pt>
                <c:pt idx="1183">
                  <c:v>0.2800977093</c:v>
                </c:pt>
                <c:pt idx="1184">
                  <c:v>0.27960265483</c:v>
                </c:pt>
                <c:pt idx="1185">
                  <c:v>0.279082717977</c:v>
                </c:pt>
                <c:pt idx="1186">
                  <c:v>0.27853787712</c:v>
                </c:pt>
                <c:pt idx="1187">
                  <c:v>0.27796812209</c:v>
                </c:pt>
                <c:pt idx="1188">
                  <c:v>0.277373454531</c:v>
                </c:pt>
                <c:pt idx="1189">
                  <c:v>0.276753888246</c:v>
                </c:pt>
                <c:pt idx="1190">
                  <c:v>0.276109449533</c:v>
                </c:pt>
                <c:pt idx="1191">
                  <c:v>0.275440177514</c:v>
                </c:pt>
                <c:pt idx="1192">
                  <c:v>0.274746124442</c:v>
                </c:pt>
                <c:pt idx="1193">
                  <c:v>0.274027356</c:v>
                </c:pt>
                <c:pt idx="1194">
                  <c:v>0.273283951581</c:v>
                </c:pt>
                <c:pt idx="1195">
                  <c:v>0.272516004547</c:v>
                </c:pt>
                <c:pt idx="1196">
                  <c:v>0.271723622477</c:v>
                </c:pt>
                <c:pt idx="1197">
                  <c:v>0.270906927387</c:v>
                </c:pt>
                <c:pt idx="1198">
                  <c:v>0.270066055934</c:v>
                </c:pt>
                <c:pt idx="1199">
                  <c:v>0.26920115959</c:v>
                </c:pt>
                <c:pt idx="1200">
                  <c:v>0.268312404803</c:v>
                </c:pt>
                <c:pt idx="1201">
                  <c:v>0.267399973123</c:v>
                </c:pt>
                <c:pt idx="1202">
                  <c:v>0.266464061305</c:v>
                </c:pt>
                <c:pt idx="1203">
                  <c:v>0.265504881388</c:v>
                </c:pt>
                <c:pt idx="1204">
                  <c:v>0.264522660741</c:v>
                </c:pt>
                <c:pt idx="1205">
                  <c:v>0.263517642083</c:v>
                </c:pt>
                <c:pt idx="1206">
                  <c:v>0.262490083472</c:v>
                </c:pt>
                <c:pt idx="1207">
                  <c:v>0.261440258263</c:v>
                </c:pt>
                <c:pt idx="1208">
                  <c:v>0.260368455038</c:v>
                </c:pt>
                <c:pt idx="1209">
                  <c:v>0.259274977501</c:v>
                </c:pt>
                <c:pt idx="1210">
                  <c:v>0.258160144341</c:v>
                </c:pt>
                <c:pt idx="1211">
                  <c:v>0.257024289067</c:v>
                </c:pt>
                <c:pt idx="1212">
                  <c:v>0.255867759806</c:v>
                </c:pt>
                <c:pt idx="1213">
                  <c:v>0.254690919068</c:v>
                </c:pt>
                <c:pt idx="1214">
                  <c:v>0.253494143489</c:v>
                </c:pt>
                <c:pt idx="1215">
                  <c:v>0.252277823524</c:v>
                </c:pt>
                <c:pt idx="1216">
                  <c:v>0.251042363127</c:v>
                </c:pt>
                <c:pt idx="1217">
                  <c:v>0.249788179388</c:v>
                </c:pt>
                <c:pt idx="1218">
                  <c:v>0.248515702145</c:v>
                </c:pt>
                <c:pt idx="1219">
                  <c:v>0.247225373559</c:v>
                </c:pt>
                <c:pt idx="1220">
                  <c:v>0.245917647675</c:v>
                </c:pt>
                <c:pt idx="1221">
                  <c:v>0.244592989937</c:v>
                </c:pt>
                <c:pt idx="1222">
                  <c:v>0.243251876689</c:v>
                </c:pt>
                <c:pt idx="1223">
                  <c:v>0.241894794649</c:v>
                </c:pt>
                <c:pt idx="1224">
                  <c:v>0.24052224035</c:v>
                </c:pt>
                <c:pt idx="1225">
                  <c:v>0.239134719572</c:v>
                </c:pt>
                <c:pt idx="1226">
                  <c:v>0.237732746743</c:v>
                </c:pt>
                <c:pt idx="1227">
                  <c:v>0.236316844323</c:v>
                </c:pt>
                <c:pt idx="1228">
                  <c:v>0.234887542171</c:v>
                </c:pt>
                <c:pt idx="1229">
                  <c:v>0.233445376901</c:v>
                </c:pt>
                <c:pt idx="1230">
                  <c:v>0.231990891212</c:v>
                </c:pt>
                <c:pt idx="1231">
                  <c:v>0.230524633219</c:v>
                </c:pt>
                <c:pt idx="1232">
                  <c:v>0.229047155767</c:v>
                </c:pt>
                <c:pt idx="1233">
                  <c:v>0.227559015739</c:v>
                </c:pt>
                <c:pt idx="1234">
                  <c:v>0.226060773355</c:v>
                </c:pt>
                <c:pt idx="1235">
                  <c:v>0.224552991476</c:v>
                </c:pt>
                <c:pt idx="1236">
                  <c:v>0.223036234894</c:v>
                </c:pt>
                <c:pt idx="1237">
                  <c:v>0.221511069631</c:v>
                </c:pt>
                <c:pt idx="1238">
                  <c:v>0.219978062241</c:v>
                </c:pt>
                <c:pt idx="1239">
                  <c:v>0.218437779107</c:v>
                </c:pt>
                <c:pt idx="1240">
                  <c:v>0.216890785757</c:v>
                </c:pt>
                <c:pt idx="1241">
                  <c:v>0.215337646179</c:v>
                </c:pt>
                <c:pt idx="1242">
                  <c:v>0.213778922151</c:v>
                </c:pt>
                <c:pt idx="1243">
                  <c:v>0.212215172581</c:v>
                </c:pt>
                <c:pt idx="1244">
                  <c:v>0.21064695286</c:v>
                </c:pt>
                <c:pt idx="1245">
                  <c:v>0.209074814234</c:v>
                </c:pt>
                <c:pt idx="1246">
                  <c:v>0.207499303191</c:v>
                </c:pt>
                <c:pt idx="1247">
                  <c:v>0.205920960862</c:v>
                </c:pt>
                <c:pt idx="1248">
                  <c:v>0.204340322453</c:v>
                </c:pt>
                <c:pt idx="1249">
                  <c:v>0.202757916687</c:v>
                </c:pt>
                <c:pt idx="1250">
                  <c:v>0.201174265275</c:v>
                </c:pt>
                <c:pt idx="1251">
                  <c:v>0.199589882406</c:v>
                </c:pt>
                <c:pt idx="1252">
                  <c:v>0.198005274266</c:v>
                </c:pt>
                <c:pt idx="1253">
                  <c:v>0.196420938578</c:v>
                </c:pt>
                <c:pt idx="1254">
                  <c:v>0.194837364172</c:v>
                </c:pt>
                <c:pt idx="1255">
                  <c:v>0.193255030574</c:v>
                </c:pt>
                <c:pt idx="1256">
                  <c:v>0.191674407634</c:v>
                </c:pt>
                <c:pt idx="1257">
                  <c:v>0.190095955168</c:v>
                </c:pt>
                <c:pt idx="1258">
                  <c:v>0.188520122637</c:v>
                </c:pt>
                <c:pt idx="1259">
                  <c:v>0.186947348851</c:v>
                </c:pt>
                <c:pt idx="1260">
                  <c:v>0.185378061694</c:v>
                </c:pt>
                <c:pt idx="1261">
                  <c:v>0.183812677892</c:v>
                </c:pt>
                <c:pt idx="1262">
                  <c:v>0.182251602789</c:v>
                </c:pt>
                <c:pt idx="1263">
                  <c:v>0.180695230167</c:v>
                </c:pt>
                <c:pt idx="1264">
                  <c:v>0.179143942082</c:v>
                </c:pt>
                <c:pt idx="1265">
                  <c:v>0.17759810873</c:v>
                </c:pt>
                <c:pt idx="1266">
                  <c:v>0.176058088339</c:v>
                </c:pt>
                <c:pt idx="1267">
                  <c:v>0.174524227086</c:v>
                </c:pt>
                <c:pt idx="1268">
                  <c:v>0.172996859035</c:v>
                </c:pt>
                <c:pt idx="1269">
                  <c:v>0.171476306105</c:v>
                </c:pt>
                <c:pt idx="1270">
                  <c:v>0.169962878056</c:v>
                </c:pt>
                <c:pt idx="1271">
                  <c:v>0.168456872498</c:v>
                </c:pt>
                <c:pt idx="1272">
                  <c:v>0.16695857492</c:v>
                </c:pt>
                <c:pt idx="1273">
                  <c:v>0.165468258745</c:v>
                </c:pt>
                <c:pt idx="1274">
                  <c:v>0.163986185394</c:v>
                </c:pt>
                <c:pt idx="1275">
                  <c:v>0.162512604379</c:v>
                </c:pt>
                <c:pt idx="1276">
                  <c:v>0.161047753407</c:v>
                </c:pt>
                <c:pt idx="1277">
                  <c:v>0.159591858501</c:v>
                </c:pt>
                <c:pt idx="1278">
                  <c:v>0.158145134138</c:v>
                </c:pt>
                <c:pt idx="1279">
                  <c:v>0.156707783398</c:v>
                </c:pt>
                <c:pt idx="1280">
                  <c:v>0.155279998135</c:v>
                </c:pt>
                <c:pt idx="1281">
                  <c:v>0.153861959144</c:v>
                </c:pt>
                <c:pt idx="1282">
                  <c:v>0.152453836359</c:v>
                </c:pt>
                <c:pt idx="1283">
                  <c:v>0.151055789045</c:v>
                </c:pt>
                <c:pt idx="1284">
                  <c:v>0.149667966008</c:v>
                </c:pt>
                <c:pt idx="1285">
                  <c:v>0.148290505811</c:v>
                </c:pt>
                <c:pt idx="1286">
                  <c:v>0.146923536998</c:v>
                </c:pt>
                <c:pt idx="1287">
                  <c:v>0.145567178322</c:v>
                </c:pt>
                <c:pt idx="1288">
                  <c:v>0.144221538986</c:v>
                </c:pt>
                <c:pt idx="1289">
                  <c:v>0.142886718878</c:v>
                </c:pt>
                <c:pt idx="1290">
                  <c:v>0.14156280882</c:v>
                </c:pt>
                <c:pt idx="1291">
                  <c:v>0.140249890812</c:v>
                </c:pt>
                <c:pt idx="1292">
                  <c:v>0.13894803829</c:v>
                </c:pt>
                <c:pt idx="1293">
                  <c:v>0.137657316371</c:v>
                </c:pt>
                <c:pt idx="1294">
                  <c:v>0.136377782113</c:v>
                </c:pt>
                <c:pt idx="1295">
                  <c:v>0.135109484766</c:v>
                </c:pt>
                <c:pt idx="1296">
                  <c:v>0.133852466028</c:v>
                </c:pt>
                <c:pt idx="1297">
                  <c:v>0.1326067603</c:v>
                </c:pt>
                <c:pt idx="1298">
                  <c:v>0.131372394938</c:v>
                </c:pt>
                <c:pt idx="1299">
                  <c:v>0.130149390504</c:v>
                </c:pt>
                <c:pt idx="1300">
                  <c:v>0.128937761017</c:v>
                </c:pt>
                <c:pt idx="1301">
                  <c:v>0.127737514201</c:v>
                </c:pt>
                <c:pt idx="1302">
                  <c:v>0.126548651726</c:v>
                </c:pt>
                <c:pt idx="1303">
                  <c:v>0.125371169455</c:v>
                </c:pt>
                <c:pt idx="1304">
                  <c:v>0.124205057675</c:v>
                </c:pt>
                <c:pt idx="1305">
                  <c:v>0.123050301338</c:v>
                </c:pt>
                <c:pt idx="1306">
                  <c:v>0.121906880285</c:v>
                </c:pt>
                <c:pt idx="1307">
                  <c:v>0.120774769477</c:v>
                </c:pt>
                <c:pt idx="1308">
                  <c:v>0.119653939213</c:v>
                </c:pt>
                <c:pt idx="1309">
                  <c:v>0.118544355349</c:v>
                </c:pt>
                <c:pt idx="1310">
                  <c:v>0.117445979511</c:v>
                </c:pt>
                <c:pt idx="1311">
                  <c:v>0.116358769297</c:v>
                </c:pt>
                <c:pt idx="1312">
                  <c:v>0.115282678486</c:v>
                </c:pt>
                <c:pt idx="1313">
                  <c:v>0.114217657231</c:v>
                </c:pt>
                <c:pt idx="1314">
                  <c:v>0.113163652253</c:v>
                </c:pt>
                <c:pt idx="1315">
                  <c:v>0.112120607023</c:v>
                </c:pt>
                <c:pt idx="1316">
                  <c:v>0.111088461952</c:v>
                </c:pt>
                <c:pt idx="1317">
                  <c:v>0.110067154559</c:v>
                </c:pt>
                <c:pt idx="1318">
                  <c:v>0.109056619646</c:v>
                </c:pt>
                <c:pt idx="1319">
                  <c:v>0.108056789462</c:v>
                </c:pt>
                <c:pt idx="1320">
                  <c:v>0.107067593863</c:v>
                </c:pt>
                <c:pt idx="1321">
                  <c:v>0.10608896047</c:v>
                </c:pt>
                <c:pt idx="1322">
                  <c:v>0.105120814815</c:v>
                </c:pt>
                <c:pt idx="1323">
                  <c:v>0.104163080487</c:v>
                </c:pt>
                <c:pt idx="1324">
                  <c:v>0.103215679272</c:v>
                </c:pt>
                <c:pt idx="1325">
                  <c:v>0.102278531288</c:v>
                </c:pt>
                <c:pt idx="1326">
                  <c:v>0.101351555113</c:v>
                </c:pt>
                <c:pt idx="1327">
                  <c:v>0.10043466791</c:v>
                </c:pt>
                <c:pt idx="1328">
                  <c:v>0.099527785549</c:v>
                </c:pt>
                <c:pt idx="1329">
                  <c:v>0.0986308227193</c:v>
                </c:pt>
                <c:pt idx="1330">
                  <c:v>0.0977436930421</c:v>
                </c:pt>
                <c:pt idx="1331">
                  <c:v>0.0968663091758</c:v>
                </c:pt>
                <c:pt idx="1332">
                  <c:v>0.0959985829179</c:v>
                </c:pt>
                <c:pt idx="1333">
                  <c:v>0.0951404253025</c:v>
                </c:pt>
                <c:pt idx="1334">
                  <c:v>0.0942917466934</c:v>
                </c:pt>
                <c:pt idx="1335">
                  <c:v>0.0934524568733</c:v>
                </c:pt>
                <c:pt idx="1336">
                  <c:v>0.0926224651291</c:v>
                </c:pt>
                <c:pt idx="1337">
                  <c:v>0.091801680333</c:v>
                </c:pt>
                <c:pt idx="1338">
                  <c:v>0.0909900110203</c:v>
                </c:pt>
                <c:pt idx="1339">
                  <c:v>0.0901873654633</c:v>
                </c:pt>
                <c:pt idx="1340">
                  <c:v>0.0893936517413</c:v>
                </c:pt>
                <c:pt idx="1341">
                  <c:v>0.0886087778083</c:v>
                </c:pt>
                <c:pt idx="1342">
                  <c:v>0.0878326515562</c:v>
                </c:pt>
                <c:pt idx="1343">
                  <c:v>0.087065180875</c:v>
                </c:pt>
                <c:pt idx="1344">
                  <c:v>0.0863062737111</c:v>
                </c:pt>
                <c:pt idx="1345">
                  <c:v>0.0855558381205</c:v>
                </c:pt>
                <c:pt idx="1346">
                  <c:v>0.0848137823212</c:v>
                </c:pt>
                <c:pt idx="1347">
                  <c:v>0.0840800147417</c:v>
                </c:pt>
                <c:pt idx="1348">
                  <c:v>0.0833544440665</c:v>
                </c:pt>
                <c:pt idx="1349">
                  <c:v>0.0826369792802</c:v>
                </c:pt>
                <c:pt idx="1350">
                  <c:v>0.0819275297081</c:v>
                </c:pt>
                <c:pt idx="1351">
                  <c:v>0.0812260050549</c:v>
                </c:pt>
                <c:pt idx="1352">
                  <c:v>0.0805323154406</c:v>
                </c:pt>
                <c:pt idx="1353">
                  <c:v>0.079846371435</c:v>
                </c:pt>
                <c:pt idx="1354">
                  <c:v>0.0791680840892</c:v>
                </c:pt>
                <c:pt idx="1355">
                  <c:v>0.0784973649658</c:v>
                </c:pt>
                <c:pt idx="1356">
                  <c:v>0.0778341261665</c:v>
                </c:pt>
                <c:pt idx="1357">
                  <c:v>0.0771782803583</c:v>
                </c:pt>
                <c:pt idx="1358">
                  <c:v>0.0765297407977</c:v>
                </c:pt>
                <c:pt idx="1359">
                  <c:v>0.0758884213531</c:v>
                </c:pt>
                <c:pt idx="1360">
                  <c:v>0.075254236526</c:v>
                </c:pt>
                <c:pt idx="1361">
                  <c:v>0.0746271014698</c:v>
                </c:pt>
                <c:pt idx="1362">
                  <c:v>0.074006932008</c:v>
                </c:pt>
                <c:pt idx="1363">
                  <c:v>0.0733936446503</c:v>
                </c:pt>
                <c:pt idx="1364">
                  <c:v>0.0727871566077</c:v>
                </c:pt>
                <c:pt idx="1365">
                  <c:v>0.0721873858062</c:v>
                </c:pt>
                <c:pt idx="1366">
                  <c:v>0.071594250899</c:v>
                </c:pt>
                <c:pt idx="1367">
                  <c:v>0.0710076712779</c:v>
                </c:pt>
                <c:pt idx="1368">
                  <c:v>0.0704275670834</c:v>
                </c:pt>
                <c:pt idx="1369">
                  <c:v>0.0698538592138</c:v>
                </c:pt>
                <c:pt idx="1370">
                  <c:v>0.0692864693329</c:v>
                </c:pt>
                <c:pt idx="1371">
                  <c:v>0.0687253198773</c:v>
                </c:pt>
                <c:pt idx="1372">
                  <c:v>0.0681703340622</c:v>
                </c:pt>
                <c:pt idx="1373">
                  <c:v>0.0676214358869</c:v>
                </c:pt>
                <c:pt idx="1374">
                  <c:v>0.0670785501391</c:v>
                </c:pt>
                <c:pt idx="1375">
                  <c:v>0.0665416023983</c:v>
                </c:pt>
                <c:pt idx="1376">
                  <c:v>0.0660105190388</c:v>
                </c:pt>
                <c:pt idx="1377">
                  <c:v>0.0654852272318</c:v>
                </c:pt>
                <c:pt idx="1378">
                  <c:v>0.0649656549467</c:v>
                </c:pt>
                <c:pt idx="1379">
                  <c:v>0.0644517309522</c:v>
                </c:pt>
                <c:pt idx="1380">
                  <c:v>0.0639433848163</c:v>
                </c:pt>
                <c:pt idx="1381">
                  <c:v>0.0634405469057</c:v>
                </c:pt>
                <c:pt idx="1382">
                  <c:v>0.0629431483857</c:v>
                </c:pt>
                <c:pt idx="1383">
                  <c:v>0.0624511212179</c:v>
                </c:pt>
                <c:pt idx="1384">
                  <c:v>0.0619643981588</c:v>
                </c:pt>
                <c:pt idx="1385">
                  <c:v>0.0614829127575</c:v>
                </c:pt>
                <c:pt idx="1386">
                  <c:v>0.0610065993529</c:v>
                </c:pt>
                <c:pt idx="1387">
                  <c:v>0.0605353930705</c:v>
                </c:pt>
                <c:pt idx="1388">
                  <c:v>0.060069229819</c:v>
                </c:pt>
                <c:pt idx="1389">
                  <c:v>0.0596080462865</c:v>
                </c:pt>
                <c:pt idx="1390">
                  <c:v>0.0591517799363</c:v>
                </c:pt>
                <c:pt idx="1391">
                  <c:v>0.0587003690022</c:v>
                </c:pt>
                <c:pt idx="1392">
                  <c:v>0.0582537524844</c:v>
                </c:pt>
                <c:pt idx="1393">
                  <c:v>0.0578118701438</c:v>
                </c:pt>
                <c:pt idx="1394">
                  <c:v>0.0573746624971</c:v>
                </c:pt>
                <c:pt idx="1395">
                  <c:v>0.0569420708116</c:v>
                </c:pt>
                <c:pt idx="1396">
                  <c:v>0.0565140370989</c:v>
                </c:pt>
                <c:pt idx="1397">
                  <c:v>0.0560905041097</c:v>
                </c:pt>
                <c:pt idx="1398">
                  <c:v>0.0556714153272</c:v>
                </c:pt>
                <c:pt idx="1399">
                  <c:v>0.0552567149614</c:v>
                </c:pt>
                <c:pt idx="1400">
                  <c:v>0.0548463479426</c:v>
                </c:pt>
                <c:pt idx="1401">
                  <c:v>0.0544402599146</c:v>
                </c:pt>
                <c:pt idx="1402">
                  <c:v>0.0540383972286</c:v>
                </c:pt>
                <c:pt idx="1403">
                  <c:v>0.0536407069364</c:v>
                </c:pt>
                <c:pt idx="1404">
                  <c:v>0.0532471367833</c:v>
                </c:pt>
                <c:pt idx="1405">
                  <c:v>0.0528576352015</c:v>
                </c:pt>
                <c:pt idx="1406">
                  <c:v>0.0524721513031</c:v>
                </c:pt>
                <c:pt idx="1407">
                  <c:v>0.0520906348731</c:v>
                </c:pt>
                <c:pt idx="1408">
                  <c:v>0.0517130363621</c:v>
                </c:pt>
                <c:pt idx="1409">
                  <c:v>0.0513393068795</c:v>
                </c:pt>
                <c:pt idx="1410">
                  <c:v>0.0509693981861</c:v>
                </c:pt>
                <c:pt idx="1411">
                  <c:v>0.0506032626869</c:v>
                </c:pt>
                <c:pt idx="1412">
                  <c:v>0.050240853424</c:v>
                </c:pt>
                <c:pt idx="1413">
                  <c:v>0.0498821240693</c:v>
                </c:pt>
                <c:pt idx="1414">
                  <c:v>0.0495270289172</c:v>
                </c:pt>
                <c:pt idx="1415">
                  <c:v>0.0491755228771</c:v>
                </c:pt>
                <c:pt idx="1416">
                  <c:v>0.0488275614668</c:v>
                </c:pt>
                <c:pt idx="1417">
                  <c:v>0.0484831008046</c:v>
                </c:pt>
                <c:pt idx="1418">
                  <c:v>0.0481420976021</c:v>
                </c:pt>
                <c:pt idx="1419">
                  <c:v>0.0478045091573</c:v>
                </c:pt>
                <c:pt idx="1420">
                  <c:v>0.0474702933472</c:v>
                </c:pt>
                <c:pt idx="1421">
                  <c:v>0.0471394086205</c:v>
                </c:pt>
                <c:pt idx="1422">
                  <c:v>0.0468118139906</c:v>
                </c:pt>
                <c:pt idx="1423">
                  <c:v>0.0464874690282</c:v>
                </c:pt>
                <c:pt idx="1424">
                  <c:v>0.0461663338547</c:v>
                </c:pt>
                <c:pt idx="1425">
                  <c:v>0.0458483691345</c:v>
                </c:pt>
                <c:pt idx="1426">
                  <c:v>0.0455335360684</c:v>
                </c:pt>
                <c:pt idx="1427">
                  <c:v>0.0452217963864</c:v>
                </c:pt>
                <c:pt idx="1428">
                  <c:v>0.0449131123411</c:v>
                </c:pt>
                <c:pt idx="1429">
                  <c:v>0.0446074467003</c:v>
                </c:pt>
                <c:pt idx="1430">
                  <c:v>0.0443047627406</c:v>
                </c:pt>
                <c:pt idx="1431">
                  <c:v>0.0440050242403</c:v>
                </c:pt>
                <c:pt idx="1432">
                  <c:v>0.0437081954729</c:v>
                </c:pt>
                <c:pt idx="1433">
                  <c:v>0.0434142412003</c:v>
                </c:pt>
                <c:pt idx="1434">
                  <c:v>0.0431231266663</c:v>
                </c:pt>
                <c:pt idx="1435">
                  <c:v>0.0428348175897</c:v>
                </c:pt>
                <c:pt idx="1436">
                  <c:v>0.0425492801585</c:v>
                </c:pt>
                <c:pt idx="1437">
                  <c:v>0.0422664810226</c:v>
                </c:pt>
                <c:pt idx="1438">
                  <c:v>0.0419863872882</c:v>
                </c:pt>
                <c:pt idx="1439">
                  <c:v>0.0417089665108</c:v>
                </c:pt>
                <c:pt idx="1440">
                  <c:v>0.0414341866895</c:v>
                </c:pt>
                <c:pt idx="1441">
                  <c:v>0.0411620162607</c:v>
                </c:pt>
                <c:pt idx="1442">
                  <c:v>0.0408924240918</c:v>
                </c:pt>
                <c:pt idx="1443">
                  <c:v>0.0406253794752</c:v>
                </c:pt>
                <c:pt idx="1444">
                  <c:v>0.0403608521226</c:v>
                </c:pt>
                <c:pt idx="1445">
                  <c:v>0.0400988121587</c:v>
                </c:pt>
                <c:pt idx="1446">
                  <c:v>0.0398392301155</c:v>
                </c:pt>
                <c:pt idx="1447">
                  <c:v>0.0395820769268</c:v>
                </c:pt>
                <c:pt idx="1448">
                  <c:v>0.0393273239221</c:v>
                </c:pt>
                <c:pt idx="1449">
                  <c:v>0.039074942821</c:v>
                </c:pt>
                <c:pt idx="1450">
                  <c:v>0.0388249057281</c:v>
                </c:pt>
                <c:pt idx="1451">
                  <c:v>0.0385771851267</c:v>
                </c:pt>
                <c:pt idx="1452">
                  <c:v>0.0383317538741</c:v>
                </c:pt>
                <c:pt idx="1453">
                  <c:v>0.038088585196</c:v>
                </c:pt>
                <c:pt idx="1454">
                  <c:v>0.037847652681</c:v>
                </c:pt>
                <c:pt idx="1455">
                  <c:v>0.0376089302756</c:v>
                </c:pt>
                <c:pt idx="1456">
                  <c:v>0.0373723922789</c:v>
                </c:pt>
                <c:pt idx="1457">
                  <c:v>0.0371380133376</c:v>
                </c:pt>
                <c:pt idx="1458">
                  <c:v>0.036905768441</c:v>
                </c:pt>
                <c:pt idx="1459">
                  <c:v>0.036675632916</c:v>
                </c:pt>
                <c:pt idx="1460">
                  <c:v>0.036447582422</c:v>
                </c:pt>
                <c:pt idx="1461">
                  <c:v>0.0362215929466</c:v>
                </c:pt>
                <c:pt idx="1462">
                  <c:v>0.0359976408003</c:v>
                </c:pt>
                <c:pt idx="1463">
                  <c:v>0.0357757026119</c:v>
                </c:pt>
                <c:pt idx="1464">
                  <c:v>0.0355557553241</c:v>
                </c:pt>
                <c:pt idx="1465">
                  <c:v>0.035337776189</c:v>
                </c:pt>
                <c:pt idx="1466">
                  <c:v>0.0351217427631</c:v>
                </c:pt>
                <c:pt idx="1467">
                  <c:v>0.0349076329033</c:v>
                </c:pt>
                <c:pt idx="1468">
                  <c:v>0.0346954247623</c:v>
                </c:pt>
                <c:pt idx="1469">
                  <c:v>0.0344850967846</c:v>
                </c:pt>
                <c:pt idx="1470">
                  <c:v>0.0342766277016</c:v>
                </c:pt>
                <c:pt idx="1471">
                  <c:v>0.0340699965282</c:v>
                </c:pt>
                <c:pt idx="1472">
                  <c:v>0.0338651825581</c:v>
                </c:pt>
                <c:pt idx="1473">
                  <c:v>0.0336621653599</c:v>
                </c:pt>
                <c:pt idx="1474">
                  <c:v>0.0334609247731</c:v>
                </c:pt>
                <c:pt idx="1475">
                  <c:v>0.0332614409042</c:v>
                </c:pt>
                <c:pt idx="1476">
                  <c:v>0.0330636941226</c:v>
                </c:pt>
                <c:pt idx="1477">
                  <c:v>0.0328676650569</c:v>
                </c:pt>
                <c:pt idx="1478">
                  <c:v>0.0326733345912</c:v>
                </c:pt>
                <c:pt idx="1479">
                  <c:v>0.0324806838612</c:v>
                </c:pt>
                <c:pt idx="1480">
                  <c:v>0.0322896942504</c:v>
                </c:pt>
                <c:pt idx="1481">
                  <c:v>0.032100347387</c:v>
                </c:pt>
                <c:pt idx="1482">
                  <c:v>0.0319126251398</c:v>
                </c:pt>
                <c:pt idx="1483">
                  <c:v>0.0317265096147</c:v>
                </c:pt>
                <c:pt idx="1484">
                  <c:v>0.0315419831518</c:v>
                </c:pt>
                <c:pt idx="1485">
                  <c:v>0.0313590283212</c:v>
                </c:pt>
                <c:pt idx="1486">
                  <c:v>0.0311776279203</c:v>
                </c:pt>
                <c:pt idx="1487">
                  <c:v>0.0309977649701</c:v>
                </c:pt>
                <c:pt idx="1488">
                  <c:v>0.0308194227121</c:v>
                </c:pt>
                <c:pt idx="1489">
                  <c:v>0.030642584605</c:v>
                </c:pt>
                <c:pt idx="1490">
                  <c:v>0.0304672343217</c:v>
                </c:pt>
                <c:pt idx="1491">
                  <c:v>0.030293355746</c:v>
                </c:pt>
                <c:pt idx="1492">
                  <c:v>0.0301209329696</c:v>
                </c:pt>
                <c:pt idx="1493">
                  <c:v>0.0299499502889</c:v>
                </c:pt>
                <c:pt idx="1494">
                  <c:v>0.0297803922027</c:v>
                </c:pt>
                <c:pt idx="1495">
                  <c:v>0.0296122434082</c:v>
                </c:pt>
                <c:pt idx="1496">
                  <c:v>0.0294454887992</c:v>
                </c:pt>
                <c:pt idx="1497">
                  <c:v>0.0292801134623</c:v>
                </c:pt>
                <c:pt idx="1498">
                  <c:v>0.0291161026748</c:v>
                </c:pt>
                <c:pt idx="1499">
                  <c:v>0.0289534419018</c:v>
                </c:pt>
                <c:pt idx="1500">
                  <c:v>0.0287921167932</c:v>
                </c:pt>
                <c:pt idx="1501">
                  <c:v>0.0286321131812</c:v>
                </c:pt>
                <c:pt idx="1502">
                  <c:v>0.0284734170778</c:v>
                </c:pt>
                <c:pt idx="1503">
                  <c:v>0.0283160146722</c:v>
                </c:pt>
                <c:pt idx="1504">
                  <c:v>0.0281598923279</c:v>
                </c:pt>
                <c:pt idx="1505">
                  <c:v>0.0280050365806</c:v>
                </c:pt>
                <c:pt idx="1506">
                  <c:v>0.0278514341355</c:v>
                </c:pt>
                <c:pt idx="1507">
                  <c:v>0.0276990718651</c:v>
                </c:pt>
                <c:pt idx="1508">
                  <c:v>0.0275479368066</c:v>
                </c:pt>
                <c:pt idx="1509">
                  <c:v>0.0273980161594</c:v>
                </c:pt>
                <c:pt idx="1510">
                  <c:v>0.0272492972832</c:v>
                </c:pt>
                <c:pt idx="1511">
                  <c:v>0.0271017676954</c:v>
                </c:pt>
                <c:pt idx="1512">
                  <c:v>0.0269554150691</c:v>
                </c:pt>
                <c:pt idx="1513">
                  <c:v>0.0268102272305</c:v>
                </c:pt>
                <c:pt idx="1514">
                  <c:v>0.0266661921572</c:v>
                </c:pt>
                <c:pt idx="1515">
                  <c:v>0.0265232979756</c:v>
                </c:pt>
                <c:pt idx="1516">
                  <c:v>0.0263815329591</c:v>
                </c:pt>
                <c:pt idx="1517">
                  <c:v>0.026240885526</c:v>
                </c:pt>
                <c:pt idx="1518">
                  <c:v>0.0261013442373</c:v>
                </c:pt>
                <c:pt idx="1519">
                  <c:v>0.0259628977948</c:v>
                </c:pt>
                <c:pt idx="1520">
                  <c:v>0.0258255350391</c:v>
                </c:pt>
                <c:pt idx="1521">
                  <c:v>0.0256892449477</c:v>
                </c:pt>
                <c:pt idx="1522">
                  <c:v>0.0255540166329</c:v>
                </c:pt>
                <c:pt idx="1523">
                  <c:v>0.0254198393401</c:v>
                </c:pt>
                <c:pt idx="1524">
                  <c:v>0.0252867024459</c:v>
                </c:pt>
                <c:pt idx="1525">
                  <c:v>0.0251545954563</c:v>
                </c:pt>
                <c:pt idx="1526">
                  <c:v>0.0250235080047</c:v>
                </c:pt>
                <c:pt idx="1527">
                  <c:v>0.0248934298504</c:v>
                </c:pt>
                <c:pt idx="1528">
                  <c:v>0.0247643508766</c:v>
                </c:pt>
                <c:pt idx="1529">
                  <c:v>0.024636261089</c:v>
                </c:pt>
                <c:pt idx="1530">
                  <c:v>0.0245091506138</c:v>
                </c:pt>
                <c:pt idx="1531">
                  <c:v>0.0243830096961</c:v>
                </c:pt>
                <c:pt idx="1532">
                  <c:v>0.0242578286984</c:v>
                </c:pt>
                <c:pt idx="1533">
                  <c:v>0.0241335980988</c:v>
                </c:pt>
                <c:pt idx="1534">
                  <c:v>0.0240103084897</c:v>
                </c:pt>
                <c:pt idx="1535">
                  <c:v>0.0238879505759</c:v>
                </c:pt>
                <c:pt idx="1536">
                  <c:v>0.0237665151731</c:v>
                </c:pt>
                <c:pt idx="1537">
                  <c:v>0.0236459932068</c:v>
                </c:pt>
                <c:pt idx="1538">
                  <c:v>0.0235263757102</c:v>
                </c:pt>
                <c:pt idx="1539">
                  <c:v>0.0234076538231</c:v>
                </c:pt>
                <c:pt idx="1540">
                  <c:v>0.0232898187905</c:v>
                </c:pt>
                <c:pt idx="1541">
                  <c:v>0.023172861961</c:v>
                </c:pt>
                <c:pt idx="1542">
                  <c:v>0.0230567747852</c:v>
                </c:pt>
                <c:pt idx="1543">
                  <c:v>0.022941548815</c:v>
                </c:pt>
                <c:pt idx="1544">
                  <c:v>0.0228271757015</c:v>
                </c:pt>
                <c:pt idx="1545">
                  <c:v>0.022713647194</c:v>
                </c:pt>
                <c:pt idx="1546">
                  <c:v>0.0226009551387</c:v>
                </c:pt>
                <c:pt idx="1547">
                  <c:v>0.0224890914772</c:v>
                </c:pt>
                <c:pt idx="1548">
                  <c:v>0.0223780482457</c:v>
                </c:pt>
                <c:pt idx="1549">
                  <c:v>0.0222678175731</c:v>
                </c:pt>
                <c:pt idx="1550">
                  <c:v>0.02215839168</c:v>
                </c:pt>
                <c:pt idx="1551">
                  <c:v>0.0220497628778</c:v>
                </c:pt>
                <c:pt idx="1552">
                  <c:v>0.0219419235669</c:v>
                </c:pt>
                <c:pt idx="1553">
                  <c:v>0.0218348662362</c:v>
                </c:pt>
                <c:pt idx="1554">
                  <c:v>0.0217285834613</c:v>
                </c:pt>
                <c:pt idx="1555">
                  <c:v>0.0216230679037</c:v>
                </c:pt>
                <c:pt idx="1556">
                  <c:v>0.0215183123094</c:v>
                </c:pt>
                <c:pt idx="1557">
                  <c:v>0.0214143095083</c:v>
                </c:pt>
                <c:pt idx="1558">
                  <c:v>0.0213110524124</c:v>
                </c:pt>
                <c:pt idx="1559">
                  <c:v>0.0212085340152</c:v>
                </c:pt>
                <c:pt idx="1560">
                  <c:v>0.0211067473907</c:v>
                </c:pt>
                <c:pt idx="1561">
                  <c:v>0.0210056856916</c:v>
                </c:pt>
                <c:pt idx="1562">
                  <c:v>0.0209053421494</c:v>
                </c:pt>
                <c:pt idx="1563">
                  <c:v>0.0208057100723</c:v>
                </c:pt>
                <c:pt idx="1564">
                  <c:v>0.0207067828449</c:v>
                </c:pt>
                <c:pt idx="1565">
                  <c:v>0.0206085539268</c:v>
                </c:pt>
                <c:pt idx="1566">
                  <c:v>0.0205110168519</c:v>
                </c:pt>
                <c:pt idx="1567">
                  <c:v>0.0204141652272</c:v>
                </c:pt>
                <c:pt idx="1568">
                  <c:v>0.0203179927321</c:v>
                </c:pt>
                <c:pt idx="1569">
                  <c:v>0.0202224931172</c:v>
                </c:pt>
                <c:pt idx="1570">
                  <c:v>0.0201276602034</c:v>
                </c:pt>
                <c:pt idx="1571">
                  <c:v>0.0200334878812</c:v>
                </c:pt>
                <c:pt idx="1572">
                  <c:v>0.0199399701095</c:v>
                </c:pt>
                <c:pt idx="1573">
                  <c:v>0.0198471009152</c:v>
                </c:pt>
                <c:pt idx="1574">
                  <c:v>0.0197548743916</c:v>
                </c:pt>
                <c:pt idx="1575">
                  <c:v>0.0196632846982</c:v>
                </c:pt>
                <c:pt idx="1576">
                  <c:v>0.0195723260595</c:v>
                </c:pt>
                <c:pt idx="1577">
                  <c:v>0.0194819927642</c:v>
                </c:pt>
                <c:pt idx="1578">
                  <c:v>0.0193922791645</c:v>
                </c:pt>
                <c:pt idx="1579">
                  <c:v>0.0193031796751</c:v>
                </c:pt>
                <c:pt idx="1580">
                  <c:v>0.0192146887726</c:v>
                </c:pt>
                <c:pt idx="1581">
                  <c:v>0.0191268009944</c:v>
                </c:pt>
                <c:pt idx="1582">
                  <c:v>0.0190395109384</c:v>
                </c:pt>
                <c:pt idx="1583">
                  <c:v>0.0189528132618</c:v>
                </c:pt>
                <c:pt idx="1584">
                  <c:v>0.0188667026803</c:v>
                </c:pt>
                <c:pt idx="1585">
                  <c:v>0.018781173968</c:v>
                </c:pt>
                <c:pt idx="1586">
                  <c:v>0.0186962219556</c:v>
                </c:pt>
                <c:pt idx="1587">
                  <c:v>0.0186118415308</c:v>
                </c:pt>
                <c:pt idx="1588">
                  <c:v>0.0185280276367</c:v>
                </c:pt>
                <c:pt idx="1589">
                  <c:v>0.0184447752715</c:v>
                </c:pt>
                <c:pt idx="1590">
                  <c:v>0.0183620794879</c:v>
                </c:pt>
                <c:pt idx="1591">
                  <c:v>0.0182799353921</c:v>
                </c:pt>
                <c:pt idx="1592">
                  <c:v>0.0181983381433</c:v>
                </c:pt>
                <c:pt idx="1593">
                  <c:v>0.0181172829529</c:v>
                </c:pt>
                <c:pt idx="1594">
                  <c:v>0.0180367650841</c:v>
                </c:pt>
                <c:pt idx="1595">
                  <c:v>0.017956779851</c:v>
                </c:pt>
                <c:pt idx="1596">
                  <c:v>0.017877322618</c:v>
                </c:pt>
                <c:pt idx="1597">
                  <c:v>0.0177983887993</c:v>
                </c:pt>
                <c:pt idx="1598">
                  <c:v>0.0177199738581</c:v>
                </c:pt>
                <c:pt idx="1599">
                  <c:v>0.0176420733061</c:v>
                </c:pt>
                <c:pt idx="1600">
                  <c:v>0.0175646827028</c:v>
                </c:pt>
                <c:pt idx="1601">
                  <c:v>0.0174877976551</c:v>
                </c:pt>
                <c:pt idx="1602">
                  <c:v>0.0174114138164</c:v>
                </c:pt>
                <c:pt idx="1603">
                  <c:v>0.0173355268863</c:v>
                </c:pt>
                <c:pt idx="1604">
                  <c:v>0.0172601326099</c:v>
                </c:pt>
                <c:pt idx="1605">
                  <c:v>0.017185226777</c:v>
                </c:pt>
                <c:pt idx="1606">
                  <c:v>0.0171108052222</c:v>
                </c:pt>
                <c:pt idx="1607">
                  <c:v>0.0170368638236</c:v>
                </c:pt>
                <c:pt idx="1608">
                  <c:v>0.0169633985028</c:v>
                </c:pt>
                <c:pt idx="1609">
                  <c:v>0.0168904052239</c:v>
                </c:pt>
                <c:pt idx="1610">
                  <c:v>0.0168178799934</c:v>
                </c:pt>
                <c:pt idx="1611">
                  <c:v>0.0167458188596</c:v>
                </c:pt>
                <c:pt idx="1612">
                  <c:v>0.0166742179118</c:v>
                </c:pt>
                <c:pt idx="1613">
                  <c:v>0.0166030732799</c:v>
                </c:pt>
                <c:pt idx="1614">
                  <c:v>0.0165323811343</c:v>
                </c:pt>
                <c:pt idx="1615">
                  <c:v>0.0164621376849</c:v>
                </c:pt>
                <c:pt idx="1616">
                  <c:v>0.0163923391807</c:v>
                </c:pt>
                <c:pt idx="1617">
                  <c:v>0.0163229819095</c:v>
                </c:pt>
                <c:pt idx="1618">
                  <c:v>0.0162540621975</c:v>
                </c:pt>
                <c:pt idx="1619">
                  <c:v>0.0161855764085</c:v>
                </c:pt>
                <c:pt idx="1620">
                  <c:v>0.0161175209436</c:v>
                </c:pt>
                <c:pt idx="1621">
                  <c:v>0.016049892241</c:v>
                </c:pt>
                <c:pt idx="1622">
                  <c:v>0.015982686775</c:v>
                </c:pt>
                <c:pt idx="1623">
                  <c:v>0.0159159010561</c:v>
                </c:pt>
                <c:pt idx="1624">
                  <c:v>0.0158495316303</c:v>
                </c:pt>
                <c:pt idx="1625">
                  <c:v>0.0157835750786</c:v>
                </c:pt>
                <c:pt idx="1626">
                  <c:v>0.0157180280169</c:v>
                </c:pt>
                <c:pt idx="1627">
                  <c:v>0.0156528870953</c:v>
                </c:pt>
                <c:pt idx="1628">
                  <c:v>0.0155881489975</c:v>
                </c:pt>
                <c:pt idx="1629">
                  <c:v>0.0155238104411</c:v>
                </c:pt>
                <c:pt idx="1630">
                  <c:v>0.0154598681764</c:v>
                </c:pt>
                <c:pt idx="1631">
                  <c:v>0.0153963189866</c:v>
                </c:pt>
                <c:pt idx="1632">
                  <c:v>0.0153331596869</c:v>
                </c:pt>
                <c:pt idx="1633">
                  <c:v>0.0152703871246</c:v>
                </c:pt>
                <c:pt idx="1634">
                  <c:v>0.0152079981785</c:v>
                </c:pt>
                <c:pt idx="1635">
                  <c:v>0.0151459897584</c:v>
                </c:pt>
                <c:pt idx="1636">
                  <c:v>0.015084358805</c:v>
                </c:pt>
                <c:pt idx="1637">
                  <c:v>0.0150231022894</c:v>
                </c:pt>
                <c:pt idx="1638">
                  <c:v>0.0149622172125</c:v>
                </c:pt>
                <c:pt idx="1639">
                  <c:v>0.0149017006052</c:v>
                </c:pt>
                <c:pt idx="1640">
                  <c:v>0.0148415495276</c:v>
                </c:pt>
                <c:pt idx="1641">
                  <c:v>0.0147817610687</c:v>
                </c:pt>
                <c:pt idx="1642">
                  <c:v>0.0147223323463</c:v>
                </c:pt>
                <c:pt idx="1643">
                  <c:v>0.0146632605065</c:v>
                </c:pt>
                <c:pt idx="1644">
                  <c:v>0.0146045427233</c:v>
                </c:pt>
                <c:pt idx="1645">
                  <c:v>0.0145461761984</c:v>
                </c:pt>
                <c:pt idx="1646">
                  <c:v>0.0144881581608</c:v>
                </c:pt>
                <c:pt idx="1647">
                  <c:v>0.0144304858667</c:v>
                </c:pt>
                <c:pt idx="1648">
                  <c:v>0.0143731565987</c:v>
                </c:pt>
                <c:pt idx="1649">
                  <c:v>0.014316167666</c:v>
                </c:pt>
                <c:pt idx="1650">
                  <c:v>0.0142595164039</c:v>
                </c:pt>
                <c:pt idx="1651">
                  <c:v>0.0142032001734</c:v>
                </c:pt>
                <c:pt idx="1652">
                  <c:v>0.014147216361</c:v>
                </c:pt>
                <c:pt idx="1653">
                  <c:v>0.0140915623785</c:v>
                </c:pt>
                <c:pt idx="1654">
                  <c:v>0.0140362356624</c:v>
                </c:pt>
                <c:pt idx="1655">
                  <c:v>0.013981233674</c:v>
                </c:pt>
                <c:pt idx="1656">
                  <c:v>0.0139265538988</c:v>
                </c:pt>
                <c:pt idx="1657">
                  <c:v>0.0138721938466</c:v>
                </c:pt>
                <c:pt idx="1658">
                  <c:v>0.0138181510506</c:v>
                </c:pt>
                <c:pt idx="1659">
                  <c:v>0.0137644230679</c:v>
                </c:pt>
                <c:pt idx="1660">
                  <c:v>0.0137110074785</c:v>
                </c:pt>
                <c:pt idx="1661">
                  <c:v>0.0136579018857</c:v>
                </c:pt>
                <c:pt idx="1662">
                  <c:v>0.0136051039151</c:v>
                </c:pt>
                <c:pt idx="1663">
                  <c:v>0.0135526112151</c:v>
                </c:pt>
                <c:pt idx="1664">
                  <c:v>0.0135004214562</c:v>
                </c:pt>
                <c:pt idx="1665">
                  <c:v>0.0134485323307</c:v>
                </c:pt>
                <c:pt idx="1666">
                  <c:v>0.0133969415528</c:v>
                </c:pt>
                <c:pt idx="1667">
                  <c:v>0.0133456468579</c:v>
                </c:pt>
                <c:pt idx="1668">
                  <c:v>0.0132946460029</c:v>
                </c:pt>
                <c:pt idx="1669">
                  <c:v>0.0132439367653</c:v>
                </c:pt>
                <c:pt idx="1670">
                  <c:v>0.0131935169436</c:v>
                </c:pt>
                <c:pt idx="1671">
                  <c:v>0.0131433843566</c:v>
                </c:pt>
                <c:pt idx="1672">
                  <c:v>0.0130935368435</c:v>
                </c:pt>
                <c:pt idx="1673">
                  <c:v>0.0130439722632</c:v>
                </c:pt>
                <c:pt idx="1674">
                  <c:v>0.0129946884948</c:v>
                </c:pt>
                <c:pt idx="1675">
                  <c:v>0.0129456834367</c:v>
                </c:pt>
                <c:pt idx="1676">
                  <c:v>0.0128969550065</c:v>
                </c:pt>
                <c:pt idx="1677">
                  <c:v>0.0128485011413</c:v>
                </c:pt>
                <c:pt idx="1678">
                  <c:v>0.0128003197968</c:v>
                </c:pt>
                <c:pt idx="1679">
                  <c:v>0.0127524089474</c:v>
                </c:pt>
                <c:pt idx="1680">
                  <c:v>0.012704766586</c:v>
                </c:pt>
                <c:pt idx="1681">
                  <c:v>0.0126573907238</c:v>
                </c:pt>
                <c:pt idx="1682">
                  <c:v>0.01261027939</c:v>
                </c:pt>
                <c:pt idx="1683">
                  <c:v>0.0125634306315</c:v>
                </c:pt>
                <c:pt idx="1684">
                  <c:v>0.0125168425131</c:v>
                </c:pt>
                <c:pt idx="1685">
                  <c:v>0.0124705131167</c:v>
                </c:pt>
                <c:pt idx="1686">
                  <c:v>0.0124244405417</c:v>
                </c:pt>
                <c:pt idx="1687">
                  <c:v>0.0123786229043</c:v>
                </c:pt>
                <c:pt idx="1688">
                  <c:v>0.0123330583378</c:v>
                </c:pt>
                <c:pt idx="1689">
                  <c:v>0.0122877449918</c:v>
                </c:pt>
                <c:pt idx="1690">
                  <c:v>0.0122426810327</c:v>
                </c:pt>
                <c:pt idx="1691">
                  <c:v>0.0121978646428</c:v>
                </c:pt>
                <c:pt idx="1692">
                  <c:v>0.0121532940207</c:v>
                </c:pt>
                <c:pt idx="1693">
                  <c:v>0.0121089673809</c:v>
                </c:pt>
                <c:pt idx="1694">
                  <c:v>0.0120648829536</c:v>
                </c:pt>
                <c:pt idx="1695">
                  <c:v>0.0120210389843</c:v>
                </c:pt>
                <c:pt idx="1696">
                  <c:v>0.0119774337341</c:v>
                </c:pt>
                <c:pt idx="1697">
                  <c:v>0.0119340654791</c:v>
                </c:pt>
                <c:pt idx="1698">
                  <c:v>0.0118909325107</c:v>
                </c:pt>
                <c:pt idx="1699">
                  <c:v>0.0118480331348</c:v>
                </c:pt>
                <c:pt idx="1700">
                  <c:v>0.011805365672</c:v>
                </c:pt>
                <c:pt idx="1701">
                  <c:v>0.0117629284577</c:v>
                </c:pt>
                <c:pt idx="1702">
                  <c:v>0.0117207198413</c:v>
                </c:pt>
                <c:pt idx="1703">
                  <c:v>0.0116787381866</c:v>
                </c:pt>
                <c:pt idx="1704">
                  <c:v>0.0116369818713</c:v>
                </c:pt>
                <c:pt idx="1705">
                  <c:v>0.0115954492869</c:v>
                </c:pt>
                <c:pt idx="1706">
                  <c:v>0.0115541388389</c:v>
                </c:pt>
                <c:pt idx="1707">
                  <c:v>0.011513048946</c:v>
                </c:pt>
                <c:pt idx="1708">
                  <c:v>0.0114721780407</c:v>
                </c:pt>
                <c:pt idx="1709">
                  <c:v>0.0114315245683</c:v>
                </c:pt>
                <c:pt idx="1710">
                  <c:v>0.0113910869877</c:v>
                </c:pt>
                <c:pt idx="1711">
                  <c:v>0.0113508637705</c:v>
                </c:pt>
                <c:pt idx="1712">
                  <c:v>0.0113108534011</c:v>
                </c:pt>
                <c:pt idx="1713">
                  <c:v>0.011271054377</c:v>
                </c:pt>
                <c:pt idx="1714">
                  <c:v>0.0112314652077</c:v>
                </c:pt>
                <c:pt idx="1715">
                  <c:v>0.0111920844156</c:v>
                </c:pt>
                <c:pt idx="1716">
                  <c:v>0.0111529105353</c:v>
                </c:pt>
                <c:pt idx="1717">
                  <c:v>0.0111139421134</c:v>
                </c:pt>
                <c:pt idx="1718">
                  <c:v>0.0110751777089</c:v>
                </c:pt>
                <c:pt idx="1719">
                  <c:v>0.0110366158925</c:v>
                </c:pt>
                <c:pt idx="1720">
                  <c:v>0.0109982552466</c:v>
                </c:pt>
                <c:pt idx="1721">
                  <c:v>0.0109600943658</c:v>
                </c:pt>
                <c:pt idx="1722">
                  <c:v>0.0109221318557</c:v>
                </c:pt>
                <c:pt idx="1723">
                  <c:v>0.0108843663338</c:v>
                </c:pt>
                <c:pt idx="1724">
                  <c:v>0.0108467964287</c:v>
                </c:pt>
                <c:pt idx="1725">
                  <c:v>0.0108094207804</c:v>
                </c:pt>
                <c:pt idx="1726">
                  <c:v>0.0107722380401</c:v>
                </c:pt>
                <c:pt idx="1727">
                  <c:v>0.0107352468698</c:v>
                </c:pt>
                <c:pt idx="1728">
                  <c:v>0.0106984459427</c:v>
                </c:pt>
                <c:pt idx="1729">
                  <c:v>0.0106618339427</c:v>
                </c:pt>
                <c:pt idx="1730">
                  <c:v>0.0106254095643</c:v>
                </c:pt>
                <c:pt idx="1731">
                  <c:v>0.010589171513</c:v>
                </c:pt>
                <c:pt idx="1732">
                  <c:v>0.0105531185045</c:v>
                </c:pt>
                <c:pt idx="1733">
                  <c:v>0.0105172492651</c:v>
                </c:pt>
                <c:pt idx="1734">
                  <c:v>0.0104815625314</c:v>
                </c:pt>
                <c:pt idx="1735">
                  <c:v>0.0104460570502</c:v>
                </c:pt>
                <c:pt idx="1736">
                  <c:v>0.0104107315787</c:v>
                </c:pt>
                <c:pt idx="1737">
                  <c:v>0.0103755848839</c:v>
                </c:pt>
                <c:pt idx="1738">
                  <c:v>0.010340615743</c:v>
                </c:pt>
                <c:pt idx="1739">
                  <c:v>0.0103058229429</c:v>
                </c:pt>
                <c:pt idx="1740">
                  <c:v>0.0102712052805</c:v>
                </c:pt>
                <c:pt idx="1741">
                  <c:v>0.0102367615624</c:v>
                </c:pt>
                <c:pt idx="1742">
                  <c:v>0.0102024906048</c:v>
                </c:pt>
                <c:pt idx="1743">
                  <c:v>0.0101683912335</c:v>
                </c:pt>
                <c:pt idx="1744">
                  <c:v>0.0101344622838</c:v>
                </c:pt>
                <c:pt idx="1745">
                  <c:v>0.0101007026005</c:v>
                </c:pt>
                <c:pt idx="1746">
                  <c:v>0.0100671110375</c:v>
                </c:pt>
                <c:pt idx="1747">
                  <c:v>0.0100336864582</c:v>
                </c:pt>
                <c:pt idx="1748">
                  <c:v>0.0100004277352</c:v>
                </c:pt>
                <c:pt idx="1749">
                  <c:v>0.00996733375001</c:v>
                </c:pt>
                <c:pt idx="1750">
                  <c:v>0.00993440339335</c:v>
                </c:pt>
                <c:pt idx="1751">
                  <c:v>0.00990163556487</c:v>
                </c:pt>
                <c:pt idx="1752">
                  <c:v>0.00986902917313</c:v>
                </c:pt>
                <c:pt idx="1753">
                  <c:v>0.0098365831355</c:v>
                </c:pt>
                <c:pt idx="1754">
                  <c:v>0.00980429637815</c:v>
                </c:pt>
                <c:pt idx="1755">
                  <c:v>0.00977216783594</c:v>
                </c:pt>
                <c:pt idx="1756">
                  <c:v>0.00974019645237</c:v>
                </c:pt>
                <c:pt idx="1757">
                  <c:v>0.0097083811795</c:v>
                </c:pt>
                <c:pt idx="1758">
                  <c:v>0.00967672097791</c:v>
                </c:pt>
                <c:pt idx="1759">
                  <c:v>0.00964521481663</c:v>
                </c:pt>
                <c:pt idx="1760">
                  <c:v>0.00961386167307</c:v>
                </c:pt>
                <c:pt idx="1761">
                  <c:v>0.00958266053297</c:v>
                </c:pt>
                <c:pt idx="1762">
                  <c:v>0.00955161039035</c:v>
                </c:pt>
                <c:pt idx="1763">
                  <c:v>0.00952071024742</c:v>
                </c:pt>
                <c:pt idx="1764">
                  <c:v>0.00948995911456</c:v>
                </c:pt>
                <c:pt idx="1765">
                  <c:v>0.00945935601024</c:v>
                </c:pt>
                <c:pt idx="1766">
                  <c:v>0.00942889996099</c:v>
                </c:pt>
                <c:pt idx="1767">
                  <c:v>0.00939859000131</c:v>
                </c:pt>
                <c:pt idx="1768">
                  <c:v>0.00936842517367</c:v>
                </c:pt>
                <c:pt idx="1769">
                  <c:v>0.00933840452838</c:v>
                </c:pt>
                <c:pt idx="1770">
                  <c:v>0.00930852712364</c:v>
                </c:pt>
                <c:pt idx="1771">
                  <c:v>0.00927879202539</c:v>
                </c:pt>
                <c:pt idx="1772">
                  <c:v>0.00924919830735</c:v>
                </c:pt>
                <c:pt idx="1773">
                  <c:v>0.00921974505089</c:v>
                </c:pt>
                <c:pt idx="1774">
                  <c:v>0.00919043134504</c:v>
                </c:pt>
                <c:pt idx="1775">
                  <c:v>0.00916125628642</c:v>
                </c:pt>
                <c:pt idx="1776">
                  <c:v>0.0091322189792</c:v>
                </c:pt>
                <c:pt idx="1777">
                  <c:v>0.00910331853505</c:v>
                </c:pt>
                <c:pt idx="1778">
                  <c:v>0.00907455407308</c:v>
                </c:pt>
                <c:pt idx="1779">
                  <c:v>0.00904592471983</c:v>
                </c:pt>
                <c:pt idx="1780">
                  <c:v>0.0090174296092</c:v>
                </c:pt>
                <c:pt idx="1781">
                  <c:v>0.00898906788238</c:v>
                </c:pt>
                <c:pt idx="1782">
                  <c:v>0.00896083868788</c:v>
                </c:pt>
                <c:pt idx="1783">
                  <c:v>0.0089327411814</c:v>
                </c:pt>
                <c:pt idx="1784">
                  <c:v>0.00890477452584</c:v>
                </c:pt>
                <c:pt idx="1785">
                  <c:v>0.00887693789124</c:v>
                </c:pt>
                <c:pt idx="1786">
                  <c:v>0.00884923045473</c:v>
                </c:pt>
                <c:pt idx="1787">
                  <c:v>0.00882165140049</c:v>
                </c:pt>
                <c:pt idx="1788">
                  <c:v>0.00879419991971</c:v>
                </c:pt>
                <c:pt idx="1789">
                  <c:v>0.00876687521055</c:v>
                </c:pt>
                <c:pt idx="1790">
                  <c:v>0.00873967647804</c:v>
                </c:pt>
                <c:pt idx="1791">
                  <c:v>0.00871260293413</c:v>
                </c:pt>
                <c:pt idx="1792">
                  <c:v>0.00868565379756</c:v>
                </c:pt>
                <c:pt idx="1793">
                  <c:v>0.00865882829386</c:v>
                </c:pt>
                <c:pt idx="1794">
                  <c:v>0.00863212565528</c:v>
                </c:pt>
                <c:pt idx="1795">
                  <c:v>0.00860554512075</c:v>
                </c:pt>
                <c:pt idx="1796">
                  <c:v>0.00857908593583</c:v>
                </c:pt>
                <c:pt idx="1797">
                  <c:v>0.00855274735267</c:v>
                </c:pt>
                <c:pt idx="1798">
                  <c:v>0.00852652862996</c:v>
                </c:pt>
                <c:pt idx="1799">
                  <c:v>0.00850042903286</c:v>
                </c:pt>
                <c:pt idx="1800">
                  <c:v>0.00847444783299</c:v>
                </c:pt>
                <c:pt idx="1801">
                  <c:v>0.00844858430832</c:v>
                </c:pt>
                <c:pt idx="1802">
                  <c:v>0.00842283774318</c:v>
                </c:pt>
                <c:pt idx="1803">
                  <c:v>0.00839720742817</c:v>
                </c:pt>
                <c:pt idx="1804">
                  <c:v>0.00837169266013</c:v>
                </c:pt>
                <c:pt idx="1805">
                  <c:v>0.00834629274207</c:v>
                </c:pt>
                <c:pt idx="1806">
                  <c:v>0.00832100698311</c:v>
                </c:pt>
                <c:pt idx="1807">
                  <c:v>0.00829583469845</c:v>
                </c:pt>
                <c:pt idx="1808">
                  <c:v>0.0082707752093</c:v>
                </c:pt>
                <c:pt idx="1809">
                  <c:v>0.00824582784284</c:v>
                </c:pt>
                <c:pt idx="1810">
                  <c:v>0.00822099193213</c:v>
                </c:pt>
                <c:pt idx="1811">
                  <c:v>0.00819626681608</c:v>
                </c:pt>
                <c:pt idx="1812">
                  <c:v>0.0081716518394</c:v>
                </c:pt>
                <c:pt idx="1813">
                  <c:v>0.00814714635251</c:v>
                </c:pt>
                <c:pt idx="1814">
                  <c:v>0.0081227497115</c:v>
                </c:pt>
                <c:pt idx="1815">
                  <c:v>0.00809846127809</c:v>
                </c:pt>
                <c:pt idx="1816">
                  <c:v>0.00807428041953</c:v>
                </c:pt>
                <c:pt idx="1817">
                  <c:v>0.00805020650856</c:v>
                </c:pt>
                <c:pt idx="1818">
                  <c:v>0.00802623892336</c:v>
                </c:pt>
                <c:pt idx="1819">
                  <c:v>0.00800237704746</c:v>
                </c:pt>
                <c:pt idx="1820">
                  <c:v>0.0079786202697</c:v>
                </c:pt>
                <c:pt idx="1821">
                  <c:v>0.00795496798416</c:v>
                </c:pt>
                <c:pt idx="1822">
                  <c:v>0.0079314195901</c:v>
                </c:pt>
                <c:pt idx="1823">
                  <c:v>0.00790797449188</c:v>
                </c:pt>
                <c:pt idx="1824">
                  <c:v>0.00788463209893</c:v>
                </c:pt>
                <c:pt idx="1825">
                  <c:v>0.00786139182564</c:v>
                </c:pt>
                <c:pt idx="1826">
                  <c:v>0.00783825309132</c:v>
                </c:pt>
                <c:pt idx="1827">
                  <c:v>0.00781521532014</c:v>
                </c:pt>
                <c:pt idx="1828">
                  <c:v>0.00779227794105</c:v>
                </c:pt>
                <c:pt idx="1829">
                  <c:v>0.00776944038774</c:v>
                </c:pt>
                <c:pt idx="1830">
                  <c:v>0.00774670209851</c:v>
                </c:pt>
                <c:pt idx="1831">
                  <c:v>0.00772406251628</c:v>
                </c:pt>
                <c:pt idx="1832">
                  <c:v>0.00770152108848</c:v>
                </c:pt>
                <c:pt idx="1833">
                  <c:v>0.007679077267</c:v>
                </c:pt>
                <c:pt idx="1834">
                  <c:v>0.00765673050811</c:v>
                </c:pt>
                <c:pt idx="1835">
                  <c:v>0.00763448027238</c:v>
                </c:pt>
                <c:pt idx="1836">
                  <c:v>0.00761232602468</c:v>
                </c:pt>
                <c:pt idx="1837">
                  <c:v>0.00759026723402</c:v>
                </c:pt>
                <c:pt idx="1838">
                  <c:v>0.00756830337355</c:v>
                </c:pt>
                <c:pt idx="1839">
                  <c:v>0.0075464339205</c:v>
                </c:pt>
                <c:pt idx="1840">
                  <c:v>0.00752465835604</c:v>
                </c:pt>
                <c:pt idx="1841">
                  <c:v>0.00750297616531</c:v>
                </c:pt>
                <c:pt idx="1842">
                  <c:v>0.00748138683729</c:v>
                </c:pt>
                <c:pt idx="1843">
                  <c:v>0.00745988986477</c:v>
                </c:pt>
                <c:pt idx="1844">
                  <c:v>0.00743848474427</c:v>
                </c:pt>
                <c:pt idx="1845">
                  <c:v>0.00741717097597</c:v>
                </c:pt>
                <c:pt idx="1846">
                  <c:v>0.00739594806369</c:v>
                </c:pt>
                <c:pt idx="1847">
                  <c:v>0.00737481551479</c:v>
                </c:pt>
                <c:pt idx="1848">
                  <c:v>0.00735377284011</c:v>
                </c:pt>
                <c:pt idx="1849">
                  <c:v>0.00733281955393</c:v>
                </c:pt>
                <c:pt idx="1850">
                  <c:v>0.00731195517392</c:v>
                </c:pt>
                <c:pt idx="1851">
                  <c:v>0.00729117922106</c:v>
                </c:pt>
                <c:pt idx="1852">
                  <c:v>0.00727049121957</c:v>
                </c:pt>
                <c:pt idx="1853">
                  <c:v>0.00724989069692</c:v>
                </c:pt>
                <c:pt idx="1854">
                  <c:v>0.00722937718371</c:v>
                </c:pt>
                <c:pt idx="1855">
                  <c:v>0.00720895021365</c:v>
                </c:pt>
                <c:pt idx="1856">
                  <c:v>0.00718860932349</c:v>
                </c:pt>
                <c:pt idx="1857">
                  <c:v>0.00716835405299</c:v>
                </c:pt>
                <c:pt idx="1858">
                  <c:v>0.00714818394488</c:v>
                </c:pt>
                <c:pt idx="1859">
                  <c:v>0.00712809854476</c:v>
                </c:pt>
                <c:pt idx="1860">
                  <c:v>0.00710809740111</c:v>
                </c:pt>
                <c:pt idx="1861">
                  <c:v>0.00708818006523</c:v>
                </c:pt>
                <c:pt idx="1862">
                  <c:v>0.00706834609118</c:v>
                </c:pt>
                <c:pt idx="1863">
                  <c:v>0.00704859503576</c:v>
                </c:pt>
                <c:pt idx="1864">
                  <c:v>0.00702892645843</c:v>
                </c:pt>
                <c:pt idx="1865">
                  <c:v>0.00700933992133</c:v>
                </c:pt>
                <c:pt idx="1866">
                  <c:v>0.0069898349892</c:v>
                </c:pt>
                <c:pt idx="1867">
                  <c:v>0.00697041122934</c:v>
                </c:pt>
                <c:pt idx="1868">
                  <c:v>0.00695106821161</c:v>
                </c:pt>
                <c:pt idx="1869">
                  <c:v>0.00693180550835</c:v>
                </c:pt>
                <c:pt idx="1870">
                  <c:v>0.0069126226944</c:v>
                </c:pt>
                <c:pt idx="1871">
                  <c:v>0.006893519347</c:v>
                </c:pt>
                <c:pt idx="1872">
                  <c:v>0.00687449504583</c:v>
                </c:pt>
                <c:pt idx="1873">
                  <c:v>0.00685554937295</c:v>
                </c:pt>
                <c:pt idx="1874">
                  <c:v>0.00683668191275</c:v>
                </c:pt>
                <c:pt idx="1875">
                  <c:v>0.00681789225198</c:v>
                </c:pt>
                <c:pt idx="1876">
                  <c:v>0.00679917997966</c:v>
                </c:pt>
                <c:pt idx="1877">
                  <c:v>0.00678054468711</c:v>
                </c:pt>
                <c:pt idx="1878">
                  <c:v>0.0067619859679</c:v>
                </c:pt>
                <c:pt idx="1879">
                  <c:v>0.00674350341784</c:v>
                </c:pt>
                <c:pt idx="1880">
                  <c:v>0.00672509663495</c:v>
                </c:pt>
                <c:pt idx="1881">
                  <c:v>0.00670676521943</c:v>
                </c:pt>
                <c:pt idx="1882">
                  <c:v>0.0066885087737</c:v>
                </c:pt>
                <c:pt idx="1883">
                  <c:v>0.00667032690231</c:v>
                </c:pt>
                <c:pt idx="1884">
                  <c:v>0.00665221921195</c:v>
                </c:pt>
                <c:pt idx="1885">
                  <c:v>0.00663418531147</c:v>
                </c:pt>
                <c:pt idx="1886">
                  <c:v>0.00661622481181</c:v>
                </c:pt>
                <c:pt idx="1887">
                  <c:v>0.00659833732604</c:v>
                </c:pt>
                <c:pt idx="1888">
                  <c:v>0.00658052246929</c:v>
                </c:pt>
                <c:pt idx="1889">
                  <c:v>0.0065627798588</c:v>
                </c:pt>
                <c:pt idx="1890">
                  <c:v>0.00654510911385</c:v>
                </c:pt>
                <c:pt idx="1891">
                  <c:v>0.00652750985582</c:v>
                </c:pt>
                <c:pt idx="1892">
                  <c:v>0.00650998170809</c:v>
                </c:pt>
                <c:pt idx="1893">
                  <c:v>0.00649252429613</c:v>
                </c:pt>
                <c:pt idx="1894">
                  <c:v>0.00647513724739</c:v>
                </c:pt>
                <c:pt idx="1895">
                  <c:v>0.00645782019139</c:v>
                </c:pt>
                <c:pt idx="1896">
                  <c:v>0.00644057275964</c:v>
                </c:pt>
                <c:pt idx="1897">
                  <c:v>0.00642339458566</c:v>
                </c:pt>
                <c:pt idx="1898">
                  <c:v>0.00640628530499</c:v>
                </c:pt>
                <c:pt idx="1899">
                  <c:v>0.00638924455514</c:v>
                </c:pt>
                <c:pt idx="1900">
                  <c:v>0.00637227197563</c:v>
                </c:pt>
                <c:pt idx="1901">
                  <c:v>0.00635536720796</c:v>
                </c:pt>
                <c:pt idx="1902">
                  <c:v>0.00633852989559</c:v>
                </c:pt>
                <c:pt idx="1903">
                  <c:v>0.00632175968396</c:v>
                </c:pt>
                <c:pt idx="1904">
                  <c:v>0.00630505622048</c:v>
                </c:pt>
                <c:pt idx="1905">
                  <c:v>0.00628841915453</c:v>
                </c:pt>
                <c:pt idx="1906">
                  <c:v>0.00627184813741</c:v>
                </c:pt>
                <c:pt idx="1907">
                  <c:v>0.0062553428224</c:v>
                </c:pt>
                <c:pt idx="1908">
                  <c:v>0.00623890286472</c:v>
                </c:pt>
                <c:pt idx="1909">
                  <c:v>0.00622252792151</c:v>
                </c:pt>
                <c:pt idx="1910">
                  <c:v>0.00620621765185</c:v>
                </c:pt>
                <c:pt idx="1911">
                  <c:v>0.00618997171676</c:v>
                </c:pt>
                <c:pt idx="1912">
                  <c:v>0.00617378977917</c:v>
                </c:pt>
                <c:pt idx="1913">
                  <c:v>0.00615767150392</c:v>
                </c:pt>
                <c:pt idx="1914">
                  <c:v>0.00614161655778</c:v>
                </c:pt>
                <c:pt idx="1915">
                  <c:v>0.0061256246094</c:v>
                </c:pt>
                <c:pt idx="1916">
                  <c:v>0.00610969532935</c:v>
                </c:pt>
                <c:pt idx="1917">
                  <c:v>0.00609382839009</c:v>
                </c:pt>
                <c:pt idx="1918">
                  <c:v>0.00607802346595</c:v>
                </c:pt>
                <c:pt idx="1919">
                  <c:v>0.00606228023317</c:v>
                </c:pt>
                <c:pt idx="1920">
                  <c:v>0.00604659836984</c:v>
                </c:pt>
                <c:pt idx="1921">
                  <c:v>0.00603097755593</c:v>
                </c:pt>
                <c:pt idx="1922">
                  <c:v>0.00601541747329</c:v>
                </c:pt>
                <c:pt idx="1923">
                  <c:v>0.0059999178056</c:v>
                </c:pt>
                <c:pt idx="1924">
                  <c:v>0.0059844782384</c:v>
                </c:pt>
                <c:pt idx="1925">
                  <c:v>0.0059690984591</c:v>
                </c:pt>
                <c:pt idx="1926">
                  <c:v>0.00595377815692</c:v>
                </c:pt>
                <c:pt idx="1927">
                  <c:v>0.00593851702293</c:v>
                </c:pt>
                <c:pt idx="1928">
                  <c:v>0.00592331475001</c:v>
                </c:pt>
                <c:pt idx="1929">
                  <c:v>0.00590817103287</c:v>
                </c:pt>
                <c:pt idx="1930">
                  <c:v>0.00589308556806</c:v>
                </c:pt>
                <c:pt idx="1931">
                  <c:v>0.0058780580539</c:v>
                </c:pt>
                <c:pt idx="1932">
                  <c:v>0.00586308819053</c:v>
                </c:pt>
                <c:pt idx="1933">
                  <c:v>0.00584817567989</c:v>
                </c:pt>
                <c:pt idx="1934">
                  <c:v>0.00583332022572</c:v>
                </c:pt>
                <c:pt idx="1935">
                  <c:v>0.00581852153352</c:v>
                </c:pt>
                <c:pt idx="1936">
                  <c:v>0.0058037793106</c:v>
                </c:pt>
                <c:pt idx="1937">
                  <c:v>0.00578909326603</c:v>
                </c:pt>
                <c:pt idx="1938">
                  <c:v>0.00577446311066</c:v>
                </c:pt>
                <c:pt idx="1939">
                  <c:v>0.00575988855708</c:v>
                </c:pt>
                <c:pt idx="1940">
                  <c:v>0.00574536931967</c:v>
                </c:pt>
                <c:pt idx="1941">
                  <c:v>0.00573090511456</c:v>
                </c:pt>
                <c:pt idx="1942">
                  <c:v>0.00571649565963</c:v>
                </c:pt>
                <c:pt idx="1943">
                  <c:v>0.0057021406745</c:v>
                </c:pt>
                <c:pt idx="1944">
                  <c:v>0.00568783988054</c:v>
                </c:pt>
                <c:pt idx="1945">
                  <c:v>0.00567359300086</c:v>
                </c:pt>
                <c:pt idx="1946">
                  <c:v>0.00565939976031</c:v>
                </c:pt>
                <c:pt idx="1947">
                  <c:v>0.00564525988548</c:v>
                </c:pt>
                <c:pt idx="1948">
                  <c:v>0.00563117310466</c:v>
                </c:pt>
                <c:pt idx="1949">
                  <c:v>0.00561713914791</c:v>
                </c:pt>
                <c:pt idx="1950">
                  <c:v>0.00560315774698</c:v>
                </c:pt>
                <c:pt idx="1951">
                  <c:v>0.00558922863535</c:v>
                </c:pt>
                <c:pt idx="1952">
                  <c:v>0.00557535154823</c:v>
                </c:pt>
                <c:pt idx="1953">
                  <c:v>0.00556152622254</c:v>
                </c:pt>
                <c:pt idx="1954">
                  <c:v>0.00554775239691</c:v>
                </c:pt>
                <c:pt idx="1955">
                  <c:v>0.00553402981168</c:v>
                </c:pt>
                <c:pt idx="1956">
                  <c:v>0.00552035820891</c:v>
                </c:pt>
                <c:pt idx="1957">
                  <c:v>0.00550673733235</c:v>
                </c:pt>
                <c:pt idx="1958">
                  <c:v>0.00549316692747</c:v>
                </c:pt>
                <c:pt idx="1959">
                  <c:v>0.00547964674143</c:v>
                </c:pt>
                <c:pt idx="1960">
                  <c:v>0.00546617652309</c:v>
                </c:pt>
                <c:pt idx="1961">
                  <c:v>0.005452756023</c:v>
                </c:pt>
                <c:pt idx="1962">
                  <c:v>0.00543938499341</c:v>
                </c:pt>
                <c:pt idx="1963">
                  <c:v>0.00542606318826</c:v>
                </c:pt>
                <c:pt idx="1964">
                  <c:v>0.00541279036317</c:v>
                </c:pt>
                <c:pt idx="1965">
                  <c:v>0.00539956627543</c:v>
                </c:pt>
                <c:pt idx="1966">
                  <c:v>0.00538639068403</c:v>
                </c:pt>
                <c:pt idx="1967">
                  <c:v>0.0053732633496</c:v>
                </c:pt>
                <c:pt idx="1968">
                  <c:v>0.00536018403448</c:v>
                </c:pt>
                <c:pt idx="1969">
                  <c:v>0.00534715250264</c:v>
                </c:pt>
                <c:pt idx="1970">
                  <c:v>0.0053341685197</c:v>
                </c:pt>
                <c:pt idx="1971">
                  <c:v>0.00532123185297</c:v>
                </c:pt>
                <c:pt idx="1972">
                  <c:v>0.00530834227137</c:v>
                </c:pt>
                <c:pt idx="1973">
                  <c:v>0.00529549954547</c:v>
                </c:pt>
                <c:pt idx="1974">
                  <c:v>0.00528270344748</c:v>
                </c:pt>
                <c:pt idx="1975">
                  <c:v>0.00526995375121</c:v>
                </c:pt>
                <c:pt idx="1976">
                  <c:v>0.00525725023211</c:v>
                </c:pt>
                <c:pt idx="1977">
                  <c:v>0.00524459266723</c:v>
                </c:pt>
                <c:pt idx="1978">
                  <c:v>0.00523198083523</c:v>
                </c:pt>
                <c:pt idx="1979">
                  <c:v>0.00521941451634</c:v>
                </c:pt>
                <c:pt idx="1980">
                  <c:v>0.00520689349239</c:v>
                </c:pt>
                <c:pt idx="1981">
                  <c:v>0.00519441754678</c:v>
                </c:pt>
                <c:pt idx="1982">
                  <c:v>0.00518198646447</c:v>
                </c:pt>
                <c:pt idx="1983">
                  <c:v>0.00516960003196</c:v>
                </c:pt>
                <c:pt idx="1984">
                  <c:v>0.00515725803732</c:v>
                </c:pt>
                <c:pt idx="1985">
                  <c:v>0.00514496027012</c:v>
                </c:pt>
                <c:pt idx="1986">
                  <c:v>0.00513270652149</c:v>
                </c:pt>
                <c:pt idx="1987">
                  <c:v>0.00512049658402</c:v>
                </c:pt>
                <c:pt idx="1988">
                  <c:v>0.00510833025183</c:v>
                </c:pt>
                <c:pt idx="1989">
                  <c:v>0.00509620732051</c:v>
                </c:pt>
                <c:pt idx="1990">
                  <c:v>0.00508412758713</c:v>
                </c:pt>
                <c:pt idx="1991">
                  <c:v>0.00507209085021</c:v>
                </c:pt>
                <c:pt idx="1992">
                  <c:v>0.00506009690973</c:v>
                </c:pt>
                <c:pt idx="1993">
                  <c:v>0.00504814556709</c:v>
                </c:pt>
                <c:pt idx="1994">
                  <c:v>0.0050362366251</c:v>
                </c:pt>
                <c:pt idx="1995">
                  <c:v>0.00502436988799</c:v>
                </c:pt>
                <c:pt idx="1996">
                  <c:v>0.00501254516138</c:v>
                </c:pt>
                <c:pt idx="1997">
                  <c:v>0.00500076225227</c:v>
                </c:pt>
                <c:pt idx="1998">
                  <c:v>0.004989020969</c:v>
                </c:pt>
                <c:pt idx="1999">
                  <c:v>0.00497732112127</c:v>
                </c:pt>
                <c:pt idx="2000">
                  <c:v>0.00496566252012</c:v>
                </c:pt>
              </c:numCache>
            </c:numRef>
          </c:yVal>
        </c:ser>
        <c:ser>
          <c:idx val="1"/>
          <c:order val="1"/>
          <c:tx>
            <c:v>spin</c:v>
          </c:tx>
          <c:spPr>
            <a:ln xmlns:a="http://schemas.openxmlformats.org/drawingml/2006/main" w="15240">
              <a:solidFill>
                <a:srgbClr val="234F91"/>
              </a:solidFill>
              <a:prstDash val="dash"/>
            </a:ln>
          </c:spPr>
          <c:marker>
            <c:symbol val="none"/>
            <c:size val="5"/>
            <c:spPr>
              <a:solidFill xmlns:a="http://schemas.openxmlformats.org/drawingml/2006/main">
                <a:srgbClr val="234F91"/>
              </a:solidFill>
            </c:spPr>
          </c:marker>
          <c:xVal>
            <c:numRef>
              <c:f>'Chart Data'!$C$2:$C$2002</c:f>
              <c:numCache>
                <c:formatCode>General</c:formatCode>
                <c:ptCount val="2001"/>
                <c:pt idx="0">
                  <c:v>0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0.004</c:v>
                </c:pt>
                <c:pt idx="5">
                  <c:v>0.005</c:v>
                </c:pt>
                <c:pt idx="6">
                  <c:v>0.006</c:v>
                </c:pt>
                <c:pt idx="7">
                  <c:v>0.007</c:v>
                </c:pt>
                <c:pt idx="8">
                  <c:v>0.008</c:v>
                </c:pt>
                <c:pt idx="9">
                  <c:v>0.009</c:v>
                </c:pt>
                <c:pt idx="10">
                  <c:v>0.01</c:v>
                </c:pt>
                <c:pt idx="11">
                  <c:v>0.011</c:v>
                </c:pt>
                <c:pt idx="12">
                  <c:v>0.012</c:v>
                </c:pt>
                <c:pt idx="13">
                  <c:v>0.013</c:v>
                </c:pt>
                <c:pt idx="14">
                  <c:v>0.014</c:v>
                </c:pt>
                <c:pt idx="15">
                  <c:v>0.015</c:v>
                </c:pt>
                <c:pt idx="16">
                  <c:v>0.016</c:v>
                </c:pt>
                <c:pt idx="17">
                  <c:v>0.017</c:v>
                </c:pt>
                <c:pt idx="18">
                  <c:v>0.018</c:v>
                </c:pt>
                <c:pt idx="19">
                  <c:v>0.019</c:v>
                </c:pt>
                <c:pt idx="20">
                  <c:v>0.02</c:v>
                </c:pt>
                <c:pt idx="21">
                  <c:v>0.021</c:v>
                </c:pt>
                <c:pt idx="22">
                  <c:v>0.022</c:v>
                </c:pt>
                <c:pt idx="23">
                  <c:v>0.023</c:v>
                </c:pt>
                <c:pt idx="24">
                  <c:v>0.024</c:v>
                </c:pt>
                <c:pt idx="25">
                  <c:v>0.025</c:v>
                </c:pt>
                <c:pt idx="26">
                  <c:v>0.026</c:v>
                </c:pt>
                <c:pt idx="27">
                  <c:v>0.027</c:v>
                </c:pt>
                <c:pt idx="28">
                  <c:v>0.028</c:v>
                </c:pt>
                <c:pt idx="29">
                  <c:v>0.029</c:v>
                </c:pt>
                <c:pt idx="30">
                  <c:v>0.03</c:v>
                </c:pt>
                <c:pt idx="31">
                  <c:v>0.031</c:v>
                </c:pt>
                <c:pt idx="32">
                  <c:v>0.032</c:v>
                </c:pt>
                <c:pt idx="33">
                  <c:v>0.033</c:v>
                </c:pt>
                <c:pt idx="34">
                  <c:v>0.034</c:v>
                </c:pt>
                <c:pt idx="35">
                  <c:v>0.035</c:v>
                </c:pt>
                <c:pt idx="36">
                  <c:v>0.036</c:v>
                </c:pt>
                <c:pt idx="37">
                  <c:v>0.037</c:v>
                </c:pt>
                <c:pt idx="38">
                  <c:v>0.038</c:v>
                </c:pt>
                <c:pt idx="39">
                  <c:v>0.039</c:v>
                </c:pt>
                <c:pt idx="40">
                  <c:v>0.04</c:v>
                </c:pt>
                <c:pt idx="41">
                  <c:v>0.041</c:v>
                </c:pt>
                <c:pt idx="42">
                  <c:v>0.042</c:v>
                </c:pt>
                <c:pt idx="43">
                  <c:v>0.043</c:v>
                </c:pt>
                <c:pt idx="44">
                  <c:v>0.044</c:v>
                </c:pt>
                <c:pt idx="45">
                  <c:v>0.045</c:v>
                </c:pt>
                <c:pt idx="46">
                  <c:v>0.046</c:v>
                </c:pt>
                <c:pt idx="47">
                  <c:v>0.047</c:v>
                </c:pt>
                <c:pt idx="48">
                  <c:v>0.048</c:v>
                </c:pt>
                <c:pt idx="49">
                  <c:v>0.049</c:v>
                </c:pt>
                <c:pt idx="50">
                  <c:v>0.05</c:v>
                </c:pt>
                <c:pt idx="51">
                  <c:v>0.051</c:v>
                </c:pt>
                <c:pt idx="52">
                  <c:v>0.052</c:v>
                </c:pt>
                <c:pt idx="53">
                  <c:v>0.053</c:v>
                </c:pt>
                <c:pt idx="54">
                  <c:v>0.054</c:v>
                </c:pt>
                <c:pt idx="55">
                  <c:v>0.055</c:v>
                </c:pt>
                <c:pt idx="56">
                  <c:v>0.056</c:v>
                </c:pt>
                <c:pt idx="57">
                  <c:v>0.057</c:v>
                </c:pt>
                <c:pt idx="58">
                  <c:v>0.058</c:v>
                </c:pt>
                <c:pt idx="59">
                  <c:v>0.059</c:v>
                </c:pt>
                <c:pt idx="60">
                  <c:v>0.06</c:v>
                </c:pt>
                <c:pt idx="61">
                  <c:v>0.061</c:v>
                </c:pt>
                <c:pt idx="62">
                  <c:v>0.062</c:v>
                </c:pt>
                <c:pt idx="63">
                  <c:v>0.063</c:v>
                </c:pt>
                <c:pt idx="64">
                  <c:v>0.064</c:v>
                </c:pt>
                <c:pt idx="65">
                  <c:v>0.065</c:v>
                </c:pt>
                <c:pt idx="66">
                  <c:v>0.066</c:v>
                </c:pt>
                <c:pt idx="67">
                  <c:v>0.067</c:v>
                </c:pt>
                <c:pt idx="68">
                  <c:v>0.068</c:v>
                </c:pt>
                <c:pt idx="69">
                  <c:v>0.069</c:v>
                </c:pt>
                <c:pt idx="70">
                  <c:v>0.07</c:v>
                </c:pt>
                <c:pt idx="71">
                  <c:v>0.071</c:v>
                </c:pt>
                <c:pt idx="72">
                  <c:v>0.072</c:v>
                </c:pt>
                <c:pt idx="73">
                  <c:v>0.073</c:v>
                </c:pt>
                <c:pt idx="74">
                  <c:v>0.074</c:v>
                </c:pt>
                <c:pt idx="75">
                  <c:v>0.075</c:v>
                </c:pt>
                <c:pt idx="76">
                  <c:v>0.076</c:v>
                </c:pt>
                <c:pt idx="77">
                  <c:v>0.077</c:v>
                </c:pt>
                <c:pt idx="78">
                  <c:v>0.078</c:v>
                </c:pt>
                <c:pt idx="79">
                  <c:v>0.079</c:v>
                </c:pt>
                <c:pt idx="80">
                  <c:v>0.08</c:v>
                </c:pt>
                <c:pt idx="81">
                  <c:v>0.081</c:v>
                </c:pt>
                <c:pt idx="82">
                  <c:v>0.082</c:v>
                </c:pt>
                <c:pt idx="83">
                  <c:v>0.083</c:v>
                </c:pt>
                <c:pt idx="84">
                  <c:v>0.084</c:v>
                </c:pt>
                <c:pt idx="85">
                  <c:v>0.085</c:v>
                </c:pt>
                <c:pt idx="86">
                  <c:v>0.086</c:v>
                </c:pt>
                <c:pt idx="87">
                  <c:v>0.087</c:v>
                </c:pt>
                <c:pt idx="88">
                  <c:v>0.088</c:v>
                </c:pt>
                <c:pt idx="89">
                  <c:v>0.089</c:v>
                </c:pt>
                <c:pt idx="90">
                  <c:v>0.09</c:v>
                </c:pt>
                <c:pt idx="91">
                  <c:v>0.091</c:v>
                </c:pt>
                <c:pt idx="92">
                  <c:v>0.092</c:v>
                </c:pt>
                <c:pt idx="93">
                  <c:v>0.093</c:v>
                </c:pt>
                <c:pt idx="94">
                  <c:v>0.094</c:v>
                </c:pt>
                <c:pt idx="95">
                  <c:v>0.095</c:v>
                </c:pt>
                <c:pt idx="96">
                  <c:v>0.096</c:v>
                </c:pt>
                <c:pt idx="97">
                  <c:v>0.097</c:v>
                </c:pt>
                <c:pt idx="98">
                  <c:v>0.098</c:v>
                </c:pt>
                <c:pt idx="99">
                  <c:v>0.099</c:v>
                </c:pt>
                <c:pt idx="100">
                  <c:v>0.1</c:v>
                </c:pt>
                <c:pt idx="101">
                  <c:v>0.101</c:v>
                </c:pt>
                <c:pt idx="102">
                  <c:v>0.102</c:v>
                </c:pt>
                <c:pt idx="103">
                  <c:v>0.103</c:v>
                </c:pt>
                <c:pt idx="104">
                  <c:v>0.104</c:v>
                </c:pt>
                <c:pt idx="105">
                  <c:v>0.105</c:v>
                </c:pt>
                <c:pt idx="106">
                  <c:v>0.106</c:v>
                </c:pt>
                <c:pt idx="107">
                  <c:v>0.107</c:v>
                </c:pt>
                <c:pt idx="108">
                  <c:v>0.108</c:v>
                </c:pt>
                <c:pt idx="109">
                  <c:v>0.109</c:v>
                </c:pt>
                <c:pt idx="110">
                  <c:v>0.11</c:v>
                </c:pt>
                <c:pt idx="111">
                  <c:v>0.111</c:v>
                </c:pt>
                <c:pt idx="112">
                  <c:v>0.112</c:v>
                </c:pt>
                <c:pt idx="113">
                  <c:v>0.113</c:v>
                </c:pt>
                <c:pt idx="114">
                  <c:v>0.114</c:v>
                </c:pt>
                <c:pt idx="115">
                  <c:v>0.115</c:v>
                </c:pt>
                <c:pt idx="116">
                  <c:v>0.116</c:v>
                </c:pt>
                <c:pt idx="117">
                  <c:v>0.117</c:v>
                </c:pt>
                <c:pt idx="118">
                  <c:v>0.118</c:v>
                </c:pt>
                <c:pt idx="119">
                  <c:v>0.119</c:v>
                </c:pt>
                <c:pt idx="120">
                  <c:v>0.12</c:v>
                </c:pt>
                <c:pt idx="121">
                  <c:v>0.121</c:v>
                </c:pt>
                <c:pt idx="122">
                  <c:v>0.122</c:v>
                </c:pt>
                <c:pt idx="123">
                  <c:v>0.123</c:v>
                </c:pt>
                <c:pt idx="124">
                  <c:v>0.124</c:v>
                </c:pt>
                <c:pt idx="125">
                  <c:v>0.125</c:v>
                </c:pt>
                <c:pt idx="126">
                  <c:v>0.126</c:v>
                </c:pt>
                <c:pt idx="127">
                  <c:v>0.127</c:v>
                </c:pt>
                <c:pt idx="128">
                  <c:v>0.128</c:v>
                </c:pt>
                <c:pt idx="129">
                  <c:v>0.129</c:v>
                </c:pt>
                <c:pt idx="130">
                  <c:v>0.13</c:v>
                </c:pt>
                <c:pt idx="131">
                  <c:v>0.131</c:v>
                </c:pt>
                <c:pt idx="132">
                  <c:v>0.132</c:v>
                </c:pt>
                <c:pt idx="133">
                  <c:v>0.133</c:v>
                </c:pt>
                <c:pt idx="134">
                  <c:v>0.134</c:v>
                </c:pt>
                <c:pt idx="135">
                  <c:v>0.135</c:v>
                </c:pt>
                <c:pt idx="136">
                  <c:v>0.136</c:v>
                </c:pt>
                <c:pt idx="137">
                  <c:v>0.137</c:v>
                </c:pt>
                <c:pt idx="138">
                  <c:v>0.138</c:v>
                </c:pt>
                <c:pt idx="139">
                  <c:v>0.139</c:v>
                </c:pt>
                <c:pt idx="140">
                  <c:v>0.14</c:v>
                </c:pt>
                <c:pt idx="141">
                  <c:v>0.141</c:v>
                </c:pt>
                <c:pt idx="142">
                  <c:v>0.142</c:v>
                </c:pt>
                <c:pt idx="143">
                  <c:v>0.143</c:v>
                </c:pt>
                <c:pt idx="144">
                  <c:v>0.144</c:v>
                </c:pt>
                <c:pt idx="145">
                  <c:v>0.145</c:v>
                </c:pt>
                <c:pt idx="146">
                  <c:v>0.146</c:v>
                </c:pt>
                <c:pt idx="147">
                  <c:v>0.147</c:v>
                </c:pt>
                <c:pt idx="148">
                  <c:v>0.148</c:v>
                </c:pt>
                <c:pt idx="149">
                  <c:v>0.149</c:v>
                </c:pt>
                <c:pt idx="150">
                  <c:v>0.15</c:v>
                </c:pt>
                <c:pt idx="151">
                  <c:v>0.151</c:v>
                </c:pt>
                <c:pt idx="152">
                  <c:v>0.152</c:v>
                </c:pt>
                <c:pt idx="153">
                  <c:v>0.153</c:v>
                </c:pt>
                <c:pt idx="154">
                  <c:v>0.154</c:v>
                </c:pt>
                <c:pt idx="155">
                  <c:v>0.155</c:v>
                </c:pt>
                <c:pt idx="156">
                  <c:v>0.156</c:v>
                </c:pt>
                <c:pt idx="157">
                  <c:v>0.157</c:v>
                </c:pt>
                <c:pt idx="158">
                  <c:v>0.158</c:v>
                </c:pt>
                <c:pt idx="159">
                  <c:v>0.159</c:v>
                </c:pt>
                <c:pt idx="160">
                  <c:v>0.16</c:v>
                </c:pt>
                <c:pt idx="161">
                  <c:v>0.161</c:v>
                </c:pt>
                <c:pt idx="162">
                  <c:v>0.162</c:v>
                </c:pt>
                <c:pt idx="163">
                  <c:v>0.163</c:v>
                </c:pt>
                <c:pt idx="164">
                  <c:v>0.164</c:v>
                </c:pt>
                <c:pt idx="165">
                  <c:v>0.165</c:v>
                </c:pt>
                <c:pt idx="166">
                  <c:v>0.166</c:v>
                </c:pt>
                <c:pt idx="167">
                  <c:v>0.167</c:v>
                </c:pt>
                <c:pt idx="168">
                  <c:v>0.168</c:v>
                </c:pt>
                <c:pt idx="169">
                  <c:v>0.169</c:v>
                </c:pt>
                <c:pt idx="170">
                  <c:v>0.17</c:v>
                </c:pt>
                <c:pt idx="171">
                  <c:v>0.171</c:v>
                </c:pt>
                <c:pt idx="172">
                  <c:v>0.172</c:v>
                </c:pt>
                <c:pt idx="173">
                  <c:v>0.173</c:v>
                </c:pt>
                <c:pt idx="174">
                  <c:v>0.174</c:v>
                </c:pt>
                <c:pt idx="175">
                  <c:v>0.175</c:v>
                </c:pt>
                <c:pt idx="176">
                  <c:v>0.176</c:v>
                </c:pt>
                <c:pt idx="177">
                  <c:v>0.177</c:v>
                </c:pt>
                <c:pt idx="178">
                  <c:v>0.178</c:v>
                </c:pt>
                <c:pt idx="179">
                  <c:v>0.179</c:v>
                </c:pt>
                <c:pt idx="180">
                  <c:v>0.18</c:v>
                </c:pt>
                <c:pt idx="181">
                  <c:v>0.181</c:v>
                </c:pt>
                <c:pt idx="182">
                  <c:v>0.182</c:v>
                </c:pt>
                <c:pt idx="183">
                  <c:v>0.183</c:v>
                </c:pt>
                <c:pt idx="184">
                  <c:v>0.184</c:v>
                </c:pt>
                <c:pt idx="185">
                  <c:v>0.185</c:v>
                </c:pt>
                <c:pt idx="186">
                  <c:v>0.186</c:v>
                </c:pt>
                <c:pt idx="187">
                  <c:v>0.187</c:v>
                </c:pt>
                <c:pt idx="188">
                  <c:v>0.188</c:v>
                </c:pt>
                <c:pt idx="189">
                  <c:v>0.189</c:v>
                </c:pt>
                <c:pt idx="190">
                  <c:v>0.19</c:v>
                </c:pt>
                <c:pt idx="191">
                  <c:v>0.191</c:v>
                </c:pt>
                <c:pt idx="192">
                  <c:v>0.192</c:v>
                </c:pt>
                <c:pt idx="193">
                  <c:v>0.193</c:v>
                </c:pt>
                <c:pt idx="194">
                  <c:v>0.194</c:v>
                </c:pt>
                <c:pt idx="195">
                  <c:v>0.195</c:v>
                </c:pt>
                <c:pt idx="196">
                  <c:v>0.196</c:v>
                </c:pt>
                <c:pt idx="197">
                  <c:v>0.197</c:v>
                </c:pt>
                <c:pt idx="198">
                  <c:v>0.198</c:v>
                </c:pt>
                <c:pt idx="199">
                  <c:v>0.199</c:v>
                </c:pt>
                <c:pt idx="200">
                  <c:v>0.2</c:v>
                </c:pt>
                <c:pt idx="201">
                  <c:v>0.201</c:v>
                </c:pt>
                <c:pt idx="202">
                  <c:v>0.202</c:v>
                </c:pt>
                <c:pt idx="203">
                  <c:v>0.203</c:v>
                </c:pt>
                <c:pt idx="204">
                  <c:v>0.204</c:v>
                </c:pt>
                <c:pt idx="205">
                  <c:v>0.205</c:v>
                </c:pt>
                <c:pt idx="206">
                  <c:v>0.206</c:v>
                </c:pt>
                <c:pt idx="207">
                  <c:v>0.207</c:v>
                </c:pt>
                <c:pt idx="208">
                  <c:v>0.208</c:v>
                </c:pt>
                <c:pt idx="209">
                  <c:v>0.209</c:v>
                </c:pt>
                <c:pt idx="210">
                  <c:v>0.21</c:v>
                </c:pt>
                <c:pt idx="211">
                  <c:v>0.211</c:v>
                </c:pt>
                <c:pt idx="212">
                  <c:v>0.212</c:v>
                </c:pt>
                <c:pt idx="213">
                  <c:v>0.213</c:v>
                </c:pt>
                <c:pt idx="214">
                  <c:v>0.214</c:v>
                </c:pt>
                <c:pt idx="215">
                  <c:v>0.215</c:v>
                </c:pt>
                <c:pt idx="216">
                  <c:v>0.216</c:v>
                </c:pt>
                <c:pt idx="217">
                  <c:v>0.217</c:v>
                </c:pt>
                <c:pt idx="218">
                  <c:v>0.218</c:v>
                </c:pt>
                <c:pt idx="219">
                  <c:v>0.219</c:v>
                </c:pt>
                <c:pt idx="220">
                  <c:v>0.22</c:v>
                </c:pt>
                <c:pt idx="221">
                  <c:v>0.221</c:v>
                </c:pt>
                <c:pt idx="222">
                  <c:v>0.222</c:v>
                </c:pt>
                <c:pt idx="223">
                  <c:v>0.223</c:v>
                </c:pt>
                <c:pt idx="224">
                  <c:v>0.224</c:v>
                </c:pt>
                <c:pt idx="225">
                  <c:v>0.225</c:v>
                </c:pt>
                <c:pt idx="226">
                  <c:v>0.226</c:v>
                </c:pt>
                <c:pt idx="227">
                  <c:v>0.227</c:v>
                </c:pt>
                <c:pt idx="228">
                  <c:v>0.228</c:v>
                </c:pt>
                <c:pt idx="229">
                  <c:v>0.229</c:v>
                </c:pt>
                <c:pt idx="230">
                  <c:v>0.23</c:v>
                </c:pt>
                <c:pt idx="231">
                  <c:v>0.231</c:v>
                </c:pt>
                <c:pt idx="232">
                  <c:v>0.232</c:v>
                </c:pt>
                <c:pt idx="233">
                  <c:v>0.233</c:v>
                </c:pt>
                <c:pt idx="234">
                  <c:v>0.234</c:v>
                </c:pt>
                <c:pt idx="235">
                  <c:v>0.235</c:v>
                </c:pt>
                <c:pt idx="236">
                  <c:v>0.236</c:v>
                </c:pt>
                <c:pt idx="237">
                  <c:v>0.237</c:v>
                </c:pt>
                <c:pt idx="238">
                  <c:v>0.238</c:v>
                </c:pt>
                <c:pt idx="239">
                  <c:v>0.239</c:v>
                </c:pt>
                <c:pt idx="240">
                  <c:v>0.24</c:v>
                </c:pt>
                <c:pt idx="241">
                  <c:v>0.241</c:v>
                </c:pt>
                <c:pt idx="242">
                  <c:v>0.242</c:v>
                </c:pt>
                <c:pt idx="243">
                  <c:v>0.243</c:v>
                </c:pt>
                <c:pt idx="244">
                  <c:v>0.244</c:v>
                </c:pt>
                <c:pt idx="245">
                  <c:v>0.245</c:v>
                </c:pt>
                <c:pt idx="246">
                  <c:v>0.246</c:v>
                </c:pt>
                <c:pt idx="247">
                  <c:v>0.247</c:v>
                </c:pt>
                <c:pt idx="248">
                  <c:v>0.248</c:v>
                </c:pt>
                <c:pt idx="249">
                  <c:v>0.249</c:v>
                </c:pt>
                <c:pt idx="250">
                  <c:v>0.25</c:v>
                </c:pt>
                <c:pt idx="251">
                  <c:v>0.251</c:v>
                </c:pt>
                <c:pt idx="252">
                  <c:v>0.252</c:v>
                </c:pt>
                <c:pt idx="253">
                  <c:v>0.253</c:v>
                </c:pt>
                <c:pt idx="254">
                  <c:v>0.254</c:v>
                </c:pt>
                <c:pt idx="255">
                  <c:v>0.255</c:v>
                </c:pt>
                <c:pt idx="256">
                  <c:v>0.256</c:v>
                </c:pt>
                <c:pt idx="257">
                  <c:v>0.257</c:v>
                </c:pt>
                <c:pt idx="258">
                  <c:v>0.258</c:v>
                </c:pt>
                <c:pt idx="259">
                  <c:v>0.259</c:v>
                </c:pt>
                <c:pt idx="260">
                  <c:v>0.26</c:v>
                </c:pt>
                <c:pt idx="261">
                  <c:v>0.261</c:v>
                </c:pt>
                <c:pt idx="262">
                  <c:v>0.262</c:v>
                </c:pt>
                <c:pt idx="263">
                  <c:v>0.263</c:v>
                </c:pt>
                <c:pt idx="264">
                  <c:v>0.264</c:v>
                </c:pt>
                <c:pt idx="265">
                  <c:v>0.265</c:v>
                </c:pt>
                <c:pt idx="266">
                  <c:v>0.266</c:v>
                </c:pt>
                <c:pt idx="267">
                  <c:v>0.267</c:v>
                </c:pt>
                <c:pt idx="268">
                  <c:v>0.268</c:v>
                </c:pt>
                <c:pt idx="269">
                  <c:v>0.269</c:v>
                </c:pt>
                <c:pt idx="270">
                  <c:v>0.27</c:v>
                </c:pt>
                <c:pt idx="271">
                  <c:v>0.271</c:v>
                </c:pt>
                <c:pt idx="272">
                  <c:v>0.272</c:v>
                </c:pt>
                <c:pt idx="273">
                  <c:v>0.273</c:v>
                </c:pt>
                <c:pt idx="274">
                  <c:v>0.274</c:v>
                </c:pt>
                <c:pt idx="275">
                  <c:v>0.275</c:v>
                </c:pt>
                <c:pt idx="276">
                  <c:v>0.276</c:v>
                </c:pt>
                <c:pt idx="277">
                  <c:v>0.277</c:v>
                </c:pt>
                <c:pt idx="278">
                  <c:v>0.278</c:v>
                </c:pt>
                <c:pt idx="279">
                  <c:v>0.279</c:v>
                </c:pt>
                <c:pt idx="280">
                  <c:v>0.28</c:v>
                </c:pt>
                <c:pt idx="281">
                  <c:v>0.281</c:v>
                </c:pt>
                <c:pt idx="282">
                  <c:v>0.282</c:v>
                </c:pt>
                <c:pt idx="283">
                  <c:v>0.283</c:v>
                </c:pt>
                <c:pt idx="284">
                  <c:v>0.284</c:v>
                </c:pt>
                <c:pt idx="285">
                  <c:v>0.285</c:v>
                </c:pt>
                <c:pt idx="286">
                  <c:v>0.286</c:v>
                </c:pt>
                <c:pt idx="287">
                  <c:v>0.287</c:v>
                </c:pt>
                <c:pt idx="288">
                  <c:v>0.288</c:v>
                </c:pt>
                <c:pt idx="289">
                  <c:v>0.289</c:v>
                </c:pt>
                <c:pt idx="290">
                  <c:v>0.29</c:v>
                </c:pt>
                <c:pt idx="291">
                  <c:v>0.291</c:v>
                </c:pt>
                <c:pt idx="292">
                  <c:v>0.292</c:v>
                </c:pt>
                <c:pt idx="293">
                  <c:v>0.293</c:v>
                </c:pt>
                <c:pt idx="294">
                  <c:v>0.294</c:v>
                </c:pt>
                <c:pt idx="295">
                  <c:v>0.295</c:v>
                </c:pt>
                <c:pt idx="296">
                  <c:v>0.296</c:v>
                </c:pt>
                <c:pt idx="297">
                  <c:v>0.297</c:v>
                </c:pt>
                <c:pt idx="298">
                  <c:v>0.298</c:v>
                </c:pt>
                <c:pt idx="299">
                  <c:v>0.299</c:v>
                </c:pt>
                <c:pt idx="300">
                  <c:v>0.3</c:v>
                </c:pt>
                <c:pt idx="301">
                  <c:v>0.301</c:v>
                </c:pt>
                <c:pt idx="302">
                  <c:v>0.302</c:v>
                </c:pt>
                <c:pt idx="303">
                  <c:v>0.303</c:v>
                </c:pt>
                <c:pt idx="304">
                  <c:v>0.304</c:v>
                </c:pt>
                <c:pt idx="305">
                  <c:v>0.305</c:v>
                </c:pt>
                <c:pt idx="306">
                  <c:v>0.306</c:v>
                </c:pt>
                <c:pt idx="307">
                  <c:v>0.307</c:v>
                </c:pt>
                <c:pt idx="308">
                  <c:v>0.308</c:v>
                </c:pt>
                <c:pt idx="309">
                  <c:v>0.309</c:v>
                </c:pt>
                <c:pt idx="310">
                  <c:v>0.31</c:v>
                </c:pt>
                <c:pt idx="311">
                  <c:v>0.311</c:v>
                </c:pt>
                <c:pt idx="312">
                  <c:v>0.312</c:v>
                </c:pt>
                <c:pt idx="313">
                  <c:v>0.313</c:v>
                </c:pt>
                <c:pt idx="314">
                  <c:v>0.314</c:v>
                </c:pt>
                <c:pt idx="315">
                  <c:v>0.315</c:v>
                </c:pt>
                <c:pt idx="316">
                  <c:v>0.316</c:v>
                </c:pt>
                <c:pt idx="317">
                  <c:v>0.317</c:v>
                </c:pt>
                <c:pt idx="318">
                  <c:v>0.318</c:v>
                </c:pt>
                <c:pt idx="319">
                  <c:v>0.319</c:v>
                </c:pt>
                <c:pt idx="320">
                  <c:v>0.32</c:v>
                </c:pt>
                <c:pt idx="321">
                  <c:v>0.321</c:v>
                </c:pt>
                <c:pt idx="322">
                  <c:v>0.322</c:v>
                </c:pt>
                <c:pt idx="323">
                  <c:v>0.323</c:v>
                </c:pt>
                <c:pt idx="324">
                  <c:v>0.324</c:v>
                </c:pt>
                <c:pt idx="325">
                  <c:v>0.325</c:v>
                </c:pt>
                <c:pt idx="326">
                  <c:v>0.326</c:v>
                </c:pt>
                <c:pt idx="327">
                  <c:v>0.327</c:v>
                </c:pt>
                <c:pt idx="328">
                  <c:v>0.328</c:v>
                </c:pt>
                <c:pt idx="329">
                  <c:v>0.329</c:v>
                </c:pt>
                <c:pt idx="330">
                  <c:v>0.33</c:v>
                </c:pt>
                <c:pt idx="331">
                  <c:v>0.331</c:v>
                </c:pt>
                <c:pt idx="332">
                  <c:v>0.332</c:v>
                </c:pt>
                <c:pt idx="333">
                  <c:v>0.333</c:v>
                </c:pt>
                <c:pt idx="334">
                  <c:v>0.334</c:v>
                </c:pt>
                <c:pt idx="335">
                  <c:v>0.335</c:v>
                </c:pt>
                <c:pt idx="336">
                  <c:v>0.336</c:v>
                </c:pt>
                <c:pt idx="337">
                  <c:v>0.337</c:v>
                </c:pt>
                <c:pt idx="338">
                  <c:v>0.338</c:v>
                </c:pt>
                <c:pt idx="339">
                  <c:v>0.339</c:v>
                </c:pt>
                <c:pt idx="340">
                  <c:v>0.34</c:v>
                </c:pt>
                <c:pt idx="341">
                  <c:v>0.341</c:v>
                </c:pt>
                <c:pt idx="342">
                  <c:v>0.342</c:v>
                </c:pt>
                <c:pt idx="343">
                  <c:v>0.343</c:v>
                </c:pt>
                <c:pt idx="344">
                  <c:v>0.344</c:v>
                </c:pt>
                <c:pt idx="345">
                  <c:v>0.345</c:v>
                </c:pt>
                <c:pt idx="346">
                  <c:v>0.346</c:v>
                </c:pt>
                <c:pt idx="347">
                  <c:v>0.347</c:v>
                </c:pt>
                <c:pt idx="348">
                  <c:v>0.348</c:v>
                </c:pt>
                <c:pt idx="349">
                  <c:v>0.349</c:v>
                </c:pt>
                <c:pt idx="350">
                  <c:v>0.35</c:v>
                </c:pt>
                <c:pt idx="351">
                  <c:v>0.351</c:v>
                </c:pt>
                <c:pt idx="352">
                  <c:v>0.352</c:v>
                </c:pt>
                <c:pt idx="353">
                  <c:v>0.353</c:v>
                </c:pt>
                <c:pt idx="354">
                  <c:v>0.354</c:v>
                </c:pt>
                <c:pt idx="355">
                  <c:v>0.355</c:v>
                </c:pt>
                <c:pt idx="356">
                  <c:v>0.356</c:v>
                </c:pt>
                <c:pt idx="357">
                  <c:v>0.357</c:v>
                </c:pt>
                <c:pt idx="358">
                  <c:v>0.358</c:v>
                </c:pt>
                <c:pt idx="359">
                  <c:v>0.359</c:v>
                </c:pt>
                <c:pt idx="360">
                  <c:v>0.36</c:v>
                </c:pt>
                <c:pt idx="361">
                  <c:v>0.361</c:v>
                </c:pt>
                <c:pt idx="362">
                  <c:v>0.362</c:v>
                </c:pt>
                <c:pt idx="363">
                  <c:v>0.363</c:v>
                </c:pt>
                <c:pt idx="364">
                  <c:v>0.364</c:v>
                </c:pt>
                <c:pt idx="365">
                  <c:v>0.365</c:v>
                </c:pt>
                <c:pt idx="366">
                  <c:v>0.366</c:v>
                </c:pt>
                <c:pt idx="367">
                  <c:v>0.367</c:v>
                </c:pt>
                <c:pt idx="368">
                  <c:v>0.368</c:v>
                </c:pt>
                <c:pt idx="369">
                  <c:v>0.369</c:v>
                </c:pt>
                <c:pt idx="370">
                  <c:v>0.37</c:v>
                </c:pt>
                <c:pt idx="371">
                  <c:v>0.371</c:v>
                </c:pt>
                <c:pt idx="372">
                  <c:v>0.372</c:v>
                </c:pt>
                <c:pt idx="373">
                  <c:v>0.373</c:v>
                </c:pt>
                <c:pt idx="374">
                  <c:v>0.374</c:v>
                </c:pt>
                <c:pt idx="375">
                  <c:v>0.375</c:v>
                </c:pt>
                <c:pt idx="376">
                  <c:v>0.376</c:v>
                </c:pt>
                <c:pt idx="377">
                  <c:v>0.377</c:v>
                </c:pt>
                <c:pt idx="378">
                  <c:v>0.378</c:v>
                </c:pt>
                <c:pt idx="379">
                  <c:v>0.379</c:v>
                </c:pt>
                <c:pt idx="380">
                  <c:v>0.38</c:v>
                </c:pt>
                <c:pt idx="381">
                  <c:v>0.381</c:v>
                </c:pt>
                <c:pt idx="382">
                  <c:v>0.382</c:v>
                </c:pt>
                <c:pt idx="383">
                  <c:v>0.383</c:v>
                </c:pt>
                <c:pt idx="384">
                  <c:v>0.384</c:v>
                </c:pt>
                <c:pt idx="385">
                  <c:v>0.385</c:v>
                </c:pt>
                <c:pt idx="386">
                  <c:v>0.386</c:v>
                </c:pt>
                <c:pt idx="387">
                  <c:v>0.387</c:v>
                </c:pt>
                <c:pt idx="388">
                  <c:v>0.388</c:v>
                </c:pt>
                <c:pt idx="389">
                  <c:v>0.389</c:v>
                </c:pt>
                <c:pt idx="390">
                  <c:v>0.39</c:v>
                </c:pt>
                <c:pt idx="391">
                  <c:v>0.391</c:v>
                </c:pt>
                <c:pt idx="392">
                  <c:v>0.392</c:v>
                </c:pt>
                <c:pt idx="393">
                  <c:v>0.393</c:v>
                </c:pt>
                <c:pt idx="394">
                  <c:v>0.394</c:v>
                </c:pt>
                <c:pt idx="395">
                  <c:v>0.395</c:v>
                </c:pt>
                <c:pt idx="396">
                  <c:v>0.396</c:v>
                </c:pt>
                <c:pt idx="397">
                  <c:v>0.397</c:v>
                </c:pt>
                <c:pt idx="398">
                  <c:v>0.398</c:v>
                </c:pt>
                <c:pt idx="399">
                  <c:v>0.399</c:v>
                </c:pt>
                <c:pt idx="400">
                  <c:v>0.4</c:v>
                </c:pt>
                <c:pt idx="401">
                  <c:v>0.401</c:v>
                </c:pt>
                <c:pt idx="402">
                  <c:v>0.402</c:v>
                </c:pt>
                <c:pt idx="403">
                  <c:v>0.403</c:v>
                </c:pt>
                <c:pt idx="404">
                  <c:v>0.404</c:v>
                </c:pt>
                <c:pt idx="405">
                  <c:v>0.405</c:v>
                </c:pt>
                <c:pt idx="406">
                  <c:v>0.406</c:v>
                </c:pt>
                <c:pt idx="407">
                  <c:v>0.407</c:v>
                </c:pt>
                <c:pt idx="408">
                  <c:v>0.408</c:v>
                </c:pt>
                <c:pt idx="409">
                  <c:v>0.409</c:v>
                </c:pt>
                <c:pt idx="410">
                  <c:v>0.41</c:v>
                </c:pt>
                <c:pt idx="411">
                  <c:v>0.411</c:v>
                </c:pt>
                <c:pt idx="412">
                  <c:v>0.412</c:v>
                </c:pt>
                <c:pt idx="413">
                  <c:v>0.413</c:v>
                </c:pt>
                <c:pt idx="414">
                  <c:v>0.414</c:v>
                </c:pt>
                <c:pt idx="415">
                  <c:v>0.415</c:v>
                </c:pt>
                <c:pt idx="416">
                  <c:v>0.416</c:v>
                </c:pt>
                <c:pt idx="417">
                  <c:v>0.417</c:v>
                </c:pt>
                <c:pt idx="418">
                  <c:v>0.418</c:v>
                </c:pt>
                <c:pt idx="419">
                  <c:v>0.419</c:v>
                </c:pt>
                <c:pt idx="420">
                  <c:v>0.42</c:v>
                </c:pt>
                <c:pt idx="421">
                  <c:v>0.421</c:v>
                </c:pt>
                <c:pt idx="422">
                  <c:v>0.422</c:v>
                </c:pt>
                <c:pt idx="423">
                  <c:v>0.423</c:v>
                </c:pt>
                <c:pt idx="424">
                  <c:v>0.424</c:v>
                </c:pt>
                <c:pt idx="425">
                  <c:v>0.425</c:v>
                </c:pt>
                <c:pt idx="426">
                  <c:v>0.426</c:v>
                </c:pt>
                <c:pt idx="427">
                  <c:v>0.427</c:v>
                </c:pt>
                <c:pt idx="428">
                  <c:v>0.428</c:v>
                </c:pt>
                <c:pt idx="429">
                  <c:v>0.429</c:v>
                </c:pt>
                <c:pt idx="430">
                  <c:v>0.43</c:v>
                </c:pt>
                <c:pt idx="431">
                  <c:v>0.431</c:v>
                </c:pt>
                <c:pt idx="432">
                  <c:v>0.432</c:v>
                </c:pt>
                <c:pt idx="433">
                  <c:v>0.433</c:v>
                </c:pt>
                <c:pt idx="434">
                  <c:v>0.434</c:v>
                </c:pt>
                <c:pt idx="435">
                  <c:v>0.435</c:v>
                </c:pt>
                <c:pt idx="436">
                  <c:v>0.436</c:v>
                </c:pt>
                <c:pt idx="437">
                  <c:v>0.437</c:v>
                </c:pt>
                <c:pt idx="438">
                  <c:v>0.438</c:v>
                </c:pt>
                <c:pt idx="439">
                  <c:v>0.439</c:v>
                </c:pt>
                <c:pt idx="440">
                  <c:v>0.44</c:v>
                </c:pt>
                <c:pt idx="441">
                  <c:v>0.441</c:v>
                </c:pt>
                <c:pt idx="442">
                  <c:v>0.442</c:v>
                </c:pt>
                <c:pt idx="443">
                  <c:v>0.443</c:v>
                </c:pt>
                <c:pt idx="444">
                  <c:v>0.444</c:v>
                </c:pt>
                <c:pt idx="445">
                  <c:v>0.445</c:v>
                </c:pt>
                <c:pt idx="446">
                  <c:v>0.446</c:v>
                </c:pt>
                <c:pt idx="447">
                  <c:v>0.447</c:v>
                </c:pt>
                <c:pt idx="448">
                  <c:v>0.448</c:v>
                </c:pt>
                <c:pt idx="449">
                  <c:v>0.449</c:v>
                </c:pt>
                <c:pt idx="450">
                  <c:v>0.45</c:v>
                </c:pt>
                <c:pt idx="451">
                  <c:v>0.451</c:v>
                </c:pt>
                <c:pt idx="452">
                  <c:v>0.452</c:v>
                </c:pt>
                <c:pt idx="453">
                  <c:v>0.453</c:v>
                </c:pt>
                <c:pt idx="454">
                  <c:v>0.454</c:v>
                </c:pt>
                <c:pt idx="455">
                  <c:v>0.455</c:v>
                </c:pt>
                <c:pt idx="456">
                  <c:v>0.456</c:v>
                </c:pt>
                <c:pt idx="457">
                  <c:v>0.457</c:v>
                </c:pt>
                <c:pt idx="458">
                  <c:v>0.458</c:v>
                </c:pt>
                <c:pt idx="459">
                  <c:v>0.459</c:v>
                </c:pt>
                <c:pt idx="460">
                  <c:v>0.46</c:v>
                </c:pt>
                <c:pt idx="461">
                  <c:v>0.461</c:v>
                </c:pt>
                <c:pt idx="462">
                  <c:v>0.462</c:v>
                </c:pt>
                <c:pt idx="463">
                  <c:v>0.463</c:v>
                </c:pt>
                <c:pt idx="464">
                  <c:v>0.464</c:v>
                </c:pt>
                <c:pt idx="465">
                  <c:v>0.465</c:v>
                </c:pt>
                <c:pt idx="466">
                  <c:v>0.466</c:v>
                </c:pt>
                <c:pt idx="467">
                  <c:v>0.467</c:v>
                </c:pt>
                <c:pt idx="468">
                  <c:v>0.468</c:v>
                </c:pt>
                <c:pt idx="469">
                  <c:v>0.469</c:v>
                </c:pt>
                <c:pt idx="470">
                  <c:v>0.47</c:v>
                </c:pt>
                <c:pt idx="471">
                  <c:v>0.471</c:v>
                </c:pt>
                <c:pt idx="472">
                  <c:v>0.472</c:v>
                </c:pt>
                <c:pt idx="473">
                  <c:v>0.473</c:v>
                </c:pt>
                <c:pt idx="474">
                  <c:v>0.474</c:v>
                </c:pt>
                <c:pt idx="475">
                  <c:v>0.475</c:v>
                </c:pt>
                <c:pt idx="476">
                  <c:v>0.476</c:v>
                </c:pt>
                <c:pt idx="477">
                  <c:v>0.477</c:v>
                </c:pt>
                <c:pt idx="478">
                  <c:v>0.478</c:v>
                </c:pt>
                <c:pt idx="479">
                  <c:v>0.479</c:v>
                </c:pt>
                <c:pt idx="480">
                  <c:v>0.48</c:v>
                </c:pt>
                <c:pt idx="481">
                  <c:v>0.481</c:v>
                </c:pt>
                <c:pt idx="482">
                  <c:v>0.482</c:v>
                </c:pt>
                <c:pt idx="483">
                  <c:v>0.483</c:v>
                </c:pt>
                <c:pt idx="484">
                  <c:v>0.484</c:v>
                </c:pt>
                <c:pt idx="485">
                  <c:v>0.485</c:v>
                </c:pt>
                <c:pt idx="486">
                  <c:v>0.486</c:v>
                </c:pt>
                <c:pt idx="487">
                  <c:v>0.487</c:v>
                </c:pt>
                <c:pt idx="488">
                  <c:v>0.488</c:v>
                </c:pt>
                <c:pt idx="489">
                  <c:v>0.489</c:v>
                </c:pt>
                <c:pt idx="490">
                  <c:v>0.49</c:v>
                </c:pt>
                <c:pt idx="491">
                  <c:v>0.491</c:v>
                </c:pt>
                <c:pt idx="492">
                  <c:v>0.492</c:v>
                </c:pt>
                <c:pt idx="493">
                  <c:v>0.493</c:v>
                </c:pt>
                <c:pt idx="494">
                  <c:v>0.494</c:v>
                </c:pt>
                <c:pt idx="495">
                  <c:v>0.495</c:v>
                </c:pt>
                <c:pt idx="496">
                  <c:v>0.496</c:v>
                </c:pt>
                <c:pt idx="497">
                  <c:v>0.497</c:v>
                </c:pt>
                <c:pt idx="498">
                  <c:v>0.498</c:v>
                </c:pt>
                <c:pt idx="499">
                  <c:v>0.499</c:v>
                </c:pt>
                <c:pt idx="500">
                  <c:v>0.5</c:v>
                </c:pt>
                <c:pt idx="501">
                  <c:v>0.501</c:v>
                </c:pt>
                <c:pt idx="502">
                  <c:v>0.502</c:v>
                </c:pt>
                <c:pt idx="503">
                  <c:v>0.503</c:v>
                </c:pt>
                <c:pt idx="504">
                  <c:v>0.504</c:v>
                </c:pt>
                <c:pt idx="505">
                  <c:v>0.505</c:v>
                </c:pt>
                <c:pt idx="506">
                  <c:v>0.506</c:v>
                </c:pt>
                <c:pt idx="507">
                  <c:v>0.507</c:v>
                </c:pt>
                <c:pt idx="508">
                  <c:v>0.508</c:v>
                </c:pt>
                <c:pt idx="509">
                  <c:v>0.509</c:v>
                </c:pt>
                <c:pt idx="510">
                  <c:v>0.51</c:v>
                </c:pt>
                <c:pt idx="511">
                  <c:v>0.511</c:v>
                </c:pt>
                <c:pt idx="512">
                  <c:v>0.512</c:v>
                </c:pt>
                <c:pt idx="513">
                  <c:v>0.513</c:v>
                </c:pt>
                <c:pt idx="514">
                  <c:v>0.514</c:v>
                </c:pt>
                <c:pt idx="515">
                  <c:v>0.515</c:v>
                </c:pt>
                <c:pt idx="516">
                  <c:v>0.516</c:v>
                </c:pt>
                <c:pt idx="517">
                  <c:v>0.517</c:v>
                </c:pt>
                <c:pt idx="518">
                  <c:v>0.518</c:v>
                </c:pt>
                <c:pt idx="519">
                  <c:v>0.519</c:v>
                </c:pt>
                <c:pt idx="520">
                  <c:v>0.52</c:v>
                </c:pt>
                <c:pt idx="521">
                  <c:v>0.521</c:v>
                </c:pt>
                <c:pt idx="522">
                  <c:v>0.522</c:v>
                </c:pt>
                <c:pt idx="523">
                  <c:v>0.523</c:v>
                </c:pt>
                <c:pt idx="524">
                  <c:v>0.524</c:v>
                </c:pt>
                <c:pt idx="525">
                  <c:v>0.525</c:v>
                </c:pt>
                <c:pt idx="526">
                  <c:v>0.526</c:v>
                </c:pt>
                <c:pt idx="527">
                  <c:v>0.527</c:v>
                </c:pt>
                <c:pt idx="528">
                  <c:v>0.528</c:v>
                </c:pt>
                <c:pt idx="529">
                  <c:v>0.529</c:v>
                </c:pt>
                <c:pt idx="530">
                  <c:v>0.53</c:v>
                </c:pt>
                <c:pt idx="531">
                  <c:v>0.531</c:v>
                </c:pt>
                <c:pt idx="532">
                  <c:v>0.532</c:v>
                </c:pt>
                <c:pt idx="533">
                  <c:v>0.533</c:v>
                </c:pt>
                <c:pt idx="534">
                  <c:v>0.534</c:v>
                </c:pt>
                <c:pt idx="535">
                  <c:v>0.535</c:v>
                </c:pt>
                <c:pt idx="536">
                  <c:v>0.536</c:v>
                </c:pt>
                <c:pt idx="537">
                  <c:v>0.537</c:v>
                </c:pt>
                <c:pt idx="538">
                  <c:v>0.538</c:v>
                </c:pt>
                <c:pt idx="539">
                  <c:v>0.539</c:v>
                </c:pt>
                <c:pt idx="540">
                  <c:v>0.54</c:v>
                </c:pt>
                <c:pt idx="541">
                  <c:v>0.541</c:v>
                </c:pt>
                <c:pt idx="542">
                  <c:v>0.542</c:v>
                </c:pt>
                <c:pt idx="543">
                  <c:v>0.543</c:v>
                </c:pt>
                <c:pt idx="544">
                  <c:v>0.544</c:v>
                </c:pt>
                <c:pt idx="545">
                  <c:v>0.545</c:v>
                </c:pt>
                <c:pt idx="546">
                  <c:v>0.546</c:v>
                </c:pt>
                <c:pt idx="547">
                  <c:v>0.547</c:v>
                </c:pt>
                <c:pt idx="548">
                  <c:v>0.548</c:v>
                </c:pt>
                <c:pt idx="549">
                  <c:v>0.549</c:v>
                </c:pt>
                <c:pt idx="550">
                  <c:v>0.55</c:v>
                </c:pt>
                <c:pt idx="551">
                  <c:v>0.551</c:v>
                </c:pt>
                <c:pt idx="552">
                  <c:v>0.552</c:v>
                </c:pt>
                <c:pt idx="553">
                  <c:v>0.553</c:v>
                </c:pt>
                <c:pt idx="554">
                  <c:v>0.554</c:v>
                </c:pt>
                <c:pt idx="555">
                  <c:v>0.555</c:v>
                </c:pt>
                <c:pt idx="556">
                  <c:v>0.556</c:v>
                </c:pt>
                <c:pt idx="557">
                  <c:v>0.557</c:v>
                </c:pt>
                <c:pt idx="558">
                  <c:v>0.558</c:v>
                </c:pt>
                <c:pt idx="559">
                  <c:v>0.559</c:v>
                </c:pt>
                <c:pt idx="560">
                  <c:v>0.56</c:v>
                </c:pt>
                <c:pt idx="561">
                  <c:v>0.561</c:v>
                </c:pt>
                <c:pt idx="562">
                  <c:v>0.562</c:v>
                </c:pt>
                <c:pt idx="563">
                  <c:v>0.563</c:v>
                </c:pt>
                <c:pt idx="564">
                  <c:v>0.564</c:v>
                </c:pt>
                <c:pt idx="565">
                  <c:v>0.565</c:v>
                </c:pt>
                <c:pt idx="566">
                  <c:v>0.566</c:v>
                </c:pt>
                <c:pt idx="567">
                  <c:v>0.567</c:v>
                </c:pt>
                <c:pt idx="568">
                  <c:v>0.568</c:v>
                </c:pt>
                <c:pt idx="569">
                  <c:v>0.569</c:v>
                </c:pt>
                <c:pt idx="570">
                  <c:v>0.57</c:v>
                </c:pt>
                <c:pt idx="571">
                  <c:v>0.571</c:v>
                </c:pt>
                <c:pt idx="572">
                  <c:v>0.572</c:v>
                </c:pt>
                <c:pt idx="573">
                  <c:v>0.573</c:v>
                </c:pt>
                <c:pt idx="574">
                  <c:v>0.574</c:v>
                </c:pt>
                <c:pt idx="575">
                  <c:v>0.575</c:v>
                </c:pt>
                <c:pt idx="576">
                  <c:v>0.576</c:v>
                </c:pt>
                <c:pt idx="577">
                  <c:v>0.577</c:v>
                </c:pt>
                <c:pt idx="578">
                  <c:v>0.578</c:v>
                </c:pt>
                <c:pt idx="579">
                  <c:v>0.579</c:v>
                </c:pt>
                <c:pt idx="580">
                  <c:v>0.58</c:v>
                </c:pt>
                <c:pt idx="581">
                  <c:v>0.581</c:v>
                </c:pt>
                <c:pt idx="582">
                  <c:v>0.582</c:v>
                </c:pt>
                <c:pt idx="583">
                  <c:v>0.583</c:v>
                </c:pt>
                <c:pt idx="584">
                  <c:v>0.584</c:v>
                </c:pt>
                <c:pt idx="585">
                  <c:v>0.585</c:v>
                </c:pt>
                <c:pt idx="586">
                  <c:v>0.586</c:v>
                </c:pt>
                <c:pt idx="587">
                  <c:v>0.587</c:v>
                </c:pt>
                <c:pt idx="588">
                  <c:v>0.588</c:v>
                </c:pt>
                <c:pt idx="589">
                  <c:v>0.589</c:v>
                </c:pt>
                <c:pt idx="590">
                  <c:v>0.59</c:v>
                </c:pt>
                <c:pt idx="591">
                  <c:v>0.591</c:v>
                </c:pt>
                <c:pt idx="592">
                  <c:v>0.592</c:v>
                </c:pt>
                <c:pt idx="593">
                  <c:v>0.593</c:v>
                </c:pt>
                <c:pt idx="594">
                  <c:v>0.594</c:v>
                </c:pt>
                <c:pt idx="595">
                  <c:v>0.595</c:v>
                </c:pt>
                <c:pt idx="596">
                  <c:v>0.596</c:v>
                </c:pt>
                <c:pt idx="597">
                  <c:v>0.597</c:v>
                </c:pt>
                <c:pt idx="598">
                  <c:v>0.598</c:v>
                </c:pt>
                <c:pt idx="599">
                  <c:v>0.599</c:v>
                </c:pt>
                <c:pt idx="600">
                  <c:v>0.6</c:v>
                </c:pt>
                <c:pt idx="601">
                  <c:v>0.601</c:v>
                </c:pt>
                <c:pt idx="602">
                  <c:v>0.602</c:v>
                </c:pt>
                <c:pt idx="603">
                  <c:v>0.603</c:v>
                </c:pt>
                <c:pt idx="604">
                  <c:v>0.604</c:v>
                </c:pt>
                <c:pt idx="605">
                  <c:v>0.605</c:v>
                </c:pt>
                <c:pt idx="606">
                  <c:v>0.606</c:v>
                </c:pt>
                <c:pt idx="607">
                  <c:v>0.607</c:v>
                </c:pt>
                <c:pt idx="608">
                  <c:v>0.608</c:v>
                </c:pt>
                <c:pt idx="609">
                  <c:v>0.609</c:v>
                </c:pt>
                <c:pt idx="610">
                  <c:v>0.61</c:v>
                </c:pt>
                <c:pt idx="611">
                  <c:v>0.611</c:v>
                </c:pt>
                <c:pt idx="612">
                  <c:v>0.612</c:v>
                </c:pt>
                <c:pt idx="613">
                  <c:v>0.613</c:v>
                </c:pt>
                <c:pt idx="614">
                  <c:v>0.614</c:v>
                </c:pt>
                <c:pt idx="615">
                  <c:v>0.615</c:v>
                </c:pt>
                <c:pt idx="616">
                  <c:v>0.616</c:v>
                </c:pt>
                <c:pt idx="617">
                  <c:v>0.617</c:v>
                </c:pt>
                <c:pt idx="618">
                  <c:v>0.618</c:v>
                </c:pt>
                <c:pt idx="619">
                  <c:v>0.619</c:v>
                </c:pt>
                <c:pt idx="620">
                  <c:v>0.62</c:v>
                </c:pt>
                <c:pt idx="621">
                  <c:v>0.621</c:v>
                </c:pt>
                <c:pt idx="622">
                  <c:v>0.622</c:v>
                </c:pt>
                <c:pt idx="623">
                  <c:v>0.623</c:v>
                </c:pt>
                <c:pt idx="624">
                  <c:v>0.624</c:v>
                </c:pt>
                <c:pt idx="625">
                  <c:v>0.625</c:v>
                </c:pt>
                <c:pt idx="626">
                  <c:v>0.626</c:v>
                </c:pt>
                <c:pt idx="627">
                  <c:v>0.627</c:v>
                </c:pt>
                <c:pt idx="628">
                  <c:v>0.628</c:v>
                </c:pt>
                <c:pt idx="629">
                  <c:v>0.629</c:v>
                </c:pt>
                <c:pt idx="630">
                  <c:v>0.63</c:v>
                </c:pt>
                <c:pt idx="631">
                  <c:v>0.631</c:v>
                </c:pt>
                <c:pt idx="632">
                  <c:v>0.632</c:v>
                </c:pt>
                <c:pt idx="633">
                  <c:v>0.633</c:v>
                </c:pt>
                <c:pt idx="634">
                  <c:v>0.634</c:v>
                </c:pt>
                <c:pt idx="635">
                  <c:v>0.635</c:v>
                </c:pt>
                <c:pt idx="636">
                  <c:v>0.636</c:v>
                </c:pt>
                <c:pt idx="637">
                  <c:v>0.637</c:v>
                </c:pt>
                <c:pt idx="638">
                  <c:v>0.638</c:v>
                </c:pt>
                <c:pt idx="639">
                  <c:v>0.639</c:v>
                </c:pt>
                <c:pt idx="640">
                  <c:v>0.64</c:v>
                </c:pt>
                <c:pt idx="641">
                  <c:v>0.641</c:v>
                </c:pt>
                <c:pt idx="642">
                  <c:v>0.642</c:v>
                </c:pt>
                <c:pt idx="643">
                  <c:v>0.643</c:v>
                </c:pt>
                <c:pt idx="644">
                  <c:v>0.644</c:v>
                </c:pt>
                <c:pt idx="645">
                  <c:v>0.645</c:v>
                </c:pt>
                <c:pt idx="646">
                  <c:v>0.646</c:v>
                </c:pt>
                <c:pt idx="647">
                  <c:v>0.647</c:v>
                </c:pt>
                <c:pt idx="648">
                  <c:v>0.648</c:v>
                </c:pt>
                <c:pt idx="649">
                  <c:v>0.649</c:v>
                </c:pt>
                <c:pt idx="650">
                  <c:v>0.65</c:v>
                </c:pt>
                <c:pt idx="651">
                  <c:v>0.651</c:v>
                </c:pt>
                <c:pt idx="652">
                  <c:v>0.652</c:v>
                </c:pt>
                <c:pt idx="653">
                  <c:v>0.653</c:v>
                </c:pt>
                <c:pt idx="654">
                  <c:v>0.654</c:v>
                </c:pt>
                <c:pt idx="655">
                  <c:v>0.655</c:v>
                </c:pt>
                <c:pt idx="656">
                  <c:v>0.656</c:v>
                </c:pt>
                <c:pt idx="657">
                  <c:v>0.657</c:v>
                </c:pt>
                <c:pt idx="658">
                  <c:v>0.658</c:v>
                </c:pt>
                <c:pt idx="659">
                  <c:v>0.659</c:v>
                </c:pt>
                <c:pt idx="660">
                  <c:v>0.66</c:v>
                </c:pt>
                <c:pt idx="661">
                  <c:v>0.661</c:v>
                </c:pt>
                <c:pt idx="662">
                  <c:v>0.662</c:v>
                </c:pt>
                <c:pt idx="663">
                  <c:v>0.663</c:v>
                </c:pt>
                <c:pt idx="664">
                  <c:v>0.664</c:v>
                </c:pt>
                <c:pt idx="665">
                  <c:v>0.665</c:v>
                </c:pt>
                <c:pt idx="666">
                  <c:v>0.666</c:v>
                </c:pt>
                <c:pt idx="667">
                  <c:v>0.667</c:v>
                </c:pt>
                <c:pt idx="668">
                  <c:v>0.668</c:v>
                </c:pt>
                <c:pt idx="669">
                  <c:v>0.669</c:v>
                </c:pt>
                <c:pt idx="670">
                  <c:v>0.67</c:v>
                </c:pt>
                <c:pt idx="671">
                  <c:v>0.671</c:v>
                </c:pt>
                <c:pt idx="672">
                  <c:v>0.672</c:v>
                </c:pt>
                <c:pt idx="673">
                  <c:v>0.673</c:v>
                </c:pt>
                <c:pt idx="674">
                  <c:v>0.674</c:v>
                </c:pt>
                <c:pt idx="675">
                  <c:v>0.675</c:v>
                </c:pt>
                <c:pt idx="676">
                  <c:v>0.676</c:v>
                </c:pt>
                <c:pt idx="677">
                  <c:v>0.677</c:v>
                </c:pt>
                <c:pt idx="678">
                  <c:v>0.678</c:v>
                </c:pt>
                <c:pt idx="679">
                  <c:v>0.679</c:v>
                </c:pt>
                <c:pt idx="680">
                  <c:v>0.68</c:v>
                </c:pt>
                <c:pt idx="681">
                  <c:v>0.681</c:v>
                </c:pt>
                <c:pt idx="682">
                  <c:v>0.682</c:v>
                </c:pt>
                <c:pt idx="683">
                  <c:v>0.683</c:v>
                </c:pt>
                <c:pt idx="684">
                  <c:v>0.684</c:v>
                </c:pt>
                <c:pt idx="685">
                  <c:v>0.685</c:v>
                </c:pt>
                <c:pt idx="686">
                  <c:v>0.686</c:v>
                </c:pt>
                <c:pt idx="687">
                  <c:v>0.687</c:v>
                </c:pt>
                <c:pt idx="688">
                  <c:v>0.688</c:v>
                </c:pt>
                <c:pt idx="689">
                  <c:v>0.689</c:v>
                </c:pt>
                <c:pt idx="690">
                  <c:v>0.69</c:v>
                </c:pt>
                <c:pt idx="691">
                  <c:v>0.691</c:v>
                </c:pt>
                <c:pt idx="692">
                  <c:v>0.692</c:v>
                </c:pt>
                <c:pt idx="693">
                  <c:v>0.693</c:v>
                </c:pt>
                <c:pt idx="694">
                  <c:v>0.694</c:v>
                </c:pt>
                <c:pt idx="695">
                  <c:v>0.695</c:v>
                </c:pt>
                <c:pt idx="696">
                  <c:v>0.696</c:v>
                </c:pt>
                <c:pt idx="697">
                  <c:v>0.697</c:v>
                </c:pt>
                <c:pt idx="698">
                  <c:v>0.698</c:v>
                </c:pt>
                <c:pt idx="699">
                  <c:v>0.699</c:v>
                </c:pt>
                <c:pt idx="700">
                  <c:v>0.7</c:v>
                </c:pt>
                <c:pt idx="701">
                  <c:v>0.701</c:v>
                </c:pt>
                <c:pt idx="702">
                  <c:v>0.702</c:v>
                </c:pt>
                <c:pt idx="703">
                  <c:v>0.703</c:v>
                </c:pt>
                <c:pt idx="704">
                  <c:v>0.704</c:v>
                </c:pt>
                <c:pt idx="705">
                  <c:v>0.705</c:v>
                </c:pt>
                <c:pt idx="706">
                  <c:v>0.706</c:v>
                </c:pt>
                <c:pt idx="707">
                  <c:v>0.707</c:v>
                </c:pt>
                <c:pt idx="708">
                  <c:v>0.708</c:v>
                </c:pt>
                <c:pt idx="709">
                  <c:v>0.709</c:v>
                </c:pt>
                <c:pt idx="710">
                  <c:v>0.71</c:v>
                </c:pt>
                <c:pt idx="711">
                  <c:v>0.711</c:v>
                </c:pt>
                <c:pt idx="712">
                  <c:v>0.712</c:v>
                </c:pt>
                <c:pt idx="713">
                  <c:v>0.713</c:v>
                </c:pt>
                <c:pt idx="714">
                  <c:v>0.714</c:v>
                </c:pt>
                <c:pt idx="715">
                  <c:v>0.715</c:v>
                </c:pt>
                <c:pt idx="716">
                  <c:v>0.716</c:v>
                </c:pt>
                <c:pt idx="717">
                  <c:v>0.717</c:v>
                </c:pt>
                <c:pt idx="718">
                  <c:v>0.718</c:v>
                </c:pt>
                <c:pt idx="719">
                  <c:v>0.719</c:v>
                </c:pt>
                <c:pt idx="720">
                  <c:v>0.72</c:v>
                </c:pt>
                <c:pt idx="721">
                  <c:v>0.721</c:v>
                </c:pt>
                <c:pt idx="722">
                  <c:v>0.722</c:v>
                </c:pt>
                <c:pt idx="723">
                  <c:v>0.723</c:v>
                </c:pt>
                <c:pt idx="724">
                  <c:v>0.724</c:v>
                </c:pt>
                <c:pt idx="725">
                  <c:v>0.725</c:v>
                </c:pt>
                <c:pt idx="726">
                  <c:v>0.726</c:v>
                </c:pt>
                <c:pt idx="727">
                  <c:v>0.727</c:v>
                </c:pt>
                <c:pt idx="728">
                  <c:v>0.728</c:v>
                </c:pt>
                <c:pt idx="729">
                  <c:v>0.729</c:v>
                </c:pt>
                <c:pt idx="730">
                  <c:v>0.73</c:v>
                </c:pt>
                <c:pt idx="731">
                  <c:v>0.731</c:v>
                </c:pt>
                <c:pt idx="732">
                  <c:v>0.732</c:v>
                </c:pt>
                <c:pt idx="733">
                  <c:v>0.733</c:v>
                </c:pt>
                <c:pt idx="734">
                  <c:v>0.734</c:v>
                </c:pt>
                <c:pt idx="735">
                  <c:v>0.735</c:v>
                </c:pt>
                <c:pt idx="736">
                  <c:v>0.736</c:v>
                </c:pt>
                <c:pt idx="737">
                  <c:v>0.737</c:v>
                </c:pt>
                <c:pt idx="738">
                  <c:v>0.738</c:v>
                </c:pt>
                <c:pt idx="739">
                  <c:v>0.739</c:v>
                </c:pt>
                <c:pt idx="740">
                  <c:v>0.74</c:v>
                </c:pt>
                <c:pt idx="741">
                  <c:v>0.741</c:v>
                </c:pt>
                <c:pt idx="742">
                  <c:v>0.742</c:v>
                </c:pt>
                <c:pt idx="743">
                  <c:v>0.743</c:v>
                </c:pt>
                <c:pt idx="744">
                  <c:v>0.744</c:v>
                </c:pt>
                <c:pt idx="745">
                  <c:v>0.745</c:v>
                </c:pt>
                <c:pt idx="746">
                  <c:v>0.746</c:v>
                </c:pt>
                <c:pt idx="747">
                  <c:v>0.747</c:v>
                </c:pt>
                <c:pt idx="748">
                  <c:v>0.748</c:v>
                </c:pt>
                <c:pt idx="749">
                  <c:v>0.749</c:v>
                </c:pt>
                <c:pt idx="750">
                  <c:v>0.75</c:v>
                </c:pt>
                <c:pt idx="751">
                  <c:v>0.751</c:v>
                </c:pt>
                <c:pt idx="752">
                  <c:v>0.752</c:v>
                </c:pt>
                <c:pt idx="753">
                  <c:v>0.753</c:v>
                </c:pt>
                <c:pt idx="754">
                  <c:v>0.754</c:v>
                </c:pt>
                <c:pt idx="755">
                  <c:v>0.755</c:v>
                </c:pt>
                <c:pt idx="756">
                  <c:v>0.756</c:v>
                </c:pt>
                <c:pt idx="757">
                  <c:v>0.757</c:v>
                </c:pt>
                <c:pt idx="758">
                  <c:v>0.758</c:v>
                </c:pt>
                <c:pt idx="759">
                  <c:v>0.759</c:v>
                </c:pt>
                <c:pt idx="760">
                  <c:v>0.76</c:v>
                </c:pt>
                <c:pt idx="761">
                  <c:v>0.761</c:v>
                </c:pt>
                <c:pt idx="762">
                  <c:v>0.762</c:v>
                </c:pt>
                <c:pt idx="763">
                  <c:v>0.763</c:v>
                </c:pt>
                <c:pt idx="764">
                  <c:v>0.764</c:v>
                </c:pt>
                <c:pt idx="765">
                  <c:v>0.765</c:v>
                </c:pt>
                <c:pt idx="766">
                  <c:v>0.766</c:v>
                </c:pt>
                <c:pt idx="767">
                  <c:v>0.767</c:v>
                </c:pt>
                <c:pt idx="768">
                  <c:v>0.768</c:v>
                </c:pt>
                <c:pt idx="769">
                  <c:v>0.769</c:v>
                </c:pt>
                <c:pt idx="770">
                  <c:v>0.77</c:v>
                </c:pt>
                <c:pt idx="771">
                  <c:v>0.771</c:v>
                </c:pt>
                <c:pt idx="772">
                  <c:v>0.772</c:v>
                </c:pt>
                <c:pt idx="773">
                  <c:v>0.773</c:v>
                </c:pt>
                <c:pt idx="774">
                  <c:v>0.774</c:v>
                </c:pt>
                <c:pt idx="775">
                  <c:v>0.775</c:v>
                </c:pt>
                <c:pt idx="776">
                  <c:v>0.776</c:v>
                </c:pt>
                <c:pt idx="777">
                  <c:v>0.777</c:v>
                </c:pt>
                <c:pt idx="778">
                  <c:v>0.778</c:v>
                </c:pt>
                <c:pt idx="779">
                  <c:v>0.779</c:v>
                </c:pt>
                <c:pt idx="780">
                  <c:v>0.78</c:v>
                </c:pt>
                <c:pt idx="781">
                  <c:v>0.781</c:v>
                </c:pt>
                <c:pt idx="782">
                  <c:v>0.782</c:v>
                </c:pt>
                <c:pt idx="783">
                  <c:v>0.783</c:v>
                </c:pt>
                <c:pt idx="784">
                  <c:v>0.784</c:v>
                </c:pt>
                <c:pt idx="785">
                  <c:v>0.785</c:v>
                </c:pt>
                <c:pt idx="786">
                  <c:v>0.786</c:v>
                </c:pt>
                <c:pt idx="787">
                  <c:v>0.787</c:v>
                </c:pt>
                <c:pt idx="788">
                  <c:v>0.788</c:v>
                </c:pt>
                <c:pt idx="789">
                  <c:v>0.789</c:v>
                </c:pt>
                <c:pt idx="790">
                  <c:v>0.79</c:v>
                </c:pt>
                <c:pt idx="791">
                  <c:v>0.791</c:v>
                </c:pt>
                <c:pt idx="792">
                  <c:v>0.792</c:v>
                </c:pt>
                <c:pt idx="793">
                  <c:v>0.793</c:v>
                </c:pt>
                <c:pt idx="794">
                  <c:v>0.794</c:v>
                </c:pt>
                <c:pt idx="795">
                  <c:v>0.795</c:v>
                </c:pt>
                <c:pt idx="796">
                  <c:v>0.796</c:v>
                </c:pt>
                <c:pt idx="797">
                  <c:v>0.797</c:v>
                </c:pt>
                <c:pt idx="798">
                  <c:v>0.798</c:v>
                </c:pt>
                <c:pt idx="799">
                  <c:v>0.799</c:v>
                </c:pt>
                <c:pt idx="800">
                  <c:v>0.8</c:v>
                </c:pt>
                <c:pt idx="801">
                  <c:v>0.801</c:v>
                </c:pt>
                <c:pt idx="802">
                  <c:v>0.802</c:v>
                </c:pt>
                <c:pt idx="803">
                  <c:v>0.803</c:v>
                </c:pt>
                <c:pt idx="804">
                  <c:v>0.804</c:v>
                </c:pt>
                <c:pt idx="805">
                  <c:v>0.805</c:v>
                </c:pt>
                <c:pt idx="806">
                  <c:v>0.806</c:v>
                </c:pt>
                <c:pt idx="807">
                  <c:v>0.807</c:v>
                </c:pt>
                <c:pt idx="808">
                  <c:v>0.808</c:v>
                </c:pt>
                <c:pt idx="809">
                  <c:v>0.809</c:v>
                </c:pt>
                <c:pt idx="810">
                  <c:v>0.81</c:v>
                </c:pt>
                <c:pt idx="811">
                  <c:v>0.811</c:v>
                </c:pt>
                <c:pt idx="812">
                  <c:v>0.812</c:v>
                </c:pt>
                <c:pt idx="813">
                  <c:v>0.813</c:v>
                </c:pt>
                <c:pt idx="814">
                  <c:v>0.814</c:v>
                </c:pt>
                <c:pt idx="815">
                  <c:v>0.815</c:v>
                </c:pt>
                <c:pt idx="816">
                  <c:v>0.816</c:v>
                </c:pt>
                <c:pt idx="817">
                  <c:v>0.817</c:v>
                </c:pt>
                <c:pt idx="818">
                  <c:v>0.818</c:v>
                </c:pt>
                <c:pt idx="819">
                  <c:v>0.819</c:v>
                </c:pt>
                <c:pt idx="820">
                  <c:v>0.82</c:v>
                </c:pt>
                <c:pt idx="821">
                  <c:v>0.821</c:v>
                </c:pt>
                <c:pt idx="822">
                  <c:v>0.822</c:v>
                </c:pt>
                <c:pt idx="823">
                  <c:v>0.823</c:v>
                </c:pt>
                <c:pt idx="824">
                  <c:v>0.824</c:v>
                </c:pt>
                <c:pt idx="825">
                  <c:v>0.825</c:v>
                </c:pt>
                <c:pt idx="826">
                  <c:v>0.826</c:v>
                </c:pt>
                <c:pt idx="827">
                  <c:v>0.827</c:v>
                </c:pt>
                <c:pt idx="828">
                  <c:v>0.828</c:v>
                </c:pt>
                <c:pt idx="829">
                  <c:v>0.829</c:v>
                </c:pt>
                <c:pt idx="830">
                  <c:v>0.83</c:v>
                </c:pt>
                <c:pt idx="831">
                  <c:v>0.831</c:v>
                </c:pt>
                <c:pt idx="832">
                  <c:v>0.832</c:v>
                </c:pt>
                <c:pt idx="833">
                  <c:v>0.833</c:v>
                </c:pt>
                <c:pt idx="834">
                  <c:v>0.834</c:v>
                </c:pt>
                <c:pt idx="835">
                  <c:v>0.835</c:v>
                </c:pt>
                <c:pt idx="836">
                  <c:v>0.836</c:v>
                </c:pt>
                <c:pt idx="837">
                  <c:v>0.837</c:v>
                </c:pt>
                <c:pt idx="838">
                  <c:v>0.838</c:v>
                </c:pt>
                <c:pt idx="839">
                  <c:v>0.839</c:v>
                </c:pt>
                <c:pt idx="840">
                  <c:v>0.84</c:v>
                </c:pt>
                <c:pt idx="841">
                  <c:v>0.841</c:v>
                </c:pt>
                <c:pt idx="842">
                  <c:v>0.842</c:v>
                </c:pt>
                <c:pt idx="843">
                  <c:v>0.843</c:v>
                </c:pt>
                <c:pt idx="844">
                  <c:v>0.844</c:v>
                </c:pt>
                <c:pt idx="845">
                  <c:v>0.845</c:v>
                </c:pt>
                <c:pt idx="846">
                  <c:v>0.846</c:v>
                </c:pt>
                <c:pt idx="847">
                  <c:v>0.847</c:v>
                </c:pt>
                <c:pt idx="848">
                  <c:v>0.848</c:v>
                </c:pt>
                <c:pt idx="849">
                  <c:v>0.849</c:v>
                </c:pt>
                <c:pt idx="850">
                  <c:v>0.85</c:v>
                </c:pt>
                <c:pt idx="851">
                  <c:v>0.851</c:v>
                </c:pt>
                <c:pt idx="852">
                  <c:v>0.852</c:v>
                </c:pt>
                <c:pt idx="853">
                  <c:v>0.853</c:v>
                </c:pt>
                <c:pt idx="854">
                  <c:v>0.854</c:v>
                </c:pt>
                <c:pt idx="855">
                  <c:v>0.855</c:v>
                </c:pt>
                <c:pt idx="856">
                  <c:v>0.856</c:v>
                </c:pt>
                <c:pt idx="857">
                  <c:v>0.857</c:v>
                </c:pt>
                <c:pt idx="858">
                  <c:v>0.858</c:v>
                </c:pt>
                <c:pt idx="859">
                  <c:v>0.859</c:v>
                </c:pt>
                <c:pt idx="860">
                  <c:v>0.86</c:v>
                </c:pt>
                <c:pt idx="861">
                  <c:v>0.861</c:v>
                </c:pt>
                <c:pt idx="862">
                  <c:v>0.862</c:v>
                </c:pt>
                <c:pt idx="863">
                  <c:v>0.863</c:v>
                </c:pt>
                <c:pt idx="864">
                  <c:v>0.864</c:v>
                </c:pt>
                <c:pt idx="865">
                  <c:v>0.865</c:v>
                </c:pt>
                <c:pt idx="866">
                  <c:v>0.866</c:v>
                </c:pt>
                <c:pt idx="867">
                  <c:v>0.867</c:v>
                </c:pt>
                <c:pt idx="868">
                  <c:v>0.868</c:v>
                </c:pt>
                <c:pt idx="869">
                  <c:v>0.869</c:v>
                </c:pt>
                <c:pt idx="870">
                  <c:v>0.87</c:v>
                </c:pt>
                <c:pt idx="871">
                  <c:v>0.871</c:v>
                </c:pt>
                <c:pt idx="872">
                  <c:v>0.872</c:v>
                </c:pt>
                <c:pt idx="873">
                  <c:v>0.873</c:v>
                </c:pt>
                <c:pt idx="874">
                  <c:v>0.874</c:v>
                </c:pt>
                <c:pt idx="875">
                  <c:v>0.875</c:v>
                </c:pt>
                <c:pt idx="876">
                  <c:v>0.876</c:v>
                </c:pt>
                <c:pt idx="877">
                  <c:v>0.877</c:v>
                </c:pt>
                <c:pt idx="878">
                  <c:v>0.878</c:v>
                </c:pt>
                <c:pt idx="879">
                  <c:v>0.879</c:v>
                </c:pt>
                <c:pt idx="880">
                  <c:v>0.88</c:v>
                </c:pt>
                <c:pt idx="881">
                  <c:v>0.881</c:v>
                </c:pt>
                <c:pt idx="882">
                  <c:v>0.882</c:v>
                </c:pt>
                <c:pt idx="883">
                  <c:v>0.883</c:v>
                </c:pt>
                <c:pt idx="884">
                  <c:v>0.884</c:v>
                </c:pt>
                <c:pt idx="885">
                  <c:v>0.885</c:v>
                </c:pt>
                <c:pt idx="886">
                  <c:v>0.886</c:v>
                </c:pt>
                <c:pt idx="887">
                  <c:v>0.887</c:v>
                </c:pt>
                <c:pt idx="888">
                  <c:v>0.888</c:v>
                </c:pt>
                <c:pt idx="889">
                  <c:v>0.889</c:v>
                </c:pt>
                <c:pt idx="890">
                  <c:v>0.89</c:v>
                </c:pt>
                <c:pt idx="891">
                  <c:v>0.891</c:v>
                </c:pt>
                <c:pt idx="892">
                  <c:v>0.892</c:v>
                </c:pt>
                <c:pt idx="893">
                  <c:v>0.893</c:v>
                </c:pt>
                <c:pt idx="894">
                  <c:v>0.894</c:v>
                </c:pt>
                <c:pt idx="895">
                  <c:v>0.895</c:v>
                </c:pt>
                <c:pt idx="896">
                  <c:v>0.896</c:v>
                </c:pt>
                <c:pt idx="897">
                  <c:v>0.897</c:v>
                </c:pt>
                <c:pt idx="898">
                  <c:v>0.898</c:v>
                </c:pt>
                <c:pt idx="899">
                  <c:v>0.899</c:v>
                </c:pt>
                <c:pt idx="900">
                  <c:v>0.9</c:v>
                </c:pt>
                <c:pt idx="901">
                  <c:v>0.901</c:v>
                </c:pt>
                <c:pt idx="902">
                  <c:v>0.902</c:v>
                </c:pt>
                <c:pt idx="903">
                  <c:v>0.903</c:v>
                </c:pt>
                <c:pt idx="904">
                  <c:v>0.904</c:v>
                </c:pt>
                <c:pt idx="905">
                  <c:v>0.905</c:v>
                </c:pt>
                <c:pt idx="906">
                  <c:v>0.906</c:v>
                </c:pt>
                <c:pt idx="907">
                  <c:v>0.907</c:v>
                </c:pt>
                <c:pt idx="908">
                  <c:v>0.908</c:v>
                </c:pt>
                <c:pt idx="909">
                  <c:v>0.909</c:v>
                </c:pt>
                <c:pt idx="910">
                  <c:v>0.91</c:v>
                </c:pt>
                <c:pt idx="911">
                  <c:v>0.911</c:v>
                </c:pt>
                <c:pt idx="912">
                  <c:v>0.912</c:v>
                </c:pt>
                <c:pt idx="913">
                  <c:v>0.913</c:v>
                </c:pt>
                <c:pt idx="914">
                  <c:v>0.914</c:v>
                </c:pt>
                <c:pt idx="915">
                  <c:v>0.915</c:v>
                </c:pt>
                <c:pt idx="916">
                  <c:v>0.916</c:v>
                </c:pt>
                <c:pt idx="917">
                  <c:v>0.917</c:v>
                </c:pt>
                <c:pt idx="918">
                  <c:v>0.918</c:v>
                </c:pt>
                <c:pt idx="919">
                  <c:v>0.919</c:v>
                </c:pt>
                <c:pt idx="920">
                  <c:v>0.92</c:v>
                </c:pt>
                <c:pt idx="921">
                  <c:v>0.921</c:v>
                </c:pt>
                <c:pt idx="922">
                  <c:v>0.922</c:v>
                </c:pt>
                <c:pt idx="923">
                  <c:v>0.923</c:v>
                </c:pt>
                <c:pt idx="924">
                  <c:v>0.924</c:v>
                </c:pt>
                <c:pt idx="925">
                  <c:v>0.925</c:v>
                </c:pt>
                <c:pt idx="926">
                  <c:v>0.926</c:v>
                </c:pt>
                <c:pt idx="927">
                  <c:v>0.927</c:v>
                </c:pt>
                <c:pt idx="928">
                  <c:v>0.928</c:v>
                </c:pt>
                <c:pt idx="929">
                  <c:v>0.929</c:v>
                </c:pt>
                <c:pt idx="930">
                  <c:v>0.93</c:v>
                </c:pt>
                <c:pt idx="931">
                  <c:v>0.931</c:v>
                </c:pt>
                <c:pt idx="932">
                  <c:v>0.932</c:v>
                </c:pt>
                <c:pt idx="933">
                  <c:v>0.933</c:v>
                </c:pt>
                <c:pt idx="934">
                  <c:v>0.934</c:v>
                </c:pt>
                <c:pt idx="935">
                  <c:v>0.935</c:v>
                </c:pt>
                <c:pt idx="936">
                  <c:v>0.936</c:v>
                </c:pt>
                <c:pt idx="937">
                  <c:v>0.937</c:v>
                </c:pt>
                <c:pt idx="938">
                  <c:v>0.938</c:v>
                </c:pt>
                <c:pt idx="939">
                  <c:v>0.939</c:v>
                </c:pt>
                <c:pt idx="940">
                  <c:v>0.94</c:v>
                </c:pt>
                <c:pt idx="941">
                  <c:v>0.941</c:v>
                </c:pt>
                <c:pt idx="942">
                  <c:v>0.942</c:v>
                </c:pt>
                <c:pt idx="943">
                  <c:v>0.943</c:v>
                </c:pt>
                <c:pt idx="944">
                  <c:v>0.944</c:v>
                </c:pt>
                <c:pt idx="945">
                  <c:v>0.945</c:v>
                </c:pt>
                <c:pt idx="946">
                  <c:v>0.946</c:v>
                </c:pt>
                <c:pt idx="947">
                  <c:v>0.947</c:v>
                </c:pt>
                <c:pt idx="948">
                  <c:v>0.948</c:v>
                </c:pt>
                <c:pt idx="949">
                  <c:v>0.949</c:v>
                </c:pt>
                <c:pt idx="950">
                  <c:v>0.95</c:v>
                </c:pt>
                <c:pt idx="951">
                  <c:v>0.951</c:v>
                </c:pt>
                <c:pt idx="952">
                  <c:v>0.952</c:v>
                </c:pt>
                <c:pt idx="953">
                  <c:v>0.953</c:v>
                </c:pt>
                <c:pt idx="954">
                  <c:v>0.954</c:v>
                </c:pt>
                <c:pt idx="955">
                  <c:v>0.955</c:v>
                </c:pt>
                <c:pt idx="956">
                  <c:v>0.956</c:v>
                </c:pt>
                <c:pt idx="957">
                  <c:v>0.957</c:v>
                </c:pt>
                <c:pt idx="958">
                  <c:v>0.958</c:v>
                </c:pt>
                <c:pt idx="959">
                  <c:v>0.959</c:v>
                </c:pt>
                <c:pt idx="960">
                  <c:v>0.96</c:v>
                </c:pt>
                <c:pt idx="961">
                  <c:v>0.961</c:v>
                </c:pt>
                <c:pt idx="962">
                  <c:v>0.962</c:v>
                </c:pt>
                <c:pt idx="963">
                  <c:v>0.963</c:v>
                </c:pt>
                <c:pt idx="964">
                  <c:v>0.964</c:v>
                </c:pt>
                <c:pt idx="965">
                  <c:v>0.965</c:v>
                </c:pt>
                <c:pt idx="966">
                  <c:v>0.966</c:v>
                </c:pt>
                <c:pt idx="967">
                  <c:v>0.967</c:v>
                </c:pt>
                <c:pt idx="968">
                  <c:v>0.968</c:v>
                </c:pt>
                <c:pt idx="969">
                  <c:v>0.969</c:v>
                </c:pt>
                <c:pt idx="970">
                  <c:v>0.97</c:v>
                </c:pt>
                <c:pt idx="971">
                  <c:v>0.971</c:v>
                </c:pt>
                <c:pt idx="972">
                  <c:v>0.972</c:v>
                </c:pt>
                <c:pt idx="973">
                  <c:v>0.973</c:v>
                </c:pt>
                <c:pt idx="974">
                  <c:v>0.974</c:v>
                </c:pt>
                <c:pt idx="975">
                  <c:v>0.975</c:v>
                </c:pt>
                <c:pt idx="976">
                  <c:v>0.976</c:v>
                </c:pt>
                <c:pt idx="977">
                  <c:v>0.977</c:v>
                </c:pt>
                <c:pt idx="978">
                  <c:v>0.978</c:v>
                </c:pt>
                <c:pt idx="979">
                  <c:v>0.979</c:v>
                </c:pt>
                <c:pt idx="980">
                  <c:v>0.98</c:v>
                </c:pt>
                <c:pt idx="981">
                  <c:v>0.981</c:v>
                </c:pt>
                <c:pt idx="982">
                  <c:v>0.982</c:v>
                </c:pt>
                <c:pt idx="983">
                  <c:v>0.983</c:v>
                </c:pt>
                <c:pt idx="984">
                  <c:v>0.984</c:v>
                </c:pt>
                <c:pt idx="985">
                  <c:v>0.985</c:v>
                </c:pt>
                <c:pt idx="986">
                  <c:v>0.986</c:v>
                </c:pt>
                <c:pt idx="987">
                  <c:v>0.987</c:v>
                </c:pt>
                <c:pt idx="988">
                  <c:v>0.988</c:v>
                </c:pt>
                <c:pt idx="989">
                  <c:v>0.989</c:v>
                </c:pt>
                <c:pt idx="990">
                  <c:v>0.99</c:v>
                </c:pt>
                <c:pt idx="991">
                  <c:v>0.991</c:v>
                </c:pt>
                <c:pt idx="992">
                  <c:v>0.992</c:v>
                </c:pt>
                <c:pt idx="993">
                  <c:v>0.993</c:v>
                </c:pt>
                <c:pt idx="994">
                  <c:v>0.994</c:v>
                </c:pt>
                <c:pt idx="995">
                  <c:v>0.995</c:v>
                </c:pt>
                <c:pt idx="996">
                  <c:v>0.996</c:v>
                </c:pt>
                <c:pt idx="997">
                  <c:v>0.997</c:v>
                </c:pt>
                <c:pt idx="998">
                  <c:v>0.998</c:v>
                </c:pt>
                <c:pt idx="999">
                  <c:v>0.999</c:v>
                </c:pt>
                <c:pt idx="1000">
                  <c:v>1</c:v>
                </c:pt>
                <c:pt idx="1001">
                  <c:v>1.001</c:v>
                </c:pt>
                <c:pt idx="1002">
                  <c:v>1.002</c:v>
                </c:pt>
                <c:pt idx="1003">
                  <c:v>1.003</c:v>
                </c:pt>
                <c:pt idx="1004">
                  <c:v>1.004</c:v>
                </c:pt>
                <c:pt idx="1005">
                  <c:v>1.005</c:v>
                </c:pt>
                <c:pt idx="1006">
                  <c:v>1.006</c:v>
                </c:pt>
                <c:pt idx="1007">
                  <c:v>1.007</c:v>
                </c:pt>
                <c:pt idx="1008">
                  <c:v>1.008</c:v>
                </c:pt>
                <c:pt idx="1009">
                  <c:v>1.009</c:v>
                </c:pt>
                <c:pt idx="1010">
                  <c:v>1.01</c:v>
                </c:pt>
                <c:pt idx="1011">
                  <c:v>1.011</c:v>
                </c:pt>
                <c:pt idx="1012">
                  <c:v>1.012</c:v>
                </c:pt>
                <c:pt idx="1013">
                  <c:v>1.013</c:v>
                </c:pt>
                <c:pt idx="1014">
                  <c:v>1.014</c:v>
                </c:pt>
                <c:pt idx="1015">
                  <c:v>1.015</c:v>
                </c:pt>
                <c:pt idx="1016">
                  <c:v>1.016</c:v>
                </c:pt>
                <c:pt idx="1017">
                  <c:v>1.017</c:v>
                </c:pt>
                <c:pt idx="1018">
                  <c:v>1.018</c:v>
                </c:pt>
                <c:pt idx="1019">
                  <c:v>1.019</c:v>
                </c:pt>
                <c:pt idx="1020">
                  <c:v>1.02</c:v>
                </c:pt>
                <c:pt idx="1021">
                  <c:v>1.021</c:v>
                </c:pt>
                <c:pt idx="1022">
                  <c:v>1.022</c:v>
                </c:pt>
                <c:pt idx="1023">
                  <c:v>1.023</c:v>
                </c:pt>
                <c:pt idx="1024">
                  <c:v>1.024</c:v>
                </c:pt>
                <c:pt idx="1025">
                  <c:v>1.025</c:v>
                </c:pt>
                <c:pt idx="1026">
                  <c:v>1.026</c:v>
                </c:pt>
                <c:pt idx="1027">
                  <c:v>1.027</c:v>
                </c:pt>
                <c:pt idx="1028">
                  <c:v>1.028</c:v>
                </c:pt>
                <c:pt idx="1029">
                  <c:v>1.029</c:v>
                </c:pt>
                <c:pt idx="1030">
                  <c:v>1.03</c:v>
                </c:pt>
                <c:pt idx="1031">
                  <c:v>1.031</c:v>
                </c:pt>
                <c:pt idx="1032">
                  <c:v>1.032</c:v>
                </c:pt>
                <c:pt idx="1033">
                  <c:v>1.033</c:v>
                </c:pt>
                <c:pt idx="1034">
                  <c:v>1.034</c:v>
                </c:pt>
                <c:pt idx="1035">
                  <c:v>1.035</c:v>
                </c:pt>
                <c:pt idx="1036">
                  <c:v>1.036</c:v>
                </c:pt>
                <c:pt idx="1037">
                  <c:v>1.037</c:v>
                </c:pt>
                <c:pt idx="1038">
                  <c:v>1.038</c:v>
                </c:pt>
                <c:pt idx="1039">
                  <c:v>1.039</c:v>
                </c:pt>
                <c:pt idx="1040">
                  <c:v>1.04</c:v>
                </c:pt>
                <c:pt idx="1041">
                  <c:v>1.041</c:v>
                </c:pt>
                <c:pt idx="1042">
                  <c:v>1.042</c:v>
                </c:pt>
                <c:pt idx="1043">
                  <c:v>1.043</c:v>
                </c:pt>
                <c:pt idx="1044">
                  <c:v>1.044</c:v>
                </c:pt>
                <c:pt idx="1045">
                  <c:v>1.045</c:v>
                </c:pt>
                <c:pt idx="1046">
                  <c:v>1.046</c:v>
                </c:pt>
                <c:pt idx="1047">
                  <c:v>1.047</c:v>
                </c:pt>
                <c:pt idx="1048">
                  <c:v>1.048</c:v>
                </c:pt>
                <c:pt idx="1049">
                  <c:v>1.049</c:v>
                </c:pt>
                <c:pt idx="1050">
                  <c:v>1.05</c:v>
                </c:pt>
                <c:pt idx="1051">
                  <c:v>1.051</c:v>
                </c:pt>
                <c:pt idx="1052">
                  <c:v>1.052</c:v>
                </c:pt>
                <c:pt idx="1053">
                  <c:v>1.053</c:v>
                </c:pt>
                <c:pt idx="1054">
                  <c:v>1.054</c:v>
                </c:pt>
                <c:pt idx="1055">
                  <c:v>1.055</c:v>
                </c:pt>
                <c:pt idx="1056">
                  <c:v>1.056</c:v>
                </c:pt>
                <c:pt idx="1057">
                  <c:v>1.057</c:v>
                </c:pt>
                <c:pt idx="1058">
                  <c:v>1.058</c:v>
                </c:pt>
                <c:pt idx="1059">
                  <c:v>1.059</c:v>
                </c:pt>
                <c:pt idx="1060">
                  <c:v>1.06</c:v>
                </c:pt>
                <c:pt idx="1061">
                  <c:v>1.061</c:v>
                </c:pt>
                <c:pt idx="1062">
                  <c:v>1.062</c:v>
                </c:pt>
                <c:pt idx="1063">
                  <c:v>1.063</c:v>
                </c:pt>
                <c:pt idx="1064">
                  <c:v>1.064</c:v>
                </c:pt>
                <c:pt idx="1065">
                  <c:v>1.065</c:v>
                </c:pt>
                <c:pt idx="1066">
                  <c:v>1.066</c:v>
                </c:pt>
                <c:pt idx="1067">
                  <c:v>1.067</c:v>
                </c:pt>
                <c:pt idx="1068">
                  <c:v>1.068</c:v>
                </c:pt>
                <c:pt idx="1069">
                  <c:v>1.069</c:v>
                </c:pt>
                <c:pt idx="1070">
                  <c:v>1.07</c:v>
                </c:pt>
                <c:pt idx="1071">
                  <c:v>1.071</c:v>
                </c:pt>
                <c:pt idx="1072">
                  <c:v>1.072</c:v>
                </c:pt>
                <c:pt idx="1073">
                  <c:v>1.073</c:v>
                </c:pt>
                <c:pt idx="1074">
                  <c:v>1.074</c:v>
                </c:pt>
                <c:pt idx="1075">
                  <c:v>1.075</c:v>
                </c:pt>
                <c:pt idx="1076">
                  <c:v>1.076</c:v>
                </c:pt>
                <c:pt idx="1077">
                  <c:v>1.077</c:v>
                </c:pt>
                <c:pt idx="1078">
                  <c:v>1.078</c:v>
                </c:pt>
                <c:pt idx="1079">
                  <c:v>1.079</c:v>
                </c:pt>
                <c:pt idx="1080">
                  <c:v>1.08</c:v>
                </c:pt>
                <c:pt idx="1081">
                  <c:v>1.081</c:v>
                </c:pt>
                <c:pt idx="1082">
                  <c:v>1.082</c:v>
                </c:pt>
                <c:pt idx="1083">
                  <c:v>1.083</c:v>
                </c:pt>
                <c:pt idx="1084">
                  <c:v>1.084</c:v>
                </c:pt>
                <c:pt idx="1085">
                  <c:v>1.085</c:v>
                </c:pt>
                <c:pt idx="1086">
                  <c:v>1.086</c:v>
                </c:pt>
                <c:pt idx="1087">
                  <c:v>1.087</c:v>
                </c:pt>
                <c:pt idx="1088">
                  <c:v>1.088</c:v>
                </c:pt>
                <c:pt idx="1089">
                  <c:v>1.089</c:v>
                </c:pt>
                <c:pt idx="1090">
                  <c:v>1.09</c:v>
                </c:pt>
                <c:pt idx="1091">
                  <c:v>1.091</c:v>
                </c:pt>
                <c:pt idx="1092">
                  <c:v>1.092</c:v>
                </c:pt>
                <c:pt idx="1093">
                  <c:v>1.093</c:v>
                </c:pt>
                <c:pt idx="1094">
                  <c:v>1.094</c:v>
                </c:pt>
                <c:pt idx="1095">
                  <c:v>1.095</c:v>
                </c:pt>
                <c:pt idx="1096">
                  <c:v>1.096</c:v>
                </c:pt>
                <c:pt idx="1097">
                  <c:v>1.097</c:v>
                </c:pt>
                <c:pt idx="1098">
                  <c:v>1.098</c:v>
                </c:pt>
                <c:pt idx="1099">
                  <c:v>1.099</c:v>
                </c:pt>
                <c:pt idx="1100">
                  <c:v>1.1</c:v>
                </c:pt>
                <c:pt idx="1101">
                  <c:v>1.101</c:v>
                </c:pt>
                <c:pt idx="1102">
                  <c:v>1.102</c:v>
                </c:pt>
                <c:pt idx="1103">
                  <c:v>1.103</c:v>
                </c:pt>
                <c:pt idx="1104">
                  <c:v>1.104</c:v>
                </c:pt>
                <c:pt idx="1105">
                  <c:v>1.105</c:v>
                </c:pt>
                <c:pt idx="1106">
                  <c:v>1.106</c:v>
                </c:pt>
                <c:pt idx="1107">
                  <c:v>1.107</c:v>
                </c:pt>
                <c:pt idx="1108">
                  <c:v>1.108</c:v>
                </c:pt>
                <c:pt idx="1109">
                  <c:v>1.109</c:v>
                </c:pt>
                <c:pt idx="1110">
                  <c:v>1.11</c:v>
                </c:pt>
                <c:pt idx="1111">
                  <c:v>1.111</c:v>
                </c:pt>
                <c:pt idx="1112">
                  <c:v>1.112</c:v>
                </c:pt>
                <c:pt idx="1113">
                  <c:v>1.113</c:v>
                </c:pt>
                <c:pt idx="1114">
                  <c:v>1.114</c:v>
                </c:pt>
                <c:pt idx="1115">
                  <c:v>1.115</c:v>
                </c:pt>
                <c:pt idx="1116">
                  <c:v>1.116</c:v>
                </c:pt>
                <c:pt idx="1117">
                  <c:v>1.117</c:v>
                </c:pt>
                <c:pt idx="1118">
                  <c:v>1.118</c:v>
                </c:pt>
                <c:pt idx="1119">
                  <c:v>1.119</c:v>
                </c:pt>
                <c:pt idx="1120">
                  <c:v>1.12</c:v>
                </c:pt>
                <c:pt idx="1121">
                  <c:v>1.121</c:v>
                </c:pt>
                <c:pt idx="1122">
                  <c:v>1.122</c:v>
                </c:pt>
                <c:pt idx="1123">
                  <c:v>1.123</c:v>
                </c:pt>
                <c:pt idx="1124">
                  <c:v>1.124</c:v>
                </c:pt>
                <c:pt idx="1125">
                  <c:v>1.125</c:v>
                </c:pt>
                <c:pt idx="1126">
                  <c:v>1.126</c:v>
                </c:pt>
                <c:pt idx="1127">
                  <c:v>1.127</c:v>
                </c:pt>
                <c:pt idx="1128">
                  <c:v>1.128</c:v>
                </c:pt>
                <c:pt idx="1129">
                  <c:v>1.129</c:v>
                </c:pt>
                <c:pt idx="1130">
                  <c:v>1.13</c:v>
                </c:pt>
                <c:pt idx="1131">
                  <c:v>1.131</c:v>
                </c:pt>
                <c:pt idx="1132">
                  <c:v>1.132</c:v>
                </c:pt>
                <c:pt idx="1133">
                  <c:v>1.133</c:v>
                </c:pt>
                <c:pt idx="1134">
                  <c:v>1.134</c:v>
                </c:pt>
                <c:pt idx="1135">
                  <c:v>1.135</c:v>
                </c:pt>
                <c:pt idx="1136">
                  <c:v>1.136</c:v>
                </c:pt>
                <c:pt idx="1137">
                  <c:v>1.137</c:v>
                </c:pt>
                <c:pt idx="1138">
                  <c:v>1.138</c:v>
                </c:pt>
                <c:pt idx="1139">
                  <c:v>1.139</c:v>
                </c:pt>
                <c:pt idx="1140">
                  <c:v>1.14</c:v>
                </c:pt>
                <c:pt idx="1141">
                  <c:v>1.141</c:v>
                </c:pt>
                <c:pt idx="1142">
                  <c:v>1.142</c:v>
                </c:pt>
                <c:pt idx="1143">
                  <c:v>1.143</c:v>
                </c:pt>
                <c:pt idx="1144">
                  <c:v>1.144</c:v>
                </c:pt>
                <c:pt idx="1145">
                  <c:v>1.145</c:v>
                </c:pt>
                <c:pt idx="1146">
                  <c:v>1.146</c:v>
                </c:pt>
                <c:pt idx="1147">
                  <c:v>1.147</c:v>
                </c:pt>
                <c:pt idx="1148">
                  <c:v>1.148</c:v>
                </c:pt>
                <c:pt idx="1149">
                  <c:v>1.149</c:v>
                </c:pt>
                <c:pt idx="1150">
                  <c:v>1.15</c:v>
                </c:pt>
                <c:pt idx="1151">
                  <c:v>1.151</c:v>
                </c:pt>
                <c:pt idx="1152">
                  <c:v>1.152</c:v>
                </c:pt>
                <c:pt idx="1153">
                  <c:v>1.153</c:v>
                </c:pt>
                <c:pt idx="1154">
                  <c:v>1.154</c:v>
                </c:pt>
                <c:pt idx="1155">
                  <c:v>1.155</c:v>
                </c:pt>
                <c:pt idx="1156">
                  <c:v>1.156</c:v>
                </c:pt>
                <c:pt idx="1157">
                  <c:v>1.157</c:v>
                </c:pt>
                <c:pt idx="1158">
                  <c:v>1.158</c:v>
                </c:pt>
                <c:pt idx="1159">
                  <c:v>1.159</c:v>
                </c:pt>
                <c:pt idx="1160">
                  <c:v>1.16</c:v>
                </c:pt>
                <c:pt idx="1161">
                  <c:v>1.161</c:v>
                </c:pt>
                <c:pt idx="1162">
                  <c:v>1.162</c:v>
                </c:pt>
                <c:pt idx="1163">
                  <c:v>1.163</c:v>
                </c:pt>
                <c:pt idx="1164">
                  <c:v>1.164</c:v>
                </c:pt>
                <c:pt idx="1165">
                  <c:v>1.165</c:v>
                </c:pt>
                <c:pt idx="1166">
                  <c:v>1.166</c:v>
                </c:pt>
                <c:pt idx="1167">
                  <c:v>1.167</c:v>
                </c:pt>
                <c:pt idx="1168">
                  <c:v>1.168</c:v>
                </c:pt>
                <c:pt idx="1169">
                  <c:v>1.169</c:v>
                </c:pt>
                <c:pt idx="1170">
                  <c:v>1.17</c:v>
                </c:pt>
                <c:pt idx="1171">
                  <c:v>1.171</c:v>
                </c:pt>
                <c:pt idx="1172">
                  <c:v>1.172</c:v>
                </c:pt>
                <c:pt idx="1173">
                  <c:v>1.173</c:v>
                </c:pt>
                <c:pt idx="1174">
                  <c:v>1.174</c:v>
                </c:pt>
                <c:pt idx="1175">
                  <c:v>1.175</c:v>
                </c:pt>
                <c:pt idx="1176">
                  <c:v>1.176</c:v>
                </c:pt>
                <c:pt idx="1177">
                  <c:v>1.177</c:v>
                </c:pt>
                <c:pt idx="1178">
                  <c:v>1.178</c:v>
                </c:pt>
                <c:pt idx="1179">
                  <c:v>1.179</c:v>
                </c:pt>
                <c:pt idx="1180">
                  <c:v>1.18</c:v>
                </c:pt>
                <c:pt idx="1181">
                  <c:v>1.181</c:v>
                </c:pt>
                <c:pt idx="1182">
                  <c:v>1.182</c:v>
                </c:pt>
                <c:pt idx="1183">
                  <c:v>1.183</c:v>
                </c:pt>
                <c:pt idx="1184">
                  <c:v>1.184</c:v>
                </c:pt>
                <c:pt idx="1185">
                  <c:v>1.185</c:v>
                </c:pt>
                <c:pt idx="1186">
                  <c:v>1.186</c:v>
                </c:pt>
                <c:pt idx="1187">
                  <c:v>1.187</c:v>
                </c:pt>
                <c:pt idx="1188">
                  <c:v>1.188</c:v>
                </c:pt>
                <c:pt idx="1189">
                  <c:v>1.189</c:v>
                </c:pt>
                <c:pt idx="1190">
                  <c:v>1.19</c:v>
                </c:pt>
                <c:pt idx="1191">
                  <c:v>1.191</c:v>
                </c:pt>
                <c:pt idx="1192">
                  <c:v>1.192</c:v>
                </c:pt>
                <c:pt idx="1193">
                  <c:v>1.193</c:v>
                </c:pt>
                <c:pt idx="1194">
                  <c:v>1.194</c:v>
                </c:pt>
                <c:pt idx="1195">
                  <c:v>1.195</c:v>
                </c:pt>
                <c:pt idx="1196">
                  <c:v>1.196</c:v>
                </c:pt>
                <c:pt idx="1197">
                  <c:v>1.197</c:v>
                </c:pt>
                <c:pt idx="1198">
                  <c:v>1.198</c:v>
                </c:pt>
                <c:pt idx="1199">
                  <c:v>1.199</c:v>
                </c:pt>
                <c:pt idx="1200">
                  <c:v>1.2</c:v>
                </c:pt>
                <c:pt idx="1201">
                  <c:v>1.201</c:v>
                </c:pt>
                <c:pt idx="1202">
                  <c:v>1.202</c:v>
                </c:pt>
                <c:pt idx="1203">
                  <c:v>1.203</c:v>
                </c:pt>
                <c:pt idx="1204">
                  <c:v>1.204</c:v>
                </c:pt>
                <c:pt idx="1205">
                  <c:v>1.205</c:v>
                </c:pt>
                <c:pt idx="1206">
                  <c:v>1.206</c:v>
                </c:pt>
                <c:pt idx="1207">
                  <c:v>1.207</c:v>
                </c:pt>
                <c:pt idx="1208">
                  <c:v>1.208</c:v>
                </c:pt>
                <c:pt idx="1209">
                  <c:v>1.209</c:v>
                </c:pt>
                <c:pt idx="1210">
                  <c:v>1.21</c:v>
                </c:pt>
                <c:pt idx="1211">
                  <c:v>1.211</c:v>
                </c:pt>
                <c:pt idx="1212">
                  <c:v>1.212</c:v>
                </c:pt>
                <c:pt idx="1213">
                  <c:v>1.213</c:v>
                </c:pt>
                <c:pt idx="1214">
                  <c:v>1.214</c:v>
                </c:pt>
                <c:pt idx="1215">
                  <c:v>1.215</c:v>
                </c:pt>
                <c:pt idx="1216">
                  <c:v>1.216</c:v>
                </c:pt>
                <c:pt idx="1217">
                  <c:v>1.217</c:v>
                </c:pt>
                <c:pt idx="1218">
                  <c:v>1.218</c:v>
                </c:pt>
                <c:pt idx="1219">
                  <c:v>1.219</c:v>
                </c:pt>
                <c:pt idx="1220">
                  <c:v>1.22</c:v>
                </c:pt>
                <c:pt idx="1221">
                  <c:v>1.221</c:v>
                </c:pt>
                <c:pt idx="1222">
                  <c:v>1.222</c:v>
                </c:pt>
                <c:pt idx="1223">
                  <c:v>1.223</c:v>
                </c:pt>
                <c:pt idx="1224">
                  <c:v>1.224</c:v>
                </c:pt>
                <c:pt idx="1225">
                  <c:v>1.225</c:v>
                </c:pt>
                <c:pt idx="1226">
                  <c:v>1.226</c:v>
                </c:pt>
                <c:pt idx="1227">
                  <c:v>1.227</c:v>
                </c:pt>
                <c:pt idx="1228">
                  <c:v>1.228</c:v>
                </c:pt>
                <c:pt idx="1229">
                  <c:v>1.229</c:v>
                </c:pt>
                <c:pt idx="1230">
                  <c:v>1.23</c:v>
                </c:pt>
                <c:pt idx="1231">
                  <c:v>1.231</c:v>
                </c:pt>
                <c:pt idx="1232">
                  <c:v>1.232</c:v>
                </c:pt>
                <c:pt idx="1233">
                  <c:v>1.233</c:v>
                </c:pt>
                <c:pt idx="1234">
                  <c:v>1.234</c:v>
                </c:pt>
                <c:pt idx="1235">
                  <c:v>1.235</c:v>
                </c:pt>
                <c:pt idx="1236">
                  <c:v>1.236</c:v>
                </c:pt>
                <c:pt idx="1237">
                  <c:v>1.237</c:v>
                </c:pt>
                <c:pt idx="1238">
                  <c:v>1.238</c:v>
                </c:pt>
                <c:pt idx="1239">
                  <c:v>1.239</c:v>
                </c:pt>
                <c:pt idx="1240">
                  <c:v>1.24</c:v>
                </c:pt>
                <c:pt idx="1241">
                  <c:v>1.241</c:v>
                </c:pt>
                <c:pt idx="1242">
                  <c:v>1.242</c:v>
                </c:pt>
                <c:pt idx="1243">
                  <c:v>1.243</c:v>
                </c:pt>
                <c:pt idx="1244">
                  <c:v>1.244</c:v>
                </c:pt>
                <c:pt idx="1245">
                  <c:v>1.245</c:v>
                </c:pt>
                <c:pt idx="1246">
                  <c:v>1.246</c:v>
                </c:pt>
                <c:pt idx="1247">
                  <c:v>1.247</c:v>
                </c:pt>
                <c:pt idx="1248">
                  <c:v>1.248</c:v>
                </c:pt>
                <c:pt idx="1249">
                  <c:v>1.249</c:v>
                </c:pt>
                <c:pt idx="1250">
                  <c:v>1.25</c:v>
                </c:pt>
                <c:pt idx="1251">
                  <c:v>1.251</c:v>
                </c:pt>
                <c:pt idx="1252">
                  <c:v>1.252</c:v>
                </c:pt>
                <c:pt idx="1253">
                  <c:v>1.253</c:v>
                </c:pt>
                <c:pt idx="1254">
                  <c:v>1.254</c:v>
                </c:pt>
                <c:pt idx="1255">
                  <c:v>1.255</c:v>
                </c:pt>
                <c:pt idx="1256">
                  <c:v>1.256</c:v>
                </c:pt>
                <c:pt idx="1257">
                  <c:v>1.257</c:v>
                </c:pt>
                <c:pt idx="1258">
                  <c:v>1.258</c:v>
                </c:pt>
                <c:pt idx="1259">
                  <c:v>1.259</c:v>
                </c:pt>
                <c:pt idx="1260">
                  <c:v>1.26</c:v>
                </c:pt>
                <c:pt idx="1261">
                  <c:v>1.261</c:v>
                </c:pt>
                <c:pt idx="1262">
                  <c:v>1.262</c:v>
                </c:pt>
                <c:pt idx="1263">
                  <c:v>1.263</c:v>
                </c:pt>
                <c:pt idx="1264">
                  <c:v>1.264</c:v>
                </c:pt>
                <c:pt idx="1265">
                  <c:v>1.265</c:v>
                </c:pt>
                <c:pt idx="1266">
                  <c:v>1.266</c:v>
                </c:pt>
                <c:pt idx="1267">
                  <c:v>1.267</c:v>
                </c:pt>
                <c:pt idx="1268">
                  <c:v>1.268</c:v>
                </c:pt>
                <c:pt idx="1269">
                  <c:v>1.269</c:v>
                </c:pt>
                <c:pt idx="1270">
                  <c:v>1.27</c:v>
                </c:pt>
                <c:pt idx="1271">
                  <c:v>1.271</c:v>
                </c:pt>
                <c:pt idx="1272">
                  <c:v>1.272</c:v>
                </c:pt>
                <c:pt idx="1273">
                  <c:v>1.273</c:v>
                </c:pt>
                <c:pt idx="1274">
                  <c:v>1.274</c:v>
                </c:pt>
                <c:pt idx="1275">
                  <c:v>1.275</c:v>
                </c:pt>
                <c:pt idx="1276">
                  <c:v>1.276</c:v>
                </c:pt>
                <c:pt idx="1277">
                  <c:v>1.277</c:v>
                </c:pt>
                <c:pt idx="1278">
                  <c:v>1.278</c:v>
                </c:pt>
                <c:pt idx="1279">
                  <c:v>1.279</c:v>
                </c:pt>
                <c:pt idx="1280">
                  <c:v>1.28</c:v>
                </c:pt>
                <c:pt idx="1281">
                  <c:v>1.281</c:v>
                </c:pt>
                <c:pt idx="1282">
                  <c:v>1.282</c:v>
                </c:pt>
                <c:pt idx="1283">
                  <c:v>1.283</c:v>
                </c:pt>
                <c:pt idx="1284">
                  <c:v>1.284</c:v>
                </c:pt>
                <c:pt idx="1285">
                  <c:v>1.285</c:v>
                </c:pt>
                <c:pt idx="1286">
                  <c:v>1.286</c:v>
                </c:pt>
                <c:pt idx="1287">
                  <c:v>1.287</c:v>
                </c:pt>
                <c:pt idx="1288">
                  <c:v>1.288</c:v>
                </c:pt>
                <c:pt idx="1289">
                  <c:v>1.289</c:v>
                </c:pt>
                <c:pt idx="1290">
                  <c:v>1.29</c:v>
                </c:pt>
                <c:pt idx="1291">
                  <c:v>1.291</c:v>
                </c:pt>
                <c:pt idx="1292">
                  <c:v>1.292</c:v>
                </c:pt>
                <c:pt idx="1293">
                  <c:v>1.293</c:v>
                </c:pt>
                <c:pt idx="1294">
                  <c:v>1.294</c:v>
                </c:pt>
                <c:pt idx="1295">
                  <c:v>1.295</c:v>
                </c:pt>
                <c:pt idx="1296">
                  <c:v>1.296</c:v>
                </c:pt>
                <c:pt idx="1297">
                  <c:v>1.297</c:v>
                </c:pt>
                <c:pt idx="1298">
                  <c:v>1.298</c:v>
                </c:pt>
                <c:pt idx="1299">
                  <c:v>1.299</c:v>
                </c:pt>
                <c:pt idx="1300">
                  <c:v>1.3</c:v>
                </c:pt>
                <c:pt idx="1301">
                  <c:v>1.301</c:v>
                </c:pt>
                <c:pt idx="1302">
                  <c:v>1.302</c:v>
                </c:pt>
                <c:pt idx="1303">
                  <c:v>1.303</c:v>
                </c:pt>
                <c:pt idx="1304">
                  <c:v>1.304</c:v>
                </c:pt>
                <c:pt idx="1305">
                  <c:v>1.305</c:v>
                </c:pt>
                <c:pt idx="1306">
                  <c:v>1.306</c:v>
                </c:pt>
                <c:pt idx="1307">
                  <c:v>1.307</c:v>
                </c:pt>
                <c:pt idx="1308">
                  <c:v>1.308</c:v>
                </c:pt>
                <c:pt idx="1309">
                  <c:v>1.309</c:v>
                </c:pt>
                <c:pt idx="1310">
                  <c:v>1.31</c:v>
                </c:pt>
                <c:pt idx="1311">
                  <c:v>1.311</c:v>
                </c:pt>
                <c:pt idx="1312">
                  <c:v>1.312</c:v>
                </c:pt>
                <c:pt idx="1313">
                  <c:v>1.313</c:v>
                </c:pt>
                <c:pt idx="1314">
                  <c:v>1.314</c:v>
                </c:pt>
                <c:pt idx="1315">
                  <c:v>1.315</c:v>
                </c:pt>
                <c:pt idx="1316">
                  <c:v>1.316</c:v>
                </c:pt>
                <c:pt idx="1317">
                  <c:v>1.317</c:v>
                </c:pt>
                <c:pt idx="1318">
                  <c:v>1.318</c:v>
                </c:pt>
                <c:pt idx="1319">
                  <c:v>1.319</c:v>
                </c:pt>
                <c:pt idx="1320">
                  <c:v>1.32</c:v>
                </c:pt>
                <c:pt idx="1321">
                  <c:v>1.321</c:v>
                </c:pt>
                <c:pt idx="1322">
                  <c:v>1.322</c:v>
                </c:pt>
                <c:pt idx="1323">
                  <c:v>1.323</c:v>
                </c:pt>
                <c:pt idx="1324">
                  <c:v>1.324</c:v>
                </c:pt>
                <c:pt idx="1325">
                  <c:v>1.325</c:v>
                </c:pt>
                <c:pt idx="1326">
                  <c:v>1.326</c:v>
                </c:pt>
                <c:pt idx="1327">
                  <c:v>1.327</c:v>
                </c:pt>
                <c:pt idx="1328">
                  <c:v>1.328</c:v>
                </c:pt>
                <c:pt idx="1329">
                  <c:v>1.329</c:v>
                </c:pt>
                <c:pt idx="1330">
                  <c:v>1.33</c:v>
                </c:pt>
                <c:pt idx="1331">
                  <c:v>1.331</c:v>
                </c:pt>
                <c:pt idx="1332">
                  <c:v>1.332</c:v>
                </c:pt>
                <c:pt idx="1333">
                  <c:v>1.333</c:v>
                </c:pt>
                <c:pt idx="1334">
                  <c:v>1.334</c:v>
                </c:pt>
                <c:pt idx="1335">
                  <c:v>1.335</c:v>
                </c:pt>
                <c:pt idx="1336">
                  <c:v>1.336</c:v>
                </c:pt>
                <c:pt idx="1337">
                  <c:v>1.337</c:v>
                </c:pt>
                <c:pt idx="1338">
                  <c:v>1.338</c:v>
                </c:pt>
                <c:pt idx="1339">
                  <c:v>1.339</c:v>
                </c:pt>
                <c:pt idx="1340">
                  <c:v>1.34</c:v>
                </c:pt>
                <c:pt idx="1341">
                  <c:v>1.341</c:v>
                </c:pt>
                <c:pt idx="1342">
                  <c:v>1.342</c:v>
                </c:pt>
                <c:pt idx="1343">
                  <c:v>1.343</c:v>
                </c:pt>
                <c:pt idx="1344">
                  <c:v>1.344</c:v>
                </c:pt>
                <c:pt idx="1345">
                  <c:v>1.345</c:v>
                </c:pt>
                <c:pt idx="1346">
                  <c:v>1.346</c:v>
                </c:pt>
                <c:pt idx="1347">
                  <c:v>1.347</c:v>
                </c:pt>
                <c:pt idx="1348">
                  <c:v>1.348</c:v>
                </c:pt>
                <c:pt idx="1349">
                  <c:v>1.349</c:v>
                </c:pt>
                <c:pt idx="1350">
                  <c:v>1.35</c:v>
                </c:pt>
                <c:pt idx="1351">
                  <c:v>1.351</c:v>
                </c:pt>
                <c:pt idx="1352">
                  <c:v>1.352</c:v>
                </c:pt>
                <c:pt idx="1353">
                  <c:v>1.353</c:v>
                </c:pt>
                <c:pt idx="1354">
                  <c:v>1.354</c:v>
                </c:pt>
                <c:pt idx="1355">
                  <c:v>1.355</c:v>
                </c:pt>
                <c:pt idx="1356">
                  <c:v>1.356</c:v>
                </c:pt>
                <c:pt idx="1357">
                  <c:v>1.357</c:v>
                </c:pt>
                <c:pt idx="1358">
                  <c:v>1.358</c:v>
                </c:pt>
                <c:pt idx="1359">
                  <c:v>1.359</c:v>
                </c:pt>
                <c:pt idx="1360">
                  <c:v>1.36</c:v>
                </c:pt>
                <c:pt idx="1361">
                  <c:v>1.361</c:v>
                </c:pt>
                <c:pt idx="1362">
                  <c:v>1.362</c:v>
                </c:pt>
                <c:pt idx="1363">
                  <c:v>1.363</c:v>
                </c:pt>
                <c:pt idx="1364">
                  <c:v>1.364</c:v>
                </c:pt>
                <c:pt idx="1365">
                  <c:v>1.365</c:v>
                </c:pt>
                <c:pt idx="1366">
                  <c:v>1.366</c:v>
                </c:pt>
                <c:pt idx="1367">
                  <c:v>1.367</c:v>
                </c:pt>
                <c:pt idx="1368">
                  <c:v>1.368</c:v>
                </c:pt>
                <c:pt idx="1369">
                  <c:v>1.369</c:v>
                </c:pt>
                <c:pt idx="1370">
                  <c:v>1.37</c:v>
                </c:pt>
                <c:pt idx="1371">
                  <c:v>1.371</c:v>
                </c:pt>
                <c:pt idx="1372">
                  <c:v>1.372</c:v>
                </c:pt>
                <c:pt idx="1373">
                  <c:v>1.373</c:v>
                </c:pt>
                <c:pt idx="1374">
                  <c:v>1.374</c:v>
                </c:pt>
                <c:pt idx="1375">
                  <c:v>1.375</c:v>
                </c:pt>
                <c:pt idx="1376">
                  <c:v>1.376</c:v>
                </c:pt>
                <c:pt idx="1377">
                  <c:v>1.377</c:v>
                </c:pt>
                <c:pt idx="1378">
                  <c:v>1.378</c:v>
                </c:pt>
                <c:pt idx="1379">
                  <c:v>1.379</c:v>
                </c:pt>
                <c:pt idx="1380">
                  <c:v>1.38</c:v>
                </c:pt>
                <c:pt idx="1381">
                  <c:v>1.381</c:v>
                </c:pt>
                <c:pt idx="1382">
                  <c:v>1.382</c:v>
                </c:pt>
                <c:pt idx="1383">
                  <c:v>1.383</c:v>
                </c:pt>
                <c:pt idx="1384">
                  <c:v>1.384</c:v>
                </c:pt>
                <c:pt idx="1385">
                  <c:v>1.385</c:v>
                </c:pt>
                <c:pt idx="1386">
                  <c:v>1.386</c:v>
                </c:pt>
                <c:pt idx="1387">
                  <c:v>1.387</c:v>
                </c:pt>
                <c:pt idx="1388">
                  <c:v>1.388</c:v>
                </c:pt>
                <c:pt idx="1389">
                  <c:v>1.389</c:v>
                </c:pt>
                <c:pt idx="1390">
                  <c:v>1.39</c:v>
                </c:pt>
                <c:pt idx="1391">
                  <c:v>1.391</c:v>
                </c:pt>
                <c:pt idx="1392">
                  <c:v>1.392</c:v>
                </c:pt>
                <c:pt idx="1393">
                  <c:v>1.393</c:v>
                </c:pt>
                <c:pt idx="1394">
                  <c:v>1.394</c:v>
                </c:pt>
                <c:pt idx="1395">
                  <c:v>1.395</c:v>
                </c:pt>
                <c:pt idx="1396">
                  <c:v>1.396</c:v>
                </c:pt>
                <c:pt idx="1397">
                  <c:v>1.397</c:v>
                </c:pt>
                <c:pt idx="1398">
                  <c:v>1.398</c:v>
                </c:pt>
                <c:pt idx="1399">
                  <c:v>1.399</c:v>
                </c:pt>
                <c:pt idx="1400">
                  <c:v>1.4</c:v>
                </c:pt>
                <c:pt idx="1401">
                  <c:v>1.401</c:v>
                </c:pt>
                <c:pt idx="1402">
                  <c:v>1.402</c:v>
                </c:pt>
                <c:pt idx="1403">
                  <c:v>1.403</c:v>
                </c:pt>
                <c:pt idx="1404">
                  <c:v>1.404</c:v>
                </c:pt>
                <c:pt idx="1405">
                  <c:v>1.405</c:v>
                </c:pt>
                <c:pt idx="1406">
                  <c:v>1.406</c:v>
                </c:pt>
                <c:pt idx="1407">
                  <c:v>1.407</c:v>
                </c:pt>
                <c:pt idx="1408">
                  <c:v>1.408</c:v>
                </c:pt>
                <c:pt idx="1409">
                  <c:v>1.409</c:v>
                </c:pt>
                <c:pt idx="1410">
                  <c:v>1.41</c:v>
                </c:pt>
                <c:pt idx="1411">
                  <c:v>1.411</c:v>
                </c:pt>
                <c:pt idx="1412">
                  <c:v>1.412</c:v>
                </c:pt>
                <c:pt idx="1413">
                  <c:v>1.413</c:v>
                </c:pt>
                <c:pt idx="1414">
                  <c:v>1.414</c:v>
                </c:pt>
                <c:pt idx="1415">
                  <c:v>1.415</c:v>
                </c:pt>
                <c:pt idx="1416">
                  <c:v>1.416</c:v>
                </c:pt>
                <c:pt idx="1417">
                  <c:v>1.417</c:v>
                </c:pt>
                <c:pt idx="1418">
                  <c:v>1.418</c:v>
                </c:pt>
                <c:pt idx="1419">
                  <c:v>1.419</c:v>
                </c:pt>
                <c:pt idx="1420">
                  <c:v>1.42</c:v>
                </c:pt>
                <c:pt idx="1421">
                  <c:v>1.421</c:v>
                </c:pt>
                <c:pt idx="1422">
                  <c:v>1.422</c:v>
                </c:pt>
                <c:pt idx="1423">
                  <c:v>1.423</c:v>
                </c:pt>
                <c:pt idx="1424">
                  <c:v>1.424</c:v>
                </c:pt>
                <c:pt idx="1425">
                  <c:v>1.425</c:v>
                </c:pt>
                <c:pt idx="1426">
                  <c:v>1.426</c:v>
                </c:pt>
                <c:pt idx="1427">
                  <c:v>1.427</c:v>
                </c:pt>
                <c:pt idx="1428">
                  <c:v>1.428</c:v>
                </c:pt>
                <c:pt idx="1429">
                  <c:v>1.429</c:v>
                </c:pt>
                <c:pt idx="1430">
                  <c:v>1.43</c:v>
                </c:pt>
                <c:pt idx="1431">
                  <c:v>1.431</c:v>
                </c:pt>
                <c:pt idx="1432">
                  <c:v>1.432</c:v>
                </c:pt>
                <c:pt idx="1433">
                  <c:v>1.433</c:v>
                </c:pt>
                <c:pt idx="1434">
                  <c:v>1.434</c:v>
                </c:pt>
                <c:pt idx="1435">
                  <c:v>1.435</c:v>
                </c:pt>
                <c:pt idx="1436">
                  <c:v>1.436</c:v>
                </c:pt>
                <c:pt idx="1437">
                  <c:v>1.437</c:v>
                </c:pt>
                <c:pt idx="1438">
                  <c:v>1.438</c:v>
                </c:pt>
                <c:pt idx="1439">
                  <c:v>1.439</c:v>
                </c:pt>
                <c:pt idx="1440">
                  <c:v>1.44</c:v>
                </c:pt>
                <c:pt idx="1441">
                  <c:v>1.441</c:v>
                </c:pt>
                <c:pt idx="1442">
                  <c:v>1.442</c:v>
                </c:pt>
                <c:pt idx="1443">
                  <c:v>1.443</c:v>
                </c:pt>
                <c:pt idx="1444">
                  <c:v>1.444</c:v>
                </c:pt>
                <c:pt idx="1445">
                  <c:v>1.445</c:v>
                </c:pt>
                <c:pt idx="1446">
                  <c:v>1.446</c:v>
                </c:pt>
                <c:pt idx="1447">
                  <c:v>1.447</c:v>
                </c:pt>
                <c:pt idx="1448">
                  <c:v>1.448</c:v>
                </c:pt>
                <c:pt idx="1449">
                  <c:v>1.449</c:v>
                </c:pt>
                <c:pt idx="1450">
                  <c:v>1.45</c:v>
                </c:pt>
                <c:pt idx="1451">
                  <c:v>1.451</c:v>
                </c:pt>
                <c:pt idx="1452">
                  <c:v>1.452</c:v>
                </c:pt>
                <c:pt idx="1453">
                  <c:v>1.453</c:v>
                </c:pt>
                <c:pt idx="1454">
                  <c:v>1.454</c:v>
                </c:pt>
                <c:pt idx="1455">
                  <c:v>1.455</c:v>
                </c:pt>
                <c:pt idx="1456">
                  <c:v>1.456</c:v>
                </c:pt>
                <c:pt idx="1457">
                  <c:v>1.457</c:v>
                </c:pt>
                <c:pt idx="1458">
                  <c:v>1.458</c:v>
                </c:pt>
                <c:pt idx="1459">
                  <c:v>1.459</c:v>
                </c:pt>
                <c:pt idx="1460">
                  <c:v>1.46</c:v>
                </c:pt>
                <c:pt idx="1461">
                  <c:v>1.461</c:v>
                </c:pt>
                <c:pt idx="1462">
                  <c:v>1.462</c:v>
                </c:pt>
                <c:pt idx="1463">
                  <c:v>1.463</c:v>
                </c:pt>
                <c:pt idx="1464">
                  <c:v>1.464</c:v>
                </c:pt>
                <c:pt idx="1465">
                  <c:v>1.465</c:v>
                </c:pt>
                <c:pt idx="1466">
                  <c:v>1.466</c:v>
                </c:pt>
                <c:pt idx="1467">
                  <c:v>1.467</c:v>
                </c:pt>
                <c:pt idx="1468">
                  <c:v>1.468</c:v>
                </c:pt>
                <c:pt idx="1469">
                  <c:v>1.469</c:v>
                </c:pt>
                <c:pt idx="1470">
                  <c:v>1.47</c:v>
                </c:pt>
                <c:pt idx="1471">
                  <c:v>1.471</c:v>
                </c:pt>
                <c:pt idx="1472">
                  <c:v>1.472</c:v>
                </c:pt>
                <c:pt idx="1473">
                  <c:v>1.473</c:v>
                </c:pt>
                <c:pt idx="1474">
                  <c:v>1.474</c:v>
                </c:pt>
                <c:pt idx="1475">
                  <c:v>1.475</c:v>
                </c:pt>
                <c:pt idx="1476">
                  <c:v>1.476</c:v>
                </c:pt>
                <c:pt idx="1477">
                  <c:v>1.477</c:v>
                </c:pt>
                <c:pt idx="1478">
                  <c:v>1.478</c:v>
                </c:pt>
                <c:pt idx="1479">
                  <c:v>1.479</c:v>
                </c:pt>
                <c:pt idx="1480">
                  <c:v>1.48</c:v>
                </c:pt>
                <c:pt idx="1481">
                  <c:v>1.481</c:v>
                </c:pt>
                <c:pt idx="1482">
                  <c:v>1.482</c:v>
                </c:pt>
                <c:pt idx="1483">
                  <c:v>1.483</c:v>
                </c:pt>
                <c:pt idx="1484">
                  <c:v>1.484</c:v>
                </c:pt>
                <c:pt idx="1485">
                  <c:v>1.485</c:v>
                </c:pt>
                <c:pt idx="1486">
                  <c:v>1.486</c:v>
                </c:pt>
                <c:pt idx="1487">
                  <c:v>1.487</c:v>
                </c:pt>
                <c:pt idx="1488">
                  <c:v>1.488</c:v>
                </c:pt>
                <c:pt idx="1489">
                  <c:v>1.489</c:v>
                </c:pt>
                <c:pt idx="1490">
                  <c:v>1.49</c:v>
                </c:pt>
                <c:pt idx="1491">
                  <c:v>1.491</c:v>
                </c:pt>
                <c:pt idx="1492">
                  <c:v>1.492</c:v>
                </c:pt>
                <c:pt idx="1493">
                  <c:v>1.493</c:v>
                </c:pt>
                <c:pt idx="1494">
                  <c:v>1.494</c:v>
                </c:pt>
                <c:pt idx="1495">
                  <c:v>1.495</c:v>
                </c:pt>
                <c:pt idx="1496">
                  <c:v>1.496</c:v>
                </c:pt>
                <c:pt idx="1497">
                  <c:v>1.497</c:v>
                </c:pt>
                <c:pt idx="1498">
                  <c:v>1.498</c:v>
                </c:pt>
                <c:pt idx="1499">
                  <c:v>1.499</c:v>
                </c:pt>
                <c:pt idx="1500">
                  <c:v>1.5</c:v>
                </c:pt>
                <c:pt idx="1501">
                  <c:v>1.501</c:v>
                </c:pt>
                <c:pt idx="1502">
                  <c:v>1.502</c:v>
                </c:pt>
                <c:pt idx="1503">
                  <c:v>1.503</c:v>
                </c:pt>
                <c:pt idx="1504">
                  <c:v>1.504</c:v>
                </c:pt>
                <c:pt idx="1505">
                  <c:v>1.505</c:v>
                </c:pt>
                <c:pt idx="1506">
                  <c:v>1.506</c:v>
                </c:pt>
                <c:pt idx="1507">
                  <c:v>1.507</c:v>
                </c:pt>
                <c:pt idx="1508">
                  <c:v>1.508</c:v>
                </c:pt>
                <c:pt idx="1509">
                  <c:v>1.509</c:v>
                </c:pt>
                <c:pt idx="1510">
                  <c:v>1.51</c:v>
                </c:pt>
                <c:pt idx="1511">
                  <c:v>1.511</c:v>
                </c:pt>
                <c:pt idx="1512">
                  <c:v>1.512</c:v>
                </c:pt>
                <c:pt idx="1513">
                  <c:v>1.513</c:v>
                </c:pt>
                <c:pt idx="1514">
                  <c:v>1.514</c:v>
                </c:pt>
                <c:pt idx="1515">
                  <c:v>1.515</c:v>
                </c:pt>
                <c:pt idx="1516">
                  <c:v>1.516</c:v>
                </c:pt>
                <c:pt idx="1517">
                  <c:v>1.517</c:v>
                </c:pt>
                <c:pt idx="1518">
                  <c:v>1.518</c:v>
                </c:pt>
                <c:pt idx="1519">
                  <c:v>1.519</c:v>
                </c:pt>
                <c:pt idx="1520">
                  <c:v>1.52</c:v>
                </c:pt>
                <c:pt idx="1521">
                  <c:v>1.521</c:v>
                </c:pt>
                <c:pt idx="1522">
                  <c:v>1.522</c:v>
                </c:pt>
                <c:pt idx="1523">
                  <c:v>1.523</c:v>
                </c:pt>
                <c:pt idx="1524">
                  <c:v>1.524</c:v>
                </c:pt>
                <c:pt idx="1525">
                  <c:v>1.525</c:v>
                </c:pt>
                <c:pt idx="1526">
                  <c:v>1.526</c:v>
                </c:pt>
                <c:pt idx="1527">
                  <c:v>1.527</c:v>
                </c:pt>
                <c:pt idx="1528">
                  <c:v>1.528</c:v>
                </c:pt>
                <c:pt idx="1529">
                  <c:v>1.529</c:v>
                </c:pt>
                <c:pt idx="1530">
                  <c:v>1.53</c:v>
                </c:pt>
                <c:pt idx="1531">
                  <c:v>1.531</c:v>
                </c:pt>
                <c:pt idx="1532">
                  <c:v>1.532</c:v>
                </c:pt>
                <c:pt idx="1533">
                  <c:v>1.533</c:v>
                </c:pt>
                <c:pt idx="1534">
                  <c:v>1.534</c:v>
                </c:pt>
                <c:pt idx="1535">
                  <c:v>1.535</c:v>
                </c:pt>
                <c:pt idx="1536">
                  <c:v>1.536</c:v>
                </c:pt>
                <c:pt idx="1537">
                  <c:v>1.537</c:v>
                </c:pt>
                <c:pt idx="1538">
                  <c:v>1.538</c:v>
                </c:pt>
                <c:pt idx="1539">
                  <c:v>1.539</c:v>
                </c:pt>
                <c:pt idx="1540">
                  <c:v>1.54</c:v>
                </c:pt>
                <c:pt idx="1541">
                  <c:v>1.541</c:v>
                </c:pt>
                <c:pt idx="1542">
                  <c:v>1.542</c:v>
                </c:pt>
                <c:pt idx="1543">
                  <c:v>1.543</c:v>
                </c:pt>
                <c:pt idx="1544">
                  <c:v>1.544</c:v>
                </c:pt>
                <c:pt idx="1545">
                  <c:v>1.545</c:v>
                </c:pt>
                <c:pt idx="1546">
                  <c:v>1.546</c:v>
                </c:pt>
                <c:pt idx="1547">
                  <c:v>1.547</c:v>
                </c:pt>
                <c:pt idx="1548">
                  <c:v>1.548</c:v>
                </c:pt>
                <c:pt idx="1549">
                  <c:v>1.549</c:v>
                </c:pt>
                <c:pt idx="1550">
                  <c:v>1.55</c:v>
                </c:pt>
                <c:pt idx="1551">
                  <c:v>1.551</c:v>
                </c:pt>
                <c:pt idx="1552">
                  <c:v>1.552</c:v>
                </c:pt>
                <c:pt idx="1553">
                  <c:v>1.553</c:v>
                </c:pt>
                <c:pt idx="1554">
                  <c:v>1.554</c:v>
                </c:pt>
                <c:pt idx="1555">
                  <c:v>1.555</c:v>
                </c:pt>
                <c:pt idx="1556">
                  <c:v>1.556</c:v>
                </c:pt>
                <c:pt idx="1557">
                  <c:v>1.557</c:v>
                </c:pt>
                <c:pt idx="1558">
                  <c:v>1.558</c:v>
                </c:pt>
                <c:pt idx="1559">
                  <c:v>1.559</c:v>
                </c:pt>
                <c:pt idx="1560">
                  <c:v>1.56</c:v>
                </c:pt>
                <c:pt idx="1561">
                  <c:v>1.561</c:v>
                </c:pt>
                <c:pt idx="1562">
                  <c:v>1.562</c:v>
                </c:pt>
                <c:pt idx="1563">
                  <c:v>1.563</c:v>
                </c:pt>
                <c:pt idx="1564">
                  <c:v>1.564</c:v>
                </c:pt>
                <c:pt idx="1565">
                  <c:v>1.565</c:v>
                </c:pt>
                <c:pt idx="1566">
                  <c:v>1.566</c:v>
                </c:pt>
                <c:pt idx="1567">
                  <c:v>1.567</c:v>
                </c:pt>
                <c:pt idx="1568">
                  <c:v>1.568</c:v>
                </c:pt>
                <c:pt idx="1569">
                  <c:v>1.569</c:v>
                </c:pt>
                <c:pt idx="1570">
                  <c:v>1.57</c:v>
                </c:pt>
                <c:pt idx="1571">
                  <c:v>1.571</c:v>
                </c:pt>
                <c:pt idx="1572">
                  <c:v>1.572</c:v>
                </c:pt>
                <c:pt idx="1573">
                  <c:v>1.573</c:v>
                </c:pt>
                <c:pt idx="1574">
                  <c:v>1.574</c:v>
                </c:pt>
                <c:pt idx="1575">
                  <c:v>1.575</c:v>
                </c:pt>
                <c:pt idx="1576">
                  <c:v>1.576</c:v>
                </c:pt>
                <c:pt idx="1577">
                  <c:v>1.577</c:v>
                </c:pt>
                <c:pt idx="1578">
                  <c:v>1.578</c:v>
                </c:pt>
                <c:pt idx="1579">
                  <c:v>1.579</c:v>
                </c:pt>
                <c:pt idx="1580">
                  <c:v>1.58</c:v>
                </c:pt>
                <c:pt idx="1581">
                  <c:v>1.581</c:v>
                </c:pt>
                <c:pt idx="1582">
                  <c:v>1.582</c:v>
                </c:pt>
                <c:pt idx="1583">
                  <c:v>1.583</c:v>
                </c:pt>
                <c:pt idx="1584">
                  <c:v>1.584</c:v>
                </c:pt>
                <c:pt idx="1585">
                  <c:v>1.585</c:v>
                </c:pt>
                <c:pt idx="1586">
                  <c:v>1.586</c:v>
                </c:pt>
                <c:pt idx="1587">
                  <c:v>1.587</c:v>
                </c:pt>
                <c:pt idx="1588">
                  <c:v>1.588</c:v>
                </c:pt>
                <c:pt idx="1589">
                  <c:v>1.589</c:v>
                </c:pt>
                <c:pt idx="1590">
                  <c:v>1.59</c:v>
                </c:pt>
                <c:pt idx="1591">
                  <c:v>1.591</c:v>
                </c:pt>
                <c:pt idx="1592">
                  <c:v>1.592</c:v>
                </c:pt>
                <c:pt idx="1593">
                  <c:v>1.593</c:v>
                </c:pt>
                <c:pt idx="1594">
                  <c:v>1.594</c:v>
                </c:pt>
                <c:pt idx="1595">
                  <c:v>1.595</c:v>
                </c:pt>
                <c:pt idx="1596">
                  <c:v>1.596</c:v>
                </c:pt>
                <c:pt idx="1597">
                  <c:v>1.597</c:v>
                </c:pt>
                <c:pt idx="1598">
                  <c:v>1.598</c:v>
                </c:pt>
                <c:pt idx="1599">
                  <c:v>1.599</c:v>
                </c:pt>
                <c:pt idx="1600">
                  <c:v>1.6</c:v>
                </c:pt>
                <c:pt idx="1601">
                  <c:v>1.601</c:v>
                </c:pt>
                <c:pt idx="1602">
                  <c:v>1.602</c:v>
                </c:pt>
                <c:pt idx="1603">
                  <c:v>1.603</c:v>
                </c:pt>
                <c:pt idx="1604">
                  <c:v>1.604</c:v>
                </c:pt>
                <c:pt idx="1605">
                  <c:v>1.605</c:v>
                </c:pt>
                <c:pt idx="1606">
                  <c:v>1.606</c:v>
                </c:pt>
                <c:pt idx="1607">
                  <c:v>1.607</c:v>
                </c:pt>
                <c:pt idx="1608">
                  <c:v>1.608</c:v>
                </c:pt>
                <c:pt idx="1609">
                  <c:v>1.609</c:v>
                </c:pt>
                <c:pt idx="1610">
                  <c:v>1.61</c:v>
                </c:pt>
                <c:pt idx="1611">
                  <c:v>1.611</c:v>
                </c:pt>
                <c:pt idx="1612">
                  <c:v>1.612</c:v>
                </c:pt>
                <c:pt idx="1613">
                  <c:v>1.613</c:v>
                </c:pt>
                <c:pt idx="1614">
                  <c:v>1.614</c:v>
                </c:pt>
                <c:pt idx="1615">
                  <c:v>1.615</c:v>
                </c:pt>
                <c:pt idx="1616">
                  <c:v>1.616</c:v>
                </c:pt>
                <c:pt idx="1617">
                  <c:v>1.617</c:v>
                </c:pt>
                <c:pt idx="1618">
                  <c:v>1.618</c:v>
                </c:pt>
                <c:pt idx="1619">
                  <c:v>1.619</c:v>
                </c:pt>
                <c:pt idx="1620">
                  <c:v>1.62</c:v>
                </c:pt>
                <c:pt idx="1621">
                  <c:v>1.621</c:v>
                </c:pt>
                <c:pt idx="1622">
                  <c:v>1.622</c:v>
                </c:pt>
                <c:pt idx="1623">
                  <c:v>1.623</c:v>
                </c:pt>
                <c:pt idx="1624">
                  <c:v>1.624</c:v>
                </c:pt>
                <c:pt idx="1625">
                  <c:v>1.625</c:v>
                </c:pt>
                <c:pt idx="1626">
                  <c:v>1.626</c:v>
                </c:pt>
                <c:pt idx="1627">
                  <c:v>1.627</c:v>
                </c:pt>
                <c:pt idx="1628">
                  <c:v>1.628</c:v>
                </c:pt>
                <c:pt idx="1629">
                  <c:v>1.629</c:v>
                </c:pt>
                <c:pt idx="1630">
                  <c:v>1.63</c:v>
                </c:pt>
                <c:pt idx="1631">
                  <c:v>1.631</c:v>
                </c:pt>
                <c:pt idx="1632">
                  <c:v>1.632</c:v>
                </c:pt>
                <c:pt idx="1633">
                  <c:v>1.633</c:v>
                </c:pt>
                <c:pt idx="1634">
                  <c:v>1.634</c:v>
                </c:pt>
                <c:pt idx="1635">
                  <c:v>1.635</c:v>
                </c:pt>
                <c:pt idx="1636">
                  <c:v>1.636</c:v>
                </c:pt>
                <c:pt idx="1637">
                  <c:v>1.637</c:v>
                </c:pt>
                <c:pt idx="1638">
                  <c:v>1.638</c:v>
                </c:pt>
                <c:pt idx="1639">
                  <c:v>1.639</c:v>
                </c:pt>
                <c:pt idx="1640">
                  <c:v>1.64</c:v>
                </c:pt>
                <c:pt idx="1641">
                  <c:v>1.641</c:v>
                </c:pt>
                <c:pt idx="1642">
                  <c:v>1.642</c:v>
                </c:pt>
                <c:pt idx="1643">
                  <c:v>1.643</c:v>
                </c:pt>
                <c:pt idx="1644">
                  <c:v>1.644</c:v>
                </c:pt>
                <c:pt idx="1645">
                  <c:v>1.645</c:v>
                </c:pt>
                <c:pt idx="1646">
                  <c:v>1.646</c:v>
                </c:pt>
                <c:pt idx="1647">
                  <c:v>1.647</c:v>
                </c:pt>
                <c:pt idx="1648">
                  <c:v>1.648</c:v>
                </c:pt>
                <c:pt idx="1649">
                  <c:v>1.649</c:v>
                </c:pt>
                <c:pt idx="1650">
                  <c:v>1.65</c:v>
                </c:pt>
                <c:pt idx="1651">
                  <c:v>1.651</c:v>
                </c:pt>
                <c:pt idx="1652">
                  <c:v>1.652</c:v>
                </c:pt>
                <c:pt idx="1653">
                  <c:v>1.653</c:v>
                </c:pt>
                <c:pt idx="1654">
                  <c:v>1.654</c:v>
                </c:pt>
                <c:pt idx="1655">
                  <c:v>1.655</c:v>
                </c:pt>
                <c:pt idx="1656">
                  <c:v>1.656</c:v>
                </c:pt>
                <c:pt idx="1657">
                  <c:v>1.657</c:v>
                </c:pt>
                <c:pt idx="1658">
                  <c:v>1.658</c:v>
                </c:pt>
                <c:pt idx="1659">
                  <c:v>1.659</c:v>
                </c:pt>
                <c:pt idx="1660">
                  <c:v>1.66</c:v>
                </c:pt>
                <c:pt idx="1661">
                  <c:v>1.661</c:v>
                </c:pt>
                <c:pt idx="1662">
                  <c:v>1.662</c:v>
                </c:pt>
                <c:pt idx="1663">
                  <c:v>1.663</c:v>
                </c:pt>
                <c:pt idx="1664">
                  <c:v>1.664</c:v>
                </c:pt>
                <c:pt idx="1665">
                  <c:v>1.665</c:v>
                </c:pt>
                <c:pt idx="1666">
                  <c:v>1.666</c:v>
                </c:pt>
                <c:pt idx="1667">
                  <c:v>1.667</c:v>
                </c:pt>
                <c:pt idx="1668">
                  <c:v>1.668</c:v>
                </c:pt>
                <c:pt idx="1669">
                  <c:v>1.669</c:v>
                </c:pt>
                <c:pt idx="1670">
                  <c:v>1.67</c:v>
                </c:pt>
                <c:pt idx="1671">
                  <c:v>1.671</c:v>
                </c:pt>
                <c:pt idx="1672">
                  <c:v>1.672</c:v>
                </c:pt>
                <c:pt idx="1673">
                  <c:v>1.673</c:v>
                </c:pt>
                <c:pt idx="1674">
                  <c:v>1.674</c:v>
                </c:pt>
                <c:pt idx="1675">
                  <c:v>1.675</c:v>
                </c:pt>
                <c:pt idx="1676">
                  <c:v>1.676</c:v>
                </c:pt>
                <c:pt idx="1677">
                  <c:v>1.677</c:v>
                </c:pt>
                <c:pt idx="1678">
                  <c:v>1.678</c:v>
                </c:pt>
                <c:pt idx="1679">
                  <c:v>1.679</c:v>
                </c:pt>
                <c:pt idx="1680">
                  <c:v>1.68</c:v>
                </c:pt>
                <c:pt idx="1681">
                  <c:v>1.681</c:v>
                </c:pt>
                <c:pt idx="1682">
                  <c:v>1.682</c:v>
                </c:pt>
                <c:pt idx="1683">
                  <c:v>1.683</c:v>
                </c:pt>
                <c:pt idx="1684">
                  <c:v>1.684</c:v>
                </c:pt>
                <c:pt idx="1685">
                  <c:v>1.685</c:v>
                </c:pt>
                <c:pt idx="1686">
                  <c:v>1.686</c:v>
                </c:pt>
                <c:pt idx="1687">
                  <c:v>1.687</c:v>
                </c:pt>
                <c:pt idx="1688">
                  <c:v>1.688</c:v>
                </c:pt>
                <c:pt idx="1689">
                  <c:v>1.689</c:v>
                </c:pt>
                <c:pt idx="1690">
                  <c:v>1.69</c:v>
                </c:pt>
                <c:pt idx="1691">
                  <c:v>1.691</c:v>
                </c:pt>
                <c:pt idx="1692">
                  <c:v>1.692</c:v>
                </c:pt>
                <c:pt idx="1693">
                  <c:v>1.693</c:v>
                </c:pt>
                <c:pt idx="1694">
                  <c:v>1.694</c:v>
                </c:pt>
                <c:pt idx="1695">
                  <c:v>1.695</c:v>
                </c:pt>
                <c:pt idx="1696">
                  <c:v>1.696</c:v>
                </c:pt>
                <c:pt idx="1697">
                  <c:v>1.697</c:v>
                </c:pt>
                <c:pt idx="1698">
                  <c:v>1.698</c:v>
                </c:pt>
                <c:pt idx="1699">
                  <c:v>1.699</c:v>
                </c:pt>
                <c:pt idx="1700">
                  <c:v>1.7</c:v>
                </c:pt>
                <c:pt idx="1701">
                  <c:v>1.701</c:v>
                </c:pt>
                <c:pt idx="1702">
                  <c:v>1.702</c:v>
                </c:pt>
                <c:pt idx="1703">
                  <c:v>1.703</c:v>
                </c:pt>
                <c:pt idx="1704">
                  <c:v>1.704</c:v>
                </c:pt>
                <c:pt idx="1705">
                  <c:v>1.705</c:v>
                </c:pt>
                <c:pt idx="1706">
                  <c:v>1.706</c:v>
                </c:pt>
                <c:pt idx="1707">
                  <c:v>1.707</c:v>
                </c:pt>
                <c:pt idx="1708">
                  <c:v>1.708</c:v>
                </c:pt>
                <c:pt idx="1709">
                  <c:v>1.709</c:v>
                </c:pt>
                <c:pt idx="1710">
                  <c:v>1.71</c:v>
                </c:pt>
                <c:pt idx="1711">
                  <c:v>1.711</c:v>
                </c:pt>
                <c:pt idx="1712">
                  <c:v>1.712</c:v>
                </c:pt>
                <c:pt idx="1713">
                  <c:v>1.713</c:v>
                </c:pt>
                <c:pt idx="1714">
                  <c:v>1.714</c:v>
                </c:pt>
                <c:pt idx="1715">
                  <c:v>1.715</c:v>
                </c:pt>
                <c:pt idx="1716">
                  <c:v>1.716</c:v>
                </c:pt>
                <c:pt idx="1717">
                  <c:v>1.717</c:v>
                </c:pt>
                <c:pt idx="1718">
                  <c:v>1.718</c:v>
                </c:pt>
                <c:pt idx="1719">
                  <c:v>1.719</c:v>
                </c:pt>
                <c:pt idx="1720">
                  <c:v>1.72</c:v>
                </c:pt>
                <c:pt idx="1721">
                  <c:v>1.721</c:v>
                </c:pt>
                <c:pt idx="1722">
                  <c:v>1.722</c:v>
                </c:pt>
                <c:pt idx="1723">
                  <c:v>1.723</c:v>
                </c:pt>
                <c:pt idx="1724">
                  <c:v>1.724</c:v>
                </c:pt>
                <c:pt idx="1725">
                  <c:v>1.725</c:v>
                </c:pt>
                <c:pt idx="1726">
                  <c:v>1.726</c:v>
                </c:pt>
                <c:pt idx="1727">
                  <c:v>1.727</c:v>
                </c:pt>
                <c:pt idx="1728">
                  <c:v>1.728</c:v>
                </c:pt>
                <c:pt idx="1729">
                  <c:v>1.729</c:v>
                </c:pt>
                <c:pt idx="1730">
                  <c:v>1.73</c:v>
                </c:pt>
                <c:pt idx="1731">
                  <c:v>1.731</c:v>
                </c:pt>
                <c:pt idx="1732">
                  <c:v>1.732</c:v>
                </c:pt>
                <c:pt idx="1733">
                  <c:v>1.733</c:v>
                </c:pt>
                <c:pt idx="1734">
                  <c:v>1.734</c:v>
                </c:pt>
                <c:pt idx="1735">
                  <c:v>1.735</c:v>
                </c:pt>
                <c:pt idx="1736">
                  <c:v>1.736</c:v>
                </c:pt>
                <c:pt idx="1737">
                  <c:v>1.737</c:v>
                </c:pt>
                <c:pt idx="1738">
                  <c:v>1.738</c:v>
                </c:pt>
                <c:pt idx="1739">
                  <c:v>1.739</c:v>
                </c:pt>
                <c:pt idx="1740">
                  <c:v>1.74</c:v>
                </c:pt>
                <c:pt idx="1741">
                  <c:v>1.741</c:v>
                </c:pt>
                <c:pt idx="1742">
                  <c:v>1.742</c:v>
                </c:pt>
                <c:pt idx="1743">
                  <c:v>1.743</c:v>
                </c:pt>
                <c:pt idx="1744">
                  <c:v>1.744</c:v>
                </c:pt>
                <c:pt idx="1745">
                  <c:v>1.745</c:v>
                </c:pt>
                <c:pt idx="1746">
                  <c:v>1.746</c:v>
                </c:pt>
                <c:pt idx="1747">
                  <c:v>1.747</c:v>
                </c:pt>
                <c:pt idx="1748">
                  <c:v>1.748</c:v>
                </c:pt>
                <c:pt idx="1749">
                  <c:v>1.749</c:v>
                </c:pt>
                <c:pt idx="1750">
                  <c:v>1.75</c:v>
                </c:pt>
                <c:pt idx="1751">
                  <c:v>1.751</c:v>
                </c:pt>
                <c:pt idx="1752">
                  <c:v>1.752</c:v>
                </c:pt>
                <c:pt idx="1753">
                  <c:v>1.753</c:v>
                </c:pt>
                <c:pt idx="1754">
                  <c:v>1.754</c:v>
                </c:pt>
                <c:pt idx="1755">
                  <c:v>1.755</c:v>
                </c:pt>
                <c:pt idx="1756">
                  <c:v>1.756</c:v>
                </c:pt>
                <c:pt idx="1757">
                  <c:v>1.757</c:v>
                </c:pt>
                <c:pt idx="1758">
                  <c:v>1.758</c:v>
                </c:pt>
                <c:pt idx="1759">
                  <c:v>1.759</c:v>
                </c:pt>
                <c:pt idx="1760">
                  <c:v>1.76</c:v>
                </c:pt>
                <c:pt idx="1761">
                  <c:v>1.761</c:v>
                </c:pt>
                <c:pt idx="1762">
                  <c:v>1.762</c:v>
                </c:pt>
                <c:pt idx="1763">
                  <c:v>1.763</c:v>
                </c:pt>
                <c:pt idx="1764">
                  <c:v>1.764</c:v>
                </c:pt>
                <c:pt idx="1765">
                  <c:v>1.765</c:v>
                </c:pt>
                <c:pt idx="1766">
                  <c:v>1.766</c:v>
                </c:pt>
                <c:pt idx="1767">
                  <c:v>1.767</c:v>
                </c:pt>
                <c:pt idx="1768">
                  <c:v>1.768</c:v>
                </c:pt>
                <c:pt idx="1769">
                  <c:v>1.769</c:v>
                </c:pt>
                <c:pt idx="1770">
                  <c:v>1.77</c:v>
                </c:pt>
                <c:pt idx="1771">
                  <c:v>1.771</c:v>
                </c:pt>
                <c:pt idx="1772">
                  <c:v>1.772</c:v>
                </c:pt>
                <c:pt idx="1773">
                  <c:v>1.773</c:v>
                </c:pt>
                <c:pt idx="1774">
                  <c:v>1.774</c:v>
                </c:pt>
                <c:pt idx="1775">
                  <c:v>1.775</c:v>
                </c:pt>
                <c:pt idx="1776">
                  <c:v>1.776</c:v>
                </c:pt>
                <c:pt idx="1777">
                  <c:v>1.777</c:v>
                </c:pt>
                <c:pt idx="1778">
                  <c:v>1.778</c:v>
                </c:pt>
                <c:pt idx="1779">
                  <c:v>1.779</c:v>
                </c:pt>
                <c:pt idx="1780">
                  <c:v>1.78</c:v>
                </c:pt>
                <c:pt idx="1781">
                  <c:v>1.781</c:v>
                </c:pt>
                <c:pt idx="1782">
                  <c:v>1.782</c:v>
                </c:pt>
                <c:pt idx="1783">
                  <c:v>1.783</c:v>
                </c:pt>
                <c:pt idx="1784">
                  <c:v>1.784</c:v>
                </c:pt>
                <c:pt idx="1785">
                  <c:v>1.785</c:v>
                </c:pt>
                <c:pt idx="1786">
                  <c:v>1.786</c:v>
                </c:pt>
                <c:pt idx="1787">
                  <c:v>1.787</c:v>
                </c:pt>
                <c:pt idx="1788">
                  <c:v>1.788</c:v>
                </c:pt>
                <c:pt idx="1789">
                  <c:v>1.789</c:v>
                </c:pt>
                <c:pt idx="1790">
                  <c:v>1.79</c:v>
                </c:pt>
                <c:pt idx="1791">
                  <c:v>1.791</c:v>
                </c:pt>
                <c:pt idx="1792">
                  <c:v>1.792</c:v>
                </c:pt>
                <c:pt idx="1793">
                  <c:v>1.793</c:v>
                </c:pt>
                <c:pt idx="1794">
                  <c:v>1.794</c:v>
                </c:pt>
                <c:pt idx="1795">
                  <c:v>1.795</c:v>
                </c:pt>
                <c:pt idx="1796">
                  <c:v>1.796</c:v>
                </c:pt>
                <c:pt idx="1797">
                  <c:v>1.797</c:v>
                </c:pt>
                <c:pt idx="1798">
                  <c:v>1.798</c:v>
                </c:pt>
                <c:pt idx="1799">
                  <c:v>1.799</c:v>
                </c:pt>
                <c:pt idx="1800">
                  <c:v>1.8</c:v>
                </c:pt>
                <c:pt idx="1801">
                  <c:v>1.801</c:v>
                </c:pt>
                <c:pt idx="1802">
                  <c:v>1.802</c:v>
                </c:pt>
                <c:pt idx="1803">
                  <c:v>1.803</c:v>
                </c:pt>
                <c:pt idx="1804">
                  <c:v>1.804</c:v>
                </c:pt>
                <c:pt idx="1805">
                  <c:v>1.805</c:v>
                </c:pt>
                <c:pt idx="1806">
                  <c:v>1.806</c:v>
                </c:pt>
                <c:pt idx="1807">
                  <c:v>1.807</c:v>
                </c:pt>
                <c:pt idx="1808">
                  <c:v>1.808</c:v>
                </c:pt>
                <c:pt idx="1809">
                  <c:v>1.809</c:v>
                </c:pt>
                <c:pt idx="1810">
                  <c:v>1.81</c:v>
                </c:pt>
                <c:pt idx="1811">
                  <c:v>1.811</c:v>
                </c:pt>
                <c:pt idx="1812">
                  <c:v>1.812</c:v>
                </c:pt>
                <c:pt idx="1813">
                  <c:v>1.813</c:v>
                </c:pt>
                <c:pt idx="1814">
                  <c:v>1.814</c:v>
                </c:pt>
                <c:pt idx="1815">
                  <c:v>1.815</c:v>
                </c:pt>
                <c:pt idx="1816">
                  <c:v>1.816</c:v>
                </c:pt>
                <c:pt idx="1817">
                  <c:v>1.817</c:v>
                </c:pt>
                <c:pt idx="1818">
                  <c:v>1.818</c:v>
                </c:pt>
                <c:pt idx="1819">
                  <c:v>1.819</c:v>
                </c:pt>
                <c:pt idx="1820">
                  <c:v>1.82</c:v>
                </c:pt>
                <c:pt idx="1821">
                  <c:v>1.821</c:v>
                </c:pt>
                <c:pt idx="1822">
                  <c:v>1.822</c:v>
                </c:pt>
                <c:pt idx="1823">
                  <c:v>1.823</c:v>
                </c:pt>
                <c:pt idx="1824">
                  <c:v>1.824</c:v>
                </c:pt>
                <c:pt idx="1825">
                  <c:v>1.825</c:v>
                </c:pt>
                <c:pt idx="1826">
                  <c:v>1.826</c:v>
                </c:pt>
                <c:pt idx="1827">
                  <c:v>1.827</c:v>
                </c:pt>
                <c:pt idx="1828">
                  <c:v>1.828</c:v>
                </c:pt>
                <c:pt idx="1829">
                  <c:v>1.829</c:v>
                </c:pt>
                <c:pt idx="1830">
                  <c:v>1.83</c:v>
                </c:pt>
                <c:pt idx="1831">
                  <c:v>1.831</c:v>
                </c:pt>
                <c:pt idx="1832">
                  <c:v>1.832</c:v>
                </c:pt>
                <c:pt idx="1833">
                  <c:v>1.833</c:v>
                </c:pt>
                <c:pt idx="1834">
                  <c:v>1.834</c:v>
                </c:pt>
                <c:pt idx="1835">
                  <c:v>1.835</c:v>
                </c:pt>
                <c:pt idx="1836">
                  <c:v>1.836</c:v>
                </c:pt>
                <c:pt idx="1837">
                  <c:v>1.837</c:v>
                </c:pt>
                <c:pt idx="1838">
                  <c:v>1.838</c:v>
                </c:pt>
                <c:pt idx="1839">
                  <c:v>1.839</c:v>
                </c:pt>
                <c:pt idx="1840">
                  <c:v>1.84</c:v>
                </c:pt>
                <c:pt idx="1841">
                  <c:v>1.841</c:v>
                </c:pt>
                <c:pt idx="1842">
                  <c:v>1.842</c:v>
                </c:pt>
                <c:pt idx="1843">
                  <c:v>1.843</c:v>
                </c:pt>
                <c:pt idx="1844">
                  <c:v>1.844</c:v>
                </c:pt>
                <c:pt idx="1845">
                  <c:v>1.845</c:v>
                </c:pt>
                <c:pt idx="1846">
                  <c:v>1.846</c:v>
                </c:pt>
                <c:pt idx="1847">
                  <c:v>1.847</c:v>
                </c:pt>
                <c:pt idx="1848">
                  <c:v>1.848</c:v>
                </c:pt>
                <c:pt idx="1849">
                  <c:v>1.849</c:v>
                </c:pt>
                <c:pt idx="1850">
                  <c:v>1.85</c:v>
                </c:pt>
                <c:pt idx="1851">
                  <c:v>1.851</c:v>
                </c:pt>
                <c:pt idx="1852">
                  <c:v>1.852</c:v>
                </c:pt>
                <c:pt idx="1853">
                  <c:v>1.853</c:v>
                </c:pt>
                <c:pt idx="1854">
                  <c:v>1.854</c:v>
                </c:pt>
                <c:pt idx="1855">
                  <c:v>1.855</c:v>
                </c:pt>
                <c:pt idx="1856">
                  <c:v>1.856</c:v>
                </c:pt>
                <c:pt idx="1857">
                  <c:v>1.857</c:v>
                </c:pt>
                <c:pt idx="1858">
                  <c:v>1.858</c:v>
                </c:pt>
                <c:pt idx="1859">
                  <c:v>1.859</c:v>
                </c:pt>
                <c:pt idx="1860">
                  <c:v>1.86</c:v>
                </c:pt>
                <c:pt idx="1861">
                  <c:v>1.861</c:v>
                </c:pt>
                <c:pt idx="1862">
                  <c:v>1.862</c:v>
                </c:pt>
                <c:pt idx="1863">
                  <c:v>1.863</c:v>
                </c:pt>
                <c:pt idx="1864">
                  <c:v>1.864</c:v>
                </c:pt>
                <c:pt idx="1865">
                  <c:v>1.865</c:v>
                </c:pt>
                <c:pt idx="1866">
                  <c:v>1.866</c:v>
                </c:pt>
                <c:pt idx="1867">
                  <c:v>1.867</c:v>
                </c:pt>
                <c:pt idx="1868">
                  <c:v>1.868</c:v>
                </c:pt>
                <c:pt idx="1869">
                  <c:v>1.869</c:v>
                </c:pt>
                <c:pt idx="1870">
                  <c:v>1.87</c:v>
                </c:pt>
                <c:pt idx="1871">
                  <c:v>1.871</c:v>
                </c:pt>
                <c:pt idx="1872">
                  <c:v>1.872</c:v>
                </c:pt>
                <c:pt idx="1873">
                  <c:v>1.873</c:v>
                </c:pt>
                <c:pt idx="1874">
                  <c:v>1.874</c:v>
                </c:pt>
                <c:pt idx="1875">
                  <c:v>1.875</c:v>
                </c:pt>
                <c:pt idx="1876">
                  <c:v>1.876</c:v>
                </c:pt>
                <c:pt idx="1877">
                  <c:v>1.877</c:v>
                </c:pt>
                <c:pt idx="1878">
                  <c:v>1.878</c:v>
                </c:pt>
                <c:pt idx="1879">
                  <c:v>1.879</c:v>
                </c:pt>
                <c:pt idx="1880">
                  <c:v>1.88</c:v>
                </c:pt>
                <c:pt idx="1881">
                  <c:v>1.881</c:v>
                </c:pt>
                <c:pt idx="1882">
                  <c:v>1.882</c:v>
                </c:pt>
                <c:pt idx="1883">
                  <c:v>1.883</c:v>
                </c:pt>
                <c:pt idx="1884">
                  <c:v>1.884</c:v>
                </c:pt>
                <c:pt idx="1885">
                  <c:v>1.885</c:v>
                </c:pt>
                <c:pt idx="1886">
                  <c:v>1.886</c:v>
                </c:pt>
                <c:pt idx="1887">
                  <c:v>1.887</c:v>
                </c:pt>
                <c:pt idx="1888">
                  <c:v>1.888</c:v>
                </c:pt>
                <c:pt idx="1889">
                  <c:v>1.889</c:v>
                </c:pt>
                <c:pt idx="1890">
                  <c:v>1.89</c:v>
                </c:pt>
                <c:pt idx="1891">
                  <c:v>1.891</c:v>
                </c:pt>
                <c:pt idx="1892">
                  <c:v>1.892</c:v>
                </c:pt>
                <c:pt idx="1893">
                  <c:v>1.893</c:v>
                </c:pt>
                <c:pt idx="1894">
                  <c:v>1.894</c:v>
                </c:pt>
                <c:pt idx="1895">
                  <c:v>1.895</c:v>
                </c:pt>
                <c:pt idx="1896">
                  <c:v>1.896</c:v>
                </c:pt>
                <c:pt idx="1897">
                  <c:v>1.897</c:v>
                </c:pt>
                <c:pt idx="1898">
                  <c:v>1.898</c:v>
                </c:pt>
                <c:pt idx="1899">
                  <c:v>1.899</c:v>
                </c:pt>
                <c:pt idx="1900">
                  <c:v>1.9</c:v>
                </c:pt>
                <c:pt idx="1901">
                  <c:v>1.901</c:v>
                </c:pt>
                <c:pt idx="1902">
                  <c:v>1.902</c:v>
                </c:pt>
                <c:pt idx="1903">
                  <c:v>1.903</c:v>
                </c:pt>
                <c:pt idx="1904">
                  <c:v>1.904</c:v>
                </c:pt>
                <c:pt idx="1905">
                  <c:v>1.905</c:v>
                </c:pt>
                <c:pt idx="1906">
                  <c:v>1.906</c:v>
                </c:pt>
                <c:pt idx="1907">
                  <c:v>1.907</c:v>
                </c:pt>
                <c:pt idx="1908">
                  <c:v>1.908</c:v>
                </c:pt>
                <c:pt idx="1909">
                  <c:v>1.909</c:v>
                </c:pt>
                <c:pt idx="1910">
                  <c:v>1.91</c:v>
                </c:pt>
                <c:pt idx="1911">
                  <c:v>1.911</c:v>
                </c:pt>
                <c:pt idx="1912">
                  <c:v>1.912</c:v>
                </c:pt>
                <c:pt idx="1913">
                  <c:v>1.913</c:v>
                </c:pt>
                <c:pt idx="1914">
                  <c:v>1.914</c:v>
                </c:pt>
                <c:pt idx="1915">
                  <c:v>1.915</c:v>
                </c:pt>
                <c:pt idx="1916">
                  <c:v>1.916</c:v>
                </c:pt>
                <c:pt idx="1917">
                  <c:v>1.917</c:v>
                </c:pt>
                <c:pt idx="1918">
                  <c:v>1.918</c:v>
                </c:pt>
                <c:pt idx="1919">
                  <c:v>1.919</c:v>
                </c:pt>
                <c:pt idx="1920">
                  <c:v>1.92</c:v>
                </c:pt>
                <c:pt idx="1921">
                  <c:v>1.921</c:v>
                </c:pt>
                <c:pt idx="1922">
                  <c:v>1.922</c:v>
                </c:pt>
                <c:pt idx="1923">
                  <c:v>1.923</c:v>
                </c:pt>
                <c:pt idx="1924">
                  <c:v>1.924</c:v>
                </c:pt>
                <c:pt idx="1925">
                  <c:v>1.925</c:v>
                </c:pt>
                <c:pt idx="1926">
                  <c:v>1.926</c:v>
                </c:pt>
                <c:pt idx="1927">
                  <c:v>1.927</c:v>
                </c:pt>
                <c:pt idx="1928">
                  <c:v>1.928</c:v>
                </c:pt>
                <c:pt idx="1929">
                  <c:v>1.929</c:v>
                </c:pt>
                <c:pt idx="1930">
                  <c:v>1.93</c:v>
                </c:pt>
                <c:pt idx="1931">
                  <c:v>1.931</c:v>
                </c:pt>
                <c:pt idx="1932">
                  <c:v>1.932</c:v>
                </c:pt>
                <c:pt idx="1933">
                  <c:v>1.933</c:v>
                </c:pt>
                <c:pt idx="1934">
                  <c:v>1.934</c:v>
                </c:pt>
                <c:pt idx="1935">
                  <c:v>1.935</c:v>
                </c:pt>
                <c:pt idx="1936">
                  <c:v>1.936</c:v>
                </c:pt>
                <c:pt idx="1937">
                  <c:v>1.937</c:v>
                </c:pt>
                <c:pt idx="1938">
                  <c:v>1.938</c:v>
                </c:pt>
                <c:pt idx="1939">
                  <c:v>1.939</c:v>
                </c:pt>
                <c:pt idx="1940">
                  <c:v>1.94</c:v>
                </c:pt>
                <c:pt idx="1941">
                  <c:v>1.941</c:v>
                </c:pt>
                <c:pt idx="1942">
                  <c:v>1.942</c:v>
                </c:pt>
                <c:pt idx="1943">
                  <c:v>1.943</c:v>
                </c:pt>
                <c:pt idx="1944">
                  <c:v>1.944</c:v>
                </c:pt>
                <c:pt idx="1945">
                  <c:v>1.945</c:v>
                </c:pt>
                <c:pt idx="1946">
                  <c:v>1.946</c:v>
                </c:pt>
                <c:pt idx="1947">
                  <c:v>1.947</c:v>
                </c:pt>
                <c:pt idx="1948">
                  <c:v>1.948</c:v>
                </c:pt>
                <c:pt idx="1949">
                  <c:v>1.949</c:v>
                </c:pt>
                <c:pt idx="1950">
                  <c:v>1.95</c:v>
                </c:pt>
                <c:pt idx="1951">
                  <c:v>1.951</c:v>
                </c:pt>
                <c:pt idx="1952">
                  <c:v>1.952</c:v>
                </c:pt>
                <c:pt idx="1953">
                  <c:v>1.953</c:v>
                </c:pt>
                <c:pt idx="1954">
                  <c:v>1.954</c:v>
                </c:pt>
                <c:pt idx="1955">
                  <c:v>1.955</c:v>
                </c:pt>
                <c:pt idx="1956">
                  <c:v>1.956</c:v>
                </c:pt>
                <c:pt idx="1957">
                  <c:v>1.957</c:v>
                </c:pt>
                <c:pt idx="1958">
                  <c:v>1.958</c:v>
                </c:pt>
                <c:pt idx="1959">
                  <c:v>1.959</c:v>
                </c:pt>
                <c:pt idx="1960">
                  <c:v>1.96</c:v>
                </c:pt>
                <c:pt idx="1961">
                  <c:v>1.961</c:v>
                </c:pt>
                <c:pt idx="1962">
                  <c:v>1.962</c:v>
                </c:pt>
                <c:pt idx="1963">
                  <c:v>1.963</c:v>
                </c:pt>
                <c:pt idx="1964">
                  <c:v>1.964</c:v>
                </c:pt>
                <c:pt idx="1965">
                  <c:v>1.965</c:v>
                </c:pt>
                <c:pt idx="1966">
                  <c:v>1.966</c:v>
                </c:pt>
                <c:pt idx="1967">
                  <c:v>1.967</c:v>
                </c:pt>
                <c:pt idx="1968">
                  <c:v>1.968</c:v>
                </c:pt>
                <c:pt idx="1969">
                  <c:v>1.969</c:v>
                </c:pt>
                <c:pt idx="1970">
                  <c:v>1.97</c:v>
                </c:pt>
                <c:pt idx="1971">
                  <c:v>1.971</c:v>
                </c:pt>
                <c:pt idx="1972">
                  <c:v>1.972</c:v>
                </c:pt>
                <c:pt idx="1973">
                  <c:v>1.973</c:v>
                </c:pt>
                <c:pt idx="1974">
                  <c:v>1.974</c:v>
                </c:pt>
                <c:pt idx="1975">
                  <c:v>1.975</c:v>
                </c:pt>
                <c:pt idx="1976">
                  <c:v>1.976</c:v>
                </c:pt>
                <c:pt idx="1977">
                  <c:v>1.977</c:v>
                </c:pt>
                <c:pt idx="1978">
                  <c:v>1.978</c:v>
                </c:pt>
                <c:pt idx="1979">
                  <c:v>1.979</c:v>
                </c:pt>
                <c:pt idx="1980">
                  <c:v>1.98</c:v>
                </c:pt>
                <c:pt idx="1981">
                  <c:v>1.981</c:v>
                </c:pt>
                <c:pt idx="1982">
                  <c:v>1.982</c:v>
                </c:pt>
                <c:pt idx="1983">
                  <c:v>1.983</c:v>
                </c:pt>
                <c:pt idx="1984">
                  <c:v>1.984</c:v>
                </c:pt>
                <c:pt idx="1985">
                  <c:v>1.985</c:v>
                </c:pt>
                <c:pt idx="1986">
                  <c:v>1.986</c:v>
                </c:pt>
                <c:pt idx="1987">
                  <c:v>1.987</c:v>
                </c:pt>
                <c:pt idx="1988">
                  <c:v>1.988</c:v>
                </c:pt>
                <c:pt idx="1989">
                  <c:v>1.989</c:v>
                </c:pt>
                <c:pt idx="1990">
                  <c:v>1.99</c:v>
                </c:pt>
                <c:pt idx="1991">
                  <c:v>1.991</c:v>
                </c:pt>
                <c:pt idx="1992">
                  <c:v>1.992</c:v>
                </c:pt>
                <c:pt idx="1993">
                  <c:v>1.993</c:v>
                </c:pt>
                <c:pt idx="1994">
                  <c:v>1.994</c:v>
                </c:pt>
                <c:pt idx="1995">
                  <c:v>1.995</c:v>
                </c:pt>
                <c:pt idx="1996">
                  <c:v>1.996</c:v>
                </c:pt>
                <c:pt idx="1997">
                  <c:v>1.997</c:v>
                </c:pt>
                <c:pt idx="1998">
                  <c:v>1.998</c:v>
                </c:pt>
                <c:pt idx="1999">
                  <c:v>1.999</c:v>
                </c:pt>
                <c:pt idx="2000">
                  <c:v>2</c:v>
                </c:pt>
              </c:numCache>
            </c:numRef>
          </c:xVal>
          <c:yVal>
            <c:numRef>
              <c:f>'Chart Data'!$D$2:$D$2002</c:f>
              <c:numCache>
                <c:formatCode>0.0</c:formatCode>
                <c:ptCount val="2001"/>
                <c:pt idx="0">
                  <c:v>0.0739046157998</c:v>
                </c:pt>
                <c:pt idx="1">
                  <c:v>0.0743677741157</c:v>
                </c:pt>
                <c:pt idx="2">
                  <c:v>0.0748351924234</c:v>
                </c:pt>
                <c:pt idx="3">
                  <c:v>0.0753069207223</c:v>
                </c:pt>
                <c:pt idx="4">
                  <c:v>0.0757830096907</c:v>
                </c:pt>
                <c:pt idx="5">
                  <c:v>0.0762635106942</c:v>
                </c:pt>
                <c:pt idx="6">
                  <c:v>0.0767484757965</c:v>
                </c:pt>
                <c:pt idx="7">
                  <c:v>0.077237957768</c:v>
                </c:pt>
                <c:pt idx="8">
                  <c:v>0.0777320100963</c:v>
                </c:pt>
                <c:pt idx="9">
                  <c:v>0.0782306869959</c:v>
                </c:pt>
                <c:pt idx="10">
                  <c:v>0.0787340434184</c:v>
                </c:pt>
                <c:pt idx="11">
                  <c:v>0.0792421350621</c:v>
                </c:pt>
                <c:pt idx="12">
                  <c:v>0.0797550183829</c:v>
                </c:pt>
                <c:pt idx="13">
                  <c:v>0.0802727506039</c:v>
                </c:pt>
                <c:pt idx="14">
                  <c:v>0.0807953897265</c:v>
                </c:pt>
                <c:pt idx="15">
                  <c:v>0.0813229945404</c:v>
                </c:pt>
                <c:pt idx="16">
                  <c:v>0.0818556246343</c:v>
                </c:pt>
                <c:pt idx="17">
                  <c:v>0.0823933404065</c:v>
                </c:pt>
                <c:pt idx="18">
                  <c:v>0.0829362030759</c:v>
                </c:pt>
                <c:pt idx="19">
                  <c:v>0.0834842746927</c:v>
                </c:pt>
                <c:pt idx="20">
                  <c:v>0.0840376181489</c:v>
                </c:pt>
                <c:pt idx="21">
                  <c:v>0.0845962971902</c:v>
                </c:pt>
                <c:pt idx="22">
                  <c:v>0.085160376426</c:v>
                </c:pt>
                <c:pt idx="23">
                  <c:v>0.0857299213413</c:v>
                </c:pt>
                <c:pt idx="24">
                  <c:v>0.0863049983075</c:v>
                </c:pt>
                <c:pt idx="25">
                  <c:v>0.0868856745937</c:v>
                </c:pt>
                <c:pt idx="26">
                  <c:v>0.0874720183781</c:v>
                </c:pt>
                <c:pt idx="27">
                  <c:v>0.088064098759</c:v>
                </c:pt>
                <c:pt idx="28">
                  <c:v>0.0886619857667</c:v>
                </c:pt>
                <c:pt idx="29">
                  <c:v>0.0892657503745</c:v>
                </c:pt>
                <c:pt idx="30">
                  <c:v>0.08987546451</c:v>
                </c:pt>
                <c:pt idx="31">
                  <c:v>0.0904912010671</c:v>
                </c:pt>
                <c:pt idx="32">
                  <c:v>0.0911130339169</c:v>
                </c:pt>
                <c:pt idx="33">
                  <c:v>0.0917410379197</c:v>
                </c:pt>
                <c:pt idx="34">
                  <c:v>0.0923752889357</c:v>
                </c:pt>
                <c:pt idx="35">
                  <c:v>0.0930158638373</c:v>
                </c:pt>
                <c:pt idx="36">
                  <c:v>0.09366284052</c:v>
                </c:pt>
                <c:pt idx="37">
                  <c:v>0.0943162979139</c:v>
                </c:pt>
                <c:pt idx="38">
                  <c:v>0.0949763159949</c:v>
                </c:pt>
                <c:pt idx="39">
                  <c:v>0.0956429757963</c:v>
                </c:pt>
                <c:pt idx="40">
                  <c:v>0.0963163594198</c:v>
                </c:pt>
                <c:pt idx="41">
                  <c:v>0.0969965500467</c:v>
                </c:pt>
                <c:pt idx="42">
                  <c:v>0.0976836319489</c:v>
                </c:pt>
                <c:pt idx="43">
                  <c:v>0.0983776904997</c:v>
                </c:pt>
                <c:pt idx="44">
                  <c:v>0.0990788121849</c:v>
                </c:pt>
                <c:pt idx="45">
                  <c:v>0.0997870846133</c:v>
                </c:pt>
                <c:pt idx="46">
                  <c:v>0.100502596527</c:v>
                </c:pt>
                <c:pt idx="47">
                  <c:v>0.101225437812</c:v>
                </c:pt>
                <c:pt idx="48">
                  <c:v>0.101955699509</c:v>
                </c:pt>
                <c:pt idx="49">
                  <c:v>0.102693473821</c:v>
                </c:pt>
                <c:pt idx="50">
                  <c:v>0.103438854125</c:v>
                </c:pt>
                <c:pt idx="51">
                  <c:v>0.104191934983</c:v>
                </c:pt>
                <c:pt idx="52">
                  <c:v>0.104952812147</c:v>
                </c:pt>
                <c:pt idx="53">
                  <c:v>0.10572158257</c:v>
                </c:pt>
                <c:pt idx="54">
                  <c:v>0.106498344415</c:v>
                </c:pt>
                <c:pt idx="55">
                  <c:v>0.107283197063</c:v>
                </c:pt>
                <c:pt idx="56">
                  <c:v>0.10807624112</c:v>
                </c:pt>
                <c:pt idx="57">
                  <c:v>0.108877578425</c:v>
                </c:pt>
                <c:pt idx="58">
                  <c:v>0.109687312057</c:v>
                </c:pt>
                <c:pt idx="59">
                  <c:v>0.11050554634</c:v>
                </c:pt>
                <c:pt idx="60">
                  <c:v>0.111332386851</c:v>
                </c:pt>
                <c:pt idx="61">
                  <c:v>0.112167940425</c:v>
                </c:pt>
                <c:pt idx="62">
                  <c:v>0.113012315158</c:v>
                </c:pt>
                <c:pt idx="63">
                  <c:v>0.113865620415</c:v>
                </c:pt>
                <c:pt idx="64">
                  <c:v>0.114727966829</c:v>
                </c:pt>
                <c:pt idx="65">
                  <c:v>0.115599466306</c:v>
                </c:pt>
                <c:pt idx="66">
                  <c:v>0.116480232029</c:v>
                </c:pt>
                <c:pt idx="67">
                  <c:v>0.117370378455</c:v>
                </c:pt>
                <c:pt idx="68">
                  <c:v>0.118270021321</c:v>
                </c:pt>
                <c:pt idx="69">
                  <c:v>0.119179277639</c:v>
                </c:pt>
                <c:pt idx="70">
                  <c:v>0.120098265696</c:v>
                </c:pt>
                <c:pt idx="71">
                  <c:v>0.121027105054</c:v>
                </c:pt>
                <c:pt idx="72">
                  <c:v>0.121965916544</c:v>
                </c:pt>
                <c:pt idx="73">
                  <c:v>0.122914822261</c:v>
                </c:pt>
                <c:pt idx="74">
                  <c:v>0.123873945564</c:v>
                </c:pt>
                <c:pt idx="75">
                  <c:v>0.12484341106</c:v>
                </c:pt>
                <c:pt idx="76">
                  <c:v>0.125823344607</c:v>
                </c:pt>
                <c:pt idx="77">
                  <c:v>0.126813873295</c:v>
                </c:pt>
                <c:pt idx="78">
                  <c:v>0.127815125441</c:v>
                </c:pt>
                <c:pt idx="79">
                  <c:v>0.128827230574</c:v>
                </c:pt>
                <c:pt idx="80">
                  <c:v>0.129850319424</c:v>
                </c:pt>
                <c:pt idx="81">
                  <c:v>0.130884523904</c:v>
                </c:pt>
                <c:pt idx="82">
                  <c:v>0.131929977094</c:v>
                </c:pt>
                <c:pt idx="83">
                  <c:v>0.132986813222</c:v>
                </c:pt>
                <c:pt idx="84">
                  <c:v>0.134055167643</c:v>
                </c:pt>
                <c:pt idx="85">
                  <c:v>0.135135176818</c:v>
                </c:pt>
                <c:pt idx="86">
                  <c:v>0.136226978287</c:v>
                </c:pt>
                <c:pt idx="87">
                  <c:v>0.137330710643</c:v>
                </c:pt>
                <c:pt idx="88">
                  <c:v>0.138446513506</c:v>
                </c:pt>
                <c:pt idx="89">
                  <c:v>0.139574527485</c:v>
                </c:pt>
                <c:pt idx="90">
                  <c:v>0.140714894151</c:v>
                </c:pt>
                <c:pt idx="91">
                  <c:v>0.141867755998</c:v>
                </c:pt>
                <c:pt idx="92">
                  <c:v>0.143033256403</c:v>
                </c:pt>
                <c:pt idx="93">
                  <c:v>0.144211539588</c:v>
                </c:pt>
                <c:pt idx="94">
                  <c:v>0.14540275057</c:v>
                </c:pt>
                <c:pt idx="95">
                  <c:v>0.146607035122</c:v>
                </c:pt>
                <c:pt idx="96">
                  <c:v>0.147824539714</c:v>
                </c:pt>
                <c:pt idx="97">
                  <c:v>0.149055411466</c:v>
                </c:pt>
                <c:pt idx="98">
                  <c:v>0.150299798089</c:v>
                </c:pt>
                <c:pt idx="99">
                  <c:v>0.151557847823</c:v>
                </c:pt>
                <c:pt idx="100">
                  <c:v>0.152829709378</c:v>
                </c:pt>
                <c:pt idx="101">
                  <c:v>0.154115531864</c:v>
                </c:pt>
                <c:pt idx="102">
                  <c:v>0.155415464721</c:v>
                </c:pt>
                <c:pt idx="103">
                  <c:v>0.156729657643</c:v>
                </c:pt>
                <c:pt idx="104">
                  <c:v>0.158058260502</c:v>
                </c:pt>
                <c:pt idx="105">
                  <c:v>0.159401423263</c:v>
                </c:pt>
                <c:pt idx="106">
                  <c:v>0.1607592959</c:v>
                </c:pt>
                <c:pt idx="107">
                  <c:v>0.162132028302</c:v>
                </c:pt>
                <c:pt idx="108">
                  <c:v>0.163519770177</c:v>
                </c:pt>
                <c:pt idx="109">
                  <c:v>0.164922670958</c:v>
                </c:pt>
                <c:pt idx="110">
                  <c:v>0.16634087969</c:v>
                </c:pt>
                <c:pt idx="111">
                  <c:v>0.167774544927</c:v>
                </c:pt>
                <c:pt idx="112">
                  <c:v>0.169223814614</c:v>
                </c:pt>
                <c:pt idx="113">
                  <c:v>0.17068883597</c:v>
                </c:pt>
                <c:pt idx="114">
                  <c:v>0.172169755362</c:v>
                </c:pt>
                <c:pt idx="115">
                  <c:v>0.173666718177</c:v>
                </c:pt>
                <c:pt idx="116">
                  <c:v>0.175179868685</c:v>
                </c:pt>
                <c:pt idx="117">
                  <c:v>0.176709349902</c:v>
                </c:pt>
                <c:pt idx="118">
                  <c:v>0.178255303444</c:v>
                </c:pt>
                <c:pt idx="119">
                  <c:v>0.179817869371</c:v>
                </c:pt>
                <c:pt idx="120">
                  <c:v>0.181397186039</c:v>
                </c:pt>
                <c:pt idx="121">
                  <c:v>0.182993389931</c:v>
                </c:pt>
                <c:pt idx="122">
                  <c:v>0.184606615491</c:v>
                </c:pt>
                <c:pt idx="123">
                  <c:v>0.186236994954</c:v>
                </c:pt>
                <c:pt idx="124">
                  <c:v>0.18788465816</c:v>
                </c:pt>
                <c:pt idx="125">
                  <c:v>0.189549732377</c:v>
                </c:pt>
                <c:pt idx="126">
                  <c:v>0.191232342104</c:v>
                </c:pt>
                <c:pt idx="127">
                  <c:v>0.192932608877</c:v>
                </c:pt>
                <c:pt idx="128">
                  <c:v>0.194650651069</c:v>
                </c:pt>
                <c:pt idx="129">
                  <c:v>0.19638658368</c:v>
                </c:pt>
                <c:pt idx="130">
                  <c:v>0.198140518122</c:v>
                </c:pt>
                <c:pt idx="131">
                  <c:v>0.199912562007</c:v>
                </c:pt>
                <c:pt idx="132">
                  <c:v>0.201702818916</c:v>
                </c:pt>
                <c:pt idx="133">
                  <c:v>0.203511388172</c:v>
                </c:pt>
                <c:pt idx="134">
                  <c:v>0.205338364608</c:v>
                </c:pt>
                <c:pt idx="135">
                  <c:v>0.207183838324</c:v>
                </c:pt>
                <c:pt idx="136">
                  <c:v>0.209047894447</c:v>
                </c:pt>
                <c:pt idx="137">
                  <c:v>0.210930612876</c:v>
                </c:pt>
                <c:pt idx="138">
                  <c:v>0.212832068036</c:v>
                </c:pt>
                <c:pt idx="139">
                  <c:v>0.214752328616</c:v>
                </c:pt>
                <c:pt idx="140">
                  <c:v>0.21669145731</c:v>
                </c:pt>
                <c:pt idx="141">
                  <c:v>0.218649510552</c:v>
                </c:pt>
                <c:pt idx="142">
                  <c:v>0.220626538249</c:v>
                </c:pt>
                <c:pt idx="143">
                  <c:v>0.222622583509</c:v>
                </c:pt>
                <c:pt idx="144">
                  <c:v>0.224637682369</c:v>
                </c:pt>
                <c:pt idx="145">
                  <c:v>0.226671863522</c:v>
                </c:pt>
                <c:pt idx="146">
                  <c:v>0.228725148036</c:v>
                </c:pt>
                <c:pt idx="147">
                  <c:v>0.23079754908</c:v>
                </c:pt>
                <c:pt idx="148">
                  <c:v>0.232889071644</c:v>
                </c:pt>
                <c:pt idx="149">
                  <c:v>0.234999712262</c:v>
                </c:pt>
                <c:pt idx="150">
                  <c:v>0.237129458731</c:v>
                </c:pt>
                <c:pt idx="151">
                  <c:v>0.239278289839</c:v>
                </c:pt>
                <c:pt idx="152">
                  <c:v>0.241446175082</c:v>
                </c:pt>
                <c:pt idx="153">
                  <c:v>0.2436330744</c:v>
                </c:pt>
                <c:pt idx="154">
                  <c:v>0.245838937896</c:v>
                </c:pt>
                <c:pt idx="155">
                  <c:v>0.248063705579</c:v>
                </c:pt>
                <c:pt idx="156">
                  <c:v>0.250307307093</c:v>
                </c:pt>
                <c:pt idx="157">
                  <c:v>0.252569661464</c:v>
                </c:pt>
                <c:pt idx="158">
                  <c:v>0.254850676844</c:v>
                </c:pt>
                <c:pt idx="159">
                  <c:v>0.257150250266</c:v>
                </c:pt>
                <c:pt idx="160">
                  <c:v>0.259468267405</c:v>
                </c:pt>
                <c:pt idx="161">
                  <c:v>0.261804602346</c:v>
                </c:pt>
                <c:pt idx="162">
                  <c:v>0.264159117358</c:v>
                </c:pt>
                <c:pt idx="163">
                  <c:v>0.266531662683</c:v>
                </c:pt>
                <c:pt idx="164">
                  <c:v>0.268922076329</c:v>
                </c:pt>
                <c:pt idx="165">
                  <c:v>0.271330183879</c:v>
                </c:pt>
                <c:pt idx="166">
                  <c:v>0.273755798306</c:v>
                </c:pt>
                <c:pt idx="167">
                  <c:v>0.276198719802</c:v>
                </c:pt>
                <c:pt idx="168">
                  <c:v>0.278658735622</c:v>
                </c:pt>
                <c:pt idx="169">
                  <c:v>0.28113561994</c:v>
                </c:pt>
                <c:pt idx="170">
                  <c:v>0.283629133718</c:v>
                </c:pt>
                <c:pt idx="171">
                  <c:v>0.286139024589</c:v>
                </c:pt>
                <c:pt idx="172">
                  <c:v>0.288665026758</c:v>
                </c:pt>
                <c:pt idx="173">
                  <c:v>0.291206860922</c:v>
                </c:pt>
                <c:pt idx="174">
                  <c:v>0.293764234194</c:v>
                </c:pt>
                <c:pt idx="175">
                  <c:v>0.296336840059</c:v>
                </c:pt>
                <c:pt idx="176">
                  <c:v>0.29892435834</c:v>
                </c:pt>
                <c:pt idx="177">
                  <c:v>0.301526455181</c:v>
                </c:pt>
                <c:pt idx="178">
                  <c:v>0.30414278305</c:v>
                </c:pt>
                <c:pt idx="179">
                  <c:v>0.306772980765</c:v>
                </c:pt>
                <c:pt idx="180">
                  <c:v>0.30941667353</c:v>
                </c:pt>
                <c:pt idx="181">
                  <c:v>0.312073473</c:v>
                </c:pt>
                <c:pt idx="182">
                  <c:v>0.314742977358</c:v>
                </c:pt>
                <c:pt idx="183">
                  <c:v>0.317424771416</c:v>
                </c:pt>
                <c:pt idx="184">
                  <c:v>0.320118426735</c:v>
                </c:pt>
                <c:pt idx="185">
                  <c:v>0.322823501763</c:v>
                </c:pt>
                <c:pt idx="186">
                  <c:v>0.325539541997</c:v>
                </c:pt>
                <c:pt idx="187">
                  <c:v>0.32826608016</c:v>
                </c:pt>
                <c:pt idx="188">
                  <c:v>0.331002636399</c:v>
                </c:pt>
                <c:pt idx="189">
                  <c:v>0.333748718508</c:v>
                </c:pt>
                <c:pt idx="190">
                  <c:v>0.336503822164</c:v>
                </c:pt>
                <c:pt idx="191">
                  <c:v>0.33926743118</c:v>
                </c:pt>
                <c:pt idx="192">
                  <c:v>0.342039017789</c:v>
                </c:pt>
                <c:pt idx="193">
                  <c:v>0.344818042933</c:v>
                </c:pt>
                <c:pt idx="194">
                  <c:v>0.347603956578</c:v>
                </c:pt>
                <c:pt idx="195">
                  <c:v>0.350396198042</c:v>
                </c:pt>
                <c:pt idx="196">
                  <c:v>0.353194196346</c:v>
                </c:pt>
                <c:pt idx="197">
                  <c:v>0.355997370576</c:v>
                </c:pt>
                <c:pt idx="198">
                  <c:v>0.358805130261</c:v>
                </c:pt>
                <c:pt idx="199">
                  <c:v>0.361616875774</c:v>
                </c:pt>
                <c:pt idx="200">
                  <c:v>0.364431998737</c:v>
                </c:pt>
                <c:pt idx="201">
                  <c:v>0.367249882444</c:v>
                </c:pt>
                <c:pt idx="202">
                  <c:v>0.370069902306</c:v>
                </c:pt>
                <c:pt idx="203">
                  <c:v>0.372891426291</c:v>
                </c:pt>
                <c:pt idx="204">
                  <c:v>0.375713815393</c:v>
                </c:pt>
                <c:pt idx="205">
                  <c:v>0.378536424098</c:v>
                </c:pt>
                <c:pt idx="206">
                  <c:v>0.381358600871</c:v>
                </c:pt>
                <c:pt idx="207">
                  <c:v>0.384179688643</c:v>
                </c:pt>
                <c:pt idx="208">
                  <c:v>0.386999025312</c:v>
                </c:pt>
                <c:pt idx="209">
                  <c:v>0.389815944248</c:v>
                </c:pt>
                <c:pt idx="210">
                  <c:v>0.392629774807</c:v>
                </c:pt>
                <c:pt idx="211">
                  <c:v>0.395439842844</c:v>
                </c:pt>
                <c:pt idx="212">
                  <c:v>0.398245471241</c:v>
                </c:pt>
                <c:pt idx="213">
                  <c:v>0.401045980423</c:v>
                </c:pt>
                <c:pt idx="214">
                  <c:v>0.403840688893</c:v>
                </c:pt>
                <c:pt idx="215">
                  <c:v>0.406628913754</c:v>
                </c:pt>
                <c:pt idx="216">
                  <c:v>0.409409971238</c:v>
                </c:pt>
                <c:pt idx="217">
                  <c:v>0.412183177231</c:v>
                </c:pt>
                <c:pt idx="218">
                  <c:v>0.4149478478</c:v>
                </c:pt>
                <c:pt idx="219">
                  <c:v>0.417703299711</c:v>
                </c:pt>
                <c:pt idx="220">
                  <c:v>0.42044885095</c:v>
                </c:pt>
                <c:pt idx="221">
                  <c:v>0.423183821226</c:v>
                </c:pt>
                <c:pt idx="222">
                  <c:v>0.425907532484</c:v>
                </c:pt>
                <c:pt idx="223">
                  <c:v>0.4286193094</c:v>
                </c:pt>
                <c:pt idx="224">
                  <c:v>0.431318479868</c:v>
                </c:pt>
                <c:pt idx="225">
                  <c:v>0.43400437548</c:v>
                </c:pt>
                <c:pt idx="226">
                  <c:v>0.436676331999</c:v>
                </c:pt>
                <c:pt idx="227">
                  <c:v>0.439333689811</c:v>
                </c:pt>
                <c:pt idx="228">
                  <c:v>0.441975794376</c:v>
                </c:pt>
                <c:pt idx="229">
                  <c:v>0.444601996656</c:v>
                </c:pt>
                <c:pt idx="230">
                  <c:v>0.447211653539</c:v>
                </c:pt>
                <c:pt idx="231">
                  <c:v>0.449804128236</c:v>
                </c:pt>
                <c:pt idx="232">
                  <c:v>0.452378790675</c:v>
                </c:pt>
                <c:pt idx="233">
                  <c:v>0.454935017872</c:v>
                </c:pt>
                <c:pt idx="234">
                  <c:v>0.457472194284</c:v>
                </c:pt>
                <c:pt idx="235">
                  <c:v>0.459989712148</c:v>
                </c:pt>
                <c:pt idx="236">
                  <c:v>0.462486971803</c:v>
                </c:pt>
                <c:pt idx="237">
                  <c:v>0.464963381989</c:v>
                </c:pt>
                <c:pt idx="238">
                  <c:v>0.467418360131</c:v>
                </c:pt>
                <c:pt idx="239">
                  <c:v>0.469851332601</c:v>
                </c:pt>
                <c:pt idx="240">
                  <c:v>0.472261734963</c:v>
                </c:pt>
                <c:pt idx="241">
                  <c:v>0.474649012198</c:v>
                </c:pt>
                <c:pt idx="242">
                  <c:v>0.477012618905</c:v>
                </c:pt>
                <c:pt idx="243">
                  <c:v>0.479352019491</c:v>
                </c:pt>
                <c:pt idx="244">
                  <c:v>0.481666688328</c:v>
                </c:pt>
                <c:pt idx="245">
                  <c:v>0.483956109905</c:v>
                </c:pt>
                <c:pt idx="246">
                  <c:v>0.486219778945</c:v>
                </c:pt>
                <c:pt idx="247">
                  <c:v>0.488457200517</c:v>
                </c:pt>
                <c:pt idx="248">
                  <c:v>0.490667890117</c:v>
                </c:pt>
                <c:pt idx="249">
                  <c:v>0.492851373737</c:v>
                </c:pt>
                <c:pt idx="250">
                  <c:v>0.49500718791</c:v>
                </c:pt>
                <c:pt idx="251">
                  <c:v>0.497134879742</c:v>
                </c:pt>
                <c:pt idx="252">
                  <c:v>0.499234006924</c:v>
                </c:pt>
                <c:pt idx="253">
                  <c:v>0.501304137726</c:v>
                </c:pt>
                <c:pt idx="254">
                  <c:v>0.503344850971</c:v>
                </c:pt>
                <c:pt idx="255">
                  <c:v>0.505355736004</c:v>
                </c:pt>
                <c:pt idx="256">
                  <c:v>0.507336392633</c:v>
                </c:pt>
                <c:pt idx="257">
                  <c:v>0.509286431065</c:v>
                </c:pt>
                <c:pt idx="258">
                  <c:v>0.51120547182</c:v>
                </c:pt>
                <c:pt idx="259">
                  <c:v>0.513093145638</c:v>
                </c:pt>
                <c:pt idx="260">
                  <c:v>0.514949093373</c:v>
                </c:pt>
                <c:pt idx="261">
                  <c:v>0.516772965874</c:v>
                </c:pt>
                <c:pt idx="262">
                  <c:v>0.518564423854</c:v>
                </c:pt>
                <c:pt idx="263">
                  <c:v>0.520323137754</c:v>
                </c:pt>
                <c:pt idx="264">
                  <c:v>0.522048787593</c:v>
                </c:pt>
                <c:pt idx="265">
                  <c:v>0.523741062815</c:v>
                </c:pt>
                <c:pt idx="266">
                  <c:v>0.525399662125</c:v>
                </c:pt>
                <c:pt idx="267">
                  <c:v>0.527024293323</c:v>
                </c:pt>
                <c:pt idx="268">
                  <c:v>0.528614673129</c:v>
                </c:pt>
                <c:pt idx="269">
                  <c:v>0.530170527004</c:v>
                </c:pt>
                <c:pt idx="270">
                  <c:v>0.531691588975</c:v>
                </c:pt>
                <c:pt idx="271">
                  <c:v>0.533177601443</c:v>
                </c:pt>
                <c:pt idx="272">
                  <c:v>0.534628315007</c:v>
                </c:pt>
                <c:pt idx="273">
                  <c:v>0.536043488273</c:v>
                </c:pt>
                <c:pt idx="274">
                  <c:v>0.53742288767</c:v>
                </c:pt>
                <c:pt idx="275">
                  <c:v>0.538766287268</c:v>
                </c:pt>
                <c:pt idx="276">
                  <c:v>0.540073468591</c:v>
                </c:pt>
                <c:pt idx="277">
                  <c:v>0.541344220443</c:v>
                </c:pt>
                <c:pt idx="278">
                  <c:v>0.542578338725</c:v>
                </c:pt>
                <c:pt idx="279">
                  <c:v>0.543775626268</c:v>
                </c:pt>
                <c:pt idx="280">
                  <c:v>0.544935892661</c:v>
                </c:pt>
                <c:pt idx="281">
                  <c:v>0.546058954092</c:v>
                </c:pt>
                <c:pt idx="282">
                  <c:v>0.547144633188</c:v>
                </c:pt>
                <c:pt idx="283">
                  <c:v>0.548192758868</c:v>
                </c:pt>
                <c:pt idx="284">
                  <c:v>0.5492031662</c:v>
                </c:pt>
                <c:pt idx="285">
                  <c:v>0.550175696264</c:v>
                </c:pt>
                <c:pt idx="286">
                  <c:v>0.55111019603</c:v>
                </c:pt>
                <c:pt idx="287">
                  <c:v>0.552006518234</c:v>
                </c:pt>
                <c:pt idx="288">
                  <c:v>0.552864521273</c:v>
                </c:pt>
                <c:pt idx="289">
                  <c:v>0.553684069107</c:v>
                </c:pt>
                <c:pt idx="290">
                  <c:v>0.554465031166</c:v>
                </c:pt>
                <c:pt idx="291">
                  <c:v>0.555207282275</c:v>
                </c:pt>
                <c:pt idx="292">
                  <c:v>0.555910702582</c:v>
                </c:pt>
                <c:pt idx="293">
                  <c:v>0.556575177502</c:v>
                </c:pt>
                <c:pt idx="294">
                  <c:v>0.55720059767</c:v>
                </c:pt>
                <c:pt idx="295">
                  <c:v>0.557786858909</c:v>
                </c:pt>
                <c:pt idx="296">
                  <c:v>0.5583338622</c:v>
                </c:pt>
                <c:pt idx="297">
                  <c:v>0.558841513674</c:v>
                </c:pt>
                <c:pt idx="298">
                  <c:v>0.559309724612</c:v>
                </c:pt>
                <c:pt idx="299">
                  <c:v>0.559738411451</c:v>
                </c:pt>
                <c:pt idx="300">
                  <c:v>0.560127495812</c:v>
                </c:pt>
                <c:pt idx="301">
                  <c:v>0.560476904532</c:v>
                </c:pt>
                <c:pt idx="302">
                  <c:v>0.56078656971</c:v>
                </c:pt>
                <c:pt idx="303">
                  <c:v>0.561056428766</c:v>
                </c:pt>
                <c:pt idx="304">
                  <c:v>0.561286424508</c:v>
                </c:pt>
                <c:pt idx="305">
                  <c:v>0.561476505215</c:v>
                </c:pt>
                <c:pt idx="306">
                  <c:v>0.561626624723</c:v>
                </c:pt>
                <c:pt idx="307">
                  <c:v>0.561736742537</c:v>
                </c:pt>
                <c:pt idx="308">
                  <c:v>0.561806823933</c:v>
                </c:pt>
                <c:pt idx="309">
                  <c:v>0.561836840092</c:v>
                </c:pt>
                <c:pt idx="310">
                  <c:v>0.561826768223</c:v>
                </c:pt>
                <c:pt idx="311">
                  <c:v>0.561776591716</c:v>
                </c:pt>
                <c:pt idx="312">
                  <c:v>0.561686300287</c:v>
                </c:pt>
                <c:pt idx="313">
                  <c:v>0.561555890142</c:v>
                </c:pt>
                <c:pt idx="314">
                  <c:v>0.561385364149</c:v>
                </c:pt>
                <c:pt idx="315">
                  <c:v>0.561174732013</c:v>
                </c:pt>
                <c:pt idx="316">
                  <c:v>0.560924010459</c:v>
                </c:pt>
                <c:pt idx="317">
                  <c:v>0.560633223431</c:v>
                </c:pt>
                <c:pt idx="318">
                  <c:v>0.560302402282</c:v>
                </c:pt>
                <c:pt idx="319">
                  <c:v>0.559931585985</c:v>
                </c:pt>
                <c:pt idx="320">
                  <c:v>0.559520821337</c:v>
                </c:pt>
                <c:pt idx="321">
                  <c:v>0.559070163176</c:v>
                </c:pt>
                <c:pt idx="322">
                  <c:v>0.558579674596</c:v>
                </c:pt>
                <c:pt idx="323">
                  <c:v>0.558049427169</c:v>
                </c:pt>
                <c:pt idx="324">
                  <c:v>0.557479501165</c:v>
                </c:pt>
                <c:pt idx="325">
                  <c:v>0.55686998578</c:v>
                </c:pt>
                <c:pt idx="326">
                  <c:v>0.556220979357</c:v>
                </c:pt>
                <c:pt idx="327">
                  <c:v>0.555532589612</c:v>
                </c:pt>
                <c:pt idx="328">
                  <c:v>0.554804933861</c:v>
                </c:pt>
                <c:pt idx="329">
                  <c:v>0.554038139239</c:v>
                </c:pt>
                <c:pt idx="330">
                  <c:v>0.55323234292</c:v>
                </c:pt>
                <c:pt idx="331">
                  <c:v>0.552387692338</c:v>
                </c:pt>
                <c:pt idx="332">
                  <c:v>0.551504345395</c:v>
                </c:pt>
                <c:pt idx="333">
                  <c:v>0.550582470672</c:v>
                </c:pt>
                <c:pt idx="334">
                  <c:v>0.54962224763</c:v>
                </c:pt>
                <c:pt idx="335">
                  <c:v>0.548623866806</c:v>
                </c:pt>
                <c:pt idx="336">
                  <c:v>0.547587530001</c:v>
                </c:pt>
                <c:pt idx="337">
                  <c:v>0.546513450464</c:v>
                </c:pt>
                <c:pt idx="338">
                  <c:v>0.545401853055</c:v>
                </c:pt>
                <c:pt idx="339">
                  <c:v>0.544252974416</c:v>
                </c:pt>
                <c:pt idx="340">
                  <c:v>0.543067063117</c:v>
                </c:pt>
                <c:pt idx="341">
                  <c:v>0.541844379797</c:v>
                </c:pt>
                <c:pt idx="342">
                  <c:v>0.540585197292</c:v>
                </c:pt>
                <c:pt idx="343">
                  <c:v>0.539289800754</c:v>
                </c:pt>
                <c:pt idx="344">
                  <c:v>0.537958487748</c:v>
                </c:pt>
                <c:pt idx="345">
                  <c:v>0.536591568348</c:v>
                </c:pt>
                <c:pt idx="346">
                  <c:v>0.535189365203</c:v>
                </c:pt>
                <c:pt idx="347">
                  <c:v>0.533752213604</c:v>
                </c:pt>
                <c:pt idx="348">
                  <c:v>0.532280461526</c:v>
                </c:pt>
                <c:pt idx="349">
                  <c:v>0.530774469654</c:v>
                </c:pt>
                <c:pt idx="350">
                  <c:v>0.5292346114</c:v>
                </c:pt>
                <c:pt idx="351">
                  <c:v>0.527661272894</c:v>
                </c:pt>
                <c:pt idx="352">
                  <c:v>0.526054852966</c:v>
                </c:pt>
                <c:pt idx="353">
                  <c:v>0.524415763104</c:v>
                </c:pt>
                <c:pt idx="354">
                  <c:v>0.522744427403</c:v>
                </c:pt>
                <c:pt idx="355">
                  <c:v>0.521041282488</c:v>
                </c:pt>
                <c:pt idx="356">
                  <c:v>0.519306777421</c:v>
                </c:pt>
                <c:pt idx="357">
                  <c:v>0.517541373594</c:v>
                </c:pt>
                <c:pt idx="358">
                  <c:v>0.515745544603</c:v>
                </c:pt>
                <c:pt idx="359">
                  <c:v>0.513919776097</c:v>
                </c:pt>
                <c:pt idx="360">
                  <c:v>0.512064565619</c:v>
                </c:pt>
                <c:pt idx="361">
                  <c:v>0.510180422421</c:v>
                </c:pt>
                <c:pt idx="362">
                  <c:v>0.508267867266</c:v>
                </c:pt>
                <c:pt idx="363">
                  <c:v>0.50632743221</c:v>
                </c:pt>
                <c:pt idx="364">
                  <c:v>0.504359660364</c:v>
                </c:pt>
                <c:pt idx="365">
                  <c:v>0.502365105645</c:v>
                </c:pt>
                <c:pt idx="366">
                  <c:v>0.5003443325</c:v>
                </c:pt>
                <c:pt idx="367">
                  <c:v>0.498297915622</c:v>
                </c:pt>
                <c:pt idx="368">
                  <c:v>0.496226439646</c:v>
                </c:pt>
                <c:pt idx="369">
                  <c:v>0.494130498822</c:v>
                </c:pt>
                <c:pt idx="370">
                  <c:v>0.492010696683</c:v>
                </c:pt>
                <c:pt idx="371">
                  <c:v>0.489867645687</c:v>
                </c:pt>
                <c:pt idx="372">
                  <c:v>0.48770196685</c:v>
                </c:pt>
                <c:pt idx="373">
                  <c:v>0.485514289359</c:v>
                </c:pt>
                <c:pt idx="374">
                  <c:v>0.483305250172</c:v>
                </c:pt>
                <c:pt idx="375">
                  <c:v>0.481075493607</c:v>
                </c:pt>
                <c:pt idx="376">
                  <c:v>0.478825670908</c:v>
                </c:pt>
                <c:pt idx="377">
                  <c:v>0.476556439805</c:v>
                </c:pt>
                <c:pt idx="378">
                  <c:v>0.474268464064</c:v>
                </c:pt>
                <c:pt idx="379">
                  <c:v>0.471962413009</c:v>
                </c:pt>
                <c:pt idx="380">
                  <c:v>0.469638961051</c:v>
                </c:pt>
                <c:pt idx="381">
                  <c:v>0.467298787194</c:v>
                </c:pt>
                <c:pt idx="382">
                  <c:v>0.46494257453</c:v>
                </c:pt>
                <c:pt idx="383">
                  <c:v>0.462571009732</c:v>
                </c:pt>
                <c:pt idx="384">
                  <c:v>0.460184782529</c:v>
                </c:pt>
                <c:pt idx="385">
                  <c:v>0.457784585177</c:v>
                </c:pt>
                <c:pt idx="386">
                  <c:v>0.45537111192</c:v>
                </c:pt>
                <c:pt idx="387">
                  <c:v>0.452945058444</c:v>
                </c:pt>
                <c:pt idx="388">
                  <c:v>0.450507121329</c:v>
                </c:pt>
                <c:pt idx="389">
                  <c:v>0.448057997485</c:v>
                </c:pt>
                <c:pt idx="390">
                  <c:v>0.445598383597</c:v>
                </c:pt>
                <c:pt idx="391">
                  <c:v>0.443128975555</c:v>
                </c:pt>
                <c:pt idx="392">
                  <c:v>0.440650467886</c:v>
                </c:pt>
                <c:pt idx="393">
                  <c:v>0.438163553187</c:v>
                </c:pt>
                <c:pt idx="394">
                  <c:v>0.435668921552</c:v>
                </c:pt>
                <c:pt idx="395">
                  <c:v>0.433167260003</c:v>
                </c:pt>
                <c:pt idx="396">
                  <c:v>0.430659251919</c:v>
                </c:pt>
                <c:pt idx="397">
                  <c:v>0.428145576476</c:v>
                </c:pt>
                <c:pt idx="398">
                  <c:v>0.425626908077</c:v>
                </c:pt>
                <c:pt idx="399">
                  <c:v>0.423103915803</c:v>
                </c:pt>
                <c:pt idx="400">
                  <c:v>0.420577262854</c:v>
                </c:pt>
                <c:pt idx="401">
                  <c:v>0.418047606012</c:v>
                </c:pt>
                <c:pt idx="402">
                  <c:v>0.415515595103</c:v>
                </c:pt>
                <c:pt idx="403">
                  <c:v>0.412981872471</c:v>
                </c:pt>
                <c:pt idx="404">
                  <c:v>0.410447072464</c:v>
                </c:pt>
                <c:pt idx="405">
                  <c:v>0.40791182093</c:v>
                </c:pt>
                <c:pt idx="406">
                  <c:v>0.405376734731</c:v>
                </c:pt>
                <c:pt idx="407">
                  <c:v>0.402842421262</c:v>
                </c:pt>
                <c:pt idx="408">
                  <c:v>0.400309477996</c:v>
                </c:pt>
                <c:pt idx="409">
                  <c:v>0.397778492034</c:v>
                </c:pt>
                <c:pt idx="410">
                  <c:v>0.395250039686</c:v>
                </c:pt>
                <c:pt idx="411">
                  <c:v>0.392724686054</c:v>
                </c:pt>
                <c:pt idx="412">
                  <c:v>0.390202984649</c:v>
                </c:pt>
                <c:pt idx="413">
                  <c:v>0.387685477018</c:v>
                </c:pt>
                <c:pt idx="414">
                  <c:v>0.385172692395</c:v>
                </c:pt>
                <c:pt idx="415">
                  <c:v>0.382665147374</c:v>
                </c:pt>
                <c:pt idx="416">
                  <c:v>0.380163345603</c:v>
                </c:pt>
                <c:pt idx="417">
                  <c:v>0.377667777499</c:v>
                </c:pt>
                <c:pt idx="418">
                  <c:v>0.375178919989</c:v>
                </c:pt>
                <c:pt idx="419">
                  <c:v>0.372697236272</c:v>
                </c:pt>
                <c:pt idx="420">
                  <c:v>0.370223175604</c:v>
                </c:pt>
                <c:pt idx="421">
                  <c:v>0.367757173109</c:v>
                </c:pt>
                <c:pt idx="422">
                  <c:v>0.365299649614</c:v>
                </c:pt>
                <c:pt idx="423">
                  <c:v>0.362851011503</c:v>
                </c:pt>
                <c:pt idx="424">
                  <c:v>0.3604116506</c:v>
                </c:pt>
                <c:pt idx="425">
                  <c:v>0.357981944075</c:v>
                </c:pt>
                <c:pt idx="426">
                  <c:v>0.355562254375</c:v>
                </c:pt>
                <c:pt idx="427">
                  <c:v>0.35315292917</c:v>
                </c:pt>
                <c:pt idx="428">
                  <c:v>0.350754301335</c:v>
                </c:pt>
                <c:pt idx="429">
                  <c:v>0.348366688941</c:v>
                </c:pt>
                <c:pt idx="430">
                  <c:v>0.345990395281</c:v>
                </c:pt>
                <c:pt idx="431">
                  <c:v>0.34362570891</c:v>
                </c:pt>
                <c:pt idx="432">
                  <c:v>0.341272903704</c:v>
                </c:pt>
                <c:pt idx="433">
                  <c:v>0.338932238947</c:v>
                </c:pt>
                <c:pt idx="434">
                  <c:v>0.336603959432</c:v>
                </c:pt>
                <c:pt idx="435">
                  <c:v>0.334288295582</c:v>
                </c:pt>
                <c:pt idx="436">
                  <c:v>0.331985463592</c:v>
                </c:pt>
                <c:pt idx="437">
                  <c:v>0.329695665584</c:v>
                </c:pt>
                <c:pt idx="438">
                  <c:v>0.327419089784</c:v>
                </c:pt>
                <c:pt idx="439">
                  <c:v>0.325155910707</c:v>
                </c:pt>
                <c:pt idx="440">
                  <c:v>0.322906289367</c:v>
                </c:pt>
                <c:pt idx="441">
                  <c:v>0.320670373493</c:v>
                </c:pt>
                <c:pt idx="442">
                  <c:v>0.31844829776</c:v>
                </c:pt>
                <c:pt idx="443">
                  <c:v>0.316240184036</c:v>
                </c:pt>
                <c:pt idx="444">
                  <c:v>0.314046141635</c:v>
                </c:pt>
                <c:pt idx="445">
                  <c:v>0.311866267587</c:v>
                </c:pt>
                <c:pt idx="446">
                  <c:v>0.30970064691</c:v>
                </c:pt>
                <c:pt idx="447">
                  <c:v>0.307549352895</c:v>
                </c:pt>
                <c:pt idx="448">
                  <c:v>0.305412447403</c:v>
                </c:pt>
                <c:pt idx="449">
                  <c:v>0.303289981159</c:v>
                </c:pt>
                <c:pt idx="450">
                  <c:v>0.301181994064</c:v>
                </c:pt>
                <c:pt idx="451">
                  <c:v>0.2990885155</c:v>
                </c:pt>
                <c:pt idx="452">
                  <c:v>0.297009564655</c:v>
                </c:pt>
                <c:pt idx="453">
                  <c:v>0.294945150834</c:v>
                </c:pt>
                <c:pt idx="454">
                  <c:v>0.292895273791</c:v>
                </c:pt>
                <c:pt idx="455">
                  <c:v>0.290859924053</c:v>
                </c:pt>
                <c:pt idx="456">
                  <c:v>0.288839083244</c:v>
                </c:pt>
                <c:pt idx="457">
                  <c:v>0.286832724424</c:v>
                </c:pt>
                <c:pt idx="458">
                  <c:v>0.284840812411</c:v>
                </c:pt>
                <c:pt idx="459">
                  <c:v>0.282863304117</c:v>
                </c:pt>
                <c:pt idx="460">
                  <c:v>0.280900148878</c:v>
                </c:pt>
                <c:pt idx="461">
                  <c:v>0.278951288784</c:v>
                </c:pt>
                <c:pt idx="462">
                  <c:v>0.277016659006</c:v>
                </c:pt>
                <c:pt idx="463">
                  <c:v>0.275096188125</c:v>
                </c:pt>
                <c:pt idx="464">
                  <c:v>0.273189798458</c:v>
                </c:pt>
                <c:pt idx="465">
                  <c:v>0.271297406375</c:v>
                </c:pt>
                <c:pt idx="466">
                  <c:v>0.269418922628</c:v>
                </c:pt>
                <c:pt idx="467">
                  <c:v>0.26755425266</c:v>
                </c:pt>
                <c:pt idx="468">
                  <c:v>0.26570329692</c:v>
                </c:pt>
                <c:pt idx="469">
                  <c:v>0.263865951176</c:v>
                </c:pt>
                <c:pt idx="470">
                  <c:v>0.262042106817</c:v>
                </c:pt>
                <c:pt idx="471">
                  <c:v>0.260231651157</c:v>
                </c:pt>
                <c:pt idx="472">
                  <c:v>0.258434467729</c:v>
                </c:pt>
                <c:pt idx="473">
                  <c:v>0.256650436582</c:v>
                </c:pt>
                <c:pt idx="474">
                  <c:v>0.254879434568</c:v>
                </c:pt>
                <c:pt idx="475">
                  <c:v>0.253121335624</c:v>
                </c:pt>
                <c:pt idx="476">
                  <c:v>0.25137601105</c:v>
                </c:pt>
                <c:pt idx="477">
                  <c:v>0.249643329784</c:v>
                </c:pt>
                <c:pt idx="478">
                  <c:v>0.24792315867</c:v>
                </c:pt>
                <c:pt idx="479">
                  <c:v>0.24621536272</c:v>
                </c:pt>
                <c:pt idx="480">
                  <c:v>0.244519805372</c:v>
                </c:pt>
                <c:pt idx="481">
                  <c:v>0.242836348742</c:v>
                </c:pt>
                <c:pt idx="482">
                  <c:v>0.241164853872</c:v>
                </c:pt>
                <c:pt idx="483">
                  <c:v>0.239505180968</c:v>
                </c:pt>
                <c:pt idx="484">
                  <c:v>0.237857189639</c:v>
                </c:pt>
                <c:pt idx="485">
                  <c:v>0.236220739124</c:v>
                </c:pt>
                <c:pt idx="486">
                  <c:v>0.234595688519</c:v>
                </c:pt>
                <c:pt idx="487">
                  <c:v>0.232981896992</c:v>
                </c:pt>
                <c:pt idx="488">
                  <c:v>0.231379223998</c:v>
                </c:pt>
                <c:pt idx="489">
                  <c:v>0.229787529484</c:v>
                </c:pt>
                <c:pt idx="490">
                  <c:v>0.228206674091</c:v>
                </c:pt>
                <c:pt idx="491">
                  <c:v>0.226636519347</c:v>
                </c:pt>
                <c:pt idx="492">
                  <c:v>0.225076927858</c:v>
                </c:pt>
                <c:pt idx="493">
                  <c:v>0.223527763488</c:v>
                </c:pt>
                <c:pt idx="494">
                  <c:v>0.221988891535</c:v>
                </c:pt>
                <c:pt idx="495">
                  <c:v>0.220460178904</c:v>
                </c:pt>
                <c:pt idx="496">
                  <c:v>0.218941494269</c:v>
                </c:pt>
                <c:pt idx="497">
                  <c:v>0.217432708228</c:v>
                </c:pt>
                <c:pt idx="498">
                  <c:v>0.215933693456</c:v>
                </c:pt>
                <c:pt idx="499">
                  <c:v>0.21444432485</c:v>
                </c:pt>
                <c:pt idx="500">
                  <c:v>0.212964479665</c:v>
                </c:pt>
                <c:pt idx="501">
                  <c:v>0.211494037643</c:v>
                </c:pt>
                <c:pt idx="502">
                  <c:v>0.210032881141</c:v>
                </c:pt>
                <c:pt idx="503">
                  <c:v>0.208580895243</c:v>
                </c:pt>
                <c:pt idx="504">
                  <c:v>0.207137967874</c:v>
                </c:pt>
                <c:pt idx="505">
                  <c:v>0.2057039899</c:v>
                </c:pt>
                <c:pt idx="506">
                  <c:v>0.204278855224</c:v>
                </c:pt>
                <c:pt idx="507">
                  <c:v>0.202862460875</c:v>
                </c:pt>
                <c:pt idx="508">
                  <c:v>0.201454707085</c:v>
                </c:pt>
                <c:pt idx="509">
                  <c:v>0.200055497369</c:v>
                </c:pt>
                <c:pt idx="510">
                  <c:v>0.198664738583</c:v>
                </c:pt>
                <c:pt idx="511">
                  <c:v>0.197282340986</c:v>
                </c:pt>
                <c:pt idx="512">
                  <c:v>0.195908218289</c:v>
                </c:pt>
                <c:pt idx="513">
                  <c:v>0.194542287699</c:v>
                </c:pt>
                <c:pt idx="514">
                  <c:v>0.193184469948</c:v>
                </c:pt>
                <c:pt idx="515">
                  <c:v>0.191834689326</c:v>
                </c:pt>
                <c:pt idx="516">
                  <c:v>0.190492873696</c:v>
                </c:pt>
                <c:pt idx="517">
                  <c:v>0.189158954506</c:v>
                </c:pt>
                <c:pt idx="518">
                  <c:v>0.187832866791</c:v>
                </c:pt>
                <c:pt idx="519">
                  <c:v>0.186514549166</c:v>
                </c:pt>
                <c:pt idx="520">
                  <c:v>0.185203943818</c:v>
                </c:pt>
                <c:pt idx="521">
                  <c:v>0.18390099648</c:v>
                </c:pt>
                <c:pt idx="522">
                  <c:v>0.182605656406</c:v>
                </c:pt>
                <c:pt idx="523">
                  <c:v>0.181317876333</c:v>
                </c:pt>
                <c:pt idx="524">
                  <c:v>0.180037612438</c:v>
                </c:pt>
                <c:pt idx="525">
                  <c:v>0.178764824288</c:v>
                </c:pt>
                <c:pt idx="526">
                  <c:v>0.177499474778</c:v>
                </c:pt>
                <c:pt idx="527">
                  <c:v>0.176241530072</c:v>
                </c:pt>
                <c:pt idx="528">
                  <c:v>0.174990959525</c:v>
                </c:pt>
                <c:pt idx="529">
                  <c:v>0.173747735608</c:v>
                </c:pt>
                <c:pt idx="530">
                  <c:v>0.172511833823</c:v>
                </c:pt>
                <c:pt idx="531">
                  <c:v>0.17128323261</c:v>
                </c:pt>
                <c:pt idx="532">
                  <c:v>0.170061913251</c:v>
                </c:pt>
                <c:pt idx="533">
                  <c:v>0.168847859771</c:v>
                </c:pt>
                <c:pt idx="534">
                  <c:v>0.167641058827</c:v>
                </c:pt>
                <c:pt idx="535">
                  <c:v>0.166441499595</c:v>
                </c:pt>
                <c:pt idx="536">
                  <c:v>0.165249173659</c:v>
                </c:pt>
                <c:pt idx="537">
                  <c:v>0.164064074886</c:v>
                </c:pt>
                <c:pt idx="538">
                  <c:v>0.162886199304</c:v>
                </c:pt>
                <c:pt idx="539">
                  <c:v>0.161715544974</c:v>
                </c:pt>
                <c:pt idx="540">
                  <c:v>0.160552111861</c:v>
                </c:pt>
                <c:pt idx="541">
                  <c:v>0.1593959017</c:v>
                </c:pt>
                <c:pt idx="542">
                  <c:v>0.158246917864</c:v>
                </c:pt>
                <c:pt idx="543">
                  <c:v>0.157105165227</c:v>
                </c:pt>
                <c:pt idx="544">
                  <c:v>0.155970650026</c:v>
                </c:pt>
                <c:pt idx="545">
                  <c:v>0.154843379726</c:v>
                </c:pt>
                <c:pt idx="546">
                  <c:v>0.153723362881</c:v>
                </c:pt>
                <c:pt idx="547">
                  <c:v>0.152610608997</c:v>
                </c:pt>
                <c:pt idx="548">
                  <c:v>0.151505128394</c:v>
                </c:pt>
                <c:pt idx="549">
                  <c:v>0.150406932074</c:v>
                </c:pt>
                <c:pt idx="550">
                  <c:v>0.149316031582</c:v>
                </c:pt>
                <c:pt idx="551">
                  <c:v>0.148232438877</c:v>
                </c:pt>
                <c:pt idx="552">
                  <c:v>0.147156166203</c:v>
                </c:pt>
                <c:pt idx="553">
                  <c:v>0.146087225956</c:v>
                </c:pt>
                <c:pt idx="554">
                  <c:v>0.145025630566</c:v>
                </c:pt>
                <c:pt idx="555">
                  <c:v>0.143971392373</c:v>
                </c:pt>
                <c:pt idx="556">
                  <c:v>0.142924523508</c:v>
                </c:pt>
                <c:pt idx="557">
                  <c:v>0.141885035781</c:v>
                </c:pt>
                <c:pt idx="558">
                  <c:v>0.140852940573</c:v>
                </c:pt>
                <c:pt idx="559">
                  <c:v>0.139828248726</c:v>
                </c:pt>
                <c:pt idx="560">
                  <c:v>0.138810970445</c:v>
                </c:pt>
                <c:pt idx="561">
                  <c:v>0.137801115203</c:v>
                </c:pt>
                <c:pt idx="562">
                  <c:v>0.136798691648</c:v>
                </c:pt>
                <c:pt idx="563">
                  <c:v>0.135803707518</c:v>
                </c:pt>
                <c:pt idx="564">
                  <c:v>0.134816169557</c:v>
                </c:pt>
                <c:pt idx="565">
                  <c:v>0.133836083444</c:v>
                </c:pt>
                <c:pt idx="566">
                  <c:v>0.13286345372</c:v>
                </c:pt>
                <c:pt idx="567">
                  <c:v>0.131898283722</c:v>
                </c:pt>
                <c:pt idx="568">
                  <c:v>0.130940575524</c:v>
                </c:pt>
                <c:pt idx="569">
                  <c:v>0.129990329883</c:v>
                </c:pt>
                <c:pt idx="570">
                  <c:v>0.12904754619</c:v>
                </c:pt>
                <c:pt idx="571">
                  <c:v>0.128112222426</c:v>
                </c:pt>
                <c:pt idx="572">
                  <c:v>0.127184355123</c:v>
                </c:pt>
                <c:pt idx="573">
                  <c:v>0.126263939329</c:v>
                </c:pt>
                <c:pt idx="574">
                  <c:v>0.125350968583</c:v>
                </c:pt>
                <c:pt idx="575">
                  <c:v>0.124445434889</c:v>
                </c:pt>
                <c:pt idx="576">
                  <c:v>0.123547328698</c:v>
                </c:pt>
                <c:pt idx="577">
                  <c:v>0.122656638895</c:v>
                </c:pt>
                <c:pt idx="578">
                  <c:v>0.121773352786</c:v>
                </c:pt>
                <c:pt idx="579">
                  <c:v>0.120897456098</c:v>
                </c:pt>
                <c:pt idx="580">
                  <c:v>0.120028932974</c:v>
                </c:pt>
                <c:pt idx="581">
                  <c:v>0.119167765977</c:v>
                </c:pt>
                <c:pt idx="582">
                  <c:v>0.118313936097</c:v>
                </c:pt>
                <c:pt idx="583">
                  <c:v>0.117467422762</c:v>
                </c:pt>
                <c:pt idx="584">
                  <c:v>0.116628203853</c:v>
                </c:pt>
                <c:pt idx="585">
                  <c:v>0.115796255717</c:v>
                </c:pt>
                <c:pt idx="586">
                  <c:v>0.114971553192</c:v>
                </c:pt>
                <c:pt idx="587">
                  <c:v>0.114154069629</c:v>
                </c:pt>
                <c:pt idx="588">
                  <c:v>0.113343776914</c:v>
                </c:pt>
                <c:pt idx="589">
                  <c:v>0.112540645501</c:v>
                </c:pt>
                <c:pt idx="590">
                  <c:v>0.111744644442</c:v>
                </c:pt>
                <c:pt idx="591">
                  <c:v>0.110955741416</c:v>
                </c:pt>
                <c:pt idx="592">
                  <c:v>0.110173902768</c:v>
                </c:pt>
                <c:pt idx="593">
                  <c:v>0.109399093543</c:v>
                </c:pt>
                <c:pt idx="594">
                  <c:v>0.108631277523</c:v>
                </c:pt>
                <c:pt idx="595">
                  <c:v>0.107870417267</c:v>
                </c:pt>
                <c:pt idx="596">
                  <c:v>0.107116474154</c:v>
                </c:pt>
                <c:pt idx="597">
                  <c:v>0.106369408419</c:v>
                </c:pt>
                <c:pt idx="598">
                  <c:v>0.105629179201</c:v>
                </c:pt>
                <c:pt idx="599">
                  <c:v>0.104895744581</c:v>
                </c:pt>
                <c:pt idx="600">
                  <c:v>0.10416906163</c:v>
                </c:pt>
                <c:pt idx="601">
                  <c:v>0.103449086449</c:v>
                </c:pt>
                <c:pt idx="602">
                  <c:v>0.102735774217</c:v>
                </c:pt>
                <c:pt idx="603">
                  <c:v>0.102029079232</c:v>
                </c:pt>
                <c:pt idx="604">
                  <c:v>0.101328954959</c:v>
                </c:pt>
                <c:pt idx="605">
                  <c:v>0.100635354072</c:v>
                </c:pt>
                <c:pt idx="606">
                  <c:v>0.0999482284998</c:v>
                </c:pt>
                <c:pt idx="607">
                  <c:v>0.0992675294703</c:v>
                </c:pt>
                <c:pt idx="608">
                  <c:v>0.098593207553</c:v>
                </c:pt>
                <c:pt idx="609">
                  <c:v>0.0979252127037</c:v>
                </c:pt>
                <c:pt idx="610">
                  <c:v>0.097263494307</c:v>
                </c:pt>
                <c:pt idx="611">
                  <c:v>0.0966080012187</c:v>
                </c:pt>
                <c:pt idx="612">
                  <c:v>0.0959586818074</c:v>
                </c:pt>
                <c:pt idx="613">
                  <c:v>0.0953154839959</c:v>
                </c:pt>
                <c:pt idx="614">
                  <c:v>0.094678355301</c:v>
                </c:pt>
                <c:pt idx="615">
                  <c:v>0.0940472428735</c:v>
                </c:pt>
                <c:pt idx="616">
                  <c:v>0.0934220935364</c:v>
                </c:pt>
                <c:pt idx="617">
                  <c:v>0.0928028538231</c:v>
                </c:pt>
                <c:pt idx="618">
                  <c:v>0.0921894700137</c:v>
                </c:pt>
                <c:pt idx="619">
                  <c:v>0.0915818881715</c:v>
                </c:pt>
                <c:pt idx="620">
                  <c:v>0.0909800541776</c:v>
                </c:pt>
                <c:pt idx="621">
                  <c:v>0.0903839137646</c:v>
                </c:pt>
                <c:pt idx="622">
                  <c:v>0.0897934125503</c:v>
                </c:pt>
                <c:pt idx="623">
                  <c:v>0.0892084960686</c:v>
                </c:pt>
                <c:pt idx="624">
                  <c:v>0.0886291098012</c:v>
                </c:pt>
                <c:pt idx="625">
                  <c:v>0.0880551992069</c:v>
                </c:pt>
                <c:pt idx="626">
                  <c:v>0.0874867097506</c:v>
                </c:pt>
                <c:pt idx="627">
                  <c:v>0.086923586931</c:v>
                </c:pt>
                <c:pt idx="628">
                  <c:v>0.0863657763073</c:v>
                </c:pt>
                <c:pt idx="629">
                  <c:v>0.0858132235247</c:v>
                </c:pt>
                <c:pt idx="630">
                  <c:v>0.0852658743391</c:v>
                </c:pt>
                <c:pt idx="631">
                  <c:v>0.0847236746409</c:v>
                </c:pt>
                <c:pt idx="632">
                  <c:v>0.0841865704771</c:v>
                </c:pt>
                <c:pt idx="633">
                  <c:v>0.0836545080732</c:v>
                </c:pt>
                <c:pt idx="634">
                  <c:v>0.0831274338538</c:v>
                </c:pt>
                <c:pt idx="635">
                  <c:v>0.0826052944622</c:v>
                </c:pt>
                <c:pt idx="636">
                  <c:v>0.0820880367786</c:v>
                </c:pt>
                <c:pt idx="637">
                  <c:v>0.0815756079388</c:v>
                </c:pt>
                <c:pt idx="638">
                  <c:v>0.0810679553498</c:v>
                </c:pt>
                <c:pt idx="639">
                  <c:v>0.0805650267068</c:v>
                </c:pt>
                <c:pt idx="640">
                  <c:v>0.0800667700076</c:v>
                </c:pt>
                <c:pt idx="641">
                  <c:v>0.0795731335671</c:v>
                </c:pt>
                <c:pt idx="642">
                  <c:v>0.0790840660305</c:v>
                </c:pt>
                <c:pt idx="643">
                  <c:v>0.0785995163859</c:v>
                </c:pt>
                <c:pt idx="644">
                  <c:v>0.0781194339762</c:v>
                </c:pt>
                <c:pt idx="645">
                  <c:v>0.0776437685101</c:v>
                </c:pt>
                <c:pt idx="646">
                  <c:v>0.0771724700721</c:v>
                </c:pt>
                <c:pt idx="647">
                  <c:v>0.0767054891328</c:v>
                </c:pt>
                <c:pt idx="648">
                  <c:v>0.0762427765571</c:v>
                </c:pt>
                <c:pt idx="649">
                  <c:v>0.0757842836127</c:v>
                </c:pt>
                <c:pt idx="650">
                  <c:v>0.075329961978</c:v>
                </c:pt>
                <c:pt idx="651">
                  <c:v>0.0748797637485</c:v>
                </c:pt>
                <c:pt idx="652">
                  <c:v>0.0744336414441</c:v>
                </c:pt>
                <c:pt idx="653">
                  <c:v>0.0739915480139</c:v>
                </c:pt>
                <c:pt idx="654">
                  <c:v>0.0735534368425</c:v>
                </c:pt>
                <c:pt idx="655">
                  <c:v>0.0731192617542</c:v>
                </c:pt>
                <c:pt idx="656">
                  <c:v>0.0726889770175</c:v>
                </c:pt>
                <c:pt idx="657">
                  <c:v>0.0722625373489</c:v>
                </c:pt>
                <c:pt idx="658">
                  <c:v>0.0718398979163</c:v>
                </c:pt>
                <c:pt idx="659">
                  <c:v>0.0714210143418</c:v>
                </c:pt>
                <c:pt idx="660">
                  <c:v>0.0710058427045</c:v>
                </c:pt>
                <c:pt idx="661">
                  <c:v>0.0705943395423</c:v>
                </c:pt>
                <c:pt idx="662">
                  <c:v>0.0701864618541</c:v>
                </c:pt>
                <c:pt idx="663">
                  <c:v>0.0697821671005</c:v>
                </c:pt>
                <c:pt idx="664">
                  <c:v>0.0693814132055</c:v>
                </c:pt>
                <c:pt idx="665">
                  <c:v>0.0689841585569</c:v>
                </c:pt>
                <c:pt idx="666">
                  <c:v>0.0685903620067</c:v>
                </c:pt>
                <c:pt idx="667">
                  <c:v>0.0681999828714</c:v>
                </c:pt>
                <c:pt idx="668">
                  <c:v>0.0678129809315</c:v>
                </c:pt>
                <c:pt idx="669">
                  <c:v>0.0674293164315</c:v>
                </c:pt>
                <c:pt idx="670">
                  <c:v>0.0670489500787</c:v>
                </c:pt>
                <c:pt idx="671">
                  <c:v>0.0666718430427</c:v>
                </c:pt>
                <c:pt idx="672">
                  <c:v>0.066297956954</c:v>
                </c:pt>
                <c:pt idx="673">
                  <c:v>0.0659272539026</c:v>
                </c:pt>
                <c:pt idx="674">
                  <c:v>0.0655596964364</c:v>
                </c:pt>
                <c:pt idx="675">
                  <c:v>0.0651952475595</c:v>
                </c:pt>
                <c:pt idx="676">
                  <c:v>0.0648338707303</c:v>
                </c:pt>
                <c:pt idx="677">
                  <c:v>0.0644755298588</c:v>
                </c:pt>
                <c:pt idx="678">
                  <c:v>0.064120189305</c:v>
                </c:pt>
                <c:pt idx="679">
                  <c:v>0.0637678138759</c:v>
                </c:pt>
                <c:pt idx="680">
                  <c:v>0.0634183688229</c:v>
                </c:pt>
                <c:pt idx="681">
                  <c:v>0.063071819839</c:v>
                </c:pt>
                <c:pt idx="682">
                  <c:v>0.0627281330561</c:v>
                </c:pt>
                <c:pt idx="683">
                  <c:v>0.0623872750414</c:v>
                </c:pt>
                <c:pt idx="684">
                  <c:v>0.0620492127948</c:v>
                </c:pt>
                <c:pt idx="685">
                  <c:v>0.061713913745</c:v>
                </c:pt>
                <c:pt idx="686">
                  <c:v>0.0613813457464</c:v>
                </c:pt>
                <c:pt idx="687">
                  <c:v>0.0610514770755</c:v>
                </c:pt>
                <c:pt idx="688">
                  <c:v>0.060724276427</c:v>
                </c:pt>
                <c:pt idx="689">
                  <c:v>0.0603997129103</c:v>
                </c:pt>
                <c:pt idx="690">
                  <c:v>0.0600777560457</c:v>
                </c:pt>
                <c:pt idx="691">
                  <c:v>0.05975837576</c:v>
                </c:pt>
                <c:pt idx="692">
                  <c:v>0.0594415423832</c:v>
                </c:pt>
                <c:pt idx="693">
                  <c:v>0.0591272266438</c:v>
                </c:pt>
                <c:pt idx="694">
                  <c:v>0.0588153996649</c:v>
                </c:pt>
                <c:pt idx="695">
                  <c:v>0.05850603296</c:v>
                </c:pt>
                <c:pt idx="696">
                  <c:v>0.0581990984287</c:v>
                </c:pt>
                <c:pt idx="697">
                  <c:v>0.0578945683525</c:v>
                </c:pt>
                <c:pt idx="698">
                  <c:v>0.0575924153901</c:v>
                </c:pt>
                <c:pt idx="699">
                  <c:v>0.0572926125734</c:v>
                </c:pt>
                <c:pt idx="700">
                  <c:v>0.0569951333031</c:v>
                </c:pt>
                <c:pt idx="701">
                  <c:v>0.0566999513437</c:v>
                </c:pt>
                <c:pt idx="702">
                  <c:v>0.0564070408198</c:v>
                </c:pt>
                <c:pt idx="703">
                  <c:v>0.056116376211</c:v>
                </c:pt>
                <c:pt idx="704">
                  <c:v>0.055827932348</c:v>
                </c:pt>
                <c:pt idx="705">
                  <c:v>0.0555416844076</c:v>
                </c:pt>
                <c:pt idx="706">
                  <c:v>0.0552576079088</c:v>
                </c:pt>
                <c:pt idx="707">
                  <c:v>0.054975678708</c:v>
                </c:pt>
                <c:pt idx="708">
                  <c:v>0.0546958729945</c:v>
                </c:pt>
                <c:pt idx="709">
                  <c:v>0.0544181672869</c:v>
                </c:pt>
                <c:pt idx="710">
                  <c:v>0.0541425384277</c:v>
                </c:pt>
                <c:pt idx="711">
                  <c:v>0.0538689635802</c:v>
                </c:pt>
                <c:pt idx="712">
                  <c:v>0.0535974202232</c:v>
                </c:pt>
                <c:pt idx="713">
                  <c:v>0.0533278861478</c:v>
                </c:pt>
                <c:pt idx="714">
                  <c:v>0.0530603394527</c:v>
                </c:pt>
                <c:pt idx="715">
                  <c:v>0.0527947585407</c:v>
                </c:pt>
                <c:pt idx="716">
                  <c:v>0.0525311221144</c:v>
                </c:pt>
                <c:pt idx="717">
                  <c:v>0.0522694091726</c:v>
                </c:pt>
                <c:pt idx="718">
                  <c:v>0.0520095990066</c:v>
                </c:pt>
                <c:pt idx="719">
                  <c:v>0.0517516711967</c:v>
                </c:pt>
                <c:pt idx="720">
                  <c:v>0.0514956056086</c:v>
                </c:pt>
                <c:pt idx="721">
                  <c:v>0.0512413823898</c:v>
                </c:pt>
                <c:pt idx="722">
                  <c:v>0.0509889819667</c:v>
                </c:pt>
                <c:pt idx="723">
                  <c:v>0.0507383850415</c:v>
                </c:pt>
                <c:pt idx="724">
                  <c:v>0.0504895725888</c:v>
                </c:pt>
                <c:pt idx="725">
                  <c:v>0.050242525853</c:v>
                </c:pt>
                <c:pt idx="726">
                  <c:v>0.0499972263455</c:v>
                </c:pt>
                <c:pt idx="727">
                  <c:v>0.049753655842</c:v>
                </c:pt>
                <c:pt idx="728">
                  <c:v>0.0495117963803</c:v>
                </c:pt>
                <c:pt idx="729">
                  <c:v>0.0492716302573</c:v>
                </c:pt>
                <c:pt idx="730">
                  <c:v>0.0490331400275</c:v>
                </c:pt>
                <c:pt idx="731">
                  <c:v>0.0487963085004</c:v>
                </c:pt>
                <c:pt idx="732">
                  <c:v>0.0485611187387</c:v>
                </c:pt>
                <c:pt idx="733">
                  <c:v>0.0483275540564</c:v>
                </c:pt>
                <c:pt idx="734">
                  <c:v>0.048095598017</c:v>
                </c:pt>
                <c:pt idx="735">
                  <c:v>0.0478652344323</c:v>
                </c:pt>
                <c:pt idx="736">
                  <c:v>0.0476364473601</c:v>
                </c:pt>
                <c:pt idx="737">
                  <c:v>0.0474092211035</c:v>
                </c:pt>
                <c:pt idx="738">
                  <c:v>0.0471835402093</c:v>
                </c:pt>
                <c:pt idx="739">
                  <c:v>0.0469593894669</c:v>
                </c:pt>
                <c:pt idx="740">
                  <c:v>0.0467367539069</c:v>
                </c:pt>
                <c:pt idx="741">
                  <c:v>0.0465156188005</c:v>
                </c:pt>
                <c:pt idx="742">
                  <c:v>0.0462959696582</c:v>
                </c:pt>
                <c:pt idx="743">
                  <c:v>0.0460777922287</c:v>
                </c:pt>
                <c:pt idx="744">
                  <c:v>0.0458610724985</c:v>
                </c:pt>
                <c:pt idx="745">
                  <c:v>0.0456457966909</c:v>
                </c:pt>
                <c:pt idx="746">
                  <c:v>0.0454319512651</c:v>
                </c:pt>
                <c:pt idx="747">
                  <c:v>0.0452195229152</c:v>
                </c:pt>
                <c:pt idx="748">
                  <c:v>0.0450084985699</c:v>
                </c:pt>
                <c:pt idx="749">
                  <c:v>0.0447988653915</c:v>
                </c:pt>
                <c:pt idx="750">
                  <c:v>0.044590610775</c:v>
                </c:pt>
                <c:pt idx="751">
                  <c:v>0.0443837223474</c:v>
                </c:pt>
                <c:pt idx="752">
                  <c:v>0.0441781879667</c:v>
                </c:pt>
                <c:pt idx="753">
                  <c:v>0.0439739957213</c:v>
                </c:pt>
                <c:pt idx="754">
                  <c:v>0.0437711339286</c:v>
                </c:pt>
                <c:pt idx="755">
                  <c:v>0.0435695911344</c:v>
                </c:pt>
                <c:pt idx="756">
                  <c:v>0.0433693561113</c:v>
                </c:pt>
                <c:pt idx="757">
                  <c:v>0.043170417858</c:v>
                </c:pt>
                <c:pt idx="758">
                  <c:v>0.0429727655976</c:v>
                </c:pt>
                <c:pt idx="759">
                  <c:v>0.0427763887761</c:v>
                </c:pt>
                <c:pt idx="760">
                  <c:v>0.0425812770615</c:v>
                </c:pt>
                <c:pt idx="761">
                  <c:v>0.0423874203412</c:v>
                </c:pt>
                <c:pt idx="762">
                  <c:v>0.0421948087208</c:v>
                </c:pt>
                <c:pt idx="763">
                  <c:v>0.0420034325221</c:v>
                </c:pt>
                <c:pt idx="764">
                  <c:v>0.0418132822805</c:v>
                </c:pt>
                <c:pt idx="765">
                  <c:v>0.0416243487434</c:v>
                </c:pt>
                <c:pt idx="766">
                  <c:v>0.0414366228673</c:v>
                </c:pt>
                <c:pt idx="767">
                  <c:v>0.0412500958151</c:v>
                </c:pt>
                <c:pt idx="768">
                  <c:v>0.0410647589539</c:v>
                </c:pt>
                <c:pt idx="769">
                  <c:v>0.0408806038514</c:v>
                </c:pt>
                <c:pt idx="770">
                  <c:v>0.0406976222733</c:v>
                </c:pt>
                <c:pt idx="771">
                  <c:v>0.0405158061794</c:v>
                </c:pt>
                <c:pt idx="772">
                  <c:v>0.0403351477209</c:v>
                </c:pt>
                <c:pt idx="773">
                  <c:v>0.0401556392361</c:v>
                </c:pt>
                <c:pt idx="774">
                  <c:v>0.039977273247</c:v>
                </c:pt>
                <c:pt idx="775">
                  <c:v>0.039800042455</c:v>
                </c:pt>
                <c:pt idx="776">
                  <c:v>0.0396239397371</c:v>
                </c:pt>
                <c:pt idx="777">
                  <c:v>0.0394489581415</c:v>
                </c:pt>
                <c:pt idx="778">
                  <c:v>0.0392750908829</c:v>
                </c:pt>
                <c:pt idx="779">
                  <c:v>0.0391023313385</c:v>
                </c:pt>
                <c:pt idx="780">
                  <c:v>0.0389306730427</c:v>
                </c:pt>
                <c:pt idx="781">
                  <c:v>0.0387601096827</c:v>
                </c:pt>
                <c:pt idx="782">
                  <c:v>0.0385906350934</c:v>
                </c:pt>
                <c:pt idx="783">
                  <c:v>0.0384222432525</c:v>
                </c:pt>
                <c:pt idx="784">
                  <c:v>0.0382549282752</c:v>
                </c:pt>
                <c:pt idx="785">
                  <c:v>0.038088684409</c:v>
                </c:pt>
                <c:pt idx="786">
                  <c:v>0.0379235060289</c:v>
                </c:pt>
                <c:pt idx="787">
                  <c:v>0.0377593876314</c:v>
                </c:pt>
                <c:pt idx="788">
                  <c:v>0.0375963238298</c:v>
                </c:pt>
                <c:pt idx="789">
                  <c:v>0.0374343093482</c:v>
                </c:pt>
                <c:pt idx="790">
                  <c:v>0.037273339017</c:v>
                </c:pt>
                <c:pt idx="791">
                  <c:v>0.0371134077666</c:v>
                </c:pt>
                <c:pt idx="792">
                  <c:v>0.0369545106226</c:v>
                </c:pt>
                <c:pt idx="793">
                  <c:v>0.0367966427004</c:v>
                </c:pt>
                <c:pt idx="794">
                  <c:v>0.0366397991998</c:v>
                </c:pt>
                <c:pt idx="795">
                  <c:v>0.0364839754001</c:v>
                </c:pt>
                <c:pt idx="796">
                  <c:v>0.0363291666544</c:v>
                </c:pt>
                <c:pt idx="797">
                  <c:v>0.0361753683851</c:v>
                </c:pt>
                <c:pt idx="798">
                  <c:v>0.0360225760786</c:v>
                </c:pt>
                <c:pt idx="799">
                  <c:v>0.0358707852807</c:v>
                </c:pt>
                <c:pt idx="800">
                  <c:v>0.0357199915915</c:v>
                </c:pt>
                <c:pt idx="801">
                  <c:v>0.0355701906612</c:v>
                </c:pt>
                <c:pt idx="802">
                  <c:v>0.0354213781854</c:v>
                </c:pt>
                <c:pt idx="803">
                  <c:v>0.0352735499006</c:v>
                </c:pt>
                <c:pt idx="804">
                  <c:v>0.0351267015807</c:v>
                </c:pt>
                <c:pt idx="805">
                  <c:v>0.034980829032</c:v>
                </c:pt>
                <c:pt idx="806">
                  <c:v>0.0348359280904</c:v>
                </c:pt>
                <c:pt idx="807">
                  <c:v>0.0346919946168</c:v>
                </c:pt>
                <c:pt idx="808">
                  <c:v>0.0345490244944</c:v>
                </c:pt>
                <c:pt idx="809">
                  <c:v>0.0344070136249</c:v>
                </c:pt>
                <c:pt idx="810">
                  <c:v>0.0342659579255</c:v>
                </c:pt>
                <c:pt idx="811">
                  <c:v>0.0341258533261</c:v>
                </c:pt>
                <c:pt idx="812">
                  <c:v>0.0339866957664</c:v>
                </c:pt>
                <c:pt idx="813">
                  <c:v>0.0338484811934</c:v>
                </c:pt>
                <c:pt idx="814">
                  <c:v>0.0337112055592</c:v>
                </c:pt>
                <c:pt idx="815">
                  <c:v>0.0335748648185</c:v>
                </c:pt>
                <c:pt idx="816">
                  <c:v>0.0334394549271</c:v>
                </c:pt>
                <c:pt idx="817">
                  <c:v>0.0333049718394</c:v>
                </c:pt>
                <c:pt idx="818">
                  <c:v>0.0331714115077</c:v>
                </c:pt>
                <c:pt idx="819">
                  <c:v>0.0330387698799</c:v>
                </c:pt>
                <c:pt idx="820">
                  <c:v>0.0329070428989</c:v>
                </c:pt>
                <c:pt idx="821">
                  <c:v>0.032776226501</c:v>
                </c:pt>
                <c:pt idx="822">
                  <c:v>0.0326463166155</c:v>
                </c:pt>
                <c:pt idx="823">
                  <c:v>0.0325173091633</c:v>
                </c:pt>
                <c:pt idx="824">
                  <c:v>0.032389200057</c:v>
                </c:pt>
                <c:pt idx="825">
                  <c:v>0.0322619852</c:v>
                </c:pt>
                <c:pt idx="826">
                  <c:v>0.0321356604863</c:v>
                </c:pt>
                <c:pt idx="827">
                  <c:v>0.0320102218003</c:v>
                </c:pt>
                <c:pt idx="828">
                  <c:v>0.0318856650168</c:v>
                </c:pt>
                <c:pt idx="829">
                  <c:v>0.031761986001</c:v>
                </c:pt>
                <c:pt idx="830">
                  <c:v>0.031639180609</c:v>
                </c:pt>
                <c:pt idx="831">
                  <c:v>0.0315172446876</c:v>
                </c:pt>
                <c:pt idx="832">
                  <c:v>0.031396174075</c:v>
                </c:pt>
                <c:pt idx="833">
                  <c:v>0.0312759646014</c:v>
                </c:pt>
                <c:pt idx="834">
                  <c:v>0.0311566120894</c:v>
                </c:pt>
                <c:pt idx="835">
                  <c:v>0.0310381123546</c:v>
                </c:pt>
                <c:pt idx="836">
                  <c:v>0.0309204612066</c:v>
                </c:pt>
                <c:pt idx="837">
                  <c:v>0.0308036544496</c:v>
                </c:pt>
                <c:pt idx="838">
                  <c:v>0.0306876878834</c:v>
                </c:pt>
                <c:pt idx="839">
                  <c:v>0.0305725573043</c:v>
                </c:pt>
                <c:pt idx="840">
                  <c:v>0.0304582585059</c:v>
                </c:pt>
                <c:pt idx="841">
                  <c:v>0.0303447872804</c:v>
                </c:pt>
                <c:pt idx="842">
                  <c:v>0.0302321394194</c:v>
                </c:pt>
                <c:pt idx="843">
                  <c:v>0.0301203107152</c:v>
                </c:pt>
                <c:pt idx="844">
                  <c:v>0.0300092969617</c:v>
                </c:pt>
                <c:pt idx="845">
                  <c:v>0.0298990939557</c:v>
                </c:pt>
                <c:pt idx="846">
                  <c:v>0.029789697498</c:v>
                </c:pt>
                <c:pt idx="847">
                  <c:v>0.0296811033944</c:v>
                </c:pt>
                <c:pt idx="848">
                  <c:v>0.0295733074572</c:v>
                </c:pt>
                <c:pt idx="849">
                  <c:v>0.029466305506</c:v>
                </c:pt>
                <c:pt idx="850">
                  <c:v>0.0293600933691</c:v>
                </c:pt>
                <c:pt idx="851">
                  <c:v>0.0292546668845</c:v>
                </c:pt>
                <c:pt idx="852">
                  <c:v>0.0291500219014</c:v>
                </c:pt>
                <c:pt idx="853">
                  <c:v>0.0290461542807</c:v>
                </c:pt>
                <c:pt idx="854">
                  <c:v>0.0289430598969</c:v>
                </c:pt>
                <c:pt idx="855">
                  <c:v>0.0288407346387</c:v>
                </c:pt>
                <c:pt idx="856">
                  <c:v>0.0287391744101</c:v>
                </c:pt>
                <c:pt idx="857">
                  <c:v>0.0286383751319</c:v>
                </c:pt>
                <c:pt idx="858">
                  <c:v>0.0285383327421</c:v>
                </c:pt>
                <c:pt idx="859">
                  <c:v>0.0284390431977</c:v>
                </c:pt>
                <c:pt idx="860">
                  <c:v>0.0283405024751</c:v>
                </c:pt>
                <c:pt idx="861">
                  <c:v>0.0282427065713</c:v>
                </c:pt>
                <c:pt idx="862">
                  <c:v>0.0281456515048</c:v>
                </c:pt>
                <c:pt idx="863">
                  <c:v>0.0280493333167</c:v>
                </c:pt>
                <c:pt idx="864">
                  <c:v>0.0279537480715</c:v>
                </c:pt>
                <c:pt idx="865">
                  <c:v>0.0278588918578</c:v>
                </c:pt>
                <c:pt idx="866">
                  <c:v>0.0277647607894</c:v>
                </c:pt>
                <c:pt idx="867">
                  <c:v>0.0276713510059</c:v>
                </c:pt>
                <c:pt idx="868">
                  <c:v>0.0275786586738</c:v>
                </c:pt>
                <c:pt idx="869">
                  <c:v>0.0274866799868</c:v>
                </c:pt>
                <c:pt idx="870">
                  <c:v>0.0273954111669</c:v>
                </c:pt>
                <c:pt idx="871">
                  <c:v>0.0273048484649</c:v>
                </c:pt>
                <c:pt idx="872">
                  <c:v>0.0272149881612</c:v>
                </c:pt>
                <c:pt idx="873">
                  <c:v>0.0271258265662</c:v>
                </c:pt>
                <c:pt idx="874">
                  <c:v>0.0270373600212</c:v>
                </c:pt>
                <c:pt idx="875">
                  <c:v>0.0269495848989</c:v>
                </c:pt>
                <c:pt idx="876">
                  <c:v>0.0268624976038</c:v>
                </c:pt>
                <c:pt idx="877">
                  <c:v>0.0267760945729</c:v>
                </c:pt>
                <c:pt idx="878">
                  <c:v>0.0266903722762</c:v>
                </c:pt>
                <c:pt idx="879">
                  <c:v>0.026605327217</c:v>
                </c:pt>
                <c:pt idx="880">
                  <c:v>0.0265209559327</c:v>
                </c:pt>
                <c:pt idx="881">
                  <c:v>0.0264372549949</c:v>
                </c:pt>
                <c:pt idx="882">
                  <c:v>0.0263542210098</c:v>
                </c:pt>
                <c:pt idx="883">
                  <c:v>0.026271850619</c:v>
                </c:pt>
                <c:pt idx="884">
                  <c:v>0.0261901404995</c:v>
                </c:pt>
                <c:pt idx="885">
                  <c:v>0.0261090873642</c:v>
                </c:pt>
                <c:pt idx="886">
                  <c:v>0.0260286879621</c:v>
                </c:pt>
                <c:pt idx="887">
                  <c:v>0.0259489390787</c:v>
                </c:pt>
                <c:pt idx="888">
                  <c:v>0.0258698375366</c:v>
                </c:pt>
                <c:pt idx="889">
                  <c:v>0.025791380195</c:v>
                </c:pt>
                <c:pt idx="890">
                  <c:v>0.0257135639508</c:v>
                </c:pt>
                <c:pt idx="891">
                  <c:v>0.0256363857385</c:v>
                </c:pt>
                <c:pt idx="892">
                  <c:v>0.0255598425303</c:v>
                </c:pt>
                <c:pt idx="893">
                  <c:v>0.0254839313365</c:v>
                </c:pt>
                <c:pt idx="894">
                  <c:v>0.0254086492055</c:v>
                </c:pt>
                <c:pt idx="895">
                  <c:v>0.0253339932246</c:v>
                </c:pt>
                <c:pt idx="896">
                  <c:v>0.0252599605191</c:v>
                </c:pt>
                <c:pt idx="897">
                  <c:v>0.0251865482534</c:v>
                </c:pt>
                <c:pt idx="898">
                  <c:v>0.0251137536309</c:v>
                </c:pt>
                <c:pt idx="899">
                  <c:v>0.0250415738939</c:v>
                </c:pt>
                <c:pt idx="900">
                  <c:v>0.0249700063237</c:v>
                </c:pt>
                <c:pt idx="901">
                  <c:v>0.0248990482411</c:v>
                </c:pt>
                <c:pt idx="902">
                  <c:v>0.024828697006</c:v>
                </c:pt>
                <c:pt idx="903">
                  <c:v>0.024758950018</c:v>
                </c:pt>
                <c:pt idx="904">
                  <c:v>0.0246898047159</c:v>
                </c:pt>
                <c:pt idx="905">
                  <c:v>0.0246212585779</c:v>
                </c:pt>
                <c:pt idx="906">
                  <c:v>0.0245533091218</c:v>
                </c:pt>
                <c:pt idx="907">
                  <c:v>0.024485953905</c:v>
                </c:pt>
                <c:pt idx="908">
                  <c:v>0.024419190524</c:v>
                </c:pt>
                <c:pt idx="909">
                  <c:v>0.0243530166149</c:v>
                </c:pt>
                <c:pt idx="910">
                  <c:v>0.0242874298532</c:v>
                </c:pt>
                <c:pt idx="911">
                  <c:v>0.0242224279533</c:v>
                </c:pt>
                <c:pt idx="912">
                  <c:v>0.024158008669</c:v>
                </c:pt>
                <c:pt idx="913">
                  <c:v>0.0240941697929</c:v>
                </c:pt>
                <c:pt idx="914">
                  <c:v>0.0240309091563</c:v>
                </c:pt>
                <c:pt idx="915">
                  <c:v>0.0239682246291</c:v>
                </c:pt>
                <c:pt idx="916">
                  <c:v>0.0239061141196</c:v>
                </c:pt>
                <c:pt idx="917">
                  <c:v>0.0238445755739</c:v>
                </c:pt>
                <c:pt idx="918">
                  <c:v>0.0237836069761</c:v>
                </c:pt>
                <c:pt idx="919">
                  <c:v>0.0237232063476</c:v>
                </c:pt>
                <c:pt idx="920">
                  <c:v>0.0236633717466</c:v>
                </c:pt>
                <c:pt idx="921">
                  <c:v>0.0236041012683</c:v>
                </c:pt>
                <c:pt idx="922">
                  <c:v>0.0235453930437</c:v>
                </c:pt>
                <c:pt idx="923">
                  <c:v>0.0234872452395</c:v>
                </c:pt>
                <c:pt idx="924">
                  <c:v>0.0234296560576</c:v>
                </c:pt>
                <c:pt idx="925">
                  <c:v>0.0233726237342</c:v>
                </c:pt>
                <c:pt idx="926">
                  <c:v>0.0233161465396</c:v>
                </c:pt>
                <c:pt idx="927">
                  <c:v>0.0232602227771</c:v>
                </c:pt>
                <c:pt idx="928">
                  <c:v>0.0232048507824</c:v>
                </c:pt>
                <c:pt idx="929">
                  <c:v>0.023150028923</c:v>
                </c:pt>
                <c:pt idx="930">
                  <c:v>0.023095755597</c:v>
                </c:pt>
                <c:pt idx="931">
                  <c:v>0.0230420292325</c:v>
                </c:pt>
                <c:pt idx="932">
                  <c:v>0.0229888482866</c:v>
                </c:pt>
                <c:pt idx="933">
                  <c:v>0.0229362112442</c:v>
                </c:pt>
                <c:pt idx="934">
                  <c:v>0.0228841166172</c:v>
                </c:pt>
                <c:pt idx="935">
                  <c:v>0.0228325629429</c:v>
                </c:pt>
                <c:pt idx="936">
                  <c:v>0.0227815487836</c:v>
                </c:pt>
                <c:pt idx="937">
                  <c:v>0.0227310727244</c:v>
                </c:pt>
                <c:pt idx="938">
                  <c:v>0.0226811333727</c:v>
                </c:pt>
                <c:pt idx="939">
                  <c:v>0.0226317293563</c:v>
                </c:pt>
                <c:pt idx="940">
                  <c:v>0.0225828593221</c:v>
                </c:pt>
                <c:pt idx="941">
                  <c:v>0.0225345219345</c:v>
                </c:pt>
                <c:pt idx="942">
                  <c:v>0.0224867158743</c:v>
                </c:pt>
                <c:pt idx="943">
                  <c:v>0.0224394398362</c:v>
                </c:pt>
                <c:pt idx="944">
                  <c:v>0.0223926925279</c:v>
                </c:pt>
                <c:pt idx="945">
                  <c:v>0.0223464726677</c:v>
                </c:pt>
                <c:pt idx="946">
                  <c:v>0.0223007789832</c:v>
                </c:pt>
                <c:pt idx="947">
                  <c:v>0.0222556102088</c:v>
                </c:pt>
                <c:pt idx="948">
                  <c:v>0.0222109650843</c:v>
                </c:pt>
                <c:pt idx="949">
                  <c:v>0.0221668423525</c:v>
                </c:pt>
                <c:pt idx="950">
                  <c:v>0.0221232407571</c:v>
                </c:pt>
                <c:pt idx="951">
                  <c:v>0.0220801590406</c:v>
                </c:pt>
                <c:pt idx="952">
                  <c:v>0.0220375959421</c:v>
                </c:pt>
                <c:pt idx="953">
                  <c:v>0.021995550195</c:v>
                </c:pt>
                <c:pt idx="954">
                  <c:v>0.0219540205244</c:v>
                </c:pt>
                <c:pt idx="955">
                  <c:v>0.0219130056451</c:v>
                </c:pt>
                <c:pt idx="956">
                  <c:v>0.0218725042588</c:v>
                </c:pt>
                <c:pt idx="957">
                  <c:v>0.0218325150516</c:v>
                </c:pt>
                <c:pt idx="958">
                  <c:v>0.0217930366915</c:v>
                </c:pt>
                <c:pt idx="959">
                  <c:v>0.0217540678257</c:v>
                </c:pt>
                <c:pt idx="960">
                  <c:v>0.021715607078</c:v>
                </c:pt>
                <c:pt idx="961">
                  <c:v>0.021677653046</c:v>
                </c:pt>
                <c:pt idx="962">
                  <c:v>0.0216402042983</c:v>
                </c:pt>
                <c:pt idx="963">
                  <c:v>0.0216032593719</c:v>
                </c:pt>
                <c:pt idx="964">
                  <c:v>0.021566816769</c:v>
                </c:pt>
                <c:pt idx="965">
                  <c:v>0.0215308749544</c:v>
                </c:pt>
                <c:pt idx="966">
                  <c:v>0.0214954323524</c:v>
                </c:pt>
                <c:pt idx="967">
                  <c:v>0.0214604873444</c:v>
                </c:pt>
                <c:pt idx="968">
                  <c:v>0.021426038265</c:v>
                </c:pt>
                <c:pt idx="969">
                  <c:v>0.0213920834002</c:v>
                </c:pt>
                <c:pt idx="970">
                  <c:v>0.0213586209835</c:v>
                </c:pt>
                <c:pt idx="971">
                  <c:v>0.0213256491935</c:v>
                </c:pt>
                <c:pt idx="972">
                  <c:v>0.0212931661508</c:v>
                </c:pt>
                <c:pt idx="973">
                  <c:v>0.0212611699149</c:v>
                </c:pt>
                <c:pt idx="974">
                  <c:v>0.0212296584818</c:v>
                </c:pt>
                <c:pt idx="975">
                  <c:v>0.0211986297804</c:v>
                </c:pt>
                <c:pt idx="976">
                  <c:v>0.0211680816705</c:v>
                </c:pt>
                <c:pt idx="977">
                  <c:v>0.021138011939</c:v>
                </c:pt>
                <c:pt idx="978">
                  <c:v>0.0211084182982</c:v>
                </c:pt>
                <c:pt idx="979">
                  <c:v>0.0210792983823</c:v>
                </c:pt>
                <c:pt idx="980">
                  <c:v>0.0210506497452</c:v>
                </c:pt>
                <c:pt idx="981">
                  <c:v>0.0210224698577</c:v>
                </c:pt>
                <c:pt idx="982">
                  <c:v>0.0209947561053</c:v>
                </c:pt>
                <c:pt idx="983">
                  <c:v>0.0209675057856</c:v>
                </c:pt>
                <c:pt idx="984">
                  <c:v>0.020940716106</c:v>
                </c:pt>
                <c:pt idx="985">
                  <c:v>0.0209143841818</c:v>
                </c:pt>
                <c:pt idx="986">
                  <c:v>0.0208885070337</c:v>
                </c:pt>
                <c:pt idx="987">
                  <c:v>0.0208630815864</c:v>
                </c:pt>
                <c:pt idx="988">
                  <c:v>0.0208381046664</c:v>
                </c:pt>
                <c:pt idx="989">
                  <c:v>0.0208135730003</c:v>
                </c:pt>
                <c:pt idx="990">
                  <c:v>0.0207894832136</c:v>
                </c:pt>
                <c:pt idx="991">
                  <c:v>0.0207658318294</c:v>
                </c:pt>
                <c:pt idx="992">
                  <c:v>0.0207426152667</c:v>
                </c:pt>
                <c:pt idx="993">
                  <c:v>0.0207198298399</c:v>
                </c:pt>
                <c:pt idx="994">
                  <c:v>0.0206974717577</c:v>
                </c:pt>
                <c:pt idx="995">
                  <c:v>0.0206755371226</c:v>
                </c:pt>
                <c:pt idx="996">
                  <c:v>0.0206540219303</c:v>
                </c:pt>
                <c:pt idx="997">
                  <c:v>0.0206329220696</c:v>
                </c:pt>
                <c:pt idx="998">
                  <c:v>0.0206122333223</c:v>
                </c:pt>
                <c:pt idx="999">
                  <c:v>0.0205919513634</c:v>
                </c:pt>
                <c:pt idx="1000">
                  <c:v>0.0205720717612</c:v>
                </c:pt>
                <c:pt idx="1001">
                  <c:v>0.0205525899783</c:v>
                </c:pt>
                <c:pt idx="1002">
                  <c:v>0.0205335013722</c:v>
                </c:pt>
                <c:pt idx="1003">
                  <c:v>0.0205148011963</c:v>
                </c:pt>
                <c:pt idx="1004">
                  <c:v>0.0204964846011</c:v>
                </c:pt>
                <c:pt idx="1005">
                  <c:v>0.0204785466358</c:v>
                </c:pt>
                <c:pt idx="1006">
                  <c:v>0.02046098225</c:v>
                </c:pt>
                <c:pt idx="1007">
                  <c:v>0.0204437862955</c:v>
                </c:pt>
                <c:pt idx="1008">
                  <c:v>0.0204269535285</c:v>
                </c:pt>
                <c:pt idx="1009">
                  <c:v>0.0204104786117</c:v>
                </c:pt>
                <c:pt idx="1010">
                  <c:v>0.0203943561172</c:v>
                </c:pt>
                <c:pt idx="1011">
                  <c:v>0.020378580529</c:v>
                </c:pt>
                <c:pt idx="1012">
                  <c:v>0.0203631462461</c:v>
                </c:pt>
                <c:pt idx="1013">
                  <c:v>0.0203480475855</c:v>
                </c:pt>
                <c:pt idx="1014">
                  <c:v>0.0203332787854</c:v>
                </c:pt>
                <c:pt idx="1015">
                  <c:v>0.0203188340091</c:v>
                </c:pt>
                <c:pt idx="1016">
                  <c:v>0.0203047073481</c:v>
                </c:pt>
                <c:pt idx="1017">
                  <c:v>0.0202908928265</c:v>
                </c:pt>
                <c:pt idx="1018">
                  <c:v>0.0202773844044</c:v>
                </c:pt>
                <c:pt idx="1019">
                  <c:v>0.0202641759821</c:v>
                </c:pt>
                <c:pt idx="1020">
                  <c:v>0.0202512614048</c:v>
                </c:pt>
                <c:pt idx="1021">
                  <c:v>0.020238634466</c:v>
                </c:pt>
                <c:pt idx="1022">
                  <c:v>0.0202262889127</c:v>
                </c:pt>
                <c:pt idx="1023">
                  <c:v>0.0202142184495</c:v>
                </c:pt>
                <c:pt idx="1024">
                  <c:v>0.0202024167432</c:v>
                </c:pt>
                <c:pt idx="1025">
                  <c:v>0.0201908774271</c:v>
                </c:pt>
                <c:pt idx="1026">
                  <c:v>0.0201795941063</c:v>
                </c:pt>
                <c:pt idx="1027">
                  <c:v>0.0201685603615</c:v>
                </c:pt>
                <c:pt idx="1028">
                  <c:v>0.0201577697545</c:v>
                </c:pt>
                <c:pt idx="1029">
                  <c:v>0.0201472158319</c:v>
                </c:pt>
                <c:pt idx="1030">
                  <c:v>0.0201368921307</c:v>
                </c:pt>
                <c:pt idx="1031">
                  <c:v>0.020126792182</c:v>
                </c:pt>
                <c:pt idx="1032">
                  <c:v>0.0201169095161</c:v>
                </c:pt>
                <c:pt idx="1033">
                  <c:v>0.0201072376668</c:v>
                </c:pt>
                <c:pt idx="1034">
                  <c:v>0.0200977701754</c:v>
                </c:pt>
                <c:pt idx="1035">
                  <c:v>0.0200885005958</c:v>
                </c:pt>
                <c:pt idx="1036">
                  <c:v>0.0200794224977</c:v>
                </c:pt>
                <c:pt idx="1037">
                  <c:v>0.0200705294716</c:v>
                </c:pt>
                <c:pt idx="1038">
                  <c:v>0.0200618151318</c:v>
                </c:pt>
                <c:pt idx="1039">
                  <c:v>0.020053273121</c:v>
                </c:pt>
                <c:pt idx="1040">
                  <c:v>0.0200448971135</c:v>
                </c:pt>
                <c:pt idx="1041">
                  <c:v>0.0200366808186</c:v>
                </c:pt>
                <c:pt idx="1042">
                  <c:v>0.0200286179845</c:v>
                </c:pt>
                <c:pt idx="1043">
                  <c:v>0.0200207024005</c:v>
                </c:pt>
                <c:pt idx="1044">
                  <c:v>0.0200129279009</c:v>
                </c:pt>
                <c:pt idx="1045">
                  <c:v>0.020005288367</c:v>
                </c:pt>
                <c:pt idx="1046">
                  <c:v>0.0199977777304</c:v>
                </c:pt>
                <c:pt idx="1047">
                  <c:v>0.0199903899746</c:v>
                </c:pt>
                <c:pt idx="1048">
                  <c:v>0.0199831191378</c:v>
                </c:pt>
                <c:pt idx="1049">
                  <c:v>0.0199759593146</c:v>
                </c:pt>
                <c:pt idx="1050">
                  <c:v>0.0199689046577</c:v>
                </c:pt>
                <c:pt idx="1051">
                  <c:v>0.0199619493798</c:v>
                </c:pt>
                <c:pt idx="1052">
                  <c:v>0.0199550877544</c:v>
                </c:pt>
                <c:pt idx="1053">
                  <c:v>0.0199483141174</c:v>
                </c:pt>
                <c:pt idx="1054">
                  <c:v>0.019941622868</c:v>
                </c:pt>
                <c:pt idx="1055">
                  <c:v>0.0199350084693</c:v>
                </c:pt>
                <c:pt idx="1056">
                  <c:v>0.0199284654486</c:v>
                </c:pt>
                <c:pt idx="1057">
                  <c:v>0.0199219883985</c:v>
                </c:pt>
                <c:pt idx="1058">
                  <c:v>0.0199155719762</c:v>
                </c:pt>
                <c:pt idx="1059">
                  <c:v>0.0199092109039</c:v>
                </c:pt>
                <c:pt idx="1060">
                  <c:v>0.0199028999685</c:v>
                </c:pt>
                <c:pt idx="1061">
                  <c:v>0.0198966340213</c:v>
                </c:pt>
                <c:pt idx="1062">
                  <c:v>0.019890407977</c:v>
                </c:pt>
                <c:pt idx="1063">
                  <c:v>0.0198842168136</c:v>
                </c:pt>
                <c:pt idx="1064">
                  <c:v>0.0198780555709</c:v>
                </c:pt>
                <c:pt idx="1065">
                  <c:v>0.0198719193497</c:v>
                </c:pt>
                <c:pt idx="1066">
                  <c:v>0.0198658033105</c:v>
                </c:pt>
                <c:pt idx="1067">
                  <c:v>0.0198597026722</c:v>
                </c:pt>
                <c:pt idx="1068">
                  <c:v>0.0198536127108</c:v>
                </c:pt>
                <c:pt idx="1069">
                  <c:v>0.0198475287571</c:v>
                </c:pt>
                <c:pt idx="1070">
                  <c:v>0.0198414461958</c:v>
                </c:pt>
                <c:pt idx="1071">
                  <c:v>0.0198353604631</c:v>
                </c:pt>
                <c:pt idx="1072">
                  <c:v>0.0198292670447</c:v>
                </c:pt>
                <c:pt idx="1073">
                  <c:v>0.0198231614742</c:v>
                </c:pt>
                <c:pt idx="1074">
                  <c:v>0.0198170393304</c:v>
                </c:pt>
                <c:pt idx="1075">
                  <c:v>0.0198108962354</c:v>
                </c:pt>
                <c:pt idx="1076">
                  <c:v>0.0198047278523</c:v>
                </c:pt>
                <c:pt idx="1077">
                  <c:v>0.0197985298824</c:v>
                </c:pt>
                <c:pt idx="1078">
                  <c:v>0.0197922980631</c:v>
                </c:pt>
                <c:pt idx="1079">
                  <c:v>0.0197860281656</c:v>
                </c:pt>
                <c:pt idx="1080">
                  <c:v>0.0197797159915</c:v>
                </c:pt>
                <c:pt idx="1081">
                  <c:v>0.0197733573713</c:v>
                </c:pt>
                <c:pt idx="1082">
                  <c:v>0.0197669481608</c:v>
                </c:pt>
                <c:pt idx="1083">
                  <c:v>0.0197604842389</c:v>
                </c:pt>
                <c:pt idx="1084">
                  <c:v>0.0197539615048</c:v>
                </c:pt>
                <c:pt idx="1085">
                  <c:v>0.0197473758754</c:v>
                </c:pt>
                <c:pt idx="1086">
                  <c:v>0.0197407232822</c:v>
                </c:pt>
                <c:pt idx="1087">
                  <c:v>0.019733999669</c:v>
                </c:pt>
                <c:pt idx="1088">
                  <c:v>0.019727200989</c:v>
                </c:pt>
                <c:pt idx="1089">
                  <c:v>0.0197203232017</c:v>
                </c:pt>
                <c:pt idx="1090">
                  <c:v>0.0197133622708</c:v>
                </c:pt>
                <c:pt idx="1091">
                  <c:v>0.019706314161</c:v>
                </c:pt>
                <c:pt idx="1092">
                  <c:v>0.0196991748355</c:v>
                </c:pt>
                <c:pt idx="1093">
                  <c:v>0.0196919402533</c:v>
                </c:pt>
                <c:pt idx="1094">
                  <c:v>0.0196846063665</c:v>
                </c:pt>
                <c:pt idx="1095">
                  <c:v>0.0196771691177</c:v>
                </c:pt>
                <c:pt idx="1096">
                  <c:v>0.0196696244375</c:v>
                </c:pt>
                <c:pt idx="1097">
                  <c:v>0.0196619682418</c:v>
                </c:pt>
                <c:pt idx="1098">
                  <c:v>0.0196541964294</c:v>
                </c:pt>
                <c:pt idx="1099">
                  <c:v>0.0196463048797</c:v>
                </c:pt>
                <c:pt idx="1100">
                  <c:v>0.0196382894499</c:v>
                </c:pt>
                <c:pt idx="1101">
                  <c:v>0.0196301459733</c:v>
                </c:pt>
                <c:pt idx="1102">
                  <c:v>0.0196218702565</c:v>
                </c:pt>
                <c:pt idx="1103">
                  <c:v>0.0196134580772</c:v>
                </c:pt>
                <c:pt idx="1104">
                  <c:v>0.0196049051825</c:v>
                </c:pt>
                <c:pt idx="1105">
                  <c:v>0.0195962072864</c:v>
                </c:pt>
                <c:pt idx="1106">
                  <c:v>0.0195873600683</c:v>
                </c:pt>
                <c:pt idx="1107">
                  <c:v>0.0195783591706</c:v>
                </c:pt>
                <c:pt idx="1108">
                  <c:v>0.0195692001971</c:v>
                </c:pt>
                <c:pt idx="1109">
                  <c:v>0.0195598787114</c:v>
                </c:pt>
                <c:pt idx="1110">
                  <c:v>0.0195503902351</c:v>
                </c:pt>
                <c:pt idx="1111">
                  <c:v>0.0195407302466</c:v>
                </c:pt>
                <c:pt idx="1112">
                  <c:v>0.0195308941791</c:v>
                </c:pt>
                <c:pt idx="1113">
                  <c:v>0.0195208774198</c:v>
                </c:pt>
                <c:pt idx="1114">
                  <c:v>0.0195106753087</c:v>
                </c:pt>
                <c:pt idx="1115">
                  <c:v>0.0195002831372</c:v>
                </c:pt>
                <c:pt idx="1116">
                  <c:v>0.0194896961472</c:v>
                </c:pt>
                <c:pt idx="1117">
                  <c:v>0.0194789095307</c:v>
                </c:pt>
                <c:pt idx="1118">
                  <c:v>0.0194679184285</c:v>
                </c:pt>
                <c:pt idx="1119">
                  <c:v>0.0194567179299</c:v>
                </c:pt>
                <c:pt idx="1120">
                  <c:v>0.0194453030723</c:v>
                </c:pt>
                <c:pt idx="1121">
                  <c:v>0.0194336688411</c:v>
                </c:pt>
                <c:pt idx="1122">
                  <c:v>0.0194218101691</c:v>
                </c:pt>
                <c:pt idx="1123">
                  <c:v>0.0194097219368</c:v>
                </c:pt>
                <c:pt idx="1124">
                  <c:v>0.0193973989725</c:v>
                </c:pt>
                <c:pt idx="1125">
                  <c:v>0.0193848360527</c:v>
                </c:pt>
                <c:pt idx="1126">
                  <c:v>0.0193720279028</c:v>
                </c:pt>
                <c:pt idx="1127">
                  <c:v>0.0193589691972</c:v>
                </c:pt>
                <c:pt idx="1128">
                  <c:v>0.0193456545607</c:v>
                </c:pt>
                <c:pt idx="1129">
                  <c:v>0.0193320785695</c:v>
                </c:pt>
                <c:pt idx="1130">
                  <c:v>0.0193182357522</c:v>
                </c:pt>
                <c:pt idx="1131">
                  <c:v>0.0193041205913</c:v>
                </c:pt>
                <c:pt idx="1132">
                  <c:v>0.019289727525</c:v>
                </c:pt>
                <c:pt idx="1133">
                  <c:v>0.0192750509488</c:v>
                </c:pt>
                <c:pt idx="1134">
                  <c:v>0.019260085218</c:v>
                </c:pt>
                <c:pt idx="1135">
                  <c:v>0.0192448246493</c:v>
                </c:pt>
                <c:pt idx="1136">
                  <c:v>0.019229263524</c:v>
                </c:pt>
                <c:pt idx="1137">
                  <c:v>0.0192133960902</c:v>
                </c:pt>
                <c:pt idx="1138">
                  <c:v>0.0191972165661</c:v>
                </c:pt>
                <c:pt idx="1139">
                  <c:v>0.019180719143</c:v>
                </c:pt>
                <c:pt idx="1140">
                  <c:v>0.019163897989</c:v>
                </c:pt>
                <c:pt idx="1141">
                  <c:v>0.0191467472523</c:v>
                </c:pt>
                <c:pt idx="1142">
                  <c:v>0.0191292610657</c:v>
                </c:pt>
                <c:pt idx="1143">
                  <c:v>0.0191114335502</c:v>
                </c:pt>
                <c:pt idx="1144">
                  <c:v>0.0190932588199</c:v>
                </c:pt>
                <c:pt idx="1145">
                  <c:v>0.0190747309868</c:v>
                </c:pt>
                <c:pt idx="1146">
                  <c:v>0.0190558441654</c:v>
                </c:pt>
                <c:pt idx="1147">
                  <c:v>0.0190365924784</c:v>
                </c:pt>
                <c:pt idx="1148">
                  <c:v>0.019016970062</c:v>
                </c:pt>
                <c:pt idx="1149">
                  <c:v>0.0189969710719</c:v>
                </c:pt>
                <c:pt idx="1150">
                  <c:v>0.0189765896892</c:v>
                </c:pt>
                <c:pt idx="1151">
                  <c:v>0.0189558201272</c:v>
                </c:pt>
                <c:pt idx="1152">
                  <c:v>0.0189346566376</c:v>
                </c:pt>
                <c:pt idx="1153">
                  <c:v>0.0189130935178</c:v>
                </c:pt>
                <c:pt idx="1154">
                  <c:v>0.018891125118</c:v>
                </c:pt>
                <c:pt idx="1155">
                  <c:v>0.0188687458488</c:v>
                </c:pt>
                <c:pt idx="1156">
                  <c:v>0.0188459501889</c:v>
                </c:pt>
                <c:pt idx="1157">
                  <c:v>0.0188227326929</c:v>
                </c:pt>
                <c:pt idx="1158">
                  <c:v>0.0187990880003</c:v>
                </c:pt>
                <c:pt idx="1159">
                  <c:v>0.0187750108433</c:v>
                </c:pt>
                <c:pt idx="1160">
                  <c:v>0.0187504960564</c:v>
                </c:pt>
                <c:pt idx="1161">
                  <c:v>0.0187255385846</c:v>
                </c:pt>
                <c:pt idx="1162">
                  <c:v>0.0187001334934</c:v>
                </c:pt>
                <c:pt idx="1163">
                  <c:v>0.018674275978</c:v>
                </c:pt>
                <c:pt idx="1164">
                  <c:v>0.0186479613733</c:v>
                </c:pt>
                <c:pt idx="1165">
                  <c:v>0.0186211851634</c:v>
                </c:pt>
                <c:pt idx="1166">
                  <c:v>0.018593942992</c:v>
                </c:pt>
                <c:pt idx="1167">
                  <c:v>0.0185662306727</c:v>
                </c:pt>
                <c:pt idx="1168">
                  <c:v>0.0185380441994</c:v>
                </c:pt>
                <c:pt idx="1169">
                  <c:v>0.0185093797566</c:v>
                </c:pt>
                <c:pt idx="1170">
                  <c:v>0.0184802337305</c:v>
                </c:pt>
                <c:pt idx="1171">
                  <c:v>0.0184506027193</c:v>
                </c:pt>
                <c:pt idx="1172">
                  <c:v>0.0184204835445</c:v>
                </c:pt>
                <c:pt idx="1173">
                  <c:v>0.0183898732612</c:v>
                </c:pt>
                <c:pt idx="1174">
                  <c:v>0.0183587691694</c:v>
                </c:pt>
                <c:pt idx="1175">
                  <c:v>0.0183271688247</c:v>
                </c:pt>
                <c:pt idx="1176">
                  <c:v>0.0182950700489</c:v>
                </c:pt>
                <c:pt idx="1177">
                  <c:v>0.0182624709412</c:v>
                </c:pt>
                <c:pt idx="1178">
                  <c:v>0.0182293698883</c:v>
                </c:pt>
                <c:pt idx="1179">
                  <c:v>0.018195765575</c:v>
                </c:pt>
                <c:pt idx="1180">
                  <c:v>0.0181616569949</c:v>
                </c:pt>
                <c:pt idx="1181">
                  <c:v>0.01812704346</c:v>
                </c:pt>
                <c:pt idx="1182">
                  <c:v>0.0180919246105</c:v>
                </c:pt>
                <c:pt idx="1183">
                  <c:v>0.0180563004249</c:v>
                </c:pt>
                <c:pt idx="1184">
                  <c:v>0.0180201712288</c:v>
                </c:pt>
                <c:pt idx="1185">
                  <c:v>0.0179835377039</c:v>
                </c:pt>
                <c:pt idx="1186">
                  <c:v>0.0179464008963</c:v>
                </c:pt>
                <c:pt idx="1187">
                  <c:v>0.0179087622248</c:v>
                </c:pt>
                <c:pt idx="1188">
                  <c:v>0.0178706234885</c:v>
                </c:pt>
                <c:pt idx="1189">
                  <c:v>0.0178319868737</c:v>
                </c:pt>
                <c:pt idx="1190">
                  <c:v>0.0177928549603</c:v>
                </c:pt>
                <c:pt idx="1191">
                  <c:v>0.017753230728</c:v>
                </c:pt>
                <c:pt idx="1192">
                  <c:v>0.0177131175617</c:v>
                </c:pt>
                <c:pt idx="1193">
                  <c:v>0.0176725192556</c:v>
                </c:pt>
                <c:pt idx="1194">
                  <c:v>0.0176314400177</c:v>
                </c:pt>
                <c:pt idx="1195">
                  <c:v>0.017589884473</c:v>
                </c:pt>
                <c:pt idx="1196">
                  <c:v>0.0175478576655</c:v>
                </c:pt>
                <c:pt idx="1197">
                  <c:v>0.0175053650607</c:v>
                </c:pt>
                <c:pt idx="1198">
                  <c:v>0.0174624125458</c:v>
                </c:pt>
                <c:pt idx="1199">
                  <c:v>0.0174190064302</c:v>
                </c:pt>
                <c:pt idx="1200">
                  <c:v>0.0173751534446</c:v>
                </c:pt>
                <c:pt idx="1201">
                  <c:v>0.0173308607392</c:v>
                </c:pt>
                <c:pt idx="1202">
                  <c:v>0.0172861358816</c:v>
                </c:pt>
                <c:pt idx="1203">
                  <c:v>0.0172409868532</c:v>
                </c:pt>
                <c:pt idx="1204">
                  <c:v>0.0171954220445</c:v>
                </c:pt>
                <c:pt idx="1205">
                  <c:v>0.0171494502507</c:v>
                </c:pt>
                <c:pt idx="1206">
                  <c:v>0.0171030806649</c:v>
                </c:pt>
                <c:pt idx="1207">
                  <c:v>0.0170563228713</c:v>
                </c:pt>
                <c:pt idx="1208">
                  <c:v>0.0170091868374</c:v>
                </c:pt>
                <c:pt idx="1209">
                  <c:v>0.0169616829052</c:v>
                </c:pt>
                <c:pt idx="1210">
                  <c:v>0.0169138217814</c:v>
                </c:pt>
                <c:pt idx="1211">
                  <c:v>0.0168656145269</c:v>
                </c:pt>
                <c:pt idx="1212">
                  <c:v>0.0168170725454</c:v>
                </c:pt>
                <c:pt idx="1213">
                  <c:v>0.0167682075718</c:v>
                </c:pt>
                <c:pt idx="1214">
                  <c:v>0.0167190316583</c:v>
                </c:pt>
                <c:pt idx="1215">
                  <c:v>0.0166695571616</c:v>
                </c:pt>
                <c:pt idx="1216">
                  <c:v>0.0166197967282</c:v>
                </c:pt>
                <c:pt idx="1217">
                  <c:v>0.0165697632793</c:v>
                </c:pt>
                <c:pt idx="1218">
                  <c:v>0.0165194699952</c:v>
                </c:pt>
                <c:pt idx="1219">
                  <c:v>0.0164689302992</c:v>
                </c:pt>
                <c:pt idx="1220">
                  <c:v>0.0164181578409</c:v>
                </c:pt>
                <c:pt idx="1221">
                  <c:v>0.0163671664786</c:v>
                </c:pt>
                <c:pt idx="1222">
                  <c:v>0.0163159702621</c:v>
                </c:pt>
                <c:pt idx="1223">
                  <c:v>0.0162645834143</c:v>
                </c:pt>
                <c:pt idx="1224">
                  <c:v>0.0162130203134</c:v>
                </c:pt>
                <c:pt idx="1225">
                  <c:v>0.0161612954738</c:v>
                </c:pt>
                <c:pt idx="1226">
                  <c:v>0.0161094235275</c:v>
                </c:pt>
                <c:pt idx="1227">
                  <c:v>0.0160574192054</c:v>
                </c:pt>
                <c:pt idx="1228">
                  <c:v>0.0160052973181</c:v>
                </c:pt>
                <c:pt idx="1229">
                  <c:v>0.015953072737</c:v>
                </c:pt>
                <c:pt idx="1230">
                  <c:v>0.0159007603753</c:v>
                </c:pt>
                <c:pt idx="1231">
                  <c:v>0.0158483751691</c:v>
                </c:pt>
                <c:pt idx="1232">
                  <c:v>0.0157959320589</c:v>
                </c:pt>
                <c:pt idx="1233">
                  <c:v>0.0157434459708</c:v>
                </c:pt>
                <c:pt idx="1234">
                  <c:v>0.0156909317986</c:v>
                </c:pt>
                <c:pt idx="1235">
                  <c:v>0.0156384043857</c:v>
                </c:pt>
                <c:pt idx="1236">
                  <c:v>0.0155858785074</c:v>
                </c:pt>
                <c:pt idx="1237">
                  <c:v>0.015533368854</c:v>
                </c:pt>
                <c:pt idx="1238">
                  <c:v>0.0154808900143</c:v>
                </c:pt>
                <c:pt idx="1239">
                  <c:v>0.0154284564588</c:v>
                </c:pt>
                <c:pt idx="1240">
                  <c:v>0.0153760825245</c:v>
                </c:pt>
                <c:pt idx="1241">
                  <c:v>0.0153237823999</c:v>
                </c:pt>
                <c:pt idx="1242">
                  <c:v>0.0152715701101</c:v>
                </c:pt>
                <c:pt idx="1243">
                  <c:v>0.0152194595033</c:v>
                </c:pt>
                <c:pt idx="1244">
                  <c:v>0.0151674642375</c:v>
                </c:pt>
                <c:pt idx="1245">
                  <c:v>0.0151155977678</c:v>
                </c:pt>
                <c:pt idx="1246">
                  <c:v>0.0150638733351</c:v>
                </c:pt>
                <c:pt idx="1247">
                  <c:v>0.0150123039543</c:v>
                </c:pt>
                <c:pt idx="1248">
                  <c:v>0.0149609024045</c:v>
                </c:pt>
                <c:pt idx="1249">
                  <c:v>0.0149096812191</c:v>
                </c:pt>
                <c:pt idx="1250">
                  <c:v>0.0148586526768</c:v>
                </c:pt>
                <c:pt idx="1251">
                  <c:v>0.0148078287938</c:v>
                </c:pt>
                <c:pt idx="1252">
                  <c:v>0.014757221316</c:v>
                </c:pt>
                <c:pt idx="1253">
                  <c:v>0.0147068417124</c:v>
                </c:pt>
                <c:pt idx="1254">
                  <c:v>0.0146567011695</c:v>
                </c:pt>
                <c:pt idx="1255">
                  <c:v>0.0146068105856</c:v>
                </c:pt>
                <c:pt idx="1256">
                  <c:v>0.0145571805664</c:v>
                </c:pt>
                <c:pt idx="1257">
                  <c:v>0.0145078214216</c:v>
                </c:pt>
                <c:pt idx="1258">
                  <c:v>0.0144587431611</c:v>
                </c:pt>
                <c:pt idx="1259">
                  <c:v>0.0144099554931</c:v>
                </c:pt>
                <c:pt idx="1260">
                  <c:v>0.014361467822</c:v>
                </c:pt>
                <c:pt idx="1261">
                  <c:v>0.0143132892473</c:v>
                </c:pt>
                <c:pt idx="1262">
                  <c:v>0.0142654285629</c:v>
                </c:pt>
                <c:pt idx="1263">
                  <c:v>0.0142178942572</c:v>
                </c:pt>
                <c:pt idx="1264">
                  <c:v>0.0141706945136</c:v>
                </c:pt>
                <c:pt idx="1265">
                  <c:v>0.0141238372116</c:v>
                </c:pt>
                <c:pt idx="1266">
                  <c:v>0.0140773299283</c:v>
                </c:pt>
                <c:pt idx="1267">
                  <c:v>0.0140311799405</c:v>
                </c:pt>
                <c:pt idx="1268">
                  <c:v>0.0139853942272</c:v>
                </c:pt>
                <c:pt idx="1269">
                  <c:v>0.0139399794725</c:v>
                </c:pt>
                <c:pt idx="1270">
                  <c:v>0.0138949420687</c:v>
                </c:pt>
                <c:pt idx="1271">
                  <c:v>0.0138502881205</c:v>
                </c:pt>
                <c:pt idx="1272">
                  <c:v>0.0138060234484</c:v>
                </c:pt>
                <c:pt idx="1273">
                  <c:v>0.0137621535933</c:v>
                </c:pt>
                <c:pt idx="1274">
                  <c:v>0.0137186838211</c:v>
                </c:pt>
                <c:pt idx="1275">
                  <c:v>0.0136756191277</c:v>
                </c:pt>
                <c:pt idx="1276">
                  <c:v>0.0136329642436</c:v>
                </c:pt>
                <c:pt idx="1277">
                  <c:v>0.0135907236396</c:v>
                </c:pt>
                <c:pt idx="1278">
                  <c:v>0.0135489015323</c:v>
                </c:pt>
                <c:pt idx="1279">
                  <c:v>0.0135075018892</c:v>
                </c:pt>
                <c:pt idx="1280">
                  <c:v>0.0134665284352</c:v>
                </c:pt>
                <c:pt idx="1281">
                  <c:v>0.0134259846577</c:v>
                </c:pt>
                <c:pt idx="1282">
                  <c:v>0.0133858738131</c:v>
                </c:pt>
                <c:pt idx="1283">
                  <c:v>0.0133461989325</c:v>
                </c:pt>
                <c:pt idx="1284">
                  <c:v>0.013306962828</c:v>
                </c:pt>
                <c:pt idx="1285">
                  <c:v>0.0132681680984</c:v>
                </c:pt>
                <c:pt idx="1286">
                  <c:v>0.0132298171356</c:v>
                </c:pt>
                <c:pt idx="1287">
                  <c:v>0.0131919121307</c:v>
                </c:pt>
                <c:pt idx="1288">
                  <c:v>0.0131544550799</c:v>
                </c:pt>
                <c:pt idx="1289">
                  <c:v>0.0131174477904</c:v>
                </c:pt>
                <c:pt idx="1290">
                  <c:v>0.0130808918869</c:v>
                </c:pt>
                <c:pt idx="1291">
                  <c:v>0.0130447888167</c:v>
                </c:pt>
                <c:pt idx="1292">
                  <c:v>0.0130091398564</c:v>
                </c:pt>
                <c:pt idx="1293">
                  <c:v>0.0129739461167</c:v>
                </c:pt>
                <c:pt idx="1294">
                  <c:v>0.012939208549</c:v>
                </c:pt>
                <c:pt idx="1295">
                  <c:v>0.0129049279501</c:v>
                </c:pt>
                <c:pt idx="1296">
                  <c:v>0.0128711049682</c:v>
                </c:pt>
                <c:pt idx="1297">
                  <c:v>0.0128377401077</c:v>
                </c:pt>
                <c:pt idx="1298">
                  <c:v>0.0128048337347</c:v>
                </c:pt>
                <c:pt idx="1299">
                  <c:v>0.012772386082</c:v>
                </c:pt>
                <c:pt idx="1300">
                  <c:v>0.0127403972537</c:v>
                </c:pt>
                <c:pt idx="1301">
                  <c:v>0.01270886723</c:v>
                </c:pt>
                <c:pt idx="1302">
                  <c:v>0.012677795872</c:v>
                </c:pt>
                <c:pt idx="1303">
                  <c:v>0.0126471829259</c:v>
                </c:pt>
                <c:pt idx="1304">
                  <c:v>0.0126170280273</c:v>
                </c:pt>
                <c:pt idx="1305">
                  <c:v>0.0125873307052</c:v>
                </c:pt>
                <c:pt idx="1306">
                  <c:v>0.012558090386</c:v>
                </c:pt>
                <c:pt idx="1307">
                  <c:v>0.0125293063974</c:v>
                </c:pt>
                <c:pt idx="1308">
                  <c:v>0.0125009779717</c:v>
                </c:pt>
                <c:pt idx="1309">
                  <c:v>0.0124731042495</c:v>
                </c:pt>
                <c:pt idx="1310">
                  <c:v>0.0124456842827</c:v>
                </c:pt>
                <c:pt idx="1311">
                  <c:v>0.0124187170381</c:v>
                </c:pt>
                <c:pt idx="1312">
                  <c:v>0.0123922013996</c:v>
                </c:pt>
                <c:pt idx="1313">
                  <c:v>0.0123661361718</c:v>
                </c:pt>
                <c:pt idx="1314">
                  <c:v>0.0123405200819</c:v>
                </c:pt>
                <c:pt idx="1315">
                  <c:v>0.0123153517826</c:v>
                </c:pt>
                <c:pt idx="1316">
                  <c:v>0.0122906298546</c:v>
                </c:pt>
                <c:pt idx="1317">
                  <c:v>0.0122663528081</c:v>
                </c:pt>
                <c:pt idx="1318">
                  <c:v>0.0122425190855</c:v>
                </c:pt>
                <c:pt idx="1319">
                  <c:v>0.012219127063</c:v>
                </c:pt>
                <c:pt idx="1320">
                  <c:v>0.0121961750523</c:v>
                </c:pt>
                <c:pt idx="1321">
                  <c:v>0.0121736613025</c:v>
                </c:pt>
                <c:pt idx="1322">
                  <c:v>0.0121515840011</c:v>
                </c:pt>
                <c:pt idx="1323">
                  <c:v>0.012129941276</c:v>
                </c:pt>
                <c:pt idx="1324">
                  <c:v>0.0121087311962</c:v>
                </c:pt>
                <c:pt idx="1325">
                  <c:v>0.0120879517733</c:v>
                </c:pt>
                <c:pt idx="1326">
                  <c:v>0.0120676009624</c:v>
                </c:pt>
                <c:pt idx="1327">
                  <c:v>0.0120476766629</c:v>
                </c:pt>
                <c:pt idx="1328">
                  <c:v>0.0120281767196</c:v>
                </c:pt>
                <c:pt idx="1329">
                  <c:v>0.0120090989234</c:v>
                </c:pt>
                <c:pt idx="1330">
                  <c:v>0.0119904410116</c:v>
                </c:pt>
                <c:pt idx="1331">
                  <c:v>0.0119722006691</c:v>
                </c:pt>
                <c:pt idx="1332">
                  <c:v>0.0119543755283</c:v>
                </c:pt>
                <c:pt idx="1333">
                  <c:v>0.0119369631698</c:v>
                </c:pt>
                <c:pt idx="1334">
                  <c:v>0.011919961123</c:v>
                </c:pt>
                <c:pt idx="1335">
                  <c:v>0.011903366866</c:v>
                </c:pt>
                <c:pt idx="1336">
                  <c:v>0.0118871778261</c:v>
                </c:pt>
                <c:pt idx="1337">
                  <c:v>0.0118713913802</c:v>
                </c:pt>
                <c:pt idx="1338">
                  <c:v>0.0118560048547</c:v>
                </c:pt>
                <c:pt idx="1339">
                  <c:v>0.0118410155255</c:v>
                </c:pt>
                <c:pt idx="1340">
                  <c:v>0.0118264206189</c:v>
                </c:pt>
                <c:pt idx="1341">
                  <c:v>0.0118122173108</c:v>
                </c:pt>
                <c:pt idx="1342">
                  <c:v>0.0117984027275</c:v>
                </c:pt>
                <c:pt idx="1343">
                  <c:v>0.0117849739453</c:v>
                </c:pt>
                <c:pt idx="1344">
                  <c:v>0.011771927991</c:v>
                </c:pt>
                <c:pt idx="1345">
                  <c:v>0.0117592618416</c:v>
                </c:pt>
                <c:pt idx="1346">
                  <c:v>0.0117469724248</c:v>
                </c:pt>
                <c:pt idx="1347">
                  <c:v>0.0117350566188</c:v>
                </c:pt>
                <c:pt idx="1348">
                  <c:v>0.0117235112525</c:v>
                </c:pt>
                <c:pt idx="1349">
                  <c:v>0.0117123331056</c:v>
                </c:pt>
                <c:pt idx="1350">
                  <c:v>0.0117015189091</c:v>
                </c:pt>
                <c:pt idx="1351">
                  <c:v>0.011691065345</c:v>
                </c:pt>
                <c:pt idx="1352">
                  <c:v>0.0116809690468</c:v>
                </c:pt>
                <c:pt idx="1353">
                  <c:v>0.0116712265997</c:v>
                </c:pt>
                <c:pt idx="1354">
                  <c:v>0.011661834541</c:v>
                </c:pt>
                <c:pt idx="1355">
                  <c:v>0.0116527893604</c:v>
                </c:pt>
                <c:pt idx="1356">
                  <c:v>0.0116440875001</c:v>
                </c:pt>
                <c:pt idx="1357">
                  <c:v>0.0116357253557</c:v>
                </c:pt>
                <c:pt idx="1358">
                  <c:v>0.0116276992764</c:v>
                </c:pt>
                <c:pt idx="1359">
                  <c:v>0.0116200055655</c:v>
                </c:pt>
                <c:pt idx="1360">
                  <c:v>0.0116126404811</c:v>
                </c:pt>
                <c:pt idx="1361">
                  <c:v>0.0116056002367</c:v>
                </c:pt>
                <c:pt idx="1362">
                  <c:v>0.0115988810018</c:v>
                </c:pt>
                <c:pt idx="1363">
                  <c:v>0.0115924789027</c:v>
                </c:pt>
                <c:pt idx="1364">
                  <c:v>0.0115863900234</c:v>
                </c:pt>
                <c:pt idx="1365">
                  <c:v>0.0115806104061</c:v>
                </c:pt>
                <c:pt idx="1366">
                  <c:v>0.0115751360526</c:v>
                </c:pt>
                <c:pt idx="1367">
                  <c:v>0.0115699629248</c:v>
                </c:pt>
                <c:pt idx="1368">
                  <c:v>0.011565086946</c:v>
                </c:pt>
                <c:pt idx="1369">
                  <c:v>0.0115605040018</c:v>
                </c:pt>
                <c:pt idx="1370">
                  <c:v>0.0115562099412</c:v>
                </c:pt>
                <c:pt idx="1371">
                  <c:v>0.0115522005781</c:v>
                </c:pt>
                <c:pt idx="1372">
                  <c:v>0.011548471692</c:v>
                </c:pt>
                <c:pt idx="1373">
                  <c:v>0.0115450190297</c:v>
                </c:pt>
                <c:pt idx="1374">
                  <c:v>0.0115418383065</c:v>
                </c:pt>
                <c:pt idx="1375">
                  <c:v>0.0115389252074</c:v>
                </c:pt>
                <c:pt idx="1376">
                  <c:v>0.0115362753887</c:v>
                </c:pt>
                <c:pt idx="1377">
                  <c:v>0.0115338844794</c:v>
                </c:pt>
                <c:pt idx="1378">
                  <c:v>0.0115317480829</c:v>
                </c:pt>
                <c:pt idx="1379">
                  <c:v>0.0115298617782</c:v>
                </c:pt>
                <c:pt idx="1380">
                  <c:v>0.0115282211216</c:v>
                </c:pt>
                <c:pt idx="1381">
                  <c:v>0.0115268216487</c:v>
                </c:pt>
                <c:pt idx="1382">
                  <c:v>0.0115256588755</c:v>
                </c:pt>
                <c:pt idx="1383">
                  <c:v>0.0115247283004</c:v>
                </c:pt>
                <c:pt idx="1384">
                  <c:v>0.0115240254061</c:v>
                </c:pt>
                <c:pt idx="1385">
                  <c:v>0.011523545661</c:v>
                </c:pt>
                <c:pt idx="1386">
                  <c:v>0.0115232845212</c:v>
                </c:pt>
                <c:pt idx="1387">
                  <c:v>0.0115232374323</c:v>
                </c:pt>
                <c:pt idx="1388">
                  <c:v>0.0115233998315</c:v>
                </c:pt>
                <c:pt idx="1389">
                  <c:v>0.011523767149</c:v>
                </c:pt>
                <c:pt idx="1390">
                  <c:v>0.0115243348102</c:v>
                </c:pt>
                <c:pt idx="1391">
                  <c:v>0.0115250982377</c:v>
                </c:pt>
                <c:pt idx="1392">
                  <c:v>0.0115260528531</c:v>
                </c:pt>
                <c:pt idx="1393">
                  <c:v>0.011527194079</c:v>
                </c:pt>
                <c:pt idx="1394">
                  <c:v>0.0115285173409</c:v>
                </c:pt>
                <c:pt idx="1395">
                  <c:v>0.0115300180694</c:v>
                </c:pt>
                <c:pt idx="1396">
                  <c:v>0.011531691702</c:v>
                </c:pt>
                <c:pt idx="1397">
                  <c:v>0.0115335336853</c:v>
                </c:pt>
                <c:pt idx="1398">
                  <c:v>0.011535539477</c:v>
                </c:pt>
                <c:pt idx="1399">
                  <c:v>0.0115377045476</c:v>
                </c:pt>
                <c:pt idx="1400">
                  <c:v>0.0115400243831</c:v>
                </c:pt>
                <c:pt idx="1401">
                  <c:v>0.0115424944863</c:v>
                </c:pt>
                <c:pt idx="1402">
                  <c:v>0.0115451103793</c:v>
                </c:pt>
                <c:pt idx="1403">
                  <c:v>0.0115478676057</c:v>
                </c:pt>
                <c:pt idx="1404">
                  <c:v>0.011550761732</c:v>
                </c:pt>
                <c:pt idx="1405">
                  <c:v>0.0115537883503</c:v>
                </c:pt>
                <c:pt idx="1406">
                  <c:v>0.0115569430798</c:v>
                </c:pt>
                <c:pt idx="1407">
                  <c:v>0.0115602215693</c:v>
                </c:pt>
                <c:pt idx="1408">
                  <c:v>0.0115636194988</c:v>
                </c:pt>
                <c:pt idx="1409">
                  <c:v>0.0115671325817</c:v>
                </c:pt>
                <c:pt idx="1410">
                  <c:v>0.0115707565667</c:v>
                </c:pt>
                <c:pt idx="1411">
                  <c:v>0.0115744872397</c:v>
                </c:pt>
                <c:pt idx="1412">
                  <c:v>0.0115783204261</c:v>
                </c:pt>
                <c:pt idx="1413">
                  <c:v>0.0115822519922</c:v>
                </c:pt>
                <c:pt idx="1414">
                  <c:v>0.0115862778472</c:v>
                </c:pt>
                <c:pt idx="1415">
                  <c:v>0.0115903939454</c:v>
                </c:pt>
                <c:pt idx="1416">
                  <c:v>0.0115945962877</c:v>
                </c:pt>
                <c:pt idx="1417">
                  <c:v>0.0115988809235</c:v>
                </c:pt>
                <c:pt idx="1418">
                  <c:v>0.0116032439524</c:v>
                </c:pt>
                <c:pt idx="1419">
                  <c:v>0.0116076815261</c:v>
                </c:pt>
                <c:pt idx="1420">
                  <c:v>0.0116121898497</c:v>
                </c:pt>
                <c:pt idx="1421">
                  <c:v>0.0116167651837</c:v>
                </c:pt>
                <c:pt idx="1422">
                  <c:v>0.0116214038456</c:v>
                </c:pt>
                <c:pt idx="1423">
                  <c:v>0.011626102211</c:v>
                </c:pt>
                <c:pt idx="1424">
                  <c:v>0.0116308567157</c:v>
                </c:pt>
                <c:pt idx="1425">
                  <c:v>0.0116356638566</c:v>
                </c:pt>
                <c:pt idx="1426">
                  <c:v>0.0116405201934</c:v>
                </c:pt>
                <c:pt idx="1427">
                  <c:v>0.0116454223498</c:v>
                </c:pt>
                <c:pt idx="1428">
                  <c:v>0.0116503670147</c:v>
                </c:pt>
                <c:pt idx="1429">
                  <c:v>0.0116553509436</c:v>
                </c:pt>
                <c:pt idx="1430">
                  <c:v>0.0116603709594</c:v>
                </c:pt>
                <c:pt idx="1431">
                  <c:v>0.0116654239539</c:v>
                </c:pt>
                <c:pt idx="1432">
                  <c:v>0.0116705068884</c:v>
                </c:pt>
                <c:pt idx="1433">
                  <c:v>0.0116756167947</c:v>
                </c:pt>
                <c:pt idx="1434">
                  <c:v>0.011680750776</c:v>
                </c:pt>
                <c:pt idx="1435">
                  <c:v>0.0116859060077</c:v>
                </c:pt>
                <c:pt idx="1436">
                  <c:v>0.0116910797382</c:v>
                </c:pt>
                <c:pt idx="1437">
                  <c:v>0.011696269289</c:v>
                </c:pt>
                <c:pt idx="1438">
                  <c:v>0.0117014720558</c:v>
                </c:pt>
                <c:pt idx="1439">
                  <c:v>0.0117066855087</c:v>
                </c:pt>
                <c:pt idx="1440">
                  <c:v>0.0117119071924</c:v>
                </c:pt>
                <c:pt idx="1441">
                  <c:v>0.011717134727</c:v>
                </c:pt>
                <c:pt idx="1442">
                  <c:v>0.0117223658074</c:v>
                </c:pt>
                <c:pt idx="1443">
                  <c:v>0.0117275982042</c:v>
                </c:pt>
                <c:pt idx="1444">
                  <c:v>0.0117328297632</c:v>
                </c:pt>
                <c:pt idx="1445">
                  <c:v>0.0117380584055</c:v>
                </c:pt>
                <c:pt idx="1446">
                  <c:v>0.0117432821275</c:v>
                </c:pt>
                <c:pt idx="1447">
                  <c:v>0.0117484990003</c:v>
                </c:pt>
                <c:pt idx="1448">
                  <c:v>0.0117537071698</c:v>
                </c:pt>
                <c:pt idx="1449">
                  <c:v>0.0117589048561</c:v>
                </c:pt>
                <c:pt idx="1450">
                  <c:v>0.011764090353</c:v>
                </c:pt>
                <c:pt idx="1451">
                  <c:v>0.0117692620274</c:v>
                </c:pt>
                <c:pt idx="1452">
                  <c:v>0.011774418319</c:v>
                </c:pt>
                <c:pt idx="1453">
                  <c:v>0.0117795577392</c:v>
                </c:pt>
                <c:pt idx="1454">
                  <c:v>0.0117846788704</c:v>
                </c:pt>
                <c:pt idx="1455">
                  <c:v>0.0117897803653</c:v>
                </c:pt>
                <c:pt idx="1456">
                  <c:v>0.011794860946</c:v>
                </c:pt>
                <c:pt idx="1457">
                  <c:v>0.0117999194027</c:v>
                </c:pt>
                <c:pt idx="1458">
                  <c:v>0.011804954593</c:v>
                </c:pt>
                <c:pt idx="1459">
                  <c:v>0.0118099654406</c:v>
                </c:pt>
                <c:pt idx="1460">
                  <c:v>0.0118149509342</c:v>
                </c:pt>
                <c:pt idx="1461">
                  <c:v>0.0118199101262</c:v>
                </c:pt>
                <c:pt idx="1462">
                  <c:v>0.0118248421315</c:v>
                </c:pt>
                <c:pt idx="1463">
                  <c:v>0.0118297461262</c:v>
                </c:pt>
                <c:pt idx="1464">
                  <c:v>0.0118346213462</c:v>
                </c:pt>
                <c:pt idx="1465">
                  <c:v>0.0118394670857</c:v>
                </c:pt>
                <c:pt idx="1466">
                  <c:v>0.0118442826958</c:v>
                </c:pt>
                <c:pt idx="1467">
                  <c:v>0.0118490675833</c:v>
                </c:pt>
                <c:pt idx="1468">
                  <c:v>0.0118538212086</c:v>
                </c:pt>
                <c:pt idx="1469">
                  <c:v>0.0118585430848</c:v>
                </c:pt>
                <c:pt idx="1470">
                  <c:v>0.0118632327757</c:v>
                </c:pt>
                <c:pt idx="1471">
                  <c:v>0.0118678898944</c:v>
                </c:pt>
                <c:pt idx="1472">
                  <c:v>0.0118725141017</c:v>
                </c:pt>
                <c:pt idx="1473">
                  <c:v>0.0118771051044</c:v>
                </c:pt>
                <c:pt idx="1474">
                  <c:v>0.0118816626536</c:v>
                </c:pt>
                <c:pt idx="1475">
                  <c:v>0.0118861865436</c:v>
                </c:pt>
                <c:pt idx="1476">
                  <c:v>0.0118906766094</c:v>
                </c:pt>
                <c:pt idx="1477">
                  <c:v>0.0118951327258</c:v>
                </c:pt>
                <c:pt idx="1478">
                  <c:v>0.0118995548055</c:v>
                </c:pt>
                <c:pt idx="1479">
                  <c:v>0.0119039427973</c:v>
                </c:pt>
                <c:pt idx="1480">
                  <c:v>0.0119082966849</c:v>
                </c:pt>
                <c:pt idx="1481">
                  <c:v>0.0119126164847</c:v>
                </c:pt>
                <c:pt idx="1482">
                  <c:v>0.0119169022449</c:v>
                </c:pt>
                <c:pt idx="1483">
                  <c:v>0.0119211540433</c:v>
                </c:pt>
                <c:pt idx="1484">
                  <c:v>0.011925371986</c:v>
                </c:pt>
                <c:pt idx="1485">
                  <c:v>0.0119295562061</c:v>
                </c:pt>
                <c:pt idx="1486">
                  <c:v>0.0119337068615</c:v>
                </c:pt>
                <c:pt idx="1487">
                  <c:v>0.0119378241343</c:v>
                </c:pt>
                <c:pt idx="1488">
                  <c:v>0.0119419082285</c:v>
                </c:pt>
                <c:pt idx="1489">
                  <c:v>0.0119459593689</c:v>
                </c:pt>
                <c:pt idx="1490">
                  <c:v>0.0119499778</c:v>
                </c:pt>
                <c:pt idx="1491">
                  <c:v>0.0119539637841</c:v>
                </c:pt>
                <c:pt idx="1492">
                  <c:v>0.0119579176001</c:v>
                </c:pt>
                <c:pt idx="1493">
                  <c:v>0.0119618395422</c:v>
                </c:pt>
                <c:pt idx="1494">
                  <c:v>0.011965729919</c:v>
                </c:pt>
                <c:pt idx="1495">
                  <c:v>0.0119695890516</c:v>
                </c:pt>
                <c:pt idx="1496">
                  <c:v>0.0119734172727</c:v>
                </c:pt>
                <c:pt idx="1497">
                  <c:v>0.0119772149256</c:v>
                </c:pt>
                <c:pt idx="1498">
                  <c:v>0.0119809823628</c:v>
                </c:pt>
                <c:pt idx="1499">
                  <c:v>0.011984719945</c:v>
                </c:pt>
                <c:pt idx="1500">
                  <c:v>0.0119884280403</c:v>
                </c:pt>
                <c:pt idx="1501">
                  <c:v>0.0119921070227</c:v>
                </c:pt>
                <c:pt idx="1502">
                  <c:v>0.0119957572715</c:v>
                </c:pt>
                <c:pt idx="1503">
                  <c:v>0.0119993791704</c:v>
                </c:pt>
                <c:pt idx="1504">
                  <c:v>0.0120029731063</c:v>
                </c:pt>
                <c:pt idx="1505">
                  <c:v>0.012006539469</c:v>
                </c:pt>
                <c:pt idx="1506">
                  <c:v>0.0120100786499</c:v>
                </c:pt>
                <c:pt idx="1507">
                  <c:v>0.0120135910414</c:v>
                </c:pt>
                <c:pt idx="1508">
                  <c:v>0.0120170770364</c:v>
                </c:pt>
                <c:pt idx="1509">
                  <c:v>0.0120205370275</c:v>
                </c:pt>
                <c:pt idx="1510">
                  <c:v>0.0120239714063</c:v>
                </c:pt>
                <c:pt idx="1511">
                  <c:v>0.012027380563</c:v>
                </c:pt>
                <c:pt idx="1512">
                  <c:v>0.0120307648858</c:v>
                </c:pt>
                <c:pt idx="1513">
                  <c:v>0.0120341247604</c:v>
                </c:pt>
                <c:pt idx="1514">
                  <c:v>0.0120374605695</c:v>
                </c:pt>
                <c:pt idx="1515">
                  <c:v>0.0120407726926</c:v>
                </c:pt>
                <c:pt idx="1516">
                  <c:v>0.0120440615055</c:v>
                </c:pt>
                <c:pt idx="1517">
                  <c:v>0.0120473273797</c:v>
                </c:pt>
                <c:pt idx="1518">
                  <c:v>0.0120505706829</c:v>
                </c:pt>
                <c:pt idx="1519">
                  <c:v>0.0120537917777</c:v>
                </c:pt>
                <c:pt idx="1520">
                  <c:v>0.0120569910225</c:v>
                </c:pt>
                <c:pt idx="1521">
                  <c:v>0.0120601687703</c:v>
                </c:pt>
                <c:pt idx="1522">
                  <c:v>0.0120633253693</c:v>
                </c:pt>
                <c:pt idx="1523">
                  <c:v>0.0120664611624</c:v>
                </c:pt>
                <c:pt idx="1524">
                  <c:v>0.0120695764871</c:v>
                </c:pt>
                <c:pt idx="1525">
                  <c:v>0.0120726716758</c:v>
                </c:pt>
                <c:pt idx="1526">
                  <c:v>0.0120757470554</c:v>
                </c:pt>
                <c:pt idx="1527">
                  <c:v>0.0120788029474</c:v>
                </c:pt>
                <c:pt idx="1528">
                  <c:v>0.0120818396682</c:v>
                </c:pt>
                <c:pt idx="1529">
                  <c:v>0.0120848575286</c:v>
                </c:pt>
                <c:pt idx="1530">
                  <c:v>0.0120878568342</c:v>
                </c:pt>
                <c:pt idx="1531">
                  <c:v>0.0120908378856</c:v>
                </c:pt>
                <c:pt idx="1532">
                  <c:v>0.0120938009783</c:v>
                </c:pt>
                <c:pt idx="1533">
                  <c:v>0.0120967464028</c:v>
                </c:pt>
                <c:pt idx="1534">
                  <c:v>0.0120996744447</c:v>
                </c:pt>
                <c:pt idx="1535">
                  <c:v>0.0121025853849</c:v>
                </c:pt>
                <c:pt idx="1536">
                  <c:v>0.0121054794999</c:v>
                </c:pt>
                <c:pt idx="1537">
                  <c:v>0.0121083570616</c:v>
                </c:pt>
                <c:pt idx="1538">
                  <c:v>0.0121112183378</c:v>
                </c:pt>
                <c:pt idx="1539">
                  <c:v>0.012114063592</c:v>
                </c:pt>
                <c:pt idx="1540">
                  <c:v>0.0121168930837</c:v>
                </c:pt>
                <c:pt idx="1541">
                  <c:v>0.0121197070689</c:v>
                </c:pt>
                <c:pt idx="1542">
                  <c:v>0.0121225057995</c:v>
                </c:pt>
                <c:pt idx="1543">
                  <c:v>0.012125289524</c:v>
                </c:pt>
                <c:pt idx="1544">
                  <c:v>0.0121280584878</c:v>
                </c:pt>
                <c:pt idx="1545">
                  <c:v>0.0121308129324</c:v>
                </c:pt>
                <c:pt idx="1546">
                  <c:v>0.0121335530967</c:v>
                </c:pt>
                <c:pt idx="1547">
                  <c:v>0.0121362792161</c:v>
                </c:pt>
                <c:pt idx="1548">
                  <c:v>0.0121389915233</c:v>
                </c:pt>
                <c:pt idx="1549">
                  <c:v>0.0121416902478</c:v>
                </c:pt>
                <c:pt idx="1550">
                  <c:v>0.0121443756164</c:v>
                </c:pt>
                <c:pt idx="1551">
                  <c:v>0.0121470478529</c:v>
                </c:pt>
                <c:pt idx="1552">
                  <c:v>0.0121497071785</c:v>
                </c:pt>
                <c:pt idx="1553">
                  <c:v>0.0121523538112</c:v>
                </c:pt>
                <c:pt idx="1554">
                  <c:v>0.0121549879665</c:v>
                </c:pt>
                <c:pt idx="1555">
                  <c:v>0.0121576098568</c:v>
                </c:pt>
                <c:pt idx="1556">
                  <c:v>0.0121602196915</c:v>
                </c:pt>
                <c:pt idx="1557">
                  <c:v>0.0121628176768</c:v>
                </c:pt>
                <c:pt idx="1558">
                  <c:v>0.0121654040161</c:v>
                </c:pt>
                <c:pt idx="1559">
                  <c:v>0.012167978909</c:v>
                </c:pt>
                <c:pt idx="1560">
                  <c:v>0.012170542552</c:v>
                </c:pt>
                <c:pt idx="1561">
                  <c:v>0.0121730951375</c:v>
                </c:pt>
                <c:pt idx="1562">
                  <c:v>0.0121756368543</c:v>
                </c:pt>
                <c:pt idx="1563">
                  <c:v>0.012178167887</c:v>
                </c:pt>
                <c:pt idx="1564">
                  <c:v>0.0121806884158</c:v>
                </c:pt>
                <c:pt idx="1565">
                  <c:v>0.0121831986162</c:v>
                </c:pt>
                <c:pt idx="1566">
                  <c:v>0.0121856986587</c:v>
                </c:pt>
                <c:pt idx="1567">
                  <c:v>0.0121881887086</c:v>
                </c:pt>
                <c:pt idx="1568">
                  <c:v>0.0121906689255</c:v>
                </c:pt>
                <c:pt idx="1569">
                  <c:v>0.0121931394629</c:v>
                </c:pt>
                <c:pt idx="1570">
                  <c:v>0.0121956004681</c:v>
                </c:pt>
                <c:pt idx="1571">
                  <c:v>0.0121980520815</c:v>
                </c:pt>
                <c:pt idx="1572">
                  <c:v>0.0122004944364</c:v>
                </c:pt>
                <c:pt idx="1573">
                  <c:v>0.0122029276584</c:v>
                </c:pt>
                <c:pt idx="1574">
                  <c:v>0.0122053518649</c:v>
                </c:pt>
                <c:pt idx="1575">
                  <c:v>0.012207767165</c:v>
                </c:pt>
                <c:pt idx="1576">
                  <c:v>0.0122101736585</c:v>
                </c:pt>
                <c:pt idx="1577">
                  <c:v>0.0122125714361</c:v>
                </c:pt>
                <c:pt idx="1578">
                  <c:v>0.0122149605781</c:v>
                </c:pt>
                <c:pt idx="1579">
                  <c:v>0.0122173411547</c:v>
                </c:pt>
                <c:pt idx="1580">
                  <c:v>0.0122197132247</c:v>
                </c:pt>
                <c:pt idx="1581">
                  <c:v>0.0122220768358</c:v>
                </c:pt>
                <c:pt idx="1582">
                  <c:v>0.0122244320233</c:v>
                </c:pt>
                <c:pt idx="1583">
                  <c:v>0.0122267788104</c:v>
                </c:pt>
                <c:pt idx="1584">
                  <c:v>0.0122291172069</c:v>
                </c:pt>
                <c:pt idx="1585">
                  <c:v>0.0122314472093</c:v>
                </c:pt>
                <c:pt idx="1586">
                  <c:v>0.0122337687997</c:v>
                </c:pt>
                <c:pt idx="1587">
                  <c:v>0.0122360819459</c:v>
                </c:pt>
                <c:pt idx="1588">
                  <c:v>0.0122383866004</c:v>
                </c:pt>
                <c:pt idx="1589">
                  <c:v>0.0122406827004</c:v>
                </c:pt>
                <c:pt idx="1590">
                  <c:v>0.0122429701666</c:v>
                </c:pt>
                <c:pt idx="1591">
                  <c:v>0.0122452489035</c:v>
                </c:pt>
                <c:pt idx="1592">
                  <c:v>0.0122475187982</c:v>
                </c:pt>
                <c:pt idx="1593">
                  <c:v>0.0122497797205</c:v>
                </c:pt>
                <c:pt idx="1594">
                  <c:v>0.0122520315223</c:v>
                </c:pt>
                <c:pt idx="1595">
                  <c:v>0.0122542740368</c:v>
                </c:pt>
                <c:pt idx="1596">
                  <c:v>0.0122565070786</c:v>
                </c:pt>
                <c:pt idx="1597">
                  <c:v>0.0122587304429</c:v>
                </c:pt>
                <c:pt idx="1598">
                  <c:v>0.0122609439053</c:v>
                </c:pt>
                <c:pt idx="1599">
                  <c:v>0.0122631472214</c:v>
                </c:pt>
                <c:pt idx="1600">
                  <c:v>0.0122653401263</c:v>
                </c:pt>
                <c:pt idx="1601">
                  <c:v>0.0122675223346</c:v>
                </c:pt>
                <c:pt idx="1602">
                  <c:v>0.0122696935397</c:v>
                </c:pt>
                <c:pt idx="1603">
                  <c:v>0.0122718534135</c:v>
                </c:pt>
                <c:pt idx="1604">
                  <c:v>0.0122740016064</c:v>
                </c:pt>
                <c:pt idx="1605">
                  <c:v>0.0122761377471</c:v>
                </c:pt>
                <c:pt idx="1606">
                  <c:v>0.0122782614419</c:v>
                </c:pt>
                <c:pt idx="1607">
                  <c:v>0.012280372275</c:v>
                </c:pt>
                <c:pt idx="1608">
                  <c:v>0.0122824698079</c:v>
                </c:pt>
                <c:pt idx="1609">
                  <c:v>0.0122845535795</c:v>
                </c:pt>
                <c:pt idx="1610">
                  <c:v>0.0122866231061</c:v>
                </c:pt>
                <c:pt idx="1611">
                  <c:v>0.012288677881</c:v>
                </c:pt>
                <c:pt idx="1612">
                  <c:v>0.0122907173744</c:v>
                </c:pt>
                <c:pt idx="1613">
                  <c:v>0.0122927410338</c:v>
                </c:pt>
                <c:pt idx="1614">
                  <c:v>0.0122947482836</c:v>
                </c:pt>
                <c:pt idx="1615">
                  <c:v>0.0122967385251</c:v>
                </c:pt>
                <c:pt idx="1616">
                  <c:v>0.0122987111369</c:v>
                </c:pt>
                <c:pt idx="1617">
                  <c:v>0.0123006654748</c:v>
                </c:pt>
                <c:pt idx="1618">
                  <c:v>0.0123026008717</c:v>
                </c:pt>
                <c:pt idx="1619">
                  <c:v>0.0123045166381</c:v>
                </c:pt>
                <c:pt idx="1620">
                  <c:v>0.0123064120623</c:v>
                </c:pt>
                <c:pt idx="1621">
                  <c:v>0.0123082864103</c:v>
                </c:pt>
                <c:pt idx="1622">
                  <c:v>0.0123101389264</c:v>
                </c:pt>
                <c:pt idx="1623">
                  <c:v>0.0123119688332</c:v>
                </c:pt>
                <c:pt idx="1624">
                  <c:v>0.0123137753324</c:v>
                </c:pt>
                <c:pt idx="1625">
                  <c:v>0.0123155576046</c:v>
                </c:pt>
                <c:pt idx="1626">
                  <c:v>0.0123173148102</c:v>
                </c:pt>
                <c:pt idx="1627">
                  <c:v>0.0123190460895</c:v>
                </c:pt>
                <c:pt idx="1628">
                  <c:v>0.0123207505634</c:v>
                </c:pt>
                <c:pt idx="1629">
                  <c:v>0.0123224273339</c:v>
                </c:pt>
                <c:pt idx="1630">
                  <c:v>0.0123240754847</c:v>
                </c:pt>
                <c:pt idx="1631">
                  <c:v>0.0123256940814</c:v>
                </c:pt>
                <c:pt idx="1632">
                  <c:v>0.0123272821727</c:v>
                </c:pt>
                <c:pt idx="1633">
                  <c:v>0.0123288387909</c:v>
                </c:pt>
                <c:pt idx="1634">
                  <c:v>0.0123303629521</c:v>
                </c:pt>
                <c:pt idx="1635">
                  <c:v>0.0123318536576</c:v>
                </c:pt>
                <c:pt idx="1636">
                  <c:v>0.0123333098945</c:v>
                </c:pt>
                <c:pt idx="1637">
                  <c:v>0.0123347306359</c:v>
                </c:pt>
                <c:pt idx="1638">
                  <c:v>0.0123361148425</c:v>
                </c:pt>
                <c:pt idx="1639">
                  <c:v>0.012337461463</c:v>
                </c:pt>
                <c:pt idx="1640">
                  <c:v>0.0123387694351</c:v>
                </c:pt>
                <c:pt idx="1641">
                  <c:v>0.0123400376861</c:v>
                </c:pt>
                <c:pt idx="1642">
                  <c:v>0.0123412651344</c:v>
                </c:pt>
                <c:pt idx="1643">
                  <c:v>0.0123424506895</c:v>
                </c:pt>
                <c:pt idx="1644">
                  <c:v>0.0123435932539</c:v>
                </c:pt>
                <c:pt idx="1645">
                  <c:v>0.0123446917232</c:v>
                </c:pt>
                <c:pt idx="1646">
                  <c:v>0.0123457449878</c:v>
                </c:pt>
                <c:pt idx="1647">
                  <c:v>0.012346751933</c:v>
                </c:pt>
                <c:pt idx="1648">
                  <c:v>0.0123477114408</c:v>
                </c:pt>
                <c:pt idx="1649">
                  <c:v>0.0123486223901</c:v>
                </c:pt>
                <c:pt idx="1650">
                  <c:v>0.0123494836584</c:v>
                </c:pt>
                <c:pt idx="1651">
                  <c:v>0.0123502941218</c:v>
                </c:pt>
                <c:pt idx="1652">
                  <c:v>0.0123510526569</c:v>
                </c:pt>
                <c:pt idx="1653">
                  <c:v>0.0123517581412</c:v>
                </c:pt>
                <c:pt idx="1654">
                  <c:v>0.0123524094537</c:v>
                </c:pt>
                <c:pt idx="1655">
                  <c:v>0.0123530054767</c:v>
                </c:pt>
                <c:pt idx="1656">
                  <c:v>0.0123535450956</c:v>
                </c:pt>
                <c:pt idx="1657">
                  <c:v>0.0123540272007</c:v>
                </c:pt>
                <c:pt idx="1658">
                  <c:v>0.0123544506873</c:v>
                </c:pt>
                <c:pt idx="1659">
                  <c:v>0.0123548144569</c:v>
                </c:pt>
                <c:pt idx="1660">
                  <c:v>0.0123551174175</c:v>
                </c:pt>
                <c:pt idx="1661">
                  <c:v>0.0123553584851</c:v>
                </c:pt>
                <c:pt idx="1662">
                  <c:v>0.0123555365836</c:v>
                </c:pt>
                <c:pt idx="1663">
                  <c:v>0.0123556506457</c:v>
                </c:pt>
                <c:pt idx="1664">
                  <c:v>0.0123556996139</c:v>
                </c:pt>
                <c:pt idx="1665">
                  <c:v>0.0123556824403</c:v>
                </c:pt>
                <c:pt idx="1666">
                  <c:v>0.012355598088</c:v>
                </c:pt>
                <c:pt idx="1667">
                  <c:v>0.0123554455307</c:v>
                </c:pt>
                <c:pt idx="1668">
                  <c:v>0.0123552237539</c:v>
                </c:pt>
                <c:pt idx="1669">
                  <c:v>0.0123549317548</c:v>
                </c:pt>
                <c:pt idx="1670">
                  <c:v>0.0123545685427</c:v>
                </c:pt>
                <c:pt idx="1671">
                  <c:v>0.0123541331394</c:v>
                </c:pt>
                <c:pt idx="1672">
                  <c:v>0.0123536245797</c:v>
                </c:pt>
                <c:pt idx="1673">
                  <c:v>0.0123530419108</c:v>
                </c:pt>
                <c:pt idx="1674">
                  <c:v>0.0123523841932</c:v>
                </c:pt>
                <c:pt idx="1675">
                  <c:v>0.0123516505005</c:v>
                </c:pt>
                <c:pt idx="1676">
                  <c:v>0.0123508399194</c:v>
                </c:pt>
                <c:pt idx="1677">
                  <c:v>0.0123499515497</c:v>
                </c:pt>
                <c:pt idx="1678">
                  <c:v>0.0123489845043</c:v>
                </c:pt>
                <c:pt idx="1679">
                  <c:v>0.0123479379089</c:v>
                </c:pt>
                <c:pt idx="1680">
                  <c:v>0.0123468109022</c:v>
                </c:pt>
                <c:pt idx="1681">
                  <c:v>0.0123456026353</c:v>
                </c:pt>
                <c:pt idx="1682">
                  <c:v>0.0123443122717</c:v>
                </c:pt>
                <c:pt idx="1683">
                  <c:v>0.0123429389867</c:v>
                </c:pt>
                <c:pt idx="1684">
                  <c:v>0.0123414819675</c:v>
                </c:pt>
                <c:pt idx="1685">
                  <c:v>0.0123399404123</c:v>
                </c:pt>
                <c:pt idx="1686">
                  <c:v>0.0123383135304</c:v>
                </c:pt>
                <c:pt idx="1687">
                  <c:v>0.0123366005413</c:v>
                </c:pt>
                <c:pt idx="1688">
                  <c:v>0.0123348006743</c:v>
                </c:pt>
                <c:pt idx="1689">
                  <c:v>0.012332913168</c:v>
                </c:pt>
                <c:pt idx="1690">
                  <c:v>0.0123309372699</c:v>
                </c:pt>
                <c:pt idx="1691">
                  <c:v>0.0123288722354</c:v>
                </c:pt>
                <c:pt idx="1692">
                  <c:v>0.0123267173275</c:v>
                </c:pt>
                <c:pt idx="1693">
                  <c:v>0.012324471816</c:v>
                </c:pt>
                <c:pt idx="1694">
                  <c:v>0.0123221349768</c:v>
                </c:pt>
                <c:pt idx="1695">
                  <c:v>0.0123197060912</c:v>
                </c:pt>
                <c:pt idx="1696">
                  <c:v>0.0123171844454</c:v>
                </c:pt>
                <c:pt idx="1697">
                  <c:v>0.0123145693293</c:v>
                </c:pt>
                <c:pt idx="1698">
                  <c:v>0.0123118600361</c:v>
                </c:pt>
                <c:pt idx="1699">
                  <c:v>0.0123090558615</c:v>
                </c:pt>
                <c:pt idx="1700">
                  <c:v>0.0123061561029</c:v>
                </c:pt>
                <c:pt idx="1701">
                  <c:v>0.0123031600584</c:v>
                </c:pt>
                <c:pt idx="1702">
                  <c:v>0.0123000670264</c:v>
                </c:pt>
                <c:pt idx="1703">
                  <c:v>0.0122968763045</c:v>
                </c:pt>
                <c:pt idx="1704">
                  <c:v>0.012293587189</c:v>
                </c:pt>
                <c:pt idx="1705">
                  <c:v>0.0122901989737</c:v>
                </c:pt>
                <c:pt idx="1706">
                  <c:v>0.0122867109496</c:v>
                </c:pt>
                <c:pt idx="1707">
                  <c:v>0.0122831224039</c:v>
                </c:pt>
                <c:pt idx="1708">
                  <c:v>0.0122794326192</c:v>
                </c:pt>
                <c:pt idx="1709">
                  <c:v>0.0122756408729</c:v>
                </c:pt>
                <c:pt idx="1710">
                  <c:v>0.0122717464364</c:v>
                </c:pt>
                <c:pt idx="1711">
                  <c:v>0.0122677485743</c:v>
                </c:pt>
                <c:pt idx="1712">
                  <c:v>0.0122636465439</c:v>
                </c:pt>
                <c:pt idx="1713">
                  <c:v>0.0122594395945</c:v>
                </c:pt>
                <c:pt idx="1714">
                  <c:v>0.0122551269666</c:v>
                </c:pt>
                <c:pt idx="1715">
                  <c:v>0.0122507078912</c:v>
                </c:pt>
                <c:pt idx="1716">
                  <c:v>0.0122461815897</c:v>
                </c:pt>
                <c:pt idx="1717">
                  <c:v>0.0122415472727</c:v>
                </c:pt>
                <c:pt idx="1718">
                  <c:v>0.0122368041398</c:v>
                </c:pt>
                <c:pt idx="1719">
                  <c:v>0.012231951379</c:v>
                </c:pt>
                <c:pt idx="1720">
                  <c:v>0.0122269881662</c:v>
                </c:pt>
                <c:pt idx="1721">
                  <c:v>0.0122219136648</c:v>
                </c:pt>
                <c:pt idx="1722">
                  <c:v>0.0122167270251</c:v>
                </c:pt>
                <c:pt idx="1723">
                  <c:v>0.012211427384</c:v>
                </c:pt>
                <c:pt idx="1724">
                  <c:v>0.0122060138646</c:v>
                </c:pt>
                <c:pt idx="1725">
                  <c:v>0.012200485576</c:v>
                </c:pt>
                <c:pt idx="1726">
                  <c:v>0.0121948416127</c:v>
                </c:pt>
                <c:pt idx="1727">
                  <c:v>0.0121890810546</c:v>
                </c:pt>
                <c:pt idx="1728">
                  <c:v>0.0121832029665</c:v>
                </c:pt>
                <c:pt idx="1729">
                  <c:v>0.0121772063982</c:v>
                </c:pt>
                <c:pt idx="1730">
                  <c:v>0.012171090384</c:v>
                </c:pt>
                <c:pt idx="1731">
                  <c:v>0.0121648539428</c:v>
                </c:pt>
                <c:pt idx="1732">
                  <c:v>0.0121584960778</c:v>
                </c:pt>
                <c:pt idx="1733">
                  <c:v>0.0121520157767</c:v>
                </c:pt>
                <c:pt idx="1734">
                  <c:v>0.0121454120115</c:v>
                </c:pt>
                <c:pt idx="1735">
                  <c:v>0.0121386837382</c:v>
                </c:pt>
                <c:pt idx="1736">
                  <c:v>0.0121318298976</c:v>
                </c:pt>
                <c:pt idx="1737">
                  <c:v>0.0121248494146</c:v>
                </c:pt>
                <c:pt idx="1738">
                  <c:v>0.0121177411988</c:v>
                </c:pt>
                <c:pt idx="1739">
                  <c:v>0.0121105041444</c:v>
                </c:pt>
                <c:pt idx="1740">
                  <c:v>0.0121031371307</c:v>
                </c:pt>
                <c:pt idx="1741">
                  <c:v>0.0120956390218</c:v>
                </c:pt>
                <c:pt idx="1742">
                  <c:v>0.0120880086677</c:v>
                </c:pt>
                <c:pt idx="1743">
                  <c:v>0.0120802449037</c:v>
                </c:pt>
                <c:pt idx="1744">
                  <c:v>0.0120723465514</c:v>
                </c:pt>
                <c:pt idx="1745">
                  <c:v>0.0120643124189</c:v>
                </c:pt>
                <c:pt idx="1746">
                  <c:v>0.0120561413013</c:v>
                </c:pt>
                <c:pt idx="1747">
                  <c:v>0.0120478319811</c:v>
                </c:pt>
                <c:pt idx="1748">
                  <c:v>0.0120393832288</c:v>
                </c:pt>
                <c:pt idx="1749">
                  <c:v>0.0120307938035</c:v>
                </c:pt>
                <c:pt idx="1750">
                  <c:v>0.0120220624537</c:v>
                </c:pt>
                <c:pt idx="1751">
                  <c:v>0.0120131879174</c:v>
                </c:pt>
                <c:pt idx="1752">
                  <c:v>0.0120041689237</c:v>
                </c:pt>
                <c:pt idx="1753">
                  <c:v>0.0119950041927</c:v>
                </c:pt>
                <c:pt idx="1754">
                  <c:v>0.0119856924371</c:v>
                </c:pt>
                <c:pt idx="1755">
                  <c:v>0.0119762323625</c:v>
                </c:pt>
                <c:pt idx="1756">
                  <c:v>0.0119666226686</c:v>
                </c:pt>
                <c:pt idx="1757">
                  <c:v>0.0119568620501</c:v>
                </c:pt>
                <c:pt idx="1758">
                  <c:v>0.0119469491979</c:v>
                </c:pt>
                <c:pt idx="1759">
                  <c:v>0.0119368827999</c:v>
                </c:pt>
                <c:pt idx="1760">
                  <c:v>0.0119266615422</c:v>
                </c:pt>
                <c:pt idx="1761">
                  <c:v>0.0119162841107</c:v>
                </c:pt>
                <c:pt idx="1762">
                  <c:v>0.0119057491915</c:v>
                </c:pt>
                <c:pt idx="1763">
                  <c:v>0.011895055473</c:v>
                </c:pt>
                <c:pt idx="1764">
                  <c:v>0.0118842016469</c:v>
                </c:pt>
                <c:pt idx="1765">
                  <c:v>0.0118731864094</c:v>
                </c:pt>
                <c:pt idx="1766">
                  <c:v>0.011862008463</c:v>
                </c:pt>
                <c:pt idx="1767">
                  <c:v>0.0118506665176</c:v>
                </c:pt>
                <c:pt idx="1768">
                  <c:v>0.0118391592924</c:v>
                </c:pt>
                <c:pt idx="1769">
                  <c:v>0.0118274855173</c:v>
                </c:pt>
                <c:pt idx="1770">
                  <c:v>0.0118156439343</c:v>
                </c:pt>
                <c:pt idx="1771">
                  <c:v>0.0118036332995</c:v>
                </c:pt>
                <c:pt idx="1772">
                  <c:v>0.0117914523848</c:v>
                </c:pt>
                <c:pt idx="1773">
                  <c:v>0.0117790999791</c:v>
                </c:pt>
                <c:pt idx="1774">
                  <c:v>0.0117665748909</c:v>
                </c:pt>
                <c:pt idx="1775">
                  <c:v>0.0117538759494</c:v>
                </c:pt>
                <c:pt idx="1776">
                  <c:v>0.0117410020068</c:v>
                </c:pt>
                <c:pt idx="1777">
                  <c:v>0.0117279519397</c:v>
                </c:pt>
                <c:pt idx="1778">
                  <c:v>0.0117147246516</c:v>
                </c:pt>
                <c:pt idx="1779">
                  <c:v>0.0117013190744</c:v>
                </c:pt>
                <c:pt idx="1780">
                  <c:v>0.0116877341703</c:v>
                </c:pt>
                <c:pt idx="1781">
                  <c:v>0.011673968934</c:v>
                </c:pt>
                <c:pt idx="1782">
                  <c:v>0.0116600223947</c:v>
                </c:pt>
                <c:pt idx="1783">
                  <c:v>0.0116458936176</c:v>
                </c:pt>
                <c:pt idx="1784">
                  <c:v>0.0116315817066</c:v>
                </c:pt>
                <c:pt idx="1785">
                  <c:v>0.0116170858057</c:v>
                </c:pt>
                <c:pt idx="1786">
                  <c:v>0.0116024051013</c:v>
                </c:pt>
                <c:pt idx="1787">
                  <c:v>0.0115875388241</c:v>
                </c:pt>
                <c:pt idx="1788">
                  <c:v>0.011572486251</c:v>
                </c:pt>
                <c:pt idx="1789">
                  <c:v>0.0115572467073</c:v>
                </c:pt>
                <c:pt idx="1790">
                  <c:v>0.0115418195682</c:v>
                </c:pt>
                <c:pt idx="1791">
                  <c:v>0.0115262042613</c:v>
                </c:pt>
                <c:pt idx="1792">
                  <c:v>0.0115104002681</c:v>
                </c:pt>
                <c:pt idx="1793">
                  <c:v>0.0114944071258</c:v>
                </c:pt>
                <c:pt idx="1794">
                  <c:v>0.0114782244294</c:v>
                </c:pt>
                <c:pt idx="1795">
                  <c:v>0.0114618518333</c:v>
                </c:pt>
                <c:pt idx="1796">
                  <c:v>0.0114452890534</c:v>
                </c:pt>
                <c:pt idx="1797">
                  <c:v>0.011428535868</c:v>
                </c:pt>
                <c:pt idx="1798">
                  <c:v>0.0114115921203</c:v>
                </c:pt>
                <c:pt idx="1799">
                  <c:v>0.0113944577195</c:v>
                </c:pt>
                <c:pt idx="1800">
                  <c:v>0.0113771326423</c:v>
                </c:pt>
                <c:pt idx="1801">
                  <c:v>0.0113596169347</c:v>
                </c:pt>
                <c:pt idx="1802">
                  <c:v>0.011341910713</c:v>
                </c:pt>
                <c:pt idx="1803">
                  <c:v>0.0113240141652</c:v>
                </c:pt>
                <c:pt idx="1804">
                  <c:v>0.0113059275522</c:v>
                </c:pt>
                <c:pt idx="1805">
                  <c:v>0.0112876512093</c:v>
                </c:pt>
                <c:pt idx="1806">
                  <c:v>0.0112691855464</c:v>
                </c:pt>
                <c:pt idx="1807">
                  <c:v>0.01125053105</c:v>
                </c:pt>
                <c:pt idx="1808">
                  <c:v>0.0112316882831</c:v>
                </c:pt>
                <c:pt idx="1809">
                  <c:v>0.0112126578867</c:v>
                </c:pt>
                <c:pt idx="1810">
                  <c:v>0.0111934405799</c:v>
                </c:pt>
                <c:pt idx="1811">
                  <c:v>0.0111740371607</c:v>
                </c:pt>
                <c:pt idx="1812">
                  <c:v>0.0111544485067</c:v>
                </c:pt>
                <c:pt idx="1813">
                  <c:v>0.0111346755747</c:v>
                </c:pt>
                <c:pt idx="1814">
                  <c:v>0.0111147194018</c:v>
                </c:pt>
                <c:pt idx="1815">
                  <c:v>0.0110945811049</c:v>
                </c:pt>
                <c:pt idx="1816">
                  <c:v>0.0110742618808</c:v>
                </c:pt>
                <c:pt idx="1817">
                  <c:v>0.0110537630065</c:v>
                </c:pt>
                <c:pt idx="1818">
                  <c:v>0.0110330858382</c:v>
                </c:pt>
                <c:pt idx="1819">
                  <c:v>0.0110122318119</c:v>
                </c:pt>
                <c:pt idx="1820">
                  <c:v>0.0109912024419</c:v>
                </c:pt>
                <c:pt idx="1821">
                  <c:v>0.0109699993214</c:v>
                </c:pt>
                <c:pt idx="1822">
                  <c:v>0.0109486241206</c:v>
                </c:pt>
                <c:pt idx="1823">
                  <c:v>0.010927078587</c:v>
                </c:pt>
                <c:pt idx="1824">
                  <c:v>0.0109053645438</c:v>
                </c:pt>
                <c:pt idx="1825">
                  <c:v>0.0108834838892</c:v>
                </c:pt>
                <c:pt idx="1826">
                  <c:v>0.0108614385952</c:v>
                </c:pt>
                <c:pt idx="1827">
                  <c:v>0.0108392307064</c:v>
                </c:pt>
                <c:pt idx="1828">
                  <c:v>0.010816862339</c:v>
                </c:pt>
                <c:pt idx="1829">
                  <c:v>0.010794335679</c:v>
                </c:pt>
                <c:pt idx="1830">
                  <c:v>0.010771652981</c:v>
                </c:pt>
                <c:pt idx="1831">
                  <c:v>0.0107488165667</c:v>
                </c:pt>
                <c:pt idx="1832">
                  <c:v>0.0107258288232</c:v>
                </c:pt>
                <c:pt idx="1833">
                  <c:v>0.0107026922012</c:v>
                </c:pt>
                <c:pt idx="1834">
                  <c:v>0.0106794092137</c:v>
                </c:pt>
                <c:pt idx="1835">
                  <c:v>0.0106559824338</c:v>
                </c:pt>
                <c:pt idx="1836">
                  <c:v>0.010632414493</c:v>
                </c:pt>
                <c:pt idx="1837">
                  <c:v>0.0106087080796</c:v>
                </c:pt>
                <c:pt idx="1838">
                  <c:v>0.0105848659363</c:v>
                </c:pt>
                <c:pt idx="1839">
                  <c:v>0.0105608908588</c:v>
                </c:pt>
                <c:pt idx="1840">
                  <c:v>0.0105367856935</c:v>
                </c:pt>
                <c:pt idx="1841">
                  <c:v>0.0105125533355</c:v>
                </c:pt>
                <c:pt idx="1842">
                  <c:v>0.0104881967271</c:v>
                </c:pt>
                <c:pt idx="1843">
                  <c:v>0.0104637188553</c:v>
                </c:pt>
                <c:pt idx="1844">
                  <c:v>0.0104391227502</c:v>
                </c:pt>
                <c:pt idx="1845">
                  <c:v>0.0104144114829</c:v>
                </c:pt>
                <c:pt idx="1846">
                  <c:v>0.0103895881636</c:v>
                </c:pt>
                <c:pt idx="1847">
                  <c:v>0.0103646559397</c:v>
                </c:pt>
                <c:pt idx="1848">
                  <c:v>0.0103396179939</c:v>
                </c:pt>
                <c:pt idx="1849">
                  <c:v>0.0103144775424</c:v>
                </c:pt>
                <c:pt idx="1850">
                  <c:v>0.0102892378331</c:v>
                </c:pt>
                <c:pt idx="1851">
                  <c:v>0.0102639021438</c:v>
                </c:pt>
                <c:pt idx="1852">
                  <c:v>0.0102384737805</c:v>
                </c:pt>
                <c:pt idx="1853">
                  <c:v>0.0102129560757</c:v>
                </c:pt>
                <c:pt idx="1854">
                  <c:v>0.0101873523867</c:v>
                </c:pt>
                <c:pt idx="1855">
                  <c:v>0.0101616660943</c:v>
                </c:pt>
                <c:pt idx="1856">
                  <c:v>0.0101359006008</c:v>
                </c:pt>
                <c:pt idx="1857">
                  <c:v>0.010110059329</c:v>
                </c:pt>
                <c:pt idx="1858">
                  <c:v>0.0100841457203</c:v>
                </c:pt>
                <c:pt idx="1859">
                  <c:v>0.0100581632337</c:v>
                </c:pt>
                <c:pt idx="1860">
                  <c:v>0.0100321153444</c:v>
                </c:pt>
                <c:pt idx="1861">
                  <c:v>0.0100060055423</c:v>
                </c:pt>
                <c:pt idx="1862">
                  <c:v>0.00997983733084</c:v>
                </c:pt>
                <c:pt idx="1863">
                  <c:v>0.0099536142258</c:v>
                </c:pt>
                <c:pt idx="1864">
                  <c:v>0.00992733975418</c:v>
                </c:pt>
                <c:pt idx="1865">
                  <c:v>0.00990101745297</c:v>
                </c:pt>
                <c:pt idx="1866">
                  <c:v>0.00987465086804</c:v>
                </c:pt>
                <c:pt idx="1867">
                  <c:v>0.00984824355308</c:v>
                </c:pt>
                <c:pt idx="1868">
                  <c:v>0.00982179906848</c:v>
                </c:pt>
                <c:pt idx="1869">
                  <c:v>0.00979532098026</c:v>
                </c:pt>
                <c:pt idx="1870">
                  <c:v>0.00976881285906</c:v>
                </c:pt>
                <c:pt idx="1871">
                  <c:v>0.00974227827901</c:v>
                </c:pt>
                <c:pt idx="1872">
                  <c:v>0.00971572081673</c:v>
                </c:pt>
                <c:pt idx="1873">
                  <c:v>0.00968914405023</c:v>
                </c:pt>
                <c:pt idx="1874">
                  <c:v>0.00966255155785</c:v>
                </c:pt>
                <c:pt idx="1875">
                  <c:v>0.0096359469171</c:v>
                </c:pt>
                <c:pt idx="1876">
                  <c:v>0.00960933370361</c:v>
                </c:pt>
                <c:pt idx="1877">
                  <c:v>0.00958271548991</c:v>
                </c:pt>
                <c:pt idx="1878">
                  <c:v>0.0095560958443</c:v>
                </c:pt>
                <c:pt idx="1879">
                  <c:v>0.00952947832955</c:v>
                </c:pt>
                <c:pt idx="1880">
                  <c:v>0.00950286650167</c:v>
                </c:pt>
                <c:pt idx="1881">
                  <c:v>0.0094762639086</c:v>
                </c:pt>
                <c:pt idx="1882">
                  <c:v>0.00944967408881</c:v>
                </c:pt>
                <c:pt idx="1883">
                  <c:v>0.0094231005699</c:v>
                </c:pt>
                <c:pt idx="1884">
                  <c:v>0.00939654686712</c:v>
                </c:pt>
                <c:pt idx="1885">
                  <c:v>0.00937001648186</c:v>
                </c:pt>
                <c:pt idx="1886">
                  <c:v>0.0093435129</c:v>
                </c:pt>
                <c:pt idx="1887">
                  <c:v>0.00931703959034</c:v>
                </c:pt>
                <c:pt idx="1888">
                  <c:v>0.00929060000282</c:v>
                </c:pt>
                <c:pt idx="1889">
                  <c:v>0.00926419756683</c:v>
                </c:pt>
                <c:pt idx="1890">
                  <c:v>0.00923783568934</c:v>
                </c:pt>
                <c:pt idx="1891">
                  <c:v>0.00921151775301</c:v>
                </c:pt>
                <c:pt idx="1892">
                  <c:v>0.00918524711433</c:v>
                </c:pt>
                <c:pt idx="1893">
                  <c:v>0.00915902710157</c:v>
                </c:pt>
                <c:pt idx="1894">
                  <c:v>0.0091328610128</c:v>
                </c:pt>
                <c:pt idx="1895">
                  <c:v>0.0091067521138</c:v>
                </c:pt>
                <c:pt idx="1896">
                  <c:v>0.00908070363596</c:v>
                </c:pt>
                <c:pt idx="1897">
                  <c:v>0.00905471877416</c:v>
                </c:pt>
                <c:pt idx="1898">
                  <c:v>0.00902880068456</c:v>
                </c:pt>
                <c:pt idx="1899">
                  <c:v>0.00900295248245</c:v>
                </c:pt>
                <c:pt idx="1900">
                  <c:v>0.00897717724003</c:v>
                </c:pt>
                <c:pt idx="1901">
                  <c:v>0.00895147798421</c:v>
                </c:pt>
                <c:pt idx="1902">
                  <c:v>0.00892585769434</c:v>
                </c:pt>
                <c:pt idx="1903">
                  <c:v>0.00890031930009</c:v>
                </c:pt>
                <c:pt idx="1904">
                  <c:v>0.00887486567914</c:v>
                </c:pt>
                <c:pt idx="1905">
                  <c:v>0.00884949965509</c:v>
                </c:pt>
                <c:pt idx="1906">
                  <c:v>0.00882422399524</c:v>
                </c:pt>
                <c:pt idx="1907">
                  <c:v>0.00879904140852</c:v>
                </c:pt>
                <c:pt idx="1908">
                  <c:v>0.00877395454334</c:v>
                </c:pt>
                <c:pt idx="1909">
                  <c:v>0.00874896598562</c:v>
                </c:pt>
                <c:pt idx="1910">
                  <c:v>0.00872407825678</c:v>
                </c:pt>
                <c:pt idx="1911">
                  <c:v>0.00869929381182</c:v>
                </c:pt>
                <c:pt idx="1912">
                  <c:v>0.00867461503748</c:v>
                </c:pt>
                <c:pt idx="1913">
                  <c:v>0.00865004425049</c:v>
                </c:pt>
                <c:pt idx="1914">
                  <c:v>0.00862558369584</c:v>
                </c:pt>
                <c:pt idx="1915">
                  <c:v>0.00860123554519</c:v>
                </c:pt>
                <c:pt idx="1916">
                  <c:v>0.00857700189541</c:v>
                </c:pt>
                <c:pt idx="1917">
                  <c:v>0.0085528847671</c:v>
                </c:pt>
                <c:pt idx="1918">
                  <c:v>0.00852888610333</c:v>
                </c:pt>
                <c:pt idx="1919">
                  <c:v>0.00850500776843</c:v>
                </c:pt>
                <c:pt idx="1920">
                  <c:v>0.00848125154692</c:v>
                </c:pt>
                <c:pt idx="1921">
                  <c:v>0.00845761914251</c:v>
                </c:pt>
                <c:pt idx="1922">
                  <c:v>0.00843411217729</c:v>
                </c:pt>
                <c:pt idx="1923">
                  <c:v>0.00841073219095</c:v>
                </c:pt>
                <c:pt idx="1924">
                  <c:v>0.00838748064024</c:v>
                </c:pt>
                <c:pt idx="1925">
                  <c:v>0.00836435889841</c:v>
                </c:pt>
                <c:pt idx="1926">
                  <c:v>0.0083413682549</c:v>
                </c:pt>
                <c:pt idx="1927">
                  <c:v>0.00831850991511</c:v>
                </c:pt>
                <c:pt idx="1928">
                  <c:v>0.00829578500026</c:v>
                </c:pt>
                <c:pt idx="1929">
                  <c:v>0.00827319454743</c:v>
                </c:pt>
                <c:pt idx="1930">
                  <c:v>0.00825073950969</c:v>
                </c:pt>
                <c:pt idx="1931">
                  <c:v>0.00822842075639</c:v>
                </c:pt>
                <c:pt idx="1932">
                  <c:v>0.00820623907351</c:v>
                </c:pt>
                <c:pt idx="1933">
                  <c:v>0.00818419516416</c:v>
                </c:pt>
                <c:pt idx="1934">
                  <c:v>0.00816228964924</c:v>
                </c:pt>
                <c:pt idx="1935">
                  <c:v>0.00814052306814</c:v>
                </c:pt>
                <c:pt idx="1936">
                  <c:v>0.00811889587958</c:v>
                </c:pt>
                <c:pt idx="1937">
                  <c:v>0.00809740846257</c:v>
                </c:pt>
                <c:pt idx="1938">
                  <c:v>0.00807606111746</c:v>
                </c:pt>
                <c:pt idx="1939">
                  <c:v>0.00805485406705</c:v>
                </c:pt>
                <c:pt idx="1940">
                  <c:v>0.0080337874579</c:v>
                </c:pt>
                <c:pt idx="1941">
                  <c:v>0.0080128613616</c:v>
                </c:pt>
                <c:pt idx="1942">
                  <c:v>0.00799207577621</c:v>
                </c:pt>
                <c:pt idx="1943">
                  <c:v>0.00797143062775</c:v>
                </c:pt>
                <c:pt idx="1944">
                  <c:v>0.00795092577176</c:v>
                </c:pt>
                <c:pt idx="1945">
                  <c:v>0.00793056099496</c:v>
                </c:pt>
                <c:pt idx="1946">
                  <c:v>0.00791033601693</c:v>
                </c:pt>
                <c:pt idx="1947">
                  <c:v>0.00789025049188</c:v>
                </c:pt>
                <c:pt idx="1948">
                  <c:v>0.00787030401045</c:v>
                </c:pt>
                <c:pt idx="1949">
                  <c:v>0.00785049610162</c:v>
                </c:pt>
                <c:pt idx="1950">
                  <c:v>0.00783082623455</c:v>
                </c:pt>
                <c:pt idx="1951">
                  <c:v>0.00781129382058</c:v>
                </c:pt>
                <c:pt idx="1952">
                  <c:v>0.00779189821518</c:v>
                </c:pt>
                <c:pt idx="1953">
                  <c:v>0.00777263871997</c:v>
                </c:pt>
                <c:pt idx="1954">
                  <c:v>0.00775351458474</c:v>
                </c:pt>
                <c:pt idx="1955">
                  <c:v>0.00773452500952</c:v>
                </c:pt>
                <c:pt idx="1956">
                  <c:v>0.0077156691466</c:v>
                </c:pt>
                <c:pt idx="1957">
                  <c:v>0.00769694610264</c:v>
                </c:pt>
                <c:pt idx="1958">
                  <c:v>0.00767835494074</c:v>
                </c:pt>
                <c:pt idx="1959">
                  <c:v>0.00765989468251</c:v>
                </c:pt>
                <c:pt idx="1960">
                  <c:v>0.00764156431015</c:v>
                </c:pt>
                <c:pt idx="1961">
                  <c:v>0.00762336276849</c:v>
                </c:pt>
                <c:pt idx="1962">
                  <c:v>0.00760528896711</c:v>
                </c:pt>
                <c:pt idx="1963">
                  <c:v>0.00758734178233</c:v>
                </c:pt>
                <c:pt idx="1964">
                  <c:v>0.00756952005925</c:v>
                </c:pt>
                <c:pt idx="1965">
                  <c:v>0.00755182261378</c:v>
                </c:pt>
                <c:pt idx="1966">
                  <c:v>0.00753424823459</c:v>
                </c:pt>
                <c:pt idx="1967">
                  <c:v>0.00751679568511</c:v>
                </c:pt>
                <c:pt idx="1968">
                  <c:v>0.00749946370543</c:v>
                </c:pt>
                <c:pt idx="1969">
                  <c:v>0.00748225101424</c:v>
                </c:pt>
                <c:pt idx="1970">
                  <c:v>0.00746515631066</c:v>
                </c:pt>
                <c:pt idx="1971">
                  <c:v>0.00744817827614</c:v>
                </c:pt>
                <c:pt idx="1972">
                  <c:v>0.00743131557621</c:v>
                </c:pt>
                <c:pt idx="1973">
                  <c:v>0.00741456686229</c:v>
                </c:pt>
                <c:pt idx="1974">
                  <c:v>0.00739793077344</c:v>
                </c:pt>
                <c:pt idx="1975">
                  <c:v>0.00738140593802</c:v>
                </c:pt>
                <c:pt idx="1976">
                  <c:v>0.00736499097537</c:v>
                </c:pt>
                <c:pt idx="1977">
                  <c:v>0.00734868449747</c:v>
                </c:pt>
                <c:pt idx="1978">
                  <c:v>0.00733248511045</c:v>
                </c:pt>
                <c:pt idx="1979">
                  <c:v>0.00731639141622</c:v>
                </c:pt>
                <c:pt idx="1980">
                  <c:v>0.00730040201392</c:v>
                </c:pt>
                <c:pt idx="1981">
                  <c:v>0.00728451550139</c:v>
                </c:pt>
                <c:pt idx="1982">
                  <c:v>0.00726873047664</c:v>
                </c:pt>
                <c:pt idx="1983">
                  <c:v>0.00725304553917</c:v>
                </c:pt>
                <c:pt idx="1984">
                  <c:v>0.00723745929137</c:v>
                </c:pt>
                <c:pt idx="1985">
                  <c:v>0.00722197033979</c:v>
                </c:pt>
                <c:pt idx="1986">
                  <c:v>0.00720657729641</c:v>
                </c:pt>
                <c:pt idx="1987">
                  <c:v>0.00719127877986</c:v>
                </c:pt>
                <c:pt idx="1988">
                  <c:v>0.00717607341661</c:v>
                </c:pt>
                <c:pt idx="1989">
                  <c:v>0.00716095984208</c:v>
                </c:pt>
                <c:pt idx="1990">
                  <c:v>0.00714593670179</c:v>
                </c:pt>
                <c:pt idx="1991">
                  <c:v>0.00713100265233</c:v>
                </c:pt>
                <c:pt idx="1992">
                  <c:v>0.00711615636247</c:v>
                </c:pt>
                <c:pt idx="1993">
                  <c:v>0.00710139651406</c:v>
                </c:pt>
                <c:pt idx="1994">
                  <c:v>0.007086721803</c:v>
                </c:pt>
                <c:pt idx="1995">
                  <c:v>0.00707213094009</c:v>
                </c:pt>
                <c:pt idx="1996">
                  <c:v>0.00705762265192</c:v>
                </c:pt>
                <c:pt idx="1997">
                  <c:v>0.00704319568167</c:v>
                </c:pt>
                <c:pt idx="1998">
                  <c:v>0.00702884878984</c:v>
                </c:pt>
                <c:pt idx="1999">
                  <c:v>0.00701458075501</c:v>
                </c:pt>
                <c:pt idx="2000">
                  <c:v>0.0070003903745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0.75"/>
          <c:min val="0"/>
        </c:scaling>
        <c:delete val="0"/>
        <c:axPos val="l"/>
        <c:majorGridlines>
          <c:spPr>
            <a:ln xmlns:a="http://schemas.openxmlformats.org/drawingml/2006/main" w="4763">
              <a:solidFill>
                <a:srgbClr val="EEEEEE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2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7620">
            <a:solidFill>
              <a:srgbClr val="33333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majorUnit val="1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35FD47-7574-4241-B5A9-3C04E2823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0500"/>
            <a:ext cx="11391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buNone/>
              <a:defRPr sz="322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322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Spin and charge velocities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54CBD7-EA8D-47C8-8954-3BFC13159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790575"/>
            <a:ext cx="1095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buNone/>
              <a:defRPr sz="172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10-MMHK, 50 twists, η/t = 0.1, q₁ = π/5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DB789E-9055-48FC-9FC4-8E2362EBB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190625"/>
            <a:ext cx="10953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buNone/>
              <a:defRPr sz="157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Charge: red     Spin: blue dashed     BA: lines     MMHK: markers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2E32AB-D7BB-4D40-844C-F18E90501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561975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buNone/>
              <a:defRPr sz="172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U/t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623C66-E175-453E-AC3C-79FEA9E4C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972175"/>
            <a:ext cx="1133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buNone/>
              <a:defRPr sz="150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Velocity unit: t a₀/ℏ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CCB26F-E328-4ACA-AC18-6A1D80A92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6324600"/>
            <a:ext cx="1133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buNone/>
              <a:defRPr sz="13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BA grid: Δ(U/t) = 0.2. Diamonds use actual density at U/t = 7, 9, 10 near n = 0.9.</a:t>
            </a:r>
          </a:p>
        </p:txBody>
      </p:sp>
      <p:graphicFrame>
        <p:nvGraphicFramePr>
          <p:cNvPr id="11" name="Chart">
            <a:extLst xmlns:a="http://schemas.openxmlformats.org/drawingml/2006/main">
              <a:ext uri="{FF2B5EF4-FFF2-40B4-BE49-F238E27FC236}">
                <a16:creationId xmlns:a16="http://schemas.microsoft.com/office/drawing/2014/main" id="{8ACEB232-F0B5-4B09-A147-E714DF6B05A6}"/>
              </a:ext>
            </a:extLst>
          </p:cNvPr>
          <p:cNvGraphicFramePr/>
          <p:nvPr/>
        </p:nvGraphicFramePr>
        <p:xfrm>
          <a:off xmlns:a="http://schemas.openxmlformats.org/drawingml/2006/main" x="8210550" y="1638300"/>
          <a:ext xmlns:a="http://schemas.openxmlformats.org/drawingml/2006/main" cx="3838575" cy="39433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dd9e05f6ca14907"/>
          </a:graphicData>
        </a:graphic>
      </p:graphicFrame>
      <p:graphicFrame>
        <p:nvGraphicFramePr>
          <p:cNvPr id="12" name="Chart">
            <a:extLst xmlns:a="http://schemas.openxmlformats.org/drawingml/2006/main">
              <a:ext uri="{FF2B5EF4-FFF2-40B4-BE49-F238E27FC236}">
                <a16:creationId xmlns:a16="http://schemas.microsoft.com/office/drawing/2014/main" id="{64F2B69F-D4EE-47D2-ADD8-5D7CC51BAB5F}"/>
              </a:ext>
            </a:extLst>
          </p:cNvPr>
          <p:cNvGraphicFramePr/>
          <p:nvPr/>
        </p:nvGraphicFramePr>
        <p:xfrm>
          <a:off xmlns:a="http://schemas.openxmlformats.org/drawingml/2006/main" x="4276725" y="1638300"/>
          <a:ext xmlns:a="http://schemas.openxmlformats.org/drawingml/2006/main" cx="3838575" cy="39433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286133435574a48"/>
          </a:graphicData>
        </a:graphic>
      </p:graphicFrame>
      <p:graphicFrame>
        <p:nvGraphicFramePr>
          <p:cNvPr id="13" name="Chart">
            <a:extLst xmlns:a="http://schemas.openxmlformats.org/drawingml/2006/main">
              <a:ext uri="{FF2B5EF4-FFF2-40B4-BE49-F238E27FC236}">
                <a16:creationId xmlns:a16="http://schemas.microsoft.com/office/drawing/2014/main" id="{2253823D-7CE3-4B4A-8E25-79A0C8809E37}"/>
              </a:ext>
            </a:extLst>
          </p:cNvPr>
          <p:cNvGraphicFramePr/>
          <p:nvPr/>
        </p:nvGraphicFramePr>
        <p:xfrm>
          <a:off xmlns:a="http://schemas.openxmlformats.org/drawingml/2006/main" x="342900" y="1638300"/>
          <a:ext xmlns:a="http://schemas.openxmlformats.org/drawingml/2006/main" cx="3838575" cy="39433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ab5604b37b54c9a"/>
          </a:graphicData>
        </a:graphic>
      </p:graphicFrame>
    </p:spTree>
    <p:extLst>
      <p:ext uri="{BB962C8B-B14F-4D97-AF65-F5344CB8AC3E}">
        <p14:creationId xmlns:p14="http://schemas.microsoft.com/office/powerpoint/2010/main" val="20777208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27D191-C8F2-4EA6-A67A-351E9FA55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"/>
            <a:ext cx="113919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buNone/>
              <a:defRPr sz="322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322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Spin and charge response at n ≈ 0.9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5A8128-2C12-4B9E-8DFB-0A636928E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714375"/>
            <a:ext cx="10953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buNone/>
              <a:defRPr sz="16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10-MMHK, 50 twists, η/t = 0.1, q₁ = π/5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39C13B-A9B4-4B91-BEE0-16261C891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66800"/>
            <a:ext cx="11096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buNone/>
              <a:defRPr sz="157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Charge: red solid     Spin (2Sᶻ): blue dashed     Common absolute intensity scale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C5D3A6-4453-429A-9BF0-9E2758FC0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362700"/>
            <a:ext cx="1133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buNone/>
              <a:defRPr sz="142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Frequency axis: ω/t     Intensity: S(q₁,ω). This slide shows ω/t = 0–2.</a:t>
            </a:r>
          </a:p>
        </p:txBody>
      </p:sp>
      <p:graphicFrame>
        <p:nvGraphicFramePr>
          <p:cNvPr id="19" name="Chart">
            <a:extLst xmlns:a="http://schemas.openxmlformats.org/drawingml/2006/main">
              <a:ext uri="{FF2B5EF4-FFF2-40B4-BE49-F238E27FC236}">
                <a16:creationId xmlns:a16="http://schemas.microsoft.com/office/drawing/2014/main" id="{F31B9107-5353-4F33-AE97-E14E50E92895}"/>
              </a:ext>
            </a:extLst>
          </p:cNvPr>
          <p:cNvGraphicFramePr/>
          <p:nvPr/>
        </p:nvGraphicFramePr>
        <p:xfrm>
          <a:off xmlns:a="http://schemas.openxmlformats.org/drawingml/2006/main" x="266700" y="1457325"/>
          <a:ext xmlns:a="http://schemas.openxmlformats.org/drawingml/2006/main" cx="2286000" cy="1504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281fa821bef4593"/>
          </a:graphicData>
        </a:graphic>
      </p:graphicFrame>
      <p:graphicFrame>
        <p:nvGraphicFramePr>
          <p:cNvPr id="20" name="Chart">
            <a:extLst xmlns:a="http://schemas.openxmlformats.org/drawingml/2006/main">
              <a:ext uri="{FF2B5EF4-FFF2-40B4-BE49-F238E27FC236}">
                <a16:creationId xmlns:a16="http://schemas.microsoft.com/office/drawing/2014/main" id="{2F5CF0DD-278E-44DB-9120-57DF7AF167C1}"/>
              </a:ext>
            </a:extLst>
          </p:cNvPr>
          <p:cNvGraphicFramePr/>
          <p:nvPr/>
        </p:nvGraphicFramePr>
        <p:xfrm>
          <a:off xmlns:a="http://schemas.openxmlformats.org/drawingml/2006/main" x="2638425" y="1457325"/>
          <a:ext xmlns:a="http://schemas.openxmlformats.org/drawingml/2006/main" cx="2286000" cy="1504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0c0054816784148"/>
          </a:graphicData>
        </a:graphic>
      </p:graphicFrame>
      <p:graphicFrame>
        <p:nvGraphicFramePr>
          <p:cNvPr id="21" name="Chart">
            <a:extLst xmlns:a="http://schemas.openxmlformats.org/drawingml/2006/main">
              <a:ext uri="{FF2B5EF4-FFF2-40B4-BE49-F238E27FC236}">
                <a16:creationId xmlns:a16="http://schemas.microsoft.com/office/drawing/2014/main" id="{9EB971E5-1EE8-4873-B674-9F45C67388B2}"/>
              </a:ext>
            </a:extLst>
          </p:cNvPr>
          <p:cNvGraphicFramePr/>
          <p:nvPr/>
        </p:nvGraphicFramePr>
        <p:xfrm>
          <a:off xmlns:a="http://schemas.openxmlformats.org/drawingml/2006/main" x="5010150" y="1457325"/>
          <a:ext xmlns:a="http://schemas.openxmlformats.org/drawingml/2006/main" cx="2286000" cy="1504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82999e84b934abd"/>
          </a:graphicData>
        </a:graphic>
      </p:graphicFrame>
      <p:graphicFrame>
        <p:nvGraphicFramePr>
          <p:cNvPr id="22" name="Chart">
            <a:extLst xmlns:a="http://schemas.openxmlformats.org/drawingml/2006/main">
              <a:ext uri="{FF2B5EF4-FFF2-40B4-BE49-F238E27FC236}">
                <a16:creationId xmlns:a16="http://schemas.microsoft.com/office/drawing/2014/main" id="{233A88C0-F58D-49A4-983B-75579114D8EB}"/>
              </a:ext>
            </a:extLst>
          </p:cNvPr>
          <p:cNvGraphicFramePr/>
          <p:nvPr/>
        </p:nvGraphicFramePr>
        <p:xfrm>
          <a:off xmlns:a="http://schemas.openxmlformats.org/drawingml/2006/main" x="7381875" y="1457325"/>
          <a:ext xmlns:a="http://schemas.openxmlformats.org/drawingml/2006/main" cx="2286000" cy="1504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8caf36180af490d"/>
          </a:graphicData>
        </a:graphic>
      </p:graphicFrame>
      <p:graphicFrame>
        <p:nvGraphicFramePr>
          <p:cNvPr id="23" name="Chart">
            <a:extLst xmlns:a="http://schemas.openxmlformats.org/drawingml/2006/main">
              <a:ext uri="{FF2B5EF4-FFF2-40B4-BE49-F238E27FC236}">
                <a16:creationId xmlns:a16="http://schemas.microsoft.com/office/drawing/2014/main" id="{C0C00A1A-533A-48EC-B1C9-011EE102BB00}"/>
              </a:ext>
            </a:extLst>
          </p:cNvPr>
          <p:cNvGraphicFramePr/>
          <p:nvPr/>
        </p:nvGraphicFramePr>
        <p:xfrm>
          <a:off xmlns:a="http://schemas.openxmlformats.org/drawingml/2006/main" x="9753600" y="1457325"/>
          <a:ext xmlns:a="http://schemas.openxmlformats.org/drawingml/2006/main" cx="2286000" cy="1504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5f36f0ee0154f15"/>
          </a:graphicData>
        </a:graphic>
      </p:graphicFrame>
      <p:graphicFrame>
        <p:nvGraphicFramePr>
          <p:cNvPr id="24" name="Chart">
            <a:extLst xmlns:a="http://schemas.openxmlformats.org/drawingml/2006/main">
              <a:ext uri="{FF2B5EF4-FFF2-40B4-BE49-F238E27FC236}">
                <a16:creationId xmlns:a16="http://schemas.microsoft.com/office/drawing/2014/main" id="{0E1318D5-ABAA-4671-BBCF-CBD7B2A92C7C}"/>
              </a:ext>
            </a:extLst>
          </p:cNvPr>
          <p:cNvGraphicFramePr/>
          <p:nvPr/>
        </p:nvGraphicFramePr>
        <p:xfrm>
          <a:off xmlns:a="http://schemas.openxmlformats.org/drawingml/2006/main" x="266700" y="3038475"/>
          <a:ext xmlns:a="http://schemas.openxmlformats.org/drawingml/2006/main" cx="2286000" cy="1504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d4fe8ac0a78400d"/>
          </a:graphicData>
        </a:graphic>
      </p:graphicFrame>
      <p:graphicFrame>
        <p:nvGraphicFramePr>
          <p:cNvPr id="25" name="Chart">
            <a:extLst xmlns:a="http://schemas.openxmlformats.org/drawingml/2006/main">
              <a:ext uri="{FF2B5EF4-FFF2-40B4-BE49-F238E27FC236}">
                <a16:creationId xmlns:a16="http://schemas.microsoft.com/office/drawing/2014/main" id="{15CE5F96-D3E8-4438-A6D2-4FCD421583D9}"/>
              </a:ext>
            </a:extLst>
          </p:cNvPr>
          <p:cNvGraphicFramePr/>
          <p:nvPr/>
        </p:nvGraphicFramePr>
        <p:xfrm>
          <a:off xmlns:a="http://schemas.openxmlformats.org/drawingml/2006/main" x="2638425" y="3038475"/>
          <a:ext xmlns:a="http://schemas.openxmlformats.org/drawingml/2006/main" cx="2286000" cy="1504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b71b899ac4e435e"/>
          </a:graphicData>
        </a:graphic>
      </p:graphicFrame>
      <p:graphicFrame>
        <p:nvGraphicFramePr>
          <p:cNvPr id="26" name="Chart">
            <a:extLst xmlns:a="http://schemas.openxmlformats.org/drawingml/2006/main">
              <a:ext uri="{FF2B5EF4-FFF2-40B4-BE49-F238E27FC236}">
                <a16:creationId xmlns:a16="http://schemas.microsoft.com/office/drawing/2014/main" id="{5CEF130E-393E-438C-9B89-43ADD23DA71E}"/>
              </a:ext>
            </a:extLst>
          </p:cNvPr>
          <p:cNvGraphicFramePr/>
          <p:nvPr/>
        </p:nvGraphicFramePr>
        <p:xfrm>
          <a:off xmlns:a="http://schemas.openxmlformats.org/drawingml/2006/main" x="5010150" y="3038475"/>
          <a:ext xmlns:a="http://schemas.openxmlformats.org/drawingml/2006/main" cx="2286000" cy="1504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5d314a31ba1455c"/>
          </a:graphicData>
        </a:graphic>
      </p:graphicFrame>
      <p:graphicFrame>
        <p:nvGraphicFramePr>
          <p:cNvPr id="27" name="Chart">
            <a:extLst xmlns:a="http://schemas.openxmlformats.org/drawingml/2006/main">
              <a:ext uri="{FF2B5EF4-FFF2-40B4-BE49-F238E27FC236}">
                <a16:creationId xmlns:a16="http://schemas.microsoft.com/office/drawing/2014/main" id="{9977DA3B-FC9F-4139-99DC-EA92D8BC0DE9}"/>
              </a:ext>
            </a:extLst>
          </p:cNvPr>
          <p:cNvGraphicFramePr/>
          <p:nvPr/>
        </p:nvGraphicFramePr>
        <p:xfrm>
          <a:off xmlns:a="http://schemas.openxmlformats.org/drawingml/2006/main" x="7381875" y="3038475"/>
          <a:ext xmlns:a="http://schemas.openxmlformats.org/drawingml/2006/main" cx="2286000" cy="1504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a3bb8ecce5844ac"/>
          </a:graphicData>
        </a:graphic>
      </p:graphicFrame>
      <p:graphicFrame>
        <p:nvGraphicFramePr>
          <p:cNvPr id="28" name="Chart">
            <a:extLst xmlns:a="http://schemas.openxmlformats.org/drawingml/2006/main">
              <a:ext uri="{FF2B5EF4-FFF2-40B4-BE49-F238E27FC236}">
                <a16:creationId xmlns:a16="http://schemas.microsoft.com/office/drawing/2014/main" id="{7E0A0D9C-906E-4005-85A6-80498EA0B713}"/>
              </a:ext>
            </a:extLst>
          </p:cNvPr>
          <p:cNvGraphicFramePr/>
          <p:nvPr/>
        </p:nvGraphicFramePr>
        <p:xfrm>
          <a:off xmlns:a="http://schemas.openxmlformats.org/drawingml/2006/main" x="9753600" y="3038475"/>
          <a:ext xmlns:a="http://schemas.openxmlformats.org/drawingml/2006/main" cx="2286000" cy="1504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b1ed87e368e445c"/>
          </a:graphicData>
        </a:graphic>
      </p:graphicFrame>
      <p:graphicFrame>
        <p:nvGraphicFramePr>
          <p:cNvPr id="29" name="Chart">
            <a:extLst xmlns:a="http://schemas.openxmlformats.org/drawingml/2006/main">
              <a:ext uri="{FF2B5EF4-FFF2-40B4-BE49-F238E27FC236}">
                <a16:creationId xmlns:a16="http://schemas.microsoft.com/office/drawing/2014/main" id="{CCF2CA82-FC25-4F5F-AB1F-77E5F458CD72}"/>
              </a:ext>
            </a:extLst>
          </p:cNvPr>
          <p:cNvGraphicFramePr/>
          <p:nvPr/>
        </p:nvGraphicFramePr>
        <p:xfrm>
          <a:off xmlns:a="http://schemas.openxmlformats.org/drawingml/2006/main" x="266700" y="4619625"/>
          <a:ext xmlns:a="http://schemas.openxmlformats.org/drawingml/2006/main" cx="2286000" cy="1504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ed520df39e944d9"/>
          </a:graphicData>
        </a:graphic>
      </p:graphicFrame>
      <p:graphicFrame>
        <p:nvGraphicFramePr>
          <p:cNvPr id="30" name="Chart">
            <a:extLst xmlns:a="http://schemas.openxmlformats.org/drawingml/2006/main">
              <a:ext uri="{FF2B5EF4-FFF2-40B4-BE49-F238E27FC236}">
                <a16:creationId xmlns:a16="http://schemas.microsoft.com/office/drawing/2014/main" id="{3F252132-47A1-4EEA-8E31-1D5D4DAAE791}"/>
              </a:ext>
            </a:extLst>
          </p:cNvPr>
          <p:cNvGraphicFramePr/>
          <p:nvPr/>
        </p:nvGraphicFramePr>
        <p:xfrm>
          <a:off xmlns:a="http://schemas.openxmlformats.org/drawingml/2006/main" x="2638425" y="4619625"/>
          <a:ext xmlns:a="http://schemas.openxmlformats.org/drawingml/2006/main" cx="2286000" cy="1504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ab837f3e2874623"/>
          </a:graphicData>
        </a:graphic>
      </p:graphicFrame>
      <p:graphicFrame>
        <p:nvGraphicFramePr>
          <p:cNvPr id="31" name="Chart">
            <a:extLst xmlns:a="http://schemas.openxmlformats.org/drawingml/2006/main">
              <a:ext uri="{FF2B5EF4-FFF2-40B4-BE49-F238E27FC236}">
                <a16:creationId xmlns:a16="http://schemas.microsoft.com/office/drawing/2014/main" id="{8DC47906-D5E8-4511-AD67-C23726EDF541}"/>
              </a:ext>
            </a:extLst>
          </p:cNvPr>
          <p:cNvGraphicFramePr/>
          <p:nvPr/>
        </p:nvGraphicFramePr>
        <p:xfrm>
          <a:off xmlns:a="http://schemas.openxmlformats.org/drawingml/2006/main" x="5010150" y="4619625"/>
          <a:ext xmlns:a="http://schemas.openxmlformats.org/drawingml/2006/main" cx="2286000" cy="1504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5d113dd939c4bb0"/>
          </a:graphicData>
        </a:graphic>
      </p:graphicFrame>
    </p:spTree>
    <p:extLst>
      <p:ext uri="{BB962C8B-B14F-4D97-AF65-F5344CB8AC3E}">
        <p14:creationId xmlns:p14="http://schemas.microsoft.com/office/powerpoint/2010/main" val="28142279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34A687-153E-48D7-B493-502C6DCB3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"/>
            <a:ext cx="113919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322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322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Single-particle spectra at n ≈ 0.9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D19F71-D5F8-4630-AA69-837999CD4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714375"/>
            <a:ext cx="10953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6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10-MMHK, η/t = 0.1, 101 momenta from 0 to 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6A6383-7C98-435E-923C-5ADE10A98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66800"/>
            <a:ext cx="11096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57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U/t = 0–12     A(k,ω) per spin     Common color scale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1BD8C9-0316-440D-BBB9-684637F3DAE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825464f3a7492f"/>
          <a:stretch xmlns:a="http://schemas.openxmlformats.org/drawingml/2006/main"/>
        </p:blipFill>
        <p:spPr>
          <a:xfrm xmlns:a="http://schemas.openxmlformats.org/drawingml/2006/main">
            <a:off x="266700" y="1457325"/>
            <a:ext cx="11658600" cy="47434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377BC8-945F-4094-9264-C802809B6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362700"/>
            <a:ext cx="1133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42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Chemical potentials from the 50-twist density calculation</a:t>
            </a:r>
          </a:p>
        </p:txBody>
      </p:sp>
    </p:spTree>
    <p:extLst>
      <p:ext uri="{BB962C8B-B14F-4D97-AF65-F5344CB8AC3E}">
        <p14:creationId xmlns:p14="http://schemas.microsoft.com/office/powerpoint/2010/main" val="70527153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D88E9C-03CF-4165-A736-2F03E2BB5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"/>
            <a:ext cx="113919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buNone/>
              <a:defRPr sz="322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322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Spin and charge response at n = 0.8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A50F9A-6A3F-4FC0-8096-59865BEB9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714375"/>
            <a:ext cx="10953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buNone/>
              <a:defRPr sz="16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10-MMHK, 50 twists, η/t = 0.1, q₁ = π/5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0C4C97-A547-4A7D-8356-27AB34955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66800"/>
            <a:ext cx="11096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buNone/>
              <a:defRPr sz="157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Charge: red solid     Spin (2Sᶻ): blue dashed     Common absolute intensity scale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EBB5A0-4D8A-4DFD-9AE8-0695E33D0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362700"/>
            <a:ext cx="1133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buNone/>
              <a:defRPr sz="142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Frequency axis: ω/t     Intensity: S(q₁,ω). This slide shows ω/t = 0–2.</a:t>
            </a:r>
          </a:p>
        </p:txBody>
      </p:sp>
      <p:graphicFrame>
        <p:nvGraphicFramePr>
          <p:cNvPr id="19" name="Chart">
            <a:extLst xmlns:a="http://schemas.openxmlformats.org/drawingml/2006/main">
              <a:ext uri="{FF2B5EF4-FFF2-40B4-BE49-F238E27FC236}">
                <a16:creationId xmlns:a16="http://schemas.microsoft.com/office/drawing/2014/main" id="{7556D70F-F0AB-4231-A232-91E0A8B09DFA}"/>
              </a:ext>
            </a:extLst>
          </p:cNvPr>
          <p:cNvGraphicFramePr/>
          <p:nvPr/>
        </p:nvGraphicFramePr>
        <p:xfrm>
          <a:off xmlns:a="http://schemas.openxmlformats.org/drawingml/2006/main" x="266700" y="1457325"/>
          <a:ext xmlns:a="http://schemas.openxmlformats.org/drawingml/2006/main" cx="2286000" cy="1504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aa45d9472be4ad4"/>
          </a:graphicData>
        </a:graphic>
      </p:graphicFrame>
      <p:graphicFrame>
        <p:nvGraphicFramePr>
          <p:cNvPr id="20" name="Chart">
            <a:extLst xmlns:a="http://schemas.openxmlformats.org/drawingml/2006/main">
              <a:ext uri="{FF2B5EF4-FFF2-40B4-BE49-F238E27FC236}">
                <a16:creationId xmlns:a16="http://schemas.microsoft.com/office/drawing/2014/main" id="{2690E96C-A102-4F0B-BFA4-DFA8EBEC852A}"/>
              </a:ext>
            </a:extLst>
          </p:cNvPr>
          <p:cNvGraphicFramePr/>
          <p:nvPr/>
        </p:nvGraphicFramePr>
        <p:xfrm>
          <a:off xmlns:a="http://schemas.openxmlformats.org/drawingml/2006/main" x="2638425" y="1457325"/>
          <a:ext xmlns:a="http://schemas.openxmlformats.org/drawingml/2006/main" cx="2286000" cy="1504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4f1fbf5b70d4f6b"/>
          </a:graphicData>
        </a:graphic>
      </p:graphicFrame>
      <p:graphicFrame>
        <p:nvGraphicFramePr>
          <p:cNvPr id="21" name="Chart">
            <a:extLst xmlns:a="http://schemas.openxmlformats.org/drawingml/2006/main">
              <a:ext uri="{FF2B5EF4-FFF2-40B4-BE49-F238E27FC236}">
                <a16:creationId xmlns:a16="http://schemas.microsoft.com/office/drawing/2014/main" id="{BCD2978E-E87D-40FD-A870-4B055A655546}"/>
              </a:ext>
            </a:extLst>
          </p:cNvPr>
          <p:cNvGraphicFramePr/>
          <p:nvPr/>
        </p:nvGraphicFramePr>
        <p:xfrm>
          <a:off xmlns:a="http://schemas.openxmlformats.org/drawingml/2006/main" x="5010150" y="1457325"/>
          <a:ext xmlns:a="http://schemas.openxmlformats.org/drawingml/2006/main" cx="2286000" cy="1504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bf0bc8b28de4f20"/>
          </a:graphicData>
        </a:graphic>
      </p:graphicFrame>
      <p:graphicFrame>
        <p:nvGraphicFramePr>
          <p:cNvPr id="22" name="Chart">
            <a:extLst xmlns:a="http://schemas.openxmlformats.org/drawingml/2006/main">
              <a:ext uri="{FF2B5EF4-FFF2-40B4-BE49-F238E27FC236}">
                <a16:creationId xmlns:a16="http://schemas.microsoft.com/office/drawing/2014/main" id="{89702449-DC38-4F22-A448-A532617E0717}"/>
              </a:ext>
            </a:extLst>
          </p:cNvPr>
          <p:cNvGraphicFramePr/>
          <p:nvPr/>
        </p:nvGraphicFramePr>
        <p:xfrm>
          <a:off xmlns:a="http://schemas.openxmlformats.org/drawingml/2006/main" x="7381875" y="1457325"/>
          <a:ext xmlns:a="http://schemas.openxmlformats.org/drawingml/2006/main" cx="2286000" cy="1504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0236484f95e4f8b"/>
          </a:graphicData>
        </a:graphic>
      </p:graphicFrame>
      <p:graphicFrame>
        <p:nvGraphicFramePr>
          <p:cNvPr id="23" name="Chart">
            <a:extLst xmlns:a="http://schemas.openxmlformats.org/drawingml/2006/main">
              <a:ext uri="{FF2B5EF4-FFF2-40B4-BE49-F238E27FC236}">
                <a16:creationId xmlns:a16="http://schemas.microsoft.com/office/drawing/2014/main" id="{3B5C12F9-BEE1-453E-9748-331047483FB0}"/>
              </a:ext>
            </a:extLst>
          </p:cNvPr>
          <p:cNvGraphicFramePr/>
          <p:nvPr/>
        </p:nvGraphicFramePr>
        <p:xfrm>
          <a:off xmlns:a="http://schemas.openxmlformats.org/drawingml/2006/main" x="9753600" y="1457325"/>
          <a:ext xmlns:a="http://schemas.openxmlformats.org/drawingml/2006/main" cx="2286000" cy="1504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c626251e20f4967"/>
          </a:graphicData>
        </a:graphic>
      </p:graphicFrame>
      <p:graphicFrame>
        <p:nvGraphicFramePr>
          <p:cNvPr id="24" name="Chart">
            <a:extLst xmlns:a="http://schemas.openxmlformats.org/drawingml/2006/main">
              <a:ext uri="{FF2B5EF4-FFF2-40B4-BE49-F238E27FC236}">
                <a16:creationId xmlns:a16="http://schemas.microsoft.com/office/drawing/2014/main" id="{1524DC6B-D95D-413C-96CA-AB43EE29155D}"/>
              </a:ext>
            </a:extLst>
          </p:cNvPr>
          <p:cNvGraphicFramePr/>
          <p:nvPr/>
        </p:nvGraphicFramePr>
        <p:xfrm>
          <a:off xmlns:a="http://schemas.openxmlformats.org/drawingml/2006/main" x="266700" y="3038475"/>
          <a:ext xmlns:a="http://schemas.openxmlformats.org/drawingml/2006/main" cx="2286000" cy="1504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437b3fde2c74a36"/>
          </a:graphicData>
        </a:graphic>
      </p:graphicFrame>
      <p:graphicFrame>
        <p:nvGraphicFramePr>
          <p:cNvPr id="25" name="Chart">
            <a:extLst xmlns:a="http://schemas.openxmlformats.org/drawingml/2006/main">
              <a:ext uri="{FF2B5EF4-FFF2-40B4-BE49-F238E27FC236}">
                <a16:creationId xmlns:a16="http://schemas.microsoft.com/office/drawing/2014/main" id="{EA8BEBD7-1B48-4CF4-9E8A-5E3AE4FC6901}"/>
              </a:ext>
            </a:extLst>
          </p:cNvPr>
          <p:cNvGraphicFramePr/>
          <p:nvPr/>
        </p:nvGraphicFramePr>
        <p:xfrm>
          <a:off xmlns:a="http://schemas.openxmlformats.org/drawingml/2006/main" x="2638425" y="3038475"/>
          <a:ext xmlns:a="http://schemas.openxmlformats.org/drawingml/2006/main" cx="2286000" cy="1504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1b4a9bf85ab4af8"/>
          </a:graphicData>
        </a:graphic>
      </p:graphicFrame>
      <p:graphicFrame>
        <p:nvGraphicFramePr>
          <p:cNvPr id="26" name="Chart">
            <a:extLst xmlns:a="http://schemas.openxmlformats.org/drawingml/2006/main">
              <a:ext uri="{FF2B5EF4-FFF2-40B4-BE49-F238E27FC236}">
                <a16:creationId xmlns:a16="http://schemas.microsoft.com/office/drawing/2014/main" id="{4595AC06-3B7D-4C14-A700-7BB902BB31A7}"/>
              </a:ext>
            </a:extLst>
          </p:cNvPr>
          <p:cNvGraphicFramePr/>
          <p:nvPr/>
        </p:nvGraphicFramePr>
        <p:xfrm>
          <a:off xmlns:a="http://schemas.openxmlformats.org/drawingml/2006/main" x="5010150" y="3038475"/>
          <a:ext xmlns:a="http://schemas.openxmlformats.org/drawingml/2006/main" cx="2286000" cy="1504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e7a0d4631bd4662"/>
          </a:graphicData>
        </a:graphic>
      </p:graphicFrame>
      <p:graphicFrame>
        <p:nvGraphicFramePr>
          <p:cNvPr id="27" name="Chart">
            <a:extLst xmlns:a="http://schemas.openxmlformats.org/drawingml/2006/main">
              <a:ext uri="{FF2B5EF4-FFF2-40B4-BE49-F238E27FC236}">
                <a16:creationId xmlns:a16="http://schemas.microsoft.com/office/drawing/2014/main" id="{2E01BF52-FB77-4513-A8F2-D3FFBDB8F494}"/>
              </a:ext>
            </a:extLst>
          </p:cNvPr>
          <p:cNvGraphicFramePr/>
          <p:nvPr/>
        </p:nvGraphicFramePr>
        <p:xfrm>
          <a:off xmlns:a="http://schemas.openxmlformats.org/drawingml/2006/main" x="7381875" y="3038475"/>
          <a:ext xmlns:a="http://schemas.openxmlformats.org/drawingml/2006/main" cx="2286000" cy="1504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17e71225b164fc1"/>
          </a:graphicData>
        </a:graphic>
      </p:graphicFrame>
      <p:graphicFrame>
        <p:nvGraphicFramePr>
          <p:cNvPr id="28" name="Chart">
            <a:extLst xmlns:a="http://schemas.openxmlformats.org/drawingml/2006/main">
              <a:ext uri="{FF2B5EF4-FFF2-40B4-BE49-F238E27FC236}">
                <a16:creationId xmlns:a16="http://schemas.microsoft.com/office/drawing/2014/main" id="{F869D6B3-91F6-473F-A055-4E984D3066B9}"/>
              </a:ext>
            </a:extLst>
          </p:cNvPr>
          <p:cNvGraphicFramePr/>
          <p:nvPr/>
        </p:nvGraphicFramePr>
        <p:xfrm>
          <a:off xmlns:a="http://schemas.openxmlformats.org/drawingml/2006/main" x="9753600" y="3038475"/>
          <a:ext xmlns:a="http://schemas.openxmlformats.org/drawingml/2006/main" cx="2286000" cy="1504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074221a33454e19"/>
          </a:graphicData>
        </a:graphic>
      </p:graphicFrame>
      <p:graphicFrame>
        <p:nvGraphicFramePr>
          <p:cNvPr id="29" name="Chart">
            <a:extLst xmlns:a="http://schemas.openxmlformats.org/drawingml/2006/main">
              <a:ext uri="{FF2B5EF4-FFF2-40B4-BE49-F238E27FC236}">
                <a16:creationId xmlns:a16="http://schemas.microsoft.com/office/drawing/2014/main" id="{6FDBBCF0-4FEC-4E1C-BA63-D14D1D1ABD7D}"/>
              </a:ext>
            </a:extLst>
          </p:cNvPr>
          <p:cNvGraphicFramePr/>
          <p:nvPr/>
        </p:nvGraphicFramePr>
        <p:xfrm>
          <a:off xmlns:a="http://schemas.openxmlformats.org/drawingml/2006/main" x="266700" y="4619625"/>
          <a:ext xmlns:a="http://schemas.openxmlformats.org/drawingml/2006/main" cx="2286000" cy="1504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8aab112b4874dba"/>
          </a:graphicData>
        </a:graphic>
      </p:graphicFrame>
      <p:graphicFrame>
        <p:nvGraphicFramePr>
          <p:cNvPr id="30" name="Chart">
            <a:extLst xmlns:a="http://schemas.openxmlformats.org/drawingml/2006/main">
              <a:ext uri="{FF2B5EF4-FFF2-40B4-BE49-F238E27FC236}">
                <a16:creationId xmlns:a16="http://schemas.microsoft.com/office/drawing/2014/main" id="{8AB9330D-24B2-452D-9F48-949C16BE6F84}"/>
              </a:ext>
            </a:extLst>
          </p:cNvPr>
          <p:cNvGraphicFramePr/>
          <p:nvPr/>
        </p:nvGraphicFramePr>
        <p:xfrm>
          <a:off xmlns:a="http://schemas.openxmlformats.org/drawingml/2006/main" x="2638425" y="4619625"/>
          <a:ext xmlns:a="http://schemas.openxmlformats.org/drawingml/2006/main" cx="2286000" cy="1504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67843b1a6144e10"/>
          </a:graphicData>
        </a:graphic>
      </p:graphicFrame>
      <p:graphicFrame>
        <p:nvGraphicFramePr>
          <p:cNvPr id="31" name="Chart">
            <a:extLst xmlns:a="http://schemas.openxmlformats.org/drawingml/2006/main">
              <a:ext uri="{FF2B5EF4-FFF2-40B4-BE49-F238E27FC236}">
                <a16:creationId xmlns:a16="http://schemas.microsoft.com/office/drawing/2014/main" id="{BBD68600-3456-4EC5-9193-06C194F717EC}"/>
              </a:ext>
            </a:extLst>
          </p:cNvPr>
          <p:cNvGraphicFramePr/>
          <p:nvPr/>
        </p:nvGraphicFramePr>
        <p:xfrm>
          <a:off xmlns:a="http://schemas.openxmlformats.org/drawingml/2006/main" x="5010150" y="4619625"/>
          <a:ext xmlns:a="http://schemas.openxmlformats.org/drawingml/2006/main" cx="2286000" cy="1504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b58af6d3b7f4299"/>
          </a:graphicData>
        </a:graphic>
      </p:graphicFrame>
    </p:spTree>
    <p:extLst>
      <p:ext uri="{BB962C8B-B14F-4D97-AF65-F5344CB8AC3E}">
        <p14:creationId xmlns:p14="http://schemas.microsoft.com/office/powerpoint/2010/main" val="15529167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5E3AA6-AF9F-4258-A297-983AB9D74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"/>
            <a:ext cx="113919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322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322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Single-particle spectra at n = 0.8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DE73ED-A603-41AE-8EE8-B2B23D919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714375"/>
            <a:ext cx="10953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6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10-MMHK, η/t = 0.1, 101 momenta from 0 to 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AD10FD-0BC4-4FD8-A174-55B421031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66800"/>
            <a:ext cx="11096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57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U/t = 0–12     A(k,ω) per spin     Common color scale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8C663C-CCF0-42FD-A273-FAA213AACCE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9e59023f7843e3"/>
          <a:stretch xmlns:a="http://schemas.openxmlformats.org/drawingml/2006/main"/>
        </p:blipFill>
        <p:spPr>
          <a:xfrm xmlns:a="http://schemas.openxmlformats.org/drawingml/2006/main">
            <a:off x="266700" y="1457325"/>
            <a:ext cx="11658600" cy="47434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1D1289-6925-400A-91EA-E919BBD6C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362700"/>
            <a:ext cx="1133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42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Chemical potentials from the 50-twist density calculation</a:t>
            </a:r>
          </a:p>
        </p:txBody>
      </p:sp>
    </p:spTree>
    <p:extLst>
      <p:ext uri="{BB962C8B-B14F-4D97-AF65-F5344CB8AC3E}">
        <p14:creationId xmlns:p14="http://schemas.microsoft.com/office/powerpoint/2010/main" val="7449432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1339BF-92F1-42A9-A1A7-D8E5A8FA0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"/>
            <a:ext cx="113919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buNone/>
              <a:defRPr sz="322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322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Spin and charge response at n = 0.7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AEF58D-8C91-457F-8ADE-61282C36B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714375"/>
            <a:ext cx="10953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buNone/>
              <a:defRPr sz="16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10-MMHK, 50 twists, η/t = 0.1, q₁ = π/5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260776-540A-40E7-95FD-6833DB919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66800"/>
            <a:ext cx="11096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buNone/>
              <a:defRPr sz="157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Charge: red solid     Spin (2Sᶻ): blue dashed     Common absolute intensity scale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0D0353-D561-4557-BE8B-90ABDD2F3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362700"/>
            <a:ext cx="1133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buNone/>
              <a:defRPr sz="142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Frequency axis: ω/t     Intensity: S(q₁,ω). This slide shows ω/t = 0–2.</a:t>
            </a:r>
          </a:p>
        </p:txBody>
      </p:sp>
      <p:graphicFrame>
        <p:nvGraphicFramePr>
          <p:cNvPr id="19" name="Chart">
            <a:extLst xmlns:a="http://schemas.openxmlformats.org/drawingml/2006/main">
              <a:ext uri="{FF2B5EF4-FFF2-40B4-BE49-F238E27FC236}">
                <a16:creationId xmlns:a16="http://schemas.microsoft.com/office/drawing/2014/main" id="{59EFC8DA-5C93-4FCB-B77D-7294C54F7179}"/>
              </a:ext>
            </a:extLst>
          </p:cNvPr>
          <p:cNvGraphicFramePr/>
          <p:nvPr/>
        </p:nvGraphicFramePr>
        <p:xfrm>
          <a:off xmlns:a="http://schemas.openxmlformats.org/drawingml/2006/main" x="266700" y="1457325"/>
          <a:ext xmlns:a="http://schemas.openxmlformats.org/drawingml/2006/main" cx="2286000" cy="1504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4f482e44f9d43ac"/>
          </a:graphicData>
        </a:graphic>
      </p:graphicFrame>
      <p:graphicFrame>
        <p:nvGraphicFramePr>
          <p:cNvPr id="20" name="Chart">
            <a:extLst xmlns:a="http://schemas.openxmlformats.org/drawingml/2006/main">
              <a:ext uri="{FF2B5EF4-FFF2-40B4-BE49-F238E27FC236}">
                <a16:creationId xmlns:a16="http://schemas.microsoft.com/office/drawing/2014/main" id="{C627D20F-58A7-462D-9FC9-DB9B152BE4FC}"/>
              </a:ext>
            </a:extLst>
          </p:cNvPr>
          <p:cNvGraphicFramePr/>
          <p:nvPr/>
        </p:nvGraphicFramePr>
        <p:xfrm>
          <a:off xmlns:a="http://schemas.openxmlformats.org/drawingml/2006/main" x="2638425" y="1457325"/>
          <a:ext xmlns:a="http://schemas.openxmlformats.org/drawingml/2006/main" cx="2286000" cy="1504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c30f6f40465441f"/>
          </a:graphicData>
        </a:graphic>
      </p:graphicFrame>
      <p:graphicFrame>
        <p:nvGraphicFramePr>
          <p:cNvPr id="21" name="Chart">
            <a:extLst xmlns:a="http://schemas.openxmlformats.org/drawingml/2006/main">
              <a:ext uri="{FF2B5EF4-FFF2-40B4-BE49-F238E27FC236}">
                <a16:creationId xmlns:a16="http://schemas.microsoft.com/office/drawing/2014/main" id="{158D5B82-F4BF-4E5F-8EFB-A7906C147422}"/>
              </a:ext>
            </a:extLst>
          </p:cNvPr>
          <p:cNvGraphicFramePr/>
          <p:nvPr/>
        </p:nvGraphicFramePr>
        <p:xfrm>
          <a:off xmlns:a="http://schemas.openxmlformats.org/drawingml/2006/main" x="5010150" y="1457325"/>
          <a:ext xmlns:a="http://schemas.openxmlformats.org/drawingml/2006/main" cx="2286000" cy="1504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d6a28e71d7b4bae"/>
          </a:graphicData>
        </a:graphic>
      </p:graphicFrame>
      <p:graphicFrame>
        <p:nvGraphicFramePr>
          <p:cNvPr id="22" name="Chart">
            <a:extLst xmlns:a="http://schemas.openxmlformats.org/drawingml/2006/main">
              <a:ext uri="{FF2B5EF4-FFF2-40B4-BE49-F238E27FC236}">
                <a16:creationId xmlns:a16="http://schemas.microsoft.com/office/drawing/2014/main" id="{8B23316B-8FA6-46BE-B0EA-A54F8C771646}"/>
              </a:ext>
            </a:extLst>
          </p:cNvPr>
          <p:cNvGraphicFramePr/>
          <p:nvPr/>
        </p:nvGraphicFramePr>
        <p:xfrm>
          <a:off xmlns:a="http://schemas.openxmlformats.org/drawingml/2006/main" x="7381875" y="1457325"/>
          <a:ext xmlns:a="http://schemas.openxmlformats.org/drawingml/2006/main" cx="2286000" cy="1504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f443cdb6e7a490a"/>
          </a:graphicData>
        </a:graphic>
      </p:graphicFrame>
      <p:graphicFrame>
        <p:nvGraphicFramePr>
          <p:cNvPr id="23" name="Chart">
            <a:extLst xmlns:a="http://schemas.openxmlformats.org/drawingml/2006/main">
              <a:ext uri="{FF2B5EF4-FFF2-40B4-BE49-F238E27FC236}">
                <a16:creationId xmlns:a16="http://schemas.microsoft.com/office/drawing/2014/main" id="{4EF660B1-B9BC-4A7B-8327-90B6EFC7038B}"/>
              </a:ext>
            </a:extLst>
          </p:cNvPr>
          <p:cNvGraphicFramePr/>
          <p:nvPr/>
        </p:nvGraphicFramePr>
        <p:xfrm>
          <a:off xmlns:a="http://schemas.openxmlformats.org/drawingml/2006/main" x="9753600" y="1457325"/>
          <a:ext xmlns:a="http://schemas.openxmlformats.org/drawingml/2006/main" cx="2286000" cy="1504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c3ee6ba33924508"/>
          </a:graphicData>
        </a:graphic>
      </p:graphicFrame>
      <p:graphicFrame>
        <p:nvGraphicFramePr>
          <p:cNvPr id="24" name="Chart">
            <a:extLst xmlns:a="http://schemas.openxmlformats.org/drawingml/2006/main">
              <a:ext uri="{FF2B5EF4-FFF2-40B4-BE49-F238E27FC236}">
                <a16:creationId xmlns:a16="http://schemas.microsoft.com/office/drawing/2014/main" id="{22E6FAA2-3916-4E1F-8FE9-C7C4B2AEBBDD}"/>
              </a:ext>
            </a:extLst>
          </p:cNvPr>
          <p:cNvGraphicFramePr/>
          <p:nvPr/>
        </p:nvGraphicFramePr>
        <p:xfrm>
          <a:off xmlns:a="http://schemas.openxmlformats.org/drawingml/2006/main" x="266700" y="3038475"/>
          <a:ext xmlns:a="http://schemas.openxmlformats.org/drawingml/2006/main" cx="2286000" cy="1504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b8a48d6e3b54593"/>
          </a:graphicData>
        </a:graphic>
      </p:graphicFrame>
      <p:graphicFrame>
        <p:nvGraphicFramePr>
          <p:cNvPr id="25" name="Chart">
            <a:extLst xmlns:a="http://schemas.openxmlformats.org/drawingml/2006/main">
              <a:ext uri="{FF2B5EF4-FFF2-40B4-BE49-F238E27FC236}">
                <a16:creationId xmlns:a16="http://schemas.microsoft.com/office/drawing/2014/main" id="{1A240DE7-9B08-4E1C-A6BB-1C730D611D16}"/>
              </a:ext>
            </a:extLst>
          </p:cNvPr>
          <p:cNvGraphicFramePr/>
          <p:nvPr/>
        </p:nvGraphicFramePr>
        <p:xfrm>
          <a:off xmlns:a="http://schemas.openxmlformats.org/drawingml/2006/main" x="2638425" y="3038475"/>
          <a:ext xmlns:a="http://schemas.openxmlformats.org/drawingml/2006/main" cx="2286000" cy="1504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15b31d9e89049c5"/>
          </a:graphicData>
        </a:graphic>
      </p:graphicFrame>
      <p:graphicFrame>
        <p:nvGraphicFramePr>
          <p:cNvPr id="26" name="Chart">
            <a:extLst xmlns:a="http://schemas.openxmlformats.org/drawingml/2006/main">
              <a:ext uri="{FF2B5EF4-FFF2-40B4-BE49-F238E27FC236}">
                <a16:creationId xmlns:a16="http://schemas.microsoft.com/office/drawing/2014/main" id="{9B52D2D3-F477-4A9B-A93F-026FF6ED257E}"/>
              </a:ext>
            </a:extLst>
          </p:cNvPr>
          <p:cNvGraphicFramePr/>
          <p:nvPr/>
        </p:nvGraphicFramePr>
        <p:xfrm>
          <a:off xmlns:a="http://schemas.openxmlformats.org/drawingml/2006/main" x="5010150" y="3038475"/>
          <a:ext xmlns:a="http://schemas.openxmlformats.org/drawingml/2006/main" cx="2286000" cy="1504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82e6d989e6848a5"/>
          </a:graphicData>
        </a:graphic>
      </p:graphicFrame>
      <p:graphicFrame>
        <p:nvGraphicFramePr>
          <p:cNvPr id="27" name="Chart">
            <a:extLst xmlns:a="http://schemas.openxmlformats.org/drawingml/2006/main">
              <a:ext uri="{FF2B5EF4-FFF2-40B4-BE49-F238E27FC236}">
                <a16:creationId xmlns:a16="http://schemas.microsoft.com/office/drawing/2014/main" id="{78723B3F-1992-4683-97DD-0E499BC6EF78}"/>
              </a:ext>
            </a:extLst>
          </p:cNvPr>
          <p:cNvGraphicFramePr/>
          <p:nvPr/>
        </p:nvGraphicFramePr>
        <p:xfrm>
          <a:off xmlns:a="http://schemas.openxmlformats.org/drawingml/2006/main" x="7381875" y="3038475"/>
          <a:ext xmlns:a="http://schemas.openxmlformats.org/drawingml/2006/main" cx="2286000" cy="1504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6f9cfb012eb43d9"/>
          </a:graphicData>
        </a:graphic>
      </p:graphicFrame>
      <p:graphicFrame>
        <p:nvGraphicFramePr>
          <p:cNvPr id="28" name="Chart">
            <a:extLst xmlns:a="http://schemas.openxmlformats.org/drawingml/2006/main">
              <a:ext uri="{FF2B5EF4-FFF2-40B4-BE49-F238E27FC236}">
                <a16:creationId xmlns:a16="http://schemas.microsoft.com/office/drawing/2014/main" id="{6B4721C2-E9B7-4BD0-B6E8-05F685D56AB7}"/>
              </a:ext>
            </a:extLst>
          </p:cNvPr>
          <p:cNvGraphicFramePr/>
          <p:nvPr/>
        </p:nvGraphicFramePr>
        <p:xfrm>
          <a:off xmlns:a="http://schemas.openxmlformats.org/drawingml/2006/main" x="9753600" y="3038475"/>
          <a:ext xmlns:a="http://schemas.openxmlformats.org/drawingml/2006/main" cx="2286000" cy="1504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df23affdcb14a18"/>
          </a:graphicData>
        </a:graphic>
      </p:graphicFrame>
      <p:graphicFrame>
        <p:nvGraphicFramePr>
          <p:cNvPr id="29" name="Chart">
            <a:extLst xmlns:a="http://schemas.openxmlformats.org/drawingml/2006/main">
              <a:ext uri="{FF2B5EF4-FFF2-40B4-BE49-F238E27FC236}">
                <a16:creationId xmlns:a16="http://schemas.microsoft.com/office/drawing/2014/main" id="{5119F49A-9A97-42BD-8FB5-73C9F6002C62}"/>
              </a:ext>
            </a:extLst>
          </p:cNvPr>
          <p:cNvGraphicFramePr/>
          <p:nvPr/>
        </p:nvGraphicFramePr>
        <p:xfrm>
          <a:off xmlns:a="http://schemas.openxmlformats.org/drawingml/2006/main" x="266700" y="4619625"/>
          <a:ext xmlns:a="http://schemas.openxmlformats.org/drawingml/2006/main" cx="2286000" cy="1504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1df098a21d549c0"/>
          </a:graphicData>
        </a:graphic>
      </p:graphicFrame>
      <p:graphicFrame>
        <p:nvGraphicFramePr>
          <p:cNvPr id="30" name="Chart">
            <a:extLst xmlns:a="http://schemas.openxmlformats.org/drawingml/2006/main">
              <a:ext uri="{FF2B5EF4-FFF2-40B4-BE49-F238E27FC236}">
                <a16:creationId xmlns:a16="http://schemas.microsoft.com/office/drawing/2014/main" id="{01F917D8-8FF0-4658-84B5-E24425FBD8C3}"/>
              </a:ext>
            </a:extLst>
          </p:cNvPr>
          <p:cNvGraphicFramePr/>
          <p:nvPr/>
        </p:nvGraphicFramePr>
        <p:xfrm>
          <a:off xmlns:a="http://schemas.openxmlformats.org/drawingml/2006/main" x="2638425" y="4619625"/>
          <a:ext xmlns:a="http://schemas.openxmlformats.org/drawingml/2006/main" cx="2286000" cy="1504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b6dd19513a4488e"/>
          </a:graphicData>
        </a:graphic>
      </p:graphicFrame>
      <p:graphicFrame>
        <p:nvGraphicFramePr>
          <p:cNvPr id="31" name="Chart">
            <a:extLst xmlns:a="http://schemas.openxmlformats.org/drawingml/2006/main">
              <a:ext uri="{FF2B5EF4-FFF2-40B4-BE49-F238E27FC236}">
                <a16:creationId xmlns:a16="http://schemas.microsoft.com/office/drawing/2014/main" id="{C5AFA571-0389-43F0-8AA8-8FB8C4D58CC1}"/>
              </a:ext>
            </a:extLst>
          </p:cNvPr>
          <p:cNvGraphicFramePr/>
          <p:nvPr/>
        </p:nvGraphicFramePr>
        <p:xfrm>
          <a:off xmlns:a="http://schemas.openxmlformats.org/drawingml/2006/main" x="5010150" y="4619625"/>
          <a:ext xmlns:a="http://schemas.openxmlformats.org/drawingml/2006/main" cx="2286000" cy="1504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659ff9b272b4d06"/>
          </a:graphicData>
        </a:graphic>
      </p:graphicFrame>
    </p:spTree>
    <p:extLst>
      <p:ext uri="{BB962C8B-B14F-4D97-AF65-F5344CB8AC3E}">
        <p14:creationId xmlns:p14="http://schemas.microsoft.com/office/powerpoint/2010/main" val="208491228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9C3978-DDA5-422F-83F6-336004ECB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"/>
            <a:ext cx="113919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322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322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Single-particle spectra at n = 0.7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E32FC7-F588-484F-A0A0-0C336706A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714375"/>
            <a:ext cx="10953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6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10-MMHK, η/t = 0.1, 101 momenta from 0 to 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ECB332-342B-409F-976A-5D2EF9C5C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66800"/>
            <a:ext cx="11096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57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U/t = 0–12     A(k,ω) per spin     Common color scale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AC7CAD-0385-41EF-8EF6-9B795C156DE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2975efbaef4d8c"/>
          <a:stretch xmlns:a="http://schemas.openxmlformats.org/drawingml/2006/main"/>
        </p:blipFill>
        <p:spPr>
          <a:xfrm xmlns:a="http://schemas.openxmlformats.org/drawingml/2006/main">
            <a:off x="266700" y="1457325"/>
            <a:ext cx="11658600" cy="47434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84E7BD-592D-41B9-AD05-EAB14A686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362700"/>
            <a:ext cx="1133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42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Chemical potentials from the 50-twist density calculation</a:t>
            </a:r>
          </a:p>
        </p:txBody>
      </p:sp>
    </p:spTree>
    <p:extLst>
      <p:ext uri="{BB962C8B-B14F-4D97-AF65-F5344CB8AC3E}">
        <p14:creationId xmlns:p14="http://schemas.microsoft.com/office/powerpoint/2010/main" val="101889462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2026-10-14T11:49:40.6810000Z</dcterms:created>
  <dcterms:modified xsi:type="dcterms:W3CDTF">2026-10-14T11:49:40.6810000Z</dcterms:modified>
</coreProperties>
</file>